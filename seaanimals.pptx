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306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266" r:id="rId23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8FAA"/>
    <a:srgbClr val="856C8E"/>
    <a:srgbClr val="9D88A4"/>
    <a:srgbClr val="A08BA7"/>
    <a:srgbClr val="FFFF3F"/>
    <a:srgbClr val="FC7093"/>
    <a:srgbClr val="F9B651"/>
    <a:srgbClr val="FF7F50"/>
    <a:srgbClr val="A7EF16"/>
    <a:srgbClr val="FDE6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1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3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6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8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3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9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7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6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2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0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3523842-0099-6A01-CB15-D2A838AC543C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21878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F6DFC8-937B-9998-7BD6-A6746174A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44" y="2738834"/>
            <a:ext cx="1468470" cy="3402157"/>
          </a:xfrm>
          <a:prstGeom prst="rect">
            <a:avLst/>
          </a:prstGeom>
          <a:effectLst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1DA0328-6BB0-E243-78C9-5A033122C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880" y="2582303"/>
            <a:ext cx="3102741" cy="3639238"/>
          </a:xfrm>
          <a:prstGeom prst="rect">
            <a:avLst/>
          </a:prstGeom>
          <a:effectLst/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2EE7B43C-7C28-45CD-15A3-37431D8220BA}"/>
              </a:ext>
            </a:extLst>
          </p:cNvPr>
          <p:cNvSpPr/>
          <p:nvPr/>
        </p:nvSpPr>
        <p:spPr>
          <a:xfrm>
            <a:off x="0" y="0"/>
            <a:ext cx="10058400" cy="10090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221F8C-D9F5-0E07-B06B-7AC734F5E09A}"/>
              </a:ext>
            </a:extLst>
          </p:cNvPr>
          <p:cNvSpPr txBox="1"/>
          <p:nvPr/>
        </p:nvSpPr>
        <p:spPr>
          <a:xfrm>
            <a:off x="0" y="0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</a:t>
            </a:r>
            <a:r>
              <a:rPr lang="en-US" sz="6000" dirty="0" err="1">
                <a:ln w="12700">
                  <a:solidFill>
                    <a:sysClr val="windowText" lastClr="000000"/>
                  </a:solidFill>
                </a:ln>
                <a:solidFill>
                  <a:srgbClr val="2CB4AC"/>
                </a:solidFill>
                <a:latin typeface="Arial Black" panose="020B0A04020102020204" pitchFamily="34" charset="0"/>
              </a:rPr>
              <a:t>e</a:t>
            </a:r>
            <a:r>
              <a:rPr lang="en-US" sz="6000" dirty="0" err="1">
                <a:ln w="12700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Arial Black" panose="020B0A04020102020204" pitchFamily="34" charset="0"/>
              </a:rPr>
              <a:t>a</a:t>
            </a:r>
            <a:r>
              <a:rPr lang="en-US" sz="6000">
                <a:ln w="12700">
                  <a:solidFill>
                    <a:sysClr val="windowText" lastClr="000000"/>
                  </a:solidFill>
                </a:ln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6000">
                <a:ln w="12700">
                  <a:solidFill>
                    <a:sysClr val="windowText" lastClr="000000"/>
                  </a:solidFill>
                </a:ln>
                <a:solidFill>
                  <a:srgbClr val="CC0099"/>
                </a:solidFill>
                <a:latin typeface="Arial Black" panose="020B0A04020102020204" pitchFamily="34" charset="0"/>
              </a:rPr>
              <a:t>A</a:t>
            </a:r>
            <a:r>
              <a:rPr lang="en-US" sz="6000">
                <a:ln w="12700">
                  <a:solidFill>
                    <a:sysClr val="windowText" lastClr="000000"/>
                  </a:solidFill>
                </a:ln>
                <a:solidFill>
                  <a:srgbClr val="FF3B3B"/>
                </a:solidFill>
                <a:latin typeface="Arial Black" panose="020B0A04020102020204" pitchFamily="34" charset="0"/>
              </a:rPr>
              <a:t>n</a:t>
            </a:r>
            <a:r>
              <a:rPr lang="en-US" sz="6000">
                <a:ln w="12700">
                  <a:solidFill>
                    <a:sysClr val="windowText" lastClr="000000"/>
                  </a:solidFill>
                </a:ln>
                <a:solidFill>
                  <a:srgbClr val="B0CF71"/>
                </a:solidFill>
                <a:latin typeface="Arial Black" panose="020B0A04020102020204" pitchFamily="34" charset="0"/>
              </a:rPr>
              <a:t>i</a:t>
            </a:r>
            <a:r>
              <a:rPr lang="en-US" sz="6000">
                <a:ln w="12700">
                  <a:solidFill>
                    <a:sysClr val="windowText" lastClr="000000"/>
                  </a:solidFill>
                </a:ln>
                <a:solidFill>
                  <a:srgbClr val="EA5B6B"/>
                </a:solidFill>
                <a:latin typeface="Arial Black" panose="020B0A04020102020204" pitchFamily="34" charset="0"/>
              </a:rPr>
              <a:t>m</a:t>
            </a:r>
            <a:r>
              <a:rPr lang="en-US" sz="6000">
                <a:ln w="12700">
                  <a:solidFill>
                    <a:sysClr val="windowText" lastClr="000000"/>
                  </a:solidFill>
                </a:ln>
                <a:solidFill>
                  <a:srgbClr val="FFFF53"/>
                </a:solidFill>
                <a:latin typeface="Arial Black" panose="020B0A04020102020204" pitchFamily="34" charset="0"/>
              </a:rPr>
              <a:t>a</a:t>
            </a:r>
            <a:r>
              <a:rPr lang="en-US" sz="6000">
                <a:ln w="12700">
                  <a:solidFill>
                    <a:sysClr val="windowText" lastClr="000000"/>
                  </a:solidFill>
                </a:ln>
                <a:solidFill>
                  <a:srgbClr val="7030A0"/>
                </a:solidFill>
                <a:latin typeface="Arial Black" panose="020B0A04020102020204" pitchFamily="34" charset="0"/>
              </a:rPr>
              <a:t>l</a:t>
            </a:r>
            <a:r>
              <a:rPr lang="en-US" sz="6000">
                <a:ln w="12700">
                  <a:solidFill>
                    <a:sysClr val="windowText" lastClr="000000"/>
                  </a:solidFill>
                </a:ln>
                <a:solidFill>
                  <a:srgbClr val="7AA03F"/>
                </a:solidFill>
                <a:latin typeface="Arial Black" panose="020B0A04020102020204" pitchFamily="34" charset="0"/>
              </a:rPr>
              <a:t>s</a:t>
            </a:r>
            <a:endParaRPr kumimoji="0" lang="en-US" sz="6000" b="0" i="0" u="none" strike="noStrike" kern="1200" cap="none" spc="0" normalizeH="0" baseline="0" noProof="0" dirty="0">
              <a:ln w="12700">
                <a:solidFill>
                  <a:sysClr val="windowText" lastClr="000000"/>
                </a:solidFill>
              </a:ln>
              <a:solidFill>
                <a:srgbClr val="218781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E1FCD4-4900-B6E8-6AD2-4EE8B2285E9D}"/>
              </a:ext>
            </a:extLst>
          </p:cNvPr>
          <p:cNvSpPr txBox="1"/>
          <p:nvPr/>
        </p:nvSpPr>
        <p:spPr>
          <a:xfrm>
            <a:off x="0" y="1009080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Clipart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AE6561D-E77B-D3E9-1C6F-3FBA926D2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8605">
            <a:off x="7372996" y="2962975"/>
            <a:ext cx="2469379" cy="3036849"/>
          </a:xfrm>
          <a:prstGeom prst="rect">
            <a:avLst/>
          </a:prstGeom>
          <a:effectLst/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7078C44-42B9-CDA4-2362-C7793448A2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24" y="2415916"/>
            <a:ext cx="2020772" cy="3639238"/>
          </a:xfrm>
          <a:prstGeom prst="rect">
            <a:avLst/>
          </a:prstGeom>
          <a:effectLst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FA3A93F-AF40-4D2A-0526-734F07F589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300887" y="2315347"/>
            <a:ext cx="1390008" cy="941709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62184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7D4F884-1A9A-6199-2AF2-11C8DCC3D481}"/>
              </a:ext>
            </a:extLst>
          </p:cNvPr>
          <p:cNvGrpSpPr/>
          <p:nvPr/>
        </p:nvGrpSpPr>
        <p:grpSpPr>
          <a:xfrm>
            <a:off x="-3085299" y="284756"/>
            <a:ext cx="4209689" cy="6355488"/>
            <a:chOff x="249865" y="425954"/>
            <a:chExt cx="2351241" cy="354973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E24503D-06EB-C008-418E-85E5484D9F86}"/>
                </a:ext>
              </a:extLst>
            </p:cNvPr>
            <p:cNvSpPr/>
            <p:nvPr/>
          </p:nvSpPr>
          <p:spPr>
            <a:xfrm>
              <a:off x="908238" y="1841513"/>
              <a:ext cx="938739" cy="2134177"/>
            </a:xfrm>
            <a:prstGeom prst="ellipse">
              <a:avLst/>
            </a:pr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20000"/>
                    <a:lumOff val="80000"/>
                  </a:srgbClr>
                </a:gs>
              </a:gsLst>
              <a:lin ang="156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1BCA77C-BDD5-F3ED-3212-F3487C30856D}"/>
                </a:ext>
              </a:extLst>
            </p:cNvPr>
            <p:cNvSpPr/>
            <p:nvPr/>
          </p:nvSpPr>
          <p:spPr>
            <a:xfrm>
              <a:off x="337147" y="1897581"/>
              <a:ext cx="948559" cy="1906653"/>
            </a:xfrm>
            <a:custGeom>
              <a:avLst/>
              <a:gdLst>
                <a:gd name="connsiteX0" fmla="*/ 0 w 533400"/>
                <a:gd name="connsiteY0" fmla="*/ 88902 h 1733550"/>
                <a:gd name="connsiteX1" fmla="*/ 88902 w 533400"/>
                <a:gd name="connsiteY1" fmla="*/ 0 h 1733550"/>
                <a:gd name="connsiteX2" fmla="*/ 444498 w 533400"/>
                <a:gd name="connsiteY2" fmla="*/ 0 h 1733550"/>
                <a:gd name="connsiteX3" fmla="*/ 533400 w 533400"/>
                <a:gd name="connsiteY3" fmla="*/ 88902 h 1733550"/>
                <a:gd name="connsiteX4" fmla="*/ 533400 w 533400"/>
                <a:gd name="connsiteY4" fmla="*/ 1644648 h 1733550"/>
                <a:gd name="connsiteX5" fmla="*/ 444498 w 533400"/>
                <a:gd name="connsiteY5" fmla="*/ 1733550 h 1733550"/>
                <a:gd name="connsiteX6" fmla="*/ 88902 w 533400"/>
                <a:gd name="connsiteY6" fmla="*/ 1733550 h 1733550"/>
                <a:gd name="connsiteX7" fmla="*/ 0 w 533400"/>
                <a:gd name="connsiteY7" fmla="*/ 1644648 h 1733550"/>
                <a:gd name="connsiteX8" fmla="*/ 0 w 533400"/>
                <a:gd name="connsiteY8" fmla="*/ 88902 h 1733550"/>
                <a:gd name="connsiteX0" fmla="*/ 714375 w 1247775"/>
                <a:gd name="connsiteY0" fmla="*/ 88902 h 2323624"/>
                <a:gd name="connsiteX1" fmla="*/ 803277 w 1247775"/>
                <a:gd name="connsiteY1" fmla="*/ 0 h 2323624"/>
                <a:gd name="connsiteX2" fmla="*/ 1158873 w 1247775"/>
                <a:gd name="connsiteY2" fmla="*/ 0 h 2323624"/>
                <a:gd name="connsiteX3" fmla="*/ 1247775 w 1247775"/>
                <a:gd name="connsiteY3" fmla="*/ 88902 h 2323624"/>
                <a:gd name="connsiteX4" fmla="*/ 1247775 w 1247775"/>
                <a:gd name="connsiteY4" fmla="*/ 1644648 h 2323624"/>
                <a:gd name="connsiteX5" fmla="*/ 1158873 w 1247775"/>
                <a:gd name="connsiteY5" fmla="*/ 1733550 h 2323624"/>
                <a:gd name="connsiteX6" fmla="*/ 803277 w 1247775"/>
                <a:gd name="connsiteY6" fmla="*/ 1733550 h 2323624"/>
                <a:gd name="connsiteX7" fmla="*/ 0 w 1247775"/>
                <a:gd name="connsiteY7" fmla="*/ 2320923 h 2323624"/>
                <a:gd name="connsiteX8" fmla="*/ 714375 w 1247775"/>
                <a:gd name="connsiteY8" fmla="*/ 88902 h 2323624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1158873 w 1247775"/>
                <a:gd name="connsiteY5" fmla="*/ 1733550 h 2543175"/>
                <a:gd name="connsiteX6" fmla="*/ 488952 w 1247775"/>
                <a:gd name="connsiteY6" fmla="*/ 2543175 h 2543175"/>
                <a:gd name="connsiteX7" fmla="*/ 0 w 1247775"/>
                <a:gd name="connsiteY7" fmla="*/ 2320923 h 2543175"/>
                <a:gd name="connsiteX8" fmla="*/ 714375 w 1247775"/>
                <a:gd name="connsiteY8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488952 w 1247775"/>
                <a:gd name="connsiteY5" fmla="*/ 2543175 h 2543175"/>
                <a:gd name="connsiteX6" fmla="*/ 0 w 1247775"/>
                <a:gd name="connsiteY6" fmla="*/ 2320923 h 2543175"/>
                <a:gd name="connsiteX7" fmla="*/ 714375 w 1247775"/>
                <a:gd name="connsiteY7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9549 w 1274412"/>
                <a:gd name="connsiteY0" fmla="*/ 88902 h 2543175"/>
                <a:gd name="connsiteX1" fmla="*/ 808451 w 1274412"/>
                <a:gd name="connsiteY1" fmla="*/ 0 h 2543175"/>
                <a:gd name="connsiteX2" fmla="*/ 1164047 w 1274412"/>
                <a:gd name="connsiteY2" fmla="*/ 0 h 2543175"/>
                <a:gd name="connsiteX3" fmla="*/ 1252949 w 1274412"/>
                <a:gd name="connsiteY3" fmla="*/ 88902 h 2543175"/>
                <a:gd name="connsiteX4" fmla="*/ 494126 w 1274412"/>
                <a:gd name="connsiteY4" fmla="*/ 2543175 h 2543175"/>
                <a:gd name="connsiteX5" fmla="*/ 5174 w 1274412"/>
                <a:gd name="connsiteY5" fmla="*/ 2320923 h 2543175"/>
                <a:gd name="connsiteX6" fmla="*/ 719549 w 1274412"/>
                <a:gd name="connsiteY6" fmla="*/ 88902 h 2543175"/>
                <a:gd name="connsiteX0" fmla="*/ 718529 w 1273392"/>
                <a:gd name="connsiteY0" fmla="*/ 88902 h 2543175"/>
                <a:gd name="connsiteX1" fmla="*/ 807431 w 1273392"/>
                <a:gd name="connsiteY1" fmla="*/ 0 h 2543175"/>
                <a:gd name="connsiteX2" fmla="*/ 1163027 w 1273392"/>
                <a:gd name="connsiteY2" fmla="*/ 0 h 2543175"/>
                <a:gd name="connsiteX3" fmla="*/ 1251929 w 1273392"/>
                <a:gd name="connsiteY3" fmla="*/ 88902 h 2543175"/>
                <a:gd name="connsiteX4" fmla="*/ 493106 w 1273392"/>
                <a:gd name="connsiteY4" fmla="*/ 2543175 h 2543175"/>
                <a:gd name="connsiteX5" fmla="*/ 4154 w 1273392"/>
                <a:gd name="connsiteY5" fmla="*/ 2320923 h 2543175"/>
                <a:gd name="connsiteX6" fmla="*/ 718529 w 1273392"/>
                <a:gd name="connsiteY6" fmla="*/ 88902 h 2543175"/>
                <a:gd name="connsiteX0" fmla="*/ 723194 w 1278057"/>
                <a:gd name="connsiteY0" fmla="*/ 88902 h 2543175"/>
                <a:gd name="connsiteX1" fmla="*/ 812096 w 1278057"/>
                <a:gd name="connsiteY1" fmla="*/ 0 h 2543175"/>
                <a:gd name="connsiteX2" fmla="*/ 1167692 w 1278057"/>
                <a:gd name="connsiteY2" fmla="*/ 0 h 2543175"/>
                <a:gd name="connsiteX3" fmla="*/ 1256594 w 1278057"/>
                <a:gd name="connsiteY3" fmla="*/ 88902 h 2543175"/>
                <a:gd name="connsiteX4" fmla="*/ 497771 w 1278057"/>
                <a:gd name="connsiteY4" fmla="*/ 2543175 h 2543175"/>
                <a:gd name="connsiteX5" fmla="*/ 8819 w 1278057"/>
                <a:gd name="connsiteY5" fmla="*/ 2320923 h 2543175"/>
                <a:gd name="connsiteX6" fmla="*/ 723194 w 1278057"/>
                <a:gd name="connsiteY6" fmla="*/ 88902 h 2543175"/>
                <a:gd name="connsiteX0" fmla="*/ 723194 w 1278057"/>
                <a:gd name="connsiteY0" fmla="*/ 88902 h 2545617"/>
                <a:gd name="connsiteX1" fmla="*/ 812096 w 1278057"/>
                <a:gd name="connsiteY1" fmla="*/ 0 h 2545617"/>
                <a:gd name="connsiteX2" fmla="*/ 1167692 w 1278057"/>
                <a:gd name="connsiteY2" fmla="*/ 0 h 2545617"/>
                <a:gd name="connsiteX3" fmla="*/ 1256594 w 1278057"/>
                <a:gd name="connsiteY3" fmla="*/ 88902 h 2545617"/>
                <a:gd name="connsiteX4" fmla="*/ 497771 w 1278057"/>
                <a:gd name="connsiteY4" fmla="*/ 2543175 h 2545617"/>
                <a:gd name="connsiteX5" fmla="*/ 8819 w 1278057"/>
                <a:gd name="connsiteY5" fmla="*/ 2320923 h 2545617"/>
                <a:gd name="connsiteX6" fmla="*/ 723194 w 1278057"/>
                <a:gd name="connsiteY6" fmla="*/ 88902 h 2545617"/>
                <a:gd name="connsiteX0" fmla="*/ 723194 w 1278057"/>
                <a:gd name="connsiteY0" fmla="*/ 88902 h 2568963"/>
                <a:gd name="connsiteX1" fmla="*/ 812096 w 1278057"/>
                <a:gd name="connsiteY1" fmla="*/ 0 h 2568963"/>
                <a:gd name="connsiteX2" fmla="*/ 1167692 w 1278057"/>
                <a:gd name="connsiteY2" fmla="*/ 0 h 2568963"/>
                <a:gd name="connsiteX3" fmla="*/ 1256594 w 1278057"/>
                <a:gd name="connsiteY3" fmla="*/ 88902 h 2568963"/>
                <a:gd name="connsiteX4" fmla="*/ 497771 w 1278057"/>
                <a:gd name="connsiteY4" fmla="*/ 2543175 h 2568963"/>
                <a:gd name="connsiteX5" fmla="*/ 8819 w 1278057"/>
                <a:gd name="connsiteY5" fmla="*/ 2320923 h 2568963"/>
                <a:gd name="connsiteX6" fmla="*/ 723194 w 1278057"/>
                <a:gd name="connsiteY6" fmla="*/ 88902 h 256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8057" h="2568963">
                  <a:moveTo>
                    <a:pt x="723194" y="88902"/>
                  </a:moveTo>
                  <a:cubicBezTo>
                    <a:pt x="723194" y="39803"/>
                    <a:pt x="762997" y="0"/>
                    <a:pt x="812096" y="0"/>
                  </a:cubicBezTo>
                  <a:lnTo>
                    <a:pt x="1167692" y="0"/>
                  </a:lnTo>
                  <a:cubicBezTo>
                    <a:pt x="1216791" y="0"/>
                    <a:pt x="1256594" y="39803"/>
                    <a:pt x="1256594" y="88902"/>
                  </a:cubicBezTo>
                  <a:cubicBezTo>
                    <a:pt x="1270353" y="592668"/>
                    <a:pt x="1446037" y="2191809"/>
                    <a:pt x="497771" y="2543175"/>
                  </a:cubicBezTo>
                  <a:cubicBezTo>
                    <a:pt x="448672" y="2543175"/>
                    <a:pt x="79603" y="2680614"/>
                    <a:pt x="8819" y="2320923"/>
                  </a:cubicBezTo>
                  <a:cubicBezTo>
                    <a:pt x="-105481" y="1621366"/>
                    <a:pt x="932744" y="1464734"/>
                    <a:pt x="723194" y="88902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20000"/>
                    <a:lumOff val="80000"/>
                  </a:srgbClr>
                </a:gs>
              </a:gsLst>
              <a:lin ang="10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: Rounded Corners 5">
              <a:extLst>
                <a:ext uri="{FF2B5EF4-FFF2-40B4-BE49-F238E27FC236}">
                  <a16:creationId xmlns:a16="http://schemas.microsoft.com/office/drawing/2014/main" id="{5E302D26-439B-D7E3-F2B1-E897629706DB}"/>
                </a:ext>
              </a:extLst>
            </p:cNvPr>
            <p:cNvSpPr/>
            <p:nvPr/>
          </p:nvSpPr>
          <p:spPr>
            <a:xfrm>
              <a:off x="249865" y="1913499"/>
              <a:ext cx="714300" cy="1435780"/>
            </a:xfrm>
            <a:custGeom>
              <a:avLst/>
              <a:gdLst>
                <a:gd name="connsiteX0" fmla="*/ 0 w 533400"/>
                <a:gd name="connsiteY0" fmla="*/ 88902 h 1733550"/>
                <a:gd name="connsiteX1" fmla="*/ 88902 w 533400"/>
                <a:gd name="connsiteY1" fmla="*/ 0 h 1733550"/>
                <a:gd name="connsiteX2" fmla="*/ 444498 w 533400"/>
                <a:gd name="connsiteY2" fmla="*/ 0 h 1733550"/>
                <a:gd name="connsiteX3" fmla="*/ 533400 w 533400"/>
                <a:gd name="connsiteY3" fmla="*/ 88902 h 1733550"/>
                <a:gd name="connsiteX4" fmla="*/ 533400 w 533400"/>
                <a:gd name="connsiteY4" fmla="*/ 1644648 h 1733550"/>
                <a:gd name="connsiteX5" fmla="*/ 444498 w 533400"/>
                <a:gd name="connsiteY5" fmla="*/ 1733550 h 1733550"/>
                <a:gd name="connsiteX6" fmla="*/ 88902 w 533400"/>
                <a:gd name="connsiteY6" fmla="*/ 1733550 h 1733550"/>
                <a:gd name="connsiteX7" fmla="*/ 0 w 533400"/>
                <a:gd name="connsiteY7" fmla="*/ 1644648 h 1733550"/>
                <a:gd name="connsiteX8" fmla="*/ 0 w 533400"/>
                <a:gd name="connsiteY8" fmla="*/ 88902 h 1733550"/>
                <a:gd name="connsiteX0" fmla="*/ 714375 w 1247775"/>
                <a:gd name="connsiteY0" fmla="*/ 88902 h 2323624"/>
                <a:gd name="connsiteX1" fmla="*/ 803277 w 1247775"/>
                <a:gd name="connsiteY1" fmla="*/ 0 h 2323624"/>
                <a:gd name="connsiteX2" fmla="*/ 1158873 w 1247775"/>
                <a:gd name="connsiteY2" fmla="*/ 0 h 2323624"/>
                <a:gd name="connsiteX3" fmla="*/ 1247775 w 1247775"/>
                <a:gd name="connsiteY3" fmla="*/ 88902 h 2323624"/>
                <a:gd name="connsiteX4" fmla="*/ 1247775 w 1247775"/>
                <a:gd name="connsiteY4" fmla="*/ 1644648 h 2323624"/>
                <a:gd name="connsiteX5" fmla="*/ 1158873 w 1247775"/>
                <a:gd name="connsiteY5" fmla="*/ 1733550 h 2323624"/>
                <a:gd name="connsiteX6" fmla="*/ 803277 w 1247775"/>
                <a:gd name="connsiteY6" fmla="*/ 1733550 h 2323624"/>
                <a:gd name="connsiteX7" fmla="*/ 0 w 1247775"/>
                <a:gd name="connsiteY7" fmla="*/ 2320923 h 2323624"/>
                <a:gd name="connsiteX8" fmla="*/ 714375 w 1247775"/>
                <a:gd name="connsiteY8" fmla="*/ 88902 h 2323624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1158873 w 1247775"/>
                <a:gd name="connsiteY5" fmla="*/ 1733550 h 2543175"/>
                <a:gd name="connsiteX6" fmla="*/ 488952 w 1247775"/>
                <a:gd name="connsiteY6" fmla="*/ 2543175 h 2543175"/>
                <a:gd name="connsiteX7" fmla="*/ 0 w 1247775"/>
                <a:gd name="connsiteY7" fmla="*/ 2320923 h 2543175"/>
                <a:gd name="connsiteX8" fmla="*/ 714375 w 1247775"/>
                <a:gd name="connsiteY8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488952 w 1247775"/>
                <a:gd name="connsiteY5" fmla="*/ 2543175 h 2543175"/>
                <a:gd name="connsiteX6" fmla="*/ 0 w 1247775"/>
                <a:gd name="connsiteY6" fmla="*/ 2320923 h 2543175"/>
                <a:gd name="connsiteX7" fmla="*/ 714375 w 1247775"/>
                <a:gd name="connsiteY7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9549 w 1274412"/>
                <a:gd name="connsiteY0" fmla="*/ 88902 h 2543175"/>
                <a:gd name="connsiteX1" fmla="*/ 808451 w 1274412"/>
                <a:gd name="connsiteY1" fmla="*/ 0 h 2543175"/>
                <a:gd name="connsiteX2" fmla="*/ 1164047 w 1274412"/>
                <a:gd name="connsiteY2" fmla="*/ 0 h 2543175"/>
                <a:gd name="connsiteX3" fmla="*/ 1252949 w 1274412"/>
                <a:gd name="connsiteY3" fmla="*/ 88902 h 2543175"/>
                <a:gd name="connsiteX4" fmla="*/ 494126 w 1274412"/>
                <a:gd name="connsiteY4" fmla="*/ 2543175 h 2543175"/>
                <a:gd name="connsiteX5" fmla="*/ 5174 w 1274412"/>
                <a:gd name="connsiteY5" fmla="*/ 2320923 h 2543175"/>
                <a:gd name="connsiteX6" fmla="*/ 719549 w 1274412"/>
                <a:gd name="connsiteY6" fmla="*/ 88902 h 2543175"/>
                <a:gd name="connsiteX0" fmla="*/ 718529 w 1273392"/>
                <a:gd name="connsiteY0" fmla="*/ 88902 h 2543175"/>
                <a:gd name="connsiteX1" fmla="*/ 807431 w 1273392"/>
                <a:gd name="connsiteY1" fmla="*/ 0 h 2543175"/>
                <a:gd name="connsiteX2" fmla="*/ 1163027 w 1273392"/>
                <a:gd name="connsiteY2" fmla="*/ 0 h 2543175"/>
                <a:gd name="connsiteX3" fmla="*/ 1251929 w 1273392"/>
                <a:gd name="connsiteY3" fmla="*/ 88902 h 2543175"/>
                <a:gd name="connsiteX4" fmla="*/ 493106 w 1273392"/>
                <a:gd name="connsiteY4" fmla="*/ 2543175 h 2543175"/>
                <a:gd name="connsiteX5" fmla="*/ 4154 w 1273392"/>
                <a:gd name="connsiteY5" fmla="*/ 2320923 h 2543175"/>
                <a:gd name="connsiteX6" fmla="*/ 718529 w 1273392"/>
                <a:gd name="connsiteY6" fmla="*/ 88902 h 2543175"/>
                <a:gd name="connsiteX0" fmla="*/ 723194 w 1278057"/>
                <a:gd name="connsiteY0" fmla="*/ 88902 h 2543175"/>
                <a:gd name="connsiteX1" fmla="*/ 812096 w 1278057"/>
                <a:gd name="connsiteY1" fmla="*/ 0 h 2543175"/>
                <a:gd name="connsiteX2" fmla="*/ 1167692 w 1278057"/>
                <a:gd name="connsiteY2" fmla="*/ 0 h 2543175"/>
                <a:gd name="connsiteX3" fmla="*/ 1256594 w 1278057"/>
                <a:gd name="connsiteY3" fmla="*/ 88902 h 2543175"/>
                <a:gd name="connsiteX4" fmla="*/ 497771 w 1278057"/>
                <a:gd name="connsiteY4" fmla="*/ 2543175 h 2543175"/>
                <a:gd name="connsiteX5" fmla="*/ 8819 w 1278057"/>
                <a:gd name="connsiteY5" fmla="*/ 2320923 h 2543175"/>
                <a:gd name="connsiteX6" fmla="*/ 723194 w 1278057"/>
                <a:gd name="connsiteY6" fmla="*/ 88902 h 2543175"/>
                <a:gd name="connsiteX0" fmla="*/ 723194 w 1278057"/>
                <a:gd name="connsiteY0" fmla="*/ 88902 h 2545617"/>
                <a:gd name="connsiteX1" fmla="*/ 812096 w 1278057"/>
                <a:gd name="connsiteY1" fmla="*/ 0 h 2545617"/>
                <a:gd name="connsiteX2" fmla="*/ 1167692 w 1278057"/>
                <a:gd name="connsiteY2" fmla="*/ 0 h 2545617"/>
                <a:gd name="connsiteX3" fmla="*/ 1256594 w 1278057"/>
                <a:gd name="connsiteY3" fmla="*/ 88902 h 2545617"/>
                <a:gd name="connsiteX4" fmla="*/ 497771 w 1278057"/>
                <a:gd name="connsiteY4" fmla="*/ 2543175 h 2545617"/>
                <a:gd name="connsiteX5" fmla="*/ 8819 w 1278057"/>
                <a:gd name="connsiteY5" fmla="*/ 2320923 h 2545617"/>
                <a:gd name="connsiteX6" fmla="*/ 723194 w 1278057"/>
                <a:gd name="connsiteY6" fmla="*/ 88902 h 2545617"/>
                <a:gd name="connsiteX0" fmla="*/ 723194 w 1278057"/>
                <a:gd name="connsiteY0" fmla="*/ 88902 h 2568963"/>
                <a:gd name="connsiteX1" fmla="*/ 812096 w 1278057"/>
                <a:gd name="connsiteY1" fmla="*/ 0 h 2568963"/>
                <a:gd name="connsiteX2" fmla="*/ 1167692 w 1278057"/>
                <a:gd name="connsiteY2" fmla="*/ 0 h 2568963"/>
                <a:gd name="connsiteX3" fmla="*/ 1256594 w 1278057"/>
                <a:gd name="connsiteY3" fmla="*/ 88902 h 2568963"/>
                <a:gd name="connsiteX4" fmla="*/ 497771 w 1278057"/>
                <a:gd name="connsiteY4" fmla="*/ 2543175 h 2568963"/>
                <a:gd name="connsiteX5" fmla="*/ 8819 w 1278057"/>
                <a:gd name="connsiteY5" fmla="*/ 2320923 h 2568963"/>
                <a:gd name="connsiteX6" fmla="*/ 723194 w 1278057"/>
                <a:gd name="connsiteY6" fmla="*/ 88902 h 256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8057" h="2568963">
                  <a:moveTo>
                    <a:pt x="723194" y="88902"/>
                  </a:moveTo>
                  <a:cubicBezTo>
                    <a:pt x="723194" y="39803"/>
                    <a:pt x="762997" y="0"/>
                    <a:pt x="812096" y="0"/>
                  </a:cubicBezTo>
                  <a:lnTo>
                    <a:pt x="1167692" y="0"/>
                  </a:lnTo>
                  <a:cubicBezTo>
                    <a:pt x="1216791" y="0"/>
                    <a:pt x="1256594" y="39803"/>
                    <a:pt x="1256594" y="88902"/>
                  </a:cubicBezTo>
                  <a:cubicBezTo>
                    <a:pt x="1270353" y="592668"/>
                    <a:pt x="1446037" y="2191809"/>
                    <a:pt x="497771" y="2543175"/>
                  </a:cubicBezTo>
                  <a:cubicBezTo>
                    <a:pt x="448672" y="2543175"/>
                    <a:pt x="79603" y="2680614"/>
                    <a:pt x="8819" y="2320923"/>
                  </a:cubicBezTo>
                  <a:cubicBezTo>
                    <a:pt x="-105481" y="1621366"/>
                    <a:pt x="932744" y="1464734"/>
                    <a:pt x="723194" y="88902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20000"/>
                    <a:lumOff val="80000"/>
                  </a:srgbClr>
                </a:gs>
              </a:gsLst>
              <a:lin ang="10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: Rounded Corners 5">
              <a:extLst>
                <a:ext uri="{FF2B5EF4-FFF2-40B4-BE49-F238E27FC236}">
                  <a16:creationId xmlns:a16="http://schemas.microsoft.com/office/drawing/2014/main" id="{4A508242-A21B-7A7A-4FB8-FD8C2238036C}"/>
                </a:ext>
              </a:extLst>
            </p:cNvPr>
            <p:cNvSpPr/>
            <p:nvPr/>
          </p:nvSpPr>
          <p:spPr>
            <a:xfrm flipH="1">
              <a:off x="1542679" y="1897581"/>
              <a:ext cx="948559" cy="1906653"/>
            </a:xfrm>
            <a:custGeom>
              <a:avLst/>
              <a:gdLst>
                <a:gd name="connsiteX0" fmla="*/ 0 w 533400"/>
                <a:gd name="connsiteY0" fmla="*/ 88902 h 1733550"/>
                <a:gd name="connsiteX1" fmla="*/ 88902 w 533400"/>
                <a:gd name="connsiteY1" fmla="*/ 0 h 1733550"/>
                <a:gd name="connsiteX2" fmla="*/ 444498 w 533400"/>
                <a:gd name="connsiteY2" fmla="*/ 0 h 1733550"/>
                <a:gd name="connsiteX3" fmla="*/ 533400 w 533400"/>
                <a:gd name="connsiteY3" fmla="*/ 88902 h 1733550"/>
                <a:gd name="connsiteX4" fmla="*/ 533400 w 533400"/>
                <a:gd name="connsiteY4" fmla="*/ 1644648 h 1733550"/>
                <a:gd name="connsiteX5" fmla="*/ 444498 w 533400"/>
                <a:gd name="connsiteY5" fmla="*/ 1733550 h 1733550"/>
                <a:gd name="connsiteX6" fmla="*/ 88902 w 533400"/>
                <a:gd name="connsiteY6" fmla="*/ 1733550 h 1733550"/>
                <a:gd name="connsiteX7" fmla="*/ 0 w 533400"/>
                <a:gd name="connsiteY7" fmla="*/ 1644648 h 1733550"/>
                <a:gd name="connsiteX8" fmla="*/ 0 w 533400"/>
                <a:gd name="connsiteY8" fmla="*/ 88902 h 1733550"/>
                <a:gd name="connsiteX0" fmla="*/ 714375 w 1247775"/>
                <a:gd name="connsiteY0" fmla="*/ 88902 h 2323624"/>
                <a:gd name="connsiteX1" fmla="*/ 803277 w 1247775"/>
                <a:gd name="connsiteY1" fmla="*/ 0 h 2323624"/>
                <a:gd name="connsiteX2" fmla="*/ 1158873 w 1247775"/>
                <a:gd name="connsiteY2" fmla="*/ 0 h 2323624"/>
                <a:gd name="connsiteX3" fmla="*/ 1247775 w 1247775"/>
                <a:gd name="connsiteY3" fmla="*/ 88902 h 2323624"/>
                <a:gd name="connsiteX4" fmla="*/ 1247775 w 1247775"/>
                <a:gd name="connsiteY4" fmla="*/ 1644648 h 2323624"/>
                <a:gd name="connsiteX5" fmla="*/ 1158873 w 1247775"/>
                <a:gd name="connsiteY5" fmla="*/ 1733550 h 2323624"/>
                <a:gd name="connsiteX6" fmla="*/ 803277 w 1247775"/>
                <a:gd name="connsiteY6" fmla="*/ 1733550 h 2323624"/>
                <a:gd name="connsiteX7" fmla="*/ 0 w 1247775"/>
                <a:gd name="connsiteY7" fmla="*/ 2320923 h 2323624"/>
                <a:gd name="connsiteX8" fmla="*/ 714375 w 1247775"/>
                <a:gd name="connsiteY8" fmla="*/ 88902 h 2323624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1158873 w 1247775"/>
                <a:gd name="connsiteY5" fmla="*/ 1733550 h 2543175"/>
                <a:gd name="connsiteX6" fmla="*/ 488952 w 1247775"/>
                <a:gd name="connsiteY6" fmla="*/ 2543175 h 2543175"/>
                <a:gd name="connsiteX7" fmla="*/ 0 w 1247775"/>
                <a:gd name="connsiteY7" fmla="*/ 2320923 h 2543175"/>
                <a:gd name="connsiteX8" fmla="*/ 714375 w 1247775"/>
                <a:gd name="connsiteY8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488952 w 1247775"/>
                <a:gd name="connsiteY5" fmla="*/ 2543175 h 2543175"/>
                <a:gd name="connsiteX6" fmla="*/ 0 w 1247775"/>
                <a:gd name="connsiteY6" fmla="*/ 2320923 h 2543175"/>
                <a:gd name="connsiteX7" fmla="*/ 714375 w 1247775"/>
                <a:gd name="connsiteY7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9549 w 1274412"/>
                <a:gd name="connsiteY0" fmla="*/ 88902 h 2543175"/>
                <a:gd name="connsiteX1" fmla="*/ 808451 w 1274412"/>
                <a:gd name="connsiteY1" fmla="*/ 0 h 2543175"/>
                <a:gd name="connsiteX2" fmla="*/ 1164047 w 1274412"/>
                <a:gd name="connsiteY2" fmla="*/ 0 h 2543175"/>
                <a:gd name="connsiteX3" fmla="*/ 1252949 w 1274412"/>
                <a:gd name="connsiteY3" fmla="*/ 88902 h 2543175"/>
                <a:gd name="connsiteX4" fmla="*/ 494126 w 1274412"/>
                <a:gd name="connsiteY4" fmla="*/ 2543175 h 2543175"/>
                <a:gd name="connsiteX5" fmla="*/ 5174 w 1274412"/>
                <a:gd name="connsiteY5" fmla="*/ 2320923 h 2543175"/>
                <a:gd name="connsiteX6" fmla="*/ 719549 w 1274412"/>
                <a:gd name="connsiteY6" fmla="*/ 88902 h 2543175"/>
                <a:gd name="connsiteX0" fmla="*/ 718529 w 1273392"/>
                <a:gd name="connsiteY0" fmla="*/ 88902 h 2543175"/>
                <a:gd name="connsiteX1" fmla="*/ 807431 w 1273392"/>
                <a:gd name="connsiteY1" fmla="*/ 0 h 2543175"/>
                <a:gd name="connsiteX2" fmla="*/ 1163027 w 1273392"/>
                <a:gd name="connsiteY2" fmla="*/ 0 h 2543175"/>
                <a:gd name="connsiteX3" fmla="*/ 1251929 w 1273392"/>
                <a:gd name="connsiteY3" fmla="*/ 88902 h 2543175"/>
                <a:gd name="connsiteX4" fmla="*/ 493106 w 1273392"/>
                <a:gd name="connsiteY4" fmla="*/ 2543175 h 2543175"/>
                <a:gd name="connsiteX5" fmla="*/ 4154 w 1273392"/>
                <a:gd name="connsiteY5" fmla="*/ 2320923 h 2543175"/>
                <a:gd name="connsiteX6" fmla="*/ 718529 w 1273392"/>
                <a:gd name="connsiteY6" fmla="*/ 88902 h 2543175"/>
                <a:gd name="connsiteX0" fmla="*/ 723194 w 1278057"/>
                <a:gd name="connsiteY0" fmla="*/ 88902 h 2543175"/>
                <a:gd name="connsiteX1" fmla="*/ 812096 w 1278057"/>
                <a:gd name="connsiteY1" fmla="*/ 0 h 2543175"/>
                <a:gd name="connsiteX2" fmla="*/ 1167692 w 1278057"/>
                <a:gd name="connsiteY2" fmla="*/ 0 h 2543175"/>
                <a:gd name="connsiteX3" fmla="*/ 1256594 w 1278057"/>
                <a:gd name="connsiteY3" fmla="*/ 88902 h 2543175"/>
                <a:gd name="connsiteX4" fmla="*/ 497771 w 1278057"/>
                <a:gd name="connsiteY4" fmla="*/ 2543175 h 2543175"/>
                <a:gd name="connsiteX5" fmla="*/ 8819 w 1278057"/>
                <a:gd name="connsiteY5" fmla="*/ 2320923 h 2543175"/>
                <a:gd name="connsiteX6" fmla="*/ 723194 w 1278057"/>
                <a:gd name="connsiteY6" fmla="*/ 88902 h 2543175"/>
                <a:gd name="connsiteX0" fmla="*/ 723194 w 1278057"/>
                <a:gd name="connsiteY0" fmla="*/ 88902 h 2545617"/>
                <a:gd name="connsiteX1" fmla="*/ 812096 w 1278057"/>
                <a:gd name="connsiteY1" fmla="*/ 0 h 2545617"/>
                <a:gd name="connsiteX2" fmla="*/ 1167692 w 1278057"/>
                <a:gd name="connsiteY2" fmla="*/ 0 h 2545617"/>
                <a:gd name="connsiteX3" fmla="*/ 1256594 w 1278057"/>
                <a:gd name="connsiteY3" fmla="*/ 88902 h 2545617"/>
                <a:gd name="connsiteX4" fmla="*/ 497771 w 1278057"/>
                <a:gd name="connsiteY4" fmla="*/ 2543175 h 2545617"/>
                <a:gd name="connsiteX5" fmla="*/ 8819 w 1278057"/>
                <a:gd name="connsiteY5" fmla="*/ 2320923 h 2545617"/>
                <a:gd name="connsiteX6" fmla="*/ 723194 w 1278057"/>
                <a:gd name="connsiteY6" fmla="*/ 88902 h 2545617"/>
                <a:gd name="connsiteX0" fmla="*/ 723194 w 1278057"/>
                <a:gd name="connsiteY0" fmla="*/ 88902 h 2568963"/>
                <a:gd name="connsiteX1" fmla="*/ 812096 w 1278057"/>
                <a:gd name="connsiteY1" fmla="*/ 0 h 2568963"/>
                <a:gd name="connsiteX2" fmla="*/ 1167692 w 1278057"/>
                <a:gd name="connsiteY2" fmla="*/ 0 h 2568963"/>
                <a:gd name="connsiteX3" fmla="*/ 1256594 w 1278057"/>
                <a:gd name="connsiteY3" fmla="*/ 88902 h 2568963"/>
                <a:gd name="connsiteX4" fmla="*/ 497771 w 1278057"/>
                <a:gd name="connsiteY4" fmla="*/ 2543175 h 2568963"/>
                <a:gd name="connsiteX5" fmla="*/ 8819 w 1278057"/>
                <a:gd name="connsiteY5" fmla="*/ 2320923 h 2568963"/>
                <a:gd name="connsiteX6" fmla="*/ 723194 w 1278057"/>
                <a:gd name="connsiteY6" fmla="*/ 88902 h 256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8057" h="2568963">
                  <a:moveTo>
                    <a:pt x="723194" y="88902"/>
                  </a:moveTo>
                  <a:cubicBezTo>
                    <a:pt x="723194" y="39803"/>
                    <a:pt x="762997" y="0"/>
                    <a:pt x="812096" y="0"/>
                  </a:cubicBezTo>
                  <a:lnTo>
                    <a:pt x="1167692" y="0"/>
                  </a:lnTo>
                  <a:cubicBezTo>
                    <a:pt x="1216791" y="0"/>
                    <a:pt x="1256594" y="39803"/>
                    <a:pt x="1256594" y="88902"/>
                  </a:cubicBezTo>
                  <a:cubicBezTo>
                    <a:pt x="1270353" y="592668"/>
                    <a:pt x="1446037" y="2191809"/>
                    <a:pt x="497771" y="2543175"/>
                  </a:cubicBezTo>
                  <a:cubicBezTo>
                    <a:pt x="448672" y="2543175"/>
                    <a:pt x="79603" y="2680614"/>
                    <a:pt x="8819" y="2320923"/>
                  </a:cubicBezTo>
                  <a:cubicBezTo>
                    <a:pt x="-105481" y="1621366"/>
                    <a:pt x="932744" y="1464734"/>
                    <a:pt x="723194" y="88902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20000"/>
                    <a:lumOff val="80000"/>
                  </a:srgbClr>
                </a:gs>
              </a:gsLst>
              <a:lin ang="10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: Rounded Corners 5">
              <a:extLst>
                <a:ext uri="{FF2B5EF4-FFF2-40B4-BE49-F238E27FC236}">
                  <a16:creationId xmlns:a16="http://schemas.microsoft.com/office/drawing/2014/main" id="{3C072936-6D7F-FAA3-5662-208296A7E0B8}"/>
                </a:ext>
              </a:extLst>
            </p:cNvPr>
            <p:cNvSpPr/>
            <p:nvPr/>
          </p:nvSpPr>
          <p:spPr>
            <a:xfrm flipH="1">
              <a:off x="1886806" y="1905036"/>
              <a:ext cx="714300" cy="1435780"/>
            </a:xfrm>
            <a:custGeom>
              <a:avLst/>
              <a:gdLst>
                <a:gd name="connsiteX0" fmla="*/ 0 w 533400"/>
                <a:gd name="connsiteY0" fmla="*/ 88902 h 1733550"/>
                <a:gd name="connsiteX1" fmla="*/ 88902 w 533400"/>
                <a:gd name="connsiteY1" fmla="*/ 0 h 1733550"/>
                <a:gd name="connsiteX2" fmla="*/ 444498 w 533400"/>
                <a:gd name="connsiteY2" fmla="*/ 0 h 1733550"/>
                <a:gd name="connsiteX3" fmla="*/ 533400 w 533400"/>
                <a:gd name="connsiteY3" fmla="*/ 88902 h 1733550"/>
                <a:gd name="connsiteX4" fmla="*/ 533400 w 533400"/>
                <a:gd name="connsiteY4" fmla="*/ 1644648 h 1733550"/>
                <a:gd name="connsiteX5" fmla="*/ 444498 w 533400"/>
                <a:gd name="connsiteY5" fmla="*/ 1733550 h 1733550"/>
                <a:gd name="connsiteX6" fmla="*/ 88902 w 533400"/>
                <a:gd name="connsiteY6" fmla="*/ 1733550 h 1733550"/>
                <a:gd name="connsiteX7" fmla="*/ 0 w 533400"/>
                <a:gd name="connsiteY7" fmla="*/ 1644648 h 1733550"/>
                <a:gd name="connsiteX8" fmla="*/ 0 w 533400"/>
                <a:gd name="connsiteY8" fmla="*/ 88902 h 1733550"/>
                <a:gd name="connsiteX0" fmla="*/ 714375 w 1247775"/>
                <a:gd name="connsiteY0" fmla="*/ 88902 h 2323624"/>
                <a:gd name="connsiteX1" fmla="*/ 803277 w 1247775"/>
                <a:gd name="connsiteY1" fmla="*/ 0 h 2323624"/>
                <a:gd name="connsiteX2" fmla="*/ 1158873 w 1247775"/>
                <a:gd name="connsiteY2" fmla="*/ 0 h 2323624"/>
                <a:gd name="connsiteX3" fmla="*/ 1247775 w 1247775"/>
                <a:gd name="connsiteY3" fmla="*/ 88902 h 2323624"/>
                <a:gd name="connsiteX4" fmla="*/ 1247775 w 1247775"/>
                <a:gd name="connsiteY4" fmla="*/ 1644648 h 2323624"/>
                <a:gd name="connsiteX5" fmla="*/ 1158873 w 1247775"/>
                <a:gd name="connsiteY5" fmla="*/ 1733550 h 2323624"/>
                <a:gd name="connsiteX6" fmla="*/ 803277 w 1247775"/>
                <a:gd name="connsiteY6" fmla="*/ 1733550 h 2323624"/>
                <a:gd name="connsiteX7" fmla="*/ 0 w 1247775"/>
                <a:gd name="connsiteY7" fmla="*/ 2320923 h 2323624"/>
                <a:gd name="connsiteX8" fmla="*/ 714375 w 1247775"/>
                <a:gd name="connsiteY8" fmla="*/ 88902 h 2323624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1158873 w 1247775"/>
                <a:gd name="connsiteY5" fmla="*/ 1733550 h 2543175"/>
                <a:gd name="connsiteX6" fmla="*/ 488952 w 1247775"/>
                <a:gd name="connsiteY6" fmla="*/ 2543175 h 2543175"/>
                <a:gd name="connsiteX7" fmla="*/ 0 w 1247775"/>
                <a:gd name="connsiteY7" fmla="*/ 2320923 h 2543175"/>
                <a:gd name="connsiteX8" fmla="*/ 714375 w 1247775"/>
                <a:gd name="connsiteY8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488952 w 1247775"/>
                <a:gd name="connsiteY5" fmla="*/ 2543175 h 2543175"/>
                <a:gd name="connsiteX6" fmla="*/ 0 w 1247775"/>
                <a:gd name="connsiteY6" fmla="*/ 2320923 h 2543175"/>
                <a:gd name="connsiteX7" fmla="*/ 714375 w 1247775"/>
                <a:gd name="connsiteY7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9549 w 1274412"/>
                <a:gd name="connsiteY0" fmla="*/ 88902 h 2543175"/>
                <a:gd name="connsiteX1" fmla="*/ 808451 w 1274412"/>
                <a:gd name="connsiteY1" fmla="*/ 0 h 2543175"/>
                <a:gd name="connsiteX2" fmla="*/ 1164047 w 1274412"/>
                <a:gd name="connsiteY2" fmla="*/ 0 h 2543175"/>
                <a:gd name="connsiteX3" fmla="*/ 1252949 w 1274412"/>
                <a:gd name="connsiteY3" fmla="*/ 88902 h 2543175"/>
                <a:gd name="connsiteX4" fmla="*/ 494126 w 1274412"/>
                <a:gd name="connsiteY4" fmla="*/ 2543175 h 2543175"/>
                <a:gd name="connsiteX5" fmla="*/ 5174 w 1274412"/>
                <a:gd name="connsiteY5" fmla="*/ 2320923 h 2543175"/>
                <a:gd name="connsiteX6" fmla="*/ 719549 w 1274412"/>
                <a:gd name="connsiteY6" fmla="*/ 88902 h 2543175"/>
                <a:gd name="connsiteX0" fmla="*/ 718529 w 1273392"/>
                <a:gd name="connsiteY0" fmla="*/ 88902 h 2543175"/>
                <a:gd name="connsiteX1" fmla="*/ 807431 w 1273392"/>
                <a:gd name="connsiteY1" fmla="*/ 0 h 2543175"/>
                <a:gd name="connsiteX2" fmla="*/ 1163027 w 1273392"/>
                <a:gd name="connsiteY2" fmla="*/ 0 h 2543175"/>
                <a:gd name="connsiteX3" fmla="*/ 1251929 w 1273392"/>
                <a:gd name="connsiteY3" fmla="*/ 88902 h 2543175"/>
                <a:gd name="connsiteX4" fmla="*/ 493106 w 1273392"/>
                <a:gd name="connsiteY4" fmla="*/ 2543175 h 2543175"/>
                <a:gd name="connsiteX5" fmla="*/ 4154 w 1273392"/>
                <a:gd name="connsiteY5" fmla="*/ 2320923 h 2543175"/>
                <a:gd name="connsiteX6" fmla="*/ 718529 w 1273392"/>
                <a:gd name="connsiteY6" fmla="*/ 88902 h 2543175"/>
                <a:gd name="connsiteX0" fmla="*/ 723194 w 1278057"/>
                <a:gd name="connsiteY0" fmla="*/ 88902 h 2543175"/>
                <a:gd name="connsiteX1" fmla="*/ 812096 w 1278057"/>
                <a:gd name="connsiteY1" fmla="*/ 0 h 2543175"/>
                <a:gd name="connsiteX2" fmla="*/ 1167692 w 1278057"/>
                <a:gd name="connsiteY2" fmla="*/ 0 h 2543175"/>
                <a:gd name="connsiteX3" fmla="*/ 1256594 w 1278057"/>
                <a:gd name="connsiteY3" fmla="*/ 88902 h 2543175"/>
                <a:gd name="connsiteX4" fmla="*/ 497771 w 1278057"/>
                <a:gd name="connsiteY4" fmla="*/ 2543175 h 2543175"/>
                <a:gd name="connsiteX5" fmla="*/ 8819 w 1278057"/>
                <a:gd name="connsiteY5" fmla="*/ 2320923 h 2543175"/>
                <a:gd name="connsiteX6" fmla="*/ 723194 w 1278057"/>
                <a:gd name="connsiteY6" fmla="*/ 88902 h 2543175"/>
                <a:gd name="connsiteX0" fmla="*/ 723194 w 1278057"/>
                <a:gd name="connsiteY0" fmla="*/ 88902 h 2545617"/>
                <a:gd name="connsiteX1" fmla="*/ 812096 w 1278057"/>
                <a:gd name="connsiteY1" fmla="*/ 0 h 2545617"/>
                <a:gd name="connsiteX2" fmla="*/ 1167692 w 1278057"/>
                <a:gd name="connsiteY2" fmla="*/ 0 h 2545617"/>
                <a:gd name="connsiteX3" fmla="*/ 1256594 w 1278057"/>
                <a:gd name="connsiteY3" fmla="*/ 88902 h 2545617"/>
                <a:gd name="connsiteX4" fmla="*/ 497771 w 1278057"/>
                <a:gd name="connsiteY4" fmla="*/ 2543175 h 2545617"/>
                <a:gd name="connsiteX5" fmla="*/ 8819 w 1278057"/>
                <a:gd name="connsiteY5" fmla="*/ 2320923 h 2545617"/>
                <a:gd name="connsiteX6" fmla="*/ 723194 w 1278057"/>
                <a:gd name="connsiteY6" fmla="*/ 88902 h 2545617"/>
                <a:gd name="connsiteX0" fmla="*/ 723194 w 1278057"/>
                <a:gd name="connsiteY0" fmla="*/ 88902 h 2568963"/>
                <a:gd name="connsiteX1" fmla="*/ 812096 w 1278057"/>
                <a:gd name="connsiteY1" fmla="*/ 0 h 2568963"/>
                <a:gd name="connsiteX2" fmla="*/ 1167692 w 1278057"/>
                <a:gd name="connsiteY2" fmla="*/ 0 h 2568963"/>
                <a:gd name="connsiteX3" fmla="*/ 1256594 w 1278057"/>
                <a:gd name="connsiteY3" fmla="*/ 88902 h 2568963"/>
                <a:gd name="connsiteX4" fmla="*/ 497771 w 1278057"/>
                <a:gd name="connsiteY4" fmla="*/ 2543175 h 2568963"/>
                <a:gd name="connsiteX5" fmla="*/ 8819 w 1278057"/>
                <a:gd name="connsiteY5" fmla="*/ 2320923 h 2568963"/>
                <a:gd name="connsiteX6" fmla="*/ 723194 w 1278057"/>
                <a:gd name="connsiteY6" fmla="*/ 88902 h 256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8057" h="2568963">
                  <a:moveTo>
                    <a:pt x="723194" y="88902"/>
                  </a:moveTo>
                  <a:cubicBezTo>
                    <a:pt x="723194" y="39803"/>
                    <a:pt x="762997" y="0"/>
                    <a:pt x="812096" y="0"/>
                  </a:cubicBezTo>
                  <a:lnTo>
                    <a:pt x="1167692" y="0"/>
                  </a:lnTo>
                  <a:cubicBezTo>
                    <a:pt x="1216791" y="0"/>
                    <a:pt x="1256594" y="39803"/>
                    <a:pt x="1256594" y="88902"/>
                  </a:cubicBezTo>
                  <a:cubicBezTo>
                    <a:pt x="1270353" y="592668"/>
                    <a:pt x="1446037" y="2191809"/>
                    <a:pt x="497771" y="2543175"/>
                  </a:cubicBezTo>
                  <a:cubicBezTo>
                    <a:pt x="448672" y="2543175"/>
                    <a:pt x="79603" y="2680614"/>
                    <a:pt x="8819" y="2320923"/>
                  </a:cubicBezTo>
                  <a:cubicBezTo>
                    <a:pt x="-105481" y="1621366"/>
                    <a:pt x="932744" y="1464734"/>
                    <a:pt x="723194" y="88902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20000"/>
                    <a:lumOff val="80000"/>
                  </a:srgbClr>
                </a:gs>
              </a:gsLst>
              <a:lin ang="10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3">
              <a:extLst>
                <a:ext uri="{FF2B5EF4-FFF2-40B4-BE49-F238E27FC236}">
                  <a16:creationId xmlns:a16="http://schemas.microsoft.com/office/drawing/2014/main" id="{980B19DF-F724-BC10-DED1-FEEE1F92521A}"/>
                </a:ext>
              </a:extLst>
            </p:cNvPr>
            <p:cNvSpPr/>
            <p:nvPr/>
          </p:nvSpPr>
          <p:spPr>
            <a:xfrm rot="5400000">
              <a:off x="1060391" y="593998"/>
              <a:ext cx="764305" cy="2150643"/>
            </a:xfrm>
            <a:custGeom>
              <a:avLst/>
              <a:gdLst>
                <a:gd name="connsiteX0" fmla="*/ 0 w 1139684"/>
                <a:gd name="connsiteY0" fmla="*/ 1853128 h 3706256"/>
                <a:gd name="connsiteX1" fmla="*/ 569842 w 1139684"/>
                <a:gd name="connsiteY1" fmla="*/ 0 h 3706256"/>
                <a:gd name="connsiteX2" fmla="*/ 1139684 w 1139684"/>
                <a:gd name="connsiteY2" fmla="*/ 1853128 h 3706256"/>
                <a:gd name="connsiteX3" fmla="*/ 569842 w 1139684"/>
                <a:gd name="connsiteY3" fmla="*/ 3706256 h 3706256"/>
                <a:gd name="connsiteX4" fmla="*/ 0 w 1139684"/>
                <a:gd name="connsiteY4" fmla="*/ 1853128 h 3706256"/>
                <a:gd name="connsiteX0" fmla="*/ 0 w 1148393"/>
                <a:gd name="connsiteY0" fmla="*/ 1853128 h 3868995"/>
                <a:gd name="connsiteX1" fmla="*/ 569842 w 1148393"/>
                <a:gd name="connsiteY1" fmla="*/ 0 h 3868995"/>
                <a:gd name="connsiteX2" fmla="*/ 1139684 w 1148393"/>
                <a:gd name="connsiteY2" fmla="*/ 1853128 h 3868995"/>
                <a:gd name="connsiteX3" fmla="*/ 971132 w 1148393"/>
                <a:gd name="connsiteY3" fmla="*/ 3565556 h 3868995"/>
                <a:gd name="connsiteX4" fmla="*/ 569842 w 1148393"/>
                <a:gd name="connsiteY4" fmla="*/ 3706256 h 3868995"/>
                <a:gd name="connsiteX5" fmla="*/ 0 w 1148393"/>
                <a:gd name="connsiteY5" fmla="*/ 1853128 h 3868995"/>
                <a:gd name="connsiteX0" fmla="*/ 617 w 1149010"/>
                <a:gd name="connsiteY0" fmla="*/ 1853128 h 3868995"/>
                <a:gd name="connsiteX1" fmla="*/ 570459 w 1149010"/>
                <a:gd name="connsiteY1" fmla="*/ 0 h 3868995"/>
                <a:gd name="connsiteX2" fmla="*/ 1140301 w 1149010"/>
                <a:gd name="connsiteY2" fmla="*/ 1853128 h 3868995"/>
                <a:gd name="connsiteX3" fmla="*/ 971749 w 1149010"/>
                <a:gd name="connsiteY3" fmla="*/ 3565556 h 3868995"/>
                <a:gd name="connsiteX4" fmla="*/ 570459 w 1149010"/>
                <a:gd name="connsiteY4" fmla="*/ 3706256 h 3868995"/>
                <a:gd name="connsiteX5" fmla="*/ 617 w 1149010"/>
                <a:gd name="connsiteY5" fmla="*/ 1853128 h 3868995"/>
                <a:gd name="connsiteX0" fmla="*/ 425 w 1386941"/>
                <a:gd name="connsiteY0" fmla="*/ 1919875 h 3864252"/>
                <a:gd name="connsiteX1" fmla="*/ 808390 w 1386941"/>
                <a:gd name="connsiteY1" fmla="*/ 72 h 3864252"/>
                <a:gd name="connsiteX2" fmla="*/ 1378232 w 1386941"/>
                <a:gd name="connsiteY2" fmla="*/ 1853200 h 3864252"/>
                <a:gd name="connsiteX3" fmla="*/ 1209680 w 1386941"/>
                <a:gd name="connsiteY3" fmla="*/ 3565628 h 3864252"/>
                <a:gd name="connsiteX4" fmla="*/ 808390 w 1386941"/>
                <a:gd name="connsiteY4" fmla="*/ 3706328 h 3864252"/>
                <a:gd name="connsiteX5" fmla="*/ 425 w 1386941"/>
                <a:gd name="connsiteY5" fmla="*/ 1919875 h 3864252"/>
                <a:gd name="connsiteX0" fmla="*/ 474 w 1386990"/>
                <a:gd name="connsiteY0" fmla="*/ 1919875 h 3823406"/>
                <a:gd name="connsiteX1" fmla="*/ 808439 w 1386990"/>
                <a:gd name="connsiteY1" fmla="*/ 72 h 3823406"/>
                <a:gd name="connsiteX2" fmla="*/ 1378281 w 1386990"/>
                <a:gd name="connsiteY2" fmla="*/ 1853200 h 3823406"/>
                <a:gd name="connsiteX3" fmla="*/ 1209729 w 1386990"/>
                <a:gd name="connsiteY3" fmla="*/ 3565628 h 3823406"/>
                <a:gd name="connsiteX4" fmla="*/ 808439 w 1386990"/>
                <a:gd name="connsiteY4" fmla="*/ 3706328 h 3823406"/>
                <a:gd name="connsiteX5" fmla="*/ 474 w 1386990"/>
                <a:gd name="connsiteY5" fmla="*/ 1919875 h 3823406"/>
                <a:gd name="connsiteX0" fmla="*/ 474 w 1386990"/>
                <a:gd name="connsiteY0" fmla="*/ 1919875 h 3784545"/>
                <a:gd name="connsiteX1" fmla="*/ 808439 w 1386990"/>
                <a:gd name="connsiteY1" fmla="*/ 72 h 3784545"/>
                <a:gd name="connsiteX2" fmla="*/ 1378281 w 1386990"/>
                <a:gd name="connsiteY2" fmla="*/ 1853200 h 3784545"/>
                <a:gd name="connsiteX3" fmla="*/ 1209729 w 1386990"/>
                <a:gd name="connsiteY3" fmla="*/ 3565628 h 3784545"/>
                <a:gd name="connsiteX4" fmla="*/ 808439 w 1386990"/>
                <a:gd name="connsiteY4" fmla="*/ 3706328 h 3784545"/>
                <a:gd name="connsiteX5" fmla="*/ 474 w 1386990"/>
                <a:gd name="connsiteY5" fmla="*/ 1919875 h 3784545"/>
                <a:gd name="connsiteX0" fmla="*/ 474 w 1393437"/>
                <a:gd name="connsiteY0" fmla="*/ 1919874 h 3784544"/>
                <a:gd name="connsiteX1" fmla="*/ 808439 w 1393437"/>
                <a:gd name="connsiteY1" fmla="*/ 71 h 3784544"/>
                <a:gd name="connsiteX2" fmla="*/ 1378281 w 1393437"/>
                <a:gd name="connsiteY2" fmla="*/ 1853199 h 3784544"/>
                <a:gd name="connsiteX3" fmla="*/ 1190684 w 1393437"/>
                <a:gd name="connsiteY3" fmla="*/ 3337028 h 3784544"/>
                <a:gd name="connsiteX4" fmla="*/ 1209729 w 1393437"/>
                <a:gd name="connsiteY4" fmla="*/ 3565627 h 3784544"/>
                <a:gd name="connsiteX5" fmla="*/ 808439 w 1393437"/>
                <a:gd name="connsiteY5" fmla="*/ 3706327 h 3784544"/>
                <a:gd name="connsiteX6" fmla="*/ 474 w 1393437"/>
                <a:gd name="connsiteY6" fmla="*/ 1919874 h 3784544"/>
                <a:gd name="connsiteX0" fmla="*/ 474 w 1395647"/>
                <a:gd name="connsiteY0" fmla="*/ 1919870 h 3784540"/>
                <a:gd name="connsiteX1" fmla="*/ 808439 w 1395647"/>
                <a:gd name="connsiteY1" fmla="*/ 67 h 3784540"/>
                <a:gd name="connsiteX2" fmla="*/ 1378281 w 1395647"/>
                <a:gd name="connsiteY2" fmla="*/ 1853195 h 3784540"/>
                <a:gd name="connsiteX3" fmla="*/ 1200208 w 1395647"/>
                <a:gd name="connsiteY3" fmla="*/ 2879823 h 3784540"/>
                <a:gd name="connsiteX4" fmla="*/ 1190684 w 1395647"/>
                <a:gd name="connsiteY4" fmla="*/ 3337024 h 3784540"/>
                <a:gd name="connsiteX5" fmla="*/ 1209729 w 1395647"/>
                <a:gd name="connsiteY5" fmla="*/ 3565623 h 3784540"/>
                <a:gd name="connsiteX6" fmla="*/ 808439 w 1395647"/>
                <a:gd name="connsiteY6" fmla="*/ 3706323 h 3784540"/>
                <a:gd name="connsiteX7" fmla="*/ 474 w 1395647"/>
                <a:gd name="connsiteY7" fmla="*/ 1919870 h 3784540"/>
                <a:gd name="connsiteX0" fmla="*/ 474 w 1403388"/>
                <a:gd name="connsiteY0" fmla="*/ 1919866 h 3784536"/>
                <a:gd name="connsiteX1" fmla="*/ 808439 w 1403388"/>
                <a:gd name="connsiteY1" fmla="*/ 63 h 3784536"/>
                <a:gd name="connsiteX2" fmla="*/ 1378281 w 1403388"/>
                <a:gd name="connsiteY2" fmla="*/ 1853191 h 3784536"/>
                <a:gd name="connsiteX3" fmla="*/ 1257358 w 1403388"/>
                <a:gd name="connsiteY3" fmla="*/ 2384519 h 3784536"/>
                <a:gd name="connsiteX4" fmla="*/ 1200208 w 1403388"/>
                <a:gd name="connsiteY4" fmla="*/ 2879819 h 3784536"/>
                <a:gd name="connsiteX5" fmla="*/ 1190684 w 1403388"/>
                <a:gd name="connsiteY5" fmla="*/ 3337020 h 3784536"/>
                <a:gd name="connsiteX6" fmla="*/ 1209729 w 1403388"/>
                <a:gd name="connsiteY6" fmla="*/ 3565619 h 3784536"/>
                <a:gd name="connsiteX7" fmla="*/ 808439 w 1403388"/>
                <a:gd name="connsiteY7" fmla="*/ 3706319 h 3784536"/>
                <a:gd name="connsiteX8" fmla="*/ 474 w 1403388"/>
                <a:gd name="connsiteY8" fmla="*/ 1919866 h 3784536"/>
                <a:gd name="connsiteX0" fmla="*/ 474 w 1303204"/>
                <a:gd name="connsiteY0" fmla="*/ 1919866 h 3784536"/>
                <a:gd name="connsiteX1" fmla="*/ 808439 w 1303204"/>
                <a:gd name="connsiteY1" fmla="*/ 63 h 3784536"/>
                <a:gd name="connsiteX2" fmla="*/ 1254456 w 1303204"/>
                <a:gd name="connsiteY2" fmla="*/ 1853191 h 3784536"/>
                <a:gd name="connsiteX3" fmla="*/ 1257358 w 1303204"/>
                <a:gd name="connsiteY3" fmla="*/ 2384519 h 3784536"/>
                <a:gd name="connsiteX4" fmla="*/ 1200208 w 1303204"/>
                <a:gd name="connsiteY4" fmla="*/ 2879819 h 3784536"/>
                <a:gd name="connsiteX5" fmla="*/ 1190684 w 1303204"/>
                <a:gd name="connsiteY5" fmla="*/ 3337020 h 3784536"/>
                <a:gd name="connsiteX6" fmla="*/ 1209729 w 1303204"/>
                <a:gd name="connsiteY6" fmla="*/ 3565619 h 3784536"/>
                <a:gd name="connsiteX7" fmla="*/ 808439 w 1303204"/>
                <a:gd name="connsiteY7" fmla="*/ 3706319 h 3784536"/>
                <a:gd name="connsiteX8" fmla="*/ 474 w 1303204"/>
                <a:gd name="connsiteY8" fmla="*/ 1919866 h 3784536"/>
                <a:gd name="connsiteX0" fmla="*/ 474 w 1286237"/>
                <a:gd name="connsiteY0" fmla="*/ 1925733 h 3790403"/>
                <a:gd name="connsiteX1" fmla="*/ 808439 w 1286237"/>
                <a:gd name="connsiteY1" fmla="*/ 5930 h 3790403"/>
                <a:gd name="connsiteX2" fmla="*/ 1257354 w 1286237"/>
                <a:gd name="connsiteY2" fmla="*/ 1342636 h 3790403"/>
                <a:gd name="connsiteX3" fmla="*/ 1254456 w 1286237"/>
                <a:gd name="connsiteY3" fmla="*/ 1859058 h 3790403"/>
                <a:gd name="connsiteX4" fmla="*/ 1257358 w 1286237"/>
                <a:gd name="connsiteY4" fmla="*/ 2390386 h 3790403"/>
                <a:gd name="connsiteX5" fmla="*/ 1200208 w 1286237"/>
                <a:gd name="connsiteY5" fmla="*/ 2885686 h 3790403"/>
                <a:gd name="connsiteX6" fmla="*/ 1190684 w 1286237"/>
                <a:gd name="connsiteY6" fmla="*/ 3342887 h 3790403"/>
                <a:gd name="connsiteX7" fmla="*/ 1209729 w 1286237"/>
                <a:gd name="connsiteY7" fmla="*/ 3571486 h 3790403"/>
                <a:gd name="connsiteX8" fmla="*/ 808439 w 1286237"/>
                <a:gd name="connsiteY8" fmla="*/ 3712186 h 3790403"/>
                <a:gd name="connsiteX9" fmla="*/ 474 w 1286237"/>
                <a:gd name="connsiteY9" fmla="*/ 1925733 h 3790403"/>
                <a:gd name="connsiteX0" fmla="*/ 474 w 1274198"/>
                <a:gd name="connsiteY0" fmla="*/ 1946591 h 3811261"/>
                <a:gd name="connsiteX1" fmla="*/ 808439 w 1274198"/>
                <a:gd name="connsiteY1" fmla="*/ 26788 h 3811261"/>
                <a:gd name="connsiteX2" fmla="*/ 1209730 w 1274198"/>
                <a:gd name="connsiteY2" fmla="*/ 858669 h 3811261"/>
                <a:gd name="connsiteX3" fmla="*/ 1257354 w 1274198"/>
                <a:gd name="connsiteY3" fmla="*/ 1363494 h 3811261"/>
                <a:gd name="connsiteX4" fmla="*/ 1254456 w 1274198"/>
                <a:gd name="connsiteY4" fmla="*/ 1879916 h 3811261"/>
                <a:gd name="connsiteX5" fmla="*/ 1257358 w 1274198"/>
                <a:gd name="connsiteY5" fmla="*/ 2411244 h 3811261"/>
                <a:gd name="connsiteX6" fmla="*/ 1200208 w 1274198"/>
                <a:gd name="connsiteY6" fmla="*/ 2906544 h 3811261"/>
                <a:gd name="connsiteX7" fmla="*/ 1190684 w 1274198"/>
                <a:gd name="connsiteY7" fmla="*/ 3363745 h 3811261"/>
                <a:gd name="connsiteX8" fmla="*/ 1209729 w 1274198"/>
                <a:gd name="connsiteY8" fmla="*/ 3592344 h 3811261"/>
                <a:gd name="connsiteX9" fmla="*/ 808439 w 1274198"/>
                <a:gd name="connsiteY9" fmla="*/ 3733044 h 3811261"/>
                <a:gd name="connsiteX10" fmla="*/ 474 w 1274198"/>
                <a:gd name="connsiteY10" fmla="*/ 1946591 h 3811261"/>
                <a:gd name="connsiteX0" fmla="*/ 474 w 1274198"/>
                <a:gd name="connsiteY0" fmla="*/ 1993036 h 3857706"/>
                <a:gd name="connsiteX1" fmla="*/ 808439 w 1274198"/>
                <a:gd name="connsiteY1" fmla="*/ 73233 h 3857706"/>
                <a:gd name="connsiteX2" fmla="*/ 1152584 w 1274198"/>
                <a:gd name="connsiteY2" fmla="*/ 447915 h 3857706"/>
                <a:gd name="connsiteX3" fmla="*/ 1209730 w 1274198"/>
                <a:gd name="connsiteY3" fmla="*/ 905114 h 3857706"/>
                <a:gd name="connsiteX4" fmla="*/ 1257354 w 1274198"/>
                <a:gd name="connsiteY4" fmla="*/ 1409939 h 3857706"/>
                <a:gd name="connsiteX5" fmla="*/ 1254456 w 1274198"/>
                <a:gd name="connsiteY5" fmla="*/ 1926361 h 3857706"/>
                <a:gd name="connsiteX6" fmla="*/ 1257358 w 1274198"/>
                <a:gd name="connsiteY6" fmla="*/ 2457689 h 3857706"/>
                <a:gd name="connsiteX7" fmla="*/ 1200208 w 1274198"/>
                <a:gd name="connsiteY7" fmla="*/ 2952989 h 3857706"/>
                <a:gd name="connsiteX8" fmla="*/ 1190684 w 1274198"/>
                <a:gd name="connsiteY8" fmla="*/ 3410190 h 3857706"/>
                <a:gd name="connsiteX9" fmla="*/ 1209729 w 1274198"/>
                <a:gd name="connsiteY9" fmla="*/ 3638789 h 3857706"/>
                <a:gd name="connsiteX10" fmla="*/ 808439 w 1274198"/>
                <a:gd name="connsiteY10" fmla="*/ 3779489 h 3857706"/>
                <a:gd name="connsiteX11" fmla="*/ 474 w 1274198"/>
                <a:gd name="connsiteY11" fmla="*/ 1993036 h 3857706"/>
                <a:gd name="connsiteX0" fmla="*/ 474 w 1274198"/>
                <a:gd name="connsiteY0" fmla="*/ 2012173 h 3876843"/>
                <a:gd name="connsiteX1" fmla="*/ 808439 w 1274198"/>
                <a:gd name="connsiteY1" fmla="*/ 92370 h 3876843"/>
                <a:gd name="connsiteX2" fmla="*/ 1152584 w 1274198"/>
                <a:gd name="connsiteY2" fmla="*/ 467052 h 3876843"/>
                <a:gd name="connsiteX3" fmla="*/ 1209730 w 1274198"/>
                <a:gd name="connsiteY3" fmla="*/ 924251 h 3876843"/>
                <a:gd name="connsiteX4" fmla="*/ 1257354 w 1274198"/>
                <a:gd name="connsiteY4" fmla="*/ 1429076 h 3876843"/>
                <a:gd name="connsiteX5" fmla="*/ 1254456 w 1274198"/>
                <a:gd name="connsiteY5" fmla="*/ 1945498 h 3876843"/>
                <a:gd name="connsiteX6" fmla="*/ 1257358 w 1274198"/>
                <a:gd name="connsiteY6" fmla="*/ 2476826 h 3876843"/>
                <a:gd name="connsiteX7" fmla="*/ 1200208 w 1274198"/>
                <a:gd name="connsiteY7" fmla="*/ 2972126 h 3876843"/>
                <a:gd name="connsiteX8" fmla="*/ 1190684 w 1274198"/>
                <a:gd name="connsiteY8" fmla="*/ 3429327 h 3876843"/>
                <a:gd name="connsiteX9" fmla="*/ 1209729 w 1274198"/>
                <a:gd name="connsiteY9" fmla="*/ 3657926 h 3876843"/>
                <a:gd name="connsiteX10" fmla="*/ 808439 w 1274198"/>
                <a:gd name="connsiteY10" fmla="*/ 3798626 h 3876843"/>
                <a:gd name="connsiteX11" fmla="*/ 474 w 1274198"/>
                <a:gd name="connsiteY11" fmla="*/ 2012173 h 3876843"/>
                <a:gd name="connsiteX0" fmla="*/ 474 w 1274198"/>
                <a:gd name="connsiteY0" fmla="*/ 2004138 h 3868808"/>
                <a:gd name="connsiteX1" fmla="*/ 808439 w 1274198"/>
                <a:gd name="connsiteY1" fmla="*/ 84335 h 3868808"/>
                <a:gd name="connsiteX2" fmla="*/ 1152584 w 1274198"/>
                <a:gd name="connsiteY2" fmla="*/ 459017 h 3868808"/>
                <a:gd name="connsiteX3" fmla="*/ 1209730 w 1274198"/>
                <a:gd name="connsiteY3" fmla="*/ 916216 h 3868808"/>
                <a:gd name="connsiteX4" fmla="*/ 1257354 w 1274198"/>
                <a:gd name="connsiteY4" fmla="*/ 1421041 h 3868808"/>
                <a:gd name="connsiteX5" fmla="*/ 1254456 w 1274198"/>
                <a:gd name="connsiteY5" fmla="*/ 1937463 h 3868808"/>
                <a:gd name="connsiteX6" fmla="*/ 1257358 w 1274198"/>
                <a:gd name="connsiteY6" fmla="*/ 2468791 h 3868808"/>
                <a:gd name="connsiteX7" fmla="*/ 1200208 w 1274198"/>
                <a:gd name="connsiteY7" fmla="*/ 2964091 h 3868808"/>
                <a:gd name="connsiteX8" fmla="*/ 1190684 w 1274198"/>
                <a:gd name="connsiteY8" fmla="*/ 3421292 h 3868808"/>
                <a:gd name="connsiteX9" fmla="*/ 1209729 w 1274198"/>
                <a:gd name="connsiteY9" fmla="*/ 3649891 h 3868808"/>
                <a:gd name="connsiteX10" fmla="*/ 808439 w 1274198"/>
                <a:gd name="connsiteY10" fmla="*/ 3790591 h 3868808"/>
                <a:gd name="connsiteX11" fmla="*/ 474 w 1274198"/>
                <a:gd name="connsiteY11" fmla="*/ 2004138 h 3868808"/>
                <a:gd name="connsiteX0" fmla="*/ 474 w 1274198"/>
                <a:gd name="connsiteY0" fmla="*/ 1996152 h 3860822"/>
                <a:gd name="connsiteX1" fmla="*/ 808439 w 1274198"/>
                <a:gd name="connsiteY1" fmla="*/ 76349 h 3860822"/>
                <a:gd name="connsiteX2" fmla="*/ 1152584 w 1274198"/>
                <a:gd name="connsiteY2" fmla="*/ 451031 h 3860822"/>
                <a:gd name="connsiteX3" fmla="*/ 1209730 w 1274198"/>
                <a:gd name="connsiteY3" fmla="*/ 908230 h 3860822"/>
                <a:gd name="connsiteX4" fmla="*/ 1257354 w 1274198"/>
                <a:gd name="connsiteY4" fmla="*/ 1413055 h 3860822"/>
                <a:gd name="connsiteX5" fmla="*/ 1254456 w 1274198"/>
                <a:gd name="connsiteY5" fmla="*/ 1929477 h 3860822"/>
                <a:gd name="connsiteX6" fmla="*/ 1257358 w 1274198"/>
                <a:gd name="connsiteY6" fmla="*/ 2460805 h 3860822"/>
                <a:gd name="connsiteX7" fmla="*/ 1200208 w 1274198"/>
                <a:gd name="connsiteY7" fmla="*/ 2956105 h 3860822"/>
                <a:gd name="connsiteX8" fmla="*/ 1190684 w 1274198"/>
                <a:gd name="connsiteY8" fmla="*/ 3413306 h 3860822"/>
                <a:gd name="connsiteX9" fmla="*/ 1209729 w 1274198"/>
                <a:gd name="connsiteY9" fmla="*/ 3641905 h 3860822"/>
                <a:gd name="connsiteX10" fmla="*/ 808439 w 1274198"/>
                <a:gd name="connsiteY10" fmla="*/ 3782605 h 3860822"/>
                <a:gd name="connsiteX11" fmla="*/ 474 w 1274198"/>
                <a:gd name="connsiteY11" fmla="*/ 1996152 h 3860822"/>
                <a:gd name="connsiteX0" fmla="*/ 474 w 1274198"/>
                <a:gd name="connsiteY0" fmla="*/ 1996152 h 3860822"/>
                <a:gd name="connsiteX1" fmla="*/ 808439 w 1274198"/>
                <a:gd name="connsiteY1" fmla="*/ 76349 h 3860822"/>
                <a:gd name="connsiteX2" fmla="*/ 1152584 w 1274198"/>
                <a:gd name="connsiteY2" fmla="*/ 451031 h 3860822"/>
                <a:gd name="connsiteX3" fmla="*/ 1209730 w 1274198"/>
                <a:gd name="connsiteY3" fmla="*/ 908230 h 3860822"/>
                <a:gd name="connsiteX4" fmla="*/ 1257354 w 1274198"/>
                <a:gd name="connsiteY4" fmla="*/ 1413055 h 3860822"/>
                <a:gd name="connsiteX5" fmla="*/ 1254456 w 1274198"/>
                <a:gd name="connsiteY5" fmla="*/ 1929477 h 3860822"/>
                <a:gd name="connsiteX6" fmla="*/ 1257358 w 1274198"/>
                <a:gd name="connsiteY6" fmla="*/ 2460805 h 3860822"/>
                <a:gd name="connsiteX7" fmla="*/ 1200208 w 1274198"/>
                <a:gd name="connsiteY7" fmla="*/ 2956105 h 3860822"/>
                <a:gd name="connsiteX8" fmla="*/ 1190684 w 1274198"/>
                <a:gd name="connsiteY8" fmla="*/ 3413306 h 3860822"/>
                <a:gd name="connsiteX9" fmla="*/ 1209729 w 1274198"/>
                <a:gd name="connsiteY9" fmla="*/ 3641905 h 3860822"/>
                <a:gd name="connsiteX10" fmla="*/ 808439 w 1274198"/>
                <a:gd name="connsiteY10" fmla="*/ 3782605 h 3860822"/>
                <a:gd name="connsiteX11" fmla="*/ 474 w 1274198"/>
                <a:gd name="connsiteY11" fmla="*/ 1996152 h 3860822"/>
                <a:gd name="connsiteX0" fmla="*/ 474 w 1315765"/>
                <a:gd name="connsiteY0" fmla="*/ 1996152 h 3860822"/>
                <a:gd name="connsiteX1" fmla="*/ 808439 w 1315765"/>
                <a:gd name="connsiteY1" fmla="*/ 76349 h 3860822"/>
                <a:gd name="connsiteX2" fmla="*/ 1152584 w 1315765"/>
                <a:gd name="connsiteY2" fmla="*/ 451031 h 3860822"/>
                <a:gd name="connsiteX3" fmla="*/ 1209730 w 1315765"/>
                <a:gd name="connsiteY3" fmla="*/ 908230 h 3860822"/>
                <a:gd name="connsiteX4" fmla="*/ 1257354 w 1315765"/>
                <a:gd name="connsiteY4" fmla="*/ 1413055 h 3860822"/>
                <a:gd name="connsiteX5" fmla="*/ 1254456 w 1315765"/>
                <a:gd name="connsiteY5" fmla="*/ 1929477 h 3860822"/>
                <a:gd name="connsiteX6" fmla="*/ 1257358 w 1315765"/>
                <a:gd name="connsiteY6" fmla="*/ 2460805 h 3860822"/>
                <a:gd name="connsiteX7" fmla="*/ 1200208 w 1315765"/>
                <a:gd name="connsiteY7" fmla="*/ 2956105 h 3860822"/>
                <a:gd name="connsiteX8" fmla="*/ 1190684 w 1315765"/>
                <a:gd name="connsiteY8" fmla="*/ 3413306 h 3860822"/>
                <a:gd name="connsiteX9" fmla="*/ 1209729 w 1315765"/>
                <a:gd name="connsiteY9" fmla="*/ 3641905 h 3860822"/>
                <a:gd name="connsiteX10" fmla="*/ 808439 w 1315765"/>
                <a:gd name="connsiteY10" fmla="*/ 3782605 h 3860822"/>
                <a:gd name="connsiteX11" fmla="*/ 474 w 1315765"/>
                <a:gd name="connsiteY11" fmla="*/ 1996152 h 3860822"/>
                <a:gd name="connsiteX0" fmla="*/ 474 w 1363430"/>
                <a:gd name="connsiteY0" fmla="*/ 1996152 h 3860822"/>
                <a:gd name="connsiteX1" fmla="*/ 808439 w 1363430"/>
                <a:gd name="connsiteY1" fmla="*/ 76349 h 3860822"/>
                <a:gd name="connsiteX2" fmla="*/ 1152584 w 1363430"/>
                <a:gd name="connsiteY2" fmla="*/ 451031 h 3860822"/>
                <a:gd name="connsiteX3" fmla="*/ 1209730 w 1363430"/>
                <a:gd name="connsiteY3" fmla="*/ 908230 h 3860822"/>
                <a:gd name="connsiteX4" fmla="*/ 1257354 w 1363430"/>
                <a:gd name="connsiteY4" fmla="*/ 1413055 h 3860822"/>
                <a:gd name="connsiteX5" fmla="*/ 1254456 w 1363430"/>
                <a:gd name="connsiteY5" fmla="*/ 1929477 h 3860822"/>
                <a:gd name="connsiteX6" fmla="*/ 1257358 w 1363430"/>
                <a:gd name="connsiteY6" fmla="*/ 2460805 h 3860822"/>
                <a:gd name="connsiteX7" fmla="*/ 1200208 w 1363430"/>
                <a:gd name="connsiteY7" fmla="*/ 2956105 h 3860822"/>
                <a:gd name="connsiteX8" fmla="*/ 1190684 w 1363430"/>
                <a:gd name="connsiteY8" fmla="*/ 3413306 h 3860822"/>
                <a:gd name="connsiteX9" fmla="*/ 1209729 w 1363430"/>
                <a:gd name="connsiteY9" fmla="*/ 3641905 h 3860822"/>
                <a:gd name="connsiteX10" fmla="*/ 808439 w 1363430"/>
                <a:gd name="connsiteY10" fmla="*/ 3782605 h 3860822"/>
                <a:gd name="connsiteX11" fmla="*/ 474 w 1363430"/>
                <a:gd name="connsiteY11" fmla="*/ 1996152 h 3860822"/>
                <a:gd name="connsiteX0" fmla="*/ 474 w 1367515"/>
                <a:gd name="connsiteY0" fmla="*/ 1996152 h 3860822"/>
                <a:gd name="connsiteX1" fmla="*/ 808439 w 1367515"/>
                <a:gd name="connsiteY1" fmla="*/ 76349 h 3860822"/>
                <a:gd name="connsiteX2" fmla="*/ 1152584 w 1367515"/>
                <a:gd name="connsiteY2" fmla="*/ 451031 h 3860822"/>
                <a:gd name="connsiteX3" fmla="*/ 1209730 w 1367515"/>
                <a:gd name="connsiteY3" fmla="*/ 908230 h 3860822"/>
                <a:gd name="connsiteX4" fmla="*/ 1257354 w 1367515"/>
                <a:gd name="connsiteY4" fmla="*/ 1413055 h 3860822"/>
                <a:gd name="connsiteX5" fmla="*/ 1254456 w 1367515"/>
                <a:gd name="connsiteY5" fmla="*/ 1929477 h 3860822"/>
                <a:gd name="connsiteX6" fmla="*/ 1257358 w 1367515"/>
                <a:gd name="connsiteY6" fmla="*/ 2460805 h 3860822"/>
                <a:gd name="connsiteX7" fmla="*/ 1200208 w 1367515"/>
                <a:gd name="connsiteY7" fmla="*/ 2956105 h 3860822"/>
                <a:gd name="connsiteX8" fmla="*/ 1190684 w 1367515"/>
                <a:gd name="connsiteY8" fmla="*/ 3413306 h 3860822"/>
                <a:gd name="connsiteX9" fmla="*/ 1209729 w 1367515"/>
                <a:gd name="connsiteY9" fmla="*/ 3641905 h 3860822"/>
                <a:gd name="connsiteX10" fmla="*/ 808439 w 1367515"/>
                <a:gd name="connsiteY10" fmla="*/ 3782605 h 3860822"/>
                <a:gd name="connsiteX11" fmla="*/ 474 w 1367515"/>
                <a:gd name="connsiteY11" fmla="*/ 1996152 h 3860822"/>
                <a:gd name="connsiteX0" fmla="*/ 474 w 1367515"/>
                <a:gd name="connsiteY0" fmla="*/ 1996152 h 3860822"/>
                <a:gd name="connsiteX1" fmla="*/ 808439 w 1367515"/>
                <a:gd name="connsiteY1" fmla="*/ 76349 h 3860822"/>
                <a:gd name="connsiteX2" fmla="*/ 1152584 w 1367515"/>
                <a:gd name="connsiteY2" fmla="*/ 451031 h 3860822"/>
                <a:gd name="connsiteX3" fmla="*/ 1209730 w 1367515"/>
                <a:gd name="connsiteY3" fmla="*/ 908230 h 3860822"/>
                <a:gd name="connsiteX4" fmla="*/ 1257354 w 1367515"/>
                <a:gd name="connsiteY4" fmla="*/ 1413055 h 3860822"/>
                <a:gd name="connsiteX5" fmla="*/ 1254456 w 1367515"/>
                <a:gd name="connsiteY5" fmla="*/ 1929477 h 3860822"/>
                <a:gd name="connsiteX6" fmla="*/ 1257358 w 1367515"/>
                <a:gd name="connsiteY6" fmla="*/ 2460805 h 3860822"/>
                <a:gd name="connsiteX7" fmla="*/ 1200208 w 1367515"/>
                <a:gd name="connsiteY7" fmla="*/ 2956105 h 3860822"/>
                <a:gd name="connsiteX8" fmla="*/ 1190684 w 1367515"/>
                <a:gd name="connsiteY8" fmla="*/ 3413306 h 3860822"/>
                <a:gd name="connsiteX9" fmla="*/ 1209729 w 1367515"/>
                <a:gd name="connsiteY9" fmla="*/ 3641905 h 3860822"/>
                <a:gd name="connsiteX10" fmla="*/ 808439 w 1367515"/>
                <a:gd name="connsiteY10" fmla="*/ 3782605 h 3860822"/>
                <a:gd name="connsiteX11" fmla="*/ 474 w 1367515"/>
                <a:gd name="connsiteY11" fmla="*/ 1996152 h 3860822"/>
                <a:gd name="connsiteX0" fmla="*/ 474 w 1367515"/>
                <a:gd name="connsiteY0" fmla="*/ 1996152 h 3860822"/>
                <a:gd name="connsiteX1" fmla="*/ 808439 w 1367515"/>
                <a:gd name="connsiteY1" fmla="*/ 76349 h 3860822"/>
                <a:gd name="connsiteX2" fmla="*/ 1152584 w 1367515"/>
                <a:gd name="connsiteY2" fmla="*/ 451031 h 3860822"/>
                <a:gd name="connsiteX3" fmla="*/ 1209730 w 1367515"/>
                <a:gd name="connsiteY3" fmla="*/ 908230 h 3860822"/>
                <a:gd name="connsiteX4" fmla="*/ 1257354 w 1367515"/>
                <a:gd name="connsiteY4" fmla="*/ 1413055 h 3860822"/>
                <a:gd name="connsiteX5" fmla="*/ 1254456 w 1367515"/>
                <a:gd name="connsiteY5" fmla="*/ 1929477 h 3860822"/>
                <a:gd name="connsiteX6" fmla="*/ 1257358 w 1367515"/>
                <a:gd name="connsiteY6" fmla="*/ 2460805 h 3860822"/>
                <a:gd name="connsiteX7" fmla="*/ 1200208 w 1367515"/>
                <a:gd name="connsiteY7" fmla="*/ 2956105 h 3860822"/>
                <a:gd name="connsiteX8" fmla="*/ 1190684 w 1367515"/>
                <a:gd name="connsiteY8" fmla="*/ 3413306 h 3860822"/>
                <a:gd name="connsiteX9" fmla="*/ 1209729 w 1367515"/>
                <a:gd name="connsiteY9" fmla="*/ 3641905 h 3860822"/>
                <a:gd name="connsiteX10" fmla="*/ 808439 w 1367515"/>
                <a:gd name="connsiteY10" fmla="*/ 3782605 h 3860822"/>
                <a:gd name="connsiteX11" fmla="*/ 474 w 1367515"/>
                <a:gd name="connsiteY11" fmla="*/ 1996152 h 3860822"/>
                <a:gd name="connsiteX0" fmla="*/ 474 w 1367515"/>
                <a:gd name="connsiteY0" fmla="*/ 1996152 h 3860822"/>
                <a:gd name="connsiteX1" fmla="*/ 808439 w 1367515"/>
                <a:gd name="connsiteY1" fmla="*/ 76349 h 3860822"/>
                <a:gd name="connsiteX2" fmla="*/ 1152584 w 1367515"/>
                <a:gd name="connsiteY2" fmla="*/ 451031 h 3860822"/>
                <a:gd name="connsiteX3" fmla="*/ 1209730 w 1367515"/>
                <a:gd name="connsiteY3" fmla="*/ 908230 h 3860822"/>
                <a:gd name="connsiteX4" fmla="*/ 1257354 w 1367515"/>
                <a:gd name="connsiteY4" fmla="*/ 1413055 h 3860822"/>
                <a:gd name="connsiteX5" fmla="*/ 1254456 w 1367515"/>
                <a:gd name="connsiteY5" fmla="*/ 1929477 h 3860822"/>
                <a:gd name="connsiteX6" fmla="*/ 1257358 w 1367515"/>
                <a:gd name="connsiteY6" fmla="*/ 2460805 h 3860822"/>
                <a:gd name="connsiteX7" fmla="*/ 1200208 w 1367515"/>
                <a:gd name="connsiteY7" fmla="*/ 2956105 h 3860822"/>
                <a:gd name="connsiteX8" fmla="*/ 1190684 w 1367515"/>
                <a:gd name="connsiteY8" fmla="*/ 3413306 h 3860822"/>
                <a:gd name="connsiteX9" fmla="*/ 1209729 w 1367515"/>
                <a:gd name="connsiteY9" fmla="*/ 3641905 h 3860822"/>
                <a:gd name="connsiteX10" fmla="*/ 808439 w 1367515"/>
                <a:gd name="connsiteY10" fmla="*/ 3782605 h 3860822"/>
                <a:gd name="connsiteX11" fmla="*/ 474 w 1367515"/>
                <a:gd name="connsiteY11" fmla="*/ 1996152 h 3860822"/>
                <a:gd name="connsiteX0" fmla="*/ 424 w 1367465"/>
                <a:gd name="connsiteY0" fmla="*/ 1996152 h 3848143"/>
                <a:gd name="connsiteX1" fmla="*/ 808389 w 1367465"/>
                <a:gd name="connsiteY1" fmla="*/ 76349 h 3848143"/>
                <a:gd name="connsiteX2" fmla="*/ 1152534 w 1367465"/>
                <a:gd name="connsiteY2" fmla="*/ 451031 h 3848143"/>
                <a:gd name="connsiteX3" fmla="*/ 1209680 w 1367465"/>
                <a:gd name="connsiteY3" fmla="*/ 908230 h 3848143"/>
                <a:gd name="connsiteX4" fmla="*/ 1257304 w 1367465"/>
                <a:gd name="connsiteY4" fmla="*/ 1413055 h 3848143"/>
                <a:gd name="connsiteX5" fmla="*/ 1254406 w 1367465"/>
                <a:gd name="connsiteY5" fmla="*/ 1929477 h 3848143"/>
                <a:gd name="connsiteX6" fmla="*/ 1257308 w 1367465"/>
                <a:gd name="connsiteY6" fmla="*/ 2460805 h 3848143"/>
                <a:gd name="connsiteX7" fmla="*/ 1200158 w 1367465"/>
                <a:gd name="connsiteY7" fmla="*/ 2956105 h 3848143"/>
                <a:gd name="connsiteX8" fmla="*/ 1190634 w 1367465"/>
                <a:gd name="connsiteY8" fmla="*/ 3413306 h 3848143"/>
                <a:gd name="connsiteX9" fmla="*/ 808389 w 1367465"/>
                <a:gd name="connsiteY9" fmla="*/ 3782605 h 3848143"/>
                <a:gd name="connsiteX10" fmla="*/ 424 w 1367465"/>
                <a:gd name="connsiteY10" fmla="*/ 1996152 h 3848143"/>
                <a:gd name="connsiteX0" fmla="*/ 424 w 1367465"/>
                <a:gd name="connsiteY0" fmla="*/ 1996152 h 3868037"/>
                <a:gd name="connsiteX1" fmla="*/ 808389 w 1367465"/>
                <a:gd name="connsiteY1" fmla="*/ 76349 h 3868037"/>
                <a:gd name="connsiteX2" fmla="*/ 1152534 w 1367465"/>
                <a:gd name="connsiteY2" fmla="*/ 451031 h 3868037"/>
                <a:gd name="connsiteX3" fmla="*/ 1209680 w 1367465"/>
                <a:gd name="connsiteY3" fmla="*/ 908230 h 3868037"/>
                <a:gd name="connsiteX4" fmla="*/ 1257304 w 1367465"/>
                <a:gd name="connsiteY4" fmla="*/ 1413055 h 3868037"/>
                <a:gd name="connsiteX5" fmla="*/ 1254406 w 1367465"/>
                <a:gd name="connsiteY5" fmla="*/ 1929477 h 3868037"/>
                <a:gd name="connsiteX6" fmla="*/ 1257308 w 1367465"/>
                <a:gd name="connsiteY6" fmla="*/ 2460805 h 3868037"/>
                <a:gd name="connsiteX7" fmla="*/ 1200158 w 1367465"/>
                <a:gd name="connsiteY7" fmla="*/ 2956105 h 3868037"/>
                <a:gd name="connsiteX8" fmla="*/ 1190634 w 1367465"/>
                <a:gd name="connsiteY8" fmla="*/ 3413306 h 3868037"/>
                <a:gd name="connsiteX9" fmla="*/ 808389 w 1367465"/>
                <a:gd name="connsiteY9" fmla="*/ 3782605 h 3868037"/>
                <a:gd name="connsiteX10" fmla="*/ 424 w 1367465"/>
                <a:gd name="connsiteY10" fmla="*/ 1996152 h 3868037"/>
                <a:gd name="connsiteX0" fmla="*/ 488 w 1367529"/>
                <a:gd name="connsiteY0" fmla="*/ 1996152 h 3848027"/>
                <a:gd name="connsiteX1" fmla="*/ 808453 w 1367529"/>
                <a:gd name="connsiteY1" fmla="*/ 76349 h 3848027"/>
                <a:gd name="connsiteX2" fmla="*/ 1152598 w 1367529"/>
                <a:gd name="connsiteY2" fmla="*/ 451031 h 3848027"/>
                <a:gd name="connsiteX3" fmla="*/ 1209744 w 1367529"/>
                <a:gd name="connsiteY3" fmla="*/ 908230 h 3848027"/>
                <a:gd name="connsiteX4" fmla="*/ 1257368 w 1367529"/>
                <a:gd name="connsiteY4" fmla="*/ 1413055 h 3848027"/>
                <a:gd name="connsiteX5" fmla="*/ 1254470 w 1367529"/>
                <a:gd name="connsiteY5" fmla="*/ 1929477 h 3848027"/>
                <a:gd name="connsiteX6" fmla="*/ 1257372 w 1367529"/>
                <a:gd name="connsiteY6" fmla="*/ 2460805 h 3848027"/>
                <a:gd name="connsiteX7" fmla="*/ 1200222 w 1367529"/>
                <a:gd name="connsiteY7" fmla="*/ 2956105 h 3848027"/>
                <a:gd name="connsiteX8" fmla="*/ 1190698 w 1367529"/>
                <a:gd name="connsiteY8" fmla="*/ 3413306 h 3848027"/>
                <a:gd name="connsiteX9" fmla="*/ 808453 w 1367529"/>
                <a:gd name="connsiteY9" fmla="*/ 3782605 h 3848027"/>
                <a:gd name="connsiteX10" fmla="*/ 488 w 1367529"/>
                <a:gd name="connsiteY10" fmla="*/ 1996152 h 3848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67529" h="3848027">
                  <a:moveTo>
                    <a:pt x="488" y="1996152"/>
                  </a:moveTo>
                  <a:cubicBezTo>
                    <a:pt x="19538" y="686948"/>
                    <a:pt x="502138" y="295769"/>
                    <a:pt x="808453" y="76349"/>
                  </a:cubicBezTo>
                  <a:cubicBezTo>
                    <a:pt x="1114768" y="-143071"/>
                    <a:pt x="1295266" y="150459"/>
                    <a:pt x="1152598" y="451031"/>
                  </a:cubicBezTo>
                  <a:cubicBezTo>
                    <a:pt x="1343305" y="694453"/>
                    <a:pt x="1181169" y="749480"/>
                    <a:pt x="1209744" y="908230"/>
                  </a:cubicBezTo>
                  <a:cubicBezTo>
                    <a:pt x="1428819" y="1143180"/>
                    <a:pt x="1237214" y="1247610"/>
                    <a:pt x="1257368" y="1413055"/>
                  </a:cubicBezTo>
                  <a:cubicBezTo>
                    <a:pt x="1506125" y="1788050"/>
                    <a:pt x="1256057" y="1840577"/>
                    <a:pt x="1254470" y="1929477"/>
                  </a:cubicBezTo>
                  <a:cubicBezTo>
                    <a:pt x="1452911" y="2161252"/>
                    <a:pt x="1287051" y="2289700"/>
                    <a:pt x="1257372" y="2460805"/>
                  </a:cubicBezTo>
                  <a:cubicBezTo>
                    <a:pt x="1418196" y="2784310"/>
                    <a:pt x="1227209" y="2797355"/>
                    <a:pt x="1200222" y="2956105"/>
                  </a:cubicBezTo>
                  <a:cubicBezTo>
                    <a:pt x="1335163" y="3191055"/>
                    <a:pt x="1255993" y="3275556"/>
                    <a:pt x="1190698" y="3413306"/>
                  </a:cubicBezTo>
                  <a:cubicBezTo>
                    <a:pt x="1268278" y="3722506"/>
                    <a:pt x="1092546" y="3971172"/>
                    <a:pt x="808453" y="3782605"/>
                  </a:cubicBezTo>
                  <a:cubicBezTo>
                    <a:pt x="524360" y="3594038"/>
                    <a:pt x="-18562" y="3305356"/>
                    <a:pt x="488" y="1996152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8F10EE6-EA8B-4602-2B5B-001BC7EA50EF}"/>
                </a:ext>
              </a:extLst>
            </p:cNvPr>
            <p:cNvSpPr/>
            <p:nvPr/>
          </p:nvSpPr>
          <p:spPr>
            <a:xfrm>
              <a:off x="595808" y="1251211"/>
              <a:ext cx="1737869" cy="551258"/>
            </a:xfrm>
            <a:prstGeom prst="rect">
              <a:avLst/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A0205FE1-5677-4C1C-5F8D-99BE44C63D2C}"/>
                </a:ext>
              </a:extLst>
            </p:cNvPr>
            <p:cNvSpPr/>
            <p:nvPr/>
          </p:nvSpPr>
          <p:spPr>
            <a:xfrm rot="17991103">
              <a:off x="496809" y="375186"/>
              <a:ext cx="1877277" cy="1980687"/>
            </a:xfrm>
            <a:prstGeom prst="arc">
              <a:avLst>
                <a:gd name="adj1" fmla="val 12779785"/>
                <a:gd name="adj2" fmla="val 5154223"/>
              </a:avLst>
            </a:prstGeom>
            <a:solidFill>
              <a:srgbClr val="4472C4">
                <a:lumMod val="20000"/>
                <a:lumOff val="8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8DD7240-49BD-E5F1-E498-2F0BADC96125}"/>
                </a:ext>
              </a:extLst>
            </p:cNvPr>
            <p:cNvSpPr/>
            <p:nvPr/>
          </p:nvSpPr>
          <p:spPr>
            <a:xfrm rot="21125398">
              <a:off x="959087" y="425954"/>
              <a:ext cx="627380" cy="196079"/>
            </a:xfrm>
            <a:custGeom>
              <a:avLst/>
              <a:gdLst>
                <a:gd name="connsiteX0" fmla="*/ 0 w 1107147"/>
                <a:gd name="connsiteY0" fmla="*/ 267556 h 535111"/>
                <a:gd name="connsiteX1" fmla="*/ 553574 w 1107147"/>
                <a:gd name="connsiteY1" fmla="*/ 0 h 535111"/>
                <a:gd name="connsiteX2" fmla="*/ 1107148 w 1107147"/>
                <a:gd name="connsiteY2" fmla="*/ 267556 h 535111"/>
                <a:gd name="connsiteX3" fmla="*/ 553574 w 1107147"/>
                <a:gd name="connsiteY3" fmla="*/ 535112 h 535111"/>
                <a:gd name="connsiteX4" fmla="*/ 0 w 1107147"/>
                <a:gd name="connsiteY4" fmla="*/ 267556 h 535111"/>
                <a:gd name="connsiteX0" fmla="*/ 0 w 1122536"/>
                <a:gd name="connsiteY0" fmla="*/ 33445 h 301001"/>
                <a:gd name="connsiteX1" fmla="*/ 1107148 w 1122536"/>
                <a:gd name="connsiteY1" fmla="*/ 33445 h 301001"/>
                <a:gd name="connsiteX2" fmla="*/ 553574 w 1122536"/>
                <a:gd name="connsiteY2" fmla="*/ 301001 h 301001"/>
                <a:gd name="connsiteX3" fmla="*/ 0 w 1122536"/>
                <a:gd name="connsiteY3" fmla="*/ 33445 h 301001"/>
                <a:gd name="connsiteX0" fmla="*/ 0 w 1122536"/>
                <a:gd name="connsiteY0" fmla="*/ 83278 h 350834"/>
                <a:gd name="connsiteX1" fmla="*/ 1107148 w 1122536"/>
                <a:gd name="connsiteY1" fmla="*/ 83278 h 350834"/>
                <a:gd name="connsiteX2" fmla="*/ 553574 w 1122536"/>
                <a:gd name="connsiteY2" fmla="*/ 350834 h 350834"/>
                <a:gd name="connsiteX3" fmla="*/ 0 w 1122536"/>
                <a:gd name="connsiteY3" fmla="*/ 83278 h 350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2536" h="350834">
                  <a:moveTo>
                    <a:pt x="0" y="83278"/>
                  </a:moveTo>
                  <a:cubicBezTo>
                    <a:pt x="92262" y="38685"/>
                    <a:pt x="792884" y="-79429"/>
                    <a:pt x="1107148" y="83278"/>
                  </a:cubicBezTo>
                  <a:cubicBezTo>
                    <a:pt x="1199410" y="127871"/>
                    <a:pt x="859304" y="350834"/>
                    <a:pt x="553574" y="350834"/>
                  </a:cubicBezTo>
                  <a:cubicBezTo>
                    <a:pt x="247844" y="350834"/>
                    <a:pt x="0" y="231045"/>
                    <a:pt x="0" y="83278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40000"/>
                    <a:lumOff val="60000"/>
                  </a:srgbClr>
                </a:gs>
              </a:gsLst>
              <a:lin ang="6600000" scaled="0"/>
            </a:gra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0661D88-0926-CB1D-5C5D-911C4762619D}"/>
                </a:ext>
              </a:extLst>
            </p:cNvPr>
            <p:cNvSpPr/>
            <p:nvPr/>
          </p:nvSpPr>
          <p:spPr>
            <a:xfrm rot="20437694">
              <a:off x="849105" y="771180"/>
              <a:ext cx="268682" cy="140405"/>
            </a:xfrm>
            <a:prstGeom prst="ellipse">
              <a:avLst/>
            </a:pr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40000"/>
                    <a:lumOff val="60000"/>
                  </a:srgbClr>
                </a:gs>
              </a:gsLst>
              <a:lin ang="20400000" scaled="0"/>
            </a:gra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EB6F7D6-6BA1-3934-5134-891CFF7A9D1B}"/>
                </a:ext>
              </a:extLst>
            </p:cNvPr>
            <p:cNvSpPr/>
            <p:nvPr/>
          </p:nvSpPr>
          <p:spPr>
            <a:xfrm rot="20156197">
              <a:off x="1561346" y="556027"/>
              <a:ext cx="268682" cy="140405"/>
            </a:xfrm>
            <a:prstGeom prst="ellipse">
              <a:avLst/>
            </a:pr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40000"/>
                    <a:lumOff val="60000"/>
                  </a:srgbClr>
                </a:gs>
              </a:gsLst>
              <a:lin ang="15600000" scaled="0"/>
            </a:gra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01B371F4-0988-4ED3-88BC-96C3CD43D560}"/>
                </a:ext>
              </a:extLst>
            </p:cNvPr>
            <p:cNvSpPr/>
            <p:nvPr/>
          </p:nvSpPr>
          <p:spPr>
            <a:xfrm rot="8937356">
              <a:off x="1508219" y="1315779"/>
              <a:ext cx="265799" cy="265799"/>
            </a:xfrm>
            <a:prstGeom prst="arc">
              <a:avLst>
                <a:gd name="adj1" fmla="val 11899495"/>
                <a:gd name="adj2" fmla="val 2401956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9C6272F-E417-6797-4C5A-5B98BD1C88E9}"/>
                </a:ext>
              </a:extLst>
            </p:cNvPr>
            <p:cNvSpPr/>
            <p:nvPr/>
          </p:nvSpPr>
          <p:spPr>
            <a:xfrm>
              <a:off x="1036025" y="1063704"/>
              <a:ext cx="301411" cy="301411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AB6568B-0912-C4EA-46CE-881525AC5320}"/>
                </a:ext>
              </a:extLst>
            </p:cNvPr>
            <p:cNvSpPr/>
            <p:nvPr/>
          </p:nvSpPr>
          <p:spPr>
            <a:xfrm>
              <a:off x="1176601" y="1178305"/>
              <a:ext cx="109105" cy="109105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2E46C81-4B97-0924-1D2C-F4B114FF144D}"/>
                </a:ext>
              </a:extLst>
            </p:cNvPr>
            <p:cNvSpPr/>
            <p:nvPr/>
          </p:nvSpPr>
          <p:spPr>
            <a:xfrm>
              <a:off x="1898873" y="1063704"/>
              <a:ext cx="301411" cy="301411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75F18E6-042F-F5E9-FDBF-E248FC96797B}"/>
                </a:ext>
              </a:extLst>
            </p:cNvPr>
            <p:cNvSpPr/>
            <p:nvPr/>
          </p:nvSpPr>
          <p:spPr>
            <a:xfrm>
              <a:off x="2049579" y="1173780"/>
              <a:ext cx="109105" cy="109105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CA0A8FF-47A4-C84B-5C67-81D94156C9AE}"/>
                </a:ext>
              </a:extLst>
            </p:cNvPr>
            <p:cNvSpPr/>
            <p:nvPr/>
          </p:nvSpPr>
          <p:spPr>
            <a:xfrm>
              <a:off x="940216" y="1454451"/>
              <a:ext cx="268682" cy="140405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BE23162-CF74-CAED-1A22-468E12AED6F0}"/>
                </a:ext>
              </a:extLst>
            </p:cNvPr>
            <p:cNvSpPr/>
            <p:nvPr/>
          </p:nvSpPr>
          <p:spPr>
            <a:xfrm>
              <a:off x="2129623" y="1421183"/>
              <a:ext cx="268682" cy="140405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84817A7-1A98-3CA6-1DAC-046678C57CCE}"/>
              </a:ext>
            </a:extLst>
          </p:cNvPr>
          <p:cNvGrpSpPr/>
          <p:nvPr/>
        </p:nvGrpSpPr>
        <p:grpSpPr>
          <a:xfrm>
            <a:off x="796677" y="163651"/>
            <a:ext cx="4878603" cy="7363422"/>
            <a:chOff x="249865" y="426891"/>
            <a:chExt cx="2351241" cy="3548799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3E6B0D9-949A-BA08-FC49-6F04B708E445}"/>
                </a:ext>
              </a:extLst>
            </p:cNvPr>
            <p:cNvSpPr/>
            <p:nvPr/>
          </p:nvSpPr>
          <p:spPr>
            <a:xfrm>
              <a:off x="908238" y="1841513"/>
              <a:ext cx="938739" cy="2134177"/>
            </a:xfrm>
            <a:prstGeom prst="ellipse">
              <a:avLst/>
            </a:pr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20000"/>
                    <a:lumOff val="80000"/>
                  </a:srgbClr>
                </a:gs>
              </a:gsLst>
              <a:lin ang="156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: Rounded Corners 5">
              <a:extLst>
                <a:ext uri="{FF2B5EF4-FFF2-40B4-BE49-F238E27FC236}">
                  <a16:creationId xmlns:a16="http://schemas.microsoft.com/office/drawing/2014/main" id="{8A72787F-8A8E-A820-2131-336A0501A339}"/>
                </a:ext>
              </a:extLst>
            </p:cNvPr>
            <p:cNvSpPr/>
            <p:nvPr/>
          </p:nvSpPr>
          <p:spPr>
            <a:xfrm>
              <a:off x="337147" y="1897581"/>
              <a:ext cx="948559" cy="1906653"/>
            </a:xfrm>
            <a:custGeom>
              <a:avLst/>
              <a:gdLst>
                <a:gd name="connsiteX0" fmla="*/ 0 w 533400"/>
                <a:gd name="connsiteY0" fmla="*/ 88902 h 1733550"/>
                <a:gd name="connsiteX1" fmla="*/ 88902 w 533400"/>
                <a:gd name="connsiteY1" fmla="*/ 0 h 1733550"/>
                <a:gd name="connsiteX2" fmla="*/ 444498 w 533400"/>
                <a:gd name="connsiteY2" fmla="*/ 0 h 1733550"/>
                <a:gd name="connsiteX3" fmla="*/ 533400 w 533400"/>
                <a:gd name="connsiteY3" fmla="*/ 88902 h 1733550"/>
                <a:gd name="connsiteX4" fmla="*/ 533400 w 533400"/>
                <a:gd name="connsiteY4" fmla="*/ 1644648 h 1733550"/>
                <a:gd name="connsiteX5" fmla="*/ 444498 w 533400"/>
                <a:gd name="connsiteY5" fmla="*/ 1733550 h 1733550"/>
                <a:gd name="connsiteX6" fmla="*/ 88902 w 533400"/>
                <a:gd name="connsiteY6" fmla="*/ 1733550 h 1733550"/>
                <a:gd name="connsiteX7" fmla="*/ 0 w 533400"/>
                <a:gd name="connsiteY7" fmla="*/ 1644648 h 1733550"/>
                <a:gd name="connsiteX8" fmla="*/ 0 w 533400"/>
                <a:gd name="connsiteY8" fmla="*/ 88902 h 1733550"/>
                <a:gd name="connsiteX0" fmla="*/ 714375 w 1247775"/>
                <a:gd name="connsiteY0" fmla="*/ 88902 h 2323624"/>
                <a:gd name="connsiteX1" fmla="*/ 803277 w 1247775"/>
                <a:gd name="connsiteY1" fmla="*/ 0 h 2323624"/>
                <a:gd name="connsiteX2" fmla="*/ 1158873 w 1247775"/>
                <a:gd name="connsiteY2" fmla="*/ 0 h 2323624"/>
                <a:gd name="connsiteX3" fmla="*/ 1247775 w 1247775"/>
                <a:gd name="connsiteY3" fmla="*/ 88902 h 2323624"/>
                <a:gd name="connsiteX4" fmla="*/ 1247775 w 1247775"/>
                <a:gd name="connsiteY4" fmla="*/ 1644648 h 2323624"/>
                <a:gd name="connsiteX5" fmla="*/ 1158873 w 1247775"/>
                <a:gd name="connsiteY5" fmla="*/ 1733550 h 2323624"/>
                <a:gd name="connsiteX6" fmla="*/ 803277 w 1247775"/>
                <a:gd name="connsiteY6" fmla="*/ 1733550 h 2323624"/>
                <a:gd name="connsiteX7" fmla="*/ 0 w 1247775"/>
                <a:gd name="connsiteY7" fmla="*/ 2320923 h 2323624"/>
                <a:gd name="connsiteX8" fmla="*/ 714375 w 1247775"/>
                <a:gd name="connsiteY8" fmla="*/ 88902 h 2323624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1158873 w 1247775"/>
                <a:gd name="connsiteY5" fmla="*/ 1733550 h 2543175"/>
                <a:gd name="connsiteX6" fmla="*/ 488952 w 1247775"/>
                <a:gd name="connsiteY6" fmla="*/ 2543175 h 2543175"/>
                <a:gd name="connsiteX7" fmla="*/ 0 w 1247775"/>
                <a:gd name="connsiteY7" fmla="*/ 2320923 h 2543175"/>
                <a:gd name="connsiteX8" fmla="*/ 714375 w 1247775"/>
                <a:gd name="connsiteY8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488952 w 1247775"/>
                <a:gd name="connsiteY5" fmla="*/ 2543175 h 2543175"/>
                <a:gd name="connsiteX6" fmla="*/ 0 w 1247775"/>
                <a:gd name="connsiteY6" fmla="*/ 2320923 h 2543175"/>
                <a:gd name="connsiteX7" fmla="*/ 714375 w 1247775"/>
                <a:gd name="connsiteY7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9549 w 1274412"/>
                <a:gd name="connsiteY0" fmla="*/ 88902 h 2543175"/>
                <a:gd name="connsiteX1" fmla="*/ 808451 w 1274412"/>
                <a:gd name="connsiteY1" fmla="*/ 0 h 2543175"/>
                <a:gd name="connsiteX2" fmla="*/ 1164047 w 1274412"/>
                <a:gd name="connsiteY2" fmla="*/ 0 h 2543175"/>
                <a:gd name="connsiteX3" fmla="*/ 1252949 w 1274412"/>
                <a:gd name="connsiteY3" fmla="*/ 88902 h 2543175"/>
                <a:gd name="connsiteX4" fmla="*/ 494126 w 1274412"/>
                <a:gd name="connsiteY4" fmla="*/ 2543175 h 2543175"/>
                <a:gd name="connsiteX5" fmla="*/ 5174 w 1274412"/>
                <a:gd name="connsiteY5" fmla="*/ 2320923 h 2543175"/>
                <a:gd name="connsiteX6" fmla="*/ 719549 w 1274412"/>
                <a:gd name="connsiteY6" fmla="*/ 88902 h 2543175"/>
                <a:gd name="connsiteX0" fmla="*/ 718529 w 1273392"/>
                <a:gd name="connsiteY0" fmla="*/ 88902 h 2543175"/>
                <a:gd name="connsiteX1" fmla="*/ 807431 w 1273392"/>
                <a:gd name="connsiteY1" fmla="*/ 0 h 2543175"/>
                <a:gd name="connsiteX2" fmla="*/ 1163027 w 1273392"/>
                <a:gd name="connsiteY2" fmla="*/ 0 h 2543175"/>
                <a:gd name="connsiteX3" fmla="*/ 1251929 w 1273392"/>
                <a:gd name="connsiteY3" fmla="*/ 88902 h 2543175"/>
                <a:gd name="connsiteX4" fmla="*/ 493106 w 1273392"/>
                <a:gd name="connsiteY4" fmla="*/ 2543175 h 2543175"/>
                <a:gd name="connsiteX5" fmla="*/ 4154 w 1273392"/>
                <a:gd name="connsiteY5" fmla="*/ 2320923 h 2543175"/>
                <a:gd name="connsiteX6" fmla="*/ 718529 w 1273392"/>
                <a:gd name="connsiteY6" fmla="*/ 88902 h 2543175"/>
                <a:gd name="connsiteX0" fmla="*/ 723194 w 1278057"/>
                <a:gd name="connsiteY0" fmla="*/ 88902 h 2543175"/>
                <a:gd name="connsiteX1" fmla="*/ 812096 w 1278057"/>
                <a:gd name="connsiteY1" fmla="*/ 0 h 2543175"/>
                <a:gd name="connsiteX2" fmla="*/ 1167692 w 1278057"/>
                <a:gd name="connsiteY2" fmla="*/ 0 h 2543175"/>
                <a:gd name="connsiteX3" fmla="*/ 1256594 w 1278057"/>
                <a:gd name="connsiteY3" fmla="*/ 88902 h 2543175"/>
                <a:gd name="connsiteX4" fmla="*/ 497771 w 1278057"/>
                <a:gd name="connsiteY4" fmla="*/ 2543175 h 2543175"/>
                <a:gd name="connsiteX5" fmla="*/ 8819 w 1278057"/>
                <a:gd name="connsiteY5" fmla="*/ 2320923 h 2543175"/>
                <a:gd name="connsiteX6" fmla="*/ 723194 w 1278057"/>
                <a:gd name="connsiteY6" fmla="*/ 88902 h 2543175"/>
                <a:gd name="connsiteX0" fmla="*/ 723194 w 1278057"/>
                <a:gd name="connsiteY0" fmla="*/ 88902 h 2545617"/>
                <a:gd name="connsiteX1" fmla="*/ 812096 w 1278057"/>
                <a:gd name="connsiteY1" fmla="*/ 0 h 2545617"/>
                <a:gd name="connsiteX2" fmla="*/ 1167692 w 1278057"/>
                <a:gd name="connsiteY2" fmla="*/ 0 h 2545617"/>
                <a:gd name="connsiteX3" fmla="*/ 1256594 w 1278057"/>
                <a:gd name="connsiteY3" fmla="*/ 88902 h 2545617"/>
                <a:gd name="connsiteX4" fmla="*/ 497771 w 1278057"/>
                <a:gd name="connsiteY4" fmla="*/ 2543175 h 2545617"/>
                <a:gd name="connsiteX5" fmla="*/ 8819 w 1278057"/>
                <a:gd name="connsiteY5" fmla="*/ 2320923 h 2545617"/>
                <a:gd name="connsiteX6" fmla="*/ 723194 w 1278057"/>
                <a:gd name="connsiteY6" fmla="*/ 88902 h 2545617"/>
                <a:gd name="connsiteX0" fmla="*/ 723194 w 1278057"/>
                <a:gd name="connsiteY0" fmla="*/ 88902 h 2568963"/>
                <a:gd name="connsiteX1" fmla="*/ 812096 w 1278057"/>
                <a:gd name="connsiteY1" fmla="*/ 0 h 2568963"/>
                <a:gd name="connsiteX2" fmla="*/ 1167692 w 1278057"/>
                <a:gd name="connsiteY2" fmla="*/ 0 h 2568963"/>
                <a:gd name="connsiteX3" fmla="*/ 1256594 w 1278057"/>
                <a:gd name="connsiteY3" fmla="*/ 88902 h 2568963"/>
                <a:gd name="connsiteX4" fmla="*/ 497771 w 1278057"/>
                <a:gd name="connsiteY4" fmla="*/ 2543175 h 2568963"/>
                <a:gd name="connsiteX5" fmla="*/ 8819 w 1278057"/>
                <a:gd name="connsiteY5" fmla="*/ 2320923 h 2568963"/>
                <a:gd name="connsiteX6" fmla="*/ 723194 w 1278057"/>
                <a:gd name="connsiteY6" fmla="*/ 88902 h 256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8057" h="2568963">
                  <a:moveTo>
                    <a:pt x="723194" y="88902"/>
                  </a:moveTo>
                  <a:cubicBezTo>
                    <a:pt x="723194" y="39803"/>
                    <a:pt x="762997" y="0"/>
                    <a:pt x="812096" y="0"/>
                  </a:cubicBezTo>
                  <a:lnTo>
                    <a:pt x="1167692" y="0"/>
                  </a:lnTo>
                  <a:cubicBezTo>
                    <a:pt x="1216791" y="0"/>
                    <a:pt x="1256594" y="39803"/>
                    <a:pt x="1256594" y="88902"/>
                  </a:cubicBezTo>
                  <a:cubicBezTo>
                    <a:pt x="1270353" y="592668"/>
                    <a:pt x="1446037" y="2191809"/>
                    <a:pt x="497771" y="2543175"/>
                  </a:cubicBezTo>
                  <a:cubicBezTo>
                    <a:pt x="448672" y="2543175"/>
                    <a:pt x="79603" y="2680614"/>
                    <a:pt x="8819" y="2320923"/>
                  </a:cubicBezTo>
                  <a:cubicBezTo>
                    <a:pt x="-105481" y="1621366"/>
                    <a:pt x="932744" y="1464734"/>
                    <a:pt x="723194" y="88902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20000"/>
                    <a:lumOff val="80000"/>
                  </a:srgbClr>
                </a:gs>
              </a:gsLst>
              <a:lin ang="10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: Rounded Corners 5">
              <a:extLst>
                <a:ext uri="{FF2B5EF4-FFF2-40B4-BE49-F238E27FC236}">
                  <a16:creationId xmlns:a16="http://schemas.microsoft.com/office/drawing/2014/main" id="{5B69E958-850C-46B6-1ECA-9B0BB9F35A1E}"/>
                </a:ext>
              </a:extLst>
            </p:cNvPr>
            <p:cNvSpPr/>
            <p:nvPr/>
          </p:nvSpPr>
          <p:spPr>
            <a:xfrm>
              <a:off x="249865" y="1913499"/>
              <a:ext cx="714300" cy="1435780"/>
            </a:xfrm>
            <a:custGeom>
              <a:avLst/>
              <a:gdLst>
                <a:gd name="connsiteX0" fmla="*/ 0 w 533400"/>
                <a:gd name="connsiteY0" fmla="*/ 88902 h 1733550"/>
                <a:gd name="connsiteX1" fmla="*/ 88902 w 533400"/>
                <a:gd name="connsiteY1" fmla="*/ 0 h 1733550"/>
                <a:gd name="connsiteX2" fmla="*/ 444498 w 533400"/>
                <a:gd name="connsiteY2" fmla="*/ 0 h 1733550"/>
                <a:gd name="connsiteX3" fmla="*/ 533400 w 533400"/>
                <a:gd name="connsiteY3" fmla="*/ 88902 h 1733550"/>
                <a:gd name="connsiteX4" fmla="*/ 533400 w 533400"/>
                <a:gd name="connsiteY4" fmla="*/ 1644648 h 1733550"/>
                <a:gd name="connsiteX5" fmla="*/ 444498 w 533400"/>
                <a:gd name="connsiteY5" fmla="*/ 1733550 h 1733550"/>
                <a:gd name="connsiteX6" fmla="*/ 88902 w 533400"/>
                <a:gd name="connsiteY6" fmla="*/ 1733550 h 1733550"/>
                <a:gd name="connsiteX7" fmla="*/ 0 w 533400"/>
                <a:gd name="connsiteY7" fmla="*/ 1644648 h 1733550"/>
                <a:gd name="connsiteX8" fmla="*/ 0 w 533400"/>
                <a:gd name="connsiteY8" fmla="*/ 88902 h 1733550"/>
                <a:gd name="connsiteX0" fmla="*/ 714375 w 1247775"/>
                <a:gd name="connsiteY0" fmla="*/ 88902 h 2323624"/>
                <a:gd name="connsiteX1" fmla="*/ 803277 w 1247775"/>
                <a:gd name="connsiteY1" fmla="*/ 0 h 2323624"/>
                <a:gd name="connsiteX2" fmla="*/ 1158873 w 1247775"/>
                <a:gd name="connsiteY2" fmla="*/ 0 h 2323624"/>
                <a:gd name="connsiteX3" fmla="*/ 1247775 w 1247775"/>
                <a:gd name="connsiteY3" fmla="*/ 88902 h 2323624"/>
                <a:gd name="connsiteX4" fmla="*/ 1247775 w 1247775"/>
                <a:gd name="connsiteY4" fmla="*/ 1644648 h 2323624"/>
                <a:gd name="connsiteX5" fmla="*/ 1158873 w 1247775"/>
                <a:gd name="connsiteY5" fmla="*/ 1733550 h 2323624"/>
                <a:gd name="connsiteX6" fmla="*/ 803277 w 1247775"/>
                <a:gd name="connsiteY6" fmla="*/ 1733550 h 2323624"/>
                <a:gd name="connsiteX7" fmla="*/ 0 w 1247775"/>
                <a:gd name="connsiteY7" fmla="*/ 2320923 h 2323624"/>
                <a:gd name="connsiteX8" fmla="*/ 714375 w 1247775"/>
                <a:gd name="connsiteY8" fmla="*/ 88902 h 2323624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1158873 w 1247775"/>
                <a:gd name="connsiteY5" fmla="*/ 1733550 h 2543175"/>
                <a:gd name="connsiteX6" fmla="*/ 488952 w 1247775"/>
                <a:gd name="connsiteY6" fmla="*/ 2543175 h 2543175"/>
                <a:gd name="connsiteX7" fmla="*/ 0 w 1247775"/>
                <a:gd name="connsiteY7" fmla="*/ 2320923 h 2543175"/>
                <a:gd name="connsiteX8" fmla="*/ 714375 w 1247775"/>
                <a:gd name="connsiteY8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488952 w 1247775"/>
                <a:gd name="connsiteY5" fmla="*/ 2543175 h 2543175"/>
                <a:gd name="connsiteX6" fmla="*/ 0 w 1247775"/>
                <a:gd name="connsiteY6" fmla="*/ 2320923 h 2543175"/>
                <a:gd name="connsiteX7" fmla="*/ 714375 w 1247775"/>
                <a:gd name="connsiteY7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9549 w 1274412"/>
                <a:gd name="connsiteY0" fmla="*/ 88902 h 2543175"/>
                <a:gd name="connsiteX1" fmla="*/ 808451 w 1274412"/>
                <a:gd name="connsiteY1" fmla="*/ 0 h 2543175"/>
                <a:gd name="connsiteX2" fmla="*/ 1164047 w 1274412"/>
                <a:gd name="connsiteY2" fmla="*/ 0 h 2543175"/>
                <a:gd name="connsiteX3" fmla="*/ 1252949 w 1274412"/>
                <a:gd name="connsiteY3" fmla="*/ 88902 h 2543175"/>
                <a:gd name="connsiteX4" fmla="*/ 494126 w 1274412"/>
                <a:gd name="connsiteY4" fmla="*/ 2543175 h 2543175"/>
                <a:gd name="connsiteX5" fmla="*/ 5174 w 1274412"/>
                <a:gd name="connsiteY5" fmla="*/ 2320923 h 2543175"/>
                <a:gd name="connsiteX6" fmla="*/ 719549 w 1274412"/>
                <a:gd name="connsiteY6" fmla="*/ 88902 h 2543175"/>
                <a:gd name="connsiteX0" fmla="*/ 718529 w 1273392"/>
                <a:gd name="connsiteY0" fmla="*/ 88902 h 2543175"/>
                <a:gd name="connsiteX1" fmla="*/ 807431 w 1273392"/>
                <a:gd name="connsiteY1" fmla="*/ 0 h 2543175"/>
                <a:gd name="connsiteX2" fmla="*/ 1163027 w 1273392"/>
                <a:gd name="connsiteY2" fmla="*/ 0 h 2543175"/>
                <a:gd name="connsiteX3" fmla="*/ 1251929 w 1273392"/>
                <a:gd name="connsiteY3" fmla="*/ 88902 h 2543175"/>
                <a:gd name="connsiteX4" fmla="*/ 493106 w 1273392"/>
                <a:gd name="connsiteY4" fmla="*/ 2543175 h 2543175"/>
                <a:gd name="connsiteX5" fmla="*/ 4154 w 1273392"/>
                <a:gd name="connsiteY5" fmla="*/ 2320923 h 2543175"/>
                <a:gd name="connsiteX6" fmla="*/ 718529 w 1273392"/>
                <a:gd name="connsiteY6" fmla="*/ 88902 h 2543175"/>
                <a:gd name="connsiteX0" fmla="*/ 723194 w 1278057"/>
                <a:gd name="connsiteY0" fmla="*/ 88902 h 2543175"/>
                <a:gd name="connsiteX1" fmla="*/ 812096 w 1278057"/>
                <a:gd name="connsiteY1" fmla="*/ 0 h 2543175"/>
                <a:gd name="connsiteX2" fmla="*/ 1167692 w 1278057"/>
                <a:gd name="connsiteY2" fmla="*/ 0 h 2543175"/>
                <a:gd name="connsiteX3" fmla="*/ 1256594 w 1278057"/>
                <a:gd name="connsiteY3" fmla="*/ 88902 h 2543175"/>
                <a:gd name="connsiteX4" fmla="*/ 497771 w 1278057"/>
                <a:gd name="connsiteY4" fmla="*/ 2543175 h 2543175"/>
                <a:gd name="connsiteX5" fmla="*/ 8819 w 1278057"/>
                <a:gd name="connsiteY5" fmla="*/ 2320923 h 2543175"/>
                <a:gd name="connsiteX6" fmla="*/ 723194 w 1278057"/>
                <a:gd name="connsiteY6" fmla="*/ 88902 h 2543175"/>
                <a:gd name="connsiteX0" fmla="*/ 723194 w 1278057"/>
                <a:gd name="connsiteY0" fmla="*/ 88902 h 2545617"/>
                <a:gd name="connsiteX1" fmla="*/ 812096 w 1278057"/>
                <a:gd name="connsiteY1" fmla="*/ 0 h 2545617"/>
                <a:gd name="connsiteX2" fmla="*/ 1167692 w 1278057"/>
                <a:gd name="connsiteY2" fmla="*/ 0 h 2545617"/>
                <a:gd name="connsiteX3" fmla="*/ 1256594 w 1278057"/>
                <a:gd name="connsiteY3" fmla="*/ 88902 h 2545617"/>
                <a:gd name="connsiteX4" fmla="*/ 497771 w 1278057"/>
                <a:gd name="connsiteY4" fmla="*/ 2543175 h 2545617"/>
                <a:gd name="connsiteX5" fmla="*/ 8819 w 1278057"/>
                <a:gd name="connsiteY5" fmla="*/ 2320923 h 2545617"/>
                <a:gd name="connsiteX6" fmla="*/ 723194 w 1278057"/>
                <a:gd name="connsiteY6" fmla="*/ 88902 h 2545617"/>
                <a:gd name="connsiteX0" fmla="*/ 723194 w 1278057"/>
                <a:gd name="connsiteY0" fmla="*/ 88902 h 2568963"/>
                <a:gd name="connsiteX1" fmla="*/ 812096 w 1278057"/>
                <a:gd name="connsiteY1" fmla="*/ 0 h 2568963"/>
                <a:gd name="connsiteX2" fmla="*/ 1167692 w 1278057"/>
                <a:gd name="connsiteY2" fmla="*/ 0 h 2568963"/>
                <a:gd name="connsiteX3" fmla="*/ 1256594 w 1278057"/>
                <a:gd name="connsiteY3" fmla="*/ 88902 h 2568963"/>
                <a:gd name="connsiteX4" fmla="*/ 497771 w 1278057"/>
                <a:gd name="connsiteY4" fmla="*/ 2543175 h 2568963"/>
                <a:gd name="connsiteX5" fmla="*/ 8819 w 1278057"/>
                <a:gd name="connsiteY5" fmla="*/ 2320923 h 2568963"/>
                <a:gd name="connsiteX6" fmla="*/ 723194 w 1278057"/>
                <a:gd name="connsiteY6" fmla="*/ 88902 h 256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8057" h="2568963">
                  <a:moveTo>
                    <a:pt x="723194" y="88902"/>
                  </a:moveTo>
                  <a:cubicBezTo>
                    <a:pt x="723194" y="39803"/>
                    <a:pt x="762997" y="0"/>
                    <a:pt x="812096" y="0"/>
                  </a:cubicBezTo>
                  <a:lnTo>
                    <a:pt x="1167692" y="0"/>
                  </a:lnTo>
                  <a:cubicBezTo>
                    <a:pt x="1216791" y="0"/>
                    <a:pt x="1256594" y="39803"/>
                    <a:pt x="1256594" y="88902"/>
                  </a:cubicBezTo>
                  <a:cubicBezTo>
                    <a:pt x="1270353" y="592668"/>
                    <a:pt x="1446037" y="2191809"/>
                    <a:pt x="497771" y="2543175"/>
                  </a:cubicBezTo>
                  <a:cubicBezTo>
                    <a:pt x="448672" y="2543175"/>
                    <a:pt x="79603" y="2680614"/>
                    <a:pt x="8819" y="2320923"/>
                  </a:cubicBezTo>
                  <a:cubicBezTo>
                    <a:pt x="-105481" y="1621366"/>
                    <a:pt x="932744" y="1464734"/>
                    <a:pt x="723194" y="88902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20000"/>
                    <a:lumOff val="80000"/>
                  </a:srgbClr>
                </a:gs>
              </a:gsLst>
              <a:lin ang="10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: Rounded Corners 5">
              <a:extLst>
                <a:ext uri="{FF2B5EF4-FFF2-40B4-BE49-F238E27FC236}">
                  <a16:creationId xmlns:a16="http://schemas.microsoft.com/office/drawing/2014/main" id="{34687DBE-01CD-83D9-93F4-984221E21772}"/>
                </a:ext>
              </a:extLst>
            </p:cNvPr>
            <p:cNvSpPr/>
            <p:nvPr/>
          </p:nvSpPr>
          <p:spPr>
            <a:xfrm flipH="1">
              <a:off x="1542679" y="1897581"/>
              <a:ext cx="948559" cy="1906653"/>
            </a:xfrm>
            <a:custGeom>
              <a:avLst/>
              <a:gdLst>
                <a:gd name="connsiteX0" fmla="*/ 0 w 533400"/>
                <a:gd name="connsiteY0" fmla="*/ 88902 h 1733550"/>
                <a:gd name="connsiteX1" fmla="*/ 88902 w 533400"/>
                <a:gd name="connsiteY1" fmla="*/ 0 h 1733550"/>
                <a:gd name="connsiteX2" fmla="*/ 444498 w 533400"/>
                <a:gd name="connsiteY2" fmla="*/ 0 h 1733550"/>
                <a:gd name="connsiteX3" fmla="*/ 533400 w 533400"/>
                <a:gd name="connsiteY3" fmla="*/ 88902 h 1733550"/>
                <a:gd name="connsiteX4" fmla="*/ 533400 w 533400"/>
                <a:gd name="connsiteY4" fmla="*/ 1644648 h 1733550"/>
                <a:gd name="connsiteX5" fmla="*/ 444498 w 533400"/>
                <a:gd name="connsiteY5" fmla="*/ 1733550 h 1733550"/>
                <a:gd name="connsiteX6" fmla="*/ 88902 w 533400"/>
                <a:gd name="connsiteY6" fmla="*/ 1733550 h 1733550"/>
                <a:gd name="connsiteX7" fmla="*/ 0 w 533400"/>
                <a:gd name="connsiteY7" fmla="*/ 1644648 h 1733550"/>
                <a:gd name="connsiteX8" fmla="*/ 0 w 533400"/>
                <a:gd name="connsiteY8" fmla="*/ 88902 h 1733550"/>
                <a:gd name="connsiteX0" fmla="*/ 714375 w 1247775"/>
                <a:gd name="connsiteY0" fmla="*/ 88902 h 2323624"/>
                <a:gd name="connsiteX1" fmla="*/ 803277 w 1247775"/>
                <a:gd name="connsiteY1" fmla="*/ 0 h 2323624"/>
                <a:gd name="connsiteX2" fmla="*/ 1158873 w 1247775"/>
                <a:gd name="connsiteY2" fmla="*/ 0 h 2323624"/>
                <a:gd name="connsiteX3" fmla="*/ 1247775 w 1247775"/>
                <a:gd name="connsiteY3" fmla="*/ 88902 h 2323624"/>
                <a:gd name="connsiteX4" fmla="*/ 1247775 w 1247775"/>
                <a:gd name="connsiteY4" fmla="*/ 1644648 h 2323624"/>
                <a:gd name="connsiteX5" fmla="*/ 1158873 w 1247775"/>
                <a:gd name="connsiteY5" fmla="*/ 1733550 h 2323624"/>
                <a:gd name="connsiteX6" fmla="*/ 803277 w 1247775"/>
                <a:gd name="connsiteY6" fmla="*/ 1733550 h 2323624"/>
                <a:gd name="connsiteX7" fmla="*/ 0 w 1247775"/>
                <a:gd name="connsiteY7" fmla="*/ 2320923 h 2323624"/>
                <a:gd name="connsiteX8" fmla="*/ 714375 w 1247775"/>
                <a:gd name="connsiteY8" fmla="*/ 88902 h 2323624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1158873 w 1247775"/>
                <a:gd name="connsiteY5" fmla="*/ 1733550 h 2543175"/>
                <a:gd name="connsiteX6" fmla="*/ 488952 w 1247775"/>
                <a:gd name="connsiteY6" fmla="*/ 2543175 h 2543175"/>
                <a:gd name="connsiteX7" fmla="*/ 0 w 1247775"/>
                <a:gd name="connsiteY7" fmla="*/ 2320923 h 2543175"/>
                <a:gd name="connsiteX8" fmla="*/ 714375 w 1247775"/>
                <a:gd name="connsiteY8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488952 w 1247775"/>
                <a:gd name="connsiteY5" fmla="*/ 2543175 h 2543175"/>
                <a:gd name="connsiteX6" fmla="*/ 0 w 1247775"/>
                <a:gd name="connsiteY6" fmla="*/ 2320923 h 2543175"/>
                <a:gd name="connsiteX7" fmla="*/ 714375 w 1247775"/>
                <a:gd name="connsiteY7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9549 w 1274412"/>
                <a:gd name="connsiteY0" fmla="*/ 88902 h 2543175"/>
                <a:gd name="connsiteX1" fmla="*/ 808451 w 1274412"/>
                <a:gd name="connsiteY1" fmla="*/ 0 h 2543175"/>
                <a:gd name="connsiteX2" fmla="*/ 1164047 w 1274412"/>
                <a:gd name="connsiteY2" fmla="*/ 0 h 2543175"/>
                <a:gd name="connsiteX3" fmla="*/ 1252949 w 1274412"/>
                <a:gd name="connsiteY3" fmla="*/ 88902 h 2543175"/>
                <a:gd name="connsiteX4" fmla="*/ 494126 w 1274412"/>
                <a:gd name="connsiteY4" fmla="*/ 2543175 h 2543175"/>
                <a:gd name="connsiteX5" fmla="*/ 5174 w 1274412"/>
                <a:gd name="connsiteY5" fmla="*/ 2320923 h 2543175"/>
                <a:gd name="connsiteX6" fmla="*/ 719549 w 1274412"/>
                <a:gd name="connsiteY6" fmla="*/ 88902 h 2543175"/>
                <a:gd name="connsiteX0" fmla="*/ 718529 w 1273392"/>
                <a:gd name="connsiteY0" fmla="*/ 88902 h 2543175"/>
                <a:gd name="connsiteX1" fmla="*/ 807431 w 1273392"/>
                <a:gd name="connsiteY1" fmla="*/ 0 h 2543175"/>
                <a:gd name="connsiteX2" fmla="*/ 1163027 w 1273392"/>
                <a:gd name="connsiteY2" fmla="*/ 0 h 2543175"/>
                <a:gd name="connsiteX3" fmla="*/ 1251929 w 1273392"/>
                <a:gd name="connsiteY3" fmla="*/ 88902 h 2543175"/>
                <a:gd name="connsiteX4" fmla="*/ 493106 w 1273392"/>
                <a:gd name="connsiteY4" fmla="*/ 2543175 h 2543175"/>
                <a:gd name="connsiteX5" fmla="*/ 4154 w 1273392"/>
                <a:gd name="connsiteY5" fmla="*/ 2320923 h 2543175"/>
                <a:gd name="connsiteX6" fmla="*/ 718529 w 1273392"/>
                <a:gd name="connsiteY6" fmla="*/ 88902 h 2543175"/>
                <a:gd name="connsiteX0" fmla="*/ 723194 w 1278057"/>
                <a:gd name="connsiteY0" fmla="*/ 88902 h 2543175"/>
                <a:gd name="connsiteX1" fmla="*/ 812096 w 1278057"/>
                <a:gd name="connsiteY1" fmla="*/ 0 h 2543175"/>
                <a:gd name="connsiteX2" fmla="*/ 1167692 w 1278057"/>
                <a:gd name="connsiteY2" fmla="*/ 0 h 2543175"/>
                <a:gd name="connsiteX3" fmla="*/ 1256594 w 1278057"/>
                <a:gd name="connsiteY3" fmla="*/ 88902 h 2543175"/>
                <a:gd name="connsiteX4" fmla="*/ 497771 w 1278057"/>
                <a:gd name="connsiteY4" fmla="*/ 2543175 h 2543175"/>
                <a:gd name="connsiteX5" fmla="*/ 8819 w 1278057"/>
                <a:gd name="connsiteY5" fmla="*/ 2320923 h 2543175"/>
                <a:gd name="connsiteX6" fmla="*/ 723194 w 1278057"/>
                <a:gd name="connsiteY6" fmla="*/ 88902 h 2543175"/>
                <a:gd name="connsiteX0" fmla="*/ 723194 w 1278057"/>
                <a:gd name="connsiteY0" fmla="*/ 88902 h 2545617"/>
                <a:gd name="connsiteX1" fmla="*/ 812096 w 1278057"/>
                <a:gd name="connsiteY1" fmla="*/ 0 h 2545617"/>
                <a:gd name="connsiteX2" fmla="*/ 1167692 w 1278057"/>
                <a:gd name="connsiteY2" fmla="*/ 0 h 2545617"/>
                <a:gd name="connsiteX3" fmla="*/ 1256594 w 1278057"/>
                <a:gd name="connsiteY3" fmla="*/ 88902 h 2545617"/>
                <a:gd name="connsiteX4" fmla="*/ 497771 w 1278057"/>
                <a:gd name="connsiteY4" fmla="*/ 2543175 h 2545617"/>
                <a:gd name="connsiteX5" fmla="*/ 8819 w 1278057"/>
                <a:gd name="connsiteY5" fmla="*/ 2320923 h 2545617"/>
                <a:gd name="connsiteX6" fmla="*/ 723194 w 1278057"/>
                <a:gd name="connsiteY6" fmla="*/ 88902 h 2545617"/>
                <a:gd name="connsiteX0" fmla="*/ 723194 w 1278057"/>
                <a:gd name="connsiteY0" fmla="*/ 88902 h 2568963"/>
                <a:gd name="connsiteX1" fmla="*/ 812096 w 1278057"/>
                <a:gd name="connsiteY1" fmla="*/ 0 h 2568963"/>
                <a:gd name="connsiteX2" fmla="*/ 1167692 w 1278057"/>
                <a:gd name="connsiteY2" fmla="*/ 0 h 2568963"/>
                <a:gd name="connsiteX3" fmla="*/ 1256594 w 1278057"/>
                <a:gd name="connsiteY3" fmla="*/ 88902 h 2568963"/>
                <a:gd name="connsiteX4" fmla="*/ 497771 w 1278057"/>
                <a:gd name="connsiteY4" fmla="*/ 2543175 h 2568963"/>
                <a:gd name="connsiteX5" fmla="*/ 8819 w 1278057"/>
                <a:gd name="connsiteY5" fmla="*/ 2320923 h 2568963"/>
                <a:gd name="connsiteX6" fmla="*/ 723194 w 1278057"/>
                <a:gd name="connsiteY6" fmla="*/ 88902 h 256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8057" h="2568963">
                  <a:moveTo>
                    <a:pt x="723194" y="88902"/>
                  </a:moveTo>
                  <a:cubicBezTo>
                    <a:pt x="723194" y="39803"/>
                    <a:pt x="762997" y="0"/>
                    <a:pt x="812096" y="0"/>
                  </a:cubicBezTo>
                  <a:lnTo>
                    <a:pt x="1167692" y="0"/>
                  </a:lnTo>
                  <a:cubicBezTo>
                    <a:pt x="1216791" y="0"/>
                    <a:pt x="1256594" y="39803"/>
                    <a:pt x="1256594" y="88902"/>
                  </a:cubicBezTo>
                  <a:cubicBezTo>
                    <a:pt x="1270353" y="592668"/>
                    <a:pt x="1446037" y="2191809"/>
                    <a:pt x="497771" y="2543175"/>
                  </a:cubicBezTo>
                  <a:cubicBezTo>
                    <a:pt x="448672" y="2543175"/>
                    <a:pt x="79603" y="2680614"/>
                    <a:pt x="8819" y="2320923"/>
                  </a:cubicBezTo>
                  <a:cubicBezTo>
                    <a:pt x="-105481" y="1621366"/>
                    <a:pt x="932744" y="1464734"/>
                    <a:pt x="723194" y="88902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20000"/>
                    <a:lumOff val="80000"/>
                  </a:srgbClr>
                </a:gs>
              </a:gsLst>
              <a:lin ang="10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: Rounded Corners 5">
              <a:extLst>
                <a:ext uri="{FF2B5EF4-FFF2-40B4-BE49-F238E27FC236}">
                  <a16:creationId xmlns:a16="http://schemas.microsoft.com/office/drawing/2014/main" id="{8CCB1A71-852D-8F66-AFF6-128C5E8E48AC}"/>
                </a:ext>
              </a:extLst>
            </p:cNvPr>
            <p:cNvSpPr/>
            <p:nvPr/>
          </p:nvSpPr>
          <p:spPr>
            <a:xfrm flipH="1">
              <a:off x="1886806" y="1905036"/>
              <a:ext cx="714300" cy="1435780"/>
            </a:xfrm>
            <a:custGeom>
              <a:avLst/>
              <a:gdLst>
                <a:gd name="connsiteX0" fmla="*/ 0 w 533400"/>
                <a:gd name="connsiteY0" fmla="*/ 88902 h 1733550"/>
                <a:gd name="connsiteX1" fmla="*/ 88902 w 533400"/>
                <a:gd name="connsiteY1" fmla="*/ 0 h 1733550"/>
                <a:gd name="connsiteX2" fmla="*/ 444498 w 533400"/>
                <a:gd name="connsiteY2" fmla="*/ 0 h 1733550"/>
                <a:gd name="connsiteX3" fmla="*/ 533400 w 533400"/>
                <a:gd name="connsiteY3" fmla="*/ 88902 h 1733550"/>
                <a:gd name="connsiteX4" fmla="*/ 533400 w 533400"/>
                <a:gd name="connsiteY4" fmla="*/ 1644648 h 1733550"/>
                <a:gd name="connsiteX5" fmla="*/ 444498 w 533400"/>
                <a:gd name="connsiteY5" fmla="*/ 1733550 h 1733550"/>
                <a:gd name="connsiteX6" fmla="*/ 88902 w 533400"/>
                <a:gd name="connsiteY6" fmla="*/ 1733550 h 1733550"/>
                <a:gd name="connsiteX7" fmla="*/ 0 w 533400"/>
                <a:gd name="connsiteY7" fmla="*/ 1644648 h 1733550"/>
                <a:gd name="connsiteX8" fmla="*/ 0 w 533400"/>
                <a:gd name="connsiteY8" fmla="*/ 88902 h 1733550"/>
                <a:gd name="connsiteX0" fmla="*/ 714375 w 1247775"/>
                <a:gd name="connsiteY0" fmla="*/ 88902 h 2323624"/>
                <a:gd name="connsiteX1" fmla="*/ 803277 w 1247775"/>
                <a:gd name="connsiteY1" fmla="*/ 0 h 2323624"/>
                <a:gd name="connsiteX2" fmla="*/ 1158873 w 1247775"/>
                <a:gd name="connsiteY2" fmla="*/ 0 h 2323624"/>
                <a:gd name="connsiteX3" fmla="*/ 1247775 w 1247775"/>
                <a:gd name="connsiteY3" fmla="*/ 88902 h 2323624"/>
                <a:gd name="connsiteX4" fmla="*/ 1247775 w 1247775"/>
                <a:gd name="connsiteY4" fmla="*/ 1644648 h 2323624"/>
                <a:gd name="connsiteX5" fmla="*/ 1158873 w 1247775"/>
                <a:gd name="connsiteY5" fmla="*/ 1733550 h 2323624"/>
                <a:gd name="connsiteX6" fmla="*/ 803277 w 1247775"/>
                <a:gd name="connsiteY6" fmla="*/ 1733550 h 2323624"/>
                <a:gd name="connsiteX7" fmla="*/ 0 w 1247775"/>
                <a:gd name="connsiteY7" fmla="*/ 2320923 h 2323624"/>
                <a:gd name="connsiteX8" fmla="*/ 714375 w 1247775"/>
                <a:gd name="connsiteY8" fmla="*/ 88902 h 2323624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1158873 w 1247775"/>
                <a:gd name="connsiteY5" fmla="*/ 1733550 h 2543175"/>
                <a:gd name="connsiteX6" fmla="*/ 488952 w 1247775"/>
                <a:gd name="connsiteY6" fmla="*/ 2543175 h 2543175"/>
                <a:gd name="connsiteX7" fmla="*/ 0 w 1247775"/>
                <a:gd name="connsiteY7" fmla="*/ 2320923 h 2543175"/>
                <a:gd name="connsiteX8" fmla="*/ 714375 w 1247775"/>
                <a:gd name="connsiteY8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488952 w 1247775"/>
                <a:gd name="connsiteY5" fmla="*/ 2543175 h 2543175"/>
                <a:gd name="connsiteX6" fmla="*/ 0 w 1247775"/>
                <a:gd name="connsiteY6" fmla="*/ 2320923 h 2543175"/>
                <a:gd name="connsiteX7" fmla="*/ 714375 w 1247775"/>
                <a:gd name="connsiteY7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9549 w 1274412"/>
                <a:gd name="connsiteY0" fmla="*/ 88902 h 2543175"/>
                <a:gd name="connsiteX1" fmla="*/ 808451 w 1274412"/>
                <a:gd name="connsiteY1" fmla="*/ 0 h 2543175"/>
                <a:gd name="connsiteX2" fmla="*/ 1164047 w 1274412"/>
                <a:gd name="connsiteY2" fmla="*/ 0 h 2543175"/>
                <a:gd name="connsiteX3" fmla="*/ 1252949 w 1274412"/>
                <a:gd name="connsiteY3" fmla="*/ 88902 h 2543175"/>
                <a:gd name="connsiteX4" fmla="*/ 494126 w 1274412"/>
                <a:gd name="connsiteY4" fmla="*/ 2543175 h 2543175"/>
                <a:gd name="connsiteX5" fmla="*/ 5174 w 1274412"/>
                <a:gd name="connsiteY5" fmla="*/ 2320923 h 2543175"/>
                <a:gd name="connsiteX6" fmla="*/ 719549 w 1274412"/>
                <a:gd name="connsiteY6" fmla="*/ 88902 h 2543175"/>
                <a:gd name="connsiteX0" fmla="*/ 718529 w 1273392"/>
                <a:gd name="connsiteY0" fmla="*/ 88902 h 2543175"/>
                <a:gd name="connsiteX1" fmla="*/ 807431 w 1273392"/>
                <a:gd name="connsiteY1" fmla="*/ 0 h 2543175"/>
                <a:gd name="connsiteX2" fmla="*/ 1163027 w 1273392"/>
                <a:gd name="connsiteY2" fmla="*/ 0 h 2543175"/>
                <a:gd name="connsiteX3" fmla="*/ 1251929 w 1273392"/>
                <a:gd name="connsiteY3" fmla="*/ 88902 h 2543175"/>
                <a:gd name="connsiteX4" fmla="*/ 493106 w 1273392"/>
                <a:gd name="connsiteY4" fmla="*/ 2543175 h 2543175"/>
                <a:gd name="connsiteX5" fmla="*/ 4154 w 1273392"/>
                <a:gd name="connsiteY5" fmla="*/ 2320923 h 2543175"/>
                <a:gd name="connsiteX6" fmla="*/ 718529 w 1273392"/>
                <a:gd name="connsiteY6" fmla="*/ 88902 h 2543175"/>
                <a:gd name="connsiteX0" fmla="*/ 723194 w 1278057"/>
                <a:gd name="connsiteY0" fmla="*/ 88902 h 2543175"/>
                <a:gd name="connsiteX1" fmla="*/ 812096 w 1278057"/>
                <a:gd name="connsiteY1" fmla="*/ 0 h 2543175"/>
                <a:gd name="connsiteX2" fmla="*/ 1167692 w 1278057"/>
                <a:gd name="connsiteY2" fmla="*/ 0 h 2543175"/>
                <a:gd name="connsiteX3" fmla="*/ 1256594 w 1278057"/>
                <a:gd name="connsiteY3" fmla="*/ 88902 h 2543175"/>
                <a:gd name="connsiteX4" fmla="*/ 497771 w 1278057"/>
                <a:gd name="connsiteY4" fmla="*/ 2543175 h 2543175"/>
                <a:gd name="connsiteX5" fmla="*/ 8819 w 1278057"/>
                <a:gd name="connsiteY5" fmla="*/ 2320923 h 2543175"/>
                <a:gd name="connsiteX6" fmla="*/ 723194 w 1278057"/>
                <a:gd name="connsiteY6" fmla="*/ 88902 h 2543175"/>
                <a:gd name="connsiteX0" fmla="*/ 723194 w 1278057"/>
                <a:gd name="connsiteY0" fmla="*/ 88902 h 2545617"/>
                <a:gd name="connsiteX1" fmla="*/ 812096 w 1278057"/>
                <a:gd name="connsiteY1" fmla="*/ 0 h 2545617"/>
                <a:gd name="connsiteX2" fmla="*/ 1167692 w 1278057"/>
                <a:gd name="connsiteY2" fmla="*/ 0 h 2545617"/>
                <a:gd name="connsiteX3" fmla="*/ 1256594 w 1278057"/>
                <a:gd name="connsiteY3" fmla="*/ 88902 h 2545617"/>
                <a:gd name="connsiteX4" fmla="*/ 497771 w 1278057"/>
                <a:gd name="connsiteY4" fmla="*/ 2543175 h 2545617"/>
                <a:gd name="connsiteX5" fmla="*/ 8819 w 1278057"/>
                <a:gd name="connsiteY5" fmla="*/ 2320923 h 2545617"/>
                <a:gd name="connsiteX6" fmla="*/ 723194 w 1278057"/>
                <a:gd name="connsiteY6" fmla="*/ 88902 h 2545617"/>
                <a:gd name="connsiteX0" fmla="*/ 723194 w 1278057"/>
                <a:gd name="connsiteY0" fmla="*/ 88902 h 2568963"/>
                <a:gd name="connsiteX1" fmla="*/ 812096 w 1278057"/>
                <a:gd name="connsiteY1" fmla="*/ 0 h 2568963"/>
                <a:gd name="connsiteX2" fmla="*/ 1167692 w 1278057"/>
                <a:gd name="connsiteY2" fmla="*/ 0 h 2568963"/>
                <a:gd name="connsiteX3" fmla="*/ 1256594 w 1278057"/>
                <a:gd name="connsiteY3" fmla="*/ 88902 h 2568963"/>
                <a:gd name="connsiteX4" fmla="*/ 497771 w 1278057"/>
                <a:gd name="connsiteY4" fmla="*/ 2543175 h 2568963"/>
                <a:gd name="connsiteX5" fmla="*/ 8819 w 1278057"/>
                <a:gd name="connsiteY5" fmla="*/ 2320923 h 2568963"/>
                <a:gd name="connsiteX6" fmla="*/ 723194 w 1278057"/>
                <a:gd name="connsiteY6" fmla="*/ 88902 h 256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8057" h="2568963">
                  <a:moveTo>
                    <a:pt x="723194" y="88902"/>
                  </a:moveTo>
                  <a:cubicBezTo>
                    <a:pt x="723194" y="39803"/>
                    <a:pt x="762997" y="0"/>
                    <a:pt x="812096" y="0"/>
                  </a:cubicBezTo>
                  <a:lnTo>
                    <a:pt x="1167692" y="0"/>
                  </a:lnTo>
                  <a:cubicBezTo>
                    <a:pt x="1216791" y="0"/>
                    <a:pt x="1256594" y="39803"/>
                    <a:pt x="1256594" y="88902"/>
                  </a:cubicBezTo>
                  <a:cubicBezTo>
                    <a:pt x="1270353" y="592668"/>
                    <a:pt x="1446037" y="2191809"/>
                    <a:pt x="497771" y="2543175"/>
                  </a:cubicBezTo>
                  <a:cubicBezTo>
                    <a:pt x="448672" y="2543175"/>
                    <a:pt x="79603" y="2680614"/>
                    <a:pt x="8819" y="2320923"/>
                  </a:cubicBezTo>
                  <a:cubicBezTo>
                    <a:pt x="-105481" y="1621366"/>
                    <a:pt x="932744" y="1464734"/>
                    <a:pt x="723194" y="88902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20000"/>
                    <a:lumOff val="80000"/>
                  </a:srgbClr>
                </a:gs>
              </a:gsLst>
              <a:lin ang="108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Oval 3">
              <a:extLst>
                <a:ext uri="{FF2B5EF4-FFF2-40B4-BE49-F238E27FC236}">
                  <a16:creationId xmlns:a16="http://schemas.microsoft.com/office/drawing/2014/main" id="{CFB56154-BC7B-3726-4459-32745CDCEB95}"/>
                </a:ext>
              </a:extLst>
            </p:cNvPr>
            <p:cNvSpPr/>
            <p:nvPr/>
          </p:nvSpPr>
          <p:spPr>
            <a:xfrm rot="5400000">
              <a:off x="1060391" y="593998"/>
              <a:ext cx="764305" cy="2150643"/>
            </a:xfrm>
            <a:custGeom>
              <a:avLst/>
              <a:gdLst>
                <a:gd name="connsiteX0" fmla="*/ 0 w 1139684"/>
                <a:gd name="connsiteY0" fmla="*/ 1853128 h 3706256"/>
                <a:gd name="connsiteX1" fmla="*/ 569842 w 1139684"/>
                <a:gd name="connsiteY1" fmla="*/ 0 h 3706256"/>
                <a:gd name="connsiteX2" fmla="*/ 1139684 w 1139684"/>
                <a:gd name="connsiteY2" fmla="*/ 1853128 h 3706256"/>
                <a:gd name="connsiteX3" fmla="*/ 569842 w 1139684"/>
                <a:gd name="connsiteY3" fmla="*/ 3706256 h 3706256"/>
                <a:gd name="connsiteX4" fmla="*/ 0 w 1139684"/>
                <a:gd name="connsiteY4" fmla="*/ 1853128 h 3706256"/>
                <a:gd name="connsiteX0" fmla="*/ 0 w 1148393"/>
                <a:gd name="connsiteY0" fmla="*/ 1853128 h 3868995"/>
                <a:gd name="connsiteX1" fmla="*/ 569842 w 1148393"/>
                <a:gd name="connsiteY1" fmla="*/ 0 h 3868995"/>
                <a:gd name="connsiteX2" fmla="*/ 1139684 w 1148393"/>
                <a:gd name="connsiteY2" fmla="*/ 1853128 h 3868995"/>
                <a:gd name="connsiteX3" fmla="*/ 971132 w 1148393"/>
                <a:gd name="connsiteY3" fmla="*/ 3565556 h 3868995"/>
                <a:gd name="connsiteX4" fmla="*/ 569842 w 1148393"/>
                <a:gd name="connsiteY4" fmla="*/ 3706256 h 3868995"/>
                <a:gd name="connsiteX5" fmla="*/ 0 w 1148393"/>
                <a:gd name="connsiteY5" fmla="*/ 1853128 h 3868995"/>
                <a:gd name="connsiteX0" fmla="*/ 617 w 1149010"/>
                <a:gd name="connsiteY0" fmla="*/ 1853128 h 3868995"/>
                <a:gd name="connsiteX1" fmla="*/ 570459 w 1149010"/>
                <a:gd name="connsiteY1" fmla="*/ 0 h 3868995"/>
                <a:gd name="connsiteX2" fmla="*/ 1140301 w 1149010"/>
                <a:gd name="connsiteY2" fmla="*/ 1853128 h 3868995"/>
                <a:gd name="connsiteX3" fmla="*/ 971749 w 1149010"/>
                <a:gd name="connsiteY3" fmla="*/ 3565556 h 3868995"/>
                <a:gd name="connsiteX4" fmla="*/ 570459 w 1149010"/>
                <a:gd name="connsiteY4" fmla="*/ 3706256 h 3868995"/>
                <a:gd name="connsiteX5" fmla="*/ 617 w 1149010"/>
                <a:gd name="connsiteY5" fmla="*/ 1853128 h 3868995"/>
                <a:gd name="connsiteX0" fmla="*/ 425 w 1386941"/>
                <a:gd name="connsiteY0" fmla="*/ 1919875 h 3864252"/>
                <a:gd name="connsiteX1" fmla="*/ 808390 w 1386941"/>
                <a:gd name="connsiteY1" fmla="*/ 72 h 3864252"/>
                <a:gd name="connsiteX2" fmla="*/ 1378232 w 1386941"/>
                <a:gd name="connsiteY2" fmla="*/ 1853200 h 3864252"/>
                <a:gd name="connsiteX3" fmla="*/ 1209680 w 1386941"/>
                <a:gd name="connsiteY3" fmla="*/ 3565628 h 3864252"/>
                <a:gd name="connsiteX4" fmla="*/ 808390 w 1386941"/>
                <a:gd name="connsiteY4" fmla="*/ 3706328 h 3864252"/>
                <a:gd name="connsiteX5" fmla="*/ 425 w 1386941"/>
                <a:gd name="connsiteY5" fmla="*/ 1919875 h 3864252"/>
                <a:gd name="connsiteX0" fmla="*/ 474 w 1386990"/>
                <a:gd name="connsiteY0" fmla="*/ 1919875 h 3823406"/>
                <a:gd name="connsiteX1" fmla="*/ 808439 w 1386990"/>
                <a:gd name="connsiteY1" fmla="*/ 72 h 3823406"/>
                <a:gd name="connsiteX2" fmla="*/ 1378281 w 1386990"/>
                <a:gd name="connsiteY2" fmla="*/ 1853200 h 3823406"/>
                <a:gd name="connsiteX3" fmla="*/ 1209729 w 1386990"/>
                <a:gd name="connsiteY3" fmla="*/ 3565628 h 3823406"/>
                <a:gd name="connsiteX4" fmla="*/ 808439 w 1386990"/>
                <a:gd name="connsiteY4" fmla="*/ 3706328 h 3823406"/>
                <a:gd name="connsiteX5" fmla="*/ 474 w 1386990"/>
                <a:gd name="connsiteY5" fmla="*/ 1919875 h 3823406"/>
                <a:gd name="connsiteX0" fmla="*/ 474 w 1386990"/>
                <a:gd name="connsiteY0" fmla="*/ 1919875 h 3784545"/>
                <a:gd name="connsiteX1" fmla="*/ 808439 w 1386990"/>
                <a:gd name="connsiteY1" fmla="*/ 72 h 3784545"/>
                <a:gd name="connsiteX2" fmla="*/ 1378281 w 1386990"/>
                <a:gd name="connsiteY2" fmla="*/ 1853200 h 3784545"/>
                <a:gd name="connsiteX3" fmla="*/ 1209729 w 1386990"/>
                <a:gd name="connsiteY3" fmla="*/ 3565628 h 3784545"/>
                <a:gd name="connsiteX4" fmla="*/ 808439 w 1386990"/>
                <a:gd name="connsiteY4" fmla="*/ 3706328 h 3784545"/>
                <a:gd name="connsiteX5" fmla="*/ 474 w 1386990"/>
                <a:gd name="connsiteY5" fmla="*/ 1919875 h 3784545"/>
                <a:gd name="connsiteX0" fmla="*/ 474 w 1393437"/>
                <a:gd name="connsiteY0" fmla="*/ 1919874 h 3784544"/>
                <a:gd name="connsiteX1" fmla="*/ 808439 w 1393437"/>
                <a:gd name="connsiteY1" fmla="*/ 71 h 3784544"/>
                <a:gd name="connsiteX2" fmla="*/ 1378281 w 1393437"/>
                <a:gd name="connsiteY2" fmla="*/ 1853199 h 3784544"/>
                <a:gd name="connsiteX3" fmla="*/ 1190684 w 1393437"/>
                <a:gd name="connsiteY3" fmla="*/ 3337028 h 3784544"/>
                <a:gd name="connsiteX4" fmla="*/ 1209729 w 1393437"/>
                <a:gd name="connsiteY4" fmla="*/ 3565627 h 3784544"/>
                <a:gd name="connsiteX5" fmla="*/ 808439 w 1393437"/>
                <a:gd name="connsiteY5" fmla="*/ 3706327 h 3784544"/>
                <a:gd name="connsiteX6" fmla="*/ 474 w 1393437"/>
                <a:gd name="connsiteY6" fmla="*/ 1919874 h 3784544"/>
                <a:gd name="connsiteX0" fmla="*/ 474 w 1395647"/>
                <a:gd name="connsiteY0" fmla="*/ 1919870 h 3784540"/>
                <a:gd name="connsiteX1" fmla="*/ 808439 w 1395647"/>
                <a:gd name="connsiteY1" fmla="*/ 67 h 3784540"/>
                <a:gd name="connsiteX2" fmla="*/ 1378281 w 1395647"/>
                <a:gd name="connsiteY2" fmla="*/ 1853195 h 3784540"/>
                <a:gd name="connsiteX3" fmla="*/ 1200208 w 1395647"/>
                <a:gd name="connsiteY3" fmla="*/ 2879823 h 3784540"/>
                <a:gd name="connsiteX4" fmla="*/ 1190684 w 1395647"/>
                <a:gd name="connsiteY4" fmla="*/ 3337024 h 3784540"/>
                <a:gd name="connsiteX5" fmla="*/ 1209729 w 1395647"/>
                <a:gd name="connsiteY5" fmla="*/ 3565623 h 3784540"/>
                <a:gd name="connsiteX6" fmla="*/ 808439 w 1395647"/>
                <a:gd name="connsiteY6" fmla="*/ 3706323 h 3784540"/>
                <a:gd name="connsiteX7" fmla="*/ 474 w 1395647"/>
                <a:gd name="connsiteY7" fmla="*/ 1919870 h 3784540"/>
                <a:gd name="connsiteX0" fmla="*/ 474 w 1403388"/>
                <a:gd name="connsiteY0" fmla="*/ 1919866 h 3784536"/>
                <a:gd name="connsiteX1" fmla="*/ 808439 w 1403388"/>
                <a:gd name="connsiteY1" fmla="*/ 63 h 3784536"/>
                <a:gd name="connsiteX2" fmla="*/ 1378281 w 1403388"/>
                <a:gd name="connsiteY2" fmla="*/ 1853191 h 3784536"/>
                <a:gd name="connsiteX3" fmla="*/ 1257358 w 1403388"/>
                <a:gd name="connsiteY3" fmla="*/ 2384519 h 3784536"/>
                <a:gd name="connsiteX4" fmla="*/ 1200208 w 1403388"/>
                <a:gd name="connsiteY4" fmla="*/ 2879819 h 3784536"/>
                <a:gd name="connsiteX5" fmla="*/ 1190684 w 1403388"/>
                <a:gd name="connsiteY5" fmla="*/ 3337020 h 3784536"/>
                <a:gd name="connsiteX6" fmla="*/ 1209729 w 1403388"/>
                <a:gd name="connsiteY6" fmla="*/ 3565619 h 3784536"/>
                <a:gd name="connsiteX7" fmla="*/ 808439 w 1403388"/>
                <a:gd name="connsiteY7" fmla="*/ 3706319 h 3784536"/>
                <a:gd name="connsiteX8" fmla="*/ 474 w 1403388"/>
                <a:gd name="connsiteY8" fmla="*/ 1919866 h 3784536"/>
                <a:gd name="connsiteX0" fmla="*/ 474 w 1303204"/>
                <a:gd name="connsiteY0" fmla="*/ 1919866 h 3784536"/>
                <a:gd name="connsiteX1" fmla="*/ 808439 w 1303204"/>
                <a:gd name="connsiteY1" fmla="*/ 63 h 3784536"/>
                <a:gd name="connsiteX2" fmla="*/ 1254456 w 1303204"/>
                <a:gd name="connsiteY2" fmla="*/ 1853191 h 3784536"/>
                <a:gd name="connsiteX3" fmla="*/ 1257358 w 1303204"/>
                <a:gd name="connsiteY3" fmla="*/ 2384519 h 3784536"/>
                <a:gd name="connsiteX4" fmla="*/ 1200208 w 1303204"/>
                <a:gd name="connsiteY4" fmla="*/ 2879819 h 3784536"/>
                <a:gd name="connsiteX5" fmla="*/ 1190684 w 1303204"/>
                <a:gd name="connsiteY5" fmla="*/ 3337020 h 3784536"/>
                <a:gd name="connsiteX6" fmla="*/ 1209729 w 1303204"/>
                <a:gd name="connsiteY6" fmla="*/ 3565619 h 3784536"/>
                <a:gd name="connsiteX7" fmla="*/ 808439 w 1303204"/>
                <a:gd name="connsiteY7" fmla="*/ 3706319 h 3784536"/>
                <a:gd name="connsiteX8" fmla="*/ 474 w 1303204"/>
                <a:gd name="connsiteY8" fmla="*/ 1919866 h 3784536"/>
                <a:gd name="connsiteX0" fmla="*/ 474 w 1286237"/>
                <a:gd name="connsiteY0" fmla="*/ 1925733 h 3790403"/>
                <a:gd name="connsiteX1" fmla="*/ 808439 w 1286237"/>
                <a:gd name="connsiteY1" fmla="*/ 5930 h 3790403"/>
                <a:gd name="connsiteX2" fmla="*/ 1257354 w 1286237"/>
                <a:gd name="connsiteY2" fmla="*/ 1342636 h 3790403"/>
                <a:gd name="connsiteX3" fmla="*/ 1254456 w 1286237"/>
                <a:gd name="connsiteY3" fmla="*/ 1859058 h 3790403"/>
                <a:gd name="connsiteX4" fmla="*/ 1257358 w 1286237"/>
                <a:gd name="connsiteY4" fmla="*/ 2390386 h 3790403"/>
                <a:gd name="connsiteX5" fmla="*/ 1200208 w 1286237"/>
                <a:gd name="connsiteY5" fmla="*/ 2885686 h 3790403"/>
                <a:gd name="connsiteX6" fmla="*/ 1190684 w 1286237"/>
                <a:gd name="connsiteY6" fmla="*/ 3342887 h 3790403"/>
                <a:gd name="connsiteX7" fmla="*/ 1209729 w 1286237"/>
                <a:gd name="connsiteY7" fmla="*/ 3571486 h 3790403"/>
                <a:gd name="connsiteX8" fmla="*/ 808439 w 1286237"/>
                <a:gd name="connsiteY8" fmla="*/ 3712186 h 3790403"/>
                <a:gd name="connsiteX9" fmla="*/ 474 w 1286237"/>
                <a:gd name="connsiteY9" fmla="*/ 1925733 h 3790403"/>
                <a:gd name="connsiteX0" fmla="*/ 474 w 1274198"/>
                <a:gd name="connsiteY0" fmla="*/ 1946591 h 3811261"/>
                <a:gd name="connsiteX1" fmla="*/ 808439 w 1274198"/>
                <a:gd name="connsiteY1" fmla="*/ 26788 h 3811261"/>
                <a:gd name="connsiteX2" fmla="*/ 1209730 w 1274198"/>
                <a:gd name="connsiteY2" fmla="*/ 858669 h 3811261"/>
                <a:gd name="connsiteX3" fmla="*/ 1257354 w 1274198"/>
                <a:gd name="connsiteY3" fmla="*/ 1363494 h 3811261"/>
                <a:gd name="connsiteX4" fmla="*/ 1254456 w 1274198"/>
                <a:gd name="connsiteY4" fmla="*/ 1879916 h 3811261"/>
                <a:gd name="connsiteX5" fmla="*/ 1257358 w 1274198"/>
                <a:gd name="connsiteY5" fmla="*/ 2411244 h 3811261"/>
                <a:gd name="connsiteX6" fmla="*/ 1200208 w 1274198"/>
                <a:gd name="connsiteY6" fmla="*/ 2906544 h 3811261"/>
                <a:gd name="connsiteX7" fmla="*/ 1190684 w 1274198"/>
                <a:gd name="connsiteY7" fmla="*/ 3363745 h 3811261"/>
                <a:gd name="connsiteX8" fmla="*/ 1209729 w 1274198"/>
                <a:gd name="connsiteY8" fmla="*/ 3592344 h 3811261"/>
                <a:gd name="connsiteX9" fmla="*/ 808439 w 1274198"/>
                <a:gd name="connsiteY9" fmla="*/ 3733044 h 3811261"/>
                <a:gd name="connsiteX10" fmla="*/ 474 w 1274198"/>
                <a:gd name="connsiteY10" fmla="*/ 1946591 h 3811261"/>
                <a:gd name="connsiteX0" fmla="*/ 474 w 1274198"/>
                <a:gd name="connsiteY0" fmla="*/ 1993036 h 3857706"/>
                <a:gd name="connsiteX1" fmla="*/ 808439 w 1274198"/>
                <a:gd name="connsiteY1" fmla="*/ 73233 h 3857706"/>
                <a:gd name="connsiteX2" fmla="*/ 1152584 w 1274198"/>
                <a:gd name="connsiteY2" fmla="*/ 447915 h 3857706"/>
                <a:gd name="connsiteX3" fmla="*/ 1209730 w 1274198"/>
                <a:gd name="connsiteY3" fmla="*/ 905114 h 3857706"/>
                <a:gd name="connsiteX4" fmla="*/ 1257354 w 1274198"/>
                <a:gd name="connsiteY4" fmla="*/ 1409939 h 3857706"/>
                <a:gd name="connsiteX5" fmla="*/ 1254456 w 1274198"/>
                <a:gd name="connsiteY5" fmla="*/ 1926361 h 3857706"/>
                <a:gd name="connsiteX6" fmla="*/ 1257358 w 1274198"/>
                <a:gd name="connsiteY6" fmla="*/ 2457689 h 3857706"/>
                <a:gd name="connsiteX7" fmla="*/ 1200208 w 1274198"/>
                <a:gd name="connsiteY7" fmla="*/ 2952989 h 3857706"/>
                <a:gd name="connsiteX8" fmla="*/ 1190684 w 1274198"/>
                <a:gd name="connsiteY8" fmla="*/ 3410190 h 3857706"/>
                <a:gd name="connsiteX9" fmla="*/ 1209729 w 1274198"/>
                <a:gd name="connsiteY9" fmla="*/ 3638789 h 3857706"/>
                <a:gd name="connsiteX10" fmla="*/ 808439 w 1274198"/>
                <a:gd name="connsiteY10" fmla="*/ 3779489 h 3857706"/>
                <a:gd name="connsiteX11" fmla="*/ 474 w 1274198"/>
                <a:gd name="connsiteY11" fmla="*/ 1993036 h 3857706"/>
                <a:gd name="connsiteX0" fmla="*/ 474 w 1274198"/>
                <a:gd name="connsiteY0" fmla="*/ 2012173 h 3876843"/>
                <a:gd name="connsiteX1" fmla="*/ 808439 w 1274198"/>
                <a:gd name="connsiteY1" fmla="*/ 92370 h 3876843"/>
                <a:gd name="connsiteX2" fmla="*/ 1152584 w 1274198"/>
                <a:gd name="connsiteY2" fmla="*/ 467052 h 3876843"/>
                <a:gd name="connsiteX3" fmla="*/ 1209730 w 1274198"/>
                <a:gd name="connsiteY3" fmla="*/ 924251 h 3876843"/>
                <a:gd name="connsiteX4" fmla="*/ 1257354 w 1274198"/>
                <a:gd name="connsiteY4" fmla="*/ 1429076 h 3876843"/>
                <a:gd name="connsiteX5" fmla="*/ 1254456 w 1274198"/>
                <a:gd name="connsiteY5" fmla="*/ 1945498 h 3876843"/>
                <a:gd name="connsiteX6" fmla="*/ 1257358 w 1274198"/>
                <a:gd name="connsiteY6" fmla="*/ 2476826 h 3876843"/>
                <a:gd name="connsiteX7" fmla="*/ 1200208 w 1274198"/>
                <a:gd name="connsiteY7" fmla="*/ 2972126 h 3876843"/>
                <a:gd name="connsiteX8" fmla="*/ 1190684 w 1274198"/>
                <a:gd name="connsiteY8" fmla="*/ 3429327 h 3876843"/>
                <a:gd name="connsiteX9" fmla="*/ 1209729 w 1274198"/>
                <a:gd name="connsiteY9" fmla="*/ 3657926 h 3876843"/>
                <a:gd name="connsiteX10" fmla="*/ 808439 w 1274198"/>
                <a:gd name="connsiteY10" fmla="*/ 3798626 h 3876843"/>
                <a:gd name="connsiteX11" fmla="*/ 474 w 1274198"/>
                <a:gd name="connsiteY11" fmla="*/ 2012173 h 3876843"/>
                <a:gd name="connsiteX0" fmla="*/ 474 w 1274198"/>
                <a:gd name="connsiteY0" fmla="*/ 2004138 h 3868808"/>
                <a:gd name="connsiteX1" fmla="*/ 808439 w 1274198"/>
                <a:gd name="connsiteY1" fmla="*/ 84335 h 3868808"/>
                <a:gd name="connsiteX2" fmla="*/ 1152584 w 1274198"/>
                <a:gd name="connsiteY2" fmla="*/ 459017 h 3868808"/>
                <a:gd name="connsiteX3" fmla="*/ 1209730 w 1274198"/>
                <a:gd name="connsiteY3" fmla="*/ 916216 h 3868808"/>
                <a:gd name="connsiteX4" fmla="*/ 1257354 w 1274198"/>
                <a:gd name="connsiteY4" fmla="*/ 1421041 h 3868808"/>
                <a:gd name="connsiteX5" fmla="*/ 1254456 w 1274198"/>
                <a:gd name="connsiteY5" fmla="*/ 1937463 h 3868808"/>
                <a:gd name="connsiteX6" fmla="*/ 1257358 w 1274198"/>
                <a:gd name="connsiteY6" fmla="*/ 2468791 h 3868808"/>
                <a:gd name="connsiteX7" fmla="*/ 1200208 w 1274198"/>
                <a:gd name="connsiteY7" fmla="*/ 2964091 h 3868808"/>
                <a:gd name="connsiteX8" fmla="*/ 1190684 w 1274198"/>
                <a:gd name="connsiteY8" fmla="*/ 3421292 h 3868808"/>
                <a:gd name="connsiteX9" fmla="*/ 1209729 w 1274198"/>
                <a:gd name="connsiteY9" fmla="*/ 3649891 h 3868808"/>
                <a:gd name="connsiteX10" fmla="*/ 808439 w 1274198"/>
                <a:gd name="connsiteY10" fmla="*/ 3790591 h 3868808"/>
                <a:gd name="connsiteX11" fmla="*/ 474 w 1274198"/>
                <a:gd name="connsiteY11" fmla="*/ 2004138 h 3868808"/>
                <a:gd name="connsiteX0" fmla="*/ 474 w 1274198"/>
                <a:gd name="connsiteY0" fmla="*/ 1996152 h 3860822"/>
                <a:gd name="connsiteX1" fmla="*/ 808439 w 1274198"/>
                <a:gd name="connsiteY1" fmla="*/ 76349 h 3860822"/>
                <a:gd name="connsiteX2" fmla="*/ 1152584 w 1274198"/>
                <a:gd name="connsiteY2" fmla="*/ 451031 h 3860822"/>
                <a:gd name="connsiteX3" fmla="*/ 1209730 w 1274198"/>
                <a:gd name="connsiteY3" fmla="*/ 908230 h 3860822"/>
                <a:gd name="connsiteX4" fmla="*/ 1257354 w 1274198"/>
                <a:gd name="connsiteY4" fmla="*/ 1413055 h 3860822"/>
                <a:gd name="connsiteX5" fmla="*/ 1254456 w 1274198"/>
                <a:gd name="connsiteY5" fmla="*/ 1929477 h 3860822"/>
                <a:gd name="connsiteX6" fmla="*/ 1257358 w 1274198"/>
                <a:gd name="connsiteY6" fmla="*/ 2460805 h 3860822"/>
                <a:gd name="connsiteX7" fmla="*/ 1200208 w 1274198"/>
                <a:gd name="connsiteY7" fmla="*/ 2956105 h 3860822"/>
                <a:gd name="connsiteX8" fmla="*/ 1190684 w 1274198"/>
                <a:gd name="connsiteY8" fmla="*/ 3413306 h 3860822"/>
                <a:gd name="connsiteX9" fmla="*/ 1209729 w 1274198"/>
                <a:gd name="connsiteY9" fmla="*/ 3641905 h 3860822"/>
                <a:gd name="connsiteX10" fmla="*/ 808439 w 1274198"/>
                <a:gd name="connsiteY10" fmla="*/ 3782605 h 3860822"/>
                <a:gd name="connsiteX11" fmla="*/ 474 w 1274198"/>
                <a:gd name="connsiteY11" fmla="*/ 1996152 h 3860822"/>
                <a:gd name="connsiteX0" fmla="*/ 474 w 1274198"/>
                <a:gd name="connsiteY0" fmla="*/ 1996152 h 3860822"/>
                <a:gd name="connsiteX1" fmla="*/ 808439 w 1274198"/>
                <a:gd name="connsiteY1" fmla="*/ 76349 h 3860822"/>
                <a:gd name="connsiteX2" fmla="*/ 1152584 w 1274198"/>
                <a:gd name="connsiteY2" fmla="*/ 451031 h 3860822"/>
                <a:gd name="connsiteX3" fmla="*/ 1209730 w 1274198"/>
                <a:gd name="connsiteY3" fmla="*/ 908230 h 3860822"/>
                <a:gd name="connsiteX4" fmla="*/ 1257354 w 1274198"/>
                <a:gd name="connsiteY4" fmla="*/ 1413055 h 3860822"/>
                <a:gd name="connsiteX5" fmla="*/ 1254456 w 1274198"/>
                <a:gd name="connsiteY5" fmla="*/ 1929477 h 3860822"/>
                <a:gd name="connsiteX6" fmla="*/ 1257358 w 1274198"/>
                <a:gd name="connsiteY6" fmla="*/ 2460805 h 3860822"/>
                <a:gd name="connsiteX7" fmla="*/ 1200208 w 1274198"/>
                <a:gd name="connsiteY7" fmla="*/ 2956105 h 3860822"/>
                <a:gd name="connsiteX8" fmla="*/ 1190684 w 1274198"/>
                <a:gd name="connsiteY8" fmla="*/ 3413306 h 3860822"/>
                <a:gd name="connsiteX9" fmla="*/ 1209729 w 1274198"/>
                <a:gd name="connsiteY9" fmla="*/ 3641905 h 3860822"/>
                <a:gd name="connsiteX10" fmla="*/ 808439 w 1274198"/>
                <a:gd name="connsiteY10" fmla="*/ 3782605 h 3860822"/>
                <a:gd name="connsiteX11" fmla="*/ 474 w 1274198"/>
                <a:gd name="connsiteY11" fmla="*/ 1996152 h 3860822"/>
                <a:gd name="connsiteX0" fmla="*/ 474 w 1315765"/>
                <a:gd name="connsiteY0" fmla="*/ 1996152 h 3860822"/>
                <a:gd name="connsiteX1" fmla="*/ 808439 w 1315765"/>
                <a:gd name="connsiteY1" fmla="*/ 76349 h 3860822"/>
                <a:gd name="connsiteX2" fmla="*/ 1152584 w 1315765"/>
                <a:gd name="connsiteY2" fmla="*/ 451031 h 3860822"/>
                <a:gd name="connsiteX3" fmla="*/ 1209730 w 1315765"/>
                <a:gd name="connsiteY3" fmla="*/ 908230 h 3860822"/>
                <a:gd name="connsiteX4" fmla="*/ 1257354 w 1315765"/>
                <a:gd name="connsiteY4" fmla="*/ 1413055 h 3860822"/>
                <a:gd name="connsiteX5" fmla="*/ 1254456 w 1315765"/>
                <a:gd name="connsiteY5" fmla="*/ 1929477 h 3860822"/>
                <a:gd name="connsiteX6" fmla="*/ 1257358 w 1315765"/>
                <a:gd name="connsiteY6" fmla="*/ 2460805 h 3860822"/>
                <a:gd name="connsiteX7" fmla="*/ 1200208 w 1315765"/>
                <a:gd name="connsiteY7" fmla="*/ 2956105 h 3860822"/>
                <a:gd name="connsiteX8" fmla="*/ 1190684 w 1315765"/>
                <a:gd name="connsiteY8" fmla="*/ 3413306 h 3860822"/>
                <a:gd name="connsiteX9" fmla="*/ 1209729 w 1315765"/>
                <a:gd name="connsiteY9" fmla="*/ 3641905 h 3860822"/>
                <a:gd name="connsiteX10" fmla="*/ 808439 w 1315765"/>
                <a:gd name="connsiteY10" fmla="*/ 3782605 h 3860822"/>
                <a:gd name="connsiteX11" fmla="*/ 474 w 1315765"/>
                <a:gd name="connsiteY11" fmla="*/ 1996152 h 3860822"/>
                <a:gd name="connsiteX0" fmla="*/ 474 w 1363430"/>
                <a:gd name="connsiteY0" fmla="*/ 1996152 h 3860822"/>
                <a:gd name="connsiteX1" fmla="*/ 808439 w 1363430"/>
                <a:gd name="connsiteY1" fmla="*/ 76349 h 3860822"/>
                <a:gd name="connsiteX2" fmla="*/ 1152584 w 1363430"/>
                <a:gd name="connsiteY2" fmla="*/ 451031 h 3860822"/>
                <a:gd name="connsiteX3" fmla="*/ 1209730 w 1363430"/>
                <a:gd name="connsiteY3" fmla="*/ 908230 h 3860822"/>
                <a:gd name="connsiteX4" fmla="*/ 1257354 w 1363430"/>
                <a:gd name="connsiteY4" fmla="*/ 1413055 h 3860822"/>
                <a:gd name="connsiteX5" fmla="*/ 1254456 w 1363430"/>
                <a:gd name="connsiteY5" fmla="*/ 1929477 h 3860822"/>
                <a:gd name="connsiteX6" fmla="*/ 1257358 w 1363430"/>
                <a:gd name="connsiteY6" fmla="*/ 2460805 h 3860822"/>
                <a:gd name="connsiteX7" fmla="*/ 1200208 w 1363430"/>
                <a:gd name="connsiteY7" fmla="*/ 2956105 h 3860822"/>
                <a:gd name="connsiteX8" fmla="*/ 1190684 w 1363430"/>
                <a:gd name="connsiteY8" fmla="*/ 3413306 h 3860822"/>
                <a:gd name="connsiteX9" fmla="*/ 1209729 w 1363430"/>
                <a:gd name="connsiteY9" fmla="*/ 3641905 h 3860822"/>
                <a:gd name="connsiteX10" fmla="*/ 808439 w 1363430"/>
                <a:gd name="connsiteY10" fmla="*/ 3782605 h 3860822"/>
                <a:gd name="connsiteX11" fmla="*/ 474 w 1363430"/>
                <a:gd name="connsiteY11" fmla="*/ 1996152 h 3860822"/>
                <a:gd name="connsiteX0" fmla="*/ 474 w 1367515"/>
                <a:gd name="connsiteY0" fmla="*/ 1996152 h 3860822"/>
                <a:gd name="connsiteX1" fmla="*/ 808439 w 1367515"/>
                <a:gd name="connsiteY1" fmla="*/ 76349 h 3860822"/>
                <a:gd name="connsiteX2" fmla="*/ 1152584 w 1367515"/>
                <a:gd name="connsiteY2" fmla="*/ 451031 h 3860822"/>
                <a:gd name="connsiteX3" fmla="*/ 1209730 w 1367515"/>
                <a:gd name="connsiteY3" fmla="*/ 908230 h 3860822"/>
                <a:gd name="connsiteX4" fmla="*/ 1257354 w 1367515"/>
                <a:gd name="connsiteY4" fmla="*/ 1413055 h 3860822"/>
                <a:gd name="connsiteX5" fmla="*/ 1254456 w 1367515"/>
                <a:gd name="connsiteY5" fmla="*/ 1929477 h 3860822"/>
                <a:gd name="connsiteX6" fmla="*/ 1257358 w 1367515"/>
                <a:gd name="connsiteY6" fmla="*/ 2460805 h 3860822"/>
                <a:gd name="connsiteX7" fmla="*/ 1200208 w 1367515"/>
                <a:gd name="connsiteY7" fmla="*/ 2956105 h 3860822"/>
                <a:gd name="connsiteX8" fmla="*/ 1190684 w 1367515"/>
                <a:gd name="connsiteY8" fmla="*/ 3413306 h 3860822"/>
                <a:gd name="connsiteX9" fmla="*/ 1209729 w 1367515"/>
                <a:gd name="connsiteY9" fmla="*/ 3641905 h 3860822"/>
                <a:gd name="connsiteX10" fmla="*/ 808439 w 1367515"/>
                <a:gd name="connsiteY10" fmla="*/ 3782605 h 3860822"/>
                <a:gd name="connsiteX11" fmla="*/ 474 w 1367515"/>
                <a:gd name="connsiteY11" fmla="*/ 1996152 h 3860822"/>
                <a:gd name="connsiteX0" fmla="*/ 474 w 1367515"/>
                <a:gd name="connsiteY0" fmla="*/ 1996152 h 3860822"/>
                <a:gd name="connsiteX1" fmla="*/ 808439 w 1367515"/>
                <a:gd name="connsiteY1" fmla="*/ 76349 h 3860822"/>
                <a:gd name="connsiteX2" fmla="*/ 1152584 w 1367515"/>
                <a:gd name="connsiteY2" fmla="*/ 451031 h 3860822"/>
                <a:gd name="connsiteX3" fmla="*/ 1209730 w 1367515"/>
                <a:gd name="connsiteY3" fmla="*/ 908230 h 3860822"/>
                <a:gd name="connsiteX4" fmla="*/ 1257354 w 1367515"/>
                <a:gd name="connsiteY4" fmla="*/ 1413055 h 3860822"/>
                <a:gd name="connsiteX5" fmla="*/ 1254456 w 1367515"/>
                <a:gd name="connsiteY5" fmla="*/ 1929477 h 3860822"/>
                <a:gd name="connsiteX6" fmla="*/ 1257358 w 1367515"/>
                <a:gd name="connsiteY6" fmla="*/ 2460805 h 3860822"/>
                <a:gd name="connsiteX7" fmla="*/ 1200208 w 1367515"/>
                <a:gd name="connsiteY7" fmla="*/ 2956105 h 3860822"/>
                <a:gd name="connsiteX8" fmla="*/ 1190684 w 1367515"/>
                <a:gd name="connsiteY8" fmla="*/ 3413306 h 3860822"/>
                <a:gd name="connsiteX9" fmla="*/ 1209729 w 1367515"/>
                <a:gd name="connsiteY9" fmla="*/ 3641905 h 3860822"/>
                <a:gd name="connsiteX10" fmla="*/ 808439 w 1367515"/>
                <a:gd name="connsiteY10" fmla="*/ 3782605 h 3860822"/>
                <a:gd name="connsiteX11" fmla="*/ 474 w 1367515"/>
                <a:gd name="connsiteY11" fmla="*/ 1996152 h 3860822"/>
                <a:gd name="connsiteX0" fmla="*/ 474 w 1367515"/>
                <a:gd name="connsiteY0" fmla="*/ 1996152 h 3860822"/>
                <a:gd name="connsiteX1" fmla="*/ 808439 w 1367515"/>
                <a:gd name="connsiteY1" fmla="*/ 76349 h 3860822"/>
                <a:gd name="connsiteX2" fmla="*/ 1152584 w 1367515"/>
                <a:gd name="connsiteY2" fmla="*/ 451031 h 3860822"/>
                <a:gd name="connsiteX3" fmla="*/ 1209730 w 1367515"/>
                <a:gd name="connsiteY3" fmla="*/ 908230 h 3860822"/>
                <a:gd name="connsiteX4" fmla="*/ 1257354 w 1367515"/>
                <a:gd name="connsiteY4" fmla="*/ 1413055 h 3860822"/>
                <a:gd name="connsiteX5" fmla="*/ 1254456 w 1367515"/>
                <a:gd name="connsiteY5" fmla="*/ 1929477 h 3860822"/>
                <a:gd name="connsiteX6" fmla="*/ 1257358 w 1367515"/>
                <a:gd name="connsiteY6" fmla="*/ 2460805 h 3860822"/>
                <a:gd name="connsiteX7" fmla="*/ 1200208 w 1367515"/>
                <a:gd name="connsiteY7" fmla="*/ 2956105 h 3860822"/>
                <a:gd name="connsiteX8" fmla="*/ 1190684 w 1367515"/>
                <a:gd name="connsiteY8" fmla="*/ 3413306 h 3860822"/>
                <a:gd name="connsiteX9" fmla="*/ 1209729 w 1367515"/>
                <a:gd name="connsiteY9" fmla="*/ 3641905 h 3860822"/>
                <a:gd name="connsiteX10" fmla="*/ 808439 w 1367515"/>
                <a:gd name="connsiteY10" fmla="*/ 3782605 h 3860822"/>
                <a:gd name="connsiteX11" fmla="*/ 474 w 1367515"/>
                <a:gd name="connsiteY11" fmla="*/ 1996152 h 3860822"/>
                <a:gd name="connsiteX0" fmla="*/ 474 w 1367515"/>
                <a:gd name="connsiteY0" fmla="*/ 1996152 h 3860822"/>
                <a:gd name="connsiteX1" fmla="*/ 808439 w 1367515"/>
                <a:gd name="connsiteY1" fmla="*/ 76349 h 3860822"/>
                <a:gd name="connsiteX2" fmla="*/ 1152584 w 1367515"/>
                <a:gd name="connsiteY2" fmla="*/ 451031 h 3860822"/>
                <a:gd name="connsiteX3" fmla="*/ 1209730 w 1367515"/>
                <a:gd name="connsiteY3" fmla="*/ 908230 h 3860822"/>
                <a:gd name="connsiteX4" fmla="*/ 1257354 w 1367515"/>
                <a:gd name="connsiteY4" fmla="*/ 1413055 h 3860822"/>
                <a:gd name="connsiteX5" fmla="*/ 1254456 w 1367515"/>
                <a:gd name="connsiteY5" fmla="*/ 1929477 h 3860822"/>
                <a:gd name="connsiteX6" fmla="*/ 1257358 w 1367515"/>
                <a:gd name="connsiteY6" fmla="*/ 2460805 h 3860822"/>
                <a:gd name="connsiteX7" fmla="*/ 1200208 w 1367515"/>
                <a:gd name="connsiteY7" fmla="*/ 2956105 h 3860822"/>
                <a:gd name="connsiteX8" fmla="*/ 1190684 w 1367515"/>
                <a:gd name="connsiteY8" fmla="*/ 3413306 h 3860822"/>
                <a:gd name="connsiteX9" fmla="*/ 1209729 w 1367515"/>
                <a:gd name="connsiteY9" fmla="*/ 3641905 h 3860822"/>
                <a:gd name="connsiteX10" fmla="*/ 808439 w 1367515"/>
                <a:gd name="connsiteY10" fmla="*/ 3782605 h 3860822"/>
                <a:gd name="connsiteX11" fmla="*/ 474 w 1367515"/>
                <a:gd name="connsiteY11" fmla="*/ 1996152 h 3860822"/>
                <a:gd name="connsiteX0" fmla="*/ 424 w 1367465"/>
                <a:gd name="connsiteY0" fmla="*/ 1996152 h 3848143"/>
                <a:gd name="connsiteX1" fmla="*/ 808389 w 1367465"/>
                <a:gd name="connsiteY1" fmla="*/ 76349 h 3848143"/>
                <a:gd name="connsiteX2" fmla="*/ 1152534 w 1367465"/>
                <a:gd name="connsiteY2" fmla="*/ 451031 h 3848143"/>
                <a:gd name="connsiteX3" fmla="*/ 1209680 w 1367465"/>
                <a:gd name="connsiteY3" fmla="*/ 908230 h 3848143"/>
                <a:gd name="connsiteX4" fmla="*/ 1257304 w 1367465"/>
                <a:gd name="connsiteY4" fmla="*/ 1413055 h 3848143"/>
                <a:gd name="connsiteX5" fmla="*/ 1254406 w 1367465"/>
                <a:gd name="connsiteY5" fmla="*/ 1929477 h 3848143"/>
                <a:gd name="connsiteX6" fmla="*/ 1257308 w 1367465"/>
                <a:gd name="connsiteY6" fmla="*/ 2460805 h 3848143"/>
                <a:gd name="connsiteX7" fmla="*/ 1200158 w 1367465"/>
                <a:gd name="connsiteY7" fmla="*/ 2956105 h 3848143"/>
                <a:gd name="connsiteX8" fmla="*/ 1190634 w 1367465"/>
                <a:gd name="connsiteY8" fmla="*/ 3413306 h 3848143"/>
                <a:gd name="connsiteX9" fmla="*/ 808389 w 1367465"/>
                <a:gd name="connsiteY9" fmla="*/ 3782605 h 3848143"/>
                <a:gd name="connsiteX10" fmla="*/ 424 w 1367465"/>
                <a:gd name="connsiteY10" fmla="*/ 1996152 h 3848143"/>
                <a:gd name="connsiteX0" fmla="*/ 424 w 1367465"/>
                <a:gd name="connsiteY0" fmla="*/ 1996152 h 3868037"/>
                <a:gd name="connsiteX1" fmla="*/ 808389 w 1367465"/>
                <a:gd name="connsiteY1" fmla="*/ 76349 h 3868037"/>
                <a:gd name="connsiteX2" fmla="*/ 1152534 w 1367465"/>
                <a:gd name="connsiteY2" fmla="*/ 451031 h 3868037"/>
                <a:gd name="connsiteX3" fmla="*/ 1209680 w 1367465"/>
                <a:gd name="connsiteY3" fmla="*/ 908230 h 3868037"/>
                <a:gd name="connsiteX4" fmla="*/ 1257304 w 1367465"/>
                <a:gd name="connsiteY4" fmla="*/ 1413055 h 3868037"/>
                <a:gd name="connsiteX5" fmla="*/ 1254406 w 1367465"/>
                <a:gd name="connsiteY5" fmla="*/ 1929477 h 3868037"/>
                <a:gd name="connsiteX6" fmla="*/ 1257308 w 1367465"/>
                <a:gd name="connsiteY6" fmla="*/ 2460805 h 3868037"/>
                <a:gd name="connsiteX7" fmla="*/ 1200158 w 1367465"/>
                <a:gd name="connsiteY7" fmla="*/ 2956105 h 3868037"/>
                <a:gd name="connsiteX8" fmla="*/ 1190634 w 1367465"/>
                <a:gd name="connsiteY8" fmla="*/ 3413306 h 3868037"/>
                <a:gd name="connsiteX9" fmla="*/ 808389 w 1367465"/>
                <a:gd name="connsiteY9" fmla="*/ 3782605 h 3868037"/>
                <a:gd name="connsiteX10" fmla="*/ 424 w 1367465"/>
                <a:gd name="connsiteY10" fmla="*/ 1996152 h 3868037"/>
                <a:gd name="connsiteX0" fmla="*/ 488 w 1367529"/>
                <a:gd name="connsiteY0" fmla="*/ 1996152 h 3848027"/>
                <a:gd name="connsiteX1" fmla="*/ 808453 w 1367529"/>
                <a:gd name="connsiteY1" fmla="*/ 76349 h 3848027"/>
                <a:gd name="connsiteX2" fmla="*/ 1152598 w 1367529"/>
                <a:gd name="connsiteY2" fmla="*/ 451031 h 3848027"/>
                <a:gd name="connsiteX3" fmla="*/ 1209744 w 1367529"/>
                <a:gd name="connsiteY3" fmla="*/ 908230 h 3848027"/>
                <a:gd name="connsiteX4" fmla="*/ 1257368 w 1367529"/>
                <a:gd name="connsiteY4" fmla="*/ 1413055 h 3848027"/>
                <a:gd name="connsiteX5" fmla="*/ 1254470 w 1367529"/>
                <a:gd name="connsiteY5" fmla="*/ 1929477 h 3848027"/>
                <a:gd name="connsiteX6" fmla="*/ 1257372 w 1367529"/>
                <a:gd name="connsiteY6" fmla="*/ 2460805 h 3848027"/>
                <a:gd name="connsiteX7" fmla="*/ 1200222 w 1367529"/>
                <a:gd name="connsiteY7" fmla="*/ 2956105 h 3848027"/>
                <a:gd name="connsiteX8" fmla="*/ 1190698 w 1367529"/>
                <a:gd name="connsiteY8" fmla="*/ 3413306 h 3848027"/>
                <a:gd name="connsiteX9" fmla="*/ 808453 w 1367529"/>
                <a:gd name="connsiteY9" fmla="*/ 3782605 h 3848027"/>
                <a:gd name="connsiteX10" fmla="*/ 488 w 1367529"/>
                <a:gd name="connsiteY10" fmla="*/ 1996152 h 3848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67529" h="3848027">
                  <a:moveTo>
                    <a:pt x="488" y="1996152"/>
                  </a:moveTo>
                  <a:cubicBezTo>
                    <a:pt x="19538" y="686948"/>
                    <a:pt x="502138" y="295769"/>
                    <a:pt x="808453" y="76349"/>
                  </a:cubicBezTo>
                  <a:cubicBezTo>
                    <a:pt x="1114768" y="-143071"/>
                    <a:pt x="1295266" y="150459"/>
                    <a:pt x="1152598" y="451031"/>
                  </a:cubicBezTo>
                  <a:cubicBezTo>
                    <a:pt x="1343305" y="694453"/>
                    <a:pt x="1181169" y="749480"/>
                    <a:pt x="1209744" y="908230"/>
                  </a:cubicBezTo>
                  <a:cubicBezTo>
                    <a:pt x="1428819" y="1143180"/>
                    <a:pt x="1237214" y="1247610"/>
                    <a:pt x="1257368" y="1413055"/>
                  </a:cubicBezTo>
                  <a:cubicBezTo>
                    <a:pt x="1506125" y="1788050"/>
                    <a:pt x="1256057" y="1840577"/>
                    <a:pt x="1254470" y="1929477"/>
                  </a:cubicBezTo>
                  <a:cubicBezTo>
                    <a:pt x="1452911" y="2161252"/>
                    <a:pt x="1287051" y="2289700"/>
                    <a:pt x="1257372" y="2460805"/>
                  </a:cubicBezTo>
                  <a:cubicBezTo>
                    <a:pt x="1418196" y="2784310"/>
                    <a:pt x="1227209" y="2797355"/>
                    <a:pt x="1200222" y="2956105"/>
                  </a:cubicBezTo>
                  <a:cubicBezTo>
                    <a:pt x="1335163" y="3191055"/>
                    <a:pt x="1255993" y="3275556"/>
                    <a:pt x="1190698" y="3413306"/>
                  </a:cubicBezTo>
                  <a:cubicBezTo>
                    <a:pt x="1268278" y="3722506"/>
                    <a:pt x="1092546" y="3971172"/>
                    <a:pt x="808453" y="3782605"/>
                  </a:cubicBezTo>
                  <a:cubicBezTo>
                    <a:pt x="524360" y="3594038"/>
                    <a:pt x="-18562" y="3305356"/>
                    <a:pt x="488" y="1996152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975AD43-FBF5-F989-4821-D313C3C75B95}"/>
                </a:ext>
              </a:extLst>
            </p:cNvPr>
            <p:cNvSpPr/>
            <p:nvPr/>
          </p:nvSpPr>
          <p:spPr>
            <a:xfrm>
              <a:off x="595808" y="1251211"/>
              <a:ext cx="1737869" cy="551258"/>
            </a:xfrm>
            <a:prstGeom prst="rect">
              <a:avLst/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D7CA1604-F718-FDB6-2B48-6FC9EA37B459}"/>
                </a:ext>
              </a:extLst>
            </p:cNvPr>
            <p:cNvSpPr/>
            <p:nvPr/>
          </p:nvSpPr>
          <p:spPr>
            <a:xfrm rot="17991103">
              <a:off x="496809" y="375186"/>
              <a:ext cx="1877277" cy="1980687"/>
            </a:xfrm>
            <a:prstGeom prst="arc">
              <a:avLst>
                <a:gd name="adj1" fmla="val 12779785"/>
                <a:gd name="adj2" fmla="val 5154223"/>
              </a:avLst>
            </a:prstGeom>
            <a:solidFill>
              <a:srgbClr val="4472C4">
                <a:lumMod val="20000"/>
                <a:lumOff val="80000"/>
              </a:srgbClr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Oval 12">
              <a:extLst>
                <a:ext uri="{FF2B5EF4-FFF2-40B4-BE49-F238E27FC236}">
                  <a16:creationId xmlns:a16="http://schemas.microsoft.com/office/drawing/2014/main" id="{F8074B27-7181-7C38-2DEC-8DC2C9739596}"/>
                </a:ext>
              </a:extLst>
            </p:cNvPr>
            <p:cNvSpPr/>
            <p:nvPr/>
          </p:nvSpPr>
          <p:spPr>
            <a:xfrm rot="557351">
              <a:off x="1248035" y="427261"/>
              <a:ext cx="627380" cy="196079"/>
            </a:xfrm>
            <a:custGeom>
              <a:avLst/>
              <a:gdLst>
                <a:gd name="connsiteX0" fmla="*/ 0 w 1107147"/>
                <a:gd name="connsiteY0" fmla="*/ 267556 h 535111"/>
                <a:gd name="connsiteX1" fmla="*/ 553574 w 1107147"/>
                <a:gd name="connsiteY1" fmla="*/ 0 h 535111"/>
                <a:gd name="connsiteX2" fmla="*/ 1107148 w 1107147"/>
                <a:gd name="connsiteY2" fmla="*/ 267556 h 535111"/>
                <a:gd name="connsiteX3" fmla="*/ 553574 w 1107147"/>
                <a:gd name="connsiteY3" fmla="*/ 535112 h 535111"/>
                <a:gd name="connsiteX4" fmla="*/ 0 w 1107147"/>
                <a:gd name="connsiteY4" fmla="*/ 267556 h 535111"/>
                <a:gd name="connsiteX0" fmla="*/ 0 w 1122536"/>
                <a:gd name="connsiteY0" fmla="*/ 33445 h 301001"/>
                <a:gd name="connsiteX1" fmla="*/ 1107148 w 1122536"/>
                <a:gd name="connsiteY1" fmla="*/ 33445 h 301001"/>
                <a:gd name="connsiteX2" fmla="*/ 553574 w 1122536"/>
                <a:gd name="connsiteY2" fmla="*/ 301001 h 301001"/>
                <a:gd name="connsiteX3" fmla="*/ 0 w 1122536"/>
                <a:gd name="connsiteY3" fmla="*/ 33445 h 301001"/>
                <a:gd name="connsiteX0" fmla="*/ 0 w 1122536"/>
                <a:gd name="connsiteY0" fmla="*/ 83278 h 350834"/>
                <a:gd name="connsiteX1" fmla="*/ 1107148 w 1122536"/>
                <a:gd name="connsiteY1" fmla="*/ 83278 h 350834"/>
                <a:gd name="connsiteX2" fmla="*/ 553574 w 1122536"/>
                <a:gd name="connsiteY2" fmla="*/ 350834 h 350834"/>
                <a:gd name="connsiteX3" fmla="*/ 0 w 1122536"/>
                <a:gd name="connsiteY3" fmla="*/ 83278 h 350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2536" h="350834">
                  <a:moveTo>
                    <a:pt x="0" y="83278"/>
                  </a:moveTo>
                  <a:cubicBezTo>
                    <a:pt x="92262" y="38685"/>
                    <a:pt x="792884" y="-79429"/>
                    <a:pt x="1107148" y="83278"/>
                  </a:cubicBezTo>
                  <a:cubicBezTo>
                    <a:pt x="1199410" y="127871"/>
                    <a:pt x="859304" y="350834"/>
                    <a:pt x="553574" y="350834"/>
                  </a:cubicBezTo>
                  <a:cubicBezTo>
                    <a:pt x="247844" y="350834"/>
                    <a:pt x="0" y="231045"/>
                    <a:pt x="0" y="83278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40000"/>
                    <a:lumOff val="60000"/>
                  </a:srgbClr>
                </a:gs>
              </a:gsLst>
              <a:lin ang="6600000" scaled="0"/>
            </a:gra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4D61B9E-7A77-B491-FA54-15A900D2D3C0}"/>
                </a:ext>
              </a:extLst>
            </p:cNvPr>
            <p:cNvSpPr/>
            <p:nvPr/>
          </p:nvSpPr>
          <p:spPr>
            <a:xfrm rot="728066">
              <a:off x="1124852" y="548230"/>
              <a:ext cx="268682" cy="140405"/>
            </a:xfrm>
            <a:prstGeom prst="ellipse">
              <a:avLst/>
            </a:pr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40000"/>
                    <a:lumOff val="60000"/>
                  </a:srgbClr>
                </a:gs>
              </a:gsLst>
              <a:lin ang="20400000" scaled="0"/>
            </a:gra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E32C80A-35C4-C667-3AF0-954E99A5AF4C}"/>
                </a:ext>
              </a:extLst>
            </p:cNvPr>
            <p:cNvSpPr/>
            <p:nvPr/>
          </p:nvSpPr>
          <p:spPr>
            <a:xfrm rot="728066">
              <a:off x="1710093" y="757561"/>
              <a:ext cx="268682" cy="140405"/>
            </a:xfrm>
            <a:prstGeom prst="ellipse">
              <a:avLst/>
            </a:pr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40000"/>
                    <a:lumOff val="60000"/>
                  </a:srgbClr>
                </a:gs>
              </a:gsLst>
              <a:lin ang="15600000" scaled="0"/>
            </a:gra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5DB6F6C5-BA06-E649-C776-6A14612302CB}"/>
                </a:ext>
              </a:extLst>
            </p:cNvPr>
            <p:cNvSpPr/>
            <p:nvPr/>
          </p:nvSpPr>
          <p:spPr>
            <a:xfrm rot="8937356">
              <a:off x="1309643" y="1478517"/>
              <a:ext cx="265799" cy="265799"/>
            </a:xfrm>
            <a:prstGeom prst="arc">
              <a:avLst>
                <a:gd name="adj1" fmla="val 11899495"/>
                <a:gd name="adj2" fmla="val 2401956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CDB6794-309E-6023-3D10-4825DFD2637C}"/>
                </a:ext>
              </a:extLst>
            </p:cNvPr>
            <p:cNvSpPr/>
            <p:nvPr/>
          </p:nvSpPr>
          <p:spPr>
            <a:xfrm>
              <a:off x="845478" y="1189858"/>
              <a:ext cx="301411" cy="301411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9F641F6-A9D1-9E08-11DF-07C33E5F3977}"/>
                </a:ext>
              </a:extLst>
            </p:cNvPr>
            <p:cNvSpPr/>
            <p:nvPr/>
          </p:nvSpPr>
          <p:spPr>
            <a:xfrm>
              <a:off x="993682" y="1349606"/>
              <a:ext cx="109105" cy="109105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CE87F60-CE25-6051-382D-5AC86877F71F}"/>
                </a:ext>
              </a:extLst>
            </p:cNvPr>
            <p:cNvSpPr/>
            <p:nvPr/>
          </p:nvSpPr>
          <p:spPr>
            <a:xfrm>
              <a:off x="1708326" y="1189858"/>
              <a:ext cx="301411" cy="301411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CAB15F2-16CC-27E4-F554-C91E175D3F7B}"/>
                </a:ext>
              </a:extLst>
            </p:cNvPr>
            <p:cNvSpPr/>
            <p:nvPr/>
          </p:nvSpPr>
          <p:spPr>
            <a:xfrm>
              <a:off x="1767840" y="1357334"/>
              <a:ext cx="109105" cy="109105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C9174FE-BEB4-8B7B-C9E6-56F27A1C5877}"/>
                </a:ext>
              </a:extLst>
            </p:cNvPr>
            <p:cNvSpPr/>
            <p:nvPr/>
          </p:nvSpPr>
          <p:spPr>
            <a:xfrm>
              <a:off x="607015" y="1529990"/>
              <a:ext cx="268682" cy="140405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5D4161D-4D63-2B51-336E-E6017CFC3CC8}"/>
                </a:ext>
              </a:extLst>
            </p:cNvPr>
            <p:cNvSpPr/>
            <p:nvPr/>
          </p:nvSpPr>
          <p:spPr>
            <a:xfrm>
              <a:off x="2007956" y="1530271"/>
              <a:ext cx="268682" cy="140405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0ED78C8-4F75-EB98-82F8-BEB5F82D8673}"/>
              </a:ext>
            </a:extLst>
          </p:cNvPr>
          <p:cNvGrpSpPr/>
          <p:nvPr/>
        </p:nvGrpSpPr>
        <p:grpSpPr>
          <a:xfrm>
            <a:off x="6002800" y="134770"/>
            <a:ext cx="4894932" cy="7388068"/>
            <a:chOff x="249865" y="426891"/>
            <a:chExt cx="2351241" cy="3548799"/>
          </a:xfrm>
          <a:solidFill>
            <a:schemeClr val="bg1"/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438889D-16EC-1EB0-988D-09FF5195FC9E}"/>
                </a:ext>
              </a:extLst>
            </p:cNvPr>
            <p:cNvSpPr/>
            <p:nvPr/>
          </p:nvSpPr>
          <p:spPr>
            <a:xfrm>
              <a:off x="908238" y="1841513"/>
              <a:ext cx="938739" cy="2134177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Rectangle: Rounded Corners 5">
              <a:extLst>
                <a:ext uri="{FF2B5EF4-FFF2-40B4-BE49-F238E27FC236}">
                  <a16:creationId xmlns:a16="http://schemas.microsoft.com/office/drawing/2014/main" id="{581F2EC3-B8D6-0125-D9F1-75BE1F717C3E}"/>
                </a:ext>
              </a:extLst>
            </p:cNvPr>
            <p:cNvSpPr/>
            <p:nvPr/>
          </p:nvSpPr>
          <p:spPr>
            <a:xfrm>
              <a:off x="337147" y="1897581"/>
              <a:ext cx="948559" cy="1906653"/>
            </a:xfrm>
            <a:custGeom>
              <a:avLst/>
              <a:gdLst>
                <a:gd name="connsiteX0" fmla="*/ 0 w 533400"/>
                <a:gd name="connsiteY0" fmla="*/ 88902 h 1733550"/>
                <a:gd name="connsiteX1" fmla="*/ 88902 w 533400"/>
                <a:gd name="connsiteY1" fmla="*/ 0 h 1733550"/>
                <a:gd name="connsiteX2" fmla="*/ 444498 w 533400"/>
                <a:gd name="connsiteY2" fmla="*/ 0 h 1733550"/>
                <a:gd name="connsiteX3" fmla="*/ 533400 w 533400"/>
                <a:gd name="connsiteY3" fmla="*/ 88902 h 1733550"/>
                <a:gd name="connsiteX4" fmla="*/ 533400 w 533400"/>
                <a:gd name="connsiteY4" fmla="*/ 1644648 h 1733550"/>
                <a:gd name="connsiteX5" fmla="*/ 444498 w 533400"/>
                <a:gd name="connsiteY5" fmla="*/ 1733550 h 1733550"/>
                <a:gd name="connsiteX6" fmla="*/ 88902 w 533400"/>
                <a:gd name="connsiteY6" fmla="*/ 1733550 h 1733550"/>
                <a:gd name="connsiteX7" fmla="*/ 0 w 533400"/>
                <a:gd name="connsiteY7" fmla="*/ 1644648 h 1733550"/>
                <a:gd name="connsiteX8" fmla="*/ 0 w 533400"/>
                <a:gd name="connsiteY8" fmla="*/ 88902 h 1733550"/>
                <a:gd name="connsiteX0" fmla="*/ 714375 w 1247775"/>
                <a:gd name="connsiteY0" fmla="*/ 88902 h 2323624"/>
                <a:gd name="connsiteX1" fmla="*/ 803277 w 1247775"/>
                <a:gd name="connsiteY1" fmla="*/ 0 h 2323624"/>
                <a:gd name="connsiteX2" fmla="*/ 1158873 w 1247775"/>
                <a:gd name="connsiteY2" fmla="*/ 0 h 2323624"/>
                <a:gd name="connsiteX3" fmla="*/ 1247775 w 1247775"/>
                <a:gd name="connsiteY3" fmla="*/ 88902 h 2323624"/>
                <a:gd name="connsiteX4" fmla="*/ 1247775 w 1247775"/>
                <a:gd name="connsiteY4" fmla="*/ 1644648 h 2323624"/>
                <a:gd name="connsiteX5" fmla="*/ 1158873 w 1247775"/>
                <a:gd name="connsiteY5" fmla="*/ 1733550 h 2323624"/>
                <a:gd name="connsiteX6" fmla="*/ 803277 w 1247775"/>
                <a:gd name="connsiteY6" fmla="*/ 1733550 h 2323624"/>
                <a:gd name="connsiteX7" fmla="*/ 0 w 1247775"/>
                <a:gd name="connsiteY7" fmla="*/ 2320923 h 2323624"/>
                <a:gd name="connsiteX8" fmla="*/ 714375 w 1247775"/>
                <a:gd name="connsiteY8" fmla="*/ 88902 h 2323624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1158873 w 1247775"/>
                <a:gd name="connsiteY5" fmla="*/ 1733550 h 2543175"/>
                <a:gd name="connsiteX6" fmla="*/ 488952 w 1247775"/>
                <a:gd name="connsiteY6" fmla="*/ 2543175 h 2543175"/>
                <a:gd name="connsiteX7" fmla="*/ 0 w 1247775"/>
                <a:gd name="connsiteY7" fmla="*/ 2320923 h 2543175"/>
                <a:gd name="connsiteX8" fmla="*/ 714375 w 1247775"/>
                <a:gd name="connsiteY8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488952 w 1247775"/>
                <a:gd name="connsiteY5" fmla="*/ 2543175 h 2543175"/>
                <a:gd name="connsiteX6" fmla="*/ 0 w 1247775"/>
                <a:gd name="connsiteY6" fmla="*/ 2320923 h 2543175"/>
                <a:gd name="connsiteX7" fmla="*/ 714375 w 1247775"/>
                <a:gd name="connsiteY7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9549 w 1274412"/>
                <a:gd name="connsiteY0" fmla="*/ 88902 h 2543175"/>
                <a:gd name="connsiteX1" fmla="*/ 808451 w 1274412"/>
                <a:gd name="connsiteY1" fmla="*/ 0 h 2543175"/>
                <a:gd name="connsiteX2" fmla="*/ 1164047 w 1274412"/>
                <a:gd name="connsiteY2" fmla="*/ 0 h 2543175"/>
                <a:gd name="connsiteX3" fmla="*/ 1252949 w 1274412"/>
                <a:gd name="connsiteY3" fmla="*/ 88902 h 2543175"/>
                <a:gd name="connsiteX4" fmla="*/ 494126 w 1274412"/>
                <a:gd name="connsiteY4" fmla="*/ 2543175 h 2543175"/>
                <a:gd name="connsiteX5" fmla="*/ 5174 w 1274412"/>
                <a:gd name="connsiteY5" fmla="*/ 2320923 h 2543175"/>
                <a:gd name="connsiteX6" fmla="*/ 719549 w 1274412"/>
                <a:gd name="connsiteY6" fmla="*/ 88902 h 2543175"/>
                <a:gd name="connsiteX0" fmla="*/ 718529 w 1273392"/>
                <a:gd name="connsiteY0" fmla="*/ 88902 h 2543175"/>
                <a:gd name="connsiteX1" fmla="*/ 807431 w 1273392"/>
                <a:gd name="connsiteY1" fmla="*/ 0 h 2543175"/>
                <a:gd name="connsiteX2" fmla="*/ 1163027 w 1273392"/>
                <a:gd name="connsiteY2" fmla="*/ 0 h 2543175"/>
                <a:gd name="connsiteX3" fmla="*/ 1251929 w 1273392"/>
                <a:gd name="connsiteY3" fmla="*/ 88902 h 2543175"/>
                <a:gd name="connsiteX4" fmla="*/ 493106 w 1273392"/>
                <a:gd name="connsiteY4" fmla="*/ 2543175 h 2543175"/>
                <a:gd name="connsiteX5" fmla="*/ 4154 w 1273392"/>
                <a:gd name="connsiteY5" fmla="*/ 2320923 h 2543175"/>
                <a:gd name="connsiteX6" fmla="*/ 718529 w 1273392"/>
                <a:gd name="connsiteY6" fmla="*/ 88902 h 2543175"/>
                <a:gd name="connsiteX0" fmla="*/ 723194 w 1278057"/>
                <a:gd name="connsiteY0" fmla="*/ 88902 h 2543175"/>
                <a:gd name="connsiteX1" fmla="*/ 812096 w 1278057"/>
                <a:gd name="connsiteY1" fmla="*/ 0 h 2543175"/>
                <a:gd name="connsiteX2" fmla="*/ 1167692 w 1278057"/>
                <a:gd name="connsiteY2" fmla="*/ 0 h 2543175"/>
                <a:gd name="connsiteX3" fmla="*/ 1256594 w 1278057"/>
                <a:gd name="connsiteY3" fmla="*/ 88902 h 2543175"/>
                <a:gd name="connsiteX4" fmla="*/ 497771 w 1278057"/>
                <a:gd name="connsiteY4" fmla="*/ 2543175 h 2543175"/>
                <a:gd name="connsiteX5" fmla="*/ 8819 w 1278057"/>
                <a:gd name="connsiteY5" fmla="*/ 2320923 h 2543175"/>
                <a:gd name="connsiteX6" fmla="*/ 723194 w 1278057"/>
                <a:gd name="connsiteY6" fmla="*/ 88902 h 2543175"/>
                <a:gd name="connsiteX0" fmla="*/ 723194 w 1278057"/>
                <a:gd name="connsiteY0" fmla="*/ 88902 h 2545617"/>
                <a:gd name="connsiteX1" fmla="*/ 812096 w 1278057"/>
                <a:gd name="connsiteY1" fmla="*/ 0 h 2545617"/>
                <a:gd name="connsiteX2" fmla="*/ 1167692 w 1278057"/>
                <a:gd name="connsiteY2" fmla="*/ 0 h 2545617"/>
                <a:gd name="connsiteX3" fmla="*/ 1256594 w 1278057"/>
                <a:gd name="connsiteY3" fmla="*/ 88902 h 2545617"/>
                <a:gd name="connsiteX4" fmla="*/ 497771 w 1278057"/>
                <a:gd name="connsiteY4" fmla="*/ 2543175 h 2545617"/>
                <a:gd name="connsiteX5" fmla="*/ 8819 w 1278057"/>
                <a:gd name="connsiteY5" fmla="*/ 2320923 h 2545617"/>
                <a:gd name="connsiteX6" fmla="*/ 723194 w 1278057"/>
                <a:gd name="connsiteY6" fmla="*/ 88902 h 2545617"/>
                <a:gd name="connsiteX0" fmla="*/ 723194 w 1278057"/>
                <a:gd name="connsiteY0" fmla="*/ 88902 h 2568963"/>
                <a:gd name="connsiteX1" fmla="*/ 812096 w 1278057"/>
                <a:gd name="connsiteY1" fmla="*/ 0 h 2568963"/>
                <a:gd name="connsiteX2" fmla="*/ 1167692 w 1278057"/>
                <a:gd name="connsiteY2" fmla="*/ 0 h 2568963"/>
                <a:gd name="connsiteX3" fmla="*/ 1256594 w 1278057"/>
                <a:gd name="connsiteY3" fmla="*/ 88902 h 2568963"/>
                <a:gd name="connsiteX4" fmla="*/ 497771 w 1278057"/>
                <a:gd name="connsiteY4" fmla="*/ 2543175 h 2568963"/>
                <a:gd name="connsiteX5" fmla="*/ 8819 w 1278057"/>
                <a:gd name="connsiteY5" fmla="*/ 2320923 h 2568963"/>
                <a:gd name="connsiteX6" fmla="*/ 723194 w 1278057"/>
                <a:gd name="connsiteY6" fmla="*/ 88902 h 256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8057" h="2568963">
                  <a:moveTo>
                    <a:pt x="723194" y="88902"/>
                  </a:moveTo>
                  <a:cubicBezTo>
                    <a:pt x="723194" y="39803"/>
                    <a:pt x="762997" y="0"/>
                    <a:pt x="812096" y="0"/>
                  </a:cubicBezTo>
                  <a:lnTo>
                    <a:pt x="1167692" y="0"/>
                  </a:lnTo>
                  <a:cubicBezTo>
                    <a:pt x="1216791" y="0"/>
                    <a:pt x="1256594" y="39803"/>
                    <a:pt x="1256594" y="88902"/>
                  </a:cubicBezTo>
                  <a:cubicBezTo>
                    <a:pt x="1270353" y="592668"/>
                    <a:pt x="1446037" y="2191809"/>
                    <a:pt x="497771" y="2543175"/>
                  </a:cubicBezTo>
                  <a:cubicBezTo>
                    <a:pt x="448672" y="2543175"/>
                    <a:pt x="79603" y="2680614"/>
                    <a:pt x="8819" y="2320923"/>
                  </a:cubicBezTo>
                  <a:cubicBezTo>
                    <a:pt x="-105481" y="1621366"/>
                    <a:pt x="932744" y="1464734"/>
                    <a:pt x="723194" y="8890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Rectangle: Rounded Corners 5">
              <a:extLst>
                <a:ext uri="{FF2B5EF4-FFF2-40B4-BE49-F238E27FC236}">
                  <a16:creationId xmlns:a16="http://schemas.microsoft.com/office/drawing/2014/main" id="{68B3928B-D0FD-83AC-1817-3B3C4E01124E}"/>
                </a:ext>
              </a:extLst>
            </p:cNvPr>
            <p:cNvSpPr/>
            <p:nvPr/>
          </p:nvSpPr>
          <p:spPr>
            <a:xfrm>
              <a:off x="249865" y="1913499"/>
              <a:ext cx="714300" cy="1435780"/>
            </a:xfrm>
            <a:custGeom>
              <a:avLst/>
              <a:gdLst>
                <a:gd name="connsiteX0" fmla="*/ 0 w 533400"/>
                <a:gd name="connsiteY0" fmla="*/ 88902 h 1733550"/>
                <a:gd name="connsiteX1" fmla="*/ 88902 w 533400"/>
                <a:gd name="connsiteY1" fmla="*/ 0 h 1733550"/>
                <a:gd name="connsiteX2" fmla="*/ 444498 w 533400"/>
                <a:gd name="connsiteY2" fmla="*/ 0 h 1733550"/>
                <a:gd name="connsiteX3" fmla="*/ 533400 w 533400"/>
                <a:gd name="connsiteY3" fmla="*/ 88902 h 1733550"/>
                <a:gd name="connsiteX4" fmla="*/ 533400 w 533400"/>
                <a:gd name="connsiteY4" fmla="*/ 1644648 h 1733550"/>
                <a:gd name="connsiteX5" fmla="*/ 444498 w 533400"/>
                <a:gd name="connsiteY5" fmla="*/ 1733550 h 1733550"/>
                <a:gd name="connsiteX6" fmla="*/ 88902 w 533400"/>
                <a:gd name="connsiteY6" fmla="*/ 1733550 h 1733550"/>
                <a:gd name="connsiteX7" fmla="*/ 0 w 533400"/>
                <a:gd name="connsiteY7" fmla="*/ 1644648 h 1733550"/>
                <a:gd name="connsiteX8" fmla="*/ 0 w 533400"/>
                <a:gd name="connsiteY8" fmla="*/ 88902 h 1733550"/>
                <a:gd name="connsiteX0" fmla="*/ 714375 w 1247775"/>
                <a:gd name="connsiteY0" fmla="*/ 88902 h 2323624"/>
                <a:gd name="connsiteX1" fmla="*/ 803277 w 1247775"/>
                <a:gd name="connsiteY1" fmla="*/ 0 h 2323624"/>
                <a:gd name="connsiteX2" fmla="*/ 1158873 w 1247775"/>
                <a:gd name="connsiteY2" fmla="*/ 0 h 2323624"/>
                <a:gd name="connsiteX3" fmla="*/ 1247775 w 1247775"/>
                <a:gd name="connsiteY3" fmla="*/ 88902 h 2323624"/>
                <a:gd name="connsiteX4" fmla="*/ 1247775 w 1247775"/>
                <a:gd name="connsiteY4" fmla="*/ 1644648 h 2323624"/>
                <a:gd name="connsiteX5" fmla="*/ 1158873 w 1247775"/>
                <a:gd name="connsiteY5" fmla="*/ 1733550 h 2323624"/>
                <a:gd name="connsiteX6" fmla="*/ 803277 w 1247775"/>
                <a:gd name="connsiteY6" fmla="*/ 1733550 h 2323624"/>
                <a:gd name="connsiteX7" fmla="*/ 0 w 1247775"/>
                <a:gd name="connsiteY7" fmla="*/ 2320923 h 2323624"/>
                <a:gd name="connsiteX8" fmla="*/ 714375 w 1247775"/>
                <a:gd name="connsiteY8" fmla="*/ 88902 h 2323624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1158873 w 1247775"/>
                <a:gd name="connsiteY5" fmla="*/ 1733550 h 2543175"/>
                <a:gd name="connsiteX6" fmla="*/ 488952 w 1247775"/>
                <a:gd name="connsiteY6" fmla="*/ 2543175 h 2543175"/>
                <a:gd name="connsiteX7" fmla="*/ 0 w 1247775"/>
                <a:gd name="connsiteY7" fmla="*/ 2320923 h 2543175"/>
                <a:gd name="connsiteX8" fmla="*/ 714375 w 1247775"/>
                <a:gd name="connsiteY8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488952 w 1247775"/>
                <a:gd name="connsiteY5" fmla="*/ 2543175 h 2543175"/>
                <a:gd name="connsiteX6" fmla="*/ 0 w 1247775"/>
                <a:gd name="connsiteY6" fmla="*/ 2320923 h 2543175"/>
                <a:gd name="connsiteX7" fmla="*/ 714375 w 1247775"/>
                <a:gd name="connsiteY7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9549 w 1274412"/>
                <a:gd name="connsiteY0" fmla="*/ 88902 h 2543175"/>
                <a:gd name="connsiteX1" fmla="*/ 808451 w 1274412"/>
                <a:gd name="connsiteY1" fmla="*/ 0 h 2543175"/>
                <a:gd name="connsiteX2" fmla="*/ 1164047 w 1274412"/>
                <a:gd name="connsiteY2" fmla="*/ 0 h 2543175"/>
                <a:gd name="connsiteX3" fmla="*/ 1252949 w 1274412"/>
                <a:gd name="connsiteY3" fmla="*/ 88902 h 2543175"/>
                <a:gd name="connsiteX4" fmla="*/ 494126 w 1274412"/>
                <a:gd name="connsiteY4" fmla="*/ 2543175 h 2543175"/>
                <a:gd name="connsiteX5" fmla="*/ 5174 w 1274412"/>
                <a:gd name="connsiteY5" fmla="*/ 2320923 h 2543175"/>
                <a:gd name="connsiteX6" fmla="*/ 719549 w 1274412"/>
                <a:gd name="connsiteY6" fmla="*/ 88902 h 2543175"/>
                <a:gd name="connsiteX0" fmla="*/ 718529 w 1273392"/>
                <a:gd name="connsiteY0" fmla="*/ 88902 h 2543175"/>
                <a:gd name="connsiteX1" fmla="*/ 807431 w 1273392"/>
                <a:gd name="connsiteY1" fmla="*/ 0 h 2543175"/>
                <a:gd name="connsiteX2" fmla="*/ 1163027 w 1273392"/>
                <a:gd name="connsiteY2" fmla="*/ 0 h 2543175"/>
                <a:gd name="connsiteX3" fmla="*/ 1251929 w 1273392"/>
                <a:gd name="connsiteY3" fmla="*/ 88902 h 2543175"/>
                <a:gd name="connsiteX4" fmla="*/ 493106 w 1273392"/>
                <a:gd name="connsiteY4" fmla="*/ 2543175 h 2543175"/>
                <a:gd name="connsiteX5" fmla="*/ 4154 w 1273392"/>
                <a:gd name="connsiteY5" fmla="*/ 2320923 h 2543175"/>
                <a:gd name="connsiteX6" fmla="*/ 718529 w 1273392"/>
                <a:gd name="connsiteY6" fmla="*/ 88902 h 2543175"/>
                <a:gd name="connsiteX0" fmla="*/ 723194 w 1278057"/>
                <a:gd name="connsiteY0" fmla="*/ 88902 h 2543175"/>
                <a:gd name="connsiteX1" fmla="*/ 812096 w 1278057"/>
                <a:gd name="connsiteY1" fmla="*/ 0 h 2543175"/>
                <a:gd name="connsiteX2" fmla="*/ 1167692 w 1278057"/>
                <a:gd name="connsiteY2" fmla="*/ 0 h 2543175"/>
                <a:gd name="connsiteX3" fmla="*/ 1256594 w 1278057"/>
                <a:gd name="connsiteY3" fmla="*/ 88902 h 2543175"/>
                <a:gd name="connsiteX4" fmla="*/ 497771 w 1278057"/>
                <a:gd name="connsiteY4" fmla="*/ 2543175 h 2543175"/>
                <a:gd name="connsiteX5" fmla="*/ 8819 w 1278057"/>
                <a:gd name="connsiteY5" fmla="*/ 2320923 h 2543175"/>
                <a:gd name="connsiteX6" fmla="*/ 723194 w 1278057"/>
                <a:gd name="connsiteY6" fmla="*/ 88902 h 2543175"/>
                <a:gd name="connsiteX0" fmla="*/ 723194 w 1278057"/>
                <a:gd name="connsiteY0" fmla="*/ 88902 h 2545617"/>
                <a:gd name="connsiteX1" fmla="*/ 812096 w 1278057"/>
                <a:gd name="connsiteY1" fmla="*/ 0 h 2545617"/>
                <a:gd name="connsiteX2" fmla="*/ 1167692 w 1278057"/>
                <a:gd name="connsiteY2" fmla="*/ 0 h 2545617"/>
                <a:gd name="connsiteX3" fmla="*/ 1256594 w 1278057"/>
                <a:gd name="connsiteY3" fmla="*/ 88902 h 2545617"/>
                <a:gd name="connsiteX4" fmla="*/ 497771 w 1278057"/>
                <a:gd name="connsiteY4" fmla="*/ 2543175 h 2545617"/>
                <a:gd name="connsiteX5" fmla="*/ 8819 w 1278057"/>
                <a:gd name="connsiteY5" fmla="*/ 2320923 h 2545617"/>
                <a:gd name="connsiteX6" fmla="*/ 723194 w 1278057"/>
                <a:gd name="connsiteY6" fmla="*/ 88902 h 2545617"/>
                <a:gd name="connsiteX0" fmla="*/ 723194 w 1278057"/>
                <a:gd name="connsiteY0" fmla="*/ 88902 h 2568963"/>
                <a:gd name="connsiteX1" fmla="*/ 812096 w 1278057"/>
                <a:gd name="connsiteY1" fmla="*/ 0 h 2568963"/>
                <a:gd name="connsiteX2" fmla="*/ 1167692 w 1278057"/>
                <a:gd name="connsiteY2" fmla="*/ 0 h 2568963"/>
                <a:gd name="connsiteX3" fmla="*/ 1256594 w 1278057"/>
                <a:gd name="connsiteY3" fmla="*/ 88902 h 2568963"/>
                <a:gd name="connsiteX4" fmla="*/ 497771 w 1278057"/>
                <a:gd name="connsiteY4" fmla="*/ 2543175 h 2568963"/>
                <a:gd name="connsiteX5" fmla="*/ 8819 w 1278057"/>
                <a:gd name="connsiteY5" fmla="*/ 2320923 h 2568963"/>
                <a:gd name="connsiteX6" fmla="*/ 723194 w 1278057"/>
                <a:gd name="connsiteY6" fmla="*/ 88902 h 256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8057" h="2568963">
                  <a:moveTo>
                    <a:pt x="723194" y="88902"/>
                  </a:moveTo>
                  <a:cubicBezTo>
                    <a:pt x="723194" y="39803"/>
                    <a:pt x="762997" y="0"/>
                    <a:pt x="812096" y="0"/>
                  </a:cubicBezTo>
                  <a:lnTo>
                    <a:pt x="1167692" y="0"/>
                  </a:lnTo>
                  <a:cubicBezTo>
                    <a:pt x="1216791" y="0"/>
                    <a:pt x="1256594" y="39803"/>
                    <a:pt x="1256594" y="88902"/>
                  </a:cubicBezTo>
                  <a:cubicBezTo>
                    <a:pt x="1270353" y="592668"/>
                    <a:pt x="1446037" y="2191809"/>
                    <a:pt x="497771" y="2543175"/>
                  </a:cubicBezTo>
                  <a:cubicBezTo>
                    <a:pt x="448672" y="2543175"/>
                    <a:pt x="79603" y="2680614"/>
                    <a:pt x="8819" y="2320923"/>
                  </a:cubicBezTo>
                  <a:cubicBezTo>
                    <a:pt x="-105481" y="1621366"/>
                    <a:pt x="932744" y="1464734"/>
                    <a:pt x="723194" y="8890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ctangle: Rounded Corners 5">
              <a:extLst>
                <a:ext uri="{FF2B5EF4-FFF2-40B4-BE49-F238E27FC236}">
                  <a16:creationId xmlns:a16="http://schemas.microsoft.com/office/drawing/2014/main" id="{B69B3AEA-EC3D-DF7C-19A7-A12D5DE9E7FE}"/>
                </a:ext>
              </a:extLst>
            </p:cNvPr>
            <p:cNvSpPr/>
            <p:nvPr/>
          </p:nvSpPr>
          <p:spPr>
            <a:xfrm flipH="1">
              <a:off x="1542679" y="1897581"/>
              <a:ext cx="948559" cy="1906653"/>
            </a:xfrm>
            <a:custGeom>
              <a:avLst/>
              <a:gdLst>
                <a:gd name="connsiteX0" fmla="*/ 0 w 533400"/>
                <a:gd name="connsiteY0" fmla="*/ 88902 h 1733550"/>
                <a:gd name="connsiteX1" fmla="*/ 88902 w 533400"/>
                <a:gd name="connsiteY1" fmla="*/ 0 h 1733550"/>
                <a:gd name="connsiteX2" fmla="*/ 444498 w 533400"/>
                <a:gd name="connsiteY2" fmla="*/ 0 h 1733550"/>
                <a:gd name="connsiteX3" fmla="*/ 533400 w 533400"/>
                <a:gd name="connsiteY3" fmla="*/ 88902 h 1733550"/>
                <a:gd name="connsiteX4" fmla="*/ 533400 w 533400"/>
                <a:gd name="connsiteY4" fmla="*/ 1644648 h 1733550"/>
                <a:gd name="connsiteX5" fmla="*/ 444498 w 533400"/>
                <a:gd name="connsiteY5" fmla="*/ 1733550 h 1733550"/>
                <a:gd name="connsiteX6" fmla="*/ 88902 w 533400"/>
                <a:gd name="connsiteY6" fmla="*/ 1733550 h 1733550"/>
                <a:gd name="connsiteX7" fmla="*/ 0 w 533400"/>
                <a:gd name="connsiteY7" fmla="*/ 1644648 h 1733550"/>
                <a:gd name="connsiteX8" fmla="*/ 0 w 533400"/>
                <a:gd name="connsiteY8" fmla="*/ 88902 h 1733550"/>
                <a:gd name="connsiteX0" fmla="*/ 714375 w 1247775"/>
                <a:gd name="connsiteY0" fmla="*/ 88902 h 2323624"/>
                <a:gd name="connsiteX1" fmla="*/ 803277 w 1247775"/>
                <a:gd name="connsiteY1" fmla="*/ 0 h 2323624"/>
                <a:gd name="connsiteX2" fmla="*/ 1158873 w 1247775"/>
                <a:gd name="connsiteY2" fmla="*/ 0 h 2323624"/>
                <a:gd name="connsiteX3" fmla="*/ 1247775 w 1247775"/>
                <a:gd name="connsiteY3" fmla="*/ 88902 h 2323624"/>
                <a:gd name="connsiteX4" fmla="*/ 1247775 w 1247775"/>
                <a:gd name="connsiteY4" fmla="*/ 1644648 h 2323624"/>
                <a:gd name="connsiteX5" fmla="*/ 1158873 w 1247775"/>
                <a:gd name="connsiteY5" fmla="*/ 1733550 h 2323624"/>
                <a:gd name="connsiteX6" fmla="*/ 803277 w 1247775"/>
                <a:gd name="connsiteY6" fmla="*/ 1733550 h 2323624"/>
                <a:gd name="connsiteX7" fmla="*/ 0 w 1247775"/>
                <a:gd name="connsiteY7" fmla="*/ 2320923 h 2323624"/>
                <a:gd name="connsiteX8" fmla="*/ 714375 w 1247775"/>
                <a:gd name="connsiteY8" fmla="*/ 88902 h 2323624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1158873 w 1247775"/>
                <a:gd name="connsiteY5" fmla="*/ 1733550 h 2543175"/>
                <a:gd name="connsiteX6" fmla="*/ 488952 w 1247775"/>
                <a:gd name="connsiteY6" fmla="*/ 2543175 h 2543175"/>
                <a:gd name="connsiteX7" fmla="*/ 0 w 1247775"/>
                <a:gd name="connsiteY7" fmla="*/ 2320923 h 2543175"/>
                <a:gd name="connsiteX8" fmla="*/ 714375 w 1247775"/>
                <a:gd name="connsiteY8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488952 w 1247775"/>
                <a:gd name="connsiteY5" fmla="*/ 2543175 h 2543175"/>
                <a:gd name="connsiteX6" fmla="*/ 0 w 1247775"/>
                <a:gd name="connsiteY6" fmla="*/ 2320923 h 2543175"/>
                <a:gd name="connsiteX7" fmla="*/ 714375 w 1247775"/>
                <a:gd name="connsiteY7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9549 w 1274412"/>
                <a:gd name="connsiteY0" fmla="*/ 88902 h 2543175"/>
                <a:gd name="connsiteX1" fmla="*/ 808451 w 1274412"/>
                <a:gd name="connsiteY1" fmla="*/ 0 h 2543175"/>
                <a:gd name="connsiteX2" fmla="*/ 1164047 w 1274412"/>
                <a:gd name="connsiteY2" fmla="*/ 0 h 2543175"/>
                <a:gd name="connsiteX3" fmla="*/ 1252949 w 1274412"/>
                <a:gd name="connsiteY3" fmla="*/ 88902 h 2543175"/>
                <a:gd name="connsiteX4" fmla="*/ 494126 w 1274412"/>
                <a:gd name="connsiteY4" fmla="*/ 2543175 h 2543175"/>
                <a:gd name="connsiteX5" fmla="*/ 5174 w 1274412"/>
                <a:gd name="connsiteY5" fmla="*/ 2320923 h 2543175"/>
                <a:gd name="connsiteX6" fmla="*/ 719549 w 1274412"/>
                <a:gd name="connsiteY6" fmla="*/ 88902 h 2543175"/>
                <a:gd name="connsiteX0" fmla="*/ 718529 w 1273392"/>
                <a:gd name="connsiteY0" fmla="*/ 88902 h 2543175"/>
                <a:gd name="connsiteX1" fmla="*/ 807431 w 1273392"/>
                <a:gd name="connsiteY1" fmla="*/ 0 h 2543175"/>
                <a:gd name="connsiteX2" fmla="*/ 1163027 w 1273392"/>
                <a:gd name="connsiteY2" fmla="*/ 0 h 2543175"/>
                <a:gd name="connsiteX3" fmla="*/ 1251929 w 1273392"/>
                <a:gd name="connsiteY3" fmla="*/ 88902 h 2543175"/>
                <a:gd name="connsiteX4" fmla="*/ 493106 w 1273392"/>
                <a:gd name="connsiteY4" fmla="*/ 2543175 h 2543175"/>
                <a:gd name="connsiteX5" fmla="*/ 4154 w 1273392"/>
                <a:gd name="connsiteY5" fmla="*/ 2320923 h 2543175"/>
                <a:gd name="connsiteX6" fmla="*/ 718529 w 1273392"/>
                <a:gd name="connsiteY6" fmla="*/ 88902 h 2543175"/>
                <a:gd name="connsiteX0" fmla="*/ 723194 w 1278057"/>
                <a:gd name="connsiteY0" fmla="*/ 88902 h 2543175"/>
                <a:gd name="connsiteX1" fmla="*/ 812096 w 1278057"/>
                <a:gd name="connsiteY1" fmla="*/ 0 h 2543175"/>
                <a:gd name="connsiteX2" fmla="*/ 1167692 w 1278057"/>
                <a:gd name="connsiteY2" fmla="*/ 0 h 2543175"/>
                <a:gd name="connsiteX3" fmla="*/ 1256594 w 1278057"/>
                <a:gd name="connsiteY3" fmla="*/ 88902 h 2543175"/>
                <a:gd name="connsiteX4" fmla="*/ 497771 w 1278057"/>
                <a:gd name="connsiteY4" fmla="*/ 2543175 h 2543175"/>
                <a:gd name="connsiteX5" fmla="*/ 8819 w 1278057"/>
                <a:gd name="connsiteY5" fmla="*/ 2320923 h 2543175"/>
                <a:gd name="connsiteX6" fmla="*/ 723194 w 1278057"/>
                <a:gd name="connsiteY6" fmla="*/ 88902 h 2543175"/>
                <a:gd name="connsiteX0" fmla="*/ 723194 w 1278057"/>
                <a:gd name="connsiteY0" fmla="*/ 88902 h 2545617"/>
                <a:gd name="connsiteX1" fmla="*/ 812096 w 1278057"/>
                <a:gd name="connsiteY1" fmla="*/ 0 h 2545617"/>
                <a:gd name="connsiteX2" fmla="*/ 1167692 w 1278057"/>
                <a:gd name="connsiteY2" fmla="*/ 0 h 2545617"/>
                <a:gd name="connsiteX3" fmla="*/ 1256594 w 1278057"/>
                <a:gd name="connsiteY3" fmla="*/ 88902 h 2545617"/>
                <a:gd name="connsiteX4" fmla="*/ 497771 w 1278057"/>
                <a:gd name="connsiteY4" fmla="*/ 2543175 h 2545617"/>
                <a:gd name="connsiteX5" fmla="*/ 8819 w 1278057"/>
                <a:gd name="connsiteY5" fmla="*/ 2320923 h 2545617"/>
                <a:gd name="connsiteX6" fmla="*/ 723194 w 1278057"/>
                <a:gd name="connsiteY6" fmla="*/ 88902 h 2545617"/>
                <a:gd name="connsiteX0" fmla="*/ 723194 w 1278057"/>
                <a:gd name="connsiteY0" fmla="*/ 88902 h 2568963"/>
                <a:gd name="connsiteX1" fmla="*/ 812096 w 1278057"/>
                <a:gd name="connsiteY1" fmla="*/ 0 h 2568963"/>
                <a:gd name="connsiteX2" fmla="*/ 1167692 w 1278057"/>
                <a:gd name="connsiteY2" fmla="*/ 0 h 2568963"/>
                <a:gd name="connsiteX3" fmla="*/ 1256594 w 1278057"/>
                <a:gd name="connsiteY3" fmla="*/ 88902 h 2568963"/>
                <a:gd name="connsiteX4" fmla="*/ 497771 w 1278057"/>
                <a:gd name="connsiteY4" fmla="*/ 2543175 h 2568963"/>
                <a:gd name="connsiteX5" fmla="*/ 8819 w 1278057"/>
                <a:gd name="connsiteY5" fmla="*/ 2320923 h 2568963"/>
                <a:gd name="connsiteX6" fmla="*/ 723194 w 1278057"/>
                <a:gd name="connsiteY6" fmla="*/ 88902 h 256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8057" h="2568963">
                  <a:moveTo>
                    <a:pt x="723194" y="88902"/>
                  </a:moveTo>
                  <a:cubicBezTo>
                    <a:pt x="723194" y="39803"/>
                    <a:pt x="762997" y="0"/>
                    <a:pt x="812096" y="0"/>
                  </a:cubicBezTo>
                  <a:lnTo>
                    <a:pt x="1167692" y="0"/>
                  </a:lnTo>
                  <a:cubicBezTo>
                    <a:pt x="1216791" y="0"/>
                    <a:pt x="1256594" y="39803"/>
                    <a:pt x="1256594" y="88902"/>
                  </a:cubicBezTo>
                  <a:cubicBezTo>
                    <a:pt x="1270353" y="592668"/>
                    <a:pt x="1446037" y="2191809"/>
                    <a:pt x="497771" y="2543175"/>
                  </a:cubicBezTo>
                  <a:cubicBezTo>
                    <a:pt x="448672" y="2543175"/>
                    <a:pt x="79603" y="2680614"/>
                    <a:pt x="8819" y="2320923"/>
                  </a:cubicBezTo>
                  <a:cubicBezTo>
                    <a:pt x="-105481" y="1621366"/>
                    <a:pt x="932744" y="1464734"/>
                    <a:pt x="723194" y="8890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Rectangle: Rounded Corners 5">
              <a:extLst>
                <a:ext uri="{FF2B5EF4-FFF2-40B4-BE49-F238E27FC236}">
                  <a16:creationId xmlns:a16="http://schemas.microsoft.com/office/drawing/2014/main" id="{FEA5D51E-EB24-228F-4DE2-B9B255777921}"/>
                </a:ext>
              </a:extLst>
            </p:cNvPr>
            <p:cNvSpPr/>
            <p:nvPr/>
          </p:nvSpPr>
          <p:spPr>
            <a:xfrm flipH="1">
              <a:off x="1886806" y="1905036"/>
              <a:ext cx="714300" cy="1435780"/>
            </a:xfrm>
            <a:custGeom>
              <a:avLst/>
              <a:gdLst>
                <a:gd name="connsiteX0" fmla="*/ 0 w 533400"/>
                <a:gd name="connsiteY0" fmla="*/ 88902 h 1733550"/>
                <a:gd name="connsiteX1" fmla="*/ 88902 w 533400"/>
                <a:gd name="connsiteY1" fmla="*/ 0 h 1733550"/>
                <a:gd name="connsiteX2" fmla="*/ 444498 w 533400"/>
                <a:gd name="connsiteY2" fmla="*/ 0 h 1733550"/>
                <a:gd name="connsiteX3" fmla="*/ 533400 w 533400"/>
                <a:gd name="connsiteY3" fmla="*/ 88902 h 1733550"/>
                <a:gd name="connsiteX4" fmla="*/ 533400 w 533400"/>
                <a:gd name="connsiteY4" fmla="*/ 1644648 h 1733550"/>
                <a:gd name="connsiteX5" fmla="*/ 444498 w 533400"/>
                <a:gd name="connsiteY5" fmla="*/ 1733550 h 1733550"/>
                <a:gd name="connsiteX6" fmla="*/ 88902 w 533400"/>
                <a:gd name="connsiteY6" fmla="*/ 1733550 h 1733550"/>
                <a:gd name="connsiteX7" fmla="*/ 0 w 533400"/>
                <a:gd name="connsiteY7" fmla="*/ 1644648 h 1733550"/>
                <a:gd name="connsiteX8" fmla="*/ 0 w 533400"/>
                <a:gd name="connsiteY8" fmla="*/ 88902 h 1733550"/>
                <a:gd name="connsiteX0" fmla="*/ 714375 w 1247775"/>
                <a:gd name="connsiteY0" fmla="*/ 88902 h 2323624"/>
                <a:gd name="connsiteX1" fmla="*/ 803277 w 1247775"/>
                <a:gd name="connsiteY1" fmla="*/ 0 h 2323624"/>
                <a:gd name="connsiteX2" fmla="*/ 1158873 w 1247775"/>
                <a:gd name="connsiteY2" fmla="*/ 0 h 2323624"/>
                <a:gd name="connsiteX3" fmla="*/ 1247775 w 1247775"/>
                <a:gd name="connsiteY3" fmla="*/ 88902 h 2323624"/>
                <a:gd name="connsiteX4" fmla="*/ 1247775 w 1247775"/>
                <a:gd name="connsiteY4" fmla="*/ 1644648 h 2323624"/>
                <a:gd name="connsiteX5" fmla="*/ 1158873 w 1247775"/>
                <a:gd name="connsiteY5" fmla="*/ 1733550 h 2323624"/>
                <a:gd name="connsiteX6" fmla="*/ 803277 w 1247775"/>
                <a:gd name="connsiteY6" fmla="*/ 1733550 h 2323624"/>
                <a:gd name="connsiteX7" fmla="*/ 0 w 1247775"/>
                <a:gd name="connsiteY7" fmla="*/ 2320923 h 2323624"/>
                <a:gd name="connsiteX8" fmla="*/ 714375 w 1247775"/>
                <a:gd name="connsiteY8" fmla="*/ 88902 h 2323624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1158873 w 1247775"/>
                <a:gd name="connsiteY5" fmla="*/ 1733550 h 2543175"/>
                <a:gd name="connsiteX6" fmla="*/ 488952 w 1247775"/>
                <a:gd name="connsiteY6" fmla="*/ 2543175 h 2543175"/>
                <a:gd name="connsiteX7" fmla="*/ 0 w 1247775"/>
                <a:gd name="connsiteY7" fmla="*/ 2320923 h 2543175"/>
                <a:gd name="connsiteX8" fmla="*/ 714375 w 1247775"/>
                <a:gd name="connsiteY8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488952 w 1247775"/>
                <a:gd name="connsiteY5" fmla="*/ 2543175 h 2543175"/>
                <a:gd name="connsiteX6" fmla="*/ 0 w 1247775"/>
                <a:gd name="connsiteY6" fmla="*/ 2320923 h 2543175"/>
                <a:gd name="connsiteX7" fmla="*/ 714375 w 1247775"/>
                <a:gd name="connsiteY7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9549 w 1274412"/>
                <a:gd name="connsiteY0" fmla="*/ 88902 h 2543175"/>
                <a:gd name="connsiteX1" fmla="*/ 808451 w 1274412"/>
                <a:gd name="connsiteY1" fmla="*/ 0 h 2543175"/>
                <a:gd name="connsiteX2" fmla="*/ 1164047 w 1274412"/>
                <a:gd name="connsiteY2" fmla="*/ 0 h 2543175"/>
                <a:gd name="connsiteX3" fmla="*/ 1252949 w 1274412"/>
                <a:gd name="connsiteY3" fmla="*/ 88902 h 2543175"/>
                <a:gd name="connsiteX4" fmla="*/ 494126 w 1274412"/>
                <a:gd name="connsiteY4" fmla="*/ 2543175 h 2543175"/>
                <a:gd name="connsiteX5" fmla="*/ 5174 w 1274412"/>
                <a:gd name="connsiteY5" fmla="*/ 2320923 h 2543175"/>
                <a:gd name="connsiteX6" fmla="*/ 719549 w 1274412"/>
                <a:gd name="connsiteY6" fmla="*/ 88902 h 2543175"/>
                <a:gd name="connsiteX0" fmla="*/ 718529 w 1273392"/>
                <a:gd name="connsiteY0" fmla="*/ 88902 h 2543175"/>
                <a:gd name="connsiteX1" fmla="*/ 807431 w 1273392"/>
                <a:gd name="connsiteY1" fmla="*/ 0 h 2543175"/>
                <a:gd name="connsiteX2" fmla="*/ 1163027 w 1273392"/>
                <a:gd name="connsiteY2" fmla="*/ 0 h 2543175"/>
                <a:gd name="connsiteX3" fmla="*/ 1251929 w 1273392"/>
                <a:gd name="connsiteY3" fmla="*/ 88902 h 2543175"/>
                <a:gd name="connsiteX4" fmla="*/ 493106 w 1273392"/>
                <a:gd name="connsiteY4" fmla="*/ 2543175 h 2543175"/>
                <a:gd name="connsiteX5" fmla="*/ 4154 w 1273392"/>
                <a:gd name="connsiteY5" fmla="*/ 2320923 h 2543175"/>
                <a:gd name="connsiteX6" fmla="*/ 718529 w 1273392"/>
                <a:gd name="connsiteY6" fmla="*/ 88902 h 2543175"/>
                <a:gd name="connsiteX0" fmla="*/ 723194 w 1278057"/>
                <a:gd name="connsiteY0" fmla="*/ 88902 h 2543175"/>
                <a:gd name="connsiteX1" fmla="*/ 812096 w 1278057"/>
                <a:gd name="connsiteY1" fmla="*/ 0 h 2543175"/>
                <a:gd name="connsiteX2" fmla="*/ 1167692 w 1278057"/>
                <a:gd name="connsiteY2" fmla="*/ 0 h 2543175"/>
                <a:gd name="connsiteX3" fmla="*/ 1256594 w 1278057"/>
                <a:gd name="connsiteY3" fmla="*/ 88902 h 2543175"/>
                <a:gd name="connsiteX4" fmla="*/ 497771 w 1278057"/>
                <a:gd name="connsiteY4" fmla="*/ 2543175 h 2543175"/>
                <a:gd name="connsiteX5" fmla="*/ 8819 w 1278057"/>
                <a:gd name="connsiteY5" fmla="*/ 2320923 h 2543175"/>
                <a:gd name="connsiteX6" fmla="*/ 723194 w 1278057"/>
                <a:gd name="connsiteY6" fmla="*/ 88902 h 2543175"/>
                <a:gd name="connsiteX0" fmla="*/ 723194 w 1278057"/>
                <a:gd name="connsiteY0" fmla="*/ 88902 h 2545617"/>
                <a:gd name="connsiteX1" fmla="*/ 812096 w 1278057"/>
                <a:gd name="connsiteY1" fmla="*/ 0 h 2545617"/>
                <a:gd name="connsiteX2" fmla="*/ 1167692 w 1278057"/>
                <a:gd name="connsiteY2" fmla="*/ 0 h 2545617"/>
                <a:gd name="connsiteX3" fmla="*/ 1256594 w 1278057"/>
                <a:gd name="connsiteY3" fmla="*/ 88902 h 2545617"/>
                <a:gd name="connsiteX4" fmla="*/ 497771 w 1278057"/>
                <a:gd name="connsiteY4" fmla="*/ 2543175 h 2545617"/>
                <a:gd name="connsiteX5" fmla="*/ 8819 w 1278057"/>
                <a:gd name="connsiteY5" fmla="*/ 2320923 h 2545617"/>
                <a:gd name="connsiteX6" fmla="*/ 723194 w 1278057"/>
                <a:gd name="connsiteY6" fmla="*/ 88902 h 2545617"/>
                <a:gd name="connsiteX0" fmla="*/ 723194 w 1278057"/>
                <a:gd name="connsiteY0" fmla="*/ 88902 h 2568963"/>
                <a:gd name="connsiteX1" fmla="*/ 812096 w 1278057"/>
                <a:gd name="connsiteY1" fmla="*/ 0 h 2568963"/>
                <a:gd name="connsiteX2" fmla="*/ 1167692 w 1278057"/>
                <a:gd name="connsiteY2" fmla="*/ 0 h 2568963"/>
                <a:gd name="connsiteX3" fmla="*/ 1256594 w 1278057"/>
                <a:gd name="connsiteY3" fmla="*/ 88902 h 2568963"/>
                <a:gd name="connsiteX4" fmla="*/ 497771 w 1278057"/>
                <a:gd name="connsiteY4" fmla="*/ 2543175 h 2568963"/>
                <a:gd name="connsiteX5" fmla="*/ 8819 w 1278057"/>
                <a:gd name="connsiteY5" fmla="*/ 2320923 h 2568963"/>
                <a:gd name="connsiteX6" fmla="*/ 723194 w 1278057"/>
                <a:gd name="connsiteY6" fmla="*/ 88902 h 256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8057" h="2568963">
                  <a:moveTo>
                    <a:pt x="723194" y="88902"/>
                  </a:moveTo>
                  <a:cubicBezTo>
                    <a:pt x="723194" y="39803"/>
                    <a:pt x="762997" y="0"/>
                    <a:pt x="812096" y="0"/>
                  </a:cubicBezTo>
                  <a:lnTo>
                    <a:pt x="1167692" y="0"/>
                  </a:lnTo>
                  <a:cubicBezTo>
                    <a:pt x="1216791" y="0"/>
                    <a:pt x="1256594" y="39803"/>
                    <a:pt x="1256594" y="88902"/>
                  </a:cubicBezTo>
                  <a:cubicBezTo>
                    <a:pt x="1270353" y="592668"/>
                    <a:pt x="1446037" y="2191809"/>
                    <a:pt x="497771" y="2543175"/>
                  </a:cubicBezTo>
                  <a:cubicBezTo>
                    <a:pt x="448672" y="2543175"/>
                    <a:pt x="79603" y="2680614"/>
                    <a:pt x="8819" y="2320923"/>
                  </a:cubicBezTo>
                  <a:cubicBezTo>
                    <a:pt x="-105481" y="1621366"/>
                    <a:pt x="932744" y="1464734"/>
                    <a:pt x="723194" y="8890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Oval 3">
              <a:extLst>
                <a:ext uri="{FF2B5EF4-FFF2-40B4-BE49-F238E27FC236}">
                  <a16:creationId xmlns:a16="http://schemas.microsoft.com/office/drawing/2014/main" id="{DF2DA4D8-2B2C-D95D-37E2-09D11C8356F3}"/>
                </a:ext>
              </a:extLst>
            </p:cNvPr>
            <p:cNvSpPr/>
            <p:nvPr/>
          </p:nvSpPr>
          <p:spPr>
            <a:xfrm rot="5400000">
              <a:off x="1060391" y="593998"/>
              <a:ext cx="764305" cy="2150643"/>
            </a:xfrm>
            <a:custGeom>
              <a:avLst/>
              <a:gdLst>
                <a:gd name="connsiteX0" fmla="*/ 0 w 1139684"/>
                <a:gd name="connsiteY0" fmla="*/ 1853128 h 3706256"/>
                <a:gd name="connsiteX1" fmla="*/ 569842 w 1139684"/>
                <a:gd name="connsiteY1" fmla="*/ 0 h 3706256"/>
                <a:gd name="connsiteX2" fmla="*/ 1139684 w 1139684"/>
                <a:gd name="connsiteY2" fmla="*/ 1853128 h 3706256"/>
                <a:gd name="connsiteX3" fmla="*/ 569842 w 1139684"/>
                <a:gd name="connsiteY3" fmla="*/ 3706256 h 3706256"/>
                <a:gd name="connsiteX4" fmla="*/ 0 w 1139684"/>
                <a:gd name="connsiteY4" fmla="*/ 1853128 h 3706256"/>
                <a:gd name="connsiteX0" fmla="*/ 0 w 1148393"/>
                <a:gd name="connsiteY0" fmla="*/ 1853128 h 3868995"/>
                <a:gd name="connsiteX1" fmla="*/ 569842 w 1148393"/>
                <a:gd name="connsiteY1" fmla="*/ 0 h 3868995"/>
                <a:gd name="connsiteX2" fmla="*/ 1139684 w 1148393"/>
                <a:gd name="connsiteY2" fmla="*/ 1853128 h 3868995"/>
                <a:gd name="connsiteX3" fmla="*/ 971132 w 1148393"/>
                <a:gd name="connsiteY3" fmla="*/ 3565556 h 3868995"/>
                <a:gd name="connsiteX4" fmla="*/ 569842 w 1148393"/>
                <a:gd name="connsiteY4" fmla="*/ 3706256 h 3868995"/>
                <a:gd name="connsiteX5" fmla="*/ 0 w 1148393"/>
                <a:gd name="connsiteY5" fmla="*/ 1853128 h 3868995"/>
                <a:gd name="connsiteX0" fmla="*/ 617 w 1149010"/>
                <a:gd name="connsiteY0" fmla="*/ 1853128 h 3868995"/>
                <a:gd name="connsiteX1" fmla="*/ 570459 w 1149010"/>
                <a:gd name="connsiteY1" fmla="*/ 0 h 3868995"/>
                <a:gd name="connsiteX2" fmla="*/ 1140301 w 1149010"/>
                <a:gd name="connsiteY2" fmla="*/ 1853128 h 3868995"/>
                <a:gd name="connsiteX3" fmla="*/ 971749 w 1149010"/>
                <a:gd name="connsiteY3" fmla="*/ 3565556 h 3868995"/>
                <a:gd name="connsiteX4" fmla="*/ 570459 w 1149010"/>
                <a:gd name="connsiteY4" fmla="*/ 3706256 h 3868995"/>
                <a:gd name="connsiteX5" fmla="*/ 617 w 1149010"/>
                <a:gd name="connsiteY5" fmla="*/ 1853128 h 3868995"/>
                <a:gd name="connsiteX0" fmla="*/ 425 w 1386941"/>
                <a:gd name="connsiteY0" fmla="*/ 1919875 h 3864252"/>
                <a:gd name="connsiteX1" fmla="*/ 808390 w 1386941"/>
                <a:gd name="connsiteY1" fmla="*/ 72 h 3864252"/>
                <a:gd name="connsiteX2" fmla="*/ 1378232 w 1386941"/>
                <a:gd name="connsiteY2" fmla="*/ 1853200 h 3864252"/>
                <a:gd name="connsiteX3" fmla="*/ 1209680 w 1386941"/>
                <a:gd name="connsiteY3" fmla="*/ 3565628 h 3864252"/>
                <a:gd name="connsiteX4" fmla="*/ 808390 w 1386941"/>
                <a:gd name="connsiteY4" fmla="*/ 3706328 h 3864252"/>
                <a:gd name="connsiteX5" fmla="*/ 425 w 1386941"/>
                <a:gd name="connsiteY5" fmla="*/ 1919875 h 3864252"/>
                <a:gd name="connsiteX0" fmla="*/ 474 w 1386990"/>
                <a:gd name="connsiteY0" fmla="*/ 1919875 h 3823406"/>
                <a:gd name="connsiteX1" fmla="*/ 808439 w 1386990"/>
                <a:gd name="connsiteY1" fmla="*/ 72 h 3823406"/>
                <a:gd name="connsiteX2" fmla="*/ 1378281 w 1386990"/>
                <a:gd name="connsiteY2" fmla="*/ 1853200 h 3823406"/>
                <a:gd name="connsiteX3" fmla="*/ 1209729 w 1386990"/>
                <a:gd name="connsiteY3" fmla="*/ 3565628 h 3823406"/>
                <a:gd name="connsiteX4" fmla="*/ 808439 w 1386990"/>
                <a:gd name="connsiteY4" fmla="*/ 3706328 h 3823406"/>
                <a:gd name="connsiteX5" fmla="*/ 474 w 1386990"/>
                <a:gd name="connsiteY5" fmla="*/ 1919875 h 3823406"/>
                <a:gd name="connsiteX0" fmla="*/ 474 w 1386990"/>
                <a:gd name="connsiteY0" fmla="*/ 1919875 h 3784545"/>
                <a:gd name="connsiteX1" fmla="*/ 808439 w 1386990"/>
                <a:gd name="connsiteY1" fmla="*/ 72 h 3784545"/>
                <a:gd name="connsiteX2" fmla="*/ 1378281 w 1386990"/>
                <a:gd name="connsiteY2" fmla="*/ 1853200 h 3784545"/>
                <a:gd name="connsiteX3" fmla="*/ 1209729 w 1386990"/>
                <a:gd name="connsiteY3" fmla="*/ 3565628 h 3784545"/>
                <a:gd name="connsiteX4" fmla="*/ 808439 w 1386990"/>
                <a:gd name="connsiteY4" fmla="*/ 3706328 h 3784545"/>
                <a:gd name="connsiteX5" fmla="*/ 474 w 1386990"/>
                <a:gd name="connsiteY5" fmla="*/ 1919875 h 3784545"/>
                <a:gd name="connsiteX0" fmla="*/ 474 w 1393437"/>
                <a:gd name="connsiteY0" fmla="*/ 1919874 h 3784544"/>
                <a:gd name="connsiteX1" fmla="*/ 808439 w 1393437"/>
                <a:gd name="connsiteY1" fmla="*/ 71 h 3784544"/>
                <a:gd name="connsiteX2" fmla="*/ 1378281 w 1393437"/>
                <a:gd name="connsiteY2" fmla="*/ 1853199 h 3784544"/>
                <a:gd name="connsiteX3" fmla="*/ 1190684 w 1393437"/>
                <a:gd name="connsiteY3" fmla="*/ 3337028 h 3784544"/>
                <a:gd name="connsiteX4" fmla="*/ 1209729 w 1393437"/>
                <a:gd name="connsiteY4" fmla="*/ 3565627 h 3784544"/>
                <a:gd name="connsiteX5" fmla="*/ 808439 w 1393437"/>
                <a:gd name="connsiteY5" fmla="*/ 3706327 h 3784544"/>
                <a:gd name="connsiteX6" fmla="*/ 474 w 1393437"/>
                <a:gd name="connsiteY6" fmla="*/ 1919874 h 3784544"/>
                <a:gd name="connsiteX0" fmla="*/ 474 w 1395647"/>
                <a:gd name="connsiteY0" fmla="*/ 1919870 h 3784540"/>
                <a:gd name="connsiteX1" fmla="*/ 808439 w 1395647"/>
                <a:gd name="connsiteY1" fmla="*/ 67 h 3784540"/>
                <a:gd name="connsiteX2" fmla="*/ 1378281 w 1395647"/>
                <a:gd name="connsiteY2" fmla="*/ 1853195 h 3784540"/>
                <a:gd name="connsiteX3" fmla="*/ 1200208 w 1395647"/>
                <a:gd name="connsiteY3" fmla="*/ 2879823 h 3784540"/>
                <a:gd name="connsiteX4" fmla="*/ 1190684 w 1395647"/>
                <a:gd name="connsiteY4" fmla="*/ 3337024 h 3784540"/>
                <a:gd name="connsiteX5" fmla="*/ 1209729 w 1395647"/>
                <a:gd name="connsiteY5" fmla="*/ 3565623 h 3784540"/>
                <a:gd name="connsiteX6" fmla="*/ 808439 w 1395647"/>
                <a:gd name="connsiteY6" fmla="*/ 3706323 h 3784540"/>
                <a:gd name="connsiteX7" fmla="*/ 474 w 1395647"/>
                <a:gd name="connsiteY7" fmla="*/ 1919870 h 3784540"/>
                <a:gd name="connsiteX0" fmla="*/ 474 w 1403388"/>
                <a:gd name="connsiteY0" fmla="*/ 1919866 h 3784536"/>
                <a:gd name="connsiteX1" fmla="*/ 808439 w 1403388"/>
                <a:gd name="connsiteY1" fmla="*/ 63 h 3784536"/>
                <a:gd name="connsiteX2" fmla="*/ 1378281 w 1403388"/>
                <a:gd name="connsiteY2" fmla="*/ 1853191 h 3784536"/>
                <a:gd name="connsiteX3" fmla="*/ 1257358 w 1403388"/>
                <a:gd name="connsiteY3" fmla="*/ 2384519 h 3784536"/>
                <a:gd name="connsiteX4" fmla="*/ 1200208 w 1403388"/>
                <a:gd name="connsiteY4" fmla="*/ 2879819 h 3784536"/>
                <a:gd name="connsiteX5" fmla="*/ 1190684 w 1403388"/>
                <a:gd name="connsiteY5" fmla="*/ 3337020 h 3784536"/>
                <a:gd name="connsiteX6" fmla="*/ 1209729 w 1403388"/>
                <a:gd name="connsiteY6" fmla="*/ 3565619 h 3784536"/>
                <a:gd name="connsiteX7" fmla="*/ 808439 w 1403388"/>
                <a:gd name="connsiteY7" fmla="*/ 3706319 h 3784536"/>
                <a:gd name="connsiteX8" fmla="*/ 474 w 1403388"/>
                <a:gd name="connsiteY8" fmla="*/ 1919866 h 3784536"/>
                <a:gd name="connsiteX0" fmla="*/ 474 w 1303204"/>
                <a:gd name="connsiteY0" fmla="*/ 1919866 h 3784536"/>
                <a:gd name="connsiteX1" fmla="*/ 808439 w 1303204"/>
                <a:gd name="connsiteY1" fmla="*/ 63 h 3784536"/>
                <a:gd name="connsiteX2" fmla="*/ 1254456 w 1303204"/>
                <a:gd name="connsiteY2" fmla="*/ 1853191 h 3784536"/>
                <a:gd name="connsiteX3" fmla="*/ 1257358 w 1303204"/>
                <a:gd name="connsiteY3" fmla="*/ 2384519 h 3784536"/>
                <a:gd name="connsiteX4" fmla="*/ 1200208 w 1303204"/>
                <a:gd name="connsiteY4" fmla="*/ 2879819 h 3784536"/>
                <a:gd name="connsiteX5" fmla="*/ 1190684 w 1303204"/>
                <a:gd name="connsiteY5" fmla="*/ 3337020 h 3784536"/>
                <a:gd name="connsiteX6" fmla="*/ 1209729 w 1303204"/>
                <a:gd name="connsiteY6" fmla="*/ 3565619 h 3784536"/>
                <a:gd name="connsiteX7" fmla="*/ 808439 w 1303204"/>
                <a:gd name="connsiteY7" fmla="*/ 3706319 h 3784536"/>
                <a:gd name="connsiteX8" fmla="*/ 474 w 1303204"/>
                <a:gd name="connsiteY8" fmla="*/ 1919866 h 3784536"/>
                <a:gd name="connsiteX0" fmla="*/ 474 w 1286237"/>
                <a:gd name="connsiteY0" fmla="*/ 1925733 h 3790403"/>
                <a:gd name="connsiteX1" fmla="*/ 808439 w 1286237"/>
                <a:gd name="connsiteY1" fmla="*/ 5930 h 3790403"/>
                <a:gd name="connsiteX2" fmla="*/ 1257354 w 1286237"/>
                <a:gd name="connsiteY2" fmla="*/ 1342636 h 3790403"/>
                <a:gd name="connsiteX3" fmla="*/ 1254456 w 1286237"/>
                <a:gd name="connsiteY3" fmla="*/ 1859058 h 3790403"/>
                <a:gd name="connsiteX4" fmla="*/ 1257358 w 1286237"/>
                <a:gd name="connsiteY4" fmla="*/ 2390386 h 3790403"/>
                <a:gd name="connsiteX5" fmla="*/ 1200208 w 1286237"/>
                <a:gd name="connsiteY5" fmla="*/ 2885686 h 3790403"/>
                <a:gd name="connsiteX6" fmla="*/ 1190684 w 1286237"/>
                <a:gd name="connsiteY6" fmla="*/ 3342887 h 3790403"/>
                <a:gd name="connsiteX7" fmla="*/ 1209729 w 1286237"/>
                <a:gd name="connsiteY7" fmla="*/ 3571486 h 3790403"/>
                <a:gd name="connsiteX8" fmla="*/ 808439 w 1286237"/>
                <a:gd name="connsiteY8" fmla="*/ 3712186 h 3790403"/>
                <a:gd name="connsiteX9" fmla="*/ 474 w 1286237"/>
                <a:gd name="connsiteY9" fmla="*/ 1925733 h 3790403"/>
                <a:gd name="connsiteX0" fmla="*/ 474 w 1274198"/>
                <a:gd name="connsiteY0" fmla="*/ 1946591 h 3811261"/>
                <a:gd name="connsiteX1" fmla="*/ 808439 w 1274198"/>
                <a:gd name="connsiteY1" fmla="*/ 26788 h 3811261"/>
                <a:gd name="connsiteX2" fmla="*/ 1209730 w 1274198"/>
                <a:gd name="connsiteY2" fmla="*/ 858669 h 3811261"/>
                <a:gd name="connsiteX3" fmla="*/ 1257354 w 1274198"/>
                <a:gd name="connsiteY3" fmla="*/ 1363494 h 3811261"/>
                <a:gd name="connsiteX4" fmla="*/ 1254456 w 1274198"/>
                <a:gd name="connsiteY4" fmla="*/ 1879916 h 3811261"/>
                <a:gd name="connsiteX5" fmla="*/ 1257358 w 1274198"/>
                <a:gd name="connsiteY5" fmla="*/ 2411244 h 3811261"/>
                <a:gd name="connsiteX6" fmla="*/ 1200208 w 1274198"/>
                <a:gd name="connsiteY6" fmla="*/ 2906544 h 3811261"/>
                <a:gd name="connsiteX7" fmla="*/ 1190684 w 1274198"/>
                <a:gd name="connsiteY7" fmla="*/ 3363745 h 3811261"/>
                <a:gd name="connsiteX8" fmla="*/ 1209729 w 1274198"/>
                <a:gd name="connsiteY8" fmla="*/ 3592344 h 3811261"/>
                <a:gd name="connsiteX9" fmla="*/ 808439 w 1274198"/>
                <a:gd name="connsiteY9" fmla="*/ 3733044 h 3811261"/>
                <a:gd name="connsiteX10" fmla="*/ 474 w 1274198"/>
                <a:gd name="connsiteY10" fmla="*/ 1946591 h 3811261"/>
                <a:gd name="connsiteX0" fmla="*/ 474 w 1274198"/>
                <a:gd name="connsiteY0" fmla="*/ 1993036 h 3857706"/>
                <a:gd name="connsiteX1" fmla="*/ 808439 w 1274198"/>
                <a:gd name="connsiteY1" fmla="*/ 73233 h 3857706"/>
                <a:gd name="connsiteX2" fmla="*/ 1152584 w 1274198"/>
                <a:gd name="connsiteY2" fmla="*/ 447915 h 3857706"/>
                <a:gd name="connsiteX3" fmla="*/ 1209730 w 1274198"/>
                <a:gd name="connsiteY3" fmla="*/ 905114 h 3857706"/>
                <a:gd name="connsiteX4" fmla="*/ 1257354 w 1274198"/>
                <a:gd name="connsiteY4" fmla="*/ 1409939 h 3857706"/>
                <a:gd name="connsiteX5" fmla="*/ 1254456 w 1274198"/>
                <a:gd name="connsiteY5" fmla="*/ 1926361 h 3857706"/>
                <a:gd name="connsiteX6" fmla="*/ 1257358 w 1274198"/>
                <a:gd name="connsiteY6" fmla="*/ 2457689 h 3857706"/>
                <a:gd name="connsiteX7" fmla="*/ 1200208 w 1274198"/>
                <a:gd name="connsiteY7" fmla="*/ 2952989 h 3857706"/>
                <a:gd name="connsiteX8" fmla="*/ 1190684 w 1274198"/>
                <a:gd name="connsiteY8" fmla="*/ 3410190 h 3857706"/>
                <a:gd name="connsiteX9" fmla="*/ 1209729 w 1274198"/>
                <a:gd name="connsiteY9" fmla="*/ 3638789 h 3857706"/>
                <a:gd name="connsiteX10" fmla="*/ 808439 w 1274198"/>
                <a:gd name="connsiteY10" fmla="*/ 3779489 h 3857706"/>
                <a:gd name="connsiteX11" fmla="*/ 474 w 1274198"/>
                <a:gd name="connsiteY11" fmla="*/ 1993036 h 3857706"/>
                <a:gd name="connsiteX0" fmla="*/ 474 w 1274198"/>
                <a:gd name="connsiteY0" fmla="*/ 2012173 h 3876843"/>
                <a:gd name="connsiteX1" fmla="*/ 808439 w 1274198"/>
                <a:gd name="connsiteY1" fmla="*/ 92370 h 3876843"/>
                <a:gd name="connsiteX2" fmla="*/ 1152584 w 1274198"/>
                <a:gd name="connsiteY2" fmla="*/ 467052 h 3876843"/>
                <a:gd name="connsiteX3" fmla="*/ 1209730 w 1274198"/>
                <a:gd name="connsiteY3" fmla="*/ 924251 h 3876843"/>
                <a:gd name="connsiteX4" fmla="*/ 1257354 w 1274198"/>
                <a:gd name="connsiteY4" fmla="*/ 1429076 h 3876843"/>
                <a:gd name="connsiteX5" fmla="*/ 1254456 w 1274198"/>
                <a:gd name="connsiteY5" fmla="*/ 1945498 h 3876843"/>
                <a:gd name="connsiteX6" fmla="*/ 1257358 w 1274198"/>
                <a:gd name="connsiteY6" fmla="*/ 2476826 h 3876843"/>
                <a:gd name="connsiteX7" fmla="*/ 1200208 w 1274198"/>
                <a:gd name="connsiteY7" fmla="*/ 2972126 h 3876843"/>
                <a:gd name="connsiteX8" fmla="*/ 1190684 w 1274198"/>
                <a:gd name="connsiteY8" fmla="*/ 3429327 h 3876843"/>
                <a:gd name="connsiteX9" fmla="*/ 1209729 w 1274198"/>
                <a:gd name="connsiteY9" fmla="*/ 3657926 h 3876843"/>
                <a:gd name="connsiteX10" fmla="*/ 808439 w 1274198"/>
                <a:gd name="connsiteY10" fmla="*/ 3798626 h 3876843"/>
                <a:gd name="connsiteX11" fmla="*/ 474 w 1274198"/>
                <a:gd name="connsiteY11" fmla="*/ 2012173 h 3876843"/>
                <a:gd name="connsiteX0" fmla="*/ 474 w 1274198"/>
                <a:gd name="connsiteY0" fmla="*/ 2004138 h 3868808"/>
                <a:gd name="connsiteX1" fmla="*/ 808439 w 1274198"/>
                <a:gd name="connsiteY1" fmla="*/ 84335 h 3868808"/>
                <a:gd name="connsiteX2" fmla="*/ 1152584 w 1274198"/>
                <a:gd name="connsiteY2" fmla="*/ 459017 h 3868808"/>
                <a:gd name="connsiteX3" fmla="*/ 1209730 w 1274198"/>
                <a:gd name="connsiteY3" fmla="*/ 916216 h 3868808"/>
                <a:gd name="connsiteX4" fmla="*/ 1257354 w 1274198"/>
                <a:gd name="connsiteY4" fmla="*/ 1421041 h 3868808"/>
                <a:gd name="connsiteX5" fmla="*/ 1254456 w 1274198"/>
                <a:gd name="connsiteY5" fmla="*/ 1937463 h 3868808"/>
                <a:gd name="connsiteX6" fmla="*/ 1257358 w 1274198"/>
                <a:gd name="connsiteY6" fmla="*/ 2468791 h 3868808"/>
                <a:gd name="connsiteX7" fmla="*/ 1200208 w 1274198"/>
                <a:gd name="connsiteY7" fmla="*/ 2964091 h 3868808"/>
                <a:gd name="connsiteX8" fmla="*/ 1190684 w 1274198"/>
                <a:gd name="connsiteY8" fmla="*/ 3421292 h 3868808"/>
                <a:gd name="connsiteX9" fmla="*/ 1209729 w 1274198"/>
                <a:gd name="connsiteY9" fmla="*/ 3649891 h 3868808"/>
                <a:gd name="connsiteX10" fmla="*/ 808439 w 1274198"/>
                <a:gd name="connsiteY10" fmla="*/ 3790591 h 3868808"/>
                <a:gd name="connsiteX11" fmla="*/ 474 w 1274198"/>
                <a:gd name="connsiteY11" fmla="*/ 2004138 h 3868808"/>
                <a:gd name="connsiteX0" fmla="*/ 474 w 1274198"/>
                <a:gd name="connsiteY0" fmla="*/ 1996152 h 3860822"/>
                <a:gd name="connsiteX1" fmla="*/ 808439 w 1274198"/>
                <a:gd name="connsiteY1" fmla="*/ 76349 h 3860822"/>
                <a:gd name="connsiteX2" fmla="*/ 1152584 w 1274198"/>
                <a:gd name="connsiteY2" fmla="*/ 451031 h 3860822"/>
                <a:gd name="connsiteX3" fmla="*/ 1209730 w 1274198"/>
                <a:gd name="connsiteY3" fmla="*/ 908230 h 3860822"/>
                <a:gd name="connsiteX4" fmla="*/ 1257354 w 1274198"/>
                <a:gd name="connsiteY4" fmla="*/ 1413055 h 3860822"/>
                <a:gd name="connsiteX5" fmla="*/ 1254456 w 1274198"/>
                <a:gd name="connsiteY5" fmla="*/ 1929477 h 3860822"/>
                <a:gd name="connsiteX6" fmla="*/ 1257358 w 1274198"/>
                <a:gd name="connsiteY6" fmla="*/ 2460805 h 3860822"/>
                <a:gd name="connsiteX7" fmla="*/ 1200208 w 1274198"/>
                <a:gd name="connsiteY7" fmla="*/ 2956105 h 3860822"/>
                <a:gd name="connsiteX8" fmla="*/ 1190684 w 1274198"/>
                <a:gd name="connsiteY8" fmla="*/ 3413306 h 3860822"/>
                <a:gd name="connsiteX9" fmla="*/ 1209729 w 1274198"/>
                <a:gd name="connsiteY9" fmla="*/ 3641905 h 3860822"/>
                <a:gd name="connsiteX10" fmla="*/ 808439 w 1274198"/>
                <a:gd name="connsiteY10" fmla="*/ 3782605 h 3860822"/>
                <a:gd name="connsiteX11" fmla="*/ 474 w 1274198"/>
                <a:gd name="connsiteY11" fmla="*/ 1996152 h 3860822"/>
                <a:gd name="connsiteX0" fmla="*/ 474 w 1274198"/>
                <a:gd name="connsiteY0" fmla="*/ 1996152 h 3860822"/>
                <a:gd name="connsiteX1" fmla="*/ 808439 w 1274198"/>
                <a:gd name="connsiteY1" fmla="*/ 76349 h 3860822"/>
                <a:gd name="connsiteX2" fmla="*/ 1152584 w 1274198"/>
                <a:gd name="connsiteY2" fmla="*/ 451031 h 3860822"/>
                <a:gd name="connsiteX3" fmla="*/ 1209730 w 1274198"/>
                <a:gd name="connsiteY3" fmla="*/ 908230 h 3860822"/>
                <a:gd name="connsiteX4" fmla="*/ 1257354 w 1274198"/>
                <a:gd name="connsiteY4" fmla="*/ 1413055 h 3860822"/>
                <a:gd name="connsiteX5" fmla="*/ 1254456 w 1274198"/>
                <a:gd name="connsiteY5" fmla="*/ 1929477 h 3860822"/>
                <a:gd name="connsiteX6" fmla="*/ 1257358 w 1274198"/>
                <a:gd name="connsiteY6" fmla="*/ 2460805 h 3860822"/>
                <a:gd name="connsiteX7" fmla="*/ 1200208 w 1274198"/>
                <a:gd name="connsiteY7" fmla="*/ 2956105 h 3860822"/>
                <a:gd name="connsiteX8" fmla="*/ 1190684 w 1274198"/>
                <a:gd name="connsiteY8" fmla="*/ 3413306 h 3860822"/>
                <a:gd name="connsiteX9" fmla="*/ 1209729 w 1274198"/>
                <a:gd name="connsiteY9" fmla="*/ 3641905 h 3860822"/>
                <a:gd name="connsiteX10" fmla="*/ 808439 w 1274198"/>
                <a:gd name="connsiteY10" fmla="*/ 3782605 h 3860822"/>
                <a:gd name="connsiteX11" fmla="*/ 474 w 1274198"/>
                <a:gd name="connsiteY11" fmla="*/ 1996152 h 3860822"/>
                <a:gd name="connsiteX0" fmla="*/ 474 w 1315765"/>
                <a:gd name="connsiteY0" fmla="*/ 1996152 h 3860822"/>
                <a:gd name="connsiteX1" fmla="*/ 808439 w 1315765"/>
                <a:gd name="connsiteY1" fmla="*/ 76349 h 3860822"/>
                <a:gd name="connsiteX2" fmla="*/ 1152584 w 1315765"/>
                <a:gd name="connsiteY2" fmla="*/ 451031 h 3860822"/>
                <a:gd name="connsiteX3" fmla="*/ 1209730 w 1315765"/>
                <a:gd name="connsiteY3" fmla="*/ 908230 h 3860822"/>
                <a:gd name="connsiteX4" fmla="*/ 1257354 w 1315765"/>
                <a:gd name="connsiteY4" fmla="*/ 1413055 h 3860822"/>
                <a:gd name="connsiteX5" fmla="*/ 1254456 w 1315765"/>
                <a:gd name="connsiteY5" fmla="*/ 1929477 h 3860822"/>
                <a:gd name="connsiteX6" fmla="*/ 1257358 w 1315765"/>
                <a:gd name="connsiteY6" fmla="*/ 2460805 h 3860822"/>
                <a:gd name="connsiteX7" fmla="*/ 1200208 w 1315765"/>
                <a:gd name="connsiteY7" fmla="*/ 2956105 h 3860822"/>
                <a:gd name="connsiteX8" fmla="*/ 1190684 w 1315765"/>
                <a:gd name="connsiteY8" fmla="*/ 3413306 h 3860822"/>
                <a:gd name="connsiteX9" fmla="*/ 1209729 w 1315765"/>
                <a:gd name="connsiteY9" fmla="*/ 3641905 h 3860822"/>
                <a:gd name="connsiteX10" fmla="*/ 808439 w 1315765"/>
                <a:gd name="connsiteY10" fmla="*/ 3782605 h 3860822"/>
                <a:gd name="connsiteX11" fmla="*/ 474 w 1315765"/>
                <a:gd name="connsiteY11" fmla="*/ 1996152 h 3860822"/>
                <a:gd name="connsiteX0" fmla="*/ 474 w 1363430"/>
                <a:gd name="connsiteY0" fmla="*/ 1996152 h 3860822"/>
                <a:gd name="connsiteX1" fmla="*/ 808439 w 1363430"/>
                <a:gd name="connsiteY1" fmla="*/ 76349 h 3860822"/>
                <a:gd name="connsiteX2" fmla="*/ 1152584 w 1363430"/>
                <a:gd name="connsiteY2" fmla="*/ 451031 h 3860822"/>
                <a:gd name="connsiteX3" fmla="*/ 1209730 w 1363430"/>
                <a:gd name="connsiteY3" fmla="*/ 908230 h 3860822"/>
                <a:gd name="connsiteX4" fmla="*/ 1257354 w 1363430"/>
                <a:gd name="connsiteY4" fmla="*/ 1413055 h 3860822"/>
                <a:gd name="connsiteX5" fmla="*/ 1254456 w 1363430"/>
                <a:gd name="connsiteY5" fmla="*/ 1929477 h 3860822"/>
                <a:gd name="connsiteX6" fmla="*/ 1257358 w 1363430"/>
                <a:gd name="connsiteY6" fmla="*/ 2460805 h 3860822"/>
                <a:gd name="connsiteX7" fmla="*/ 1200208 w 1363430"/>
                <a:gd name="connsiteY7" fmla="*/ 2956105 h 3860822"/>
                <a:gd name="connsiteX8" fmla="*/ 1190684 w 1363430"/>
                <a:gd name="connsiteY8" fmla="*/ 3413306 h 3860822"/>
                <a:gd name="connsiteX9" fmla="*/ 1209729 w 1363430"/>
                <a:gd name="connsiteY9" fmla="*/ 3641905 h 3860822"/>
                <a:gd name="connsiteX10" fmla="*/ 808439 w 1363430"/>
                <a:gd name="connsiteY10" fmla="*/ 3782605 h 3860822"/>
                <a:gd name="connsiteX11" fmla="*/ 474 w 1363430"/>
                <a:gd name="connsiteY11" fmla="*/ 1996152 h 3860822"/>
                <a:gd name="connsiteX0" fmla="*/ 474 w 1367515"/>
                <a:gd name="connsiteY0" fmla="*/ 1996152 h 3860822"/>
                <a:gd name="connsiteX1" fmla="*/ 808439 w 1367515"/>
                <a:gd name="connsiteY1" fmla="*/ 76349 h 3860822"/>
                <a:gd name="connsiteX2" fmla="*/ 1152584 w 1367515"/>
                <a:gd name="connsiteY2" fmla="*/ 451031 h 3860822"/>
                <a:gd name="connsiteX3" fmla="*/ 1209730 w 1367515"/>
                <a:gd name="connsiteY3" fmla="*/ 908230 h 3860822"/>
                <a:gd name="connsiteX4" fmla="*/ 1257354 w 1367515"/>
                <a:gd name="connsiteY4" fmla="*/ 1413055 h 3860822"/>
                <a:gd name="connsiteX5" fmla="*/ 1254456 w 1367515"/>
                <a:gd name="connsiteY5" fmla="*/ 1929477 h 3860822"/>
                <a:gd name="connsiteX6" fmla="*/ 1257358 w 1367515"/>
                <a:gd name="connsiteY6" fmla="*/ 2460805 h 3860822"/>
                <a:gd name="connsiteX7" fmla="*/ 1200208 w 1367515"/>
                <a:gd name="connsiteY7" fmla="*/ 2956105 h 3860822"/>
                <a:gd name="connsiteX8" fmla="*/ 1190684 w 1367515"/>
                <a:gd name="connsiteY8" fmla="*/ 3413306 h 3860822"/>
                <a:gd name="connsiteX9" fmla="*/ 1209729 w 1367515"/>
                <a:gd name="connsiteY9" fmla="*/ 3641905 h 3860822"/>
                <a:gd name="connsiteX10" fmla="*/ 808439 w 1367515"/>
                <a:gd name="connsiteY10" fmla="*/ 3782605 h 3860822"/>
                <a:gd name="connsiteX11" fmla="*/ 474 w 1367515"/>
                <a:gd name="connsiteY11" fmla="*/ 1996152 h 3860822"/>
                <a:gd name="connsiteX0" fmla="*/ 474 w 1367515"/>
                <a:gd name="connsiteY0" fmla="*/ 1996152 h 3860822"/>
                <a:gd name="connsiteX1" fmla="*/ 808439 w 1367515"/>
                <a:gd name="connsiteY1" fmla="*/ 76349 h 3860822"/>
                <a:gd name="connsiteX2" fmla="*/ 1152584 w 1367515"/>
                <a:gd name="connsiteY2" fmla="*/ 451031 h 3860822"/>
                <a:gd name="connsiteX3" fmla="*/ 1209730 w 1367515"/>
                <a:gd name="connsiteY3" fmla="*/ 908230 h 3860822"/>
                <a:gd name="connsiteX4" fmla="*/ 1257354 w 1367515"/>
                <a:gd name="connsiteY4" fmla="*/ 1413055 h 3860822"/>
                <a:gd name="connsiteX5" fmla="*/ 1254456 w 1367515"/>
                <a:gd name="connsiteY5" fmla="*/ 1929477 h 3860822"/>
                <a:gd name="connsiteX6" fmla="*/ 1257358 w 1367515"/>
                <a:gd name="connsiteY6" fmla="*/ 2460805 h 3860822"/>
                <a:gd name="connsiteX7" fmla="*/ 1200208 w 1367515"/>
                <a:gd name="connsiteY7" fmla="*/ 2956105 h 3860822"/>
                <a:gd name="connsiteX8" fmla="*/ 1190684 w 1367515"/>
                <a:gd name="connsiteY8" fmla="*/ 3413306 h 3860822"/>
                <a:gd name="connsiteX9" fmla="*/ 1209729 w 1367515"/>
                <a:gd name="connsiteY9" fmla="*/ 3641905 h 3860822"/>
                <a:gd name="connsiteX10" fmla="*/ 808439 w 1367515"/>
                <a:gd name="connsiteY10" fmla="*/ 3782605 h 3860822"/>
                <a:gd name="connsiteX11" fmla="*/ 474 w 1367515"/>
                <a:gd name="connsiteY11" fmla="*/ 1996152 h 3860822"/>
                <a:gd name="connsiteX0" fmla="*/ 474 w 1367515"/>
                <a:gd name="connsiteY0" fmla="*/ 1996152 h 3860822"/>
                <a:gd name="connsiteX1" fmla="*/ 808439 w 1367515"/>
                <a:gd name="connsiteY1" fmla="*/ 76349 h 3860822"/>
                <a:gd name="connsiteX2" fmla="*/ 1152584 w 1367515"/>
                <a:gd name="connsiteY2" fmla="*/ 451031 h 3860822"/>
                <a:gd name="connsiteX3" fmla="*/ 1209730 w 1367515"/>
                <a:gd name="connsiteY3" fmla="*/ 908230 h 3860822"/>
                <a:gd name="connsiteX4" fmla="*/ 1257354 w 1367515"/>
                <a:gd name="connsiteY4" fmla="*/ 1413055 h 3860822"/>
                <a:gd name="connsiteX5" fmla="*/ 1254456 w 1367515"/>
                <a:gd name="connsiteY5" fmla="*/ 1929477 h 3860822"/>
                <a:gd name="connsiteX6" fmla="*/ 1257358 w 1367515"/>
                <a:gd name="connsiteY6" fmla="*/ 2460805 h 3860822"/>
                <a:gd name="connsiteX7" fmla="*/ 1200208 w 1367515"/>
                <a:gd name="connsiteY7" fmla="*/ 2956105 h 3860822"/>
                <a:gd name="connsiteX8" fmla="*/ 1190684 w 1367515"/>
                <a:gd name="connsiteY8" fmla="*/ 3413306 h 3860822"/>
                <a:gd name="connsiteX9" fmla="*/ 1209729 w 1367515"/>
                <a:gd name="connsiteY9" fmla="*/ 3641905 h 3860822"/>
                <a:gd name="connsiteX10" fmla="*/ 808439 w 1367515"/>
                <a:gd name="connsiteY10" fmla="*/ 3782605 h 3860822"/>
                <a:gd name="connsiteX11" fmla="*/ 474 w 1367515"/>
                <a:gd name="connsiteY11" fmla="*/ 1996152 h 3860822"/>
                <a:gd name="connsiteX0" fmla="*/ 474 w 1367515"/>
                <a:gd name="connsiteY0" fmla="*/ 1996152 h 3860822"/>
                <a:gd name="connsiteX1" fmla="*/ 808439 w 1367515"/>
                <a:gd name="connsiteY1" fmla="*/ 76349 h 3860822"/>
                <a:gd name="connsiteX2" fmla="*/ 1152584 w 1367515"/>
                <a:gd name="connsiteY2" fmla="*/ 451031 h 3860822"/>
                <a:gd name="connsiteX3" fmla="*/ 1209730 w 1367515"/>
                <a:gd name="connsiteY3" fmla="*/ 908230 h 3860822"/>
                <a:gd name="connsiteX4" fmla="*/ 1257354 w 1367515"/>
                <a:gd name="connsiteY4" fmla="*/ 1413055 h 3860822"/>
                <a:gd name="connsiteX5" fmla="*/ 1254456 w 1367515"/>
                <a:gd name="connsiteY5" fmla="*/ 1929477 h 3860822"/>
                <a:gd name="connsiteX6" fmla="*/ 1257358 w 1367515"/>
                <a:gd name="connsiteY6" fmla="*/ 2460805 h 3860822"/>
                <a:gd name="connsiteX7" fmla="*/ 1200208 w 1367515"/>
                <a:gd name="connsiteY7" fmla="*/ 2956105 h 3860822"/>
                <a:gd name="connsiteX8" fmla="*/ 1190684 w 1367515"/>
                <a:gd name="connsiteY8" fmla="*/ 3413306 h 3860822"/>
                <a:gd name="connsiteX9" fmla="*/ 1209729 w 1367515"/>
                <a:gd name="connsiteY9" fmla="*/ 3641905 h 3860822"/>
                <a:gd name="connsiteX10" fmla="*/ 808439 w 1367515"/>
                <a:gd name="connsiteY10" fmla="*/ 3782605 h 3860822"/>
                <a:gd name="connsiteX11" fmla="*/ 474 w 1367515"/>
                <a:gd name="connsiteY11" fmla="*/ 1996152 h 3860822"/>
                <a:gd name="connsiteX0" fmla="*/ 424 w 1367465"/>
                <a:gd name="connsiteY0" fmla="*/ 1996152 h 3848143"/>
                <a:gd name="connsiteX1" fmla="*/ 808389 w 1367465"/>
                <a:gd name="connsiteY1" fmla="*/ 76349 h 3848143"/>
                <a:gd name="connsiteX2" fmla="*/ 1152534 w 1367465"/>
                <a:gd name="connsiteY2" fmla="*/ 451031 h 3848143"/>
                <a:gd name="connsiteX3" fmla="*/ 1209680 w 1367465"/>
                <a:gd name="connsiteY3" fmla="*/ 908230 h 3848143"/>
                <a:gd name="connsiteX4" fmla="*/ 1257304 w 1367465"/>
                <a:gd name="connsiteY4" fmla="*/ 1413055 h 3848143"/>
                <a:gd name="connsiteX5" fmla="*/ 1254406 w 1367465"/>
                <a:gd name="connsiteY5" fmla="*/ 1929477 h 3848143"/>
                <a:gd name="connsiteX6" fmla="*/ 1257308 w 1367465"/>
                <a:gd name="connsiteY6" fmla="*/ 2460805 h 3848143"/>
                <a:gd name="connsiteX7" fmla="*/ 1200158 w 1367465"/>
                <a:gd name="connsiteY7" fmla="*/ 2956105 h 3848143"/>
                <a:gd name="connsiteX8" fmla="*/ 1190634 w 1367465"/>
                <a:gd name="connsiteY8" fmla="*/ 3413306 h 3848143"/>
                <a:gd name="connsiteX9" fmla="*/ 808389 w 1367465"/>
                <a:gd name="connsiteY9" fmla="*/ 3782605 h 3848143"/>
                <a:gd name="connsiteX10" fmla="*/ 424 w 1367465"/>
                <a:gd name="connsiteY10" fmla="*/ 1996152 h 3848143"/>
                <a:gd name="connsiteX0" fmla="*/ 424 w 1367465"/>
                <a:gd name="connsiteY0" fmla="*/ 1996152 h 3868037"/>
                <a:gd name="connsiteX1" fmla="*/ 808389 w 1367465"/>
                <a:gd name="connsiteY1" fmla="*/ 76349 h 3868037"/>
                <a:gd name="connsiteX2" fmla="*/ 1152534 w 1367465"/>
                <a:gd name="connsiteY2" fmla="*/ 451031 h 3868037"/>
                <a:gd name="connsiteX3" fmla="*/ 1209680 w 1367465"/>
                <a:gd name="connsiteY3" fmla="*/ 908230 h 3868037"/>
                <a:gd name="connsiteX4" fmla="*/ 1257304 w 1367465"/>
                <a:gd name="connsiteY4" fmla="*/ 1413055 h 3868037"/>
                <a:gd name="connsiteX5" fmla="*/ 1254406 w 1367465"/>
                <a:gd name="connsiteY5" fmla="*/ 1929477 h 3868037"/>
                <a:gd name="connsiteX6" fmla="*/ 1257308 w 1367465"/>
                <a:gd name="connsiteY6" fmla="*/ 2460805 h 3868037"/>
                <a:gd name="connsiteX7" fmla="*/ 1200158 w 1367465"/>
                <a:gd name="connsiteY7" fmla="*/ 2956105 h 3868037"/>
                <a:gd name="connsiteX8" fmla="*/ 1190634 w 1367465"/>
                <a:gd name="connsiteY8" fmla="*/ 3413306 h 3868037"/>
                <a:gd name="connsiteX9" fmla="*/ 808389 w 1367465"/>
                <a:gd name="connsiteY9" fmla="*/ 3782605 h 3868037"/>
                <a:gd name="connsiteX10" fmla="*/ 424 w 1367465"/>
                <a:gd name="connsiteY10" fmla="*/ 1996152 h 3868037"/>
                <a:gd name="connsiteX0" fmla="*/ 488 w 1367529"/>
                <a:gd name="connsiteY0" fmla="*/ 1996152 h 3848027"/>
                <a:gd name="connsiteX1" fmla="*/ 808453 w 1367529"/>
                <a:gd name="connsiteY1" fmla="*/ 76349 h 3848027"/>
                <a:gd name="connsiteX2" fmla="*/ 1152598 w 1367529"/>
                <a:gd name="connsiteY2" fmla="*/ 451031 h 3848027"/>
                <a:gd name="connsiteX3" fmla="*/ 1209744 w 1367529"/>
                <a:gd name="connsiteY3" fmla="*/ 908230 h 3848027"/>
                <a:gd name="connsiteX4" fmla="*/ 1257368 w 1367529"/>
                <a:gd name="connsiteY4" fmla="*/ 1413055 h 3848027"/>
                <a:gd name="connsiteX5" fmla="*/ 1254470 w 1367529"/>
                <a:gd name="connsiteY5" fmla="*/ 1929477 h 3848027"/>
                <a:gd name="connsiteX6" fmla="*/ 1257372 w 1367529"/>
                <a:gd name="connsiteY6" fmla="*/ 2460805 h 3848027"/>
                <a:gd name="connsiteX7" fmla="*/ 1200222 w 1367529"/>
                <a:gd name="connsiteY7" fmla="*/ 2956105 h 3848027"/>
                <a:gd name="connsiteX8" fmla="*/ 1190698 w 1367529"/>
                <a:gd name="connsiteY8" fmla="*/ 3413306 h 3848027"/>
                <a:gd name="connsiteX9" fmla="*/ 808453 w 1367529"/>
                <a:gd name="connsiteY9" fmla="*/ 3782605 h 3848027"/>
                <a:gd name="connsiteX10" fmla="*/ 488 w 1367529"/>
                <a:gd name="connsiteY10" fmla="*/ 1996152 h 3848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67529" h="3848027">
                  <a:moveTo>
                    <a:pt x="488" y="1996152"/>
                  </a:moveTo>
                  <a:cubicBezTo>
                    <a:pt x="19538" y="686948"/>
                    <a:pt x="502138" y="295769"/>
                    <a:pt x="808453" y="76349"/>
                  </a:cubicBezTo>
                  <a:cubicBezTo>
                    <a:pt x="1114768" y="-143071"/>
                    <a:pt x="1295266" y="150459"/>
                    <a:pt x="1152598" y="451031"/>
                  </a:cubicBezTo>
                  <a:cubicBezTo>
                    <a:pt x="1343305" y="694453"/>
                    <a:pt x="1181169" y="749480"/>
                    <a:pt x="1209744" y="908230"/>
                  </a:cubicBezTo>
                  <a:cubicBezTo>
                    <a:pt x="1428819" y="1143180"/>
                    <a:pt x="1237214" y="1247610"/>
                    <a:pt x="1257368" y="1413055"/>
                  </a:cubicBezTo>
                  <a:cubicBezTo>
                    <a:pt x="1506125" y="1788050"/>
                    <a:pt x="1256057" y="1840577"/>
                    <a:pt x="1254470" y="1929477"/>
                  </a:cubicBezTo>
                  <a:cubicBezTo>
                    <a:pt x="1452911" y="2161252"/>
                    <a:pt x="1287051" y="2289700"/>
                    <a:pt x="1257372" y="2460805"/>
                  </a:cubicBezTo>
                  <a:cubicBezTo>
                    <a:pt x="1418196" y="2784310"/>
                    <a:pt x="1227209" y="2797355"/>
                    <a:pt x="1200222" y="2956105"/>
                  </a:cubicBezTo>
                  <a:cubicBezTo>
                    <a:pt x="1335163" y="3191055"/>
                    <a:pt x="1255993" y="3275556"/>
                    <a:pt x="1190698" y="3413306"/>
                  </a:cubicBezTo>
                  <a:cubicBezTo>
                    <a:pt x="1268278" y="3722506"/>
                    <a:pt x="1092546" y="3971172"/>
                    <a:pt x="808453" y="3782605"/>
                  </a:cubicBezTo>
                  <a:cubicBezTo>
                    <a:pt x="524360" y="3594038"/>
                    <a:pt x="-18562" y="3305356"/>
                    <a:pt x="488" y="199615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5D48D1B-CED1-F1D2-4D01-40737BD22853}"/>
                </a:ext>
              </a:extLst>
            </p:cNvPr>
            <p:cNvSpPr/>
            <p:nvPr/>
          </p:nvSpPr>
          <p:spPr>
            <a:xfrm>
              <a:off x="595808" y="1251211"/>
              <a:ext cx="1737869" cy="551258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912ED780-6210-AF80-27FE-CCB102118E8F}"/>
                </a:ext>
              </a:extLst>
            </p:cNvPr>
            <p:cNvSpPr/>
            <p:nvPr/>
          </p:nvSpPr>
          <p:spPr>
            <a:xfrm rot="17991103">
              <a:off x="496809" y="375186"/>
              <a:ext cx="1877277" cy="1980687"/>
            </a:xfrm>
            <a:prstGeom prst="arc">
              <a:avLst>
                <a:gd name="adj1" fmla="val 12779785"/>
                <a:gd name="adj2" fmla="val 5154223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Oval 12">
              <a:extLst>
                <a:ext uri="{FF2B5EF4-FFF2-40B4-BE49-F238E27FC236}">
                  <a16:creationId xmlns:a16="http://schemas.microsoft.com/office/drawing/2014/main" id="{7EA3F8E9-A7DF-07D0-9D88-3C984507B905}"/>
                </a:ext>
              </a:extLst>
            </p:cNvPr>
            <p:cNvSpPr/>
            <p:nvPr/>
          </p:nvSpPr>
          <p:spPr>
            <a:xfrm rot="557351">
              <a:off x="1248035" y="427261"/>
              <a:ext cx="627380" cy="196079"/>
            </a:xfrm>
            <a:custGeom>
              <a:avLst/>
              <a:gdLst>
                <a:gd name="connsiteX0" fmla="*/ 0 w 1107147"/>
                <a:gd name="connsiteY0" fmla="*/ 267556 h 535111"/>
                <a:gd name="connsiteX1" fmla="*/ 553574 w 1107147"/>
                <a:gd name="connsiteY1" fmla="*/ 0 h 535111"/>
                <a:gd name="connsiteX2" fmla="*/ 1107148 w 1107147"/>
                <a:gd name="connsiteY2" fmla="*/ 267556 h 535111"/>
                <a:gd name="connsiteX3" fmla="*/ 553574 w 1107147"/>
                <a:gd name="connsiteY3" fmla="*/ 535112 h 535111"/>
                <a:gd name="connsiteX4" fmla="*/ 0 w 1107147"/>
                <a:gd name="connsiteY4" fmla="*/ 267556 h 535111"/>
                <a:gd name="connsiteX0" fmla="*/ 0 w 1122536"/>
                <a:gd name="connsiteY0" fmla="*/ 33445 h 301001"/>
                <a:gd name="connsiteX1" fmla="*/ 1107148 w 1122536"/>
                <a:gd name="connsiteY1" fmla="*/ 33445 h 301001"/>
                <a:gd name="connsiteX2" fmla="*/ 553574 w 1122536"/>
                <a:gd name="connsiteY2" fmla="*/ 301001 h 301001"/>
                <a:gd name="connsiteX3" fmla="*/ 0 w 1122536"/>
                <a:gd name="connsiteY3" fmla="*/ 33445 h 301001"/>
                <a:gd name="connsiteX0" fmla="*/ 0 w 1122536"/>
                <a:gd name="connsiteY0" fmla="*/ 83278 h 350834"/>
                <a:gd name="connsiteX1" fmla="*/ 1107148 w 1122536"/>
                <a:gd name="connsiteY1" fmla="*/ 83278 h 350834"/>
                <a:gd name="connsiteX2" fmla="*/ 553574 w 1122536"/>
                <a:gd name="connsiteY2" fmla="*/ 350834 h 350834"/>
                <a:gd name="connsiteX3" fmla="*/ 0 w 1122536"/>
                <a:gd name="connsiteY3" fmla="*/ 83278 h 350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2536" h="350834">
                  <a:moveTo>
                    <a:pt x="0" y="83278"/>
                  </a:moveTo>
                  <a:cubicBezTo>
                    <a:pt x="92262" y="38685"/>
                    <a:pt x="792884" y="-79429"/>
                    <a:pt x="1107148" y="83278"/>
                  </a:cubicBezTo>
                  <a:cubicBezTo>
                    <a:pt x="1199410" y="127871"/>
                    <a:pt x="859304" y="350834"/>
                    <a:pt x="553574" y="350834"/>
                  </a:cubicBezTo>
                  <a:cubicBezTo>
                    <a:pt x="247844" y="350834"/>
                    <a:pt x="0" y="231045"/>
                    <a:pt x="0" y="83278"/>
                  </a:cubicBez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F395F31-DE3D-207B-D024-BBF951657F67}"/>
                </a:ext>
              </a:extLst>
            </p:cNvPr>
            <p:cNvSpPr/>
            <p:nvPr/>
          </p:nvSpPr>
          <p:spPr>
            <a:xfrm rot="728066">
              <a:off x="1124852" y="548230"/>
              <a:ext cx="268682" cy="140405"/>
            </a:xfrm>
            <a:prstGeom prst="ellipse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4A5C8B5-48AD-61EB-B7D5-1BB59B550FFF}"/>
                </a:ext>
              </a:extLst>
            </p:cNvPr>
            <p:cNvSpPr/>
            <p:nvPr/>
          </p:nvSpPr>
          <p:spPr>
            <a:xfrm rot="728066">
              <a:off x="1710093" y="757561"/>
              <a:ext cx="268682" cy="140405"/>
            </a:xfrm>
            <a:prstGeom prst="ellipse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841E44A3-55B1-1D02-F5BB-A9BEC1B6D234}"/>
                </a:ext>
              </a:extLst>
            </p:cNvPr>
            <p:cNvSpPr/>
            <p:nvPr/>
          </p:nvSpPr>
          <p:spPr>
            <a:xfrm rot="8937356">
              <a:off x="1309643" y="1478517"/>
              <a:ext cx="265799" cy="265799"/>
            </a:xfrm>
            <a:prstGeom prst="arc">
              <a:avLst>
                <a:gd name="adj1" fmla="val 11899495"/>
                <a:gd name="adj2" fmla="val 2401956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8457EB7-2699-AC00-34BE-35E73286F28B}"/>
                </a:ext>
              </a:extLst>
            </p:cNvPr>
            <p:cNvSpPr/>
            <p:nvPr/>
          </p:nvSpPr>
          <p:spPr>
            <a:xfrm>
              <a:off x="845478" y="1189858"/>
              <a:ext cx="301411" cy="301411"/>
            </a:xfrm>
            <a:prstGeom prst="ellipse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B9869762-B93A-025E-DFFF-F472926B2644}"/>
                </a:ext>
              </a:extLst>
            </p:cNvPr>
            <p:cNvSpPr/>
            <p:nvPr/>
          </p:nvSpPr>
          <p:spPr>
            <a:xfrm>
              <a:off x="993682" y="1349606"/>
              <a:ext cx="109105" cy="109105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6D77442-921F-448D-E690-26EE2A7064F3}"/>
                </a:ext>
              </a:extLst>
            </p:cNvPr>
            <p:cNvSpPr/>
            <p:nvPr/>
          </p:nvSpPr>
          <p:spPr>
            <a:xfrm>
              <a:off x="1708326" y="1189858"/>
              <a:ext cx="301411" cy="301411"/>
            </a:xfrm>
            <a:prstGeom prst="ellipse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DB2AE42-AD2E-92E8-153B-6BB6AC35147E}"/>
                </a:ext>
              </a:extLst>
            </p:cNvPr>
            <p:cNvSpPr/>
            <p:nvPr/>
          </p:nvSpPr>
          <p:spPr>
            <a:xfrm>
              <a:off x="1767840" y="1357334"/>
              <a:ext cx="109105" cy="109105"/>
            </a:xfrm>
            <a:prstGeom prst="ellipse">
              <a:avLst/>
            </a:prstGeom>
            <a:grpFill/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ADAE80C-2479-A259-5BE4-60D245B1B29F}"/>
                </a:ext>
              </a:extLst>
            </p:cNvPr>
            <p:cNvSpPr/>
            <p:nvPr/>
          </p:nvSpPr>
          <p:spPr>
            <a:xfrm>
              <a:off x="607015" y="1529990"/>
              <a:ext cx="268682" cy="140405"/>
            </a:xfrm>
            <a:prstGeom prst="ellipse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C15C465-4D95-A673-2AF1-BC117397075C}"/>
                </a:ext>
              </a:extLst>
            </p:cNvPr>
            <p:cNvSpPr/>
            <p:nvPr/>
          </p:nvSpPr>
          <p:spPr>
            <a:xfrm>
              <a:off x="2007956" y="1530271"/>
              <a:ext cx="268682" cy="140405"/>
            </a:xfrm>
            <a:prstGeom prst="ellipse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25DEFCB-F83F-593A-70B0-DD35ACB338BD}"/>
              </a:ext>
            </a:extLst>
          </p:cNvPr>
          <p:cNvGrpSpPr/>
          <p:nvPr/>
        </p:nvGrpSpPr>
        <p:grpSpPr>
          <a:xfrm>
            <a:off x="4801724" y="47076"/>
            <a:ext cx="5029089" cy="7590554"/>
            <a:chOff x="249865" y="426891"/>
            <a:chExt cx="2351241" cy="3548799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DFBA6B8-A9A1-F66E-F9E7-007CB48DAA09}"/>
                </a:ext>
              </a:extLst>
            </p:cNvPr>
            <p:cNvSpPr/>
            <p:nvPr/>
          </p:nvSpPr>
          <p:spPr>
            <a:xfrm>
              <a:off x="908238" y="1841513"/>
              <a:ext cx="938739" cy="2134177"/>
            </a:xfrm>
            <a:prstGeom prst="ellipse">
              <a:avLst/>
            </a:pr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20000"/>
                    <a:lumOff val="80000"/>
                  </a:srgbClr>
                </a:gs>
              </a:gsLst>
              <a:lin ang="156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Rectangle: Rounded Corners 5">
              <a:extLst>
                <a:ext uri="{FF2B5EF4-FFF2-40B4-BE49-F238E27FC236}">
                  <a16:creationId xmlns:a16="http://schemas.microsoft.com/office/drawing/2014/main" id="{6F096DAD-15CC-EE85-6894-13E148F6AD6A}"/>
                </a:ext>
              </a:extLst>
            </p:cNvPr>
            <p:cNvSpPr/>
            <p:nvPr/>
          </p:nvSpPr>
          <p:spPr>
            <a:xfrm>
              <a:off x="337147" y="1897581"/>
              <a:ext cx="948559" cy="1906653"/>
            </a:xfrm>
            <a:custGeom>
              <a:avLst/>
              <a:gdLst>
                <a:gd name="connsiteX0" fmla="*/ 0 w 533400"/>
                <a:gd name="connsiteY0" fmla="*/ 88902 h 1733550"/>
                <a:gd name="connsiteX1" fmla="*/ 88902 w 533400"/>
                <a:gd name="connsiteY1" fmla="*/ 0 h 1733550"/>
                <a:gd name="connsiteX2" fmla="*/ 444498 w 533400"/>
                <a:gd name="connsiteY2" fmla="*/ 0 h 1733550"/>
                <a:gd name="connsiteX3" fmla="*/ 533400 w 533400"/>
                <a:gd name="connsiteY3" fmla="*/ 88902 h 1733550"/>
                <a:gd name="connsiteX4" fmla="*/ 533400 w 533400"/>
                <a:gd name="connsiteY4" fmla="*/ 1644648 h 1733550"/>
                <a:gd name="connsiteX5" fmla="*/ 444498 w 533400"/>
                <a:gd name="connsiteY5" fmla="*/ 1733550 h 1733550"/>
                <a:gd name="connsiteX6" fmla="*/ 88902 w 533400"/>
                <a:gd name="connsiteY6" fmla="*/ 1733550 h 1733550"/>
                <a:gd name="connsiteX7" fmla="*/ 0 w 533400"/>
                <a:gd name="connsiteY7" fmla="*/ 1644648 h 1733550"/>
                <a:gd name="connsiteX8" fmla="*/ 0 w 533400"/>
                <a:gd name="connsiteY8" fmla="*/ 88902 h 1733550"/>
                <a:gd name="connsiteX0" fmla="*/ 714375 w 1247775"/>
                <a:gd name="connsiteY0" fmla="*/ 88902 h 2323624"/>
                <a:gd name="connsiteX1" fmla="*/ 803277 w 1247775"/>
                <a:gd name="connsiteY1" fmla="*/ 0 h 2323624"/>
                <a:gd name="connsiteX2" fmla="*/ 1158873 w 1247775"/>
                <a:gd name="connsiteY2" fmla="*/ 0 h 2323624"/>
                <a:gd name="connsiteX3" fmla="*/ 1247775 w 1247775"/>
                <a:gd name="connsiteY3" fmla="*/ 88902 h 2323624"/>
                <a:gd name="connsiteX4" fmla="*/ 1247775 w 1247775"/>
                <a:gd name="connsiteY4" fmla="*/ 1644648 h 2323624"/>
                <a:gd name="connsiteX5" fmla="*/ 1158873 w 1247775"/>
                <a:gd name="connsiteY5" fmla="*/ 1733550 h 2323624"/>
                <a:gd name="connsiteX6" fmla="*/ 803277 w 1247775"/>
                <a:gd name="connsiteY6" fmla="*/ 1733550 h 2323624"/>
                <a:gd name="connsiteX7" fmla="*/ 0 w 1247775"/>
                <a:gd name="connsiteY7" fmla="*/ 2320923 h 2323624"/>
                <a:gd name="connsiteX8" fmla="*/ 714375 w 1247775"/>
                <a:gd name="connsiteY8" fmla="*/ 88902 h 2323624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1158873 w 1247775"/>
                <a:gd name="connsiteY5" fmla="*/ 1733550 h 2543175"/>
                <a:gd name="connsiteX6" fmla="*/ 488952 w 1247775"/>
                <a:gd name="connsiteY6" fmla="*/ 2543175 h 2543175"/>
                <a:gd name="connsiteX7" fmla="*/ 0 w 1247775"/>
                <a:gd name="connsiteY7" fmla="*/ 2320923 h 2543175"/>
                <a:gd name="connsiteX8" fmla="*/ 714375 w 1247775"/>
                <a:gd name="connsiteY8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488952 w 1247775"/>
                <a:gd name="connsiteY5" fmla="*/ 2543175 h 2543175"/>
                <a:gd name="connsiteX6" fmla="*/ 0 w 1247775"/>
                <a:gd name="connsiteY6" fmla="*/ 2320923 h 2543175"/>
                <a:gd name="connsiteX7" fmla="*/ 714375 w 1247775"/>
                <a:gd name="connsiteY7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9549 w 1274412"/>
                <a:gd name="connsiteY0" fmla="*/ 88902 h 2543175"/>
                <a:gd name="connsiteX1" fmla="*/ 808451 w 1274412"/>
                <a:gd name="connsiteY1" fmla="*/ 0 h 2543175"/>
                <a:gd name="connsiteX2" fmla="*/ 1164047 w 1274412"/>
                <a:gd name="connsiteY2" fmla="*/ 0 h 2543175"/>
                <a:gd name="connsiteX3" fmla="*/ 1252949 w 1274412"/>
                <a:gd name="connsiteY3" fmla="*/ 88902 h 2543175"/>
                <a:gd name="connsiteX4" fmla="*/ 494126 w 1274412"/>
                <a:gd name="connsiteY4" fmla="*/ 2543175 h 2543175"/>
                <a:gd name="connsiteX5" fmla="*/ 5174 w 1274412"/>
                <a:gd name="connsiteY5" fmla="*/ 2320923 h 2543175"/>
                <a:gd name="connsiteX6" fmla="*/ 719549 w 1274412"/>
                <a:gd name="connsiteY6" fmla="*/ 88902 h 2543175"/>
                <a:gd name="connsiteX0" fmla="*/ 718529 w 1273392"/>
                <a:gd name="connsiteY0" fmla="*/ 88902 h 2543175"/>
                <a:gd name="connsiteX1" fmla="*/ 807431 w 1273392"/>
                <a:gd name="connsiteY1" fmla="*/ 0 h 2543175"/>
                <a:gd name="connsiteX2" fmla="*/ 1163027 w 1273392"/>
                <a:gd name="connsiteY2" fmla="*/ 0 h 2543175"/>
                <a:gd name="connsiteX3" fmla="*/ 1251929 w 1273392"/>
                <a:gd name="connsiteY3" fmla="*/ 88902 h 2543175"/>
                <a:gd name="connsiteX4" fmla="*/ 493106 w 1273392"/>
                <a:gd name="connsiteY4" fmla="*/ 2543175 h 2543175"/>
                <a:gd name="connsiteX5" fmla="*/ 4154 w 1273392"/>
                <a:gd name="connsiteY5" fmla="*/ 2320923 h 2543175"/>
                <a:gd name="connsiteX6" fmla="*/ 718529 w 1273392"/>
                <a:gd name="connsiteY6" fmla="*/ 88902 h 2543175"/>
                <a:gd name="connsiteX0" fmla="*/ 723194 w 1278057"/>
                <a:gd name="connsiteY0" fmla="*/ 88902 h 2543175"/>
                <a:gd name="connsiteX1" fmla="*/ 812096 w 1278057"/>
                <a:gd name="connsiteY1" fmla="*/ 0 h 2543175"/>
                <a:gd name="connsiteX2" fmla="*/ 1167692 w 1278057"/>
                <a:gd name="connsiteY2" fmla="*/ 0 h 2543175"/>
                <a:gd name="connsiteX3" fmla="*/ 1256594 w 1278057"/>
                <a:gd name="connsiteY3" fmla="*/ 88902 h 2543175"/>
                <a:gd name="connsiteX4" fmla="*/ 497771 w 1278057"/>
                <a:gd name="connsiteY4" fmla="*/ 2543175 h 2543175"/>
                <a:gd name="connsiteX5" fmla="*/ 8819 w 1278057"/>
                <a:gd name="connsiteY5" fmla="*/ 2320923 h 2543175"/>
                <a:gd name="connsiteX6" fmla="*/ 723194 w 1278057"/>
                <a:gd name="connsiteY6" fmla="*/ 88902 h 2543175"/>
                <a:gd name="connsiteX0" fmla="*/ 723194 w 1278057"/>
                <a:gd name="connsiteY0" fmla="*/ 88902 h 2545617"/>
                <a:gd name="connsiteX1" fmla="*/ 812096 w 1278057"/>
                <a:gd name="connsiteY1" fmla="*/ 0 h 2545617"/>
                <a:gd name="connsiteX2" fmla="*/ 1167692 w 1278057"/>
                <a:gd name="connsiteY2" fmla="*/ 0 h 2545617"/>
                <a:gd name="connsiteX3" fmla="*/ 1256594 w 1278057"/>
                <a:gd name="connsiteY3" fmla="*/ 88902 h 2545617"/>
                <a:gd name="connsiteX4" fmla="*/ 497771 w 1278057"/>
                <a:gd name="connsiteY4" fmla="*/ 2543175 h 2545617"/>
                <a:gd name="connsiteX5" fmla="*/ 8819 w 1278057"/>
                <a:gd name="connsiteY5" fmla="*/ 2320923 h 2545617"/>
                <a:gd name="connsiteX6" fmla="*/ 723194 w 1278057"/>
                <a:gd name="connsiteY6" fmla="*/ 88902 h 2545617"/>
                <a:gd name="connsiteX0" fmla="*/ 723194 w 1278057"/>
                <a:gd name="connsiteY0" fmla="*/ 88902 h 2568963"/>
                <a:gd name="connsiteX1" fmla="*/ 812096 w 1278057"/>
                <a:gd name="connsiteY1" fmla="*/ 0 h 2568963"/>
                <a:gd name="connsiteX2" fmla="*/ 1167692 w 1278057"/>
                <a:gd name="connsiteY2" fmla="*/ 0 h 2568963"/>
                <a:gd name="connsiteX3" fmla="*/ 1256594 w 1278057"/>
                <a:gd name="connsiteY3" fmla="*/ 88902 h 2568963"/>
                <a:gd name="connsiteX4" fmla="*/ 497771 w 1278057"/>
                <a:gd name="connsiteY4" fmla="*/ 2543175 h 2568963"/>
                <a:gd name="connsiteX5" fmla="*/ 8819 w 1278057"/>
                <a:gd name="connsiteY5" fmla="*/ 2320923 h 2568963"/>
                <a:gd name="connsiteX6" fmla="*/ 723194 w 1278057"/>
                <a:gd name="connsiteY6" fmla="*/ 88902 h 256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8057" h="2568963">
                  <a:moveTo>
                    <a:pt x="723194" y="88902"/>
                  </a:moveTo>
                  <a:cubicBezTo>
                    <a:pt x="723194" y="39803"/>
                    <a:pt x="762997" y="0"/>
                    <a:pt x="812096" y="0"/>
                  </a:cubicBezTo>
                  <a:lnTo>
                    <a:pt x="1167692" y="0"/>
                  </a:lnTo>
                  <a:cubicBezTo>
                    <a:pt x="1216791" y="0"/>
                    <a:pt x="1256594" y="39803"/>
                    <a:pt x="1256594" y="88902"/>
                  </a:cubicBezTo>
                  <a:cubicBezTo>
                    <a:pt x="1270353" y="592668"/>
                    <a:pt x="1446037" y="2191809"/>
                    <a:pt x="497771" y="2543175"/>
                  </a:cubicBezTo>
                  <a:cubicBezTo>
                    <a:pt x="448672" y="2543175"/>
                    <a:pt x="79603" y="2680614"/>
                    <a:pt x="8819" y="2320923"/>
                  </a:cubicBezTo>
                  <a:cubicBezTo>
                    <a:pt x="-105481" y="1621366"/>
                    <a:pt x="932744" y="1464734"/>
                    <a:pt x="723194" y="88902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20000"/>
                    <a:lumOff val="80000"/>
                  </a:srgbClr>
                </a:gs>
              </a:gsLst>
              <a:lin ang="108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ctangle: Rounded Corners 5">
              <a:extLst>
                <a:ext uri="{FF2B5EF4-FFF2-40B4-BE49-F238E27FC236}">
                  <a16:creationId xmlns:a16="http://schemas.microsoft.com/office/drawing/2014/main" id="{890CBEC6-A2E6-3A6D-E28A-EBBCB3C14CEF}"/>
                </a:ext>
              </a:extLst>
            </p:cNvPr>
            <p:cNvSpPr/>
            <p:nvPr/>
          </p:nvSpPr>
          <p:spPr>
            <a:xfrm>
              <a:off x="249865" y="1913499"/>
              <a:ext cx="714300" cy="1435780"/>
            </a:xfrm>
            <a:custGeom>
              <a:avLst/>
              <a:gdLst>
                <a:gd name="connsiteX0" fmla="*/ 0 w 533400"/>
                <a:gd name="connsiteY0" fmla="*/ 88902 h 1733550"/>
                <a:gd name="connsiteX1" fmla="*/ 88902 w 533400"/>
                <a:gd name="connsiteY1" fmla="*/ 0 h 1733550"/>
                <a:gd name="connsiteX2" fmla="*/ 444498 w 533400"/>
                <a:gd name="connsiteY2" fmla="*/ 0 h 1733550"/>
                <a:gd name="connsiteX3" fmla="*/ 533400 w 533400"/>
                <a:gd name="connsiteY3" fmla="*/ 88902 h 1733550"/>
                <a:gd name="connsiteX4" fmla="*/ 533400 w 533400"/>
                <a:gd name="connsiteY4" fmla="*/ 1644648 h 1733550"/>
                <a:gd name="connsiteX5" fmla="*/ 444498 w 533400"/>
                <a:gd name="connsiteY5" fmla="*/ 1733550 h 1733550"/>
                <a:gd name="connsiteX6" fmla="*/ 88902 w 533400"/>
                <a:gd name="connsiteY6" fmla="*/ 1733550 h 1733550"/>
                <a:gd name="connsiteX7" fmla="*/ 0 w 533400"/>
                <a:gd name="connsiteY7" fmla="*/ 1644648 h 1733550"/>
                <a:gd name="connsiteX8" fmla="*/ 0 w 533400"/>
                <a:gd name="connsiteY8" fmla="*/ 88902 h 1733550"/>
                <a:gd name="connsiteX0" fmla="*/ 714375 w 1247775"/>
                <a:gd name="connsiteY0" fmla="*/ 88902 h 2323624"/>
                <a:gd name="connsiteX1" fmla="*/ 803277 w 1247775"/>
                <a:gd name="connsiteY1" fmla="*/ 0 h 2323624"/>
                <a:gd name="connsiteX2" fmla="*/ 1158873 w 1247775"/>
                <a:gd name="connsiteY2" fmla="*/ 0 h 2323624"/>
                <a:gd name="connsiteX3" fmla="*/ 1247775 w 1247775"/>
                <a:gd name="connsiteY3" fmla="*/ 88902 h 2323624"/>
                <a:gd name="connsiteX4" fmla="*/ 1247775 w 1247775"/>
                <a:gd name="connsiteY4" fmla="*/ 1644648 h 2323624"/>
                <a:gd name="connsiteX5" fmla="*/ 1158873 w 1247775"/>
                <a:gd name="connsiteY5" fmla="*/ 1733550 h 2323624"/>
                <a:gd name="connsiteX6" fmla="*/ 803277 w 1247775"/>
                <a:gd name="connsiteY6" fmla="*/ 1733550 h 2323624"/>
                <a:gd name="connsiteX7" fmla="*/ 0 w 1247775"/>
                <a:gd name="connsiteY7" fmla="*/ 2320923 h 2323624"/>
                <a:gd name="connsiteX8" fmla="*/ 714375 w 1247775"/>
                <a:gd name="connsiteY8" fmla="*/ 88902 h 2323624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1158873 w 1247775"/>
                <a:gd name="connsiteY5" fmla="*/ 1733550 h 2543175"/>
                <a:gd name="connsiteX6" fmla="*/ 488952 w 1247775"/>
                <a:gd name="connsiteY6" fmla="*/ 2543175 h 2543175"/>
                <a:gd name="connsiteX7" fmla="*/ 0 w 1247775"/>
                <a:gd name="connsiteY7" fmla="*/ 2320923 h 2543175"/>
                <a:gd name="connsiteX8" fmla="*/ 714375 w 1247775"/>
                <a:gd name="connsiteY8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488952 w 1247775"/>
                <a:gd name="connsiteY5" fmla="*/ 2543175 h 2543175"/>
                <a:gd name="connsiteX6" fmla="*/ 0 w 1247775"/>
                <a:gd name="connsiteY6" fmla="*/ 2320923 h 2543175"/>
                <a:gd name="connsiteX7" fmla="*/ 714375 w 1247775"/>
                <a:gd name="connsiteY7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9549 w 1274412"/>
                <a:gd name="connsiteY0" fmla="*/ 88902 h 2543175"/>
                <a:gd name="connsiteX1" fmla="*/ 808451 w 1274412"/>
                <a:gd name="connsiteY1" fmla="*/ 0 h 2543175"/>
                <a:gd name="connsiteX2" fmla="*/ 1164047 w 1274412"/>
                <a:gd name="connsiteY2" fmla="*/ 0 h 2543175"/>
                <a:gd name="connsiteX3" fmla="*/ 1252949 w 1274412"/>
                <a:gd name="connsiteY3" fmla="*/ 88902 h 2543175"/>
                <a:gd name="connsiteX4" fmla="*/ 494126 w 1274412"/>
                <a:gd name="connsiteY4" fmla="*/ 2543175 h 2543175"/>
                <a:gd name="connsiteX5" fmla="*/ 5174 w 1274412"/>
                <a:gd name="connsiteY5" fmla="*/ 2320923 h 2543175"/>
                <a:gd name="connsiteX6" fmla="*/ 719549 w 1274412"/>
                <a:gd name="connsiteY6" fmla="*/ 88902 h 2543175"/>
                <a:gd name="connsiteX0" fmla="*/ 718529 w 1273392"/>
                <a:gd name="connsiteY0" fmla="*/ 88902 h 2543175"/>
                <a:gd name="connsiteX1" fmla="*/ 807431 w 1273392"/>
                <a:gd name="connsiteY1" fmla="*/ 0 h 2543175"/>
                <a:gd name="connsiteX2" fmla="*/ 1163027 w 1273392"/>
                <a:gd name="connsiteY2" fmla="*/ 0 h 2543175"/>
                <a:gd name="connsiteX3" fmla="*/ 1251929 w 1273392"/>
                <a:gd name="connsiteY3" fmla="*/ 88902 h 2543175"/>
                <a:gd name="connsiteX4" fmla="*/ 493106 w 1273392"/>
                <a:gd name="connsiteY4" fmla="*/ 2543175 h 2543175"/>
                <a:gd name="connsiteX5" fmla="*/ 4154 w 1273392"/>
                <a:gd name="connsiteY5" fmla="*/ 2320923 h 2543175"/>
                <a:gd name="connsiteX6" fmla="*/ 718529 w 1273392"/>
                <a:gd name="connsiteY6" fmla="*/ 88902 h 2543175"/>
                <a:gd name="connsiteX0" fmla="*/ 723194 w 1278057"/>
                <a:gd name="connsiteY0" fmla="*/ 88902 h 2543175"/>
                <a:gd name="connsiteX1" fmla="*/ 812096 w 1278057"/>
                <a:gd name="connsiteY1" fmla="*/ 0 h 2543175"/>
                <a:gd name="connsiteX2" fmla="*/ 1167692 w 1278057"/>
                <a:gd name="connsiteY2" fmla="*/ 0 h 2543175"/>
                <a:gd name="connsiteX3" fmla="*/ 1256594 w 1278057"/>
                <a:gd name="connsiteY3" fmla="*/ 88902 h 2543175"/>
                <a:gd name="connsiteX4" fmla="*/ 497771 w 1278057"/>
                <a:gd name="connsiteY4" fmla="*/ 2543175 h 2543175"/>
                <a:gd name="connsiteX5" fmla="*/ 8819 w 1278057"/>
                <a:gd name="connsiteY5" fmla="*/ 2320923 h 2543175"/>
                <a:gd name="connsiteX6" fmla="*/ 723194 w 1278057"/>
                <a:gd name="connsiteY6" fmla="*/ 88902 h 2543175"/>
                <a:gd name="connsiteX0" fmla="*/ 723194 w 1278057"/>
                <a:gd name="connsiteY0" fmla="*/ 88902 h 2545617"/>
                <a:gd name="connsiteX1" fmla="*/ 812096 w 1278057"/>
                <a:gd name="connsiteY1" fmla="*/ 0 h 2545617"/>
                <a:gd name="connsiteX2" fmla="*/ 1167692 w 1278057"/>
                <a:gd name="connsiteY2" fmla="*/ 0 h 2545617"/>
                <a:gd name="connsiteX3" fmla="*/ 1256594 w 1278057"/>
                <a:gd name="connsiteY3" fmla="*/ 88902 h 2545617"/>
                <a:gd name="connsiteX4" fmla="*/ 497771 w 1278057"/>
                <a:gd name="connsiteY4" fmla="*/ 2543175 h 2545617"/>
                <a:gd name="connsiteX5" fmla="*/ 8819 w 1278057"/>
                <a:gd name="connsiteY5" fmla="*/ 2320923 h 2545617"/>
                <a:gd name="connsiteX6" fmla="*/ 723194 w 1278057"/>
                <a:gd name="connsiteY6" fmla="*/ 88902 h 2545617"/>
                <a:gd name="connsiteX0" fmla="*/ 723194 w 1278057"/>
                <a:gd name="connsiteY0" fmla="*/ 88902 h 2568963"/>
                <a:gd name="connsiteX1" fmla="*/ 812096 w 1278057"/>
                <a:gd name="connsiteY1" fmla="*/ 0 h 2568963"/>
                <a:gd name="connsiteX2" fmla="*/ 1167692 w 1278057"/>
                <a:gd name="connsiteY2" fmla="*/ 0 h 2568963"/>
                <a:gd name="connsiteX3" fmla="*/ 1256594 w 1278057"/>
                <a:gd name="connsiteY3" fmla="*/ 88902 h 2568963"/>
                <a:gd name="connsiteX4" fmla="*/ 497771 w 1278057"/>
                <a:gd name="connsiteY4" fmla="*/ 2543175 h 2568963"/>
                <a:gd name="connsiteX5" fmla="*/ 8819 w 1278057"/>
                <a:gd name="connsiteY5" fmla="*/ 2320923 h 2568963"/>
                <a:gd name="connsiteX6" fmla="*/ 723194 w 1278057"/>
                <a:gd name="connsiteY6" fmla="*/ 88902 h 256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8057" h="2568963">
                  <a:moveTo>
                    <a:pt x="723194" y="88902"/>
                  </a:moveTo>
                  <a:cubicBezTo>
                    <a:pt x="723194" y="39803"/>
                    <a:pt x="762997" y="0"/>
                    <a:pt x="812096" y="0"/>
                  </a:cubicBezTo>
                  <a:lnTo>
                    <a:pt x="1167692" y="0"/>
                  </a:lnTo>
                  <a:cubicBezTo>
                    <a:pt x="1216791" y="0"/>
                    <a:pt x="1256594" y="39803"/>
                    <a:pt x="1256594" y="88902"/>
                  </a:cubicBezTo>
                  <a:cubicBezTo>
                    <a:pt x="1270353" y="592668"/>
                    <a:pt x="1446037" y="2191809"/>
                    <a:pt x="497771" y="2543175"/>
                  </a:cubicBezTo>
                  <a:cubicBezTo>
                    <a:pt x="448672" y="2543175"/>
                    <a:pt x="79603" y="2680614"/>
                    <a:pt x="8819" y="2320923"/>
                  </a:cubicBezTo>
                  <a:cubicBezTo>
                    <a:pt x="-105481" y="1621366"/>
                    <a:pt x="932744" y="1464734"/>
                    <a:pt x="723194" y="88902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20000"/>
                    <a:lumOff val="80000"/>
                  </a:srgbClr>
                </a:gs>
              </a:gsLst>
              <a:lin ang="108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Rectangle: Rounded Corners 5">
              <a:extLst>
                <a:ext uri="{FF2B5EF4-FFF2-40B4-BE49-F238E27FC236}">
                  <a16:creationId xmlns:a16="http://schemas.microsoft.com/office/drawing/2014/main" id="{8AB80150-8C37-5D76-F6EA-9CCDEB62F1C1}"/>
                </a:ext>
              </a:extLst>
            </p:cNvPr>
            <p:cNvSpPr/>
            <p:nvPr/>
          </p:nvSpPr>
          <p:spPr>
            <a:xfrm flipH="1">
              <a:off x="1542679" y="1897581"/>
              <a:ext cx="948559" cy="1906653"/>
            </a:xfrm>
            <a:custGeom>
              <a:avLst/>
              <a:gdLst>
                <a:gd name="connsiteX0" fmla="*/ 0 w 533400"/>
                <a:gd name="connsiteY0" fmla="*/ 88902 h 1733550"/>
                <a:gd name="connsiteX1" fmla="*/ 88902 w 533400"/>
                <a:gd name="connsiteY1" fmla="*/ 0 h 1733550"/>
                <a:gd name="connsiteX2" fmla="*/ 444498 w 533400"/>
                <a:gd name="connsiteY2" fmla="*/ 0 h 1733550"/>
                <a:gd name="connsiteX3" fmla="*/ 533400 w 533400"/>
                <a:gd name="connsiteY3" fmla="*/ 88902 h 1733550"/>
                <a:gd name="connsiteX4" fmla="*/ 533400 w 533400"/>
                <a:gd name="connsiteY4" fmla="*/ 1644648 h 1733550"/>
                <a:gd name="connsiteX5" fmla="*/ 444498 w 533400"/>
                <a:gd name="connsiteY5" fmla="*/ 1733550 h 1733550"/>
                <a:gd name="connsiteX6" fmla="*/ 88902 w 533400"/>
                <a:gd name="connsiteY6" fmla="*/ 1733550 h 1733550"/>
                <a:gd name="connsiteX7" fmla="*/ 0 w 533400"/>
                <a:gd name="connsiteY7" fmla="*/ 1644648 h 1733550"/>
                <a:gd name="connsiteX8" fmla="*/ 0 w 533400"/>
                <a:gd name="connsiteY8" fmla="*/ 88902 h 1733550"/>
                <a:gd name="connsiteX0" fmla="*/ 714375 w 1247775"/>
                <a:gd name="connsiteY0" fmla="*/ 88902 h 2323624"/>
                <a:gd name="connsiteX1" fmla="*/ 803277 w 1247775"/>
                <a:gd name="connsiteY1" fmla="*/ 0 h 2323624"/>
                <a:gd name="connsiteX2" fmla="*/ 1158873 w 1247775"/>
                <a:gd name="connsiteY2" fmla="*/ 0 h 2323624"/>
                <a:gd name="connsiteX3" fmla="*/ 1247775 w 1247775"/>
                <a:gd name="connsiteY3" fmla="*/ 88902 h 2323624"/>
                <a:gd name="connsiteX4" fmla="*/ 1247775 w 1247775"/>
                <a:gd name="connsiteY4" fmla="*/ 1644648 h 2323624"/>
                <a:gd name="connsiteX5" fmla="*/ 1158873 w 1247775"/>
                <a:gd name="connsiteY5" fmla="*/ 1733550 h 2323624"/>
                <a:gd name="connsiteX6" fmla="*/ 803277 w 1247775"/>
                <a:gd name="connsiteY6" fmla="*/ 1733550 h 2323624"/>
                <a:gd name="connsiteX7" fmla="*/ 0 w 1247775"/>
                <a:gd name="connsiteY7" fmla="*/ 2320923 h 2323624"/>
                <a:gd name="connsiteX8" fmla="*/ 714375 w 1247775"/>
                <a:gd name="connsiteY8" fmla="*/ 88902 h 2323624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1158873 w 1247775"/>
                <a:gd name="connsiteY5" fmla="*/ 1733550 h 2543175"/>
                <a:gd name="connsiteX6" fmla="*/ 488952 w 1247775"/>
                <a:gd name="connsiteY6" fmla="*/ 2543175 h 2543175"/>
                <a:gd name="connsiteX7" fmla="*/ 0 w 1247775"/>
                <a:gd name="connsiteY7" fmla="*/ 2320923 h 2543175"/>
                <a:gd name="connsiteX8" fmla="*/ 714375 w 1247775"/>
                <a:gd name="connsiteY8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488952 w 1247775"/>
                <a:gd name="connsiteY5" fmla="*/ 2543175 h 2543175"/>
                <a:gd name="connsiteX6" fmla="*/ 0 w 1247775"/>
                <a:gd name="connsiteY6" fmla="*/ 2320923 h 2543175"/>
                <a:gd name="connsiteX7" fmla="*/ 714375 w 1247775"/>
                <a:gd name="connsiteY7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9549 w 1274412"/>
                <a:gd name="connsiteY0" fmla="*/ 88902 h 2543175"/>
                <a:gd name="connsiteX1" fmla="*/ 808451 w 1274412"/>
                <a:gd name="connsiteY1" fmla="*/ 0 h 2543175"/>
                <a:gd name="connsiteX2" fmla="*/ 1164047 w 1274412"/>
                <a:gd name="connsiteY2" fmla="*/ 0 h 2543175"/>
                <a:gd name="connsiteX3" fmla="*/ 1252949 w 1274412"/>
                <a:gd name="connsiteY3" fmla="*/ 88902 h 2543175"/>
                <a:gd name="connsiteX4" fmla="*/ 494126 w 1274412"/>
                <a:gd name="connsiteY4" fmla="*/ 2543175 h 2543175"/>
                <a:gd name="connsiteX5" fmla="*/ 5174 w 1274412"/>
                <a:gd name="connsiteY5" fmla="*/ 2320923 h 2543175"/>
                <a:gd name="connsiteX6" fmla="*/ 719549 w 1274412"/>
                <a:gd name="connsiteY6" fmla="*/ 88902 h 2543175"/>
                <a:gd name="connsiteX0" fmla="*/ 718529 w 1273392"/>
                <a:gd name="connsiteY0" fmla="*/ 88902 h 2543175"/>
                <a:gd name="connsiteX1" fmla="*/ 807431 w 1273392"/>
                <a:gd name="connsiteY1" fmla="*/ 0 h 2543175"/>
                <a:gd name="connsiteX2" fmla="*/ 1163027 w 1273392"/>
                <a:gd name="connsiteY2" fmla="*/ 0 h 2543175"/>
                <a:gd name="connsiteX3" fmla="*/ 1251929 w 1273392"/>
                <a:gd name="connsiteY3" fmla="*/ 88902 h 2543175"/>
                <a:gd name="connsiteX4" fmla="*/ 493106 w 1273392"/>
                <a:gd name="connsiteY4" fmla="*/ 2543175 h 2543175"/>
                <a:gd name="connsiteX5" fmla="*/ 4154 w 1273392"/>
                <a:gd name="connsiteY5" fmla="*/ 2320923 h 2543175"/>
                <a:gd name="connsiteX6" fmla="*/ 718529 w 1273392"/>
                <a:gd name="connsiteY6" fmla="*/ 88902 h 2543175"/>
                <a:gd name="connsiteX0" fmla="*/ 723194 w 1278057"/>
                <a:gd name="connsiteY0" fmla="*/ 88902 h 2543175"/>
                <a:gd name="connsiteX1" fmla="*/ 812096 w 1278057"/>
                <a:gd name="connsiteY1" fmla="*/ 0 h 2543175"/>
                <a:gd name="connsiteX2" fmla="*/ 1167692 w 1278057"/>
                <a:gd name="connsiteY2" fmla="*/ 0 h 2543175"/>
                <a:gd name="connsiteX3" fmla="*/ 1256594 w 1278057"/>
                <a:gd name="connsiteY3" fmla="*/ 88902 h 2543175"/>
                <a:gd name="connsiteX4" fmla="*/ 497771 w 1278057"/>
                <a:gd name="connsiteY4" fmla="*/ 2543175 h 2543175"/>
                <a:gd name="connsiteX5" fmla="*/ 8819 w 1278057"/>
                <a:gd name="connsiteY5" fmla="*/ 2320923 h 2543175"/>
                <a:gd name="connsiteX6" fmla="*/ 723194 w 1278057"/>
                <a:gd name="connsiteY6" fmla="*/ 88902 h 2543175"/>
                <a:gd name="connsiteX0" fmla="*/ 723194 w 1278057"/>
                <a:gd name="connsiteY0" fmla="*/ 88902 h 2545617"/>
                <a:gd name="connsiteX1" fmla="*/ 812096 w 1278057"/>
                <a:gd name="connsiteY1" fmla="*/ 0 h 2545617"/>
                <a:gd name="connsiteX2" fmla="*/ 1167692 w 1278057"/>
                <a:gd name="connsiteY2" fmla="*/ 0 h 2545617"/>
                <a:gd name="connsiteX3" fmla="*/ 1256594 w 1278057"/>
                <a:gd name="connsiteY3" fmla="*/ 88902 h 2545617"/>
                <a:gd name="connsiteX4" fmla="*/ 497771 w 1278057"/>
                <a:gd name="connsiteY4" fmla="*/ 2543175 h 2545617"/>
                <a:gd name="connsiteX5" fmla="*/ 8819 w 1278057"/>
                <a:gd name="connsiteY5" fmla="*/ 2320923 h 2545617"/>
                <a:gd name="connsiteX6" fmla="*/ 723194 w 1278057"/>
                <a:gd name="connsiteY6" fmla="*/ 88902 h 2545617"/>
                <a:gd name="connsiteX0" fmla="*/ 723194 w 1278057"/>
                <a:gd name="connsiteY0" fmla="*/ 88902 h 2568963"/>
                <a:gd name="connsiteX1" fmla="*/ 812096 w 1278057"/>
                <a:gd name="connsiteY1" fmla="*/ 0 h 2568963"/>
                <a:gd name="connsiteX2" fmla="*/ 1167692 w 1278057"/>
                <a:gd name="connsiteY2" fmla="*/ 0 h 2568963"/>
                <a:gd name="connsiteX3" fmla="*/ 1256594 w 1278057"/>
                <a:gd name="connsiteY3" fmla="*/ 88902 h 2568963"/>
                <a:gd name="connsiteX4" fmla="*/ 497771 w 1278057"/>
                <a:gd name="connsiteY4" fmla="*/ 2543175 h 2568963"/>
                <a:gd name="connsiteX5" fmla="*/ 8819 w 1278057"/>
                <a:gd name="connsiteY5" fmla="*/ 2320923 h 2568963"/>
                <a:gd name="connsiteX6" fmla="*/ 723194 w 1278057"/>
                <a:gd name="connsiteY6" fmla="*/ 88902 h 256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8057" h="2568963">
                  <a:moveTo>
                    <a:pt x="723194" y="88902"/>
                  </a:moveTo>
                  <a:cubicBezTo>
                    <a:pt x="723194" y="39803"/>
                    <a:pt x="762997" y="0"/>
                    <a:pt x="812096" y="0"/>
                  </a:cubicBezTo>
                  <a:lnTo>
                    <a:pt x="1167692" y="0"/>
                  </a:lnTo>
                  <a:cubicBezTo>
                    <a:pt x="1216791" y="0"/>
                    <a:pt x="1256594" y="39803"/>
                    <a:pt x="1256594" y="88902"/>
                  </a:cubicBezTo>
                  <a:cubicBezTo>
                    <a:pt x="1270353" y="592668"/>
                    <a:pt x="1446037" y="2191809"/>
                    <a:pt x="497771" y="2543175"/>
                  </a:cubicBezTo>
                  <a:cubicBezTo>
                    <a:pt x="448672" y="2543175"/>
                    <a:pt x="79603" y="2680614"/>
                    <a:pt x="8819" y="2320923"/>
                  </a:cubicBezTo>
                  <a:cubicBezTo>
                    <a:pt x="-105481" y="1621366"/>
                    <a:pt x="932744" y="1464734"/>
                    <a:pt x="723194" y="88902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20000"/>
                    <a:lumOff val="80000"/>
                  </a:srgbClr>
                </a:gs>
              </a:gsLst>
              <a:lin ang="108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Rectangle: Rounded Corners 5">
              <a:extLst>
                <a:ext uri="{FF2B5EF4-FFF2-40B4-BE49-F238E27FC236}">
                  <a16:creationId xmlns:a16="http://schemas.microsoft.com/office/drawing/2014/main" id="{B370FDA2-2B45-48F3-B3F0-ED6EF8BA4B6F}"/>
                </a:ext>
              </a:extLst>
            </p:cNvPr>
            <p:cNvSpPr/>
            <p:nvPr/>
          </p:nvSpPr>
          <p:spPr>
            <a:xfrm flipH="1">
              <a:off x="1886806" y="1905036"/>
              <a:ext cx="714300" cy="1435780"/>
            </a:xfrm>
            <a:custGeom>
              <a:avLst/>
              <a:gdLst>
                <a:gd name="connsiteX0" fmla="*/ 0 w 533400"/>
                <a:gd name="connsiteY0" fmla="*/ 88902 h 1733550"/>
                <a:gd name="connsiteX1" fmla="*/ 88902 w 533400"/>
                <a:gd name="connsiteY1" fmla="*/ 0 h 1733550"/>
                <a:gd name="connsiteX2" fmla="*/ 444498 w 533400"/>
                <a:gd name="connsiteY2" fmla="*/ 0 h 1733550"/>
                <a:gd name="connsiteX3" fmla="*/ 533400 w 533400"/>
                <a:gd name="connsiteY3" fmla="*/ 88902 h 1733550"/>
                <a:gd name="connsiteX4" fmla="*/ 533400 w 533400"/>
                <a:gd name="connsiteY4" fmla="*/ 1644648 h 1733550"/>
                <a:gd name="connsiteX5" fmla="*/ 444498 w 533400"/>
                <a:gd name="connsiteY5" fmla="*/ 1733550 h 1733550"/>
                <a:gd name="connsiteX6" fmla="*/ 88902 w 533400"/>
                <a:gd name="connsiteY6" fmla="*/ 1733550 h 1733550"/>
                <a:gd name="connsiteX7" fmla="*/ 0 w 533400"/>
                <a:gd name="connsiteY7" fmla="*/ 1644648 h 1733550"/>
                <a:gd name="connsiteX8" fmla="*/ 0 w 533400"/>
                <a:gd name="connsiteY8" fmla="*/ 88902 h 1733550"/>
                <a:gd name="connsiteX0" fmla="*/ 714375 w 1247775"/>
                <a:gd name="connsiteY0" fmla="*/ 88902 h 2323624"/>
                <a:gd name="connsiteX1" fmla="*/ 803277 w 1247775"/>
                <a:gd name="connsiteY1" fmla="*/ 0 h 2323624"/>
                <a:gd name="connsiteX2" fmla="*/ 1158873 w 1247775"/>
                <a:gd name="connsiteY2" fmla="*/ 0 h 2323624"/>
                <a:gd name="connsiteX3" fmla="*/ 1247775 w 1247775"/>
                <a:gd name="connsiteY3" fmla="*/ 88902 h 2323624"/>
                <a:gd name="connsiteX4" fmla="*/ 1247775 w 1247775"/>
                <a:gd name="connsiteY4" fmla="*/ 1644648 h 2323624"/>
                <a:gd name="connsiteX5" fmla="*/ 1158873 w 1247775"/>
                <a:gd name="connsiteY5" fmla="*/ 1733550 h 2323624"/>
                <a:gd name="connsiteX6" fmla="*/ 803277 w 1247775"/>
                <a:gd name="connsiteY6" fmla="*/ 1733550 h 2323624"/>
                <a:gd name="connsiteX7" fmla="*/ 0 w 1247775"/>
                <a:gd name="connsiteY7" fmla="*/ 2320923 h 2323624"/>
                <a:gd name="connsiteX8" fmla="*/ 714375 w 1247775"/>
                <a:gd name="connsiteY8" fmla="*/ 88902 h 2323624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1158873 w 1247775"/>
                <a:gd name="connsiteY5" fmla="*/ 1733550 h 2543175"/>
                <a:gd name="connsiteX6" fmla="*/ 488952 w 1247775"/>
                <a:gd name="connsiteY6" fmla="*/ 2543175 h 2543175"/>
                <a:gd name="connsiteX7" fmla="*/ 0 w 1247775"/>
                <a:gd name="connsiteY7" fmla="*/ 2320923 h 2543175"/>
                <a:gd name="connsiteX8" fmla="*/ 714375 w 1247775"/>
                <a:gd name="connsiteY8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1247775 w 1247775"/>
                <a:gd name="connsiteY4" fmla="*/ 1644648 h 2543175"/>
                <a:gd name="connsiteX5" fmla="*/ 488952 w 1247775"/>
                <a:gd name="connsiteY5" fmla="*/ 2543175 h 2543175"/>
                <a:gd name="connsiteX6" fmla="*/ 0 w 1247775"/>
                <a:gd name="connsiteY6" fmla="*/ 2320923 h 2543175"/>
                <a:gd name="connsiteX7" fmla="*/ 714375 w 1247775"/>
                <a:gd name="connsiteY7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47775"/>
                <a:gd name="connsiteY0" fmla="*/ 88902 h 2543175"/>
                <a:gd name="connsiteX1" fmla="*/ 803277 w 1247775"/>
                <a:gd name="connsiteY1" fmla="*/ 0 h 2543175"/>
                <a:gd name="connsiteX2" fmla="*/ 1158873 w 1247775"/>
                <a:gd name="connsiteY2" fmla="*/ 0 h 2543175"/>
                <a:gd name="connsiteX3" fmla="*/ 1247775 w 1247775"/>
                <a:gd name="connsiteY3" fmla="*/ 88902 h 2543175"/>
                <a:gd name="connsiteX4" fmla="*/ 488952 w 1247775"/>
                <a:gd name="connsiteY4" fmla="*/ 2543175 h 2543175"/>
                <a:gd name="connsiteX5" fmla="*/ 0 w 1247775"/>
                <a:gd name="connsiteY5" fmla="*/ 2320923 h 2543175"/>
                <a:gd name="connsiteX6" fmla="*/ 714375 w 1247775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4375 w 1269238"/>
                <a:gd name="connsiteY0" fmla="*/ 88902 h 2543175"/>
                <a:gd name="connsiteX1" fmla="*/ 803277 w 1269238"/>
                <a:gd name="connsiteY1" fmla="*/ 0 h 2543175"/>
                <a:gd name="connsiteX2" fmla="*/ 1158873 w 1269238"/>
                <a:gd name="connsiteY2" fmla="*/ 0 h 2543175"/>
                <a:gd name="connsiteX3" fmla="*/ 1247775 w 1269238"/>
                <a:gd name="connsiteY3" fmla="*/ 88902 h 2543175"/>
                <a:gd name="connsiteX4" fmla="*/ 488952 w 1269238"/>
                <a:gd name="connsiteY4" fmla="*/ 2543175 h 2543175"/>
                <a:gd name="connsiteX5" fmla="*/ 0 w 1269238"/>
                <a:gd name="connsiteY5" fmla="*/ 2320923 h 2543175"/>
                <a:gd name="connsiteX6" fmla="*/ 714375 w 1269238"/>
                <a:gd name="connsiteY6" fmla="*/ 88902 h 2543175"/>
                <a:gd name="connsiteX0" fmla="*/ 719549 w 1274412"/>
                <a:gd name="connsiteY0" fmla="*/ 88902 h 2543175"/>
                <a:gd name="connsiteX1" fmla="*/ 808451 w 1274412"/>
                <a:gd name="connsiteY1" fmla="*/ 0 h 2543175"/>
                <a:gd name="connsiteX2" fmla="*/ 1164047 w 1274412"/>
                <a:gd name="connsiteY2" fmla="*/ 0 h 2543175"/>
                <a:gd name="connsiteX3" fmla="*/ 1252949 w 1274412"/>
                <a:gd name="connsiteY3" fmla="*/ 88902 h 2543175"/>
                <a:gd name="connsiteX4" fmla="*/ 494126 w 1274412"/>
                <a:gd name="connsiteY4" fmla="*/ 2543175 h 2543175"/>
                <a:gd name="connsiteX5" fmla="*/ 5174 w 1274412"/>
                <a:gd name="connsiteY5" fmla="*/ 2320923 h 2543175"/>
                <a:gd name="connsiteX6" fmla="*/ 719549 w 1274412"/>
                <a:gd name="connsiteY6" fmla="*/ 88902 h 2543175"/>
                <a:gd name="connsiteX0" fmla="*/ 718529 w 1273392"/>
                <a:gd name="connsiteY0" fmla="*/ 88902 h 2543175"/>
                <a:gd name="connsiteX1" fmla="*/ 807431 w 1273392"/>
                <a:gd name="connsiteY1" fmla="*/ 0 h 2543175"/>
                <a:gd name="connsiteX2" fmla="*/ 1163027 w 1273392"/>
                <a:gd name="connsiteY2" fmla="*/ 0 h 2543175"/>
                <a:gd name="connsiteX3" fmla="*/ 1251929 w 1273392"/>
                <a:gd name="connsiteY3" fmla="*/ 88902 h 2543175"/>
                <a:gd name="connsiteX4" fmla="*/ 493106 w 1273392"/>
                <a:gd name="connsiteY4" fmla="*/ 2543175 h 2543175"/>
                <a:gd name="connsiteX5" fmla="*/ 4154 w 1273392"/>
                <a:gd name="connsiteY5" fmla="*/ 2320923 h 2543175"/>
                <a:gd name="connsiteX6" fmla="*/ 718529 w 1273392"/>
                <a:gd name="connsiteY6" fmla="*/ 88902 h 2543175"/>
                <a:gd name="connsiteX0" fmla="*/ 723194 w 1278057"/>
                <a:gd name="connsiteY0" fmla="*/ 88902 h 2543175"/>
                <a:gd name="connsiteX1" fmla="*/ 812096 w 1278057"/>
                <a:gd name="connsiteY1" fmla="*/ 0 h 2543175"/>
                <a:gd name="connsiteX2" fmla="*/ 1167692 w 1278057"/>
                <a:gd name="connsiteY2" fmla="*/ 0 h 2543175"/>
                <a:gd name="connsiteX3" fmla="*/ 1256594 w 1278057"/>
                <a:gd name="connsiteY3" fmla="*/ 88902 h 2543175"/>
                <a:gd name="connsiteX4" fmla="*/ 497771 w 1278057"/>
                <a:gd name="connsiteY4" fmla="*/ 2543175 h 2543175"/>
                <a:gd name="connsiteX5" fmla="*/ 8819 w 1278057"/>
                <a:gd name="connsiteY5" fmla="*/ 2320923 h 2543175"/>
                <a:gd name="connsiteX6" fmla="*/ 723194 w 1278057"/>
                <a:gd name="connsiteY6" fmla="*/ 88902 h 2543175"/>
                <a:gd name="connsiteX0" fmla="*/ 723194 w 1278057"/>
                <a:gd name="connsiteY0" fmla="*/ 88902 h 2545617"/>
                <a:gd name="connsiteX1" fmla="*/ 812096 w 1278057"/>
                <a:gd name="connsiteY1" fmla="*/ 0 h 2545617"/>
                <a:gd name="connsiteX2" fmla="*/ 1167692 w 1278057"/>
                <a:gd name="connsiteY2" fmla="*/ 0 h 2545617"/>
                <a:gd name="connsiteX3" fmla="*/ 1256594 w 1278057"/>
                <a:gd name="connsiteY3" fmla="*/ 88902 h 2545617"/>
                <a:gd name="connsiteX4" fmla="*/ 497771 w 1278057"/>
                <a:gd name="connsiteY4" fmla="*/ 2543175 h 2545617"/>
                <a:gd name="connsiteX5" fmla="*/ 8819 w 1278057"/>
                <a:gd name="connsiteY5" fmla="*/ 2320923 h 2545617"/>
                <a:gd name="connsiteX6" fmla="*/ 723194 w 1278057"/>
                <a:gd name="connsiteY6" fmla="*/ 88902 h 2545617"/>
                <a:gd name="connsiteX0" fmla="*/ 723194 w 1278057"/>
                <a:gd name="connsiteY0" fmla="*/ 88902 h 2568963"/>
                <a:gd name="connsiteX1" fmla="*/ 812096 w 1278057"/>
                <a:gd name="connsiteY1" fmla="*/ 0 h 2568963"/>
                <a:gd name="connsiteX2" fmla="*/ 1167692 w 1278057"/>
                <a:gd name="connsiteY2" fmla="*/ 0 h 2568963"/>
                <a:gd name="connsiteX3" fmla="*/ 1256594 w 1278057"/>
                <a:gd name="connsiteY3" fmla="*/ 88902 h 2568963"/>
                <a:gd name="connsiteX4" fmla="*/ 497771 w 1278057"/>
                <a:gd name="connsiteY4" fmla="*/ 2543175 h 2568963"/>
                <a:gd name="connsiteX5" fmla="*/ 8819 w 1278057"/>
                <a:gd name="connsiteY5" fmla="*/ 2320923 h 2568963"/>
                <a:gd name="connsiteX6" fmla="*/ 723194 w 1278057"/>
                <a:gd name="connsiteY6" fmla="*/ 88902 h 256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78057" h="2568963">
                  <a:moveTo>
                    <a:pt x="723194" y="88902"/>
                  </a:moveTo>
                  <a:cubicBezTo>
                    <a:pt x="723194" y="39803"/>
                    <a:pt x="762997" y="0"/>
                    <a:pt x="812096" y="0"/>
                  </a:cubicBezTo>
                  <a:lnTo>
                    <a:pt x="1167692" y="0"/>
                  </a:lnTo>
                  <a:cubicBezTo>
                    <a:pt x="1216791" y="0"/>
                    <a:pt x="1256594" y="39803"/>
                    <a:pt x="1256594" y="88902"/>
                  </a:cubicBezTo>
                  <a:cubicBezTo>
                    <a:pt x="1270353" y="592668"/>
                    <a:pt x="1446037" y="2191809"/>
                    <a:pt x="497771" y="2543175"/>
                  </a:cubicBezTo>
                  <a:cubicBezTo>
                    <a:pt x="448672" y="2543175"/>
                    <a:pt x="79603" y="2680614"/>
                    <a:pt x="8819" y="2320923"/>
                  </a:cubicBezTo>
                  <a:cubicBezTo>
                    <a:pt x="-105481" y="1621366"/>
                    <a:pt x="932744" y="1464734"/>
                    <a:pt x="723194" y="88902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20000"/>
                    <a:lumOff val="80000"/>
                  </a:srgbClr>
                </a:gs>
              </a:gsLst>
              <a:lin ang="108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C93D7A16-E7F6-639F-4D74-469A779DF9EA}"/>
                </a:ext>
              </a:extLst>
            </p:cNvPr>
            <p:cNvSpPr/>
            <p:nvPr/>
          </p:nvSpPr>
          <p:spPr>
            <a:xfrm rot="5400000">
              <a:off x="1060391" y="593998"/>
              <a:ext cx="764305" cy="2150643"/>
            </a:xfrm>
            <a:custGeom>
              <a:avLst/>
              <a:gdLst>
                <a:gd name="connsiteX0" fmla="*/ 0 w 1139684"/>
                <a:gd name="connsiteY0" fmla="*/ 1853128 h 3706256"/>
                <a:gd name="connsiteX1" fmla="*/ 569842 w 1139684"/>
                <a:gd name="connsiteY1" fmla="*/ 0 h 3706256"/>
                <a:gd name="connsiteX2" fmla="*/ 1139684 w 1139684"/>
                <a:gd name="connsiteY2" fmla="*/ 1853128 h 3706256"/>
                <a:gd name="connsiteX3" fmla="*/ 569842 w 1139684"/>
                <a:gd name="connsiteY3" fmla="*/ 3706256 h 3706256"/>
                <a:gd name="connsiteX4" fmla="*/ 0 w 1139684"/>
                <a:gd name="connsiteY4" fmla="*/ 1853128 h 3706256"/>
                <a:gd name="connsiteX0" fmla="*/ 0 w 1148393"/>
                <a:gd name="connsiteY0" fmla="*/ 1853128 h 3868995"/>
                <a:gd name="connsiteX1" fmla="*/ 569842 w 1148393"/>
                <a:gd name="connsiteY1" fmla="*/ 0 h 3868995"/>
                <a:gd name="connsiteX2" fmla="*/ 1139684 w 1148393"/>
                <a:gd name="connsiteY2" fmla="*/ 1853128 h 3868995"/>
                <a:gd name="connsiteX3" fmla="*/ 971132 w 1148393"/>
                <a:gd name="connsiteY3" fmla="*/ 3565556 h 3868995"/>
                <a:gd name="connsiteX4" fmla="*/ 569842 w 1148393"/>
                <a:gd name="connsiteY4" fmla="*/ 3706256 h 3868995"/>
                <a:gd name="connsiteX5" fmla="*/ 0 w 1148393"/>
                <a:gd name="connsiteY5" fmla="*/ 1853128 h 3868995"/>
                <a:gd name="connsiteX0" fmla="*/ 617 w 1149010"/>
                <a:gd name="connsiteY0" fmla="*/ 1853128 h 3868995"/>
                <a:gd name="connsiteX1" fmla="*/ 570459 w 1149010"/>
                <a:gd name="connsiteY1" fmla="*/ 0 h 3868995"/>
                <a:gd name="connsiteX2" fmla="*/ 1140301 w 1149010"/>
                <a:gd name="connsiteY2" fmla="*/ 1853128 h 3868995"/>
                <a:gd name="connsiteX3" fmla="*/ 971749 w 1149010"/>
                <a:gd name="connsiteY3" fmla="*/ 3565556 h 3868995"/>
                <a:gd name="connsiteX4" fmla="*/ 570459 w 1149010"/>
                <a:gd name="connsiteY4" fmla="*/ 3706256 h 3868995"/>
                <a:gd name="connsiteX5" fmla="*/ 617 w 1149010"/>
                <a:gd name="connsiteY5" fmla="*/ 1853128 h 3868995"/>
                <a:gd name="connsiteX0" fmla="*/ 425 w 1386941"/>
                <a:gd name="connsiteY0" fmla="*/ 1919875 h 3864252"/>
                <a:gd name="connsiteX1" fmla="*/ 808390 w 1386941"/>
                <a:gd name="connsiteY1" fmla="*/ 72 h 3864252"/>
                <a:gd name="connsiteX2" fmla="*/ 1378232 w 1386941"/>
                <a:gd name="connsiteY2" fmla="*/ 1853200 h 3864252"/>
                <a:gd name="connsiteX3" fmla="*/ 1209680 w 1386941"/>
                <a:gd name="connsiteY3" fmla="*/ 3565628 h 3864252"/>
                <a:gd name="connsiteX4" fmla="*/ 808390 w 1386941"/>
                <a:gd name="connsiteY4" fmla="*/ 3706328 h 3864252"/>
                <a:gd name="connsiteX5" fmla="*/ 425 w 1386941"/>
                <a:gd name="connsiteY5" fmla="*/ 1919875 h 3864252"/>
                <a:gd name="connsiteX0" fmla="*/ 474 w 1386990"/>
                <a:gd name="connsiteY0" fmla="*/ 1919875 h 3823406"/>
                <a:gd name="connsiteX1" fmla="*/ 808439 w 1386990"/>
                <a:gd name="connsiteY1" fmla="*/ 72 h 3823406"/>
                <a:gd name="connsiteX2" fmla="*/ 1378281 w 1386990"/>
                <a:gd name="connsiteY2" fmla="*/ 1853200 h 3823406"/>
                <a:gd name="connsiteX3" fmla="*/ 1209729 w 1386990"/>
                <a:gd name="connsiteY3" fmla="*/ 3565628 h 3823406"/>
                <a:gd name="connsiteX4" fmla="*/ 808439 w 1386990"/>
                <a:gd name="connsiteY4" fmla="*/ 3706328 h 3823406"/>
                <a:gd name="connsiteX5" fmla="*/ 474 w 1386990"/>
                <a:gd name="connsiteY5" fmla="*/ 1919875 h 3823406"/>
                <a:gd name="connsiteX0" fmla="*/ 474 w 1386990"/>
                <a:gd name="connsiteY0" fmla="*/ 1919875 h 3784545"/>
                <a:gd name="connsiteX1" fmla="*/ 808439 w 1386990"/>
                <a:gd name="connsiteY1" fmla="*/ 72 h 3784545"/>
                <a:gd name="connsiteX2" fmla="*/ 1378281 w 1386990"/>
                <a:gd name="connsiteY2" fmla="*/ 1853200 h 3784545"/>
                <a:gd name="connsiteX3" fmla="*/ 1209729 w 1386990"/>
                <a:gd name="connsiteY3" fmla="*/ 3565628 h 3784545"/>
                <a:gd name="connsiteX4" fmla="*/ 808439 w 1386990"/>
                <a:gd name="connsiteY4" fmla="*/ 3706328 h 3784545"/>
                <a:gd name="connsiteX5" fmla="*/ 474 w 1386990"/>
                <a:gd name="connsiteY5" fmla="*/ 1919875 h 3784545"/>
                <a:gd name="connsiteX0" fmla="*/ 474 w 1393437"/>
                <a:gd name="connsiteY0" fmla="*/ 1919874 h 3784544"/>
                <a:gd name="connsiteX1" fmla="*/ 808439 w 1393437"/>
                <a:gd name="connsiteY1" fmla="*/ 71 h 3784544"/>
                <a:gd name="connsiteX2" fmla="*/ 1378281 w 1393437"/>
                <a:gd name="connsiteY2" fmla="*/ 1853199 h 3784544"/>
                <a:gd name="connsiteX3" fmla="*/ 1190684 w 1393437"/>
                <a:gd name="connsiteY3" fmla="*/ 3337028 h 3784544"/>
                <a:gd name="connsiteX4" fmla="*/ 1209729 w 1393437"/>
                <a:gd name="connsiteY4" fmla="*/ 3565627 h 3784544"/>
                <a:gd name="connsiteX5" fmla="*/ 808439 w 1393437"/>
                <a:gd name="connsiteY5" fmla="*/ 3706327 h 3784544"/>
                <a:gd name="connsiteX6" fmla="*/ 474 w 1393437"/>
                <a:gd name="connsiteY6" fmla="*/ 1919874 h 3784544"/>
                <a:gd name="connsiteX0" fmla="*/ 474 w 1395647"/>
                <a:gd name="connsiteY0" fmla="*/ 1919870 h 3784540"/>
                <a:gd name="connsiteX1" fmla="*/ 808439 w 1395647"/>
                <a:gd name="connsiteY1" fmla="*/ 67 h 3784540"/>
                <a:gd name="connsiteX2" fmla="*/ 1378281 w 1395647"/>
                <a:gd name="connsiteY2" fmla="*/ 1853195 h 3784540"/>
                <a:gd name="connsiteX3" fmla="*/ 1200208 w 1395647"/>
                <a:gd name="connsiteY3" fmla="*/ 2879823 h 3784540"/>
                <a:gd name="connsiteX4" fmla="*/ 1190684 w 1395647"/>
                <a:gd name="connsiteY4" fmla="*/ 3337024 h 3784540"/>
                <a:gd name="connsiteX5" fmla="*/ 1209729 w 1395647"/>
                <a:gd name="connsiteY5" fmla="*/ 3565623 h 3784540"/>
                <a:gd name="connsiteX6" fmla="*/ 808439 w 1395647"/>
                <a:gd name="connsiteY6" fmla="*/ 3706323 h 3784540"/>
                <a:gd name="connsiteX7" fmla="*/ 474 w 1395647"/>
                <a:gd name="connsiteY7" fmla="*/ 1919870 h 3784540"/>
                <a:gd name="connsiteX0" fmla="*/ 474 w 1403388"/>
                <a:gd name="connsiteY0" fmla="*/ 1919866 h 3784536"/>
                <a:gd name="connsiteX1" fmla="*/ 808439 w 1403388"/>
                <a:gd name="connsiteY1" fmla="*/ 63 h 3784536"/>
                <a:gd name="connsiteX2" fmla="*/ 1378281 w 1403388"/>
                <a:gd name="connsiteY2" fmla="*/ 1853191 h 3784536"/>
                <a:gd name="connsiteX3" fmla="*/ 1257358 w 1403388"/>
                <a:gd name="connsiteY3" fmla="*/ 2384519 h 3784536"/>
                <a:gd name="connsiteX4" fmla="*/ 1200208 w 1403388"/>
                <a:gd name="connsiteY4" fmla="*/ 2879819 h 3784536"/>
                <a:gd name="connsiteX5" fmla="*/ 1190684 w 1403388"/>
                <a:gd name="connsiteY5" fmla="*/ 3337020 h 3784536"/>
                <a:gd name="connsiteX6" fmla="*/ 1209729 w 1403388"/>
                <a:gd name="connsiteY6" fmla="*/ 3565619 h 3784536"/>
                <a:gd name="connsiteX7" fmla="*/ 808439 w 1403388"/>
                <a:gd name="connsiteY7" fmla="*/ 3706319 h 3784536"/>
                <a:gd name="connsiteX8" fmla="*/ 474 w 1403388"/>
                <a:gd name="connsiteY8" fmla="*/ 1919866 h 3784536"/>
                <a:gd name="connsiteX0" fmla="*/ 474 w 1303204"/>
                <a:gd name="connsiteY0" fmla="*/ 1919866 h 3784536"/>
                <a:gd name="connsiteX1" fmla="*/ 808439 w 1303204"/>
                <a:gd name="connsiteY1" fmla="*/ 63 h 3784536"/>
                <a:gd name="connsiteX2" fmla="*/ 1254456 w 1303204"/>
                <a:gd name="connsiteY2" fmla="*/ 1853191 h 3784536"/>
                <a:gd name="connsiteX3" fmla="*/ 1257358 w 1303204"/>
                <a:gd name="connsiteY3" fmla="*/ 2384519 h 3784536"/>
                <a:gd name="connsiteX4" fmla="*/ 1200208 w 1303204"/>
                <a:gd name="connsiteY4" fmla="*/ 2879819 h 3784536"/>
                <a:gd name="connsiteX5" fmla="*/ 1190684 w 1303204"/>
                <a:gd name="connsiteY5" fmla="*/ 3337020 h 3784536"/>
                <a:gd name="connsiteX6" fmla="*/ 1209729 w 1303204"/>
                <a:gd name="connsiteY6" fmla="*/ 3565619 h 3784536"/>
                <a:gd name="connsiteX7" fmla="*/ 808439 w 1303204"/>
                <a:gd name="connsiteY7" fmla="*/ 3706319 h 3784536"/>
                <a:gd name="connsiteX8" fmla="*/ 474 w 1303204"/>
                <a:gd name="connsiteY8" fmla="*/ 1919866 h 3784536"/>
                <a:gd name="connsiteX0" fmla="*/ 474 w 1286237"/>
                <a:gd name="connsiteY0" fmla="*/ 1925733 h 3790403"/>
                <a:gd name="connsiteX1" fmla="*/ 808439 w 1286237"/>
                <a:gd name="connsiteY1" fmla="*/ 5930 h 3790403"/>
                <a:gd name="connsiteX2" fmla="*/ 1257354 w 1286237"/>
                <a:gd name="connsiteY2" fmla="*/ 1342636 h 3790403"/>
                <a:gd name="connsiteX3" fmla="*/ 1254456 w 1286237"/>
                <a:gd name="connsiteY3" fmla="*/ 1859058 h 3790403"/>
                <a:gd name="connsiteX4" fmla="*/ 1257358 w 1286237"/>
                <a:gd name="connsiteY4" fmla="*/ 2390386 h 3790403"/>
                <a:gd name="connsiteX5" fmla="*/ 1200208 w 1286237"/>
                <a:gd name="connsiteY5" fmla="*/ 2885686 h 3790403"/>
                <a:gd name="connsiteX6" fmla="*/ 1190684 w 1286237"/>
                <a:gd name="connsiteY6" fmla="*/ 3342887 h 3790403"/>
                <a:gd name="connsiteX7" fmla="*/ 1209729 w 1286237"/>
                <a:gd name="connsiteY7" fmla="*/ 3571486 h 3790403"/>
                <a:gd name="connsiteX8" fmla="*/ 808439 w 1286237"/>
                <a:gd name="connsiteY8" fmla="*/ 3712186 h 3790403"/>
                <a:gd name="connsiteX9" fmla="*/ 474 w 1286237"/>
                <a:gd name="connsiteY9" fmla="*/ 1925733 h 3790403"/>
                <a:gd name="connsiteX0" fmla="*/ 474 w 1274198"/>
                <a:gd name="connsiteY0" fmla="*/ 1946591 h 3811261"/>
                <a:gd name="connsiteX1" fmla="*/ 808439 w 1274198"/>
                <a:gd name="connsiteY1" fmla="*/ 26788 h 3811261"/>
                <a:gd name="connsiteX2" fmla="*/ 1209730 w 1274198"/>
                <a:gd name="connsiteY2" fmla="*/ 858669 h 3811261"/>
                <a:gd name="connsiteX3" fmla="*/ 1257354 w 1274198"/>
                <a:gd name="connsiteY3" fmla="*/ 1363494 h 3811261"/>
                <a:gd name="connsiteX4" fmla="*/ 1254456 w 1274198"/>
                <a:gd name="connsiteY4" fmla="*/ 1879916 h 3811261"/>
                <a:gd name="connsiteX5" fmla="*/ 1257358 w 1274198"/>
                <a:gd name="connsiteY5" fmla="*/ 2411244 h 3811261"/>
                <a:gd name="connsiteX6" fmla="*/ 1200208 w 1274198"/>
                <a:gd name="connsiteY6" fmla="*/ 2906544 h 3811261"/>
                <a:gd name="connsiteX7" fmla="*/ 1190684 w 1274198"/>
                <a:gd name="connsiteY7" fmla="*/ 3363745 h 3811261"/>
                <a:gd name="connsiteX8" fmla="*/ 1209729 w 1274198"/>
                <a:gd name="connsiteY8" fmla="*/ 3592344 h 3811261"/>
                <a:gd name="connsiteX9" fmla="*/ 808439 w 1274198"/>
                <a:gd name="connsiteY9" fmla="*/ 3733044 h 3811261"/>
                <a:gd name="connsiteX10" fmla="*/ 474 w 1274198"/>
                <a:gd name="connsiteY10" fmla="*/ 1946591 h 3811261"/>
                <a:gd name="connsiteX0" fmla="*/ 474 w 1274198"/>
                <a:gd name="connsiteY0" fmla="*/ 1993036 h 3857706"/>
                <a:gd name="connsiteX1" fmla="*/ 808439 w 1274198"/>
                <a:gd name="connsiteY1" fmla="*/ 73233 h 3857706"/>
                <a:gd name="connsiteX2" fmla="*/ 1152584 w 1274198"/>
                <a:gd name="connsiteY2" fmla="*/ 447915 h 3857706"/>
                <a:gd name="connsiteX3" fmla="*/ 1209730 w 1274198"/>
                <a:gd name="connsiteY3" fmla="*/ 905114 h 3857706"/>
                <a:gd name="connsiteX4" fmla="*/ 1257354 w 1274198"/>
                <a:gd name="connsiteY4" fmla="*/ 1409939 h 3857706"/>
                <a:gd name="connsiteX5" fmla="*/ 1254456 w 1274198"/>
                <a:gd name="connsiteY5" fmla="*/ 1926361 h 3857706"/>
                <a:gd name="connsiteX6" fmla="*/ 1257358 w 1274198"/>
                <a:gd name="connsiteY6" fmla="*/ 2457689 h 3857706"/>
                <a:gd name="connsiteX7" fmla="*/ 1200208 w 1274198"/>
                <a:gd name="connsiteY7" fmla="*/ 2952989 h 3857706"/>
                <a:gd name="connsiteX8" fmla="*/ 1190684 w 1274198"/>
                <a:gd name="connsiteY8" fmla="*/ 3410190 h 3857706"/>
                <a:gd name="connsiteX9" fmla="*/ 1209729 w 1274198"/>
                <a:gd name="connsiteY9" fmla="*/ 3638789 h 3857706"/>
                <a:gd name="connsiteX10" fmla="*/ 808439 w 1274198"/>
                <a:gd name="connsiteY10" fmla="*/ 3779489 h 3857706"/>
                <a:gd name="connsiteX11" fmla="*/ 474 w 1274198"/>
                <a:gd name="connsiteY11" fmla="*/ 1993036 h 3857706"/>
                <a:gd name="connsiteX0" fmla="*/ 474 w 1274198"/>
                <a:gd name="connsiteY0" fmla="*/ 2012173 h 3876843"/>
                <a:gd name="connsiteX1" fmla="*/ 808439 w 1274198"/>
                <a:gd name="connsiteY1" fmla="*/ 92370 h 3876843"/>
                <a:gd name="connsiteX2" fmla="*/ 1152584 w 1274198"/>
                <a:gd name="connsiteY2" fmla="*/ 467052 h 3876843"/>
                <a:gd name="connsiteX3" fmla="*/ 1209730 w 1274198"/>
                <a:gd name="connsiteY3" fmla="*/ 924251 h 3876843"/>
                <a:gd name="connsiteX4" fmla="*/ 1257354 w 1274198"/>
                <a:gd name="connsiteY4" fmla="*/ 1429076 h 3876843"/>
                <a:gd name="connsiteX5" fmla="*/ 1254456 w 1274198"/>
                <a:gd name="connsiteY5" fmla="*/ 1945498 h 3876843"/>
                <a:gd name="connsiteX6" fmla="*/ 1257358 w 1274198"/>
                <a:gd name="connsiteY6" fmla="*/ 2476826 h 3876843"/>
                <a:gd name="connsiteX7" fmla="*/ 1200208 w 1274198"/>
                <a:gd name="connsiteY7" fmla="*/ 2972126 h 3876843"/>
                <a:gd name="connsiteX8" fmla="*/ 1190684 w 1274198"/>
                <a:gd name="connsiteY8" fmla="*/ 3429327 h 3876843"/>
                <a:gd name="connsiteX9" fmla="*/ 1209729 w 1274198"/>
                <a:gd name="connsiteY9" fmla="*/ 3657926 h 3876843"/>
                <a:gd name="connsiteX10" fmla="*/ 808439 w 1274198"/>
                <a:gd name="connsiteY10" fmla="*/ 3798626 h 3876843"/>
                <a:gd name="connsiteX11" fmla="*/ 474 w 1274198"/>
                <a:gd name="connsiteY11" fmla="*/ 2012173 h 3876843"/>
                <a:gd name="connsiteX0" fmla="*/ 474 w 1274198"/>
                <a:gd name="connsiteY0" fmla="*/ 2004138 h 3868808"/>
                <a:gd name="connsiteX1" fmla="*/ 808439 w 1274198"/>
                <a:gd name="connsiteY1" fmla="*/ 84335 h 3868808"/>
                <a:gd name="connsiteX2" fmla="*/ 1152584 w 1274198"/>
                <a:gd name="connsiteY2" fmla="*/ 459017 h 3868808"/>
                <a:gd name="connsiteX3" fmla="*/ 1209730 w 1274198"/>
                <a:gd name="connsiteY3" fmla="*/ 916216 h 3868808"/>
                <a:gd name="connsiteX4" fmla="*/ 1257354 w 1274198"/>
                <a:gd name="connsiteY4" fmla="*/ 1421041 h 3868808"/>
                <a:gd name="connsiteX5" fmla="*/ 1254456 w 1274198"/>
                <a:gd name="connsiteY5" fmla="*/ 1937463 h 3868808"/>
                <a:gd name="connsiteX6" fmla="*/ 1257358 w 1274198"/>
                <a:gd name="connsiteY6" fmla="*/ 2468791 h 3868808"/>
                <a:gd name="connsiteX7" fmla="*/ 1200208 w 1274198"/>
                <a:gd name="connsiteY7" fmla="*/ 2964091 h 3868808"/>
                <a:gd name="connsiteX8" fmla="*/ 1190684 w 1274198"/>
                <a:gd name="connsiteY8" fmla="*/ 3421292 h 3868808"/>
                <a:gd name="connsiteX9" fmla="*/ 1209729 w 1274198"/>
                <a:gd name="connsiteY9" fmla="*/ 3649891 h 3868808"/>
                <a:gd name="connsiteX10" fmla="*/ 808439 w 1274198"/>
                <a:gd name="connsiteY10" fmla="*/ 3790591 h 3868808"/>
                <a:gd name="connsiteX11" fmla="*/ 474 w 1274198"/>
                <a:gd name="connsiteY11" fmla="*/ 2004138 h 3868808"/>
                <a:gd name="connsiteX0" fmla="*/ 474 w 1274198"/>
                <a:gd name="connsiteY0" fmla="*/ 1996152 h 3860822"/>
                <a:gd name="connsiteX1" fmla="*/ 808439 w 1274198"/>
                <a:gd name="connsiteY1" fmla="*/ 76349 h 3860822"/>
                <a:gd name="connsiteX2" fmla="*/ 1152584 w 1274198"/>
                <a:gd name="connsiteY2" fmla="*/ 451031 h 3860822"/>
                <a:gd name="connsiteX3" fmla="*/ 1209730 w 1274198"/>
                <a:gd name="connsiteY3" fmla="*/ 908230 h 3860822"/>
                <a:gd name="connsiteX4" fmla="*/ 1257354 w 1274198"/>
                <a:gd name="connsiteY4" fmla="*/ 1413055 h 3860822"/>
                <a:gd name="connsiteX5" fmla="*/ 1254456 w 1274198"/>
                <a:gd name="connsiteY5" fmla="*/ 1929477 h 3860822"/>
                <a:gd name="connsiteX6" fmla="*/ 1257358 w 1274198"/>
                <a:gd name="connsiteY6" fmla="*/ 2460805 h 3860822"/>
                <a:gd name="connsiteX7" fmla="*/ 1200208 w 1274198"/>
                <a:gd name="connsiteY7" fmla="*/ 2956105 h 3860822"/>
                <a:gd name="connsiteX8" fmla="*/ 1190684 w 1274198"/>
                <a:gd name="connsiteY8" fmla="*/ 3413306 h 3860822"/>
                <a:gd name="connsiteX9" fmla="*/ 1209729 w 1274198"/>
                <a:gd name="connsiteY9" fmla="*/ 3641905 h 3860822"/>
                <a:gd name="connsiteX10" fmla="*/ 808439 w 1274198"/>
                <a:gd name="connsiteY10" fmla="*/ 3782605 h 3860822"/>
                <a:gd name="connsiteX11" fmla="*/ 474 w 1274198"/>
                <a:gd name="connsiteY11" fmla="*/ 1996152 h 3860822"/>
                <a:gd name="connsiteX0" fmla="*/ 474 w 1274198"/>
                <a:gd name="connsiteY0" fmla="*/ 1996152 h 3860822"/>
                <a:gd name="connsiteX1" fmla="*/ 808439 w 1274198"/>
                <a:gd name="connsiteY1" fmla="*/ 76349 h 3860822"/>
                <a:gd name="connsiteX2" fmla="*/ 1152584 w 1274198"/>
                <a:gd name="connsiteY2" fmla="*/ 451031 h 3860822"/>
                <a:gd name="connsiteX3" fmla="*/ 1209730 w 1274198"/>
                <a:gd name="connsiteY3" fmla="*/ 908230 h 3860822"/>
                <a:gd name="connsiteX4" fmla="*/ 1257354 w 1274198"/>
                <a:gd name="connsiteY4" fmla="*/ 1413055 h 3860822"/>
                <a:gd name="connsiteX5" fmla="*/ 1254456 w 1274198"/>
                <a:gd name="connsiteY5" fmla="*/ 1929477 h 3860822"/>
                <a:gd name="connsiteX6" fmla="*/ 1257358 w 1274198"/>
                <a:gd name="connsiteY6" fmla="*/ 2460805 h 3860822"/>
                <a:gd name="connsiteX7" fmla="*/ 1200208 w 1274198"/>
                <a:gd name="connsiteY7" fmla="*/ 2956105 h 3860822"/>
                <a:gd name="connsiteX8" fmla="*/ 1190684 w 1274198"/>
                <a:gd name="connsiteY8" fmla="*/ 3413306 h 3860822"/>
                <a:gd name="connsiteX9" fmla="*/ 1209729 w 1274198"/>
                <a:gd name="connsiteY9" fmla="*/ 3641905 h 3860822"/>
                <a:gd name="connsiteX10" fmla="*/ 808439 w 1274198"/>
                <a:gd name="connsiteY10" fmla="*/ 3782605 h 3860822"/>
                <a:gd name="connsiteX11" fmla="*/ 474 w 1274198"/>
                <a:gd name="connsiteY11" fmla="*/ 1996152 h 3860822"/>
                <a:gd name="connsiteX0" fmla="*/ 474 w 1315765"/>
                <a:gd name="connsiteY0" fmla="*/ 1996152 h 3860822"/>
                <a:gd name="connsiteX1" fmla="*/ 808439 w 1315765"/>
                <a:gd name="connsiteY1" fmla="*/ 76349 h 3860822"/>
                <a:gd name="connsiteX2" fmla="*/ 1152584 w 1315765"/>
                <a:gd name="connsiteY2" fmla="*/ 451031 h 3860822"/>
                <a:gd name="connsiteX3" fmla="*/ 1209730 w 1315765"/>
                <a:gd name="connsiteY3" fmla="*/ 908230 h 3860822"/>
                <a:gd name="connsiteX4" fmla="*/ 1257354 w 1315765"/>
                <a:gd name="connsiteY4" fmla="*/ 1413055 h 3860822"/>
                <a:gd name="connsiteX5" fmla="*/ 1254456 w 1315765"/>
                <a:gd name="connsiteY5" fmla="*/ 1929477 h 3860822"/>
                <a:gd name="connsiteX6" fmla="*/ 1257358 w 1315765"/>
                <a:gd name="connsiteY6" fmla="*/ 2460805 h 3860822"/>
                <a:gd name="connsiteX7" fmla="*/ 1200208 w 1315765"/>
                <a:gd name="connsiteY7" fmla="*/ 2956105 h 3860822"/>
                <a:gd name="connsiteX8" fmla="*/ 1190684 w 1315765"/>
                <a:gd name="connsiteY8" fmla="*/ 3413306 h 3860822"/>
                <a:gd name="connsiteX9" fmla="*/ 1209729 w 1315765"/>
                <a:gd name="connsiteY9" fmla="*/ 3641905 h 3860822"/>
                <a:gd name="connsiteX10" fmla="*/ 808439 w 1315765"/>
                <a:gd name="connsiteY10" fmla="*/ 3782605 h 3860822"/>
                <a:gd name="connsiteX11" fmla="*/ 474 w 1315765"/>
                <a:gd name="connsiteY11" fmla="*/ 1996152 h 3860822"/>
                <a:gd name="connsiteX0" fmla="*/ 474 w 1363430"/>
                <a:gd name="connsiteY0" fmla="*/ 1996152 h 3860822"/>
                <a:gd name="connsiteX1" fmla="*/ 808439 w 1363430"/>
                <a:gd name="connsiteY1" fmla="*/ 76349 h 3860822"/>
                <a:gd name="connsiteX2" fmla="*/ 1152584 w 1363430"/>
                <a:gd name="connsiteY2" fmla="*/ 451031 h 3860822"/>
                <a:gd name="connsiteX3" fmla="*/ 1209730 w 1363430"/>
                <a:gd name="connsiteY3" fmla="*/ 908230 h 3860822"/>
                <a:gd name="connsiteX4" fmla="*/ 1257354 w 1363430"/>
                <a:gd name="connsiteY4" fmla="*/ 1413055 h 3860822"/>
                <a:gd name="connsiteX5" fmla="*/ 1254456 w 1363430"/>
                <a:gd name="connsiteY5" fmla="*/ 1929477 h 3860822"/>
                <a:gd name="connsiteX6" fmla="*/ 1257358 w 1363430"/>
                <a:gd name="connsiteY6" fmla="*/ 2460805 h 3860822"/>
                <a:gd name="connsiteX7" fmla="*/ 1200208 w 1363430"/>
                <a:gd name="connsiteY7" fmla="*/ 2956105 h 3860822"/>
                <a:gd name="connsiteX8" fmla="*/ 1190684 w 1363430"/>
                <a:gd name="connsiteY8" fmla="*/ 3413306 h 3860822"/>
                <a:gd name="connsiteX9" fmla="*/ 1209729 w 1363430"/>
                <a:gd name="connsiteY9" fmla="*/ 3641905 h 3860822"/>
                <a:gd name="connsiteX10" fmla="*/ 808439 w 1363430"/>
                <a:gd name="connsiteY10" fmla="*/ 3782605 h 3860822"/>
                <a:gd name="connsiteX11" fmla="*/ 474 w 1363430"/>
                <a:gd name="connsiteY11" fmla="*/ 1996152 h 3860822"/>
                <a:gd name="connsiteX0" fmla="*/ 474 w 1367515"/>
                <a:gd name="connsiteY0" fmla="*/ 1996152 h 3860822"/>
                <a:gd name="connsiteX1" fmla="*/ 808439 w 1367515"/>
                <a:gd name="connsiteY1" fmla="*/ 76349 h 3860822"/>
                <a:gd name="connsiteX2" fmla="*/ 1152584 w 1367515"/>
                <a:gd name="connsiteY2" fmla="*/ 451031 h 3860822"/>
                <a:gd name="connsiteX3" fmla="*/ 1209730 w 1367515"/>
                <a:gd name="connsiteY3" fmla="*/ 908230 h 3860822"/>
                <a:gd name="connsiteX4" fmla="*/ 1257354 w 1367515"/>
                <a:gd name="connsiteY4" fmla="*/ 1413055 h 3860822"/>
                <a:gd name="connsiteX5" fmla="*/ 1254456 w 1367515"/>
                <a:gd name="connsiteY5" fmla="*/ 1929477 h 3860822"/>
                <a:gd name="connsiteX6" fmla="*/ 1257358 w 1367515"/>
                <a:gd name="connsiteY6" fmla="*/ 2460805 h 3860822"/>
                <a:gd name="connsiteX7" fmla="*/ 1200208 w 1367515"/>
                <a:gd name="connsiteY7" fmla="*/ 2956105 h 3860822"/>
                <a:gd name="connsiteX8" fmla="*/ 1190684 w 1367515"/>
                <a:gd name="connsiteY8" fmla="*/ 3413306 h 3860822"/>
                <a:gd name="connsiteX9" fmla="*/ 1209729 w 1367515"/>
                <a:gd name="connsiteY9" fmla="*/ 3641905 h 3860822"/>
                <a:gd name="connsiteX10" fmla="*/ 808439 w 1367515"/>
                <a:gd name="connsiteY10" fmla="*/ 3782605 h 3860822"/>
                <a:gd name="connsiteX11" fmla="*/ 474 w 1367515"/>
                <a:gd name="connsiteY11" fmla="*/ 1996152 h 3860822"/>
                <a:gd name="connsiteX0" fmla="*/ 474 w 1367515"/>
                <a:gd name="connsiteY0" fmla="*/ 1996152 h 3860822"/>
                <a:gd name="connsiteX1" fmla="*/ 808439 w 1367515"/>
                <a:gd name="connsiteY1" fmla="*/ 76349 h 3860822"/>
                <a:gd name="connsiteX2" fmla="*/ 1152584 w 1367515"/>
                <a:gd name="connsiteY2" fmla="*/ 451031 h 3860822"/>
                <a:gd name="connsiteX3" fmla="*/ 1209730 w 1367515"/>
                <a:gd name="connsiteY3" fmla="*/ 908230 h 3860822"/>
                <a:gd name="connsiteX4" fmla="*/ 1257354 w 1367515"/>
                <a:gd name="connsiteY4" fmla="*/ 1413055 h 3860822"/>
                <a:gd name="connsiteX5" fmla="*/ 1254456 w 1367515"/>
                <a:gd name="connsiteY5" fmla="*/ 1929477 h 3860822"/>
                <a:gd name="connsiteX6" fmla="*/ 1257358 w 1367515"/>
                <a:gd name="connsiteY6" fmla="*/ 2460805 h 3860822"/>
                <a:gd name="connsiteX7" fmla="*/ 1200208 w 1367515"/>
                <a:gd name="connsiteY7" fmla="*/ 2956105 h 3860822"/>
                <a:gd name="connsiteX8" fmla="*/ 1190684 w 1367515"/>
                <a:gd name="connsiteY8" fmla="*/ 3413306 h 3860822"/>
                <a:gd name="connsiteX9" fmla="*/ 1209729 w 1367515"/>
                <a:gd name="connsiteY9" fmla="*/ 3641905 h 3860822"/>
                <a:gd name="connsiteX10" fmla="*/ 808439 w 1367515"/>
                <a:gd name="connsiteY10" fmla="*/ 3782605 h 3860822"/>
                <a:gd name="connsiteX11" fmla="*/ 474 w 1367515"/>
                <a:gd name="connsiteY11" fmla="*/ 1996152 h 3860822"/>
                <a:gd name="connsiteX0" fmla="*/ 474 w 1367515"/>
                <a:gd name="connsiteY0" fmla="*/ 1996152 h 3860822"/>
                <a:gd name="connsiteX1" fmla="*/ 808439 w 1367515"/>
                <a:gd name="connsiteY1" fmla="*/ 76349 h 3860822"/>
                <a:gd name="connsiteX2" fmla="*/ 1152584 w 1367515"/>
                <a:gd name="connsiteY2" fmla="*/ 451031 h 3860822"/>
                <a:gd name="connsiteX3" fmla="*/ 1209730 w 1367515"/>
                <a:gd name="connsiteY3" fmla="*/ 908230 h 3860822"/>
                <a:gd name="connsiteX4" fmla="*/ 1257354 w 1367515"/>
                <a:gd name="connsiteY4" fmla="*/ 1413055 h 3860822"/>
                <a:gd name="connsiteX5" fmla="*/ 1254456 w 1367515"/>
                <a:gd name="connsiteY5" fmla="*/ 1929477 h 3860822"/>
                <a:gd name="connsiteX6" fmla="*/ 1257358 w 1367515"/>
                <a:gd name="connsiteY6" fmla="*/ 2460805 h 3860822"/>
                <a:gd name="connsiteX7" fmla="*/ 1200208 w 1367515"/>
                <a:gd name="connsiteY7" fmla="*/ 2956105 h 3860822"/>
                <a:gd name="connsiteX8" fmla="*/ 1190684 w 1367515"/>
                <a:gd name="connsiteY8" fmla="*/ 3413306 h 3860822"/>
                <a:gd name="connsiteX9" fmla="*/ 1209729 w 1367515"/>
                <a:gd name="connsiteY9" fmla="*/ 3641905 h 3860822"/>
                <a:gd name="connsiteX10" fmla="*/ 808439 w 1367515"/>
                <a:gd name="connsiteY10" fmla="*/ 3782605 h 3860822"/>
                <a:gd name="connsiteX11" fmla="*/ 474 w 1367515"/>
                <a:gd name="connsiteY11" fmla="*/ 1996152 h 3860822"/>
                <a:gd name="connsiteX0" fmla="*/ 474 w 1367515"/>
                <a:gd name="connsiteY0" fmla="*/ 1996152 h 3860822"/>
                <a:gd name="connsiteX1" fmla="*/ 808439 w 1367515"/>
                <a:gd name="connsiteY1" fmla="*/ 76349 h 3860822"/>
                <a:gd name="connsiteX2" fmla="*/ 1152584 w 1367515"/>
                <a:gd name="connsiteY2" fmla="*/ 451031 h 3860822"/>
                <a:gd name="connsiteX3" fmla="*/ 1209730 w 1367515"/>
                <a:gd name="connsiteY3" fmla="*/ 908230 h 3860822"/>
                <a:gd name="connsiteX4" fmla="*/ 1257354 w 1367515"/>
                <a:gd name="connsiteY4" fmla="*/ 1413055 h 3860822"/>
                <a:gd name="connsiteX5" fmla="*/ 1254456 w 1367515"/>
                <a:gd name="connsiteY5" fmla="*/ 1929477 h 3860822"/>
                <a:gd name="connsiteX6" fmla="*/ 1257358 w 1367515"/>
                <a:gd name="connsiteY6" fmla="*/ 2460805 h 3860822"/>
                <a:gd name="connsiteX7" fmla="*/ 1200208 w 1367515"/>
                <a:gd name="connsiteY7" fmla="*/ 2956105 h 3860822"/>
                <a:gd name="connsiteX8" fmla="*/ 1190684 w 1367515"/>
                <a:gd name="connsiteY8" fmla="*/ 3413306 h 3860822"/>
                <a:gd name="connsiteX9" fmla="*/ 1209729 w 1367515"/>
                <a:gd name="connsiteY9" fmla="*/ 3641905 h 3860822"/>
                <a:gd name="connsiteX10" fmla="*/ 808439 w 1367515"/>
                <a:gd name="connsiteY10" fmla="*/ 3782605 h 3860822"/>
                <a:gd name="connsiteX11" fmla="*/ 474 w 1367515"/>
                <a:gd name="connsiteY11" fmla="*/ 1996152 h 3860822"/>
                <a:gd name="connsiteX0" fmla="*/ 424 w 1367465"/>
                <a:gd name="connsiteY0" fmla="*/ 1996152 h 3848143"/>
                <a:gd name="connsiteX1" fmla="*/ 808389 w 1367465"/>
                <a:gd name="connsiteY1" fmla="*/ 76349 h 3848143"/>
                <a:gd name="connsiteX2" fmla="*/ 1152534 w 1367465"/>
                <a:gd name="connsiteY2" fmla="*/ 451031 h 3848143"/>
                <a:gd name="connsiteX3" fmla="*/ 1209680 w 1367465"/>
                <a:gd name="connsiteY3" fmla="*/ 908230 h 3848143"/>
                <a:gd name="connsiteX4" fmla="*/ 1257304 w 1367465"/>
                <a:gd name="connsiteY4" fmla="*/ 1413055 h 3848143"/>
                <a:gd name="connsiteX5" fmla="*/ 1254406 w 1367465"/>
                <a:gd name="connsiteY5" fmla="*/ 1929477 h 3848143"/>
                <a:gd name="connsiteX6" fmla="*/ 1257308 w 1367465"/>
                <a:gd name="connsiteY6" fmla="*/ 2460805 h 3848143"/>
                <a:gd name="connsiteX7" fmla="*/ 1200158 w 1367465"/>
                <a:gd name="connsiteY7" fmla="*/ 2956105 h 3848143"/>
                <a:gd name="connsiteX8" fmla="*/ 1190634 w 1367465"/>
                <a:gd name="connsiteY8" fmla="*/ 3413306 h 3848143"/>
                <a:gd name="connsiteX9" fmla="*/ 808389 w 1367465"/>
                <a:gd name="connsiteY9" fmla="*/ 3782605 h 3848143"/>
                <a:gd name="connsiteX10" fmla="*/ 424 w 1367465"/>
                <a:gd name="connsiteY10" fmla="*/ 1996152 h 3848143"/>
                <a:gd name="connsiteX0" fmla="*/ 424 w 1367465"/>
                <a:gd name="connsiteY0" fmla="*/ 1996152 h 3868037"/>
                <a:gd name="connsiteX1" fmla="*/ 808389 w 1367465"/>
                <a:gd name="connsiteY1" fmla="*/ 76349 h 3868037"/>
                <a:gd name="connsiteX2" fmla="*/ 1152534 w 1367465"/>
                <a:gd name="connsiteY2" fmla="*/ 451031 h 3868037"/>
                <a:gd name="connsiteX3" fmla="*/ 1209680 w 1367465"/>
                <a:gd name="connsiteY3" fmla="*/ 908230 h 3868037"/>
                <a:gd name="connsiteX4" fmla="*/ 1257304 w 1367465"/>
                <a:gd name="connsiteY4" fmla="*/ 1413055 h 3868037"/>
                <a:gd name="connsiteX5" fmla="*/ 1254406 w 1367465"/>
                <a:gd name="connsiteY5" fmla="*/ 1929477 h 3868037"/>
                <a:gd name="connsiteX6" fmla="*/ 1257308 w 1367465"/>
                <a:gd name="connsiteY6" fmla="*/ 2460805 h 3868037"/>
                <a:gd name="connsiteX7" fmla="*/ 1200158 w 1367465"/>
                <a:gd name="connsiteY7" fmla="*/ 2956105 h 3868037"/>
                <a:gd name="connsiteX8" fmla="*/ 1190634 w 1367465"/>
                <a:gd name="connsiteY8" fmla="*/ 3413306 h 3868037"/>
                <a:gd name="connsiteX9" fmla="*/ 808389 w 1367465"/>
                <a:gd name="connsiteY9" fmla="*/ 3782605 h 3868037"/>
                <a:gd name="connsiteX10" fmla="*/ 424 w 1367465"/>
                <a:gd name="connsiteY10" fmla="*/ 1996152 h 3868037"/>
                <a:gd name="connsiteX0" fmla="*/ 488 w 1367529"/>
                <a:gd name="connsiteY0" fmla="*/ 1996152 h 3848027"/>
                <a:gd name="connsiteX1" fmla="*/ 808453 w 1367529"/>
                <a:gd name="connsiteY1" fmla="*/ 76349 h 3848027"/>
                <a:gd name="connsiteX2" fmla="*/ 1152598 w 1367529"/>
                <a:gd name="connsiteY2" fmla="*/ 451031 h 3848027"/>
                <a:gd name="connsiteX3" fmla="*/ 1209744 w 1367529"/>
                <a:gd name="connsiteY3" fmla="*/ 908230 h 3848027"/>
                <a:gd name="connsiteX4" fmla="*/ 1257368 w 1367529"/>
                <a:gd name="connsiteY4" fmla="*/ 1413055 h 3848027"/>
                <a:gd name="connsiteX5" fmla="*/ 1254470 w 1367529"/>
                <a:gd name="connsiteY5" fmla="*/ 1929477 h 3848027"/>
                <a:gd name="connsiteX6" fmla="*/ 1257372 w 1367529"/>
                <a:gd name="connsiteY6" fmla="*/ 2460805 h 3848027"/>
                <a:gd name="connsiteX7" fmla="*/ 1200222 w 1367529"/>
                <a:gd name="connsiteY7" fmla="*/ 2956105 h 3848027"/>
                <a:gd name="connsiteX8" fmla="*/ 1190698 w 1367529"/>
                <a:gd name="connsiteY8" fmla="*/ 3413306 h 3848027"/>
                <a:gd name="connsiteX9" fmla="*/ 808453 w 1367529"/>
                <a:gd name="connsiteY9" fmla="*/ 3782605 h 3848027"/>
                <a:gd name="connsiteX10" fmla="*/ 488 w 1367529"/>
                <a:gd name="connsiteY10" fmla="*/ 1996152 h 3848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67529" h="3848027">
                  <a:moveTo>
                    <a:pt x="488" y="1996152"/>
                  </a:moveTo>
                  <a:cubicBezTo>
                    <a:pt x="19538" y="686948"/>
                    <a:pt x="502138" y="295769"/>
                    <a:pt x="808453" y="76349"/>
                  </a:cubicBezTo>
                  <a:cubicBezTo>
                    <a:pt x="1114768" y="-143071"/>
                    <a:pt x="1295266" y="150459"/>
                    <a:pt x="1152598" y="451031"/>
                  </a:cubicBezTo>
                  <a:cubicBezTo>
                    <a:pt x="1343305" y="694453"/>
                    <a:pt x="1181169" y="749480"/>
                    <a:pt x="1209744" y="908230"/>
                  </a:cubicBezTo>
                  <a:cubicBezTo>
                    <a:pt x="1428819" y="1143180"/>
                    <a:pt x="1237214" y="1247610"/>
                    <a:pt x="1257368" y="1413055"/>
                  </a:cubicBezTo>
                  <a:cubicBezTo>
                    <a:pt x="1506125" y="1788050"/>
                    <a:pt x="1256057" y="1840577"/>
                    <a:pt x="1254470" y="1929477"/>
                  </a:cubicBezTo>
                  <a:cubicBezTo>
                    <a:pt x="1452911" y="2161252"/>
                    <a:pt x="1287051" y="2289700"/>
                    <a:pt x="1257372" y="2460805"/>
                  </a:cubicBezTo>
                  <a:cubicBezTo>
                    <a:pt x="1418196" y="2784310"/>
                    <a:pt x="1227209" y="2797355"/>
                    <a:pt x="1200222" y="2956105"/>
                  </a:cubicBezTo>
                  <a:cubicBezTo>
                    <a:pt x="1335163" y="3191055"/>
                    <a:pt x="1255993" y="3275556"/>
                    <a:pt x="1190698" y="3413306"/>
                  </a:cubicBezTo>
                  <a:cubicBezTo>
                    <a:pt x="1268278" y="3722506"/>
                    <a:pt x="1092546" y="3971172"/>
                    <a:pt x="808453" y="3782605"/>
                  </a:cubicBezTo>
                  <a:cubicBezTo>
                    <a:pt x="524360" y="3594038"/>
                    <a:pt x="-18562" y="3305356"/>
                    <a:pt x="488" y="1996152"/>
                  </a:cubicBezTo>
                  <a:close/>
                </a:path>
              </a:pathLst>
            </a:custGeom>
            <a:solidFill>
              <a:srgbClr val="4472C4">
                <a:lumMod val="20000"/>
                <a:lumOff val="80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1CBDCE4-184E-5020-DC40-E1F809594C75}"/>
                </a:ext>
              </a:extLst>
            </p:cNvPr>
            <p:cNvSpPr/>
            <p:nvPr/>
          </p:nvSpPr>
          <p:spPr>
            <a:xfrm>
              <a:off x="595808" y="1251211"/>
              <a:ext cx="1737869" cy="551258"/>
            </a:xfrm>
            <a:prstGeom prst="rect">
              <a:avLst/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Arc 66">
              <a:extLst>
                <a:ext uri="{FF2B5EF4-FFF2-40B4-BE49-F238E27FC236}">
                  <a16:creationId xmlns:a16="http://schemas.microsoft.com/office/drawing/2014/main" id="{E9C72E04-EC1A-AA21-3A0F-100AFA4D0938}"/>
                </a:ext>
              </a:extLst>
            </p:cNvPr>
            <p:cNvSpPr/>
            <p:nvPr/>
          </p:nvSpPr>
          <p:spPr>
            <a:xfrm rot="17991103">
              <a:off x="496809" y="375186"/>
              <a:ext cx="1877277" cy="1980687"/>
            </a:xfrm>
            <a:prstGeom prst="arc">
              <a:avLst>
                <a:gd name="adj1" fmla="val 12779785"/>
                <a:gd name="adj2" fmla="val 5154223"/>
              </a:avLst>
            </a:prstGeom>
            <a:solidFill>
              <a:srgbClr val="4472C4">
                <a:lumMod val="20000"/>
                <a:lumOff val="80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Oval 12">
              <a:extLst>
                <a:ext uri="{FF2B5EF4-FFF2-40B4-BE49-F238E27FC236}">
                  <a16:creationId xmlns:a16="http://schemas.microsoft.com/office/drawing/2014/main" id="{C00243F0-BDCF-6E88-B9E3-4FA3BE302A44}"/>
                </a:ext>
              </a:extLst>
            </p:cNvPr>
            <p:cNvSpPr/>
            <p:nvPr/>
          </p:nvSpPr>
          <p:spPr>
            <a:xfrm rot="557351">
              <a:off x="1248035" y="427261"/>
              <a:ext cx="627380" cy="196079"/>
            </a:xfrm>
            <a:custGeom>
              <a:avLst/>
              <a:gdLst>
                <a:gd name="connsiteX0" fmla="*/ 0 w 1107147"/>
                <a:gd name="connsiteY0" fmla="*/ 267556 h 535111"/>
                <a:gd name="connsiteX1" fmla="*/ 553574 w 1107147"/>
                <a:gd name="connsiteY1" fmla="*/ 0 h 535111"/>
                <a:gd name="connsiteX2" fmla="*/ 1107148 w 1107147"/>
                <a:gd name="connsiteY2" fmla="*/ 267556 h 535111"/>
                <a:gd name="connsiteX3" fmla="*/ 553574 w 1107147"/>
                <a:gd name="connsiteY3" fmla="*/ 535112 h 535111"/>
                <a:gd name="connsiteX4" fmla="*/ 0 w 1107147"/>
                <a:gd name="connsiteY4" fmla="*/ 267556 h 535111"/>
                <a:gd name="connsiteX0" fmla="*/ 0 w 1122536"/>
                <a:gd name="connsiteY0" fmla="*/ 33445 h 301001"/>
                <a:gd name="connsiteX1" fmla="*/ 1107148 w 1122536"/>
                <a:gd name="connsiteY1" fmla="*/ 33445 h 301001"/>
                <a:gd name="connsiteX2" fmla="*/ 553574 w 1122536"/>
                <a:gd name="connsiteY2" fmla="*/ 301001 h 301001"/>
                <a:gd name="connsiteX3" fmla="*/ 0 w 1122536"/>
                <a:gd name="connsiteY3" fmla="*/ 33445 h 301001"/>
                <a:gd name="connsiteX0" fmla="*/ 0 w 1122536"/>
                <a:gd name="connsiteY0" fmla="*/ 83278 h 350834"/>
                <a:gd name="connsiteX1" fmla="*/ 1107148 w 1122536"/>
                <a:gd name="connsiteY1" fmla="*/ 83278 h 350834"/>
                <a:gd name="connsiteX2" fmla="*/ 553574 w 1122536"/>
                <a:gd name="connsiteY2" fmla="*/ 350834 h 350834"/>
                <a:gd name="connsiteX3" fmla="*/ 0 w 1122536"/>
                <a:gd name="connsiteY3" fmla="*/ 83278 h 350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2536" h="350834">
                  <a:moveTo>
                    <a:pt x="0" y="83278"/>
                  </a:moveTo>
                  <a:cubicBezTo>
                    <a:pt x="92262" y="38685"/>
                    <a:pt x="792884" y="-79429"/>
                    <a:pt x="1107148" y="83278"/>
                  </a:cubicBezTo>
                  <a:cubicBezTo>
                    <a:pt x="1199410" y="127871"/>
                    <a:pt x="859304" y="350834"/>
                    <a:pt x="553574" y="350834"/>
                  </a:cubicBezTo>
                  <a:cubicBezTo>
                    <a:pt x="247844" y="350834"/>
                    <a:pt x="0" y="231045"/>
                    <a:pt x="0" y="83278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40000"/>
                    <a:lumOff val="60000"/>
                  </a:srgbClr>
                </a:gs>
              </a:gsLst>
              <a:lin ang="6600000" scaled="0"/>
            </a:gra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0ED6B058-8C34-04BC-B13C-E2B3C0E1A3B4}"/>
                </a:ext>
              </a:extLst>
            </p:cNvPr>
            <p:cNvSpPr/>
            <p:nvPr/>
          </p:nvSpPr>
          <p:spPr>
            <a:xfrm rot="728066">
              <a:off x="1124852" y="548230"/>
              <a:ext cx="268682" cy="140405"/>
            </a:xfrm>
            <a:prstGeom prst="ellipse">
              <a:avLst/>
            </a:pr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40000"/>
                    <a:lumOff val="60000"/>
                  </a:srgbClr>
                </a:gs>
              </a:gsLst>
              <a:lin ang="20400000" scaled="0"/>
            </a:gra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97F995A-5258-29A8-AA41-B7322E0E51EC}"/>
                </a:ext>
              </a:extLst>
            </p:cNvPr>
            <p:cNvSpPr/>
            <p:nvPr/>
          </p:nvSpPr>
          <p:spPr>
            <a:xfrm rot="728066">
              <a:off x="1710093" y="757561"/>
              <a:ext cx="268682" cy="140405"/>
            </a:xfrm>
            <a:prstGeom prst="ellipse">
              <a:avLst/>
            </a:pr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9000">
                  <a:srgbClr val="4472C4">
                    <a:lumMod val="40000"/>
                    <a:lumOff val="60000"/>
                  </a:srgbClr>
                </a:gs>
              </a:gsLst>
              <a:lin ang="15600000" scaled="0"/>
            </a:gra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Arc 70">
              <a:extLst>
                <a:ext uri="{FF2B5EF4-FFF2-40B4-BE49-F238E27FC236}">
                  <a16:creationId xmlns:a16="http://schemas.microsoft.com/office/drawing/2014/main" id="{8045B558-BD82-9A5A-805C-EB4E15ECAE22}"/>
                </a:ext>
              </a:extLst>
            </p:cNvPr>
            <p:cNvSpPr/>
            <p:nvPr/>
          </p:nvSpPr>
          <p:spPr>
            <a:xfrm rot="8937356">
              <a:off x="1309643" y="1478517"/>
              <a:ext cx="265799" cy="265799"/>
            </a:xfrm>
            <a:prstGeom prst="arc">
              <a:avLst>
                <a:gd name="adj1" fmla="val 11899495"/>
                <a:gd name="adj2" fmla="val 2401956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3CD71597-F65B-EC63-0220-FFE36172044E}"/>
                </a:ext>
              </a:extLst>
            </p:cNvPr>
            <p:cNvSpPr/>
            <p:nvPr/>
          </p:nvSpPr>
          <p:spPr>
            <a:xfrm>
              <a:off x="845478" y="1189858"/>
              <a:ext cx="301411" cy="301411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555C0F2-1934-81FD-4F68-960878B06F13}"/>
                </a:ext>
              </a:extLst>
            </p:cNvPr>
            <p:cNvSpPr/>
            <p:nvPr/>
          </p:nvSpPr>
          <p:spPr>
            <a:xfrm>
              <a:off x="993682" y="1349606"/>
              <a:ext cx="109105" cy="109105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49D8438A-117A-EBEF-D899-5B8FD6432E57}"/>
                </a:ext>
              </a:extLst>
            </p:cNvPr>
            <p:cNvSpPr/>
            <p:nvPr/>
          </p:nvSpPr>
          <p:spPr>
            <a:xfrm>
              <a:off x="1708326" y="1189858"/>
              <a:ext cx="301411" cy="301411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C421EC4-A712-0A97-6F6C-180763103602}"/>
                </a:ext>
              </a:extLst>
            </p:cNvPr>
            <p:cNvSpPr/>
            <p:nvPr/>
          </p:nvSpPr>
          <p:spPr>
            <a:xfrm>
              <a:off x="1767840" y="1357334"/>
              <a:ext cx="109105" cy="109105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0ABF518-C72A-8C94-602F-CA5D01356A43}"/>
                </a:ext>
              </a:extLst>
            </p:cNvPr>
            <p:cNvSpPr/>
            <p:nvPr/>
          </p:nvSpPr>
          <p:spPr>
            <a:xfrm>
              <a:off x="607015" y="1529990"/>
              <a:ext cx="268682" cy="140405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F4AB1C4-C5D8-5029-B73D-710D2AEEBCB6}"/>
                </a:ext>
              </a:extLst>
            </p:cNvPr>
            <p:cNvSpPr/>
            <p:nvPr/>
          </p:nvSpPr>
          <p:spPr>
            <a:xfrm>
              <a:off x="2007956" y="1530271"/>
              <a:ext cx="268682" cy="140405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092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7CA1862-96C9-A273-0F24-75C4F7460F8B}"/>
              </a:ext>
            </a:extLst>
          </p:cNvPr>
          <p:cNvGrpSpPr/>
          <p:nvPr/>
        </p:nvGrpSpPr>
        <p:grpSpPr>
          <a:xfrm>
            <a:off x="181226" y="429866"/>
            <a:ext cx="3548534" cy="6110812"/>
            <a:chOff x="3030450" y="284501"/>
            <a:chExt cx="3548534" cy="6110812"/>
          </a:xfrm>
        </p:grpSpPr>
        <p:sp>
          <p:nvSpPr>
            <p:cNvPr id="3" name="Rectangle 9">
              <a:extLst>
                <a:ext uri="{FF2B5EF4-FFF2-40B4-BE49-F238E27FC236}">
                  <a16:creationId xmlns:a16="http://schemas.microsoft.com/office/drawing/2014/main" id="{EA7C8545-7C8D-960E-E7BF-57B063FB061F}"/>
                </a:ext>
              </a:extLst>
            </p:cNvPr>
            <p:cNvSpPr/>
            <p:nvPr/>
          </p:nvSpPr>
          <p:spPr>
            <a:xfrm rot="2111050">
              <a:off x="4281022" y="5427319"/>
              <a:ext cx="700037" cy="899842"/>
            </a:xfrm>
            <a:custGeom>
              <a:avLst/>
              <a:gdLst>
                <a:gd name="connsiteX0" fmla="*/ 0 w 280117"/>
                <a:gd name="connsiteY0" fmla="*/ 0 h 821915"/>
                <a:gd name="connsiteX1" fmla="*/ 280117 w 280117"/>
                <a:gd name="connsiteY1" fmla="*/ 0 h 821915"/>
                <a:gd name="connsiteX2" fmla="*/ 280117 w 280117"/>
                <a:gd name="connsiteY2" fmla="*/ 821915 h 821915"/>
                <a:gd name="connsiteX3" fmla="*/ 0 w 280117"/>
                <a:gd name="connsiteY3" fmla="*/ 821915 h 821915"/>
                <a:gd name="connsiteX4" fmla="*/ 0 w 280117"/>
                <a:gd name="connsiteY4" fmla="*/ 0 h 821915"/>
                <a:gd name="connsiteX0" fmla="*/ 0 w 648379"/>
                <a:gd name="connsiteY0" fmla="*/ 0 h 821915"/>
                <a:gd name="connsiteX1" fmla="*/ 280117 w 648379"/>
                <a:gd name="connsiteY1" fmla="*/ 0 h 821915"/>
                <a:gd name="connsiteX2" fmla="*/ 648379 w 648379"/>
                <a:gd name="connsiteY2" fmla="*/ 807024 h 821915"/>
                <a:gd name="connsiteX3" fmla="*/ 0 w 648379"/>
                <a:gd name="connsiteY3" fmla="*/ 821915 h 821915"/>
                <a:gd name="connsiteX4" fmla="*/ 0 w 648379"/>
                <a:gd name="connsiteY4" fmla="*/ 0 h 821915"/>
                <a:gd name="connsiteX0" fmla="*/ 0 w 648379"/>
                <a:gd name="connsiteY0" fmla="*/ 0 h 821915"/>
                <a:gd name="connsiteX1" fmla="*/ 280117 w 648379"/>
                <a:gd name="connsiteY1" fmla="*/ 0 h 821915"/>
                <a:gd name="connsiteX2" fmla="*/ 648379 w 648379"/>
                <a:gd name="connsiteY2" fmla="*/ 807024 h 821915"/>
                <a:gd name="connsiteX3" fmla="*/ 300316 w 648379"/>
                <a:gd name="connsiteY3" fmla="*/ 775390 h 821915"/>
                <a:gd name="connsiteX4" fmla="*/ 0 w 648379"/>
                <a:gd name="connsiteY4" fmla="*/ 821915 h 821915"/>
                <a:gd name="connsiteX5" fmla="*/ 0 w 648379"/>
                <a:gd name="connsiteY5" fmla="*/ 0 h 821915"/>
                <a:gd name="connsiteX0" fmla="*/ 0 w 648379"/>
                <a:gd name="connsiteY0" fmla="*/ 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0 w 648379"/>
                <a:gd name="connsiteY5" fmla="*/ 0 h 891839"/>
                <a:gd name="connsiteX0" fmla="*/ 0 w 648379"/>
                <a:gd name="connsiteY0" fmla="*/ 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0 w 648379"/>
                <a:gd name="connsiteY5" fmla="*/ 0 h 891839"/>
                <a:gd name="connsiteX0" fmla="*/ 134075 w 648379"/>
                <a:gd name="connsiteY0" fmla="*/ 7446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134075 w 648379"/>
                <a:gd name="connsiteY5" fmla="*/ 74460 h 891839"/>
                <a:gd name="connsiteX0" fmla="*/ 32035 w 648379"/>
                <a:gd name="connsiteY0" fmla="*/ 12377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32035 w 648379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9842"/>
                <a:gd name="connsiteX1" fmla="*/ 331775 w 700037"/>
                <a:gd name="connsiteY1" fmla="*/ 0 h 899842"/>
                <a:gd name="connsiteX2" fmla="*/ 700037 w 700037"/>
                <a:gd name="connsiteY2" fmla="*/ 807024 h 899842"/>
                <a:gd name="connsiteX3" fmla="*/ 351974 w 700037"/>
                <a:gd name="connsiteY3" fmla="*/ 775390 h 899842"/>
                <a:gd name="connsiteX4" fmla="*/ 51658 w 700037"/>
                <a:gd name="connsiteY4" fmla="*/ 821915 h 899842"/>
                <a:gd name="connsiteX5" fmla="*/ 83693 w 700037"/>
                <a:gd name="connsiteY5" fmla="*/ 12377 h 899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037" h="899842">
                  <a:moveTo>
                    <a:pt x="83693" y="12377"/>
                  </a:moveTo>
                  <a:lnTo>
                    <a:pt x="331775" y="0"/>
                  </a:lnTo>
                  <a:cubicBezTo>
                    <a:pt x="454529" y="269008"/>
                    <a:pt x="616207" y="510574"/>
                    <a:pt x="700037" y="807024"/>
                  </a:cubicBezTo>
                  <a:cubicBezTo>
                    <a:pt x="601844" y="838296"/>
                    <a:pt x="485027" y="1016723"/>
                    <a:pt x="351974" y="775390"/>
                  </a:cubicBezTo>
                  <a:cubicBezTo>
                    <a:pt x="255898" y="945389"/>
                    <a:pt x="146470" y="856755"/>
                    <a:pt x="51658" y="821915"/>
                  </a:cubicBezTo>
                  <a:cubicBezTo>
                    <a:pt x="-76585" y="545123"/>
                    <a:pt x="73015" y="282223"/>
                    <a:pt x="83693" y="12377"/>
                  </a:cubicBezTo>
                  <a:close/>
                </a:path>
              </a:pathLst>
            </a:custGeom>
            <a:solidFill>
              <a:srgbClr val="D42F1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9">
              <a:extLst>
                <a:ext uri="{FF2B5EF4-FFF2-40B4-BE49-F238E27FC236}">
                  <a16:creationId xmlns:a16="http://schemas.microsoft.com/office/drawing/2014/main" id="{7E47BC17-15E6-9E5A-EF81-3EB60254EBAD}"/>
                </a:ext>
              </a:extLst>
            </p:cNvPr>
            <p:cNvSpPr/>
            <p:nvPr/>
          </p:nvSpPr>
          <p:spPr>
            <a:xfrm rot="19488950" flipH="1">
              <a:off x="4723147" y="5428532"/>
              <a:ext cx="700037" cy="899842"/>
            </a:xfrm>
            <a:custGeom>
              <a:avLst/>
              <a:gdLst>
                <a:gd name="connsiteX0" fmla="*/ 0 w 280117"/>
                <a:gd name="connsiteY0" fmla="*/ 0 h 821915"/>
                <a:gd name="connsiteX1" fmla="*/ 280117 w 280117"/>
                <a:gd name="connsiteY1" fmla="*/ 0 h 821915"/>
                <a:gd name="connsiteX2" fmla="*/ 280117 w 280117"/>
                <a:gd name="connsiteY2" fmla="*/ 821915 h 821915"/>
                <a:gd name="connsiteX3" fmla="*/ 0 w 280117"/>
                <a:gd name="connsiteY3" fmla="*/ 821915 h 821915"/>
                <a:gd name="connsiteX4" fmla="*/ 0 w 280117"/>
                <a:gd name="connsiteY4" fmla="*/ 0 h 821915"/>
                <a:gd name="connsiteX0" fmla="*/ 0 w 648379"/>
                <a:gd name="connsiteY0" fmla="*/ 0 h 821915"/>
                <a:gd name="connsiteX1" fmla="*/ 280117 w 648379"/>
                <a:gd name="connsiteY1" fmla="*/ 0 h 821915"/>
                <a:gd name="connsiteX2" fmla="*/ 648379 w 648379"/>
                <a:gd name="connsiteY2" fmla="*/ 807024 h 821915"/>
                <a:gd name="connsiteX3" fmla="*/ 0 w 648379"/>
                <a:gd name="connsiteY3" fmla="*/ 821915 h 821915"/>
                <a:gd name="connsiteX4" fmla="*/ 0 w 648379"/>
                <a:gd name="connsiteY4" fmla="*/ 0 h 821915"/>
                <a:gd name="connsiteX0" fmla="*/ 0 w 648379"/>
                <a:gd name="connsiteY0" fmla="*/ 0 h 821915"/>
                <a:gd name="connsiteX1" fmla="*/ 280117 w 648379"/>
                <a:gd name="connsiteY1" fmla="*/ 0 h 821915"/>
                <a:gd name="connsiteX2" fmla="*/ 648379 w 648379"/>
                <a:gd name="connsiteY2" fmla="*/ 807024 h 821915"/>
                <a:gd name="connsiteX3" fmla="*/ 300316 w 648379"/>
                <a:gd name="connsiteY3" fmla="*/ 775390 h 821915"/>
                <a:gd name="connsiteX4" fmla="*/ 0 w 648379"/>
                <a:gd name="connsiteY4" fmla="*/ 821915 h 821915"/>
                <a:gd name="connsiteX5" fmla="*/ 0 w 648379"/>
                <a:gd name="connsiteY5" fmla="*/ 0 h 821915"/>
                <a:gd name="connsiteX0" fmla="*/ 0 w 648379"/>
                <a:gd name="connsiteY0" fmla="*/ 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0 w 648379"/>
                <a:gd name="connsiteY5" fmla="*/ 0 h 891839"/>
                <a:gd name="connsiteX0" fmla="*/ 0 w 648379"/>
                <a:gd name="connsiteY0" fmla="*/ 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0 w 648379"/>
                <a:gd name="connsiteY5" fmla="*/ 0 h 891839"/>
                <a:gd name="connsiteX0" fmla="*/ 134075 w 648379"/>
                <a:gd name="connsiteY0" fmla="*/ 7446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134075 w 648379"/>
                <a:gd name="connsiteY5" fmla="*/ 74460 h 891839"/>
                <a:gd name="connsiteX0" fmla="*/ 32035 w 648379"/>
                <a:gd name="connsiteY0" fmla="*/ 12377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32035 w 648379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9842"/>
                <a:gd name="connsiteX1" fmla="*/ 331775 w 700037"/>
                <a:gd name="connsiteY1" fmla="*/ 0 h 899842"/>
                <a:gd name="connsiteX2" fmla="*/ 700037 w 700037"/>
                <a:gd name="connsiteY2" fmla="*/ 807024 h 899842"/>
                <a:gd name="connsiteX3" fmla="*/ 351974 w 700037"/>
                <a:gd name="connsiteY3" fmla="*/ 775390 h 899842"/>
                <a:gd name="connsiteX4" fmla="*/ 51658 w 700037"/>
                <a:gd name="connsiteY4" fmla="*/ 821915 h 899842"/>
                <a:gd name="connsiteX5" fmla="*/ 83693 w 700037"/>
                <a:gd name="connsiteY5" fmla="*/ 12377 h 899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037" h="899842">
                  <a:moveTo>
                    <a:pt x="83693" y="12377"/>
                  </a:moveTo>
                  <a:lnTo>
                    <a:pt x="331775" y="0"/>
                  </a:lnTo>
                  <a:cubicBezTo>
                    <a:pt x="454529" y="269008"/>
                    <a:pt x="616207" y="510574"/>
                    <a:pt x="700037" y="807024"/>
                  </a:cubicBezTo>
                  <a:cubicBezTo>
                    <a:pt x="601844" y="838296"/>
                    <a:pt x="485027" y="1016723"/>
                    <a:pt x="351974" y="775390"/>
                  </a:cubicBezTo>
                  <a:cubicBezTo>
                    <a:pt x="255898" y="945389"/>
                    <a:pt x="146470" y="856755"/>
                    <a:pt x="51658" y="821915"/>
                  </a:cubicBezTo>
                  <a:cubicBezTo>
                    <a:pt x="-76585" y="545123"/>
                    <a:pt x="73015" y="282223"/>
                    <a:pt x="83693" y="12377"/>
                  </a:cubicBezTo>
                  <a:close/>
                </a:path>
              </a:pathLst>
            </a:custGeom>
            <a:solidFill>
              <a:srgbClr val="D42F1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Oval 12">
              <a:extLst>
                <a:ext uri="{FF2B5EF4-FFF2-40B4-BE49-F238E27FC236}">
                  <a16:creationId xmlns:a16="http://schemas.microsoft.com/office/drawing/2014/main" id="{6943AA80-E914-B293-EDF4-286873D2E8A5}"/>
                </a:ext>
              </a:extLst>
            </p:cNvPr>
            <p:cNvSpPr/>
            <p:nvPr/>
          </p:nvSpPr>
          <p:spPr>
            <a:xfrm>
              <a:off x="4610101" y="5517390"/>
              <a:ext cx="504826" cy="877923"/>
            </a:xfrm>
            <a:custGeom>
              <a:avLst/>
              <a:gdLst>
                <a:gd name="connsiteX0" fmla="*/ 0 w 504825"/>
                <a:gd name="connsiteY0" fmla="*/ 438803 h 877606"/>
                <a:gd name="connsiteX1" fmla="*/ 252413 w 504825"/>
                <a:gd name="connsiteY1" fmla="*/ 0 h 877606"/>
                <a:gd name="connsiteX2" fmla="*/ 504826 w 504825"/>
                <a:gd name="connsiteY2" fmla="*/ 438803 h 877606"/>
                <a:gd name="connsiteX3" fmla="*/ 252413 w 504825"/>
                <a:gd name="connsiteY3" fmla="*/ 877606 h 877606"/>
                <a:gd name="connsiteX4" fmla="*/ 0 w 504825"/>
                <a:gd name="connsiteY4" fmla="*/ 438803 h 877606"/>
                <a:gd name="connsiteX0" fmla="*/ 0 w 504826"/>
                <a:gd name="connsiteY0" fmla="*/ 438803 h 877606"/>
                <a:gd name="connsiteX1" fmla="*/ 252413 w 504826"/>
                <a:gd name="connsiteY1" fmla="*/ 0 h 877606"/>
                <a:gd name="connsiteX2" fmla="*/ 504826 w 504826"/>
                <a:gd name="connsiteY2" fmla="*/ 438803 h 877606"/>
                <a:gd name="connsiteX3" fmla="*/ 252413 w 504826"/>
                <a:gd name="connsiteY3" fmla="*/ 877606 h 877606"/>
                <a:gd name="connsiteX4" fmla="*/ 0 w 504826"/>
                <a:gd name="connsiteY4" fmla="*/ 438803 h 877606"/>
                <a:gd name="connsiteX0" fmla="*/ 0 w 504826"/>
                <a:gd name="connsiteY0" fmla="*/ 438803 h 877923"/>
                <a:gd name="connsiteX1" fmla="*/ 252413 w 504826"/>
                <a:gd name="connsiteY1" fmla="*/ 0 h 877923"/>
                <a:gd name="connsiteX2" fmla="*/ 504826 w 504826"/>
                <a:gd name="connsiteY2" fmla="*/ 438803 h 877923"/>
                <a:gd name="connsiteX3" fmla="*/ 252413 w 504826"/>
                <a:gd name="connsiteY3" fmla="*/ 877606 h 877923"/>
                <a:gd name="connsiteX4" fmla="*/ 0 w 504826"/>
                <a:gd name="connsiteY4" fmla="*/ 438803 h 877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26" h="877923">
                  <a:moveTo>
                    <a:pt x="0" y="438803"/>
                  </a:moveTo>
                  <a:cubicBezTo>
                    <a:pt x="0" y="196459"/>
                    <a:pt x="193971" y="0"/>
                    <a:pt x="252413" y="0"/>
                  </a:cubicBezTo>
                  <a:cubicBezTo>
                    <a:pt x="310855" y="0"/>
                    <a:pt x="504826" y="196459"/>
                    <a:pt x="504826" y="438803"/>
                  </a:cubicBezTo>
                  <a:cubicBezTo>
                    <a:pt x="504826" y="681147"/>
                    <a:pt x="472780" y="868081"/>
                    <a:pt x="252413" y="877606"/>
                  </a:cubicBezTo>
                  <a:cubicBezTo>
                    <a:pt x="32046" y="887131"/>
                    <a:pt x="0" y="681147"/>
                    <a:pt x="0" y="438803"/>
                  </a:cubicBezTo>
                  <a:close/>
                </a:path>
              </a:pathLst>
            </a:custGeom>
            <a:solidFill>
              <a:srgbClr val="D42F1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FBE2397-6CFF-6255-0D2B-67A49B0EF74A}"/>
                </a:ext>
              </a:extLst>
            </p:cNvPr>
            <p:cNvGrpSpPr/>
            <p:nvPr/>
          </p:nvGrpSpPr>
          <p:grpSpPr>
            <a:xfrm>
              <a:off x="3698921" y="284501"/>
              <a:ext cx="885734" cy="2680406"/>
              <a:chOff x="3698921" y="284501"/>
              <a:chExt cx="885734" cy="2680406"/>
            </a:xfrm>
          </p:grpSpPr>
          <p:sp>
            <p:nvSpPr>
              <p:cNvPr id="32" name="Rectangle: Rounded Corners 14">
                <a:extLst>
                  <a:ext uri="{FF2B5EF4-FFF2-40B4-BE49-F238E27FC236}">
                    <a16:creationId xmlns:a16="http://schemas.microsoft.com/office/drawing/2014/main" id="{6F7CA8B9-DB83-77F0-D0A0-8569BBA6F60A}"/>
                  </a:ext>
                </a:extLst>
              </p:cNvPr>
              <p:cNvSpPr/>
              <p:nvPr/>
            </p:nvSpPr>
            <p:spPr>
              <a:xfrm rot="20842153">
                <a:off x="3800213" y="1784926"/>
                <a:ext cx="428780" cy="794497"/>
              </a:xfrm>
              <a:custGeom>
                <a:avLst/>
                <a:gdLst>
                  <a:gd name="connsiteX0" fmla="*/ 0 w 230816"/>
                  <a:gd name="connsiteY0" fmla="*/ 38470 h 703687"/>
                  <a:gd name="connsiteX1" fmla="*/ 38470 w 230816"/>
                  <a:gd name="connsiteY1" fmla="*/ 0 h 703687"/>
                  <a:gd name="connsiteX2" fmla="*/ 192346 w 230816"/>
                  <a:gd name="connsiteY2" fmla="*/ 0 h 703687"/>
                  <a:gd name="connsiteX3" fmla="*/ 230816 w 230816"/>
                  <a:gd name="connsiteY3" fmla="*/ 38470 h 703687"/>
                  <a:gd name="connsiteX4" fmla="*/ 230816 w 230816"/>
                  <a:gd name="connsiteY4" fmla="*/ 665217 h 703687"/>
                  <a:gd name="connsiteX5" fmla="*/ 192346 w 230816"/>
                  <a:gd name="connsiteY5" fmla="*/ 703687 h 703687"/>
                  <a:gd name="connsiteX6" fmla="*/ 38470 w 230816"/>
                  <a:gd name="connsiteY6" fmla="*/ 703687 h 703687"/>
                  <a:gd name="connsiteX7" fmla="*/ 0 w 230816"/>
                  <a:gd name="connsiteY7" fmla="*/ 665217 h 703687"/>
                  <a:gd name="connsiteX8" fmla="*/ 0 w 230816"/>
                  <a:gd name="connsiteY8" fmla="*/ 38470 h 703687"/>
                  <a:gd name="connsiteX0" fmla="*/ 92730 w 323546"/>
                  <a:gd name="connsiteY0" fmla="*/ 38470 h 703687"/>
                  <a:gd name="connsiteX1" fmla="*/ 131200 w 323546"/>
                  <a:gd name="connsiteY1" fmla="*/ 0 h 703687"/>
                  <a:gd name="connsiteX2" fmla="*/ 285076 w 323546"/>
                  <a:gd name="connsiteY2" fmla="*/ 0 h 703687"/>
                  <a:gd name="connsiteX3" fmla="*/ 323546 w 323546"/>
                  <a:gd name="connsiteY3" fmla="*/ 38470 h 703687"/>
                  <a:gd name="connsiteX4" fmla="*/ 323546 w 323546"/>
                  <a:gd name="connsiteY4" fmla="*/ 665217 h 703687"/>
                  <a:gd name="connsiteX5" fmla="*/ 285076 w 323546"/>
                  <a:gd name="connsiteY5" fmla="*/ 703687 h 703687"/>
                  <a:gd name="connsiteX6" fmla="*/ 131200 w 323546"/>
                  <a:gd name="connsiteY6" fmla="*/ 703687 h 703687"/>
                  <a:gd name="connsiteX7" fmla="*/ 92730 w 323546"/>
                  <a:gd name="connsiteY7" fmla="*/ 665217 h 703687"/>
                  <a:gd name="connsiteX8" fmla="*/ 92730 w 323546"/>
                  <a:gd name="connsiteY8" fmla="*/ 38470 h 703687"/>
                  <a:gd name="connsiteX0" fmla="*/ 110464 w 341280"/>
                  <a:gd name="connsiteY0" fmla="*/ 38470 h 703687"/>
                  <a:gd name="connsiteX1" fmla="*/ 148934 w 341280"/>
                  <a:gd name="connsiteY1" fmla="*/ 0 h 703687"/>
                  <a:gd name="connsiteX2" fmla="*/ 302810 w 341280"/>
                  <a:gd name="connsiteY2" fmla="*/ 0 h 703687"/>
                  <a:gd name="connsiteX3" fmla="*/ 341280 w 341280"/>
                  <a:gd name="connsiteY3" fmla="*/ 38470 h 703687"/>
                  <a:gd name="connsiteX4" fmla="*/ 341280 w 341280"/>
                  <a:gd name="connsiteY4" fmla="*/ 665217 h 703687"/>
                  <a:gd name="connsiteX5" fmla="*/ 302810 w 341280"/>
                  <a:gd name="connsiteY5" fmla="*/ 703687 h 703687"/>
                  <a:gd name="connsiteX6" fmla="*/ 148934 w 341280"/>
                  <a:gd name="connsiteY6" fmla="*/ 703687 h 703687"/>
                  <a:gd name="connsiteX7" fmla="*/ 110464 w 341280"/>
                  <a:gd name="connsiteY7" fmla="*/ 665217 h 703687"/>
                  <a:gd name="connsiteX8" fmla="*/ 110464 w 341280"/>
                  <a:gd name="connsiteY8" fmla="*/ 38470 h 703687"/>
                  <a:gd name="connsiteX0" fmla="*/ 110464 w 420951"/>
                  <a:gd name="connsiteY0" fmla="*/ 38470 h 703687"/>
                  <a:gd name="connsiteX1" fmla="*/ 148934 w 420951"/>
                  <a:gd name="connsiteY1" fmla="*/ 0 h 703687"/>
                  <a:gd name="connsiteX2" fmla="*/ 302810 w 420951"/>
                  <a:gd name="connsiteY2" fmla="*/ 0 h 703687"/>
                  <a:gd name="connsiteX3" fmla="*/ 341280 w 420951"/>
                  <a:gd name="connsiteY3" fmla="*/ 38470 h 703687"/>
                  <a:gd name="connsiteX4" fmla="*/ 341280 w 420951"/>
                  <a:gd name="connsiteY4" fmla="*/ 665217 h 703687"/>
                  <a:gd name="connsiteX5" fmla="*/ 302810 w 420951"/>
                  <a:gd name="connsiteY5" fmla="*/ 703687 h 703687"/>
                  <a:gd name="connsiteX6" fmla="*/ 148934 w 420951"/>
                  <a:gd name="connsiteY6" fmla="*/ 703687 h 703687"/>
                  <a:gd name="connsiteX7" fmla="*/ 110464 w 420951"/>
                  <a:gd name="connsiteY7" fmla="*/ 665217 h 703687"/>
                  <a:gd name="connsiteX8" fmla="*/ 110464 w 420951"/>
                  <a:gd name="connsiteY8" fmla="*/ 38470 h 703687"/>
                  <a:gd name="connsiteX0" fmla="*/ 110464 w 428780"/>
                  <a:gd name="connsiteY0" fmla="*/ 38470 h 703687"/>
                  <a:gd name="connsiteX1" fmla="*/ 148934 w 428780"/>
                  <a:gd name="connsiteY1" fmla="*/ 0 h 703687"/>
                  <a:gd name="connsiteX2" fmla="*/ 302810 w 428780"/>
                  <a:gd name="connsiteY2" fmla="*/ 0 h 703687"/>
                  <a:gd name="connsiteX3" fmla="*/ 341280 w 428780"/>
                  <a:gd name="connsiteY3" fmla="*/ 38470 h 703687"/>
                  <a:gd name="connsiteX4" fmla="*/ 341280 w 428780"/>
                  <a:gd name="connsiteY4" fmla="*/ 665217 h 703687"/>
                  <a:gd name="connsiteX5" fmla="*/ 302810 w 428780"/>
                  <a:gd name="connsiteY5" fmla="*/ 703687 h 703687"/>
                  <a:gd name="connsiteX6" fmla="*/ 148934 w 428780"/>
                  <a:gd name="connsiteY6" fmla="*/ 703687 h 703687"/>
                  <a:gd name="connsiteX7" fmla="*/ 110464 w 428780"/>
                  <a:gd name="connsiteY7" fmla="*/ 665217 h 703687"/>
                  <a:gd name="connsiteX8" fmla="*/ 110464 w 428780"/>
                  <a:gd name="connsiteY8" fmla="*/ 38470 h 70368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02810 w 428780"/>
                  <a:gd name="connsiteY2" fmla="*/ 90810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39450 w 428780"/>
                  <a:gd name="connsiteY2" fmla="*/ 14424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8780" h="794497">
                    <a:moveTo>
                      <a:pt x="110464" y="129280"/>
                    </a:moveTo>
                    <a:cubicBezTo>
                      <a:pt x="110464" y="108034"/>
                      <a:pt x="187082" y="0"/>
                      <a:pt x="208328" y="0"/>
                    </a:cubicBezTo>
                    <a:lnTo>
                      <a:pt x="339450" y="14424"/>
                    </a:lnTo>
                    <a:cubicBezTo>
                      <a:pt x="360696" y="14424"/>
                      <a:pt x="341280" y="108034"/>
                      <a:pt x="341280" y="129280"/>
                    </a:cubicBezTo>
                    <a:cubicBezTo>
                      <a:pt x="520540" y="235202"/>
                      <a:pt x="374188" y="632575"/>
                      <a:pt x="341280" y="756027"/>
                    </a:cubicBezTo>
                    <a:cubicBezTo>
                      <a:pt x="341280" y="777273"/>
                      <a:pt x="324056" y="794497"/>
                      <a:pt x="302810" y="794497"/>
                    </a:cubicBezTo>
                    <a:lnTo>
                      <a:pt x="148934" y="794497"/>
                    </a:lnTo>
                    <a:cubicBezTo>
                      <a:pt x="127688" y="794497"/>
                      <a:pt x="110464" y="777273"/>
                      <a:pt x="110464" y="756027"/>
                    </a:cubicBezTo>
                    <a:cubicBezTo>
                      <a:pt x="39961" y="687491"/>
                      <a:pt x="-98180" y="310964"/>
                      <a:pt x="110464" y="129280"/>
                    </a:cubicBezTo>
                    <a:close/>
                  </a:path>
                </a:pathLst>
              </a:custGeom>
              <a:solidFill>
                <a:srgbClr val="F3381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Rectangle: Rounded Corners 14">
                <a:extLst>
                  <a:ext uri="{FF2B5EF4-FFF2-40B4-BE49-F238E27FC236}">
                    <a16:creationId xmlns:a16="http://schemas.microsoft.com/office/drawing/2014/main" id="{4F158B8B-C2A7-30BC-563A-86C103115A08}"/>
                  </a:ext>
                </a:extLst>
              </p:cNvPr>
              <p:cNvSpPr/>
              <p:nvPr/>
            </p:nvSpPr>
            <p:spPr>
              <a:xfrm rot="20842153">
                <a:off x="3992833" y="2294449"/>
                <a:ext cx="436300" cy="670458"/>
              </a:xfrm>
              <a:custGeom>
                <a:avLst/>
                <a:gdLst>
                  <a:gd name="connsiteX0" fmla="*/ 0 w 230816"/>
                  <a:gd name="connsiteY0" fmla="*/ 38470 h 703687"/>
                  <a:gd name="connsiteX1" fmla="*/ 38470 w 230816"/>
                  <a:gd name="connsiteY1" fmla="*/ 0 h 703687"/>
                  <a:gd name="connsiteX2" fmla="*/ 192346 w 230816"/>
                  <a:gd name="connsiteY2" fmla="*/ 0 h 703687"/>
                  <a:gd name="connsiteX3" fmla="*/ 230816 w 230816"/>
                  <a:gd name="connsiteY3" fmla="*/ 38470 h 703687"/>
                  <a:gd name="connsiteX4" fmla="*/ 230816 w 230816"/>
                  <a:gd name="connsiteY4" fmla="*/ 665217 h 703687"/>
                  <a:gd name="connsiteX5" fmla="*/ 192346 w 230816"/>
                  <a:gd name="connsiteY5" fmla="*/ 703687 h 703687"/>
                  <a:gd name="connsiteX6" fmla="*/ 38470 w 230816"/>
                  <a:gd name="connsiteY6" fmla="*/ 703687 h 703687"/>
                  <a:gd name="connsiteX7" fmla="*/ 0 w 230816"/>
                  <a:gd name="connsiteY7" fmla="*/ 665217 h 703687"/>
                  <a:gd name="connsiteX8" fmla="*/ 0 w 230816"/>
                  <a:gd name="connsiteY8" fmla="*/ 38470 h 703687"/>
                  <a:gd name="connsiteX0" fmla="*/ 92730 w 323546"/>
                  <a:gd name="connsiteY0" fmla="*/ 38470 h 703687"/>
                  <a:gd name="connsiteX1" fmla="*/ 131200 w 323546"/>
                  <a:gd name="connsiteY1" fmla="*/ 0 h 703687"/>
                  <a:gd name="connsiteX2" fmla="*/ 285076 w 323546"/>
                  <a:gd name="connsiteY2" fmla="*/ 0 h 703687"/>
                  <a:gd name="connsiteX3" fmla="*/ 323546 w 323546"/>
                  <a:gd name="connsiteY3" fmla="*/ 38470 h 703687"/>
                  <a:gd name="connsiteX4" fmla="*/ 323546 w 323546"/>
                  <a:gd name="connsiteY4" fmla="*/ 665217 h 703687"/>
                  <a:gd name="connsiteX5" fmla="*/ 285076 w 323546"/>
                  <a:gd name="connsiteY5" fmla="*/ 703687 h 703687"/>
                  <a:gd name="connsiteX6" fmla="*/ 131200 w 323546"/>
                  <a:gd name="connsiteY6" fmla="*/ 703687 h 703687"/>
                  <a:gd name="connsiteX7" fmla="*/ 92730 w 323546"/>
                  <a:gd name="connsiteY7" fmla="*/ 665217 h 703687"/>
                  <a:gd name="connsiteX8" fmla="*/ 92730 w 323546"/>
                  <a:gd name="connsiteY8" fmla="*/ 38470 h 703687"/>
                  <a:gd name="connsiteX0" fmla="*/ 110464 w 341280"/>
                  <a:gd name="connsiteY0" fmla="*/ 38470 h 703687"/>
                  <a:gd name="connsiteX1" fmla="*/ 148934 w 341280"/>
                  <a:gd name="connsiteY1" fmla="*/ 0 h 703687"/>
                  <a:gd name="connsiteX2" fmla="*/ 302810 w 341280"/>
                  <a:gd name="connsiteY2" fmla="*/ 0 h 703687"/>
                  <a:gd name="connsiteX3" fmla="*/ 341280 w 341280"/>
                  <a:gd name="connsiteY3" fmla="*/ 38470 h 703687"/>
                  <a:gd name="connsiteX4" fmla="*/ 341280 w 341280"/>
                  <a:gd name="connsiteY4" fmla="*/ 665217 h 703687"/>
                  <a:gd name="connsiteX5" fmla="*/ 302810 w 341280"/>
                  <a:gd name="connsiteY5" fmla="*/ 703687 h 703687"/>
                  <a:gd name="connsiteX6" fmla="*/ 148934 w 341280"/>
                  <a:gd name="connsiteY6" fmla="*/ 703687 h 703687"/>
                  <a:gd name="connsiteX7" fmla="*/ 110464 w 341280"/>
                  <a:gd name="connsiteY7" fmla="*/ 665217 h 703687"/>
                  <a:gd name="connsiteX8" fmla="*/ 110464 w 341280"/>
                  <a:gd name="connsiteY8" fmla="*/ 38470 h 703687"/>
                  <a:gd name="connsiteX0" fmla="*/ 110464 w 420951"/>
                  <a:gd name="connsiteY0" fmla="*/ 38470 h 703687"/>
                  <a:gd name="connsiteX1" fmla="*/ 148934 w 420951"/>
                  <a:gd name="connsiteY1" fmla="*/ 0 h 703687"/>
                  <a:gd name="connsiteX2" fmla="*/ 302810 w 420951"/>
                  <a:gd name="connsiteY2" fmla="*/ 0 h 703687"/>
                  <a:gd name="connsiteX3" fmla="*/ 341280 w 420951"/>
                  <a:gd name="connsiteY3" fmla="*/ 38470 h 703687"/>
                  <a:gd name="connsiteX4" fmla="*/ 341280 w 420951"/>
                  <a:gd name="connsiteY4" fmla="*/ 665217 h 703687"/>
                  <a:gd name="connsiteX5" fmla="*/ 302810 w 420951"/>
                  <a:gd name="connsiteY5" fmla="*/ 703687 h 703687"/>
                  <a:gd name="connsiteX6" fmla="*/ 148934 w 420951"/>
                  <a:gd name="connsiteY6" fmla="*/ 703687 h 703687"/>
                  <a:gd name="connsiteX7" fmla="*/ 110464 w 420951"/>
                  <a:gd name="connsiteY7" fmla="*/ 665217 h 703687"/>
                  <a:gd name="connsiteX8" fmla="*/ 110464 w 420951"/>
                  <a:gd name="connsiteY8" fmla="*/ 38470 h 703687"/>
                  <a:gd name="connsiteX0" fmla="*/ 110464 w 428780"/>
                  <a:gd name="connsiteY0" fmla="*/ 38470 h 703687"/>
                  <a:gd name="connsiteX1" fmla="*/ 148934 w 428780"/>
                  <a:gd name="connsiteY1" fmla="*/ 0 h 703687"/>
                  <a:gd name="connsiteX2" fmla="*/ 302810 w 428780"/>
                  <a:gd name="connsiteY2" fmla="*/ 0 h 703687"/>
                  <a:gd name="connsiteX3" fmla="*/ 341280 w 428780"/>
                  <a:gd name="connsiteY3" fmla="*/ 38470 h 703687"/>
                  <a:gd name="connsiteX4" fmla="*/ 341280 w 428780"/>
                  <a:gd name="connsiteY4" fmla="*/ 665217 h 703687"/>
                  <a:gd name="connsiteX5" fmla="*/ 302810 w 428780"/>
                  <a:gd name="connsiteY5" fmla="*/ 703687 h 703687"/>
                  <a:gd name="connsiteX6" fmla="*/ 148934 w 428780"/>
                  <a:gd name="connsiteY6" fmla="*/ 703687 h 703687"/>
                  <a:gd name="connsiteX7" fmla="*/ 110464 w 428780"/>
                  <a:gd name="connsiteY7" fmla="*/ 665217 h 703687"/>
                  <a:gd name="connsiteX8" fmla="*/ 110464 w 428780"/>
                  <a:gd name="connsiteY8" fmla="*/ 38470 h 70368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02810 w 428780"/>
                  <a:gd name="connsiteY2" fmla="*/ 90810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39450 w 428780"/>
                  <a:gd name="connsiteY2" fmla="*/ 14424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14991 h 780208"/>
                  <a:gd name="connsiteX1" fmla="*/ 339450 w 428780"/>
                  <a:gd name="connsiteY1" fmla="*/ 135 h 780208"/>
                  <a:gd name="connsiteX2" fmla="*/ 341280 w 428780"/>
                  <a:gd name="connsiteY2" fmla="*/ 114991 h 780208"/>
                  <a:gd name="connsiteX3" fmla="*/ 341280 w 428780"/>
                  <a:gd name="connsiteY3" fmla="*/ 741738 h 780208"/>
                  <a:gd name="connsiteX4" fmla="*/ 302810 w 428780"/>
                  <a:gd name="connsiteY4" fmla="*/ 780208 h 780208"/>
                  <a:gd name="connsiteX5" fmla="*/ 148934 w 428780"/>
                  <a:gd name="connsiteY5" fmla="*/ 780208 h 780208"/>
                  <a:gd name="connsiteX6" fmla="*/ 110464 w 428780"/>
                  <a:gd name="connsiteY6" fmla="*/ 741738 h 780208"/>
                  <a:gd name="connsiteX7" fmla="*/ 110464 w 428780"/>
                  <a:gd name="connsiteY7" fmla="*/ 114991 h 780208"/>
                  <a:gd name="connsiteX0" fmla="*/ 110464 w 428780"/>
                  <a:gd name="connsiteY0" fmla="*/ 78344 h 743561"/>
                  <a:gd name="connsiteX1" fmla="*/ 341280 w 428780"/>
                  <a:gd name="connsiteY1" fmla="*/ 78344 h 743561"/>
                  <a:gd name="connsiteX2" fmla="*/ 341280 w 428780"/>
                  <a:gd name="connsiteY2" fmla="*/ 705091 h 743561"/>
                  <a:gd name="connsiteX3" fmla="*/ 302810 w 428780"/>
                  <a:gd name="connsiteY3" fmla="*/ 743561 h 743561"/>
                  <a:gd name="connsiteX4" fmla="*/ 148934 w 428780"/>
                  <a:gd name="connsiteY4" fmla="*/ 743561 h 743561"/>
                  <a:gd name="connsiteX5" fmla="*/ 110464 w 428780"/>
                  <a:gd name="connsiteY5" fmla="*/ 705091 h 743561"/>
                  <a:gd name="connsiteX6" fmla="*/ 110464 w 428780"/>
                  <a:gd name="connsiteY6" fmla="*/ 78344 h 743561"/>
                  <a:gd name="connsiteX0" fmla="*/ 110464 w 341280"/>
                  <a:gd name="connsiteY0" fmla="*/ 0 h 665217"/>
                  <a:gd name="connsiteX1" fmla="*/ 341280 w 341280"/>
                  <a:gd name="connsiteY1" fmla="*/ 626747 h 665217"/>
                  <a:gd name="connsiteX2" fmla="*/ 302810 w 341280"/>
                  <a:gd name="connsiteY2" fmla="*/ 665217 h 665217"/>
                  <a:gd name="connsiteX3" fmla="*/ 148934 w 341280"/>
                  <a:gd name="connsiteY3" fmla="*/ 665217 h 665217"/>
                  <a:gd name="connsiteX4" fmla="*/ 110464 w 341280"/>
                  <a:gd name="connsiteY4" fmla="*/ 626747 h 665217"/>
                  <a:gd name="connsiteX5" fmla="*/ 110464 w 341280"/>
                  <a:gd name="connsiteY5" fmla="*/ 0 h 665217"/>
                  <a:gd name="connsiteX0" fmla="*/ 189478 w 269447"/>
                  <a:gd name="connsiteY0" fmla="*/ 0 h 670458"/>
                  <a:gd name="connsiteX1" fmla="*/ 269447 w 269447"/>
                  <a:gd name="connsiteY1" fmla="*/ 631988 h 670458"/>
                  <a:gd name="connsiteX2" fmla="*/ 230977 w 269447"/>
                  <a:gd name="connsiteY2" fmla="*/ 670458 h 670458"/>
                  <a:gd name="connsiteX3" fmla="*/ 77101 w 269447"/>
                  <a:gd name="connsiteY3" fmla="*/ 670458 h 670458"/>
                  <a:gd name="connsiteX4" fmla="*/ 38631 w 269447"/>
                  <a:gd name="connsiteY4" fmla="*/ 631988 h 670458"/>
                  <a:gd name="connsiteX5" fmla="*/ 189478 w 269447"/>
                  <a:gd name="connsiteY5" fmla="*/ 0 h 670458"/>
                  <a:gd name="connsiteX0" fmla="*/ 273831 w 353800"/>
                  <a:gd name="connsiteY0" fmla="*/ 0 h 670458"/>
                  <a:gd name="connsiteX1" fmla="*/ 353800 w 353800"/>
                  <a:gd name="connsiteY1" fmla="*/ 631988 h 670458"/>
                  <a:gd name="connsiteX2" fmla="*/ 315330 w 353800"/>
                  <a:gd name="connsiteY2" fmla="*/ 670458 h 670458"/>
                  <a:gd name="connsiteX3" fmla="*/ 161454 w 353800"/>
                  <a:gd name="connsiteY3" fmla="*/ 670458 h 670458"/>
                  <a:gd name="connsiteX4" fmla="*/ 122984 w 353800"/>
                  <a:gd name="connsiteY4" fmla="*/ 631988 h 670458"/>
                  <a:gd name="connsiteX5" fmla="*/ 273831 w 353800"/>
                  <a:gd name="connsiteY5" fmla="*/ 0 h 670458"/>
                  <a:gd name="connsiteX0" fmla="*/ 273831 w 460362"/>
                  <a:gd name="connsiteY0" fmla="*/ 0 h 670458"/>
                  <a:gd name="connsiteX1" fmla="*/ 353800 w 460362"/>
                  <a:gd name="connsiteY1" fmla="*/ 631988 h 670458"/>
                  <a:gd name="connsiteX2" fmla="*/ 315330 w 460362"/>
                  <a:gd name="connsiteY2" fmla="*/ 670458 h 670458"/>
                  <a:gd name="connsiteX3" fmla="*/ 161454 w 460362"/>
                  <a:gd name="connsiteY3" fmla="*/ 670458 h 670458"/>
                  <a:gd name="connsiteX4" fmla="*/ 122984 w 460362"/>
                  <a:gd name="connsiteY4" fmla="*/ 631988 h 670458"/>
                  <a:gd name="connsiteX5" fmla="*/ 273831 w 460362"/>
                  <a:gd name="connsiteY5" fmla="*/ 0 h 670458"/>
                  <a:gd name="connsiteX0" fmla="*/ 273831 w 468890"/>
                  <a:gd name="connsiteY0" fmla="*/ 0 h 670458"/>
                  <a:gd name="connsiteX1" fmla="*/ 353800 w 468890"/>
                  <a:gd name="connsiteY1" fmla="*/ 631988 h 670458"/>
                  <a:gd name="connsiteX2" fmla="*/ 315330 w 468890"/>
                  <a:gd name="connsiteY2" fmla="*/ 670458 h 670458"/>
                  <a:gd name="connsiteX3" fmla="*/ 161454 w 468890"/>
                  <a:gd name="connsiteY3" fmla="*/ 670458 h 670458"/>
                  <a:gd name="connsiteX4" fmla="*/ 122984 w 468890"/>
                  <a:gd name="connsiteY4" fmla="*/ 631988 h 670458"/>
                  <a:gd name="connsiteX5" fmla="*/ 273831 w 468890"/>
                  <a:gd name="connsiteY5" fmla="*/ 0 h 670458"/>
                  <a:gd name="connsiteX0" fmla="*/ 241241 w 436300"/>
                  <a:gd name="connsiteY0" fmla="*/ 0 h 670458"/>
                  <a:gd name="connsiteX1" fmla="*/ 321210 w 436300"/>
                  <a:gd name="connsiteY1" fmla="*/ 631988 h 670458"/>
                  <a:gd name="connsiteX2" fmla="*/ 282740 w 436300"/>
                  <a:gd name="connsiteY2" fmla="*/ 670458 h 670458"/>
                  <a:gd name="connsiteX3" fmla="*/ 128864 w 436300"/>
                  <a:gd name="connsiteY3" fmla="*/ 670458 h 670458"/>
                  <a:gd name="connsiteX4" fmla="*/ 90394 w 436300"/>
                  <a:gd name="connsiteY4" fmla="*/ 631988 h 670458"/>
                  <a:gd name="connsiteX5" fmla="*/ 241241 w 436300"/>
                  <a:gd name="connsiteY5" fmla="*/ 0 h 670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6300" h="670458">
                    <a:moveTo>
                      <a:pt x="241241" y="0"/>
                    </a:moveTo>
                    <a:cubicBezTo>
                      <a:pt x="323084" y="9720"/>
                      <a:pt x="585499" y="418334"/>
                      <a:pt x="321210" y="631988"/>
                    </a:cubicBezTo>
                    <a:cubicBezTo>
                      <a:pt x="321210" y="653234"/>
                      <a:pt x="303986" y="670458"/>
                      <a:pt x="282740" y="670458"/>
                    </a:cubicBezTo>
                    <a:lnTo>
                      <a:pt x="128864" y="670458"/>
                    </a:lnTo>
                    <a:cubicBezTo>
                      <a:pt x="107618" y="670458"/>
                      <a:pt x="90394" y="653234"/>
                      <a:pt x="90394" y="631988"/>
                    </a:cubicBezTo>
                    <a:cubicBezTo>
                      <a:pt x="19891" y="563452"/>
                      <a:pt x="-130434" y="67062"/>
                      <a:pt x="241241" y="0"/>
                    </a:cubicBezTo>
                    <a:close/>
                  </a:path>
                </a:pathLst>
              </a:custGeom>
              <a:solidFill>
                <a:srgbClr val="F3381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Rectangle 13">
                <a:extLst>
                  <a:ext uri="{FF2B5EF4-FFF2-40B4-BE49-F238E27FC236}">
                    <a16:creationId xmlns:a16="http://schemas.microsoft.com/office/drawing/2014/main" id="{FD27BE0F-0A79-E52F-F460-A6564B76086D}"/>
                  </a:ext>
                </a:extLst>
              </p:cNvPr>
              <p:cNvSpPr/>
              <p:nvPr/>
            </p:nvSpPr>
            <p:spPr>
              <a:xfrm>
                <a:off x="3698921" y="284501"/>
                <a:ext cx="885734" cy="1645898"/>
              </a:xfrm>
              <a:custGeom>
                <a:avLst/>
                <a:gdLst>
                  <a:gd name="connsiteX0" fmla="*/ 0 w 266700"/>
                  <a:gd name="connsiteY0" fmla="*/ 0 h 1511300"/>
                  <a:gd name="connsiteX1" fmla="*/ 266700 w 266700"/>
                  <a:gd name="connsiteY1" fmla="*/ 0 h 1511300"/>
                  <a:gd name="connsiteX2" fmla="*/ 266700 w 266700"/>
                  <a:gd name="connsiteY2" fmla="*/ 1511300 h 1511300"/>
                  <a:gd name="connsiteX3" fmla="*/ 0 w 266700"/>
                  <a:gd name="connsiteY3" fmla="*/ 1511300 h 1511300"/>
                  <a:gd name="connsiteX4" fmla="*/ 0 w 266700"/>
                  <a:gd name="connsiteY4" fmla="*/ 0 h 1511300"/>
                  <a:gd name="connsiteX0" fmla="*/ 0 w 711200"/>
                  <a:gd name="connsiteY0" fmla="*/ 88900 h 1600200"/>
                  <a:gd name="connsiteX1" fmla="*/ 711200 w 711200"/>
                  <a:gd name="connsiteY1" fmla="*/ 0 h 1600200"/>
                  <a:gd name="connsiteX2" fmla="*/ 266700 w 711200"/>
                  <a:gd name="connsiteY2" fmla="*/ 1600200 h 1600200"/>
                  <a:gd name="connsiteX3" fmla="*/ 0 w 711200"/>
                  <a:gd name="connsiteY3" fmla="*/ 1600200 h 1600200"/>
                  <a:gd name="connsiteX4" fmla="*/ 0 w 711200"/>
                  <a:gd name="connsiteY4" fmla="*/ 88900 h 1600200"/>
                  <a:gd name="connsiteX0" fmla="*/ 0 w 723842"/>
                  <a:gd name="connsiteY0" fmla="*/ 88900 h 1600200"/>
                  <a:gd name="connsiteX1" fmla="*/ 711200 w 723842"/>
                  <a:gd name="connsiteY1" fmla="*/ 0 h 1600200"/>
                  <a:gd name="connsiteX2" fmla="*/ 266700 w 723842"/>
                  <a:gd name="connsiteY2" fmla="*/ 1600200 h 1600200"/>
                  <a:gd name="connsiteX3" fmla="*/ 0 w 723842"/>
                  <a:gd name="connsiteY3" fmla="*/ 1600200 h 1600200"/>
                  <a:gd name="connsiteX4" fmla="*/ 0 w 723842"/>
                  <a:gd name="connsiteY4" fmla="*/ 88900 h 1600200"/>
                  <a:gd name="connsiteX0" fmla="*/ 0 w 722066"/>
                  <a:gd name="connsiteY0" fmla="*/ 88900 h 1600200"/>
                  <a:gd name="connsiteX1" fmla="*/ 711200 w 722066"/>
                  <a:gd name="connsiteY1" fmla="*/ 0 h 1600200"/>
                  <a:gd name="connsiteX2" fmla="*/ 266700 w 722066"/>
                  <a:gd name="connsiteY2" fmla="*/ 1600200 h 1600200"/>
                  <a:gd name="connsiteX3" fmla="*/ 0 w 722066"/>
                  <a:gd name="connsiteY3" fmla="*/ 1600200 h 1600200"/>
                  <a:gd name="connsiteX4" fmla="*/ 0 w 722066"/>
                  <a:gd name="connsiteY4" fmla="*/ 88900 h 1600200"/>
                  <a:gd name="connsiteX0" fmla="*/ 0 w 623084"/>
                  <a:gd name="connsiteY0" fmla="*/ 120650 h 1631950"/>
                  <a:gd name="connsiteX1" fmla="*/ 609600 w 623084"/>
                  <a:gd name="connsiteY1" fmla="*/ 0 h 1631950"/>
                  <a:gd name="connsiteX2" fmla="*/ 266700 w 623084"/>
                  <a:gd name="connsiteY2" fmla="*/ 1631950 h 1631950"/>
                  <a:gd name="connsiteX3" fmla="*/ 0 w 623084"/>
                  <a:gd name="connsiteY3" fmla="*/ 1631950 h 1631950"/>
                  <a:gd name="connsiteX4" fmla="*/ 0 w 623084"/>
                  <a:gd name="connsiteY4" fmla="*/ 120650 h 1631950"/>
                  <a:gd name="connsiteX0" fmla="*/ 0 w 703427"/>
                  <a:gd name="connsiteY0" fmla="*/ 0 h 1511300"/>
                  <a:gd name="connsiteX1" fmla="*/ 692150 w 703427"/>
                  <a:gd name="connsiteY1" fmla="*/ 673100 h 1511300"/>
                  <a:gd name="connsiteX2" fmla="*/ 266700 w 703427"/>
                  <a:gd name="connsiteY2" fmla="*/ 1511300 h 1511300"/>
                  <a:gd name="connsiteX3" fmla="*/ 0 w 703427"/>
                  <a:gd name="connsiteY3" fmla="*/ 1511300 h 1511300"/>
                  <a:gd name="connsiteX4" fmla="*/ 0 w 703427"/>
                  <a:gd name="connsiteY4" fmla="*/ 0 h 1511300"/>
                  <a:gd name="connsiteX0" fmla="*/ 0 w 692150"/>
                  <a:gd name="connsiteY0" fmla="*/ 0 h 1511300"/>
                  <a:gd name="connsiteX1" fmla="*/ 692150 w 692150"/>
                  <a:gd name="connsiteY1" fmla="*/ 673100 h 1511300"/>
                  <a:gd name="connsiteX2" fmla="*/ 266700 w 692150"/>
                  <a:gd name="connsiteY2" fmla="*/ 1511300 h 1511300"/>
                  <a:gd name="connsiteX3" fmla="*/ 0 w 692150"/>
                  <a:gd name="connsiteY3" fmla="*/ 1511300 h 1511300"/>
                  <a:gd name="connsiteX4" fmla="*/ 0 w 692150"/>
                  <a:gd name="connsiteY4" fmla="*/ 0 h 1511300"/>
                  <a:gd name="connsiteX0" fmla="*/ 19050 w 692150"/>
                  <a:gd name="connsiteY0" fmla="*/ 0 h 1428750"/>
                  <a:gd name="connsiteX1" fmla="*/ 692150 w 692150"/>
                  <a:gd name="connsiteY1" fmla="*/ 590550 h 1428750"/>
                  <a:gd name="connsiteX2" fmla="*/ 266700 w 692150"/>
                  <a:gd name="connsiteY2" fmla="*/ 1428750 h 1428750"/>
                  <a:gd name="connsiteX3" fmla="*/ 0 w 692150"/>
                  <a:gd name="connsiteY3" fmla="*/ 1428750 h 1428750"/>
                  <a:gd name="connsiteX4" fmla="*/ 19050 w 692150"/>
                  <a:gd name="connsiteY4" fmla="*/ 0 h 1428750"/>
                  <a:gd name="connsiteX0" fmla="*/ 19050 w 692150"/>
                  <a:gd name="connsiteY0" fmla="*/ 212303 h 1641053"/>
                  <a:gd name="connsiteX1" fmla="*/ 692150 w 692150"/>
                  <a:gd name="connsiteY1" fmla="*/ 802853 h 1641053"/>
                  <a:gd name="connsiteX2" fmla="*/ 266700 w 692150"/>
                  <a:gd name="connsiteY2" fmla="*/ 1641053 h 1641053"/>
                  <a:gd name="connsiteX3" fmla="*/ 0 w 692150"/>
                  <a:gd name="connsiteY3" fmla="*/ 1641053 h 1641053"/>
                  <a:gd name="connsiteX4" fmla="*/ 19050 w 692150"/>
                  <a:gd name="connsiteY4" fmla="*/ 212303 h 1641053"/>
                  <a:gd name="connsiteX0" fmla="*/ 19050 w 736555"/>
                  <a:gd name="connsiteY0" fmla="*/ 217148 h 1645898"/>
                  <a:gd name="connsiteX1" fmla="*/ 692150 w 736555"/>
                  <a:gd name="connsiteY1" fmla="*/ 807698 h 1645898"/>
                  <a:gd name="connsiteX2" fmla="*/ 266700 w 736555"/>
                  <a:gd name="connsiteY2" fmla="*/ 1645898 h 1645898"/>
                  <a:gd name="connsiteX3" fmla="*/ 0 w 736555"/>
                  <a:gd name="connsiteY3" fmla="*/ 1645898 h 1645898"/>
                  <a:gd name="connsiteX4" fmla="*/ 19050 w 736555"/>
                  <a:gd name="connsiteY4" fmla="*/ 217148 h 1645898"/>
                  <a:gd name="connsiteX0" fmla="*/ 148264 w 865769"/>
                  <a:gd name="connsiteY0" fmla="*/ 217148 h 1645898"/>
                  <a:gd name="connsiteX1" fmla="*/ 821364 w 865769"/>
                  <a:gd name="connsiteY1" fmla="*/ 807698 h 1645898"/>
                  <a:gd name="connsiteX2" fmla="*/ 395914 w 865769"/>
                  <a:gd name="connsiteY2" fmla="*/ 1645898 h 1645898"/>
                  <a:gd name="connsiteX3" fmla="*/ 129214 w 865769"/>
                  <a:gd name="connsiteY3" fmla="*/ 1645898 h 1645898"/>
                  <a:gd name="connsiteX4" fmla="*/ 148264 w 865769"/>
                  <a:gd name="connsiteY4" fmla="*/ 217148 h 1645898"/>
                  <a:gd name="connsiteX0" fmla="*/ 120238 w 837743"/>
                  <a:gd name="connsiteY0" fmla="*/ 217148 h 1645898"/>
                  <a:gd name="connsiteX1" fmla="*/ 793338 w 837743"/>
                  <a:gd name="connsiteY1" fmla="*/ 807698 h 1645898"/>
                  <a:gd name="connsiteX2" fmla="*/ 367888 w 837743"/>
                  <a:gd name="connsiteY2" fmla="*/ 1645898 h 1645898"/>
                  <a:gd name="connsiteX3" fmla="*/ 139288 w 837743"/>
                  <a:gd name="connsiteY3" fmla="*/ 1645898 h 1645898"/>
                  <a:gd name="connsiteX4" fmla="*/ 120238 w 837743"/>
                  <a:gd name="connsiteY4" fmla="*/ 217148 h 1645898"/>
                  <a:gd name="connsiteX0" fmla="*/ 161887 w 879392"/>
                  <a:gd name="connsiteY0" fmla="*/ 217148 h 1645898"/>
                  <a:gd name="connsiteX1" fmla="*/ 834987 w 879392"/>
                  <a:gd name="connsiteY1" fmla="*/ 807698 h 1645898"/>
                  <a:gd name="connsiteX2" fmla="*/ 409537 w 879392"/>
                  <a:gd name="connsiteY2" fmla="*/ 1645898 h 1645898"/>
                  <a:gd name="connsiteX3" fmla="*/ 180937 w 879392"/>
                  <a:gd name="connsiteY3" fmla="*/ 1645898 h 1645898"/>
                  <a:gd name="connsiteX4" fmla="*/ 161887 w 879392"/>
                  <a:gd name="connsiteY4" fmla="*/ 217148 h 1645898"/>
                  <a:gd name="connsiteX0" fmla="*/ 168229 w 885734"/>
                  <a:gd name="connsiteY0" fmla="*/ 217148 h 1645898"/>
                  <a:gd name="connsiteX1" fmla="*/ 841329 w 885734"/>
                  <a:gd name="connsiteY1" fmla="*/ 807698 h 1645898"/>
                  <a:gd name="connsiteX2" fmla="*/ 415879 w 885734"/>
                  <a:gd name="connsiteY2" fmla="*/ 1645898 h 1645898"/>
                  <a:gd name="connsiteX3" fmla="*/ 187279 w 885734"/>
                  <a:gd name="connsiteY3" fmla="*/ 1645898 h 1645898"/>
                  <a:gd name="connsiteX4" fmla="*/ 168229 w 885734"/>
                  <a:gd name="connsiteY4" fmla="*/ 217148 h 1645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734" h="1645898">
                    <a:moveTo>
                      <a:pt x="168229" y="217148"/>
                    </a:moveTo>
                    <a:cubicBezTo>
                      <a:pt x="1167296" y="-436902"/>
                      <a:pt x="826512" y="572748"/>
                      <a:pt x="841329" y="807698"/>
                    </a:cubicBezTo>
                    <a:cubicBezTo>
                      <a:pt x="743962" y="1144248"/>
                      <a:pt x="487846" y="1360148"/>
                      <a:pt x="415879" y="1645898"/>
                    </a:cubicBezTo>
                    <a:lnTo>
                      <a:pt x="187279" y="1645898"/>
                    </a:lnTo>
                    <a:cubicBezTo>
                      <a:pt x="-111171" y="998198"/>
                      <a:pt x="-3221" y="394948"/>
                      <a:pt x="168229" y="217148"/>
                    </a:cubicBezTo>
                    <a:close/>
                  </a:path>
                </a:pathLst>
              </a:custGeom>
              <a:solidFill>
                <a:srgbClr val="F3381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4F241910-782D-8EB7-74A4-3BFABE1E1C95}"/>
                  </a:ext>
                </a:extLst>
              </p:cNvPr>
              <p:cNvSpPr/>
              <p:nvPr/>
            </p:nvSpPr>
            <p:spPr>
              <a:xfrm>
                <a:off x="4133850" y="304800"/>
                <a:ext cx="317500" cy="806450"/>
              </a:xfrm>
              <a:custGeom>
                <a:avLst/>
                <a:gdLst>
                  <a:gd name="connsiteX0" fmla="*/ 317500 w 317500"/>
                  <a:gd name="connsiteY0" fmla="*/ 0 h 806450"/>
                  <a:gd name="connsiteX1" fmla="*/ 152400 w 317500"/>
                  <a:gd name="connsiteY1" fmla="*/ 260350 h 806450"/>
                  <a:gd name="connsiteX2" fmla="*/ 38100 w 317500"/>
                  <a:gd name="connsiteY2" fmla="*/ 596900 h 806450"/>
                  <a:gd name="connsiteX3" fmla="*/ 0 w 317500"/>
                  <a:gd name="connsiteY3" fmla="*/ 806450 h 806450"/>
                  <a:gd name="connsiteX4" fmla="*/ 0 w 317500"/>
                  <a:gd name="connsiteY4" fmla="*/ 806450 h 806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500" h="806450">
                    <a:moveTo>
                      <a:pt x="317500" y="0"/>
                    </a:moveTo>
                    <a:cubicBezTo>
                      <a:pt x="258233" y="80433"/>
                      <a:pt x="198967" y="160867"/>
                      <a:pt x="152400" y="260350"/>
                    </a:cubicBezTo>
                    <a:cubicBezTo>
                      <a:pt x="105833" y="359833"/>
                      <a:pt x="63500" y="505883"/>
                      <a:pt x="38100" y="596900"/>
                    </a:cubicBezTo>
                    <a:cubicBezTo>
                      <a:pt x="12700" y="687917"/>
                      <a:pt x="0" y="806450"/>
                      <a:pt x="0" y="806450"/>
                    </a:cubicBezTo>
                    <a:lnTo>
                      <a:pt x="0" y="806450"/>
                    </a:lnTo>
                  </a:path>
                </a:pathLst>
              </a:custGeom>
              <a:solidFill>
                <a:srgbClr val="F3381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24CD50E-6328-E977-94D4-62D92F38A03D}"/>
                </a:ext>
              </a:extLst>
            </p:cNvPr>
            <p:cNvGrpSpPr/>
            <p:nvPr/>
          </p:nvGrpSpPr>
          <p:grpSpPr>
            <a:xfrm>
              <a:off x="3030450" y="3067788"/>
              <a:ext cx="1476010" cy="2304482"/>
              <a:chOff x="3030450" y="3067788"/>
              <a:chExt cx="1476010" cy="2304482"/>
            </a:xfrm>
          </p:grpSpPr>
          <p:sp>
            <p:nvSpPr>
              <p:cNvPr id="26" name="Rectangle 17">
                <a:extLst>
                  <a:ext uri="{FF2B5EF4-FFF2-40B4-BE49-F238E27FC236}">
                    <a16:creationId xmlns:a16="http://schemas.microsoft.com/office/drawing/2014/main" id="{B2288B51-CB9D-831C-708E-1C1FF2036010}"/>
                  </a:ext>
                </a:extLst>
              </p:cNvPr>
              <p:cNvSpPr/>
              <p:nvPr/>
            </p:nvSpPr>
            <p:spPr>
              <a:xfrm rot="19128687">
                <a:off x="3101942" y="3067788"/>
                <a:ext cx="1222281" cy="743314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2281" h="743314">
                    <a:moveTo>
                      <a:pt x="0" y="40891"/>
                    </a:moveTo>
                    <a:cubicBezTo>
                      <a:pt x="419275" y="197408"/>
                      <a:pt x="597553" y="-392784"/>
                      <a:pt x="1222281" y="551060"/>
                    </a:cubicBezTo>
                    <a:lnTo>
                      <a:pt x="1040383" y="743314"/>
                    </a:lnTo>
                    <a:cubicBezTo>
                      <a:pt x="658975" y="-139490"/>
                      <a:pt x="360236" y="353728"/>
                      <a:pt x="0" y="194028"/>
                    </a:cubicBezTo>
                    <a:lnTo>
                      <a:pt x="0" y="40891"/>
                    </a:lnTo>
                    <a:close/>
                  </a:path>
                </a:pathLst>
              </a:custGeom>
              <a:solidFill>
                <a:srgbClr val="D42F1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17">
                <a:extLst>
                  <a:ext uri="{FF2B5EF4-FFF2-40B4-BE49-F238E27FC236}">
                    <a16:creationId xmlns:a16="http://schemas.microsoft.com/office/drawing/2014/main" id="{ABA1E45A-D7BC-33F4-3369-804E5D0AC856}"/>
                  </a:ext>
                </a:extLst>
              </p:cNvPr>
              <p:cNvSpPr/>
              <p:nvPr/>
            </p:nvSpPr>
            <p:spPr>
              <a:xfrm rot="19128687">
                <a:off x="3030450" y="3533198"/>
                <a:ext cx="1365644" cy="854817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5644" h="854817">
                    <a:moveTo>
                      <a:pt x="0" y="102201"/>
                    </a:moveTo>
                    <a:cubicBezTo>
                      <a:pt x="116780" y="115317"/>
                      <a:pt x="617879" y="64550"/>
                      <a:pt x="851228" y="0"/>
                    </a:cubicBezTo>
                    <a:cubicBezTo>
                      <a:pt x="1078835" y="92436"/>
                      <a:pt x="842020" y="377298"/>
                      <a:pt x="1365644" y="656820"/>
                    </a:cubicBezTo>
                    <a:lnTo>
                      <a:pt x="1340731" y="854817"/>
                    </a:lnTo>
                    <a:cubicBezTo>
                      <a:pt x="964564" y="654893"/>
                      <a:pt x="836442" y="428089"/>
                      <a:pt x="769503" y="151247"/>
                    </a:cubicBezTo>
                    <a:cubicBezTo>
                      <a:pt x="540546" y="198403"/>
                      <a:pt x="117375" y="329938"/>
                      <a:pt x="1432" y="276843"/>
                    </a:cubicBezTo>
                    <a:cubicBezTo>
                      <a:pt x="955" y="218629"/>
                      <a:pt x="477" y="160415"/>
                      <a:pt x="0" y="102201"/>
                    </a:cubicBezTo>
                    <a:close/>
                  </a:path>
                </a:pathLst>
              </a:custGeom>
              <a:solidFill>
                <a:srgbClr val="D42F1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 17">
                <a:extLst>
                  <a:ext uri="{FF2B5EF4-FFF2-40B4-BE49-F238E27FC236}">
                    <a16:creationId xmlns:a16="http://schemas.microsoft.com/office/drawing/2014/main" id="{07D389EE-CB6D-B8CB-C918-17A2F590F652}"/>
                  </a:ext>
                </a:extLst>
              </p:cNvPr>
              <p:cNvSpPr/>
              <p:nvPr/>
            </p:nvSpPr>
            <p:spPr>
              <a:xfrm rot="18375819">
                <a:off x="3414999" y="3985819"/>
                <a:ext cx="1376698" cy="806225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769503 w 1365644"/>
                  <a:gd name="connsiteY3" fmla="*/ 49046 h 752616"/>
                  <a:gd name="connsiteX4" fmla="*/ 1432 w 1365644"/>
                  <a:gd name="connsiteY4" fmla="*/ 174642 h 752616"/>
                  <a:gd name="connsiteX5" fmla="*/ 0 w 1365644"/>
                  <a:gd name="connsiteY5" fmla="*/ 0 h 752616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1432 w 1365644"/>
                  <a:gd name="connsiteY3" fmla="*/ 174642 h 752616"/>
                  <a:gd name="connsiteX4" fmla="*/ 0 w 1365644"/>
                  <a:gd name="connsiteY4" fmla="*/ 0 h 752616"/>
                  <a:gd name="connsiteX0" fmla="*/ 0 w 1365644"/>
                  <a:gd name="connsiteY0" fmla="*/ 37401 h 790017"/>
                  <a:gd name="connsiteX1" fmla="*/ 1365644 w 1365644"/>
                  <a:gd name="connsiteY1" fmla="*/ 592020 h 790017"/>
                  <a:gd name="connsiteX2" fmla="*/ 1340731 w 1365644"/>
                  <a:gd name="connsiteY2" fmla="*/ 790017 h 790017"/>
                  <a:gd name="connsiteX3" fmla="*/ 1432 w 1365644"/>
                  <a:gd name="connsiteY3" fmla="*/ 212043 h 790017"/>
                  <a:gd name="connsiteX4" fmla="*/ 0 w 1365644"/>
                  <a:gd name="connsiteY4" fmla="*/ 37401 h 790017"/>
                  <a:gd name="connsiteX0" fmla="*/ 0 w 1365644"/>
                  <a:gd name="connsiteY0" fmla="*/ 50622 h 803238"/>
                  <a:gd name="connsiteX1" fmla="*/ 1365644 w 1365644"/>
                  <a:gd name="connsiteY1" fmla="*/ 605241 h 803238"/>
                  <a:gd name="connsiteX2" fmla="*/ 1340731 w 1365644"/>
                  <a:gd name="connsiteY2" fmla="*/ 803238 h 803238"/>
                  <a:gd name="connsiteX3" fmla="*/ 1432 w 1365644"/>
                  <a:gd name="connsiteY3" fmla="*/ 225264 h 803238"/>
                  <a:gd name="connsiteX4" fmla="*/ 0 w 1365644"/>
                  <a:gd name="connsiteY4" fmla="*/ 50622 h 803238"/>
                  <a:gd name="connsiteX0" fmla="*/ 0 w 1376698"/>
                  <a:gd name="connsiteY0" fmla="*/ 53924 h 770079"/>
                  <a:gd name="connsiteX1" fmla="*/ 1376698 w 1376698"/>
                  <a:gd name="connsiteY1" fmla="*/ 572082 h 770079"/>
                  <a:gd name="connsiteX2" fmla="*/ 1351785 w 1376698"/>
                  <a:gd name="connsiteY2" fmla="*/ 770079 h 770079"/>
                  <a:gd name="connsiteX3" fmla="*/ 12486 w 1376698"/>
                  <a:gd name="connsiteY3" fmla="*/ 192105 h 770079"/>
                  <a:gd name="connsiteX4" fmla="*/ 0 w 1376698"/>
                  <a:gd name="connsiteY4" fmla="*/ 53924 h 770079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67534 h 806225"/>
                  <a:gd name="connsiteX1" fmla="*/ 1376698 w 1376698"/>
                  <a:gd name="connsiteY1" fmla="*/ 585692 h 806225"/>
                  <a:gd name="connsiteX2" fmla="*/ 1321065 w 1376698"/>
                  <a:gd name="connsiteY2" fmla="*/ 806225 h 806225"/>
                  <a:gd name="connsiteX3" fmla="*/ 12486 w 1376698"/>
                  <a:gd name="connsiteY3" fmla="*/ 205715 h 806225"/>
                  <a:gd name="connsiteX4" fmla="*/ 0 w 1376698"/>
                  <a:gd name="connsiteY4" fmla="*/ 67534 h 80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6698" h="806225">
                    <a:moveTo>
                      <a:pt x="0" y="67534"/>
                    </a:moveTo>
                    <a:cubicBezTo>
                      <a:pt x="975756" y="-162987"/>
                      <a:pt x="805000" y="243199"/>
                      <a:pt x="1376698" y="585692"/>
                    </a:cubicBezTo>
                    <a:lnTo>
                      <a:pt x="1321065" y="806225"/>
                    </a:lnTo>
                    <a:cubicBezTo>
                      <a:pt x="1093696" y="742896"/>
                      <a:pt x="925733" y="-42571"/>
                      <a:pt x="12486" y="205715"/>
                    </a:cubicBezTo>
                    <a:cubicBezTo>
                      <a:pt x="12009" y="147501"/>
                      <a:pt x="477" y="125748"/>
                      <a:pt x="0" y="67534"/>
                    </a:cubicBezTo>
                    <a:close/>
                  </a:path>
                </a:pathLst>
              </a:custGeom>
              <a:solidFill>
                <a:srgbClr val="D42F1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Rectangle 17">
                <a:extLst>
                  <a:ext uri="{FF2B5EF4-FFF2-40B4-BE49-F238E27FC236}">
                    <a16:creationId xmlns:a16="http://schemas.microsoft.com/office/drawing/2014/main" id="{69D46AE1-BBB1-A309-3D84-B6314D4DA94D}"/>
                  </a:ext>
                </a:extLst>
              </p:cNvPr>
              <p:cNvSpPr/>
              <p:nvPr/>
            </p:nvSpPr>
            <p:spPr>
              <a:xfrm rot="18375819">
                <a:off x="3505559" y="4371447"/>
                <a:ext cx="1433204" cy="568442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769503 w 1365644"/>
                  <a:gd name="connsiteY3" fmla="*/ 49046 h 752616"/>
                  <a:gd name="connsiteX4" fmla="*/ 1432 w 1365644"/>
                  <a:gd name="connsiteY4" fmla="*/ 174642 h 752616"/>
                  <a:gd name="connsiteX5" fmla="*/ 0 w 1365644"/>
                  <a:gd name="connsiteY5" fmla="*/ 0 h 752616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1432 w 1365644"/>
                  <a:gd name="connsiteY3" fmla="*/ 174642 h 752616"/>
                  <a:gd name="connsiteX4" fmla="*/ 0 w 1365644"/>
                  <a:gd name="connsiteY4" fmla="*/ 0 h 752616"/>
                  <a:gd name="connsiteX0" fmla="*/ 0 w 1365644"/>
                  <a:gd name="connsiteY0" fmla="*/ 37401 h 790017"/>
                  <a:gd name="connsiteX1" fmla="*/ 1365644 w 1365644"/>
                  <a:gd name="connsiteY1" fmla="*/ 592020 h 790017"/>
                  <a:gd name="connsiteX2" fmla="*/ 1340731 w 1365644"/>
                  <a:gd name="connsiteY2" fmla="*/ 790017 h 790017"/>
                  <a:gd name="connsiteX3" fmla="*/ 1432 w 1365644"/>
                  <a:gd name="connsiteY3" fmla="*/ 212043 h 790017"/>
                  <a:gd name="connsiteX4" fmla="*/ 0 w 1365644"/>
                  <a:gd name="connsiteY4" fmla="*/ 37401 h 790017"/>
                  <a:gd name="connsiteX0" fmla="*/ 0 w 1365644"/>
                  <a:gd name="connsiteY0" fmla="*/ 50622 h 803238"/>
                  <a:gd name="connsiteX1" fmla="*/ 1365644 w 1365644"/>
                  <a:gd name="connsiteY1" fmla="*/ 605241 h 803238"/>
                  <a:gd name="connsiteX2" fmla="*/ 1340731 w 1365644"/>
                  <a:gd name="connsiteY2" fmla="*/ 803238 h 803238"/>
                  <a:gd name="connsiteX3" fmla="*/ 1432 w 1365644"/>
                  <a:gd name="connsiteY3" fmla="*/ 225264 h 803238"/>
                  <a:gd name="connsiteX4" fmla="*/ 0 w 1365644"/>
                  <a:gd name="connsiteY4" fmla="*/ 50622 h 803238"/>
                  <a:gd name="connsiteX0" fmla="*/ 0 w 1376698"/>
                  <a:gd name="connsiteY0" fmla="*/ 53924 h 770079"/>
                  <a:gd name="connsiteX1" fmla="*/ 1376698 w 1376698"/>
                  <a:gd name="connsiteY1" fmla="*/ 572082 h 770079"/>
                  <a:gd name="connsiteX2" fmla="*/ 1351785 w 1376698"/>
                  <a:gd name="connsiteY2" fmla="*/ 770079 h 770079"/>
                  <a:gd name="connsiteX3" fmla="*/ 12486 w 1376698"/>
                  <a:gd name="connsiteY3" fmla="*/ 192105 h 770079"/>
                  <a:gd name="connsiteX4" fmla="*/ 0 w 1376698"/>
                  <a:gd name="connsiteY4" fmla="*/ 53924 h 770079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67534 h 806225"/>
                  <a:gd name="connsiteX1" fmla="*/ 1376698 w 1376698"/>
                  <a:gd name="connsiteY1" fmla="*/ 585692 h 806225"/>
                  <a:gd name="connsiteX2" fmla="*/ 1321065 w 1376698"/>
                  <a:gd name="connsiteY2" fmla="*/ 806225 h 806225"/>
                  <a:gd name="connsiteX3" fmla="*/ 12486 w 1376698"/>
                  <a:gd name="connsiteY3" fmla="*/ 205715 h 806225"/>
                  <a:gd name="connsiteX4" fmla="*/ 0 w 1376698"/>
                  <a:gd name="connsiteY4" fmla="*/ 67534 h 806225"/>
                  <a:gd name="connsiteX0" fmla="*/ 0 w 1463924"/>
                  <a:gd name="connsiteY0" fmla="*/ 93194 h 831885"/>
                  <a:gd name="connsiteX1" fmla="*/ 1463924 w 1463924"/>
                  <a:gd name="connsiteY1" fmla="*/ 433957 h 831885"/>
                  <a:gd name="connsiteX2" fmla="*/ 1321065 w 1463924"/>
                  <a:gd name="connsiteY2" fmla="*/ 831885 h 831885"/>
                  <a:gd name="connsiteX3" fmla="*/ 12486 w 1463924"/>
                  <a:gd name="connsiteY3" fmla="*/ 231375 h 831885"/>
                  <a:gd name="connsiteX4" fmla="*/ 0 w 1463924"/>
                  <a:gd name="connsiteY4" fmla="*/ 93194 h 831885"/>
                  <a:gd name="connsiteX0" fmla="*/ 0 w 1433204"/>
                  <a:gd name="connsiteY0" fmla="*/ 89035 h 827726"/>
                  <a:gd name="connsiteX1" fmla="*/ 1433204 w 1433204"/>
                  <a:gd name="connsiteY1" fmla="*/ 452334 h 827726"/>
                  <a:gd name="connsiteX2" fmla="*/ 1321065 w 1433204"/>
                  <a:gd name="connsiteY2" fmla="*/ 827726 h 827726"/>
                  <a:gd name="connsiteX3" fmla="*/ 12486 w 1433204"/>
                  <a:gd name="connsiteY3" fmla="*/ 227216 h 827726"/>
                  <a:gd name="connsiteX4" fmla="*/ 0 w 1433204"/>
                  <a:gd name="connsiteY4" fmla="*/ 89035 h 827726"/>
                  <a:gd name="connsiteX0" fmla="*/ 0 w 1433204"/>
                  <a:gd name="connsiteY0" fmla="*/ 89035 h 525813"/>
                  <a:gd name="connsiteX1" fmla="*/ 1433204 w 1433204"/>
                  <a:gd name="connsiteY1" fmla="*/ 452334 h 525813"/>
                  <a:gd name="connsiteX2" fmla="*/ 1307495 w 1433204"/>
                  <a:gd name="connsiteY2" fmla="*/ 525813 h 525813"/>
                  <a:gd name="connsiteX3" fmla="*/ 12486 w 1433204"/>
                  <a:gd name="connsiteY3" fmla="*/ 227216 h 525813"/>
                  <a:gd name="connsiteX4" fmla="*/ 0 w 1433204"/>
                  <a:gd name="connsiteY4" fmla="*/ 89035 h 525813"/>
                  <a:gd name="connsiteX0" fmla="*/ 0 w 1433204"/>
                  <a:gd name="connsiteY0" fmla="*/ 89035 h 525813"/>
                  <a:gd name="connsiteX1" fmla="*/ 1433204 w 1433204"/>
                  <a:gd name="connsiteY1" fmla="*/ 452334 h 525813"/>
                  <a:gd name="connsiteX2" fmla="*/ 1307495 w 1433204"/>
                  <a:gd name="connsiteY2" fmla="*/ 525813 h 525813"/>
                  <a:gd name="connsiteX3" fmla="*/ 12486 w 1433204"/>
                  <a:gd name="connsiteY3" fmla="*/ 227216 h 525813"/>
                  <a:gd name="connsiteX4" fmla="*/ 0 w 1433204"/>
                  <a:gd name="connsiteY4" fmla="*/ 89035 h 525813"/>
                  <a:gd name="connsiteX0" fmla="*/ 0 w 1433204"/>
                  <a:gd name="connsiteY0" fmla="*/ 89035 h 568442"/>
                  <a:gd name="connsiteX1" fmla="*/ 1433204 w 1433204"/>
                  <a:gd name="connsiteY1" fmla="*/ 452334 h 568442"/>
                  <a:gd name="connsiteX2" fmla="*/ 1159209 w 1433204"/>
                  <a:gd name="connsiteY2" fmla="*/ 568442 h 568442"/>
                  <a:gd name="connsiteX3" fmla="*/ 12486 w 1433204"/>
                  <a:gd name="connsiteY3" fmla="*/ 227216 h 568442"/>
                  <a:gd name="connsiteX4" fmla="*/ 0 w 1433204"/>
                  <a:gd name="connsiteY4" fmla="*/ 89035 h 568442"/>
                  <a:gd name="connsiteX0" fmla="*/ 0 w 1433204"/>
                  <a:gd name="connsiteY0" fmla="*/ 89035 h 568442"/>
                  <a:gd name="connsiteX1" fmla="*/ 1433204 w 1433204"/>
                  <a:gd name="connsiteY1" fmla="*/ 452334 h 568442"/>
                  <a:gd name="connsiteX2" fmla="*/ 1159209 w 1433204"/>
                  <a:gd name="connsiteY2" fmla="*/ 568442 h 568442"/>
                  <a:gd name="connsiteX3" fmla="*/ 12486 w 1433204"/>
                  <a:gd name="connsiteY3" fmla="*/ 227216 h 568442"/>
                  <a:gd name="connsiteX4" fmla="*/ 0 w 1433204"/>
                  <a:gd name="connsiteY4" fmla="*/ 89035 h 568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3204" h="568442">
                    <a:moveTo>
                      <a:pt x="0" y="89035"/>
                    </a:moveTo>
                    <a:cubicBezTo>
                      <a:pt x="975756" y="-141486"/>
                      <a:pt x="861506" y="109841"/>
                      <a:pt x="1433204" y="452334"/>
                    </a:cubicBezTo>
                    <a:lnTo>
                      <a:pt x="1159209" y="568442"/>
                    </a:lnTo>
                    <a:cubicBezTo>
                      <a:pt x="986709" y="360906"/>
                      <a:pt x="925733" y="-21070"/>
                      <a:pt x="12486" y="227216"/>
                    </a:cubicBezTo>
                    <a:cubicBezTo>
                      <a:pt x="12009" y="169002"/>
                      <a:pt x="477" y="147249"/>
                      <a:pt x="0" y="89035"/>
                    </a:cubicBezTo>
                    <a:close/>
                  </a:path>
                </a:pathLst>
              </a:custGeom>
              <a:solidFill>
                <a:srgbClr val="D42F1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F269E3AE-9C92-C5CB-1FF5-3A78CD6AC6CB}"/>
                  </a:ext>
                </a:extLst>
              </p:cNvPr>
              <p:cNvSpPr/>
              <p:nvPr/>
            </p:nvSpPr>
            <p:spPr>
              <a:xfrm>
                <a:off x="3552106" y="5091284"/>
                <a:ext cx="198100" cy="198100"/>
              </a:xfrm>
              <a:prstGeom prst="ellipse">
                <a:avLst/>
              </a:prstGeom>
              <a:solidFill>
                <a:srgbClr val="D42F1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29332CB-F02A-534D-3207-5A2DD9FE370E}"/>
                  </a:ext>
                </a:extLst>
              </p:cNvPr>
              <p:cNvSpPr/>
              <p:nvPr/>
            </p:nvSpPr>
            <p:spPr>
              <a:xfrm>
                <a:off x="3362514" y="4713500"/>
                <a:ext cx="198100" cy="198100"/>
              </a:xfrm>
              <a:prstGeom prst="ellipse">
                <a:avLst/>
              </a:prstGeom>
              <a:solidFill>
                <a:srgbClr val="D42F1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5AE62A7-E33B-6EAA-F6B2-41902853AF4E}"/>
                </a:ext>
              </a:extLst>
            </p:cNvPr>
            <p:cNvGrpSpPr/>
            <p:nvPr/>
          </p:nvGrpSpPr>
          <p:grpSpPr>
            <a:xfrm flipH="1">
              <a:off x="5102974" y="3069001"/>
              <a:ext cx="1476010" cy="2304482"/>
              <a:chOff x="3030450" y="3067788"/>
              <a:chExt cx="1476010" cy="2304482"/>
            </a:xfrm>
          </p:grpSpPr>
          <p:sp>
            <p:nvSpPr>
              <p:cNvPr id="20" name="Rectangle 17">
                <a:extLst>
                  <a:ext uri="{FF2B5EF4-FFF2-40B4-BE49-F238E27FC236}">
                    <a16:creationId xmlns:a16="http://schemas.microsoft.com/office/drawing/2014/main" id="{6B4AB2F8-9BA0-866B-54DF-61609FCCF2FC}"/>
                  </a:ext>
                </a:extLst>
              </p:cNvPr>
              <p:cNvSpPr/>
              <p:nvPr/>
            </p:nvSpPr>
            <p:spPr>
              <a:xfrm rot="19128687">
                <a:off x="3101942" y="3067788"/>
                <a:ext cx="1222281" cy="743314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2281" h="743314">
                    <a:moveTo>
                      <a:pt x="0" y="40891"/>
                    </a:moveTo>
                    <a:cubicBezTo>
                      <a:pt x="419275" y="197408"/>
                      <a:pt x="597553" y="-392784"/>
                      <a:pt x="1222281" y="551060"/>
                    </a:cubicBezTo>
                    <a:lnTo>
                      <a:pt x="1040383" y="743314"/>
                    </a:lnTo>
                    <a:cubicBezTo>
                      <a:pt x="658975" y="-139490"/>
                      <a:pt x="360236" y="353728"/>
                      <a:pt x="0" y="194028"/>
                    </a:cubicBezTo>
                    <a:lnTo>
                      <a:pt x="0" y="40891"/>
                    </a:lnTo>
                    <a:close/>
                  </a:path>
                </a:pathLst>
              </a:custGeom>
              <a:solidFill>
                <a:srgbClr val="D42F1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Rectangle 17">
                <a:extLst>
                  <a:ext uri="{FF2B5EF4-FFF2-40B4-BE49-F238E27FC236}">
                    <a16:creationId xmlns:a16="http://schemas.microsoft.com/office/drawing/2014/main" id="{A7BB3C3B-4AEE-0F0F-E681-406B37791792}"/>
                  </a:ext>
                </a:extLst>
              </p:cNvPr>
              <p:cNvSpPr/>
              <p:nvPr/>
            </p:nvSpPr>
            <p:spPr>
              <a:xfrm rot="19128687">
                <a:off x="3030450" y="3533198"/>
                <a:ext cx="1365644" cy="854817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5644" h="854817">
                    <a:moveTo>
                      <a:pt x="0" y="102201"/>
                    </a:moveTo>
                    <a:cubicBezTo>
                      <a:pt x="116780" y="115317"/>
                      <a:pt x="617879" y="64550"/>
                      <a:pt x="851228" y="0"/>
                    </a:cubicBezTo>
                    <a:cubicBezTo>
                      <a:pt x="1078835" y="92436"/>
                      <a:pt x="842020" y="377298"/>
                      <a:pt x="1365644" y="656820"/>
                    </a:cubicBezTo>
                    <a:lnTo>
                      <a:pt x="1340731" y="854817"/>
                    </a:lnTo>
                    <a:cubicBezTo>
                      <a:pt x="964564" y="654893"/>
                      <a:pt x="836442" y="428089"/>
                      <a:pt x="769503" y="151247"/>
                    </a:cubicBezTo>
                    <a:cubicBezTo>
                      <a:pt x="540546" y="198403"/>
                      <a:pt x="117375" y="329938"/>
                      <a:pt x="1432" y="276843"/>
                    </a:cubicBezTo>
                    <a:cubicBezTo>
                      <a:pt x="955" y="218629"/>
                      <a:pt x="477" y="160415"/>
                      <a:pt x="0" y="102201"/>
                    </a:cubicBezTo>
                    <a:close/>
                  </a:path>
                </a:pathLst>
              </a:custGeom>
              <a:solidFill>
                <a:srgbClr val="D42F1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Rectangle 17">
                <a:extLst>
                  <a:ext uri="{FF2B5EF4-FFF2-40B4-BE49-F238E27FC236}">
                    <a16:creationId xmlns:a16="http://schemas.microsoft.com/office/drawing/2014/main" id="{E456D034-FAF1-1639-8E08-63DCB29C3E1D}"/>
                  </a:ext>
                </a:extLst>
              </p:cNvPr>
              <p:cNvSpPr/>
              <p:nvPr/>
            </p:nvSpPr>
            <p:spPr>
              <a:xfrm rot="18375819">
                <a:off x="3414999" y="3985819"/>
                <a:ext cx="1376698" cy="806225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769503 w 1365644"/>
                  <a:gd name="connsiteY3" fmla="*/ 49046 h 752616"/>
                  <a:gd name="connsiteX4" fmla="*/ 1432 w 1365644"/>
                  <a:gd name="connsiteY4" fmla="*/ 174642 h 752616"/>
                  <a:gd name="connsiteX5" fmla="*/ 0 w 1365644"/>
                  <a:gd name="connsiteY5" fmla="*/ 0 h 752616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1432 w 1365644"/>
                  <a:gd name="connsiteY3" fmla="*/ 174642 h 752616"/>
                  <a:gd name="connsiteX4" fmla="*/ 0 w 1365644"/>
                  <a:gd name="connsiteY4" fmla="*/ 0 h 752616"/>
                  <a:gd name="connsiteX0" fmla="*/ 0 w 1365644"/>
                  <a:gd name="connsiteY0" fmla="*/ 37401 h 790017"/>
                  <a:gd name="connsiteX1" fmla="*/ 1365644 w 1365644"/>
                  <a:gd name="connsiteY1" fmla="*/ 592020 h 790017"/>
                  <a:gd name="connsiteX2" fmla="*/ 1340731 w 1365644"/>
                  <a:gd name="connsiteY2" fmla="*/ 790017 h 790017"/>
                  <a:gd name="connsiteX3" fmla="*/ 1432 w 1365644"/>
                  <a:gd name="connsiteY3" fmla="*/ 212043 h 790017"/>
                  <a:gd name="connsiteX4" fmla="*/ 0 w 1365644"/>
                  <a:gd name="connsiteY4" fmla="*/ 37401 h 790017"/>
                  <a:gd name="connsiteX0" fmla="*/ 0 w 1365644"/>
                  <a:gd name="connsiteY0" fmla="*/ 50622 h 803238"/>
                  <a:gd name="connsiteX1" fmla="*/ 1365644 w 1365644"/>
                  <a:gd name="connsiteY1" fmla="*/ 605241 h 803238"/>
                  <a:gd name="connsiteX2" fmla="*/ 1340731 w 1365644"/>
                  <a:gd name="connsiteY2" fmla="*/ 803238 h 803238"/>
                  <a:gd name="connsiteX3" fmla="*/ 1432 w 1365644"/>
                  <a:gd name="connsiteY3" fmla="*/ 225264 h 803238"/>
                  <a:gd name="connsiteX4" fmla="*/ 0 w 1365644"/>
                  <a:gd name="connsiteY4" fmla="*/ 50622 h 803238"/>
                  <a:gd name="connsiteX0" fmla="*/ 0 w 1376698"/>
                  <a:gd name="connsiteY0" fmla="*/ 53924 h 770079"/>
                  <a:gd name="connsiteX1" fmla="*/ 1376698 w 1376698"/>
                  <a:gd name="connsiteY1" fmla="*/ 572082 h 770079"/>
                  <a:gd name="connsiteX2" fmla="*/ 1351785 w 1376698"/>
                  <a:gd name="connsiteY2" fmla="*/ 770079 h 770079"/>
                  <a:gd name="connsiteX3" fmla="*/ 12486 w 1376698"/>
                  <a:gd name="connsiteY3" fmla="*/ 192105 h 770079"/>
                  <a:gd name="connsiteX4" fmla="*/ 0 w 1376698"/>
                  <a:gd name="connsiteY4" fmla="*/ 53924 h 770079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67534 h 806225"/>
                  <a:gd name="connsiteX1" fmla="*/ 1376698 w 1376698"/>
                  <a:gd name="connsiteY1" fmla="*/ 585692 h 806225"/>
                  <a:gd name="connsiteX2" fmla="*/ 1321065 w 1376698"/>
                  <a:gd name="connsiteY2" fmla="*/ 806225 h 806225"/>
                  <a:gd name="connsiteX3" fmla="*/ 12486 w 1376698"/>
                  <a:gd name="connsiteY3" fmla="*/ 205715 h 806225"/>
                  <a:gd name="connsiteX4" fmla="*/ 0 w 1376698"/>
                  <a:gd name="connsiteY4" fmla="*/ 67534 h 80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6698" h="806225">
                    <a:moveTo>
                      <a:pt x="0" y="67534"/>
                    </a:moveTo>
                    <a:cubicBezTo>
                      <a:pt x="975756" y="-162987"/>
                      <a:pt x="805000" y="243199"/>
                      <a:pt x="1376698" y="585692"/>
                    </a:cubicBezTo>
                    <a:lnTo>
                      <a:pt x="1321065" y="806225"/>
                    </a:lnTo>
                    <a:cubicBezTo>
                      <a:pt x="1093696" y="742896"/>
                      <a:pt x="925733" y="-42571"/>
                      <a:pt x="12486" y="205715"/>
                    </a:cubicBezTo>
                    <a:cubicBezTo>
                      <a:pt x="12009" y="147501"/>
                      <a:pt x="477" y="125748"/>
                      <a:pt x="0" y="67534"/>
                    </a:cubicBezTo>
                    <a:close/>
                  </a:path>
                </a:pathLst>
              </a:custGeom>
              <a:solidFill>
                <a:srgbClr val="D42F1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Rectangle 17">
                <a:extLst>
                  <a:ext uri="{FF2B5EF4-FFF2-40B4-BE49-F238E27FC236}">
                    <a16:creationId xmlns:a16="http://schemas.microsoft.com/office/drawing/2014/main" id="{0ED88750-60B2-0F80-EA77-80757C7CB713}"/>
                  </a:ext>
                </a:extLst>
              </p:cNvPr>
              <p:cNvSpPr/>
              <p:nvPr/>
            </p:nvSpPr>
            <p:spPr>
              <a:xfrm rot="18375819">
                <a:off x="3505559" y="4371447"/>
                <a:ext cx="1433204" cy="568442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769503 w 1365644"/>
                  <a:gd name="connsiteY3" fmla="*/ 49046 h 752616"/>
                  <a:gd name="connsiteX4" fmla="*/ 1432 w 1365644"/>
                  <a:gd name="connsiteY4" fmla="*/ 174642 h 752616"/>
                  <a:gd name="connsiteX5" fmla="*/ 0 w 1365644"/>
                  <a:gd name="connsiteY5" fmla="*/ 0 h 752616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1432 w 1365644"/>
                  <a:gd name="connsiteY3" fmla="*/ 174642 h 752616"/>
                  <a:gd name="connsiteX4" fmla="*/ 0 w 1365644"/>
                  <a:gd name="connsiteY4" fmla="*/ 0 h 752616"/>
                  <a:gd name="connsiteX0" fmla="*/ 0 w 1365644"/>
                  <a:gd name="connsiteY0" fmla="*/ 37401 h 790017"/>
                  <a:gd name="connsiteX1" fmla="*/ 1365644 w 1365644"/>
                  <a:gd name="connsiteY1" fmla="*/ 592020 h 790017"/>
                  <a:gd name="connsiteX2" fmla="*/ 1340731 w 1365644"/>
                  <a:gd name="connsiteY2" fmla="*/ 790017 h 790017"/>
                  <a:gd name="connsiteX3" fmla="*/ 1432 w 1365644"/>
                  <a:gd name="connsiteY3" fmla="*/ 212043 h 790017"/>
                  <a:gd name="connsiteX4" fmla="*/ 0 w 1365644"/>
                  <a:gd name="connsiteY4" fmla="*/ 37401 h 790017"/>
                  <a:gd name="connsiteX0" fmla="*/ 0 w 1365644"/>
                  <a:gd name="connsiteY0" fmla="*/ 50622 h 803238"/>
                  <a:gd name="connsiteX1" fmla="*/ 1365644 w 1365644"/>
                  <a:gd name="connsiteY1" fmla="*/ 605241 h 803238"/>
                  <a:gd name="connsiteX2" fmla="*/ 1340731 w 1365644"/>
                  <a:gd name="connsiteY2" fmla="*/ 803238 h 803238"/>
                  <a:gd name="connsiteX3" fmla="*/ 1432 w 1365644"/>
                  <a:gd name="connsiteY3" fmla="*/ 225264 h 803238"/>
                  <a:gd name="connsiteX4" fmla="*/ 0 w 1365644"/>
                  <a:gd name="connsiteY4" fmla="*/ 50622 h 803238"/>
                  <a:gd name="connsiteX0" fmla="*/ 0 w 1376698"/>
                  <a:gd name="connsiteY0" fmla="*/ 53924 h 770079"/>
                  <a:gd name="connsiteX1" fmla="*/ 1376698 w 1376698"/>
                  <a:gd name="connsiteY1" fmla="*/ 572082 h 770079"/>
                  <a:gd name="connsiteX2" fmla="*/ 1351785 w 1376698"/>
                  <a:gd name="connsiteY2" fmla="*/ 770079 h 770079"/>
                  <a:gd name="connsiteX3" fmla="*/ 12486 w 1376698"/>
                  <a:gd name="connsiteY3" fmla="*/ 192105 h 770079"/>
                  <a:gd name="connsiteX4" fmla="*/ 0 w 1376698"/>
                  <a:gd name="connsiteY4" fmla="*/ 53924 h 770079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67534 h 806225"/>
                  <a:gd name="connsiteX1" fmla="*/ 1376698 w 1376698"/>
                  <a:gd name="connsiteY1" fmla="*/ 585692 h 806225"/>
                  <a:gd name="connsiteX2" fmla="*/ 1321065 w 1376698"/>
                  <a:gd name="connsiteY2" fmla="*/ 806225 h 806225"/>
                  <a:gd name="connsiteX3" fmla="*/ 12486 w 1376698"/>
                  <a:gd name="connsiteY3" fmla="*/ 205715 h 806225"/>
                  <a:gd name="connsiteX4" fmla="*/ 0 w 1376698"/>
                  <a:gd name="connsiteY4" fmla="*/ 67534 h 806225"/>
                  <a:gd name="connsiteX0" fmla="*/ 0 w 1463924"/>
                  <a:gd name="connsiteY0" fmla="*/ 93194 h 831885"/>
                  <a:gd name="connsiteX1" fmla="*/ 1463924 w 1463924"/>
                  <a:gd name="connsiteY1" fmla="*/ 433957 h 831885"/>
                  <a:gd name="connsiteX2" fmla="*/ 1321065 w 1463924"/>
                  <a:gd name="connsiteY2" fmla="*/ 831885 h 831885"/>
                  <a:gd name="connsiteX3" fmla="*/ 12486 w 1463924"/>
                  <a:gd name="connsiteY3" fmla="*/ 231375 h 831885"/>
                  <a:gd name="connsiteX4" fmla="*/ 0 w 1463924"/>
                  <a:gd name="connsiteY4" fmla="*/ 93194 h 831885"/>
                  <a:gd name="connsiteX0" fmla="*/ 0 w 1433204"/>
                  <a:gd name="connsiteY0" fmla="*/ 89035 h 827726"/>
                  <a:gd name="connsiteX1" fmla="*/ 1433204 w 1433204"/>
                  <a:gd name="connsiteY1" fmla="*/ 452334 h 827726"/>
                  <a:gd name="connsiteX2" fmla="*/ 1321065 w 1433204"/>
                  <a:gd name="connsiteY2" fmla="*/ 827726 h 827726"/>
                  <a:gd name="connsiteX3" fmla="*/ 12486 w 1433204"/>
                  <a:gd name="connsiteY3" fmla="*/ 227216 h 827726"/>
                  <a:gd name="connsiteX4" fmla="*/ 0 w 1433204"/>
                  <a:gd name="connsiteY4" fmla="*/ 89035 h 827726"/>
                  <a:gd name="connsiteX0" fmla="*/ 0 w 1433204"/>
                  <a:gd name="connsiteY0" fmla="*/ 89035 h 525813"/>
                  <a:gd name="connsiteX1" fmla="*/ 1433204 w 1433204"/>
                  <a:gd name="connsiteY1" fmla="*/ 452334 h 525813"/>
                  <a:gd name="connsiteX2" fmla="*/ 1307495 w 1433204"/>
                  <a:gd name="connsiteY2" fmla="*/ 525813 h 525813"/>
                  <a:gd name="connsiteX3" fmla="*/ 12486 w 1433204"/>
                  <a:gd name="connsiteY3" fmla="*/ 227216 h 525813"/>
                  <a:gd name="connsiteX4" fmla="*/ 0 w 1433204"/>
                  <a:gd name="connsiteY4" fmla="*/ 89035 h 525813"/>
                  <a:gd name="connsiteX0" fmla="*/ 0 w 1433204"/>
                  <a:gd name="connsiteY0" fmla="*/ 89035 h 525813"/>
                  <a:gd name="connsiteX1" fmla="*/ 1433204 w 1433204"/>
                  <a:gd name="connsiteY1" fmla="*/ 452334 h 525813"/>
                  <a:gd name="connsiteX2" fmla="*/ 1307495 w 1433204"/>
                  <a:gd name="connsiteY2" fmla="*/ 525813 h 525813"/>
                  <a:gd name="connsiteX3" fmla="*/ 12486 w 1433204"/>
                  <a:gd name="connsiteY3" fmla="*/ 227216 h 525813"/>
                  <a:gd name="connsiteX4" fmla="*/ 0 w 1433204"/>
                  <a:gd name="connsiteY4" fmla="*/ 89035 h 525813"/>
                  <a:gd name="connsiteX0" fmla="*/ 0 w 1433204"/>
                  <a:gd name="connsiteY0" fmla="*/ 89035 h 568442"/>
                  <a:gd name="connsiteX1" fmla="*/ 1433204 w 1433204"/>
                  <a:gd name="connsiteY1" fmla="*/ 452334 h 568442"/>
                  <a:gd name="connsiteX2" fmla="*/ 1159209 w 1433204"/>
                  <a:gd name="connsiteY2" fmla="*/ 568442 h 568442"/>
                  <a:gd name="connsiteX3" fmla="*/ 12486 w 1433204"/>
                  <a:gd name="connsiteY3" fmla="*/ 227216 h 568442"/>
                  <a:gd name="connsiteX4" fmla="*/ 0 w 1433204"/>
                  <a:gd name="connsiteY4" fmla="*/ 89035 h 568442"/>
                  <a:gd name="connsiteX0" fmla="*/ 0 w 1433204"/>
                  <a:gd name="connsiteY0" fmla="*/ 89035 h 568442"/>
                  <a:gd name="connsiteX1" fmla="*/ 1433204 w 1433204"/>
                  <a:gd name="connsiteY1" fmla="*/ 452334 h 568442"/>
                  <a:gd name="connsiteX2" fmla="*/ 1159209 w 1433204"/>
                  <a:gd name="connsiteY2" fmla="*/ 568442 h 568442"/>
                  <a:gd name="connsiteX3" fmla="*/ 12486 w 1433204"/>
                  <a:gd name="connsiteY3" fmla="*/ 227216 h 568442"/>
                  <a:gd name="connsiteX4" fmla="*/ 0 w 1433204"/>
                  <a:gd name="connsiteY4" fmla="*/ 89035 h 568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3204" h="568442">
                    <a:moveTo>
                      <a:pt x="0" y="89035"/>
                    </a:moveTo>
                    <a:cubicBezTo>
                      <a:pt x="975756" y="-141486"/>
                      <a:pt x="861506" y="109841"/>
                      <a:pt x="1433204" y="452334"/>
                    </a:cubicBezTo>
                    <a:lnTo>
                      <a:pt x="1159209" y="568442"/>
                    </a:lnTo>
                    <a:cubicBezTo>
                      <a:pt x="986709" y="360906"/>
                      <a:pt x="925733" y="-21070"/>
                      <a:pt x="12486" y="227216"/>
                    </a:cubicBezTo>
                    <a:cubicBezTo>
                      <a:pt x="12009" y="169002"/>
                      <a:pt x="477" y="147249"/>
                      <a:pt x="0" y="89035"/>
                    </a:cubicBezTo>
                    <a:close/>
                  </a:path>
                </a:pathLst>
              </a:custGeom>
              <a:solidFill>
                <a:srgbClr val="D42F1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93A66D-2A8F-EFDE-3688-67F09F589536}"/>
                  </a:ext>
                </a:extLst>
              </p:cNvPr>
              <p:cNvSpPr/>
              <p:nvPr/>
            </p:nvSpPr>
            <p:spPr>
              <a:xfrm>
                <a:off x="3552106" y="5091284"/>
                <a:ext cx="198100" cy="198100"/>
              </a:xfrm>
              <a:prstGeom prst="ellipse">
                <a:avLst/>
              </a:prstGeom>
              <a:solidFill>
                <a:srgbClr val="D42F1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8A162A02-662B-2233-F771-3F0C63180775}"/>
                  </a:ext>
                </a:extLst>
              </p:cNvPr>
              <p:cNvSpPr/>
              <p:nvPr/>
            </p:nvSpPr>
            <p:spPr>
              <a:xfrm>
                <a:off x="3362514" y="4713500"/>
                <a:ext cx="198100" cy="198100"/>
              </a:xfrm>
              <a:prstGeom prst="ellipse">
                <a:avLst/>
              </a:prstGeom>
              <a:solidFill>
                <a:srgbClr val="D42F1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3E010E8-4B3D-250A-F12A-A43B9E740B8D}"/>
                </a:ext>
              </a:extLst>
            </p:cNvPr>
            <p:cNvGrpSpPr/>
            <p:nvPr/>
          </p:nvGrpSpPr>
          <p:grpSpPr>
            <a:xfrm flipH="1">
              <a:off x="4950832" y="297062"/>
              <a:ext cx="885734" cy="2680406"/>
              <a:chOff x="3622480" y="324462"/>
              <a:chExt cx="885734" cy="2680406"/>
            </a:xfrm>
          </p:grpSpPr>
          <p:sp>
            <p:nvSpPr>
              <p:cNvPr id="16" name="Rectangle: Rounded Corners 14">
                <a:extLst>
                  <a:ext uri="{FF2B5EF4-FFF2-40B4-BE49-F238E27FC236}">
                    <a16:creationId xmlns:a16="http://schemas.microsoft.com/office/drawing/2014/main" id="{D01C01D0-32EB-0E4A-9BF5-2F1F3735E234}"/>
                  </a:ext>
                </a:extLst>
              </p:cNvPr>
              <p:cNvSpPr/>
              <p:nvPr/>
            </p:nvSpPr>
            <p:spPr>
              <a:xfrm rot="20842153">
                <a:off x="3723772" y="1824887"/>
                <a:ext cx="428780" cy="794497"/>
              </a:xfrm>
              <a:custGeom>
                <a:avLst/>
                <a:gdLst>
                  <a:gd name="connsiteX0" fmla="*/ 0 w 230816"/>
                  <a:gd name="connsiteY0" fmla="*/ 38470 h 703687"/>
                  <a:gd name="connsiteX1" fmla="*/ 38470 w 230816"/>
                  <a:gd name="connsiteY1" fmla="*/ 0 h 703687"/>
                  <a:gd name="connsiteX2" fmla="*/ 192346 w 230816"/>
                  <a:gd name="connsiteY2" fmla="*/ 0 h 703687"/>
                  <a:gd name="connsiteX3" fmla="*/ 230816 w 230816"/>
                  <a:gd name="connsiteY3" fmla="*/ 38470 h 703687"/>
                  <a:gd name="connsiteX4" fmla="*/ 230816 w 230816"/>
                  <a:gd name="connsiteY4" fmla="*/ 665217 h 703687"/>
                  <a:gd name="connsiteX5" fmla="*/ 192346 w 230816"/>
                  <a:gd name="connsiteY5" fmla="*/ 703687 h 703687"/>
                  <a:gd name="connsiteX6" fmla="*/ 38470 w 230816"/>
                  <a:gd name="connsiteY6" fmla="*/ 703687 h 703687"/>
                  <a:gd name="connsiteX7" fmla="*/ 0 w 230816"/>
                  <a:gd name="connsiteY7" fmla="*/ 665217 h 703687"/>
                  <a:gd name="connsiteX8" fmla="*/ 0 w 230816"/>
                  <a:gd name="connsiteY8" fmla="*/ 38470 h 703687"/>
                  <a:gd name="connsiteX0" fmla="*/ 92730 w 323546"/>
                  <a:gd name="connsiteY0" fmla="*/ 38470 h 703687"/>
                  <a:gd name="connsiteX1" fmla="*/ 131200 w 323546"/>
                  <a:gd name="connsiteY1" fmla="*/ 0 h 703687"/>
                  <a:gd name="connsiteX2" fmla="*/ 285076 w 323546"/>
                  <a:gd name="connsiteY2" fmla="*/ 0 h 703687"/>
                  <a:gd name="connsiteX3" fmla="*/ 323546 w 323546"/>
                  <a:gd name="connsiteY3" fmla="*/ 38470 h 703687"/>
                  <a:gd name="connsiteX4" fmla="*/ 323546 w 323546"/>
                  <a:gd name="connsiteY4" fmla="*/ 665217 h 703687"/>
                  <a:gd name="connsiteX5" fmla="*/ 285076 w 323546"/>
                  <a:gd name="connsiteY5" fmla="*/ 703687 h 703687"/>
                  <a:gd name="connsiteX6" fmla="*/ 131200 w 323546"/>
                  <a:gd name="connsiteY6" fmla="*/ 703687 h 703687"/>
                  <a:gd name="connsiteX7" fmla="*/ 92730 w 323546"/>
                  <a:gd name="connsiteY7" fmla="*/ 665217 h 703687"/>
                  <a:gd name="connsiteX8" fmla="*/ 92730 w 323546"/>
                  <a:gd name="connsiteY8" fmla="*/ 38470 h 703687"/>
                  <a:gd name="connsiteX0" fmla="*/ 110464 w 341280"/>
                  <a:gd name="connsiteY0" fmla="*/ 38470 h 703687"/>
                  <a:gd name="connsiteX1" fmla="*/ 148934 w 341280"/>
                  <a:gd name="connsiteY1" fmla="*/ 0 h 703687"/>
                  <a:gd name="connsiteX2" fmla="*/ 302810 w 341280"/>
                  <a:gd name="connsiteY2" fmla="*/ 0 h 703687"/>
                  <a:gd name="connsiteX3" fmla="*/ 341280 w 341280"/>
                  <a:gd name="connsiteY3" fmla="*/ 38470 h 703687"/>
                  <a:gd name="connsiteX4" fmla="*/ 341280 w 341280"/>
                  <a:gd name="connsiteY4" fmla="*/ 665217 h 703687"/>
                  <a:gd name="connsiteX5" fmla="*/ 302810 w 341280"/>
                  <a:gd name="connsiteY5" fmla="*/ 703687 h 703687"/>
                  <a:gd name="connsiteX6" fmla="*/ 148934 w 341280"/>
                  <a:gd name="connsiteY6" fmla="*/ 703687 h 703687"/>
                  <a:gd name="connsiteX7" fmla="*/ 110464 w 341280"/>
                  <a:gd name="connsiteY7" fmla="*/ 665217 h 703687"/>
                  <a:gd name="connsiteX8" fmla="*/ 110464 w 341280"/>
                  <a:gd name="connsiteY8" fmla="*/ 38470 h 703687"/>
                  <a:gd name="connsiteX0" fmla="*/ 110464 w 420951"/>
                  <a:gd name="connsiteY0" fmla="*/ 38470 h 703687"/>
                  <a:gd name="connsiteX1" fmla="*/ 148934 w 420951"/>
                  <a:gd name="connsiteY1" fmla="*/ 0 h 703687"/>
                  <a:gd name="connsiteX2" fmla="*/ 302810 w 420951"/>
                  <a:gd name="connsiteY2" fmla="*/ 0 h 703687"/>
                  <a:gd name="connsiteX3" fmla="*/ 341280 w 420951"/>
                  <a:gd name="connsiteY3" fmla="*/ 38470 h 703687"/>
                  <a:gd name="connsiteX4" fmla="*/ 341280 w 420951"/>
                  <a:gd name="connsiteY4" fmla="*/ 665217 h 703687"/>
                  <a:gd name="connsiteX5" fmla="*/ 302810 w 420951"/>
                  <a:gd name="connsiteY5" fmla="*/ 703687 h 703687"/>
                  <a:gd name="connsiteX6" fmla="*/ 148934 w 420951"/>
                  <a:gd name="connsiteY6" fmla="*/ 703687 h 703687"/>
                  <a:gd name="connsiteX7" fmla="*/ 110464 w 420951"/>
                  <a:gd name="connsiteY7" fmla="*/ 665217 h 703687"/>
                  <a:gd name="connsiteX8" fmla="*/ 110464 w 420951"/>
                  <a:gd name="connsiteY8" fmla="*/ 38470 h 703687"/>
                  <a:gd name="connsiteX0" fmla="*/ 110464 w 428780"/>
                  <a:gd name="connsiteY0" fmla="*/ 38470 h 703687"/>
                  <a:gd name="connsiteX1" fmla="*/ 148934 w 428780"/>
                  <a:gd name="connsiteY1" fmla="*/ 0 h 703687"/>
                  <a:gd name="connsiteX2" fmla="*/ 302810 w 428780"/>
                  <a:gd name="connsiteY2" fmla="*/ 0 h 703687"/>
                  <a:gd name="connsiteX3" fmla="*/ 341280 w 428780"/>
                  <a:gd name="connsiteY3" fmla="*/ 38470 h 703687"/>
                  <a:gd name="connsiteX4" fmla="*/ 341280 w 428780"/>
                  <a:gd name="connsiteY4" fmla="*/ 665217 h 703687"/>
                  <a:gd name="connsiteX5" fmla="*/ 302810 w 428780"/>
                  <a:gd name="connsiteY5" fmla="*/ 703687 h 703687"/>
                  <a:gd name="connsiteX6" fmla="*/ 148934 w 428780"/>
                  <a:gd name="connsiteY6" fmla="*/ 703687 h 703687"/>
                  <a:gd name="connsiteX7" fmla="*/ 110464 w 428780"/>
                  <a:gd name="connsiteY7" fmla="*/ 665217 h 703687"/>
                  <a:gd name="connsiteX8" fmla="*/ 110464 w 428780"/>
                  <a:gd name="connsiteY8" fmla="*/ 38470 h 70368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02810 w 428780"/>
                  <a:gd name="connsiteY2" fmla="*/ 90810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39450 w 428780"/>
                  <a:gd name="connsiteY2" fmla="*/ 14424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8780" h="794497">
                    <a:moveTo>
                      <a:pt x="110464" y="129280"/>
                    </a:moveTo>
                    <a:cubicBezTo>
                      <a:pt x="110464" y="108034"/>
                      <a:pt x="187082" y="0"/>
                      <a:pt x="208328" y="0"/>
                    </a:cubicBezTo>
                    <a:lnTo>
                      <a:pt x="339450" y="14424"/>
                    </a:lnTo>
                    <a:cubicBezTo>
                      <a:pt x="360696" y="14424"/>
                      <a:pt x="341280" y="108034"/>
                      <a:pt x="341280" y="129280"/>
                    </a:cubicBezTo>
                    <a:cubicBezTo>
                      <a:pt x="520540" y="235202"/>
                      <a:pt x="374188" y="632575"/>
                      <a:pt x="341280" y="756027"/>
                    </a:cubicBezTo>
                    <a:cubicBezTo>
                      <a:pt x="341280" y="777273"/>
                      <a:pt x="324056" y="794497"/>
                      <a:pt x="302810" y="794497"/>
                    </a:cubicBezTo>
                    <a:lnTo>
                      <a:pt x="148934" y="794497"/>
                    </a:lnTo>
                    <a:cubicBezTo>
                      <a:pt x="127688" y="794497"/>
                      <a:pt x="110464" y="777273"/>
                      <a:pt x="110464" y="756027"/>
                    </a:cubicBezTo>
                    <a:cubicBezTo>
                      <a:pt x="39961" y="687491"/>
                      <a:pt x="-98180" y="310964"/>
                      <a:pt x="110464" y="129280"/>
                    </a:cubicBezTo>
                    <a:close/>
                  </a:path>
                </a:pathLst>
              </a:custGeom>
              <a:solidFill>
                <a:srgbClr val="F3381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: Rounded Corners 14">
                <a:extLst>
                  <a:ext uri="{FF2B5EF4-FFF2-40B4-BE49-F238E27FC236}">
                    <a16:creationId xmlns:a16="http://schemas.microsoft.com/office/drawing/2014/main" id="{0A865604-420C-B924-57D3-FC7A4C485689}"/>
                  </a:ext>
                </a:extLst>
              </p:cNvPr>
              <p:cNvSpPr/>
              <p:nvPr/>
            </p:nvSpPr>
            <p:spPr>
              <a:xfrm rot="20842153">
                <a:off x="3916392" y="2334410"/>
                <a:ext cx="436300" cy="670458"/>
              </a:xfrm>
              <a:custGeom>
                <a:avLst/>
                <a:gdLst>
                  <a:gd name="connsiteX0" fmla="*/ 0 w 230816"/>
                  <a:gd name="connsiteY0" fmla="*/ 38470 h 703687"/>
                  <a:gd name="connsiteX1" fmla="*/ 38470 w 230816"/>
                  <a:gd name="connsiteY1" fmla="*/ 0 h 703687"/>
                  <a:gd name="connsiteX2" fmla="*/ 192346 w 230816"/>
                  <a:gd name="connsiteY2" fmla="*/ 0 h 703687"/>
                  <a:gd name="connsiteX3" fmla="*/ 230816 w 230816"/>
                  <a:gd name="connsiteY3" fmla="*/ 38470 h 703687"/>
                  <a:gd name="connsiteX4" fmla="*/ 230816 w 230816"/>
                  <a:gd name="connsiteY4" fmla="*/ 665217 h 703687"/>
                  <a:gd name="connsiteX5" fmla="*/ 192346 w 230816"/>
                  <a:gd name="connsiteY5" fmla="*/ 703687 h 703687"/>
                  <a:gd name="connsiteX6" fmla="*/ 38470 w 230816"/>
                  <a:gd name="connsiteY6" fmla="*/ 703687 h 703687"/>
                  <a:gd name="connsiteX7" fmla="*/ 0 w 230816"/>
                  <a:gd name="connsiteY7" fmla="*/ 665217 h 703687"/>
                  <a:gd name="connsiteX8" fmla="*/ 0 w 230816"/>
                  <a:gd name="connsiteY8" fmla="*/ 38470 h 703687"/>
                  <a:gd name="connsiteX0" fmla="*/ 92730 w 323546"/>
                  <a:gd name="connsiteY0" fmla="*/ 38470 h 703687"/>
                  <a:gd name="connsiteX1" fmla="*/ 131200 w 323546"/>
                  <a:gd name="connsiteY1" fmla="*/ 0 h 703687"/>
                  <a:gd name="connsiteX2" fmla="*/ 285076 w 323546"/>
                  <a:gd name="connsiteY2" fmla="*/ 0 h 703687"/>
                  <a:gd name="connsiteX3" fmla="*/ 323546 w 323546"/>
                  <a:gd name="connsiteY3" fmla="*/ 38470 h 703687"/>
                  <a:gd name="connsiteX4" fmla="*/ 323546 w 323546"/>
                  <a:gd name="connsiteY4" fmla="*/ 665217 h 703687"/>
                  <a:gd name="connsiteX5" fmla="*/ 285076 w 323546"/>
                  <a:gd name="connsiteY5" fmla="*/ 703687 h 703687"/>
                  <a:gd name="connsiteX6" fmla="*/ 131200 w 323546"/>
                  <a:gd name="connsiteY6" fmla="*/ 703687 h 703687"/>
                  <a:gd name="connsiteX7" fmla="*/ 92730 w 323546"/>
                  <a:gd name="connsiteY7" fmla="*/ 665217 h 703687"/>
                  <a:gd name="connsiteX8" fmla="*/ 92730 w 323546"/>
                  <a:gd name="connsiteY8" fmla="*/ 38470 h 703687"/>
                  <a:gd name="connsiteX0" fmla="*/ 110464 w 341280"/>
                  <a:gd name="connsiteY0" fmla="*/ 38470 h 703687"/>
                  <a:gd name="connsiteX1" fmla="*/ 148934 w 341280"/>
                  <a:gd name="connsiteY1" fmla="*/ 0 h 703687"/>
                  <a:gd name="connsiteX2" fmla="*/ 302810 w 341280"/>
                  <a:gd name="connsiteY2" fmla="*/ 0 h 703687"/>
                  <a:gd name="connsiteX3" fmla="*/ 341280 w 341280"/>
                  <a:gd name="connsiteY3" fmla="*/ 38470 h 703687"/>
                  <a:gd name="connsiteX4" fmla="*/ 341280 w 341280"/>
                  <a:gd name="connsiteY4" fmla="*/ 665217 h 703687"/>
                  <a:gd name="connsiteX5" fmla="*/ 302810 w 341280"/>
                  <a:gd name="connsiteY5" fmla="*/ 703687 h 703687"/>
                  <a:gd name="connsiteX6" fmla="*/ 148934 w 341280"/>
                  <a:gd name="connsiteY6" fmla="*/ 703687 h 703687"/>
                  <a:gd name="connsiteX7" fmla="*/ 110464 w 341280"/>
                  <a:gd name="connsiteY7" fmla="*/ 665217 h 703687"/>
                  <a:gd name="connsiteX8" fmla="*/ 110464 w 341280"/>
                  <a:gd name="connsiteY8" fmla="*/ 38470 h 703687"/>
                  <a:gd name="connsiteX0" fmla="*/ 110464 w 420951"/>
                  <a:gd name="connsiteY0" fmla="*/ 38470 h 703687"/>
                  <a:gd name="connsiteX1" fmla="*/ 148934 w 420951"/>
                  <a:gd name="connsiteY1" fmla="*/ 0 h 703687"/>
                  <a:gd name="connsiteX2" fmla="*/ 302810 w 420951"/>
                  <a:gd name="connsiteY2" fmla="*/ 0 h 703687"/>
                  <a:gd name="connsiteX3" fmla="*/ 341280 w 420951"/>
                  <a:gd name="connsiteY3" fmla="*/ 38470 h 703687"/>
                  <a:gd name="connsiteX4" fmla="*/ 341280 w 420951"/>
                  <a:gd name="connsiteY4" fmla="*/ 665217 h 703687"/>
                  <a:gd name="connsiteX5" fmla="*/ 302810 w 420951"/>
                  <a:gd name="connsiteY5" fmla="*/ 703687 h 703687"/>
                  <a:gd name="connsiteX6" fmla="*/ 148934 w 420951"/>
                  <a:gd name="connsiteY6" fmla="*/ 703687 h 703687"/>
                  <a:gd name="connsiteX7" fmla="*/ 110464 w 420951"/>
                  <a:gd name="connsiteY7" fmla="*/ 665217 h 703687"/>
                  <a:gd name="connsiteX8" fmla="*/ 110464 w 420951"/>
                  <a:gd name="connsiteY8" fmla="*/ 38470 h 703687"/>
                  <a:gd name="connsiteX0" fmla="*/ 110464 w 428780"/>
                  <a:gd name="connsiteY0" fmla="*/ 38470 h 703687"/>
                  <a:gd name="connsiteX1" fmla="*/ 148934 w 428780"/>
                  <a:gd name="connsiteY1" fmla="*/ 0 h 703687"/>
                  <a:gd name="connsiteX2" fmla="*/ 302810 w 428780"/>
                  <a:gd name="connsiteY2" fmla="*/ 0 h 703687"/>
                  <a:gd name="connsiteX3" fmla="*/ 341280 w 428780"/>
                  <a:gd name="connsiteY3" fmla="*/ 38470 h 703687"/>
                  <a:gd name="connsiteX4" fmla="*/ 341280 w 428780"/>
                  <a:gd name="connsiteY4" fmla="*/ 665217 h 703687"/>
                  <a:gd name="connsiteX5" fmla="*/ 302810 w 428780"/>
                  <a:gd name="connsiteY5" fmla="*/ 703687 h 703687"/>
                  <a:gd name="connsiteX6" fmla="*/ 148934 w 428780"/>
                  <a:gd name="connsiteY6" fmla="*/ 703687 h 703687"/>
                  <a:gd name="connsiteX7" fmla="*/ 110464 w 428780"/>
                  <a:gd name="connsiteY7" fmla="*/ 665217 h 703687"/>
                  <a:gd name="connsiteX8" fmla="*/ 110464 w 428780"/>
                  <a:gd name="connsiteY8" fmla="*/ 38470 h 70368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02810 w 428780"/>
                  <a:gd name="connsiteY2" fmla="*/ 90810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39450 w 428780"/>
                  <a:gd name="connsiteY2" fmla="*/ 14424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14991 h 780208"/>
                  <a:gd name="connsiteX1" fmla="*/ 339450 w 428780"/>
                  <a:gd name="connsiteY1" fmla="*/ 135 h 780208"/>
                  <a:gd name="connsiteX2" fmla="*/ 341280 w 428780"/>
                  <a:gd name="connsiteY2" fmla="*/ 114991 h 780208"/>
                  <a:gd name="connsiteX3" fmla="*/ 341280 w 428780"/>
                  <a:gd name="connsiteY3" fmla="*/ 741738 h 780208"/>
                  <a:gd name="connsiteX4" fmla="*/ 302810 w 428780"/>
                  <a:gd name="connsiteY4" fmla="*/ 780208 h 780208"/>
                  <a:gd name="connsiteX5" fmla="*/ 148934 w 428780"/>
                  <a:gd name="connsiteY5" fmla="*/ 780208 h 780208"/>
                  <a:gd name="connsiteX6" fmla="*/ 110464 w 428780"/>
                  <a:gd name="connsiteY6" fmla="*/ 741738 h 780208"/>
                  <a:gd name="connsiteX7" fmla="*/ 110464 w 428780"/>
                  <a:gd name="connsiteY7" fmla="*/ 114991 h 780208"/>
                  <a:gd name="connsiteX0" fmla="*/ 110464 w 428780"/>
                  <a:gd name="connsiteY0" fmla="*/ 78344 h 743561"/>
                  <a:gd name="connsiteX1" fmla="*/ 341280 w 428780"/>
                  <a:gd name="connsiteY1" fmla="*/ 78344 h 743561"/>
                  <a:gd name="connsiteX2" fmla="*/ 341280 w 428780"/>
                  <a:gd name="connsiteY2" fmla="*/ 705091 h 743561"/>
                  <a:gd name="connsiteX3" fmla="*/ 302810 w 428780"/>
                  <a:gd name="connsiteY3" fmla="*/ 743561 h 743561"/>
                  <a:gd name="connsiteX4" fmla="*/ 148934 w 428780"/>
                  <a:gd name="connsiteY4" fmla="*/ 743561 h 743561"/>
                  <a:gd name="connsiteX5" fmla="*/ 110464 w 428780"/>
                  <a:gd name="connsiteY5" fmla="*/ 705091 h 743561"/>
                  <a:gd name="connsiteX6" fmla="*/ 110464 w 428780"/>
                  <a:gd name="connsiteY6" fmla="*/ 78344 h 743561"/>
                  <a:gd name="connsiteX0" fmla="*/ 110464 w 341280"/>
                  <a:gd name="connsiteY0" fmla="*/ 0 h 665217"/>
                  <a:gd name="connsiteX1" fmla="*/ 341280 w 341280"/>
                  <a:gd name="connsiteY1" fmla="*/ 626747 h 665217"/>
                  <a:gd name="connsiteX2" fmla="*/ 302810 w 341280"/>
                  <a:gd name="connsiteY2" fmla="*/ 665217 h 665217"/>
                  <a:gd name="connsiteX3" fmla="*/ 148934 w 341280"/>
                  <a:gd name="connsiteY3" fmla="*/ 665217 h 665217"/>
                  <a:gd name="connsiteX4" fmla="*/ 110464 w 341280"/>
                  <a:gd name="connsiteY4" fmla="*/ 626747 h 665217"/>
                  <a:gd name="connsiteX5" fmla="*/ 110464 w 341280"/>
                  <a:gd name="connsiteY5" fmla="*/ 0 h 665217"/>
                  <a:gd name="connsiteX0" fmla="*/ 189478 w 269447"/>
                  <a:gd name="connsiteY0" fmla="*/ 0 h 670458"/>
                  <a:gd name="connsiteX1" fmla="*/ 269447 w 269447"/>
                  <a:gd name="connsiteY1" fmla="*/ 631988 h 670458"/>
                  <a:gd name="connsiteX2" fmla="*/ 230977 w 269447"/>
                  <a:gd name="connsiteY2" fmla="*/ 670458 h 670458"/>
                  <a:gd name="connsiteX3" fmla="*/ 77101 w 269447"/>
                  <a:gd name="connsiteY3" fmla="*/ 670458 h 670458"/>
                  <a:gd name="connsiteX4" fmla="*/ 38631 w 269447"/>
                  <a:gd name="connsiteY4" fmla="*/ 631988 h 670458"/>
                  <a:gd name="connsiteX5" fmla="*/ 189478 w 269447"/>
                  <a:gd name="connsiteY5" fmla="*/ 0 h 670458"/>
                  <a:gd name="connsiteX0" fmla="*/ 273831 w 353800"/>
                  <a:gd name="connsiteY0" fmla="*/ 0 h 670458"/>
                  <a:gd name="connsiteX1" fmla="*/ 353800 w 353800"/>
                  <a:gd name="connsiteY1" fmla="*/ 631988 h 670458"/>
                  <a:gd name="connsiteX2" fmla="*/ 315330 w 353800"/>
                  <a:gd name="connsiteY2" fmla="*/ 670458 h 670458"/>
                  <a:gd name="connsiteX3" fmla="*/ 161454 w 353800"/>
                  <a:gd name="connsiteY3" fmla="*/ 670458 h 670458"/>
                  <a:gd name="connsiteX4" fmla="*/ 122984 w 353800"/>
                  <a:gd name="connsiteY4" fmla="*/ 631988 h 670458"/>
                  <a:gd name="connsiteX5" fmla="*/ 273831 w 353800"/>
                  <a:gd name="connsiteY5" fmla="*/ 0 h 670458"/>
                  <a:gd name="connsiteX0" fmla="*/ 273831 w 460362"/>
                  <a:gd name="connsiteY0" fmla="*/ 0 h 670458"/>
                  <a:gd name="connsiteX1" fmla="*/ 353800 w 460362"/>
                  <a:gd name="connsiteY1" fmla="*/ 631988 h 670458"/>
                  <a:gd name="connsiteX2" fmla="*/ 315330 w 460362"/>
                  <a:gd name="connsiteY2" fmla="*/ 670458 h 670458"/>
                  <a:gd name="connsiteX3" fmla="*/ 161454 w 460362"/>
                  <a:gd name="connsiteY3" fmla="*/ 670458 h 670458"/>
                  <a:gd name="connsiteX4" fmla="*/ 122984 w 460362"/>
                  <a:gd name="connsiteY4" fmla="*/ 631988 h 670458"/>
                  <a:gd name="connsiteX5" fmla="*/ 273831 w 460362"/>
                  <a:gd name="connsiteY5" fmla="*/ 0 h 670458"/>
                  <a:gd name="connsiteX0" fmla="*/ 273831 w 468890"/>
                  <a:gd name="connsiteY0" fmla="*/ 0 h 670458"/>
                  <a:gd name="connsiteX1" fmla="*/ 353800 w 468890"/>
                  <a:gd name="connsiteY1" fmla="*/ 631988 h 670458"/>
                  <a:gd name="connsiteX2" fmla="*/ 315330 w 468890"/>
                  <a:gd name="connsiteY2" fmla="*/ 670458 h 670458"/>
                  <a:gd name="connsiteX3" fmla="*/ 161454 w 468890"/>
                  <a:gd name="connsiteY3" fmla="*/ 670458 h 670458"/>
                  <a:gd name="connsiteX4" fmla="*/ 122984 w 468890"/>
                  <a:gd name="connsiteY4" fmla="*/ 631988 h 670458"/>
                  <a:gd name="connsiteX5" fmla="*/ 273831 w 468890"/>
                  <a:gd name="connsiteY5" fmla="*/ 0 h 670458"/>
                  <a:gd name="connsiteX0" fmla="*/ 241241 w 436300"/>
                  <a:gd name="connsiteY0" fmla="*/ 0 h 670458"/>
                  <a:gd name="connsiteX1" fmla="*/ 321210 w 436300"/>
                  <a:gd name="connsiteY1" fmla="*/ 631988 h 670458"/>
                  <a:gd name="connsiteX2" fmla="*/ 282740 w 436300"/>
                  <a:gd name="connsiteY2" fmla="*/ 670458 h 670458"/>
                  <a:gd name="connsiteX3" fmla="*/ 128864 w 436300"/>
                  <a:gd name="connsiteY3" fmla="*/ 670458 h 670458"/>
                  <a:gd name="connsiteX4" fmla="*/ 90394 w 436300"/>
                  <a:gd name="connsiteY4" fmla="*/ 631988 h 670458"/>
                  <a:gd name="connsiteX5" fmla="*/ 241241 w 436300"/>
                  <a:gd name="connsiteY5" fmla="*/ 0 h 670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6300" h="670458">
                    <a:moveTo>
                      <a:pt x="241241" y="0"/>
                    </a:moveTo>
                    <a:cubicBezTo>
                      <a:pt x="323084" y="9720"/>
                      <a:pt x="585499" y="418334"/>
                      <a:pt x="321210" y="631988"/>
                    </a:cubicBezTo>
                    <a:cubicBezTo>
                      <a:pt x="321210" y="653234"/>
                      <a:pt x="303986" y="670458"/>
                      <a:pt x="282740" y="670458"/>
                    </a:cubicBezTo>
                    <a:lnTo>
                      <a:pt x="128864" y="670458"/>
                    </a:lnTo>
                    <a:cubicBezTo>
                      <a:pt x="107618" y="670458"/>
                      <a:pt x="90394" y="653234"/>
                      <a:pt x="90394" y="631988"/>
                    </a:cubicBezTo>
                    <a:cubicBezTo>
                      <a:pt x="19891" y="563452"/>
                      <a:pt x="-130434" y="67062"/>
                      <a:pt x="241241" y="0"/>
                    </a:cubicBezTo>
                    <a:close/>
                  </a:path>
                </a:pathLst>
              </a:custGeom>
              <a:solidFill>
                <a:srgbClr val="F3381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Rectangle 13">
                <a:extLst>
                  <a:ext uri="{FF2B5EF4-FFF2-40B4-BE49-F238E27FC236}">
                    <a16:creationId xmlns:a16="http://schemas.microsoft.com/office/drawing/2014/main" id="{C47B6F41-75C4-6B85-9A75-6AD0BADAAFF7}"/>
                  </a:ext>
                </a:extLst>
              </p:cNvPr>
              <p:cNvSpPr/>
              <p:nvPr/>
            </p:nvSpPr>
            <p:spPr>
              <a:xfrm>
                <a:off x="3622480" y="324462"/>
                <a:ext cx="885734" cy="1645898"/>
              </a:xfrm>
              <a:custGeom>
                <a:avLst/>
                <a:gdLst>
                  <a:gd name="connsiteX0" fmla="*/ 0 w 266700"/>
                  <a:gd name="connsiteY0" fmla="*/ 0 h 1511300"/>
                  <a:gd name="connsiteX1" fmla="*/ 266700 w 266700"/>
                  <a:gd name="connsiteY1" fmla="*/ 0 h 1511300"/>
                  <a:gd name="connsiteX2" fmla="*/ 266700 w 266700"/>
                  <a:gd name="connsiteY2" fmla="*/ 1511300 h 1511300"/>
                  <a:gd name="connsiteX3" fmla="*/ 0 w 266700"/>
                  <a:gd name="connsiteY3" fmla="*/ 1511300 h 1511300"/>
                  <a:gd name="connsiteX4" fmla="*/ 0 w 266700"/>
                  <a:gd name="connsiteY4" fmla="*/ 0 h 1511300"/>
                  <a:gd name="connsiteX0" fmla="*/ 0 w 711200"/>
                  <a:gd name="connsiteY0" fmla="*/ 88900 h 1600200"/>
                  <a:gd name="connsiteX1" fmla="*/ 711200 w 711200"/>
                  <a:gd name="connsiteY1" fmla="*/ 0 h 1600200"/>
                  <a:gd name="connsiteX2" fmla="*/ 266700 w 711200"/>
                  <a:gd name="connsiteY2" fmla="*/ 1600200 h 1600200"/>
                  <a:gd name="connsiteX3" fmla="*/ 0 w 711200"/>
                  <a:gd name="connsiteY3" fmla="*/ 1600200 h 1600200"/>
                  <a:gd name="connsiteX4" fmla="*/ 0 w 711200"/>
                  <a:gd name="connsiteY4" fmla="*/ 88900 h 1600200"/>
                  <a:gd name="connsiteX0" fmla="*/ 0 w 723842"/>
                  <a:gd name="connsiteY0" fmla="*/ 88900 h 1600200"/>
                  <a:gd name="connsiteX1" fmla="*/ 711200 w 723842"/>
                  <a:gd name="connsiteY1" fmla="*/ 0 h 1600200"/>
                  <a:gd name="connsiteX2" fmla="*/ 266700 w 723842"/>
                  <a:gd name="connsiteY2" fmla="*/ 1600200 h 1600200"/>
                  <a:gd name="connsiteX3" fmla="*/ 0 w 723842"/>
                  <a:gd name="connsiteY3" fmla="*/ 1600200 h 1600200"/>
                  <a:gd name="connsiteX4" fmla="*/ 0 w 723842"/>
                  <a:gd name="connsiteY4" fmla="*/ 88900 h 1600200"/>
                  <a:gd name="connsiteX0" fmla="*/ 0 w 722066"/>
                  <a:gd name="connsiteY0" fmla="*/ 88900 h 1600200"/>
                  <a:gd name="connsiteX1" fmla="*/ 711200 w 722066"/>
                  <a:gd name="connsiteY1" fmla="*/ 0 h 1600200"/>
                  <a:gd name="connsiteX2" fmla="*/ 266700 w 722066"/>
                  <a:gd name="connsiteY2" fmla="*/ 1600200 h 1600200"/>
                  <a:gd name="connsiteX3" fmla="*/ 0 w 722066"/>
                  <a:gd name="connsiteY3" fmla="*/ 1600200 h 1600200"/>
                  <a:gd name="connsiteX4" fmla="*/ 0 w 722066"/>
                  <a:gd name="connsiteY4" fmla="*/ 88900 h 1600200"/>
                  <a:gd name="connsiteX0" fmla="*/ 0 w 623084"/>
                  <a:gd name="connsiteY0" fmla="*/ 120650 h 1631950"/>
                  <a:gd name="connsiteX1" fmla="*/ 609600 w 623084"/>
                  <a:gd name="connsiteY1" fmla="*/ 0 h 1631950"/>
                  <a:gd name="connsiteX2" fmla="*/ 266700 w 623084"/>
                  <a:gd name="connsiteY2" fmla="*/ 1631950 h 1631950"/>
                  <a:gd name="connsiteX3" fmla="*/ 0 w 623084"/>
                  <a:gd name="connsiteY3" fmla="*/ 1631950 h 1631950"/>
                  <a:gd name="connsiteX4" fmla="*/ 0 w 623084"/>
                  <a:gd name="connsiteY4" fmla="*/ 120650 h 1631950"/>
                  <a:gd name="connsiteX0" fmla="*/ 0 w 703427"/>
                  <a:gd name="connsiteY0" fmla="*/ 0 h 1511300"/>
                  <a:gd name="connsiteX1" fmla="*/ 692150 w 703427"/>
                  <a:gd name="connsiteY1" fmla="*/ 673100 h 1511300"/>
                  <a:gd name="connsiteX2" fmla="*/ 266700 w 703427"/>
                  <a:gd name="connsiteY2" fmla="*/ 1511300 h 1511300"/>
                  <a:gd name="connsiteX3" fmla="*/ 0 w 703427"/>
                  <a:gd name="connsiteY3" fmla="*/ 1511300 h 1511300"/>
                  <a:gd name="connsiteX4" fmla="*/ 0 w 703427"/>
                  <a:gd name="connsiteY4" fmla="*/ 0 h 1511300"/>
                  <a:gd name="connsiteX0" fmla="*/ 0 w 692150"/>
                  <a:gd name="connsiteY0" fmla="*/ 0 h 1511300"/>
                  <a:gd name="connsiteX1" fmla="*/ 692150 w 692150"/>
                  <a:gd name="connsiteY1" fmla="*/ 673100 h 1511300"/>
                  <a:gd name="connsiteX2" fmla="*/ 266700 w 692150"/>
                  <a:gd name="connsiteY2" fmla="*/ 1511300 h 1511300"/>
                  <a:gd name="connsiteX3" fmla="*/ 0 w 692150"/>
                  <a:gd name="connsiteY3" fmla="*/ 1511300 h 1511300"/>
                  <a:gd name="connsiteX4" fmla="*/ 0 w 692150"/>
                  <a:gd name="connsiteY4" fmla="*/ 0 h 1511300"/>
                  <a:gd name="connsiteX0" fmla="*/ 19050 w 692150"/>
                  <a:gd name="connsiteY0" fmla="*/ 0 h 1428750"/>
                  <a:gd name="connsiteX1" fmla="*/ 692150 w 692150"/>
                  <a:gd name="connsiteY1" fmla="*/ 590550 h 1428750"/>
                  <a:gd name="connsiteX2" fmla="*/ 266700 w 692150"/>
                  <a:gd name="connsiteY2" fmla="*/ 1428750 h 1428750"/>
                  <a:gd name="connsiteX3" fmla="*/ 0 w 692150"/>
                  <a:gd name="connsiteY3" fmla="*/ 1428750 h 1428750"/>
                  <a:gd name="connsiteX4" fmla="*/ 19050 w 692150"/>
                  <a:gd name="connsiteY4" fmla="*/ 0 h 1428750"/>
                  <a:gd name="connsiteX0" fmla="*/ 19050 w 692150"/>
                  <a:gd name="connsiteY0" fmla="*/ 212303 h 1641053"/>
                  <a:gd name="connsiteX1" fmla="*/ 692150 w 692150"/>
                  <a:gd name="connsiteY1" fmla="*/ 802853 h 1641053"/>
                  <a:gd name="connsiteX2" fmla="*/ 266700 w 692150"/>
                  <a:gd name="connsiteY2" fmla="*/ 1641053 h 1641053"/>
                  <a:gd name="connsiteX3" fmla="*/ 0 w 692150"/>
                  <a:gd name="connsiteY3" fmla="*/ 1641053 h 1641053"/>
                  <a:gd name="connsiteX4" fmla="*/ 19050 w 692150"/>
                  <a:gd name="connsiteY4" fmla="*/ 212303 h 1641053"/>
                  <a:gd name="connsiteX0" fmla="*/ 19050 w 736555"/>
                  <a:gd name="connsiteY0" fmla="*/ 217148 h 1645898"/>
                  <a:gd name="connsiteX1" fmla="*/ 692150 w 736555"/>
                  <a:gd name="connsiteY1" fmla="*/ 807698 h 1645898"/>
                  <a:gd name="connsiteX2" fmla="*/ 266700 w 736555"/>
                  <a:gd name="connsiteY2" fmla="*/ 1645898 h 1645898"/>
                  <a:gd name="connsiteX3" fmla="*/ 0 w 736555"/>
                  <a:gd name="connsiteY3" fmla="*/ 1645898 h 1645898"/>
                  <a:gd name="connsiteX4" fmla="*/ 19050 w 736555"/>
                  <a:gd name="connsiteY4" fmla="*/ 217148 h 1645898"/>
                  <a:gd name="connsiteX0" fmla="*/ 148264 w 865769"/>
                  <a:gd name="connsiteY0" fmla="*/ 217148 h 1645898"/>
                  <a:gd name="connsiteX1" fmla="*/ 821364 w 865769"/>
                  <a:gd name="connsiteY1" fmla="*/ 807698 h 1645898"/>
                  <a:gd name="connsiteX2" fmla="*/ 395914 w 865769"/>
                  <a:gd name="connsiteY2" fmla="*/ 1645898 h 1645898"/>
                  <a:gd name="connsiteX3" fmla="*/ 129214 w 865769"/>
                  <a:gd name="connsiteY3" fmla="*/ 1645898 h 1645898"/>
                  <a:gd name="connsiteX4" fmla="*/ 148264 w 865769"/>
                  <a:gd name="connsiteY4" fmla="*/ 217148 h 1645898"/>
                  <a:gd name="connsiteX0" fmla="*/ 120238 w 837743"/>
                  <a:gd name="connsiteY0" fmla="*/ 217148 h 1645898"/>
                  <a:gd name="connsiteX1" fmla="*/ 793338 w 837743"/>
                  <a:gd name="connsiteY1" fmla="*/ 807698 h 1645898"/>
                  <a:gd name="connsiteX2" fmla="*/ 367888 w 837743"/>
                  <a:gd name="connsiteY2" fmla="*/ 1645898 h 1645898"/>
                  <a:gd name="connsiteX3" fmla="*/ 139288 w 837743"/>
                  <a:gd name="connsiteY3" fmla="*/ 1645898 h 1645898"/>
                  <a:gd name="connsiteX4" fmla="*/ 120238 w 837743"/>
                  <a:gd name="connsiteY4" fmla="*/ 217148 h 1645898"/>
                  <a:gd name="connsiteX0" fmla="*/ 161887 w 879392"/>
                  <a:gd name="connsiteY0" fmla="*/ 217148 h 1645898"/>
                  <a:gd name="connsiteX1" fmla="*/ 834987 w 879392"/>
                  <a:gd name="connsiteY1" fmla="*/ 807698 h 1645898"/>
                  <a:gd name="connsiteX2" fmla="*/ 409537 w 879392"/>
                  <a:gd name="connsiteY2" fmla="*/ 1645898 h 1645898"/>
                  <a:gd name="connsiteX3" fmla="*/ 180937 w 879392"/>
                  <a:gd name="connsiteY3" fmla="*/ 1645898 h 1645898"/>
                  <a:gd name="connsiteX4" fmla="*/ 161887 w 879392"/>
                  <a:gd name="connsiteY4" fmla="*/ 217148 h 1645898"/>
                  <a:gd name="connsiteX0" fmla="*/ 168229 w 885734"/>
                  <a:gd name="connsiteY0" fmla="*/ 217148 h 1645898"/>
                  <a:gd name="connsiteX1" fmla="*/ 841329 w 885734"/>
                  <a:gd name="connsiteY1" fmla="*/ 807698 h 1645898"/>
                  <a:gd name="connsiteX2" fmla="*/ 415879 w 885734"/>
                  <a:gd name="connsiteY2" fmla="*/ 1645898 h 1645898"/>
                  <a:gd name="connsiteX3" fmla="*/ 187279 w 885734"/>
                  <a:gd name="connsiteY3" fmla="*/ 1645898 h 1645898"/>
                  <a:gd name="connsiteX4" fmla="*/ 168229 w 885734"/>
                  <a:gd name="connsiteY4" fmla="*/ 217148 h 1645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734" h="1645898">
                    <a:moveTo>
                      <a:pt x="168229" y="217148"/>
                    </a:moveTo>
                    <a:cubicBezTo>
                      <a:pt x="1167296" y="-436902"/>
                      <a:pt x="826512" y="572748"/>
                      <a:pt x="841329" y="807698"/>
                    </a:cubicBezTo>
                    <a:cubicBezTo>
                      <a:pt x="743962" y="1144248"/>
                      <a:pt x="487846" y="1360148"/>
                      <a:pt x="415879" y="1645898"/>
                    </a:cubicBezTo>
                    <a:lnTo>
                      <a:pt x="187279" y="1645898"/>
                    </a:lnTo>
                    <a:cubicBezTo>
                      <a:pt x="-111171" y="998198"/>
                      <a:pt x="-3221" y="394948"/>
                      <a:pt x="168229" y="217148"/>
                    </a:cubicBezTo>
                    <a:close/>
                  </a:path>
                </a:pathLst>
              </a:custGeom>
              <a:solidFill>
                <a:srgbClr val="F33819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FBE620A-2B8C-C40F-E520-771F3629BDDE}"/>
                  </a:ext>
                </a:extLst>
              </p:cNvPr>
              <p:cNvSpPr/>
              <p:nvPr/>
            </p:nvSpPr>
            <p:spPr>
              <a:xfrm>
                <a:off x="4057409" y="344761"/>
                <a:ext cx="317500" cy="806450"/>
              </a:xfrm>
              <a:custGeom>
                <a:avLst/>
                <a:gdLst>
                  <a:gd name="connsiteX0" fmla="*/ 317500 w 317500"/>
                  <a:gd name="connsiteY0" fmla="*/ 0 h 806450"/>
                  <a:gd name="connsiteX1" fmla="*/ 152400 w 317500"/>
                  <a:gd name="connsiteY1" fmla="*/ 260350 h 806450"/>
                  <a:gd name="connsiteX2" fmla="*/ 38100 w 317500"/>
                  <a:gd name="connsiteY2" fmla="*/ 596900 h 806450"/>
                  <a:gd name="connsiteX3" fmla="*/ 0 w 317500"/>
                  <a:gd name="connsiteY3" fmla="*/ 806450 h 806450"/>
                  <a:gd name="connsiteX4" fmla="*/ 0 w 317500"/>
                  <a:gd name="connsiteY4" fmla="*/ 806450 h 806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500" h="806450">
                    <a:moveTo>
                      <a:pt x="317500" y="0"/>
                    </a:moveTo>
                    <a:cubicBezTo>
                      <a:pt x="258233" y="80433"/>
                      <a:pt x="198967" y="160867"/>
                      <a:pt x="152400" y="260350"/>
                    </a:cubicBezTo>
                    <a:cubicBezTo>
                      <a:pt x="105833" y="359833"/>
                      <a:pt x="63500" y="505883"/>
                      <a:pt x="38100" y="596900"/>
                    </a:cubicBezTo>
                    <a:cubicBezTo>
                      <a:pt x="12700" y="687917"/>
                      <a:pt x="0" y="806450"/>
                      <a:pt x="0" y="806450"/>
                    </a:cubicBezTo>
                    <a:lnTo>
                      <a:pt x="0" y="806450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92339F05-1E9B-CDF5-2DD9-6593686D6303}"/>
                </a:ext>
              </a:extLst>
            </p:cNvPr>
            <p:cNvSpPr/>
            <p:nvPr/>
          </p:nvSpPr>
          <p:spPr>
            <a:xfrm>
              <a:off x="4174166" y="1769508"/>
              <a:ext cx="1229924" cy="2452052"/>
            </a:xfrm>
            <a:custGeom>
              <a:avLst/>
              <a:gdLst>
                <a:gd name="connsiteX0" fmla="*/ 0 w 808382"/>
                <a:gd name="connsiteY0" fmla="*/ 0 h 2464905"/>
                <a:gd name="connsiteX1" fmla="*/ 808382 w 808382"/>
                <a:gd name="connsiteY1" fmla="*/ 0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0 w 808382"/>
                <a:gd name="connsiteY0" fmla="*/ 0 h 2464905"/>
                <a:gd name="connsiteX1" fmla="*/ 649355 w 808382"/>
                <a:gd name="connsiteY1" fmla="*/ 53009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185531 w 808382"/>
                <a:gd name="connsiteY0" fmla="*/ 0 h 2438401"/>
                <a:gd name="connsiteX1" fmla="*/ 649355 w 808382"/>
                <a:gd name="connsiteY1" fmla="*/ 26505 h 2438401"/>
                <a:gd name="connsiteX2" fmla="*/ 808382 w 808382"/>
                <a:gd name="connsiteY2" fmla="*/ 2438401 h 2438401"/>
                <a:gd name="connsiteX3" fmla="*/ 0 w 808382"/>
                <a:gd name="connsiteY3" fmla="*/ 2438401 h 2438401"/>
                <a:gd name="connsiteX4" fmla="*/ 185531 w 808382"/>
                <a:gd name="connsiteY4" fmla="*/ 0 h 2438401"/>
                <a:gd name="connsiteX0" fmla="*/ 185531 w 808382"/>
                <a:gd name="connsiteY0" fmla="*/ 160 h 2438561"/>
                <a:gd name="connsiteX1" fmla="*/ 437321 w 808382"/>
                <a:gd name="connsiteY1" fmla="*/ 79673 h 2438561"/>
                <a:gd name="connsiteX2" fmla="*/ 649355 w 808382"/>
                <a:gd name="connsiteY2" fmla="*/ 26665 h 2438561"/>
                <a:gd name="connsiteX3" fmla="*/ 808382 w 808382"/>
                <a:gd name="connsiteY3" fmla="*/ 2438561 h 2438561"/>
                <a:gd name="connsiteX4" fmla="*/ 0 w 808382"/>
                <a:gd name="connsiteY4" fmla="*/ 2438561 h 2438561"/>
                <a:gd name="connsiteX5" fmla="*/ 185531 w 808382"/>
                <a:gd name="connsiteY5" fmla="*/ 160 h 2438561"/>
                <a:gd name="connsiteX0" fmla="*/ 393316 w 1016167"/>
                <a:gd name="connsiteY0" fmla="*/ 160 h 2438561"/>
                <a:gd name="connsiteX1" fmla="*/ 645106 w 1016167"/>
                <a:gd name="connsiteY1" fmla="*/ 79673 h 2438561"/>
                <a:gd name="connsiteX2" fmla="*/ 857140 w 1016167"/>
                <a:gd name="connsiteY2" fmla="*/ 26665 h 2438561"/>
                <a:gd name="connsiteX3" fmla="*/ 1016167 w 1016167"/>
                <a:gd name="connsiteY3" fmla="*/ 2438561 h 2438561"/>
                <a:gd name="connsiteX4" fmla="*/ 207785 w 1016167"/>
                <a:gd name="connsiteY4" fmla="*/ 2438561 h 2438561"/>
                <a:gd name="connsiteX5" fmla="*/ 393316 w 1016167"/>
                <a:gd name="connsiteY5" fmla="*/ 160 h 2438561"/>
                <a:gd name="connsiteX0" fmla="*/ 402887 w 1025738"/>
                <a:gd name="connsiteY0" fmla="*/ 160 h 2438561"/>
                <a:gd name="connsiteX1" fmla="*/ 654677 w 1025738"/>
                <a:gd name="connsiteY1" fmla="*/ 79673 h 2438561"/>
                <a:gd name="connsiteX2" fmla="*/ 866711 w 1025738"/>
                <a:gd name="connsiteY2" fmla="*/ 26665 h 2438561"/>
                <a:gd name="connsiteX3" fmla="*/ 1025738 w 1025738"/>
                <a:gd name="connsiteY3" fmla="*/ 2438561 h 2438561"/>
                <a:gd name="connsiteX4" fmla="*/ 217356 w 1025738"/>
                <a:gd name="connsiteY4" fmla="*/ 2438561 h 2438561"/>
                <a:gd name="connsiteX5" fmla="*/ 402887 w 1025738"/>
                <a:gd name="connsiteY5" fmla="*/ 160 h 2438561"/>
                <a:gd name="connsiteX0" fmla="*/ 395647 w 1018498"/>
                <a:gd name="connsiteY0" fmla="*/ 160 h 2438561"/>
                <a:gd name="connsiteX1" fmla="*/ 647437 w 1018498"/>
                <a:gd name="connsiteY1" fmla="*/ 79673 h 2438561"/>
                <a:gd name="connsiteX2" fmla="*/ 859471 w 1018498"/>
                <a:gd name="connsiteY2" fmla="*/ 26665 h 2438561"/>
                <a:gd name="connsiteX3" fmla="*/ 1018498 w 1018498"/>
                <a:gd name="connsiteY3" fmla="*/ 2438561 h 2438561"/>
                <a:gd name="connsiteX4" fmla="*/ 210116 w 1018498"/>
                <a:gd name="connsiteY4" fmla="*/ 2438561 h 2438561"/>
                <a:gd name="connsiteX5" fmla="*/ 395647 w 1018498"/>
                <a:gd name="connsiteY5" fmla="*/ 160 h 2438561"/>
                <a:gd name="connsiteX0" fmla="*/ 343595 w 966446"/>
                <a:gd name="connsiteY0" fmla="*/ 160 h 2438561"/>
                <a:gd name="connsiteX1" fmla="*/ 595385 w 966446"/>
                <a:gd name="connsiteY1" fmla="*/ 79673 h 2438561"/>
                <a:gd name="connsiteX2" fmla="*/ 807419 w 966446"/>
                <a:gd name="connsiteY2" fmla="*/ 26665 h 2438561"/>
                <a:gd name="connsiteX3" fmla="*/ 966446 w 966446"/>
                <a:gd name="connsiteY3" fmla="*/ 2438561 h 2438561"/>
                <a:gd name="connsiteX4" fmla="*/ 224324 w 966446"/>
                <a:gd name="connsiteY4" fmla="*/ 2438561 h 2438561"/>
                <a:gd name="connsiteX5" fmla="*/ 343595 w 966446"/>
                <a:gd name="connsiteY5" fmla="*/ 160 h 2438561"/>
                <a:gd name="connsiteX0" fmla="*/ 419935 w 1042786"/>
                <a:gd name="connsiteY0" fmla="*/ 160 h 2438561"/>
                <a:gd name="connsiteX1" fmla="*/ 671725 w 1042786"/>
                <a:gd name="connsiteY1" fmla="*/ 79673 h 2438561"/>
                <a:gd name="connsiteX2" fmla="*/ 883759 w 1042786"/>
                <a:gd name="connsiteY2" fmla="*/ 26665 h 2438561"/>
                <a:gd name="connsiteX3" fmla="*/ 1042786 w 1042786"/>
                <a:gd name="connsiteY3" fmla="*/ 2438561 h 2438561"/>
                <a:gd name="connsiteX4" fmla="*/ 300664 w 1042786"/>
                <a:gd name="connsiteY4" fmla="*/ 2438561 h 2438561"/>
                <a:gd name="connsiteX5" fmla="*/ 419935 w 1042786"/>
                <a:gd name="connsiteY5" fmla="*/ 160 h 2438561"/>
                <a:gd name="connsiteX0" fmla="*/ 419935 w 989777"/>
                <a:gd name="connsiteY0" fmla="*/ 160 h 2438561"/>
                <a:gd name="connsiteX1" fmla="*/ 671725 w 989777"/>
                <a:gd name="connsiteY1" fmla="*/ 79673 h 2438561"/>
                <a:gd name="connsiteX2" fmla="*/ 883759 w 989777"/>
                <a:gd name="connsiteY2" fmla="*/ 26665 h 2438561"/>
                <a:gd name="connsiteX3" fmla="*/ 989777 w 989777"/>
                <a:gd name="connsiteY3" fmla="*/ 2438561 h 2438561"/>
                <a:gd name="connsiteX4" fmla="*/ 300664 w 989777"/>
                <a:gd name="connsiteY4" fmla="*/ 2438561 h 2438561"/>
                <a:gd name="connsiteX5" fmla="*/ 419935 w 989777"/>
                <a:gd name="connsiteY5" fmla="*/ 160 h 2438561"/>
                <a:gd name="connsiteX0" fmla="*/ 419935 w 1226865"/>
                <a:gd name="connsiteY0" fmla="*/ 160 h 2438561"/>
                <a:gd name="connsiteX1" fmla="*/ 671725 w 1226865"/>
                <a:gd name="connsiteY1" fmla="*/ 79673 h 2438561"/>
                <a:gd name="connsiteX2" fmla="*/ 883759 w 1226865"/>
                <a:gd name="connsiteY2" fmla="*/ 26665 h 2438561"/>
                <a:gd name="connsiteX3" fmla="*/ 989777 w 1226865"/>
                <a:gd name="connsiteY3" fmla="*/ 2438561 h 2438561"/>
                <a:gd name="connsiteX4" fmla="*/ 300664 w 1226865"/>
                <a:gd name="connsiteY4" fmla="*/ 2438561 h 2438561"/>
                <a:gd name="connsiteX5" fmla="*/ 419935 w 1226865"/>
                <a:gd name="connsiteY5" fmla="*/ 160 h 2438561"/>
                <a:gd name="connsiteX0" fmla="*/ 419935 w 1277421"/>
                <a:gd name="connsiteY0" fmla="*/ 160 h 2438561"/>
                <a:gd name="connsiteX1" fmla="*/ 671725 w 1277421"/>
                <a:gd name="connsiteY1" fmla="*/ 79673 h 2438561"/>
                <a:gd name="connsiteX2" fmla="*/ 883759 w 1277421"/>
                <a:gd name="connsiteY2" fmla="*/ 26665 h 2438561"/>
                <a:gd name="connsiteX3" fmla="*/ 989777 w 1277421"/>
                <a:gd name="connsiteY3" fmla="*/ 2438561 h 2438561"/>
                <a:gd name="connsiteX4" fmla="*/ 300664 w 1277421"/>
                <a:gd name="connsiteY4" fmla="*/ 2438561 h 2438561"/>
                <a:gd name="connsiteX5" fmla="*/ 419935 w 1277421"/>
                <a:gd name="connsiteY5" fmla="*/ 160 h 2438561"/>
                <a:gd name="connsiteX0" fmla="*/ 419935 w 1277421"/>
                <a:gd name="connsiteY0" fmla="*/ 216 h 2438617"/>
                <a:gd name="connsiteX1" fmla="*/ 671725 w 1277421"/>
                <a:gd name="connsiteY1" fmla="*/ 79729 h 2438617"/>
                <a:gd name="connsiteX2" fmla="*/ 883759 w 1277421"/>
                <a:gd name="connsiteY2" fmla="*/ 26721 h 2438617"/>
                <a:gd name="connsiteX3" fmla="*/ 989777 w 1277421"/>
                <a:gd name="connsiteY3" fmla="*/ 2438617 h 2438617"/>
                <a:gd name="connsiteX4" fmla="*/ 300664 w 1277421"/>
                <a:gd name="connsiteY4" fmla="*/ 2438617 h 2438617"/>
                <a:gd name="connsiteX5" fmla="*/ 419935 w 1277421"/>
                <a:gd name="connsiteY5" fmla="*/ 216 h 2438617"/>
                <a:gd name="connsiteX0" fmla="*/ 419935 w 1277421"/>
                <a:gd name="connsiteY0" fmla="*/ 18809 h 2457210"/>
                <a:gd name="connsiteX1" fmla="*/ 671725 w 1277421"/>
                <a:gd name="connsiteY1" fmla="*/ 98322 h 2457210"/>
                <a:gd name="connsiteX2" fmla="*/ 883759 w 1277421"/>
                <a:gd name="connsiteY2" fmla="*/ 45314 h 2457210"/>
                <a:gd name="connsiteX3" fmla="*/ 989777 w 1277421"/>
                <a:gd name="connsiteY3" fmla="*/ 2457210 h 2457210"/>
                <a:gd name="connsiteX4" fmla="*/ 300664 w 1277421"/>
                <a:gd name="connsiteY4" fmla="*/ 2457210 h 2457210"/>
                <a:gd name="connsiteX5" fmla="*/ 419935 w 1277421"/>
                <a:gd name="connsiteY5" fmla="*/ 18809 h 2457210"/>
                <a:gd name="connsiteX0" fmla="*/ 419935 w 1277421"/>
                <a:gd name="connsiteY0" fmla="*/ 428 h 2438829"/>
                <a:gd name="connsiteX1" fmla="*/ 671725 w 1277421"/>
                <a:gd name="connsiteY1" fmla="*/ 79941 h 2438829"/>
                <a:gd name="connsiteX2" fmla="*/ 883759 w 1277421"/>
                <a:gd name="connsiteY2" fmla="*/ 26933 h 2438829"/>
                <a:gd name="connsiteX3" fmla="*/ 989777 w 1277421"/>
                <a:gd name="connsiteY3" fmla="*/ 2438829 h 2438829"/>
                <a:gd name="connsiteX4" fmla="*/ 300664 w 1277421"/>
                <a:gd name="connsiteY4" fmla="*/ 2438829 h 2438829"/>
                <a:gd name="connsiteX5" fmla="*/ 419935 w 1277421"/>
                <a:gd name="connsiteY5" fmla="*/ 428 h 2438829"/>
                <a:gd name="connsiteX0" fmla="*/ 419935 w 1277421"/>
                <a:gd name="connsiteY0" fmla="*/ 13651 h 2452052"/>
                <a:gd name="connsiteX1" fmla="*/ 67172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19935 w 1277421"/>
                <a:gd name="connsiteY0" fmla="*/ 13651 h 2452052"/>
                <a:gd name="connsiteX1" fmla="*/ 65267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08617 w 1266103"/>
                <a:gd name="connsiteY0" fmla="*/ 13651 h 2452052"/>
                <a:gd name="connsiteX1" fmla="*/ 641357 w 1266103"/>
                <a:gd name="connsiteY1" fmla="*/ 93164 h 2452052"/>
                <a:gd name="connsiteX2" fmla="*/ 872441 w 1266103"/>
                <a:gd name="connsiteY2" fmla="*/ 40156 h 2452052"/>
                <a:gd name="connsiteX3" fmla="*/ 978459 w 1266103"/>
                <a:gd name="connsiteY3" fmla="*/ 2452052 h 2452052"/>
                <a:gd name="connsiteX4" fmla="*/ 289346 w 1266103"/>
                <a:gd name="connsiteY4" fmla="*/ 2452052 h 2452052"/>
                <a:gd name="connsiteX5" fmla="*/ 408617 w 1266103"/>
                <a:gd name="connsiteY5" fmla="*/ 13651 h 2452052"/>
                <a:gd name="connsiteX0" fmla="*/ 417042 w 1274528"/>
                <a:gd name="connsiteY0" fmla="*/ 13651 h 2452052"/>
                <a:gd name="connsiteX1" fmla="*/ 649782 w 1274528"/>
                <a:gd name="connsiteY1" fmla="*/ 93164 h 2452052"/>
                <a:gd name="connsiteX2" fmla="*/ 880866 w 1274528"/>
                <a:gd name="connsiteY2" fmla="*/ 40156 h 2452052"/>
                <a:gd name="connsiteX3" fmla="*/ 986884 w 1274528"/>
                <a:gd name="connsiteY3" fmla="*/ 2452052 h 2452052"/>
                <a:gd name="connsiteX4" fmla="*/ 297771 w 1274528"/>
                <a:gd name="connsiteY4" fmla="*/ 2452052 h 2452052"/>
                <a:gd name="connsiteX5" fmla="*/ 417042 w 1274528"/>
                <a:gd name="connsiteY5" fmla="*/ 13651 h 2452052"/>
                <a:gd name="connsiteX0" fmla="*/ 417042 w 1226121"/>
                <a:gd name="connsiteY0" fmla="*/ 13651 h 2452052"/>
                <a:gd name="connsiteX1" fmla="*/ 649782 w 1226121"/>
                <a:gd name="connsiteY1" fmla="*/ 93164 h 2452052"/>
                <a:gd name="connsiteX2" fmla="*/ 880866 w 1226121"/>
                <a:gd name="connsiteY2" fmla="*/ 40156 h 2452052"/>
                <a:gd name="connsiteX3" fmla="*/ 986884 w 1226121"/>
                <a:gd name="connsiteY3" fmla="*/ 2452052 h 2452052"/>
                <a:gd name="connsiteX4" fmla="*/ 297771 w 1226121"/>
                <a:gd name="connsiteY4" fmla="*/ 2452052 h 2452052"/>
                <a:gd name="connsiteX5" fmla="*/ 417042 w 1226121"/>
                <a:gd name="connsiteY5" fmla="*/ 13651 h 2452052"/>
                <a:gd name="connsiteX0" fmla="*/ 417042 w 1229924"/>
                <a:gd name="connsiteY0" fmla="*/ 13651 h 2452052"/>
                <a:gd name="connsiteX1" fmla="*/ 649782 w 1229924"/>
                <a:gd name="connsiteY1" fmla="*/ 93164 h 2452052"/>
                <a:gd name="connsiteX2" fmla="*/ 880866 w 1229924"/>
                <a:gd name="connsiteY2" fmla="*/ 40156 h 2452052"/>
                <a:gd name="connsiteX3" fmla="*/ 986884 w 1229924"/>
                <a:gd name="connsiteY3" fmla="*/ 2452052 h 2452052"/>
                <a:gd name="connsiteX4" fmla="*/ 297771 w 1229924"/>
                <a:gd name="connsiteY4" fmla="*/ 2452052 h 2452052"/>
                <a:gd name="connsiteX5" fmla="*/ 417042 w 1229924"/>
                <a:gd name="connsiteY5" fmla="*/ 13651 h 2452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9924" h="2452052">
                  <a:moveTo>
                    <a:pt x="417042" y="13651"/>
                  </a:moveTo>
                  <a:cubicBezTo>
                    <a:pt x="538382" y="-38391"/>
                    <a:pt x="533205" y="73768"/>
                    <a:pt x="649782" y="93164"/>
                  </a:cubicBezTo>
                  <a:cubicBezTo>
                    <a:pt x="720460" y="75495"/>
                    <a:pt x="781613" y="-37426"/>
                    <a:pt x="880866" y="40156"/>
                  </a:cubicBezTo>
                  <a:cubicBezTo>
                    <a:pt x="946229" y="95995"/>
                    <a:pt x="1561145" y="1171009"/>
                    <a:pt x="986884" y="2452052"/>
                  </a:cubicBezTo>
                  <a:lnTo>
                    <a:pt x="297771" y="2452052"/>
                  </a:lnTo>
                  <a:cubicBezTo>
                    <a:pt x="-409011" y="804364"/>
                    <a:pt x="356233" y="85365"/>
                    <a:pt x="417042" y="13651"/>
                  </a:cubicBezTo>
                  <a:close/>
                </a:path>
              </a:pathLst>
            </a:custGeom>
            <a:solidFill>
              <a:srgbClr val="F33819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D8E55402-9A56-D794-1D89-338107FDB4A1}"/>
                </a:ext>
              </a:extLst>
            </p:cNvPr>
            <p:cNvSpPr/>
            <p:nvPr/>
          </p:nvSpPr>
          <p:spPr>
            <a:xfrm>
              <a:off x="4383957" y="3976084"/>
              <a:ext cx="863420" cy="604487"/>
            </a:xfrm>
            <a:custGeom>
              <a:avLst/>
              <a:gdLst>
                <a:gd name="connsiteX0" fmla="*/ 0 w 808382"/>
                <a:gd name="connsiteY0" fmla="*/ 0 h 2464905"/>
                <a:gd name="connsiteX1" fmla="*/ 808382 w 808382"/>
                <a:gd name="connsiteY1" fmla="*/ 0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0 w 808382"/>
                <a:gd name="connsiteY0" fmla="*/ 0 h 2464905"/>
                <a:gd name="connsiteX1" fmla="*/ 649355 w 808382"/>
                <a:gd name="connsiteY1" fmla="*/ 53009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185531 w 808382"/>
                <a:gd name="connsiteY0" fmla="*/ 0 h 2438401"/>
                <a:gd name="connsiteX1" fmla="*/ 649355 w 808382"/>
                <a:gd name="connsiteY1" fmla="*/ 26505 h 2438401"/>
                <a:gd name="connsiteX2" fmla="*/ 808382 w 808382"/>
                <a:gd name="connsiteY2" fmla="*/ 2438401 h 2438401"/>
                <a:gd name="connsiteX3" fmla="*/ 0 w 808382"/>
                <a:gd name="connsiteY3" fmla="*/ 2438401 h 2438401"/>
                <a:gd name="connsiteX4" fmla="*/ 185531 w 808382"/>
                <a:gd name="connsiteY4" fmla="*/ 0 h 2438401"/>
                <a:gd name="connsiteX0" fmla="*/ 185531 w 808382"/>
                <a:gd name="connsiteY0" fmla="*/ 160 h 2438561"/>
                <a:gd name="connsiteX1" fmla="*/ 437321 w 808382"/>
                <a:gd name="connsiteY1" fmla="*/ 79673 h 2438561"/>
                <a:gd name="connsiteX2" fmla="*/ 649355 w 808382"/>
                <a:gd name="connsiteY2" fmla="*/ 26665 h 2438561"/>
                <a:gd name="connsiteX3" fmla="*/ 808382 w 808382"/>
                <a:gd name="connsiteY3" fmla="*/ 2438561 h 2438561"/>
                <a:gd name="connsiteX4" fmla="*/ 0 w 808382"/>
                <a:gd name="connsiteY4" fmla="*/ 2438561 h 2438561"/>
                <a:gd name="connsiteX5" fmla="*/ 185531 w 808382"/>
                <a:gd name="connsiteY5" fmla="*/ 160 h 2438561"/>
                <a:gd name="connsiteX0" fmla="*/ 393316 w 1016167"/>
                <a:gd name="connsiteY0" fmla="*/ 160 h 2438561"/>
                <a:gd name="connsiteX1" fmla="*/ 645106 w 1016167"/>
                <a:gd name="connsiteY1" fmla="*/ 79673 h 2438561"/>
                <a:gd name="connsiteX2" fmla="*/ 857140 w 1016167"/>
                <a:gd name="connsiteY2" fmla="*/ 26665 h 2438561"/>
                <a:gd name="connsiteX3" fmla="*/ 1016167 w 1016167"/>
                <a:gd name="connsiteY3" fmla="*/ 2438561 h 2438561"/>
                <a:gd name="connsiteX4" fmla="*/ 207785 w 1016167"/>
                <a:gd name="connsiteY4" fmla="*/ 2438561 h 2438561"/>
                <a:gd name="connsiteX5" fmla="*/ 393316 w 1016167"/>
                <a:gd name="connsiteY5" fmla="*/ 160 h 2438561"/>
                <a:gd name="connsiteX0" fmla="*/ 402887 w 1025738"/>
                <a:gd name="connsiteY0" fmla="*/ 160 h 2438561"/>
                <a:gd name="connsiteX1" fmla="*/ 654677 w 1025738"/>
                <a:gd name="connsiteY1" fmla="*/ 79673 h 2438561"/>
                <a:gd name="connsiteX2" fmla="*/ 866711 w 1025738"/>
                <a:gd name="connsiteY2" fmla="*/ 26665 h 2438561"/>
                <a:gd name="connsiteX3" fmla="*/ 1025738 w 1025738"/>
                <a:gd name="connsiteY3" fmla="*/ 2438561 h 2438561"/>
                <a:gd name="connsiteX4" fmla="*/ 217356 w 1025738"/>
                <a:gd name="connsiteY4" fmla="*/ 2438561 h 2438561"/>
                <a:gd name="connsiteX5" fmla="*/ 402887 w 1025738"/>
                <a:gd name="connsiteY5" fmla="*/ 160 h 2438561"/>
                <a:gd name="connsiteX0" fmla="*/ 395647 w 1018498"/>
                <a:gd name="connsiteY0" fmla="*/ 160 h 2438561"/>
                <a:gd name="connsiteX1" fmla="*/ 647437 w 1018498"/>
                <a:gd name="connsiteY1" fmla="*/ 79673 h 2438561"/>
                <a:gd name="connsiteX2" fmla="*/ 859471 w 1018498"/>
                <a:gd name="connsiteY2" fmla="*/ 26665 h 2438561"/>
                <a:gd name="connsiteX3" fmla="*/ 1018498 w 1018498"/>
                <a:gd name="connsiteY3" fmla="*/ 2438561 h 2438561"/>
                <a:gd name="connsiteX4" fmla="*/ 210116 w 1018498"/>
                <a:gd name="connsiteY4" fmla="*/ 2438561 h 2438561"/>
                <a:gd name="connsiteX5" fmla="*/ 395647 w 1018498"/>
                <a:gd name="connsiteY5" fmla="*/ 160 h 2438561"/>
                <a:gd name="connsiteX0" fmla="*/ 343595 w 966446"/>
                <a:gd name="connsiteY0" fmla="*/ 160 h 2438561"/>
                <a:gd name="connsiteX1" fmla="*/ 595385 w 966446"/>
                <a:gd name="connsiteY1" fmla="*/ 79673 h 2438561"/>
                <a:gd name="connsiteX2" fmla="*/ 807419 w 966446"/>
                <a:gd name="connsiteY2" fmla="*/ 26665 h 2438561"/>
                <a:gd name="connsiteX3" fmla="*/ 966446 w 966446"/>
                <a:gd name="connsiteY3" fmla="*/ 2438561 h 2438561"/>
                <a:gd name="connsiteX4" fmla="*/ 224324 w 966446"/>
                <a:gd name="connsiteY4" fmla="*/ 2438561 h 2438561"/>
                <a:gd name="connsiteX5" fmla="*/ 343595 w 966446"/>
                <a:gd name="connsiteY5" fmla="*/ 160 h 2438561"/>
                <a:gd name="connsiteX0" fmla="*/ 419935 w 1042786"/>
                <a:gd name="connsiteY0" fmla="*/ 160 h 2438561"/>
                <a:gd name="connsiteX1" fmla="*/ 671725 w 1042786"/>
                <a:gd name="connsiteY1" fmla="*/ 79673 h 2438561"/>
                <a:gd name="connsiteX2" fmla="*/ 883759 w 1042786"/>
                <a:gd name="connsiteY2" fmla="*/ 26665 h 2438561"/>
                <a:gd name="connsiteX3" fmla="*/ 1042786 w 1042786"/>
                <a:gd name="connsiteY3" fmla="*/ 2438561 h 2438561"/>
                <a:gd name="connsiteX4" fmla="*/ 300664 w 1042786"/>
                <a:gd name="connsiteY4" fmla="*/ 2438561 h 2438561"/>
                <a:gd name="connsiteX5" fmla="*/ 419935 w 1042786"/>
                <a:gd name="connsiteY5" fmla="*/ 160 h 2438561"/>
                <a:gd name="connsiteX0" fmla="*/ 419935 w 989777"/>
                <a:gd name="connsiteY0" fmla="*/ 160 h 2438561"/>
                <a:gd name="connsiteX1" fmla="*/ 671725 w 989777"/>
                <a:gd name="connsiteY1" fmla="*/ 79673 h 2438561"/>
                <a:gd name="connsiteX2" fmla="*/ 883759 w 989777"/>
                <a:gd name="connsiteY2" fmla="*/ 26665 h 2438561"/>
                <a:gd name="connsiteX3" fmla="*/ 989777 w 989777"/>
                <a:gd name="connsiteY3" fmla="*/ 2438561 h 2438561"/>
                <a:gd name="connsiteX4" fmla="*/ 300664 w 989777"/>
                <a:gd name="connsiteY4" fmla="*/ 2438561 h 2438561"/>
                <a:gd name="connsiteX5" fmla="*/ 419935 w 989777"/>
                <a:gd name="connsiteY5" fmla="*/ 160 h 2438561"/>
                <a:gd name="connsiteX0" fmla="*/ 419935 w 1226865"/>
                <a:gd name="connsiteY0" fmla="*/ 160 h 2438561"/>
                <a:gd name="connsiteX1" fmla="*/ 671725 w 1226865"/>
                <a:gd name="connsiteY1" fmla="*/ 79673 h 2438561"/>
                <a:gd name="connsiteX2" fmla="*/ 883759 w 1226865"/>
                <a:gd name="connsiteY2" fmla="*/ 26665 h 2438561"/>
                <a:gd name="connsiteX3" fmla="*/ 989777 w 1226865"/>
                <a:gd name="connsiteY3" fmla="*/ 2438561 h 2438561"/>
                <a:gd name="connsiteX4" fmla="*/ 300664 w 1226865"/>
                <a:gd name="connsiteY4" fmla="*/ 2438561 h 2438561"/>
                <a:gd name="connsiteX5" fmla="*/ 419935 w 1226865"/>
                <a:gd name="connsiteY5" fmla="*/ 160 h 2438561"/>
                <a:gd name="connsiteX0" fmla="*/ 419935 w 1277421"/>
                <a:gd name="connsiteY0" fmla="*/ 160 h 2438561"/>
                <a:gd name="connsiteX1" fmla="*/ 671725 w 1277421"/>
                <a:gd name="connsiteY1" fmla="*/ 79673 h 2438561"/>
                <a:gd name="connsiteX2" fmla="*/ 883759 w 1277421"/>
                <a:gd name="connsiteY2" fmla="*/ 26665 h 2438561"/>
                <a:gd name="connsiteX3" fmla="*/ 989777 w 1277421"/>
                <a:gd name="connsiteY3" fmla="*/ 2438561 h 2438561"/>
                <a:gd name="connsiteX4" fmla="*/ 300664 w 1277421"/>
                <a:gd name="connsiteY4" fmla="*/ 2438561 h 2438561"/>
                <a:gd name="connsiteX5" fmla="*/ 419935 w 1277421"/>
                <a:gd name="connsiteY5" fmla="*/ 160 h 2438561"/>
                <a:gd name="connsiteX0" fmla="*/ 419935 w 1277421"/>
                <a:gd name="connsiteY0" fmla="*/ 216 h 2438617"/>
                <a:gd name="connsiteX1" fmla="*/ 671725 w 1277421"/>
                <a:gd name="connsiteY1" fmla="*/ 79729 h 2438617"/>
                <a:gd name="connsiteX2" fmla="*/ 883759 w 1277421"/>
                <a:gd name="connsiteY2" fmla="*/ 26721 h 2438617"/>
                <a:gd name="connsiteX3" fmla="*/ 989777 w 1277421"/>
                <a:gd name="connsiteY3" fmla="*/ 2438617 h 2438617"/>
                <a:gd name="connsiteX4" fmla="*/ 300664 w 1277421"/>
                <a:gd name="connsiteY4" fmla="*/ 2438617 h 2438617"/>
                <a:gd name="connsiteX5" fmla="*/ 419935 w 1277421"/>
                <a:gd name="connsiteY5" fmla="*/ 216 h 2438617"/>
                <a:gd name="connsiteX0" fmla="*/ 419935 w 1277421"/>
                <a:gd name="connsiteY0" fmla="*/ 18809 h 2457210"/>
                <a:gd name="connsiteX1" fmla="*/ 671725 w 1277421"/>
                <a:gd name="connsiteY1" fmla="*/ 98322 h 2457210"/>
                <a:gd name="connsiteX2" fmla="*/ 883759 w 1277421"/>
                <a:gd name="connsiteY2" fmla="*/ 45314 h 2457210"/>
                <a:gd name="connsiteX3" fmla="*/ 989777 w 1277421"/>
                <a:gd name="connsiteY3" fmla="*/ 2457210 h 2457210"/>
                <a:gd name="connsiteX4" fmla="*/ 300664 w 1277421"/>
                <a:gd name="connsiteY4" fmla="*/ 2457210 h 2457210"/>
                <a:gd name="connsiteX5" fmla="*/ 419935 w 1277421"/>
                <a:gd name="connsiteY5" fmla="*/ 18809 h 2457210"/>
                <a:gd name="connsiteX0" fmla="*/ 419935 w 1277421"/>
                <a:gd name="connsiteY0" fmla="*/ 428 h 2438829"/>
                <a:gd name="connsiteX1" fmla="*/ 671725 w 1277421"/>
                <a:gd name="connsiteY1" fmla="*/ 79941 h 2438829"/>
                <a:gd name="connsiteX2" fmla="*/ 883759 w 1277421"/>
                <a:gd name="connsiteY2" fmla="*/ 26933 h 2438829"/>
                <a:gd name="connsiteX3" fmla="*/ 989777 w 1277421"/>
                <a:gd name="connsiteY3" fmla="*/ 2438829 h 2438829"/>
                <a:gd name="connsiteX4" fmla="*/ 300664 w 1277421"/>
                <a:gd name="connsiteY4" fmla="*/ 2438829 h 2438829"/>
                <a:gd name="connsiteX5" fmla="*/ 419935 w 1277421"/>
                <a:gd name="connsiteY5" fmla="*/ 428 h 2438829"/>
                <a:gd name="connsiteX0" fmla="*/ 419935 w 1277421"/>
                <a:gd name="connsiteY0" fmla="*/ 13651 h 2452052"/>
                <a:gd name="connsiteX1" fmla="*/ 67172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19935 w 1277421"/>
                <a:gd name="connsiteY0" fmla="*/ 13651 h 2452052"/>
                <a:gd name="connsiteX1" fmla="*/ 65267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08617 w 1266103"/>
                <a:gd name="connsiteY0" fmla="*/ 13651 h 2452052"/>
                <a:gd name="connsiteX1" fmla="*/ 641357 w 1266103"/>
                <a:gd name="connsiteY1" fmla="*/ 93164 h 2452052"/>
                <a:gd name="connsiteX2" fmla="*/ 872441 w 1266103"/>
                <a:gd name="connsiteY2" fmla="*/ 40156 h 2452052"/>
                <a:gd name="connsiteX3" fmla="*/ 978459 w 1266103"/>
                <a:gd name="connsiteY3" fmla="*/ 2452052 h 2452052"/>
                <a:gd name="connsiteX4" fmla="*/ 289346 w 1266103"/>
                <a:gd name="connsiteY4" fmla="*/ 2452052 h 2452052"/>
                <a:gd name="connsiteX5" fmla="*/ 408617 w 1266103"/>
                <a:gd name="connsiteY5" fmla="*/ 13651 h 2452052"/>
                <a:gd name="connsiteX0" fmla="*/ 417042 w 1274528"/>
                <a:gd name="connsiteY0" fmla="*/ 13651 h 2452052"/>
                <a:gd name="connsiteX1" fmla="*/ 649782 w 1274528"/>
                <a:gd name="connsiteY1" fmla="*/ 93164 h 2452052"/>
                <a:gd name="connsiteX2" fmla="*/ 880866 w 1274528"/>
                <a:gd name="connsiteY2" fmla="*/ 40156 h 2452052"/>
                <a:gd name="connsiteX3" fmla="*/ 986884 w 1274528"/>
                <a:gd name="connsiteY3" fmla="*/ 2452052 h 2452052"/>
                <a:gd name="connsiteX4" fmla="*/ 297771 w 1274528"/>
                <a:gd name="connsiteY4" fmla="*/ 2452052 h 2452052"/>
                <a:gd name="connsiteX5" fmla="*/ 417042 w 1274528"/>
                <a:gd name="connsiteY5" fmla="*/ 13651 h 2452052"/>
                <a:gd name="connsiteX0" fmla="*/ 417042 w 1226121"/>
                <a:gd name="connsiteY0" fmla="*/ 13651 h 2452052"/>
                <a:gd name="connsiteX1" fmla="*/ 649782 w 1226121"/>
                <a:gd name="connsiteY1" fmla="*/ 93164 h 2452052"/>
                <a:gd name="connsiteX2" fmla="*/ 880866 w 1226121"/>
                <a:gd name="connsiteY2" fmla="*/ 40156 h 2452052"/>
                <a:gd name="connsiteX3" fmla="*/ 986884 w 1226121"/>
                <a:gd name="connsiteY3" fmla="*/ 2452052 h 2452052"/>
                <a:gd name="connsiteX4" fmla="*/ 297771 w 1226121"/>
                <a:gd name="connsiteY4" fmla="*/ 2452052 h 2452052"/>
                <a:gd name="connsiteX5" fmla="*/ 417042 w 1226121"/>
                <a:gd name="connsiteY5" fmla="*/ 13651 h 2452052"/>
                <a:gd name="connsiteX0" fmla="*/ 417042 w 1229924"/>
                <a:gd name="connsiteY0" fmla="*/ 13651 h 2452052"/>
                <a:gd name="connsiteX1" fmla="*/ 649782 w 1229924"/>
                <a:gd name="connsiteY1" fmla="*/ 93164 h 2452052"/>
                <a:gd name="connsiteX2" fmla="*/ 880866 w 1229924"/>
                <a:gd name="connsiteY2" fmla="*/ 40156 h 2452052"/>
                <a:gd name="connsiteX3" fmla="*/ 986884 w 1229924"/>
                <a:gd name="connsiteY3" fmla="*/ 2452052 h 2452052"/>
                <a:gd name="connsiteX4" fmla="*/ 297771 w 1229924"/>
                <a:gd name="connsiteY4" fmla="*/ 2452052 h 2452052"/>
                <a:gd name="connsiteX5" fmla="*/ 417042 w 1229924"/>
                <a:gd name="connsiteY5" fmla="*/ 13651 h 2452052"/>
                <a:gd name="connsiteX0" fmla="*/ 297098 w 1272841"/>
                <a:gd name="connsiteY0" fmla="*/ 4685 h 2729157"/>
                <a:gd name="connsiteX1" fmla="*/ 692699 w 1272841"/>
                <a:gd name="connsiteY1" fmla="*/ 370269 h 2729157"/>
                <a:gd name="connsiteX2" fmla="*/ 923783 w 1272841"/>
                <a:gd name="connsiteY2" fmla="*/ 317261 h 2729157"/>
                <a:gd name="connsiteX3" fmla="*/ 1029801 w 1272841"/>
                <a:gd name="connsiteY3" fmla="*/ 2729157 h 2729157"/>
                <a:gd name="connsiteX4" fmla="*/ 340688 w 1272841"/>
                <a:gd name="connsiteY4" fmla="*/ 2729157 h 2729157"/>
                <a:gd name="connsiteX5" fmla="*/ 297098 w 1272841"/>
                <a:gd name="connsiteY5" fmla="*/ 4685 h 2729157"/>
                <a:gd name="connsiteX0" fmla="*/ 297098 w 1321637"/>
                <a:gd name="connsiteY0" fmla="*/ 4685 h 2729157"/>
                <a:gd name="connsiteX1" fmla="*/ 692699 w 1321637"/>
                <a:gd name="connsiteY1" fmla="*/ 370269 h 2729157"/>
                <a:gd name="connsiteX2" fmla="*/ 1099671 w 1321637"/>
                <a:gd name="connsiteY2" fmla="*/ 72056 h 2729157"/>
                <a:gd name="connsiteX3" fmla="*/ 1029801 w 1321637"/>
                <a:gd name="connsiteY3" fmla="*/ 2729157 h 2729157"/>
                <a:gd name="connsiteX4" fmla="*/ 340688 w 1321637"/>
                <a:gd name="connsiteY4" fmla="*/ 2729157 h 2729157"/>
                <a:gd name="connsiteX5" fmla="*/ 297098 w 1321637"/>
                <a:gd name="connsiteY5" fmla="*/ 4685 h 2729157"/>
                <a:gd name="connsiteX0" fmla="*/ 437186 w 1461725"/>
                <a:gd name="connsiteY0" fmla="*/ 4685 h 2729157"/>
                <a:gd name="connsiteX1" fmla="*/ 832787 w 1461725"/>
                <a:gd name="connsiteY1" fmla="*/ 370269 h 2729157"/>
                <a:gd name="connsiteX2" fmla="*/ 1239759 w 1461725"/>
                <a:gd name="connsiteY2" fmla="*/ 72056 h 2729157"/>
                <a:gd name="connsiteX3" fmla="*/ 1169889 w 1461725"/>
                <a:gd name="connsiteY3" fmla="*/ 2729157 h 2729157"/>
                <a:gd name="connsiteX4" fmla="*/ 291858 w 1461725"/>
                <a:gd name="connsiteY4" fmla="*/ 2504383 h 2729157"/>
                <a:gd name="connsiteX5" fmla="*/ 437186 w 1461725"/>
                <a:gd name="connsiteY5" fmla="*/ 4685 h 2729157"/>
                <a:gd name="connsiteX0" fmla="*/ 228857 w 1253396"/>
                <a:gd name="connsiteY0" fmla="*/ 4685 h 2729157"/>
                <a:gd name="connsiteX1" fmla="*/ 624458 w 1253396"/>
                <a:gd name="connsiteY1" fmla="*/ 370269 h 2729157"/>
                <a:gd name="connsiteX2" fmla="*/ 1031430 w 1253396"/>
                <a:gd name="connsiteY2" fmla="*/ 72056 h 2729157"/>
                <a:gd name="connsiteX3" fmla="*/ 961560 w 1253396"/>
                <a:gd name="connsiteY3" fmla="*/ 2729157 h 2729157"/>
                <a:gd name="connsiteX4" fmla="*/ 83529 w 1253396"/>
                <a:gd name="connsiteY4" fmla="*/ 2504383 h 2729157"/>
                <a:gd name="connsiteX5" fmla="*/ 228857 w 1253396"/>
                <a:gd name="connsiteY5" fmla="*/ 4685 h 2729157"/>
                <a:gd name="connsiteX0" fmla="*/ 110298 w 1291184"/>
                <a:gd name="connsiteY0" fmla="*/ 127524 h 2668090"/>
                <a:gd name="connsiteX1" fmla="*/ 662246 w 1291184"/>
                <a:gd name="connsiteY1" fmla="*/ 309202 h 2668090"/>
                <a:gd name="connsiteX2" fmla="*/ 1069218 w 1291184"/>
                <a:gd name="connsiteY2" fmla="*/ 10989 h 2668090"/>
                <a:gd name="connsiteX3" fmla="*/ 999348 w 1291184"/>
                <a:gd name="connsiteY3" fmla="*/ 2668090 h 2668090"/>
                <a:gd name="connsiteX4" fmla="*/ 121317 w 1291184"/>
                <a:gd name="connsiteY4" fmla="*/ 2443316 h 2668090"/>
                <a:gd name="connsiteX5" fmla="*/ 110298 w 1291184"/>
                <a:gd name="connsiteY5" fmla="*/ 127524 h 2668090"/>
                <a:gd name="connsiteX0" fmla="*/ 110298 w 1291184"/>
                <a:gd name="connsiteY0" fmla="*/ 222538 h 2763104"/>
                <a:gd name="connsiteX1" fmla="*/ 662246 w 1291184"/>
                <a:gd name="connsiteY1" fmla="*/ 404216 h 2763104"/>
                <a:gd name="connsiteX2" fmla="*/ 1069218 w 1291184"/>
                <a:gd name="connsiteY2" fmla="*/ 106003 h 2763104"/>
                <a:gd name="connsiteX3" fmla="*/ 999348 w 1291184"/>
                <a:gd name="connsiteY3" fmla="*/ 2763104 h 2763104"/>
                <a:gd name="connsiteX4" fmla="*/ 121317 w 1291184"/>
                <a:gd name="connsiteY4" fmla="*/ 2538330 h 2763104"/>
                <a:gd name="connsiteX5" fmla="*/ 110298 w 1291184"/>
                <a:gd name="connsiteY5" fmla="*/ 222538 h 2763104"/>
                <a:gd name="connsiteX0" fmla="*/ 52784 w 1233670"/>
                <a:gd name="connsiteY0" fmla="*/ 222538 h 2763104"/>
                <a:gd name="connsiteX1" fmla="*/ 604732 w 1233670"/>
                <a:gd name="connsiteY1" fmla="*/ 404216 h 2763104"/>
                <a:gd name="connsiteX2" fmla="*/ 1011704 w 1233670"/>
                <a:gd name="connsiteY2" fmla="*/ 106003 h 2763104"/>
                <a:gd name="connsiteX3" fmla="*/ 941834 w 1233670"/>
                <a:gd name="connsiteY3" fmla="*/ 2763104 h 2763104"/>
                <a:gd name="connsiteX4" fmla="*/ 63803 w 1233670"/>
                <a:gd name="connsiteY4" fmla="*/ 2538330 h 2763104"/>
                <a:gd name="connsiteX5" fmla="*/ 52784 w 1233670"/>
                <a:gd name="connsiteY5" fmla="*/ 222538 h 2763104"/>
                <a:gd name="connsiteX0" fmla="*/ 52784 w 1355775"/>
                <a:gd name="connsiteY0" fmla="*/ 222538 h 2538330"/>
                <a:gd name="connsiteX1" fmla="*/ 604732 w 1355775"/>
                <a:gd name="connsiteY1" fmla="*/ 404216 h 2538330"/>
                <a:gd name="connsiteX2" fmla="*/ 1011704 w 1355775"/>
                <a:gd name="connsiteY2" fmla="*/ 106003 h 2538330"/>
                <a:gd name="connsiteX3" fmla="*/ 1111210 w 1355775"/>
                <a:gd name="connsiteY3" fmla="*/ 2456595 h 2538330"/>
                <a:gd name="connsiteX4" fmla="*/ 63803 w 1355775"/>
                <a:gd name="connsiteY4" fmla="*/ 2538330 h 2538330"/>
                <a:gd name="connsiteX5" fmla="*/ 52784 w 1355775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77792 h 2593584"/>
                <a:gd name="connsiteX1" fmla="*/ 604732 w 1379241"/>
                <a:gd name="connsiteY1" fmla="*/ 459470 h 2593584"/>
                <a:gd name="connsiteX2" fmla="*/ 1102906 w 1379241"/>
                <a:gd name="connsiteY2" fmla="*/ 161256 h 2593584"/>
                <a:gd name="connsiteX3" fmla="*/ 1111210 w 1379241"/>
                <a:gd name="connsiteY3" fmla="*/ 2511849 h 2593584"/>
                <a:gd name="connsiteX4" fmla="*/ 63803 w 1379241"/>
                <a:gd name="connsiteY4" fmla="*/ 2593584 h 2593584"/>
                <a:gd name="connsiteX5" fmla="*/ 52784 w 1379241"/>
                <a:gd name="connsiteY5" fmla="*/ 277792 h 2593584"/>
                <a:gd name="connsiteX0" fmla="*/ 52784 w 1388657"/>
                <a:gd name="connsiteY0" fmla="*/ 277792 h 2593584"/>
                <a:gd name="connsiteX1" fmla="*/ 604732 w 1388657"/>
                <a:gd name="connsiteY1" fmla="*/ 459470 h 2593584"/>
                <a:gd name="connsiteX2" fmla="*/ 1102906 w 1388657"/>
                <a:gd name="connsiteY2" fmla="*/ 161256 h 2593584"/>
                <a:gd name="connsiteX3" fmla="*/ 1124239 w 1388657"/>
                <a:gd name="connsiteY3" fmla="*/ 2511849 h 2593584"/>
                <a:gd name="connsiteX4" fmla="*/ 63803 w 1388657"/>
                <a:gd name="connsiteY4" fmla="*/ 2593584 h 2593584"/>
                <a:gd name="connsiteX5" fmla="*/ 52784 w 1388657"/>
                <a:gd name="connsiteY5" fmla="*/ 277792 h 2593584"/>
                <a:gd name="connsiteX0" fmla="*/ 52784 w 1181038"/>
                <a:gd name="connsiteY0" fmla="*/ 277792 h 2593584"/>
                <a:gd name="connsiteX1" fmla="*/ 604732 w 1181038"/>
                <a:gd name="connsiteY1" fmla="*/ 459470 h 2593584"/>
                <a:gd name="connsiteX2" fmla="*/ 1102906 w 1181038"/>
                <a:gd name="connsiteY2" fmla="*/ 161256 h 2593584"/>
                <a:gd name="connsiteX3" fmla="*/ 1124239 w 1181038"/>
                <a:gd name="connsiteY3" fmla="*/ 2511849 h 2593584"/>
                <a:gd name="connsiteX4" fmla="*/ 63803 w 1181038"/>
                <a:gd name="connsiteY4" fmla="*/ 2593584 h 2593584"/>
                <a:gd name="connsiteX5" fmla="*/ 52784 w 1181038"/>
                <a:gd name="connsiteY5" fmla="*/ 277792 h 2593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1038" h="2593584">
                  <a:moveTo>
                    <a:pt x="52784" y="277792"/>
                  </a:moveTo>
                  <a:cubicBezTo>
                    <a:pt x="343499" y="-305526"/>
                    <a:pt x="488155" y="440074"/>
                    <a:pt x="604732" y="459470"/>
                  </a:cubicBezTo>
                  <a:cubicBezTo>
                    <a:pt x="675410" y="441801"/>
                    <a:pt x="997137" y="-325001"/>
                    <a:pt x="1102906" y="161256"/>
                  </a:cubicBezTo>
                  <a:cubicBezTo>
                    <a:pt x="1168269" y="217095"/>
                    <a:pt x="1229461" y="1925553"/>
                    <a:pt x="1124239" y="2511849"/>
                  </a:cubicBezTo>
                  <a:lnTo>
                    <a:pt x="63803" y="2593584"/>
                  </a:lnTo>
                  <a:cubicBezTo>
                    <a:pt x="-30622" y="1354567"/>
                    <a:pt x="-8025" y="349506"/>
                    <a:pt x="52784" y="277792"/>
                  </a:cubicBezTo>
                  <a:close/>
                </a:path>
              </a:pathLst>
            </a:custGeom>
            <a:solidFill>
              <a:srgbClr val="F33819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E21C007E-58C7-7C79-8E54-CB05D106EDD7}"/>
                </a:ext>
              </a:extLst>
            </p:cNvPr>
            <p:cNvSpPr/>
            <p:nvPr/>
          </p:nvSpPr>
          <p:spPr>
            <a:xfrm>
              <a:off x="4383957" y="4474562"/>
              <a:ext cx="863420" cy="622413"/>
            </a:xfrm>
            <a:custGeom>
              <a:avLst/>
              <a:gdLst>
                <a:gd name="connsiteX0" fmla="*/ 0 w 808382"/>
                <a:gd name="connsiteY0" fmla="*/ 0 h 2464905"/>
                <a:gd name="connsiteX1" fmla="*/ 808382 w 808382"/>
                <a:gd name="connsiteY1" fmla="*/ 0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0 w 808382"/>
                <a:gd name="connsiteY0" fmla="*/ 0 h 2464905"/>
                <a:gd name="connsiteX1" fmla="*/ 649355 w 808382"/>
                <a:gd name="connsiteY1" fmla="*/ 53009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185531 w 808382"/>
                <a:gd name="connsiteY0" fmla="*/ 0 h 2438401"/>
                <a:gd name="connsiteX1" fmla="*/ 649355 w 808382"/>
                <a:gd name="connsiteY1" fmla="*/ 26505 h 2438401"/>
                <a:gd name="connsiteX2" fmla="*/ 808382 w 808382"/>
                <a:gd name="connsiteY2" fmla="*/ 2438401 h 2438401"/>
                <a:gd name="connsiteX3" fmla="*/ 0 w 808382"/>
                <a:gd name="connsiteY3" fmla="*/ 2438401 h 2438401"/>
                <a:gd name="connsiteX4" fmla="*/ 185531 w 808382"/>
                <a:gd name="connsiteY4" fmla="*/ 0 h 2438401"/>
                <a:gd name="connsiteX0" fmla="*/ 185531 w 808382"/>
                <a:gd name="connsiteY0" fmla="*/ 160 h 2438561"/>
                <a:gd name="connsiteX1" fmla="*/ 437321 w 808382"/>
                <a:gd name="connsiteY1" fmla="*/ 79673 h 2438561"/>
                <a:gd name="connsiteX2" fmla="*/ 649355 w 808382"/>
                <a:gd name="connsiteY2" fmla="*/ 26665 h 2438561"/>
                <a:gd name="connsiteX3" fmla="*/ 808382 w 808382"/>
                <a:gd name="connsiteY3" fmla="*/ 2438561 h 2438561"/>
                <a:gd name="connsiteX4" fmla="*/ 0 w 808382"/>
                <a:gd name="connsiteY4" fmla="*/ 2438561 h 2438561"/>
                <a:gd name="connsiteX5" fmla="*/ 185531 w 808382"/>
                <a:gd name="connsiteY5" fmla="*/ 160 h 2438561"/>
                <a:gd name="connsiteX0" fmla="*/ 393316 w 1016167"/>
                <a:gd name="connsiteY0" fmla="*/ 160 h 2438561"/>
                <a:gd name="connsiteX1" fmla="*/ 645106 w 1016167"/>
                <a:gd name="connsiteY1" fmla="*/ 79673 h 2438561"/>
                <a:gd name="connsiteX2" fmla="*/ 857140 w 1016167"/>
                <a:gd name="connsiteY2" fmla="*/ 26665 h 2438561"/>
                <a:gd name="connsiteX3" fmla="*/ 1016167 w 1016167"/>
                <a:gd name="connsiteY3" fmla="*/ 2438561 h 2438561"/>
                <a:gd name="connsiteX4" fmla="*/ 207785 w 1016167"/>
                <a:gd name="connsiteY4" fmla="*/ 2438561 h 2438561"/>
                <a:gd name="connsiteX5" fmla="*/ 393316 w 1016167"/>
                <a:gd name="connsiteY5" fmla="*/ 160 h 2438561"/>
                <a:gd name="connsiteX0" fmla="*/ 402887 w 1025738"/>
                <a:gd name="connsiteY0" fmla="*/ 160 h 2438561"/>
                <a:gd name="connsiteX1" fmla="*/ 654677 w 1025738"/>
                <a:gd name="connsiteY1" fmla="*/ 79673 h 2438561"/>
                <a:gd name="connsiteX2" fmla="*/ 866711 w 1025738"/>
                <a:gd name="connsiteY2" fmla="*/ 26665 h 2438561"/>
                <a:gd name="connsiteX3" fmla="*/ 1025738 w 1025738"/>
                <a:gd name="connsiteY3" fmla="*/ 2438561 h 2438561"/>
                <a:gd name="connsiteX4" fmla="*/ 217356 w 1025738"/>
                <a:gd name="connsiteY4" fmla="*/ 2438561 h 2438561"/>
                <a:gd name="connsiteX5" fmla="*/ 402887 w 1025738"/>
                <a:gd name="connsiteY5" fmla="*/ 160 h 2438561"/>
                <a:gd name="connsiteX0" fmla="*/ 395647 w 1018498"/>
                <a:gd name="connsiteY0" fmla="*/ 160 h 2438561"/>
                <a:gd name="connsiteX1" fmla="*/ 647437 w 1018498"/>
                <a:gd name="connsiteY1" fmla="*/ 79673 h 2438561"/>
                <a:gd name="connsiteX2" fmla="*/ 859471 w 1018498"/>
                <a:gd name="connsiteY2" fmla="*/ 26665 h 2438561"/>
                <a:gd name="connsiteX3" fmla="*/ 1018498 w 1018498"/>
                <a:gd name="connsiteY3" fmla="*/ 2438561 h 2438561"/>
                <a:gd name="connsiteX4" fmla="*/ 210116 w 1018498"/>
                <a:gd name="connsiteY4" fmla="*/ 2438561 h 2438561"/>
                <a:gd name="connsiteX5" fmla="*/ 395647 w 1018498"/>
                <a:gd name="connsiteY5" fmla="*/ 160 h 2438561"/>
                <a:gd name="connsiteX0" fmla="*/ 343595 w 966446"/>
                <a:gd name="connsiteY0" fmla="*/ 160 h 2438561"/>
                <a:gd name="connsiteX1" fmla="*/ 595385 w 966446"/>
                <a:gd name="connsiteY1" fmla="*/ 79673 h 2438561"/>
                <a:gd name="connsiteX2" fmla="*/ 807419 w 966446"/>
                <a:gd name="connsiteY2" fmla="*/ 26665 h 2438561"/>
                <a:gd name="connsiteX3" fmla="*/ 966446 w 966446"/>
                <a:gd name="connsiteY3" fmla="*/ 2438561 h 2438561"/>
                <a:gd name="connsiteX4" fmla="*/ 224324 w 966446"/>
                <a:gd name="connsiteY4" fmla="*/ 2438561 h 2438561"/>
                <a:gd name="connsiteX5" fmla="*/ 343595 w 966446"/>
                <a:gd name="connsiteY5" fmla="*/ 160 h 2438561"/>
                <a:gd name="connsiteX0" fmla="*/ 419935 w 1042786"/>
                <a:gd name="connsiteY0" fmla="*/ 160 h 2438561"/>
                <a:gd name="connsiteX1" fmla="*/ 671725 w 1042786"/>
                <a:gd name="connsiteY1" fmla="*/ 79673 h 2438561"/>
                <a:gd name="connsiteX2" fmla="*/ 883759 w 1042786"/>
                <a:gd name="connsiteY2" fmla="*/ 26665 h 2438561"/>
                <a:gd name="connsiteX3" fmla="*/ 1042786 w 1042786"/>
                <a:gd name="connsiteY3" fmla="*/ 2438561 h 2438561"/>
                <a:gd name="connsiteX4" fmla="*/ 300664 w 1042786"/>
                <a:gd name="connsiteY4" fmla="*/ 2438561 h 2438561"/>
                <a:gd name="connsiteX5" fmla="*/ 419935 w 1042786"/>
                <a:gd name="connsiteY5" fmla="*/ 160 h 2438561"/>
                <a:gd name="connsiteX0" fmla="*/ 419935 w 989777"/>
                <a:gd name="connsiteY0" fmla="*/ 160 h 2438561"/>
                <a:gd name="connsiteX1" fmla="*/ 671725 w 989777"/>
                <a:gd name="connsiteY1" fmla="*/ 79673 h 2438561"/>
                <a:gd name="connsiteX2" fmla="*/ 883759 w 989777"/>
                <a:gd name="connsiteY2" fmla="*/ 26665 h 2438561"/>
                <a:gd name="connsiteX3" fmla="*/ 989777 w 989777"/>
                <a:gd name="connsiteY3" fmla="*/ 2438561 h 2438561"/>
                <a:gd name="connsiteX4" fmla="*/ 300664 w 989777"/>
                <a:gd name="connsiteY4" fmla="*/ 2438561 h 2438561"/>
                <a:gd name="connsiteX5" fmla="*/ 419935 w 989777"/>
                <a:gd name="connsiteY5" fmla="*/ 160 h 2438561"/>
                <a:gd name="connsiteX0" fmla="*/ 419935 w 1226865"/>
                <a:gd name="connsiteY0" fmla="*/ 160 h 2438561"/>
                <a:gd name="connsiteX1" fmla="*/ 671725 w 1226865"/>
                <a:gd name="connsiteY1" fmla="*/ 79673 h 2438561"/>
                <a:gd name="connsiteX2" fmla="*/ 883759 w 1226865"/>
                <a:gd name="connsiteY2" fmla="*/ 26665 h 2438561"/>
                <a:gd name="connsiteX3" fmla="*/ 989777 w 1226865"/>
                <a:gd name="connsiteY3" fmla="*/ 2438561 h 2438561"/>
                <a:gd name="connsiteX4" fmla="*/ 300664 w 1226865"/>
                <a:gd name="connsiteY4" fmla="*/ 2438561 h 2438561"/>
                <a:gd name="connsiteX5" fmla="*/ 419935 w 1226865"/>
                <a:gd name="connsiteY5" fmla="*/ 160 h 2438561"/>
                <a:gd name="connsiteX0" fmla="*/ 419935 w 1277421"/>
                <a:gd name="connsiteY0" fmla="*/ 160 h 2438561"/>
                <a:gd name="connsiteX1" fmla="*/ 671725 w 1277421"/>
                <a:gd name="connsiteY1" fmla="*/ 79673 h 2438561"/>
                <a:gd name="connsiteX2" fmla="*/ 883759 w 1277421"/>
                <a:gd name="connsiteY2" fmla="*/ 26665 h 2438561"/>
                <a:gd name="connsiteX3" fmla="*/ 989777 w 1277421"/>
                <a:gd name="connsiteY3" fmla="*/ 2438561 h 2438561"/>
                <a:gd name="connsiteX4" fmla="*/ 300664 w 1277421"/>
                <a:gd name="connsiteY4" fmla="*/ 2438561 h 2438561"/>
                <a:gd name="connsiteX5" fmla="*/ 419935 w 1277421"/>
                <a:gd name="connsiteY5" fmla="*/ 160 h 2438561"/>
                <a:gd name="connsiteX0" fmla="*/ 419935 w 1277421"/>
                <a:gd name="connsiteY0" fmla="*/ 216 h 2438617"/>
                <a:gd name="connsiteX1" fmla="*/ 671725 w 1277421"/>
                <a:gd name="connsiteY1" fmla="*/ 79729 h 2438617"/>
                <a:gd name="connsiteX2" fmla="*/ 883759 w 1277421"/>
                <a:gd name="connsiteY2" fmla="*/ 26721 h 2438617"/>
                <a:gd name="connsiteX3" fmla="*/ 989777 w 1277421"/>
                <a:gd name="connsiteY3" fmla="*/ 2438617 h 2438617"/>
                <a:gd name="connsiteX4" fmla="*/ 300664 w 1277421"/>
                <a:gd name="connsiteY4" fmla="*/ 2438617 h 2438617"/>
                <a:gd name="connsiteX5" fmla="*/ 419935 w 1277421"/>
                <a:gd name="connsiteY5" fmla="*/ 216 h 2438617"/>
                <a:gd name="connsiteX0" fmla="*/ 419935 w 1277421"/>
                <a:gd name="connsiteY0" fmla="*/ 18809 h 2457210"/>
                <a:gd name="connsiteX1" fmla="*/ 671725 w 1277421"/>
                <a:gd name="connsiteY1" fmla="*/ 98322 h 2457210"/>
                <a:gd name="connsiteX2" fmla="*/ 883759 w 1277421"/>
                <a:gd name="connsiteY2" fmla="*/ 45314 h 2457210"/>
                <a:gd name="connsiteX3" fmla="*/ 989777 w 1277421"/>
                <a:gd name="connsiteY3" fmla="*/ 2457210 h 2457210"/>
                <a:gd name="connsiteX4" fmla="*/ 300664 w 1277421"/>
                <a:gd name="connsiteY4" fmla="*/ 2457210 h 2457210"/>
                <a:gd name="connsiteX5" fmla="*/ 419935 w 1277421"/>
                <a:gd name="connsiteY5" fmla="*/ 18809 h 2457210"/>
                <a:gd name="connsiteX0" fmla="*/ 419935 w 1277421"/>
                <a:gd name="connsiteY0" fmla="*/ 428 h 2438829"/>
                <a:gd name="connsiteX1" fmla="*/ 671725 w 1277421"/>
                <a:gd name="connsiteY1" fmla="*/ 79941 h 2438829"/>
                <a:gd name="connsiteX2" fmla="*/ 883759 w 1277421"/>
                <a:gd name="connsiteY2" fmla="*/ 26933 h 2438829"/>
                <a:gd name="connsiteX3" fmla="*/ 989777 w 1277421"/>
                <a:gd name="connsiteY3" fmla="*/ 2438829 h 2438829"/>
                <a:gd name="connsiteX4" fmla="*/ 300664 w 1277421"/>
                <a:gd name="connsiteY4" fmla="*/ 2438829 h 2438829"/>
                <a:gd name="connsiteX5" fmla="*/ 419935 w 1277421"/>
                <a:gd name="connsiteY5" fmla="*/ 428 h 2438829"/>
                <a:gd name="connsiteX0" fmla="*/ 419935 w 1277421"/>
                <a:gd name="connsiteY0" fmla="*/ 13651 h 2452052"/>
                <a:gd name="connsiteX1" fmla="*/ 67172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19935 w 1277421"/>
                <a:gd name="connsiteY0" fmla="*/ 13651 h 2452052"/>
                <a:gd name="connsiteX1" fmla="*/ 65267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08617 w 1266103"/>
                <a:gd name="connsiteY0" fmla="*/ 13651 h 2452052"/>
                <a:gd name="connsiteX1" fmla="*/ 641357 w 1266103"/>
                <a:gd name="connsiteY1" fmla="*/ 93164 h 2452052"/>
                <a:gd name="connsiteX2" fmla="*/ 872441 w 1266103"/>
                <a:gd name="connsiteY2" fmla="*/ 40156 h 2452052"/>
                <a:gd name="connsiteX3" fmla="*/ 978459 w 1266103"/>
                <a:gd name="connsiteY3" fmla="*/ 2452052 h 2452052"/>
                <a:gd name="connsiteX4" fmla="*/ 289346 w 1266103"/>
                <a:gd name="connsiteY4" fmla="*/ 2452052 h 2452052"/>
                <a:gd name="connsiteX5" fmla="*/ 408617 w 1266103"/>
                <a:gd name="connsiteY5" fmla="*/ 13651 h 2452052"/>
                <a:gd name="connsiteX0" fmla="*/ 417042 w 1274528"/>
                <a:gd name="connsiteY0" fmla="*/ 13651 h 2452052"/>
                <a:gd name="connsiteX1" fmla="*/ 649782 w 1274528"/>
                <a:gd name="connsiteY1" fmla="*/ 93164 h 2452052"/>
                <a:gd name="connsiteX2" fmla="*/ 880866 w 1274528"/>
                <a:gd name="connsiteY2" fmla="*/ 40156 h 2452052"/>
                <a:gd name="connsiteX3" fmla="*/ 986884 w 1274528"/>
                <a:gd name="connsiteY3" fmla="*/ 2452052 h 2452052"/>
                <a:gd name="connsiteX4" fmla="*/ 297771 w 1274528"/>
                <a:gd name="connsiteY4" fmla="*/ 2452052 h 2452052"/>
                <a:gd name="connsiteX5" fmla="*/ 417042 w 1274528"/>
                <a:gd name="connsiteY5" fmla="*/ 13651 h 2452052"/>
                <a:gd name="connsiteX0" fmla="*/ 417042 w 1226121"/>
                <a:gd name="connsiteY0" fmla="*/ 13651 h 2452052"/>
                <a:gd name="connsiteX1" fmla="*/ 649782 w 1226121"/>
                <a:gd name="connsiteY1" fmla="*/ 93164 h 2452052"/>
                <a:gd name="connsiteX2" fmla="*/ 880866 w 1226121"/>
                <a:gd name="connsiteY2" fmla="*/ 40156 h 2452052"/>
                <a:gd name="connsiteX3" fmla="*/ 986884 w 1226121"/>
                <a:gd name="connsiteY3" fmla="*/ 2452052 h 2452052"/>
                <a:gd name="connsiteX4" fmla="*/ 297771 w 1226121"/>
                <a:gd name="connsiteY4" fmla="*/ 2452052 h 2452052"/>
                <a:gd name="connsiteX5" fmla="*/ 417042 w 1226121"/>
                <a:gd name="connsiteY5" fmla="*/ 13651 h 2452052"/>
                <a:gd name="connsiteX0" fmla="*/ 417042 w 1229924"/>
                <a:gd name="connsiteY0" fmla="*/ 13651 h 2452052"/>
                <a:gd name="connsiteX1" fmla="*/ 649782 w 1229924"/>
                <a:gd name="connsiteY1" fmla="*/ 93164 h 2452052"/>
                <a:gd name="connsiteX2" fmla="*/ 880866 w 1229924"/>
                <a:gd name="connsiteY2" fmla="*/ 40156 h 2452052"/>
                <a:gd name="connsiteX3" fmla="*/ 986884 w 1229924"/>
                <a:gd name="connsiteY3" fmla="*/ 2452052 h 2452052"/>
                <a:gd name="connsiteX4" fmla="*/ 297771 w 1229924"/>
                <a:gd name="connsiteY4" fmla="*/ 2452052 h 2452052"/>
                <a:gd name="connsiteX5" fmla="*/ 417042 w 1229924"/>
                <a:gd name="connsiteY5" fmla="*/ 13651 h 2452052"/>
                <a:gd name="connsiteX0" fmla="*/ 297098 w 1272841"/>
                <a:gd name="connsiteY0" fmla="*/ 4685 h 2729157"/>
                <a:gd name="connsiteX1" fmla="*/ 692699 w 1272841"/>
                <a:gd name="connsiteY1" fmla="*/ 370269 h 2729157"/>
                <a:gd name="connsiteX2" fmla="*/ 923783 w 1272841"/>
                <a:gd name="connsiteY2" fmla="*/ 317261 h 2729157"/>
                <a:gd name="connsiteX3" fmla="*/ 1029801 w 1272841"/>
                <a:gd name="connsiteY3" fmla="*/ 2729157 h 2729157"/>
                <a:gd name="connsiteX4" fmla="*/ 340688 w 1272841"/>
                <a:gd name="connsiteY4" fmla="*/ 2729157 h 2729157"/>
                <a:gd name="connsiteX5" fmla="*/ 297098 w 1272841"/>
                <a:gd name="connsiteY5" fmla="*/ 4685 h 2729157"/>
                <a:gd name="connsiteX0" fmla="*/ 297098 w 1321637"/>
                <a:gd name="connsiteY0" fmla="*/ 4685 h 2729157"/>
                <a:gd name="connsiteX1" fmla="*/ 692699 w 1321637"/>
                <a:gd name="connsiteY1" fmla="*/ 370269 h 2729157"/>
                <a:gd name="connsiteX2" fmla="*/ 1099671 w 1321637"/>
                <a:gd name="connsiteY2" fmla="*/ 72056 h 2729157"/>
                <a:gd name="connsiteX3" fmla="*/ 1029801 w 1321637"/>
                <a:gd name="connsiteY3" fmla="*/ 2729157 h 2729157"/>
                <a:gd name="connsiteX4" fmla="*/ 340688 w 1321637"/>
                <a:gd name="connsiteY4" fmla="*/ 2729157 h 2729157"/>
                <a:gd name="connsiteX5" fmla="*/ 297098 w 1321637"/>
                <a:gd name="connsiteY5" fmla="*/ 4685 h 2729157"/>
                <a:gd name="connsiteX0" fmla="*/ 437186 w 1461725"/>
                <a:gd name="connsiteY0" fmla="*/ 4685 h 2729157"/>
                <a:gd name="connsiteX1" fmla="*/ 832787 w 1461725"/>
                <a:gd name="connsiteY1" fmla="*/ 370269 h 2729157"/>
                <a:gd name="connsiteX2" fmla="*/ 1239759 w 1461725"/>
                <a:gd name="connsiteY2" fmla="*/ 72056 h 2729157"/>
                <a:gd name="connsiteX3" fmla="*/ 1169889 w 1461725"/>
                <a:gd name="connsiteY3" fmla="*/ 2729157 h 2729157"/>
                <a:gd name="connsiteX4" fmla="*/ 291858 w 1461725"/>
                <a:gd name="connsiteY4" fmla="*/ 2504383 h 2729157"/>
                <a:gd name="connsiteX5" fmla="*/ 437186 w 1461725"/>
                <a:gd name="connsiteY5" fmla="*/ 4685 h 2729157"/>
                <a:gd name="connsiteX0" fmla="*/ 228857 w 1253396"/>
                <a:gd name="connsiteY0" fmla="*/ 4685 h 2729157"/>
                <a:gd name="connsiteX1" fmla="*/ 624458 w 1253396"/>
                <a:gd name="connsiteY1" fmla="*/ 370269 h 2729157"/>
                <a:gd name="connsiteX2" fmla="*/ 1031430 w 1253396"/>
                <a:gd name="connsiteY2" fmla="*/ 72056 h 2729157"/>
                <a:gd name="connsiteX3" fmla="*/ 961560 w 1253396"/>
                <a:gd name="connsiteY3" fmla="*/ 2729157 h 2729157"/>
                <a:gd name="connsiteX4" fmla="*/ 83529 w 1253396"/>
                <a:gd name="connsiteY4" fmla="*/ 2504383 h 2729157"/>
                <a:gd name="connsiteX5" fmla="*/ 228857 w 1253396"/>
                <a:gd name="connsiteY5" fmla="*/ 4685 h 2729157"/>
                <a:gd name="connsiteX0" fmla="*/ 110298 w 1291184"/>
                <a:gd name="connsiteY0" fmla="*/ 127524 h 2668090"/>
                <a:gd name="connsiteX1" fmla="*/ 662246 w 1291184"/>
                <a:gd name="connsiteY1" fmla="*/ 309202 h 2668090"/>
                <a:gd name="connsiteX2" fmla="*/ 1069218 w 1291184"/>
                <a:gd name="connsiteY2" fmla="*/ 10989 h 2668090"/>
                <a:gd name="connsiteX3" fmla="*/ 999348 w 1291184"/>
                <a:gd name="connsiteY3" fmla="*/ 2668090 h 2668090"/>
                <a:gd name="connsiteX4" fmla="*/ 121317 w 1291184"/>
                <a:gd name="connsiteY4" fmla="*/ 2443316 h 2668090"/>
                <a:gd name="connsiteX5" fmla="*/ 110298 w 1291184"/>
                <a:gd name="connsiteY5" fmla="*/ 127524 h 2668090"/>
                <a:gd name="connsiteX0" fmla="*/ 110298 w 1291184"/>
                <a:gd name="connsiteY0" fmla="*/ 222538 h 2763104"/>
                <a:gd name="connsiteX1" fmla="*/ 662246 w 1291184"/>
                <a:gd name="connsiteY1" fmla="*/ 404216 h 2763104"/>
                <a:gd name="connsiteX2" fmla="*/ 1069218 w 1291184"/>
                <a:gd name="connsiteY2" fmla="*/ 106003 h 2763104"/>
                <a:gd name="connsiteX3" fmla="*/ 999348 w 1291184"/>
                <a:gd name="connsiteY3" fmla="*/ 2763104 h 2763104"/>
                <a:gd name="connsiteX4" fmla="*/ 121317 w 1291184"/>
                <a:gd name="connsiteY4" fmla="*/ 2538330 h 2763104"/>
                <a:gd name="connsiteX5" fmla="*/ 110298 w 1291184"/>
                <a:gd name="connsiteY5" fmla="*/ 222538 h 2763104"/>
                <a:gd name="connsiteX0" fmla="*/ 52784 w 1233670"/>
                <a:gd name="connsiteY0" fmla="*/ 222538 h 2763104"/>
                <a:gd name="connsiteX1" fmla="*/ 604732 w 1233670"/>
                <a:gd name="connsiteY1" fmla="*/ 404216 h 2763104"/>
                <a:gd name="connsiteX2" fmla="*/ 1011704 w 1233670"/>
                <a:gd name="connsiteY2" fmla="*/ 106003 h 2763104"/>
                <a:gd name="connsiteX3" fmla="*/ 941834 w 1233670"/>
                <a:gd name="connsiteY3" fmla="*/ 2763104 h 2763104"/>
                <a:gd name="connsiteX4" fmla="*/ 63803 w 1233670"/>
                <a:gd name="connsiteY4" fmla="*/ 2538330 h 2763104"/>
                <a:gd name="connsiteX5" fmla="*/ 52784 w 1233670"/>
                <a:gd name="connsiteY5" fmla="*/ 222538 h 2763104"/>
                <a:gd name="connsiteX0" fmla="*/ 52784 w 1355775"/>
                <a:gd name="connsiteY0" fmla="*/ 222538 h 2538330"/>
                <a:gd name="connsiteX1" fmla="*/ 604732 w 1355775"/>
                <a:gd name="connsiteY1" fmla="*/ 404216 h 2538330"/>
                <a:gd name="connsiteX2" fmla="*/ 1011704 w 1355775"/>
                <a:gd name="connsiteY2" fmla="*/ 106003 h 2538330"/>
                <a:gd name="connsiteX3" fmla="*/ 1111210 w 1355775"/>
                <a:gd name="connsiteY3" fmla="*/ 2456595 h 2538330"/>
                <a:gd name="connsiteX4" fmla="*/ 63803 w 1355775"/>
                <a:gd name="connsiteY4" fmla="*/ 2538330 h 2538330"/>
                <a:gd name="connsiteX5" fmla="*/ 52784 w 1355775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77792 h 2593584"/>
                <a:gd name="connsiteX1" fmla="*/ 604732 w 1379241"/>
                <a:gd name="connsiteY1" fmla="*/ 459470 h 2593584"/>
                <a:gd name="connsiteX2" fmla="*/ 1102906 w 1379241"/>
                <a:gd name="connsiteY2" fmla="*/ 161256 h 2593584"/>
                <a:gd name="connsiteX3" fmla="*/ 1111210 w 1379241"/>
                <a:gd name="connsiteY3" fmla="*/ 2511849 h 2593584"/>
                <a:gd name="connsiteX4" fmla="*/ 63803 w 1379241"/>
                <a:gd name="connsiteY4" fmla="*/ 2593584 h 2593584"/>
                <a:gd name="connsiteX5" fmla="*/ 52784 w 1379241"/>
                <a:gd name="connsiteY5" fmla="*/ 277792 h 2593584"/>
                <a:gd name="connsiteX0" fmla="*/ 52784 w 1388657"/>
                <a:gd name="connsiteY0" fmla="*/ 277792 h 2593584"/>
                <a:gd name="connsiteX1" fmla="*/ 604732 w 1388657"/>
                <a:gd name="connsiteY1" fmla="*/ 459470 h 2593584"/>
                <a:gd name="connsiteX2" fmla="*/ 1102906 w 1388657"/>
                <a:gd name="connsiteY2" fmla="*/ 161256 h 2593584"/>
                <a:gd name="connsiteX3" fmla="*/ 1124239 w 1388657"/>
                <a:gd name="connsiteY3" fmla="*/ 2511849 h 2593584"/>
                <a:gd name="connsiteX4" fmla="*/ 63803 w 1388657"/>
                <a:gd name="connsiteY4" fmla="*/ 2593584 h 2593584"/>
                <a:gd name="connsiteX5" fmla="*/ 52784 w 1388657"/>
                <a:gd name="connsiteY5" fmla="*/ 277792 h 2593584"/>
                <a:gd name="connsiteX0" fmla="*/ 52784 w 1181038"/>
                <a:gd name="connsiteY0" fmla="*/ 277792 h 2593584"/>
                <a:gd name="connsiteX1" fmla="*/ 604732 w 1181038"/>
                <a:gd name="connsiteY1" fmla="*/ 459470 h 2593584"/>
                <a:gd name="connsiteX2" fmla="*/ 1102906 w 1181038"/>
                <a:gd name="connsiteY2" fmla="*/ 161256 h 2593584"/>
                <a:gd name="connsiteX3" fmla="*/ 1124239 w 1181038"/>
                <a:gd name="connsiteY3" fmla="*/ 2511849 h 2593584"/>
                <a:gd name="connsiteX4" fmla="*/ 63803 w 1181038"/>
                <a:gd name="connsiteY4" fmla="*/ 2593584 h 2593584"/>
                <a:gd name="connsiteX5" fmla="*/ 52784 w 1181038"/>
                <a:gd name="connsiteY5" fmla="*/ 277792 h 2593584"/>
                <a:gd name="connsiteX0" fmla="*/ 52784 w 1181038"/>
                <a:gd name="connsiteY0" fmla="*/ 354704 h 2670496"/>
                <a:gd name="connsiteX1" fmla="*/ 1102906 w 1181038"/>
                <a:gd name="connsiteY1" fmla="*/ 238168 h 2670496"/>
                <a:gd name="connsiteX2" fmla="*/ 1124239 w 1181038"/>
                <a:gd name="connsiteY2" fmla="*/ 2588761 h 2670496"/>
                <a:gd name="connsiteX3" fmla="*/ 63803 w 1181038"/>
                <a:gd name="connsiteY3" fmla="*/ 2670496 h 2670496"/>
                <a:gd name="connsiteX4" fmla="*/ 52784 w 1181038"/>
                <a:gd name="connsiteY4" fmla="*/ 354704 h 2670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1038" h="2670496">
                  <a:moveTo>
                    <a:pt x="52784" y="354704"/>
                  </a:moveTo>
                  <a:cubicBezTo>
                    <a:pt x="225968" y="-50684"/>
                    <a:pt x="924330" y="-134175"/>
                    <a:pt x="1102906" y="238168"/>
                  </a:cubicBezTo>
                  <a:cubicBezTo>
                    <a:pt x="1168269" y="294007"/>
                    <a:pt x="1229461" y="2002465"/>
                    <a:pt x="1124239" y="2588761"/>
                  </a:cubicBezTo>
                  <a:lnTo>
                    <a:pt x="63803" y="2670496"/>
                  </a:lnTo>
                  <a:cubicBezTo>
                    <a:pt x="-30622" y="1431479"/>
                    <a:pt x="-8025" y="426418"/>
                    <a:pt x="52784" y="354704"/>
                  </a:cubicBezTo>
                  <a:close/>
                </a:path>
              </a:pathLst>
            </a:custGeom>
            <a:solidFill>
              <a:srgbClr val="F33819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0BA1FE72-41A6-0B7A-8B2E-46CF895EC46B}"/>
                </a:ext>
              </a:extLst>
            </p:cNvPr>
            <p:cNvSpPr/>
            <p:nvPr/>
          </p:nvSpPr>
          <p:spPr>
            <a:xfrm>
              <a:off x="4410946" y="5000985"/>
              <a:ext cx="837498" cy="614585"/>
            </a:xfrm>
            <a:custGeom>
              <a:avLst/>
              <a:gdLst>
                <a:gd name="connsiteX0" fmla="*/ 0 w 808382"/>
                <a:gd name="connsiteY0" fmla="*/ 0 h 2464905"/>
                <a:gd name="connsiteX1" fmla="*/ 808382 w 808382"/>
                <a:gd name="connsiteY1" fmla="*/ 0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0 w 808382"/>
                <a:gd name="connsiteY0" fmla="*/ 0 h 2464905"/>
                <a:gd name="connsiteX1" fmla="*/ 649355 w 808382"/>
                <a:gd name="connsiteY1" fmla="*/ 53009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185531 w 808382"/>
                <a:gd name="connsiteY0" fmla="*/ 0 h 2438401"/>
                <a:gd name="connsiteX1" fmla="*/ 649355 w 808382"/>
                <a:gd name="connsiteY1" fmla="*/ 26505 h 2438401"/>
                <a:gd name="connsiteX2" fmla="*/ 808382 w 808382"/>
                <a:gd name="connsiteY2" fmla="*/ 2438401 h 2438401"/>
                <a:gd name="connsiteX3" fmla="*/ 0 w 808382"/>
                <a:gd name="connsiteY3" fmla="*/ 2438401 h 2438401"/>
                <a:gd name="connsiteX4" fmla="*/ 185531 w 808382"/>
                <a:gd name="connsiteY4" fmla="*/ 0 h 2438401"/>
                <a:gd name="connsiteX0" fmla="*/ 185531 w 808382"/>
                <a:gd name="connsiteY0" fmla="*/ 160 h 2438561"/>
                <a:gd name="connsiteX1" fmla="*/ 437321 w 808382"/>
                <a:gd name="connsiteY1" fmla="*/ 79673 h 2438561"/>
                <a:gd name="connsiteX2" fmla="*/ 649355 w 808382"/>
                <a:gd name="connsiteY2" fmla="*/ 26665 h 2438561"/>
                <a:gd name="connsiteX3" fmla="*/ 808382 w 808382"/>
                <a:gd name="connsiteY3" fmla="*/ 2438561 h 2438561"/>
                <a:gd name="connsiteX4" fmla="*/ 0 w 808382"/>
                <a:gd name="connsiteY4" fmla="*/ 2438561 h 2438561"/>
                <a:gd name="connsiteX5" fmla="*/ 185531 w 808382"/>
                <a:gd name="connsiteY5" fmla="*/ 160 h 2438561"/>
                <a:gd name="connsiteX0" fmla="*/ 393316 w 1016167"/>
                <a:gd name="connsiteY0" fmla="*/ 160 h 2438561"/>
                <a:gd name="connsiteX1" fmla="*/ 645106 w 1016167"/>
                <a:gd name="connsiteY1" fmla="*/ 79673 h 2438561"/>
                <a:gd name="connsiteX2" fmla="*/ 857140 w 1016167"/>
                <a:gd name="connsiteY2" fmla="*/ 26665 h 2438561"/>
                <a:gd name="connsiteX3" fmla="*/ 1016167 w 1016167"/>
                <a:gd name="connsiteY3" fmla="*/ 2438561 h 2438561"/>
                <a:gd name="connsiteX4" fmla="*/ 207785 w 1016167"/>
                <a:gd name="connsiteY4" fmla="*/ 2438561 h 2438561"/>
                <a:gd name="connsiteX5" fmla="*/ 393316 w 1016167"/>
                <a:gd name="connsiteY5" fmla="*/ 160 h 2438561"/>
                <a:gd name="connsiteX0" fmla="*/ 402887 w 1025738"/>
                <a:gd name="connsiteY0" fmla="*/ 160 h 2438561"/>
                <a:gd name="connsiteX1" fmla="*/ 654677 w 1025738"/>
                <a:gd name="connsiteY1" fmla="*/ 79673 h 2438561"/>
                <a:gd name="connsiteX2" fmla="*/ 866711 w 1025738"/>
                <a:gd name="connsiteY2" fmla="*/ 26665 h 2438561"/>
                <a:gd name="connsiteX3" fmla="*/ 1025738 w 1025738"/>
                <a:gd name="connsiteY3" fmla="*/ 2438561 h 2438561"/>
                <a:gd name="connsiteX4" fmla="*/ 217356 w 1025738"/>
                <a:gd name="connsiteY4" fmla="*/ 2438561 h 2438561"/>
                <a:gd name="connsiteX5" fmla="*/ 402887 w 1025738"/>
                <a:gd name="connsiteY5" fmla="*/ 160 h 2438561"/>
                <a:gd name="connsiteX0" fmla="*/ 395647 w 1018498"/>
                <a:gd name="connsiteY0" fmla="*/ 160 h 2438561"/>
                <a:gd name="connsiteX1" fmla="*/ 647437 w 1018498"/>
                <a:gd name="connsiteY1" fmla="*/ 79673 h 2438561"/>
                <a:gd name="connsiteX2" fmla="*/ 859471 w 1018498"/>
                <a:gd name="connsiteY2" fmla="*/ 26665 h 2438561"/>
                <a:gd name="connsiteX3" fmla="*/ 1018498 w 1018498"/>
                <a:gd name="connsiteY3" fmla="*/ 2438561 h 2438561"/>
                <a:gd name="connsiteX4" fmla="*/ 210116 w 1018498"/>
                <a:gd name="connsiteY4" fmla="*/ 2438561 h 2438561"/>
                <a:gd name="connsiteX5" fmla="*/ 395647 w 1018498"/>
                <a:gd name="connsiteY5" fmla="*/ 160 h 2438561"/>
                <a:gd name="connsiteX0" fmla="*/ 343595 w 966446"/>
                <a:gd name="connsiteY0" fmla="*/ 160 h 2438561"/>
                <a:gd name="connsiteX1" fmla="*/ 595385 w 966446"/>
                <a:gd name="connsiteY1" fmla="*/ 79673 h 2438561"/>
                <a:gd name="connsiteX2" fmla="*/ 807419 w 966446"/>
                <a:gd name="connsiteY2" fmla="*/ 26665 h 2438561"/>
                <a:gd name="connsiteX3" fmla="*/ 966446 w 966446"/>
                <a:gd name="connsiteY3" fmla="*/ 2438561 h 2438561"/>
                <a:gd name="connsiteX4" fmla="*/ 224324 w 966446"/>
                <a:gd name="connsiteY4" fmla="*/ 2438561 h 2438561"/>
                <a:gd name="connsiteX5" fmla="*/ 343595 w 966446"/>
                <a:gd name="connsiteY5" fmla="*/ 160 h 2438561"/>
                <a:gd name="connsiteX0" fmla="*/ 419935 w 1042786"/>
                <a:gd name="connsiteY0" fmla="*/ 160 h 2438561"/>
                <a:gd name="connsiteX1" fmla="*/ 671725 w 1042786"/>
                <a:gd name="connsiteY1" fmla="*/ 79673 h 2438561"/>
                <a:gd name="connsiteX2" fmla="*/ 883759 w 1042786"/>
                <a:gd name="connsiteY2" fmla="*/ 26665 h 2438561"/>
                <a:gd name="connsiteX3" fmla="*/ 1042786 w 1042786"/>
                <a:gd name="connsiteY3" fmla="*/ 2438561 h 2438561"/>
                <a:gd name="connsiteX4" fmla="*/ 300664 w 1042786"/>
                <a:gd name="connsiteY4" fmla="*/ 2438561 h 2438561"/>
                <a:gd name="connsiteX5" fmla="*/ 419935 w 1042786"/>
                <a:gd name="connsiteY5" fmla="*/ 160 h 2438561"/>
                <a:gd name="connsiteX0" fmla="*/ 419935 w 989777"/>
                <a:gd name="connsiteY0" fmla="*/ 160 h 2438561"/>
                <a:gd name="connsiteX1" fmla="*/ 671725 w 989777"/>
                <a:gd name="connsiteY1" fmla="*/ 79673 h 2438561"/>
                <a:gd name="connsiteX2" fmla="*/ 883759 w 989777"/>
                <a:gd name="connsiteY2" fmla="*/ 26665 h 2438561"/>
                <a:gd name="connsiteX3" fmla="*/ 989777 w 989777"/>
                <a:gd name="connsiteY3" fmla="*/ 2438561 h 2438561"/>
                <a:gd name="connsiteX4" fmla="*/ 300664 w 989777"/>
                <a:gd name="connsiteY4" fmla="*/ 2438561 h 2438561"/>
                <a:gd name="connsiteX5" fmla="*/ 419935 w 989777"/>
                <a:gd name="connsiteY5" fmla="*/ 160 h 2438561"/>
                <a:gd name="connsiteX0" fmla="*/ 419935 w 1226865"/>
                <a:gd name="connsiteY0" fmla="*/ 160 h 2438561"/>
                <a:gd name="connsiteX1" fmla="*/ 671725 w 1226865"/>
                <a:gd name="connsiteY1" fmla="*/ 79673 h 2438561"/>
                <a:gd name="connsiteX2" fmla="*/ 883759 w 1226865"/>
                <a:gd name="connsiteY2" fmla="*/ 26665 h 2438561"/>
                <a:gd name="connsiteX3" fmla="*/ 989777 w 1226865"/>
                <a:gd name="connsiteY3" fmla="*/ 2438561 h 2438561"/>
                <a:gd name="connsiteX4" fmla="*/ 300664 w 1226865"/>
                <a:gd name="connsiteY4" fmla="*/ 2438561 h 2438561"/>
                <a:gd name="connsiteX5" fmla="*/ 419935 w 1226865"/>
                <a:gd name="connsiteY5" fmla="*/ 160 h 2438561"/>
                <a:gd name="connsiteX0" fmla="*/ 419935 w 1277421"/>
                <a:gd name="connsiteY0" fmla="*/ 160 h 2438561"/>
                <a:gd name="connsiteX1" fmla="*/ 671725 w 1277421"/>
                <a:gd name="connsiteY1" fmla="*/ 79673 h 2438561"/>
                <a:gd name="connsiteX2" fmla="*/ 883759 w 1277421"/>
                <a:gd name="connsiteY2" fmla="*/ 26665 h 2438561"/>
                <a:gd name="connsiteX3" fmla="*/ 989777 w 1277421"/>
                <a:gd name="connsiteY3" fmla="*/ 2438561 h 2438561"/>
                <a:gd name="connsiteX4" fmla="*/ 300664 w 1277421"/>
                <a:gd name="connsiteY4" fmla="*/ 2438561 h 2438561"/>
                <a:gd name="connsiteX5" fmla="*/ 419935 w 1277421"/>
                <a:gd name="connsiteY5" fmla="*/ 160 h 2438561"/>
                <a:gd name="connsiteX0" fmla="*/ 419935 w 1277421"/>
                <a:gd name="connsiteY0" fmla="*/ 216 h 2438617"/>
                <a:gd name="connsiteX1" fmla="*/ 671725 w 1277421"/>
                <a:gd name="connsiteY1" fmla="*/ 79729 h 2438617"/>
                <a:gd name="connsiteX2" fmla="*/ 883759 w 1277421"/>
                <a:gd name="connsiteY2" fmla="*/ 26721 h 2438617"/>
                <a:gd name="connsiteX3" fmla="*/ 989777 w 1277421"/>
                <a:gd name="connsiteY3" fmla="*/ 2438617 h 2438617"/>
                <a:gd name="connsiteX4" fmla="*/ 300664 w 1277421"/>
                <a:gd name="connsiteY4" fmla="*/ 2438617 h 2438617"/>
                <a:gd name="connsiteX5" fmla="*/ 419935 w 1277421"/>
                <a:gd name="connsiteY5" fmla="*/ 216 h 2438617"/>
                <a:gd name="connsiteX0" fmla="*/ 419935 w 1277421"/>
                <a:gd name="connsiteY0" fmla="*/ 18809 h 2457210"/>
                <a:gd name="connsiteX1" fmla="*/ 671725 w 1277421"/>
                <a:gd name="connsiteY1" fmla="*/ 98322 h 2457210"/>
                <a:gd name="connsiteX2" fmla="*/ 883759 w 1277421"/>
                <a:gd name="connsiteY2" fmla="*/ 45314 h 2457210"/>
                <a:gd name="connsiteX3" fmla="*/ 989777 w 1277421"/>
                <a:gd name="connsiteY3" fmla="*/ 2457210 h 2457210"/>
                <a:gd name="connsiteX4" fmla="*/ 300664 w 1277421"/>
                <a:gd name="connsiteY4" fmla="*/ 2457210 h 2457210"/>
                <a:gd name="connsiteX5" fmla="*/ 419935 w 1277421"/>
                <a:gd name="connsiteY5" fmla="*/ 18809 h 2457210"/>
                <a:gd name="connsiteX0" fmla="*/ 419935 w 1277421"/>
                <a:gd name="connsiteY0" fmla="*/ 428 h 2438829"/>
                <a:gd name="connsiteX1" fmla="*/ 671725 w 1277421"/>
                <a:gd name="connsiteY1" fmla="*/ 79941 h 2438829"/>
                <a:gd name="connsiteX2" fmla="*/ 883759 w 1277421"/>
                <a:gd name="connsiteY2" fmla="*/ 26933 h 2438829"/>
                <a:gd name="connsiteX3" fmla="*/ 989777 w 1277421"/>
                <a:gd name="connsiteY3" fmla="*/ 2438829 h 2438829"/>
                <a:gd name="connsiteX4" fmla="*/ 300664 w 1277421"/>
                <a:gd name="connsiteY4" fmla="*/ 2438829 h 2438829"/>
                <a:gd name="connsiteX5" fmla="*/ 419935 w 1277421"/>
                <a:gd name="connsiteY5" fmla="*/ 428 h 2438829"/>
                <a:gd name="connsiteX0" fmla="*/ 419935 w 1277421"/>
                <a:gd name="connsiteY0" fmla="*/ 13651 h 2452052"/>
                <a:gd name="connsiteX1" fmla="*/ 67172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19935 w 1277421"/>
                <a:gd name="connsiteY0" fmla="*/ 13651 h 2452052"/>
                <a:gd name="connsiteX1" fmla="*/ 65267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08617 w 1266103"/>
                <a:gd name="connsiteY0" fmla="*/ 13651 h 2452052"/>
                <a:gd name="connsiteX1" fmla="*/ 641357 w 1266103"/>
                <a:gd name="connsiteY1" fmla="*/ 93164 h 2452052"/>
                <a:gd name="connsiteX2" fmla="*/ 872441 w 1266103"/>
                <a:gd name="connsiteY2" fmla="*/ 40156 h 2452052"/>
                <a:gd name="connsiteX3" fmla="*/ 978459 w 1266103"/>
                <a:gd name="connsiteY3" fmla="*/ 2452052 h 2452052"/>
                <a:gd name="connsiteX4" fmla="*/ 289346 w 1266103"/>
                <a:gd name="connsiteY4" fmla="*/ 2452052 h 2452052"/>
                <a:gd name="connsiteX5" fmla="*/ 408617 w 1266103"/>
                <a:gd name="connsiteY5" fmla="*/ 13651 h 2452052"/>
                <a:gd name="connsiteX0" fmla="*/ 417042 w 1274528"/>
                <a:gd name="connsiteY0" fmla="*/ 13651 h 2452052"/>
                <a:gd name="connsiteX1" fmla="*/ 649782 w 1274528"/>
                <a:gd name="connsiteY1" fmla="*/ 93164 h 2452052"/>
                <a:gd name="connsiteX2" fmla="*/ 880866 w 1274528"/>
                <a:gd name="connsiteY2" fmla="*/ 40156 h 2452052"/>
                <a:gd name="connsiteX3" fmla="*/ 986884 w 1274528"/>
                <a:gd name="connsiteY3" fmla="*/ 2452052 h 2452052"/>
                <a:gd name="connsiteX4" fmla="*/ 297771 w 1274528"/>
                <a:gd name="connsiteY4" fmla="*/ 2452052 h 2452052"/>
                <a:gd name="connsiteX5" fmla="*/ 417042 w 1274528"/>
                <a:gd name="connsiteY5" fmla="*/ 13651 h 2452052"/>
                <a:gd name="connsiteX0" fmla="*/ 417042 w 1226121"/>
                <a:gd name="connsiteY0" fmla="*/ 13651 h 2452052"/>
                <a:gd name="connsiteX1" fmla="*/ 649782 w 1226121"/>
                <a:gd name="connsiteY1" fmla="*/ 93164 h 2452052"/>
                <a:gd name="connsiteX2" fmla="*/ 880866 w 1226121"/>
                <a:gd name="connsiteY2" fmla="*/ 40156 h 2452052"/>
                <a:gd name="connsiteX3" fmla="*/ 986884 w 1226121"/>
                <a:gd name="connsiteY3" fmla="*/ 2452052 h 2452052"/>
                <a:gd name="connsiteX4" fmla="*/ 297771 w 1226121"/>
                <a:gd name="connsiteY4" fmla="*/ 2452052 h 2452052"/>
                <a:gd name="connsiteX5" fmla="*/ 417042 w 1226121"/>
                <a:gd name="connsiteY5" fmla="*/ 13651 h 2452052"/>
                <a:gd name="connsiteX0" fmla="*/ 417042 w 1229924"/>
                <a:gd name="connsiteY0" fmla="*/ 13651 h 2452052"/>
                <a:gd name="connsiteX1" fmla="*/ 649782 w 1229924"/>
                <a:gd name="connsiteY1" fmla="*/ 93164 h 2452052"/>
                <a:gd name="connsiteX2" fmla="*/ 880866 w 1229924"/>
                <a:gd name="connsiteY2" fmla="*/ 40156 h 2452052"/>
                <a:gd name="connsiteX3" fmla="*/ 986884 w 1229924"/>
                <a:gd name="connsiteY3" fmla="*/ 2452052 h 2452052"/>
                <a:gd name="connsiteX4" fmla="*/ 297771 w 1229924"/>
                <a:gd name="connsiteY4" fmla="*/ 2452052 h 2452052"/>
                <a:gd name="connsiteX5" fmla="*/ 417042 w 1229924"/>
                <a:gd name="connsiteY5" fmla="*/ 13651 h 2452052"/>
                <a:gd name="connsiteX0" fmla="*/ 297098 w 1272841"/>
                <a:gd name="connsiteY0" fmla="*/ 4685 h 2729157"/>
                <a:gd name="connsiteX1" fmla="*/ 692699 w 1272841"/>
                <a:gd name="connsiteY1" fmla="*/ 370269 h 2729157"/>
                <a:gd name="connsiteX2" fmla="*/ 923783 w 1272841"/>
                <a:gd name="connsiteY2" fmla="*/ 317261 h 2729157"/>
                <a:gd name="connsiteX3" fmla="*/ 1029801 w 1272841"/>
                <a:gd name="connsiteY3" fmla="*/ 2729157 h 2729157"/>
                <a:gd name="connsiteX4" fmla="*/ 340688 w 1272841"/>
                <a:gd name="connsiteY4" fmla="*/ 2729157 h 2729157"/>
                <a:gd name="connsiteX5" fmla="*/ 297098 w 1272841"/>
                <a:gd name="connsiteY5" fmla="*/ 4685 h 2729157"/>
                <a:gd name="connsiteX0" fmla="*/ 297098 w 1321637"/>
                <a:gd name="connsiteY0" fmla="*/ 4685 h 2729157"/>
                <a:gd name="connsiteX1" fmla="*/ 692699 w 1321637"/>
                <a:gd name="connsiteY1" fmla="*/ 370269 h 2729157"/>
                <a:gd name="connsiteX2" fmla="*/ 1099671 w 1321637"/>
                <a:gd name="connsiteY2" fmla="*/ 72056 h 2729157"/>
                <a:gd name="connsiteX3" fmla="*/ 1029801 w 1321637"/>
                <a:gd name="connsiteY3" fmla="*/ 2729157 h 2729157"/>
                <a:gd name="connsiteX4" fmla="*/ 340688 w 1321637"/>
                <a:gd name="connsiteY4" fmla="*/ 2729157 h 2729157"/>
                <a:gd name="connsiteX5" fmla="*/ 297098 w 1321637"/>
                <a:gd name="connsiteY5" fmla="*/ 4685 h 2729157"/>
                <a:gd name="connsiteX0" fmla="*/ 437186 w 1461725"/>
                <a:gd name="connsiteY0" fmla="*/ 4685 h 2729157"/>
                <a:gd name="connsiteX1" fmla="*/ 832787 w 1461725"/>
                <a:gd name="connsiteY1" fmla="*/ 370269 h 2729157"/>
                <a:gd name="connsiteX2" fmla="*/ 1239759 w 1461725"/>
                <a:gd name="connsiteY2" fmla="*/ 72056 h 2729157"/>
                <a:gd name="connsiteX3" fmla="*/ 1169889 w 1461725"/>
                <a:gd name="connsiteY3" fmla="*/ 2729157 h 2729157"/>
                <a:gd name="connsiteX4" fmla="*/ 291858 w 1461725"/>
                <a:gd name="connsiteY4" fmla="*/ 2504383 h 2729157"/>
                <a:gd name="connsiteX5" fmla="*/ 437186 w 1461725"/>
                <a:gd name="connsiteY5" fmla="*/ 4685 h 2729157"/>
                <a:gd name="connsiteX0" fmla="*/ 228857 w 1253396"/>
                <a:gd name="connsiteY0" fmla="*/ 4685 h 2729157"/>
                <a:gd name="connsiteX1" fmla="*/ 624458 w 1253396"/>
                <a:gd name="connsiteY1" fmla="*/ 370269 h 2729157"/>
                <a:gd name="connsiteX2" fmla="*/ 1031430 w 1253396"/>
                <a:gd name="connsiteY2" fmla="*/ 72056 h 2729157"/>
                <a:gd name="connsiteX3" fmla="*/ 961560 w 1253396"/>
                <a:gd name="connsiteY3" fmla="*/ 2729157 h 2729157"/>
                <a:gd name="connsiteX4" fmla="*/ 83529 w 1253396"/>
                <a:gd name="connsiteY4" fmla="*/ 2504383 h 2729157"/>
                <a:gd name="connsiteX5" fmla="*/ 228857 w 1253396"/>
                <a:gd name="connsiteY5" fmla="*/ 4685 h 2729157"/>
                <a:gd name="connsiteX0" fmla="*/ 110298 w 1291184"/>
                <a:gd name="connsiteY0" fmla="*/ 127524 h 2668090"/>
                <a:gd name="connsiteX1" fmla="*/ 662246 w 1291184"/>
                <a:gd name="connsiteY1" fmla="*/ 309202 h 2668090"/>
                <a:gd name="connsiteX2" fmla="*/ 1069218 w 1291184"/>
                <a:gd name="connsiteY2" fmla="*/ 10989 h 2668090"/>
                <a:gd name="connsiteX3" fmla="*/ 999348 w 1291184"/>
                <a:gd name="connsiteY3" fmla="*/ 2668090 h 2668090"/>
                <a:gd name="connsiteX4" fmla="*/ 121317 w 1291184"/>
                <a:gd name="connsiteY4" fmla="*/ 2443316 h 2668090"/>
                <a:gd name="connsiteX5" fmla="*/ 110298 w 1291184"/>
                <a:gd name="connsiteY5" fmla="*/ 127524 h 2668090"/>
                <a:gd name="connsiteX0" fmla="*/ 110298 w 1291184"/>
                <a:gd name="connsiteY0" fmla="*/ 222538 h 2763104"/>
                <a:gd name="connsiteX1" fmla="*/ 662246 w 1291184"/>
                <a:gd name="connsiteY1" fmla="*/ 404216 h 2763104"/>
                <a:gd name="connsiteX2" fmla="*/ 1069218 w 1291184"/>
                <a:gd name="connsiteY2" fmla="*/ 106003 h 2763104"/>
                <a:gd name="connsiteX3" fmla="*/ 999348 w 1291184"/>
                <a:gd name="connsiteY3" fmla="*/ 2763104 h 2763104"/>
                <a:gd name="connsiteX4" fmla="*/ 121317 w 1291184"/>
                <a:gd name="connsiteY4" fmla="*/ 2538330 h 2763104"/>
                <a:gd name="connsiteX5" fmla="*/ 110298 w 1291184"/>
                <a:gd name="connsiteY5" fmla="*/ 222538 h 2763104"/>
                <a:gd name="connsiteX0" fmla="*/ 52784 w 1233670"/>
                <a:gd name="connsiteY0" fmla="*/ 222538 h 2763104"/>
                <a:gd name="connsiteX1" fmla="*/ 604732 w 1233670"/>
                <a:gd name="connsiteY1" fmla="*/ 404216 h 2763104"/>
                <a:gd name="connsiteX2" fmla="*/ 1011704 w 1233670"/>
                <a:gd name="connsiteY2" fmla="*/ 106003 h 2763104"/>
                <a:gd name="connsiteX3" fmla="*/ 941834 w 1233670"/>
                <a:gd name="connsiteY3" fmla="*/ 2763104 h 2763104"/>
                <a:gd name="connsiteX4" fmla="*/ 63803 w 1233670"/>
                <a:gd name="connsiteY4" fmla="*/ 2538330 h 2763104"/>
                <a:gd name="connsiteX5" fmla="*/ 52784 w 1233670"/>
                <a:gd name="connsiteY5" fmla="*/ 222538 h 2763104"/>
                <a:gd name="connsiteX0" fmla="*/ 52784 w 1355775"/>
                <a:gd name="connsiteY0" fmla="*/ 222538 h 2538330"/>
                <a:gd name="connsiteX1" fmla="*/ 604732 w 1355775"/>
                <a:gd name="connsiteY1" fmla="*/ 404216 h 2538330"/>
                <a:gd name="connsiteX2" fmla="*/ 1011704 w 1355775"/>
                <a:gd name="connsiteY2" fmla="*/ 106003 h 2538330"/>
                <a:gd name="connsiteX3" fmla="*/ 1111210 w 1355775"/>
                <a:gd name="connsiteY3" fmla="*/ 2456595 h 2538330"/>
                <a:gd name="connsiteX4" fmla="*/ 63803 w 1355775"/>
                <a:gd name="connsiteY4" fmla="*/ 2538330 h 2538330"/>
                <a:gd name="connsiteX5" fmla="*/ 52784 w 1355775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77792 h 2593584"/>
                <a:gd name="connsiteX1" fmla="*/ 604732 w 1379241"/>
                <a:gd name="connsiteY1" fmla="*/ 459470 h 2593584"/>
                <a:gd name="connsiteX2" fmla="*/ 1102906 w 1379241"/>
                <a:gd name="connsiteY2" fmla="*/ 161256 h 2593584"/>
                <a:gd name="connsiteX3" fmla="*/ 1111210 w 1379241"/>
                <a:gd name="connsiteY3" fmla="*/ 2511849 h 2593584"/>
                <a:gd name="connsiteX4" fmla="*/ 63803 w 1379241"/>
                <a:gd name="connsiteY4" fmla="*/ 2593584 h 2593584"/>
                <a:gd name="connsiteX5" fmla="*/ 52784 w 1379241"/>
                <a:gd name="connsiteY5" fmla="*/ 277792 h 2593584"/>
                <a:gd name="connsiteX0" fmla="*/ 52784 w 1388657"/>
                <a:gd name="connsiteY0" fmla="*/ 277792 h 2593584"/>
                <a:gd name="connsiteX1" fmla="*/ 604732 w 1388657"/>
                <a:gd name="connsiteY1" fmla="*/ 459470 h 2593584"/>
                <a:gd name="connsiteX2" fmla="*/ 1102906 w 1388657"/>
                <a:gd name="connsiteY2" fmla="*/ 161256 h 2593584"/>
                <a:gd name="connsiteX3" fmla="*/ 1124239 w 1388657"/>
                <a:gd name="connsiteY3" fmla="*/ 2511849 h 2593584"/>
                <a:gd name="connsiteX4" fmla="*/ 63803 w 1388657"/>
                <a:gd name="connsiteY4" fmla="*/ 2593584 h 2593584"/>
                <a:gd name="connsiteX5" fmla="*/ 52784 w 1388657"/>
                <a:gd name="connsiteY5" fmla="*/ 277792 h 2593584"/>
                <a:gd name="connsiteX0" fmla="*/ 52784 w 1181038"/>
                <a:gd name="connsiteY0" fmla="*/ 277792 h 2593584"/>
                <a:gd name="connsiteX1" fmla="*/ 604732 w 1181038"/>
                <a:gd name="connsiteY1" fmla="*/ 459470 h 2593584"/>
                <a:gd name="connsiteX2" fmla="*/ 1102906 w 1181038"/>
                <a:gd name="connsiteY2" fmla="*/ 161256 h 2593584"/>
                <a:gd name="connsiteX3" fmla="*/ 1124239 w 1181038"/>
                <a:gd name="connsiteY3" fmla="*/ 2511849 h 2593584"/>
                <a:gd name="connsiteX4" fmla="*/ 63803 w 1181038"/>
                <a:gd name="connsiteY4" fmla="*/ 2593584 h 2593584"/>
                <a:gd name="connsiteX5" fmla="*/ 52784 w 1181038"/>
                <a:gd name="connsiteY5" fmla="*/ 277792 h 2593584"/>
                <a:gd name="connsiteX0" fmla="*/ 52784 w 1181038"/>
                <a:gd name="connsiteY0" fmla="*/ 354704 h 2670496"/>
                <a:gd name="connsiteX1" fmla="*/ 1102906 w 1181038"/>
                <a:gd name="connsiteY1" fmla="*/ 238168 h 2670496"/>
                <a:gd name="connsiteX2" fmla="*/ 1124239 w 1181038"/>
                <a:gd name="connsiteY2" fmla="*/ 2588761 h 2670496"/>
                <a:gd name="connsiteX3" fmla="*/ 63803 w 1181038"/>
                <a:gd name="connsiteY3" fmla="*/ 2670496 h 2670496"/>
                <a:gd name="connsiteX4" fmla="*/ 52784 w 1181038"/>
                <a:gd name="connsiteY4" fmla="*/ 354704 h 2670496"/>
                <a:gd name="connsiteX0" fmla="*/ 4728 w 1132982"/>
                <a:gd name="connsiteY0" fmla="*/ 354704 h 2854402"/>
                <a:gd name="connsiteX1" fmla="*/ 1054850 w 1132982"/>
                <a:gd name="connsiteY1" fmla="*/ 238168 h 2854402"/>
                <a:gd name="connsiteX2" fmla="*/ 1076183 w 1132982"/>
                <a:gd name="connsiteY2" fmla="*/ 2588761 h 2854402"/>
                <a:gd name="connsiteX3" fmla="*/ 582503 w 1132982"/>
                <a:gd name="connsiteY3" fmla="*/ 2854402 h 2854402"/>
                <a:gd name="connsiteX4" fmla="*/ 4728 w 1132982"/>
                <a:gd name="connsiteY4" fmla="*/ 354704 h 2854402"/>
                <a:gd name="connsiteX0" fmla="*/ 44535 w 1172789"/>
                <a:gd name="connsiteY0" fmla="*/ 354704 h 2854402"/>
                <a:gd name="connsiteX1" fmla="*/ 1094657 w 1172789"/>
                <a:gd name="connsiteY1" fmla="*/ 238168 h 2854402"/>
                <a:gd name="connsiteX2" fmla="*/ 1115990 w 1172789"/>
                <a:gd name="connsiteY2" fmla="*/ 2588761 h 2854402"/>
                <a:gd name="connsiteX3" fmla="*/ 622310 w 1172789"/>
                <a:gd name="connsiteY3" fmla="*/ 2854402 h 2854402"/>
                <a:gd name="connsiteX4" fmla="*/ 44535 w 1172789"/>
                <a:gd name="connsiteY4" fmla="*/ 354704 h 2854402"/>
                <a:gd name="connsiteX0" fmla="*/ 54953 w 1144121"/>
                <a:gd name="connsiteY0" fmla="*/ 572931 h 2766120"/>
                <a:gd name="connsiteX1" fmla="*/ 1065989 w 1144121"/>
                <a:gd name="connsiteY1" fmla="*/ 149886 h 2766120"/>
                <a:gd name="connsiteX2" fmla="*/ 1087322 w 1144121"/>
                <a:gd name="connsiteY2" fmla="*/ 2500479 h 2766120"/>
                <a:gd name="connsiteX3" fmla="*/ 593642 w 1144121"/>
                <a:gd name="connsiteY3" fmla="*/ 2766120 h 2766120"/>
                <a:gd name="connsiteX4" fmla="*/ 54953 w 1144121"/>
                <a:gd name="connsiteY4" fmla="*/ 572931 h 2766120"/>
                <a:gd name="connsiteX0" fmla="*/ 54953 w 1079129"/>
                <a:gd name="connsiteY0" fmla="*/ 572931 h 2766120"/>
                <a:gd name="connsiteX1" fmla="*/ 1065989 w 1079129"/>
                <a:gd name="connsiteY1" fmla="*/ 149886 h 2766120"/>
                <a:gd name="connsiteX2" fmla="*/ 593642 w 1079129"/>
                <a:gd name="connsiteY2" fmla="*/ 2766120 h 2766120"/>
                <a:gd name="connsiteX3" fmla="*/ 54953 w 1079129"/>
                <a:gd name="connsiteY3" fmla="*/ 572931 h 2766120"/>
                <a:gd name="connsiteX0" fmla="*/ 54953 w 1117201"/>
                <a:gd name="connsiteY0" fmla="*/ 261325 h 2454514"/>
                <a:gd name="connsiteX1" fmla="*/ 1105076 w 1117201"/>
                <a:gd name="connsiteY1" fmla="*/ 328690 h 2454514"/>
                <a:gd name="connsiteX2" fmla="*/ 593642 w 1117201"/>
                <a:gd name="connsiteY2" fmla="*/ 2454514 h 2454514"/>
                <a:gd name="connsiteX3" fmla="*/ 54953 w 1117201"/>
                <a:gd name="connsiteY3" fmla="*/ 261325 h 2454514"/>
                <a:gd name="connsiteX0" fmla="*/ 54953 w 1145580"/>
                <a:gd name="connsiteY0" fmla="*/ 261325 h 2454514"/>
                <a:gd name="connsiteX1" fmla="*/ 1105076 w 1145580"/>
                <a:gd name="connsiteY1" fmla="*/ 328690 h 2454514"/>
                <a:gd name="connsiteX2" fmla="*/ 593642 w 1145580"/>
                <a:gd name="connsiteY2" fmla="*/ 2454514 h 2454514"/>
                <a:gd name="connsiteX3" fmla="*/ 54953 w 1145580"/>
                <a:gd name="connsiteY3" fmla="*/ 261325 h 2454514"/>
                <a:gd name="connsiteX0" fmla="*/ 54953 w 1145580"/>
                <a:gd name="connsiteY0" fmla="*/ 415682 h 2608871"/>
                <a:gd name="connsiteX1" fmla="*/ 1105076 w 1145580"/>
                <a:gd name="connsiteY1" fmla="*/ 483047 h 2608871"/>
                <a:gd name="connsiteX2" fmla="*/ 593642 w 1145580"/>
                <a:gd name="connsiteY2" fmla="*/ 2608871 h 2608871"/>
                <a:gd name="connsiteX3" fmla="*/ 54953 w 1145580"/>
                <a:gd name="connsiteY3" fmla="*/ 415682 h 2608871"/>
                <a:gd name="connsiteX0" fmla="*/ 54953 w 1145580"/>
                <a:gd name="connsiteY0" fmla="*/ 443721 h 2636910"/>
                <a:gd name="connsiteX1" fmla="*/ 1105076 w 1145580"/>
                <a:gd name="connsiteY1" fmla="*/ 511086 h 2636910"/>
                <a:gd name="connsiteX2" fmla="*/ 593642 w 1145580"/>
                <a:gd name="connsiteY2" fmla="*/ 2636910 h 2636910"/>
                <a:gd name="connsiteX3" fmla="*/ 54953 w 1145580"/>
                <a:gd name="connsiteY3" fmla="*/ 443721 h 263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580" h="2636910">
                  <a:moveTo>
                    <a:pt x="54953" y="443721"/>
                  </a:moveTo>
                  <a:cubicBezTo>
                    <a:pt x="241166" y="-43403"/>
                    <a:pt x="815753" y="-269931"/>
                    <a:pt x="1105076" y="511086"/>
                  </a:cubicBezTo>
                  <a:cubicBezTo>
                    <a:pt x="1194857" y="876617"/>
                    <a:pt x="1179072" y="2525536"/>
                    <a:pt x="593642" y="2636910"/>
                  </a:cubicBezTo>
                  <a:cubicBezTo>
                    <a:pt x="-158740" y="2296978"/>
                    <a:pt x="-5856" y="515435"/>
                    <a:pt x="54953" y="443721"/>
                  </a:cubicBezTo>
                  <a:close/>
                </a:path>
              </a:pathLst>
            </a:custGeom>
            <a:solidFill>
              <a:srgbClr val="F33819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Oval 12">
              <a:extLst>
                <a:ext uri="{FF2B5EF4-FFF2-40B4-BE49-F238E27FC236}">
                  <a16:creationId xmlns:a16="http://schemas.microsoft.com/office/drawing/2014/main" id="{E1E79AA9-7A58-45A3-4ACF-483BAF3D4DBE}"/>
                </a:ext>
              </a:extLst>
            </p:cNvPr>
            <p:cNvSpPr/>
            <p:nvPr/>
          </p:nvSpPr>
          <p:spPr>
            <a:xfrm flipV="1">
              <a:off x="4586075" y="1850293"/>
              <a:ext cx="182963" cy="318184"/>
            </a:xfrm>
            <a:custGeom>
              <a:avLst/>
              <a:gdLst>
                <a:gd name="connsiteX0" fmla="*/ 0 w 504825"/>
                <a:gd name="connsiteY0" fmla="*/ 438803 h 877606"/>
                <a:gd name="connsiteX1" fmla="*/ 252413 w 504825"/>
                <a:gd name="connsiteY1" fmla="*/ 0 h 877606"/>
                <a:gd name="connsiteX2" fmla="*/ 504826 w 504825"/>
                <a:gd name="connsiteY2" fmla="*/ 438803 h 877606"/>
                <a:gd name="connsiteX3" fmla="*/ 252413 w 504825"/>
                <a:gd name="connsiteY3" fmla="*/ 877606 h 877606"/>
                <a:gd name="connsiteX4" fmla="*/ 0 w 504825"/>
                <a:gd name="connsiteY4" fmla="*/ 438803 h 877606"/>
                <a:gd name="connsiteX0" fmla="*/ 0 w 504826"/>
                <a:gd name="connsiteY0" fmla="*/ 438803 h 877606"/>
                <a:gd name="connsiteX1" fmla="*/ 252413 w 504826"/>
                <a:gd name="connsiteY1" fmla="*/ 0 h 877606"/>
                <a:gd name="connsiteX2" fmla="*/ 504826 w 504826"/>
                <a:gd name="connsiteY2" fmla="*/ 438803 h 877606"/>
                <a:gd name="connsiteX3" fmla="*/ 252413 w 504826"/>
                <a:gd name="connsiteY3" fmla="*/ 877606 h 877606"/>
                <a:gd name="connsiteX4" fmla="*/ 0 w 504826"/>
                <a:gd name="connsiteY4" fmla="*/ 438803 h 877606"/>
                <a:gd name="connsiteX0" fmla="*/ 0 w 504826"/>
                <a:gd name="connsiteY0" fmla="*/ 438803 h 877923"/>
                <a:gd name="connsiteX1" fmla="*/ 252413 w 504826"/>
                <a:gd name="connsiteY1" fmla="*/ 0 h 877923"/>
                <a:gd name="connsiteX2" fmla="*/ 504826 w 504826"/>
                <a:gd name="connsiteY2" fmla="*/ 438803 h 877923"/>
                <a:gd name="connsiteX3" fmla="*/ 252413 w 504826"/>
                <a:gd name="connsiteY3" fmla="*/ 877606 h 877923"/>
                <a:gd name="connsiteX4" fmla="*/ 0 w 504826"/>
                <a:gd name="connsiteY4" fmla="*/ 438803 h 877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26" h="877923">
                  <a:moveTo>
                    <a:pt x="0" y="438803"/>
                  </a:moveTo>
                  <a:cubicBezTo>
                    <a:pt x="0" y="196459"/>
                    <a:pt x="193971" y="0"/>
                    <a:pt x="252413" y="0"/>
                  </a:cubicBezTo>
                  <a:cubicBezTo>
                    <a:pt x="310855" y="0"/>
                    <a:pt x="504826" y="196459"/>
                    <a:pt x="504826" y="438803"/>
                  </a:cubicBezTo>
                  <a:cubicBezTo>
                    <a:pt x="504826" y="681147"/>
                    <a:pt x="472780" y="868081"/>
                    <a:pt x="252413" y="877606"/>
                  </a:cubicBezTo>
                  <a:cubicBezTo>
                    <a:pt x="32046" y="887131"/>
                    <a:pt x="0" y="681147"/>
                    <a:pt x="0" y="438803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Oval 12">
              <a:extLst>
                <a:ext uri="{FF2B5EF4-FFF2-40B4-BE49-F238E27FC236}">
                  <a16:creationId xmlns:a16="http://schemas.microsoft.com/office/drawing/2014/main" id="{AA9D282B-9BD9-6F08-A3FE-3FD74F6A6738}"/>
                </a:ext>
              </a:extLst>
            </p:cNvPr>
            <p:cNvSpPr/>
            <p:nvPr/>
          </p:nvSpPr>
          <p:spPr>
            <a:xfrm flipV="1">
              <a:off x="4898120" y="1850293"/>
              <a:ext cx="182963" cy="318184"/>
            </a:xfrm>
            <a:custGeom>
              <a:avLst/>
              <a:gdLst>
                <a:gd name="connsiteX0" fmla="*/ 0 w 504825"/>
                <a:gd name="connsiteY0" fmla="*/ 438803 h 877606"/>
                <a:gd name="connsiteX1" fmla="*/ 252413 w 504825"/>
                <a:gd name="connsiteY1" fmla="*/ 0 h 877606"/>
                <a:gd name="connsiteX2" fmla="*/ 504826 w 504825"/>
                <a:gd name="connsiteY2" fmla="*/ 438803 h 877606"/>
                <a:gd name="connsiteX3" fmla="*/ 252413 w 504825"/>
                <a:gd name="connsiteY3" fmla="*/ 877606 h 877606"/>
                <a:gd name="connsiteX4" fmla="*/ 0 w 504825"/>
                <a:gd name="connsiteY4" fmla="*/ 438803 h 877606"/>
                <a:gd name="connsiteX0" fmla="*/ 0 w 504826"/>
                <a:gd name="connsiteY0" fmla="*/ 438803 h 877606"/>
                <a:gd name="connsiteX1" fmla="*/ 252413 w 504826"/>
                <a:gd name="connsiteY1" fmla="*/ 0 h 877606"/>
                <a:gd name="connsiteX2" fmla="*/ 504826 w 504826"/>
                <a:gd name="connsiteY2" fmla="*/ 438803 h 877606"/>
                <a:gd name="connsiteX3" fmla="*/ 252413 w 504826"/>
                <a:gd name="connsiteY3" fmla="*/ 877606 h 877606"/>
                <a:gd name="connsiteX4" fmla="*/ 0 w 504826"/>
                <a:gd name="connsiteY4" fmla="*/ 438803 h 877606"/>
                <a:gd name="connsiteX0" fmla="*/ 0 w 504826"/>
                <a:gd name="connsiteY0" fmla="*/ 438803 h 877923"/>
                <a:gd name="connsiteX1" fmla="*/ 252413 w 504826"/>
                <a:gd name="connsiteY1" fmla="*/ 0 h 877923"/>
                <a:gd name="connsiteX2" fmla="*/ 504826 w 504826"/>
                <a:gd name="connsiteY2" fmla="*/ 438803 h 877923"/>
                <a:gd name="connsiteX3" fmla="*/ 252413 w 504826"/>
                <a:gd name="connsiteY3" fmla="*/ 877606 h 877923"/>
                <a:gd name="connsiteX4" fmla="*/ 0 w 504826"/>
                <a:gd name="connsiteY4" fmla="*/ 438803 h 877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26" h="877923">
                  <a:moveTo>
                    <a:pt x="0" y="438803"/>
                  </a:moveTo>
                  <a:cubicBezTo>
                    <a:pt x="0" y="196459"/>
                    <a:pt x="193971" y="0"/>
                    <a:pt x="252413" y="0"/>
                  </a:cubicBezTo>
                  <a:cubicBezTo>
                    <a:pt x="310855" y="0"/>
                    <a:pt x="504826" y="196459"/>
                    <a:pt x="504826" y="438803"/>
                  </a:cubicBezTo>
                  <a:cubicBezTo>
                    <a:pt x="504826" y="681147"/>
                    <a:pt x="472780" y="868081"/>
                    <a:pt x="252413" y="877606"/>
                  </a:cubicBezTo>
                  <a:cubicBezTo>
                    <a:pt x="32046" y="887131"/>
                    <a:pt x="0" y="681147"/>
                    <a:pt x="0" y="438803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E8FB055-757F-FF6D-118B-23407A91A5B1}"/>
              </a:ext>
            </a:extLst>
          </p:cNvPr>
          <p:cNvGrpSpPr/>
          <p:nvPr/>
        </p:nvGrpSpPr>
        <p:grpSpPr>
          <a:xfrm>
            <a:off x="3811673" y="279255"/>
            <a:ext cx="3548534" cy="6110812"/>
            <a:chOff x="3030450" y="284501"/>
            <a:chExt cx="3548534" cy="6110812"/>
          </a:xfrm>
          <a:solidFill>
            <a:schemeClr val="bg1"/>
          </a:solidFill>
        </p:grpSpPr>
        <p:sp>
          <p:nvSpPr>
            <p:cNvPr id="37" name="Rectangle 9">
              <a:extLst>
                <a:ext uri="{FF2B5EF4-FFF2-40B4-BE49-F238E27FC236}">
                  <a16:creationId xmlns:a16="http://schemas.microsoft.com/office/drawing/2014/main" id="{C2107ED8-3AB9-FEFE-14F0-9F61F58D8308}"/>
                </a:ext>
              </a:extLst>
            </p:cNvPr>
            <p:cNvSpPr/>
            <p:nvPr/>
          </p:nvSpPr>
          <p:spPr>
            <a:xfrm rot="2111050">
              <a:off x="4281022" y="5427319"/>
              <a:ext cx="700037" cy="899842"/>
            </a:xfrm>
            <a:custGeom>
              <a:avLst/>
              <a:gdLst>
                <a:gd name="connsiteX0" fmla="*/ 0 w 280117"/>
                <a:gd name="connsiteY0" fmla="*/ 0 h 821915"/>
                <a:gd name="connsiteX1" fmla="*/ 280117 w 280117"/>
                <a:gd name="connsiteY1" fmla="*/ 0 h 821915"/>
                <a:gd name="connsiteX2" fmla="*/ 280117 w 280117"/>
                <a:gd name="connsiteY2" fmla="*/ 821915 h 821915"/>
                <a:gd name="connsiteX3" fmla="*/ 0 w 280117"/>
                <a:gd name="connsiteY3" fmla="*/ 821915 h 821915"/>
                <a:gd name="connsiteX4" fmla="*/ 0 w 280117"/>
                <a:gd name="connsiteY4" fmla="*/ 0 h 821915"/>
                <a:gd name="connsiteX0" fmla="*/ 0 w 648379"/>
                <a:gd name="connsiteY0" fmla="*/ 0 h 821915"/>
                <a:gd name="connsiteX1" fmla="*/ 280117 w 648379"/>
                <a:gd name="connsiteY1" fmla="*/ 0 h 821915"/>
                <a:gd name="connsiteX2" fmla="*/ 648379 w 648379"/>
                <a:gd name="connsiteY2" fmla="*/ 807024 h 821915"/>
                <a:gd name="connsiteX3" fmla="*/ 0 w 648379"/>
                <a:gd name="connsiteY3" fmla="*/ 821915 h 821915"/>
                <a:gd name="connsiteX4" fmla="*/ 0 w 648379"/>
                <a:gd name="connsiteY4" fmla="*/ 0 h 821915"/>
                <a:gd name="connsiteX0" fmla="*/ 0 w 648379"/>
                <a:gd name="connsiteY0" fmla="*/ 0 h 821915"/>
                <a:gd name="connsiteX1" fmla="*/ 280117 w 648379"/>
                <a:gd name="connsiteY1" fmla="*/ 0 h 821915"/>
                <a:gd name="connsiteX2" fmla="*/ 648379 w 648379"/>
                <a:gd name="connsiteY2" fmla="*/ 807024 h 821915"/>
                <a:gd name="connsiteX3" fmla="*/ 300316 w 648379"/>
                <a:gd name="connsiteY3" fmla="*/ 775390 h 821915"/>
                <a:gd name="connsiteX4" fmla="*/ 0 w 648379"/>
                <a:gd name="connsiteY4" fmla="*/ 821915 h 821915"/>
                <a:gd name="connsiteX5" fmla="*/ 0 w 648379"/>
                <a:gd name="connsiteY5" fmla="*/ 0 h 821915"/>
                <a:gd name="connsiteX0" fmla="*/ 0 w 648379"/>
                <a:gd name="connsiteY0" fmla="*/ 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0 w 648379"/>
                <a:gd name="connsiteY5" fmla="*/ 0 h 891839"/>
                <a:gd name="connsiteX0" fmla="*/ 0 w 648379"/>
                <a:gd name="connsiteY0" fmla="*/ 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0 w 648379"/>
                <a:gd name="connsiteY5" fmla="*/ 0 h 891839"/>
                <a:gd name="connsiteX0" fmla="*/ 134075 w 648379"/>
                <a:gd name="connsiteY0" fmla="*/ 7446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134075 w 648379"/>
                <a:gd name="connsiteY5" fmla="*/ 74460 h 891839"/>
                <a:gd name="connsiteX0" fmla="*/ 32035 w 648379"/>
                <a:gd name="connsiteY0" fmla="*/ 12377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32035 w 648379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9842"/>
                <a:gd name="connsiteX1" fmla="*/ 331775 w 700037"/>
                <a:gd name="connsiteY1" fmla="*/ 0 h 899842"/>
                <a:gd name="connsiteX2" fmla="*/ 700037 w 700037"/>
                <a:gd name="connsiteY2" fmla="*/ 807024 h 899842"/>
                <a:gd name="connsiteX3" fmla="*/ 351974 w 700037"/>
                <a:gd name="connsiteY3" fmla="*/ 775390 h 899842"/>
                <a:gd name="connsiteX4" fmla="*/ 51658 w 700037"/>
                <a:gd name="connsiteY4" fmla="*/ 821915 h 899842"/>
                <a:gd name="connsiteX5" fmla="*/ 83693 w 700037"/>
                <a:gd name="connsiteY5" fmla="*/ 12377 h 899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037" h="899842">
                  <a:moveTo>
                    <a:pt x="83693" y="12377"/>
                  </a:moveTo>
                  <a:lnTo>
                    <a:pt x="331775" y="0"/>
                  </a:lnTo>
                  <a:cubicBezTo>
                    <a:pt x="454529" y="269008"/>
                    <a:pt x="616207" y="510574"/>
                    <a:pt x="700037" y="807024"/>
                  </a:cubicBezTo>
                  <a:cubicBezTo>
                    <a:pt x="601844" y="838296"/>
                    <a:pt x="485027" y="1016723"/>
                    <a:pt x="351974" y="775390"/>
                  </a:cubicBezTo>
                  <a:cubicBezTo>
                    <a:pt x="255898" y="945389"/>
                    <a:pt x="146470" y="856755"/>
                    <a:pt x="51658" y="821915"/>
                  </a:cubicBezTo>
                  <a:cubicBezTo>
                    <a:pt x="-76585" y="545123"/>
                    <a:pt x="73015" y="282223"/>
                    <a:pt x="83693" y="12377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E868DA64-AA24-F104-565B-7CAC3F4F0E98}"/>
                </a:ext>
              </a:extLst>
            </p:cNvPr>
            <p:cNvSpPr/>
            <p:nvPr/>
          </p:nvSpPr>
          <p:spPr>
            <a:xfrm rot="19488950" flipH="1">
              <a:off x="4723147" y="5428532"/>
              <a:ext cx="700037" cy="899842"/>
            </a:xfrm>
            <a:custGeom>
              <a:avLst/>
              <a:gdLst>
                <a:gd name="connsiteX0" fmla="*/ 0 w 280117"/>
                <a:gd name="connsiteY0" fmla="*/ 0 h 821915"/>
                <a:gd name="connsiteX1" fmla="*/ 280117 w 280117"/>
                <a:gd name="connsiteY1" fmla="*/ 0 h 821915"/>
                <a:gd name="connsiteX2" fmla="*/ 280117 w 280117"/>
                <a:gd name="connsiteY2" fmla="*/ 821915 h 821915"/>
                <a:gd name="connsiteX3" fmla="*/ 0 w 280117"/>
                <a:gd name="connsiteY3" fmla="*/ 821915 h 821915"/>
                <a:gd name="connsiteX4" fmla="*/ 0 w 280117"/>
                <a:gd name="connsiteY4" fmla="*/ 0 h 821915"/>
                <a:gd name="connsiteX0" fmla="*/ 0 w 648379"/>
                <a:gd name="connsiteY0" fmla="*/ 0 h 821915"/>
                <a:gd name="connsiteX1" fmla="*/ 280117 w 648379"/>
                <a:gd name="connsiteY1" fmla="*/ 0 h 821915"/>
                <a:gd name="connsiteX2" fmla="*/ 648379 w 648379"/>
                <a:gd name="connsiteY2" fmla="*/ 807024 h 821915"/>
                <a:gd name="connsiteX3" fmla="*/ 0 w 648379"/>
                <a:gd name="connsiteY3" fmla="*/ 821915 h 821915"/>
                <a:gd name="connsiteX4" fmla="*/ 0 w 648379"/>
                <a:gd name="connsiteY4" fmla="*/ 0 h 821915"/>
                <a:gd name="connsiteX0" fmla="*/ 0 w 648379"/>
                <a:gd name="connsiteY0" fmla="*/ 0 h 821915"/>
                <a:gd name="connsiteX1" fmla="*/ 280117 w 648379"/>
                <a:gd name="connsiteY1" fmla="*/ 0 h 821915"/>
                <a:gd name="connsiteX2" fmla="*/ 648379 w 648379"/>
                <a:gd name="connsiteY2" fmla="*/ 807024 h 821915"/>
                <a:gd name="connsiteX3" fmla="*/ 300316 w 648379"/>
                <a:gd name="connsiteY3" fmla="*/ 775390 h 821915"/>
                <a:gd name="connsiteX4" fmla="*/ 0 w 648379"/>
                <a:gd name="connsiteY4" fmla="*/ 821915 h 821915"/>
                <a:gd name="connsiteX5" fmla="*/ 0 w 648379"/>
                <a:gd name="connsiteY5" fmla="*/ 0 h 821915"/>
                <a:gd name="connsiteX0" fmla="*/ 0 w 648379"/>
                <a:gd name="connsiteY0" fmla="*/ 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0 w 648379"/>
                <a:gd name="connsiteY5" fmla="*/ 0 h 891839"/>
                <a:gd name="connsiteX0" fmla="*/ 0 w 648379"/>
                <a:gd name="connsiteY0" fmla="*/ 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0 w 648379"/>
                <a:gd name="connsiteY5" fmla="*/ 0 h 891839"/>
                <a:gd name="connsiteX0" fmla="*/ 134075 w 648379"/>
                <a:gd name="connsiteY0" fmla="*/ 7446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134075 w 648379"/>
                <a:gd name="connsiteY5" fmla="*/ 74460 h 891839"/>
                <a:gd name="connsiteX0" fmla="*/ 32035 w 648379"/>
                <a:gd name="connsiteY0" fmla="*/ 12377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32035 w 648379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9842"/>
                <a:gd name="connsiteX1" fmla="*/ 331775 w 700037"/>
                <a:gd name="connsiteY1" fmla="*/ 0 h 899842"/>
                <a:gd name="connsiteX2" fmla="*/ 700037 w 700037"/>
                <a:gd name="connsiteY2" fmla="*/ 807024 h 899842"/>
                <a:gd name="connsiteX3" fmla="*/ 351974 w 700037"/>
                <a:gd name="connsiteY3" fmla="*/ 775390 h 899842"/>
                <a:gd name="connsiteX4" fmla="*/ 51658 w 700037"/>
                <a:gd name="connsiteY4" fmla="*/ 821915 h 899842"/>
                <a:gd name="connsiteX5" fmla="*/ 83693 w 700037"/>
                <a:gd name="connsiteY5" fmla="*/ 12377 h 899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037" h="899842">
                  <a:moveTo>
                    <a:pt x="83693" y="12377"/>
                  </a:moveTo>
                  <a:lnTo>
                    <a:pt x="331775" y="0"/>
                  </a:lnTo>
                  <a:cubicBezTo>
                    <a:pt x="454529" y="269008"/>
                    <a:pt x="616207" y="510574"/>
                    <a:pt x="700037" y="807024"/>
                  </a:cubicBezTo>
                  <a:cubicBezTo>
                    <a:pt x="601844" y="838296"/>
                    <a:pt x="485027" y="1016723"/>
                    <a:pt x="351974" y="775390"/>
                  </a:cubicBezTo>
                  <a:cubicBezTo>
                    <a:pt x="255898" y="945389"/>
                    <a:pt x="146470" y="856755"/>
                    <a:pt x="51658" y="821915"/>
                  </a:cubicBezTo>
                  <a:cubicBezTo>
                    <a:pt x="-76585" y="545123"/>
                    <a:pt x="73015" y="282223"/>
                    <a:pt x="83693" y="12377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Oval 12">
              <a:extLst>
                <a:ext uri="{FF2B5EF4-FFF2-40B4-BE49-F238E27FC236}">
                  <a16:creationId xmlns:a16="http://schemas.microsoft.com/office/drawing/2014/main" id="{2CBAD941-F7FF-2E3B-D4B3-351F7A529A41}"/>
                </a:ext>
              </a:extLst>
            </p:cNvPr>
            <p:cNvSpPr/>
            <p:nvPr/>
          </p:nvSpPr>
          <p:spPr>
            <a:xfrm>
              <a:off x="4610101" y="5517390"/>
              <a:ext cx="504826" cy="877923"/>
            </a:xfrm>
            <a:custGeom>
              <a:avLst/>
              <a:gdLst>
                <a:gd name="connsiteX0" fmla="*/ 0 w 504825"/>
                <a:gd name="connsiteY0" fmla="*/ 438803 h 877606"/>
                <a:gd name="connsiteX1" fmla="*/ 252413 w 504825"/>
                <a:gd name="connsiteY1" fmla="*/ 0 h 877606"/>
                <a:gd name="connsiteX2" fmla="*/ 504826 w 504825"/>
                <a:gd name="connsiteY2" fmla="*/ 438803 h 877606"/>
                <a:gd name="connsiteX3" fmla="*/ 252413 w 504825"/>
                <a:gd name="connsiteY3" fmla="*/ 877606 h 877606"/>
                <a:gd name="connsiteX4" fmla="*/ 0 w 504825"/>
                <a:gd name="connsiteY4" fmla="*/ 438803 h 877606"/>
                <a:gd name="connsiteX0" fmla="*/ 0 w 504826"/>
                <a:gd name="connsiteY0" fmla="*/ 438803 h 877606"/>
                <a:gd name="connsiteX1" fmla="*/ 252413 w 504826"/>
                <a:gd name="connsiteY1" fmla="*/ 0 h 877606"/>
                <a:gd name="connsiteX2" fmla="*/ 504826 w 504826"/>
                <a:gd name="connsiteY2" fmla="*/ 438803 h 877606"/>
                <a:gd name="connsiteX3" fmla="*/ 252413 w 504826"/>
                <a:gd name="connsiteY3" fmla="*/ 877606 h 877606"/>
                <a:gd name="connsiteX4" fmla="*/ 0 w 504826"/>
                <a:gd name="connsiteY4" fmla="*/ 438803 h 877606"/>
                <a:gd name="connsiteX0" fmla="*/ 0 w 504826"/>
                <a:gd name="connsiteY0" fmla="*/ 438803 h 877923"/>
                <a:gd name="connsiteX1" fmla="*/ 252413 w 504826"/>
                <a:gd name="connsiteY1" fmla="*/ 0 h 877923"/>
                <a:gd name="connsiteX2" fmla="*/ 504826 w 504826"/>
                <a:gd name="connsiteY2" fmla="*/ 438803 h 877923"/>
                <a:gd name="connsiteX3" fmla="*/ 252413 w 504826"/>
                <a:gd name="connsiteY3" fmla="*/ 877606 h 877923"/>
                <a:gd name="connsiteX4" fmla="*/ 0 w 504826"/>
                <a:gd name="connsiteY4" fmla="*/ 438803 h 877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26" h="877923">
                  <a:moveTo>
                    <a:pt x="0" y="438803"/>
                  </a:moveTo>
                  <a:cubicBezTo>
                    <a:pt x="0" y="196459"/>
                    <a:pt x="193971" y="0"/>
                    <a:pt x="252413" y="0"/>
                  </a:cubicBezTo>
                  <a:cubicBezTo>
                    <a:pt x="310855" y="0"/>
                    <a:pt x="504826" y="196459"/>
                    <a:pt x="504826" y="438803"/>
                  </a:cubicBezTo>
                  <a:cubicBezTo>
                    <a:pt x="504826" y="681147"/>
                    <a:pt x="472780" y="868081"/>
                    <a:pt x="252413" y="877606"/>
                  </a:cubicBezTo>
                  <a:cubicBezTo>
                    <a:pt x="32046" y="887131"/>
                    <a:pt x="0" y="681147"/>
                    <a:pt x="0" y="43880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E258690-D0A3-104A-8D9B-8A8A412047BF}"/>
                </a:ext>
              </a:extLst>
            </p:cNvPr>
            <p:cNvGrpSpPr/>
            <p:nvPr/>
          </p:nvGrpSpPr>
          <p:grpSpPr>
            <a:xfrm>
              <a:off x="3698921" y="284501"/>
              <a:ext cx="885734" cy="2680406"/>
              <a:chOff x="3698921" y="284501"/>
              <a:chExt cx="885734" cy="2680406"/>
            </a:xfrm>
            <a:grpFill/>
          </p:grpSpPr>
          <p:sp>
            <p:nvSpPr>
              <p:cNvPr id="66" name="Rectangle: Rounded Corners 14">
                <a:extLst>
                  <a:ext uri="{FF2B5EF4-FFF2-40B4-BE49-F238E27FC236}">
                    <a16:creationId xmlns:a16="http://schemas.microsoft.com/office/drawing/2014/main" id="{360035BD-432F-0CF7-A879-6D0C8BB0E053}"/>
                  </a:ext>
                </a:extLst>
              </p:cNvPr>
              <p:cNvSpPr/>
              <p:nvPr/>
            </p:nvSpPr>
            <p:spPr>
              <a:xfrm rot="20842153">
                <a:off x="3800213" y="1784926"/>
                <a:ext cx="428780" cy="794497"/>
              </a:xfrm>
              <a:custGeom>
                <a:avLst/>
                <a:gdLst>
                  <a:gd name="connsiteX0" fmla="*/ 0 w 230816"/>
                  <a:gd name="connsiteY0" fmla="*/ 38470 h 703687"/>
                  <a:gd name="connsiteX1" fmla="*/ 38470 w 230816"/>
                  <a:gd name="connsiteY1" fmla="*/ 0 h 703687"/>
                  <a:gd name="connsiteX2" fmla="*/ 192346 w 230816"/>
                  <a:gd name="connsiteY2" fmla="*/ 0 h 703687"/>
                  <a:gd name="connsiteX3" fmla="*/ 230816 w 230816"/>
                  <a:gd name="connsiteY3" fmla="*/ 38470 h 703687"/>
                  <a:gd name="connsiteX4" fmla="*/ 230816 w 230816"/>
                  <a:gd name="connsiteY4" fmla="*/ 665217 h 703687"/>
                  <a:gd name="connsiteX5" fmla="*/ 192346 w 230816"/>
                  <a:gd name="connsiteY5" fmla="*/ 703687 h 703687"/>
                  <a:gd name="connsiteX6" fmla="*/ 38470 w 230816"/>
                  <a:gd name="connsiteY6" fmla="*/ 703687 h 703687"/>
                  <a:gd name="connsiteX7" fmla="*/ 0 w 230816"/>
                  <a:gd name="connsiteY7" fmla="*/ 665217 h 703687"/>
                  <a:gd name="connsiteX8" fmla="*/ 0 w 230816"/>
                  <a:gd name="connsiteY8" fmla="*/ 38470 h 703687"/>
                  <a:gd name="connsiteX0" fmla="*/ 92730 w 323546"/>
                  <a:gd name="connsiteY0" fmla="*/ 38470 h 703687"/>
                  <a:gd name="connsiteX1" fmla="*/ 131200 w 323546"/>
                  <a:gd name="connsiteY1" fmla="*/ 0 h 703687"/>
                  <a:gd name="connsiteX2" fmla="*/ 285076 w 323546"/>
                  <a:gd name="connsiteY2" fmla="*/ 0 h 703687"/>
                  <a:gd name="connsiteX3" fmla="*/ 323546 w 323546"/>
                  <a:gd name="connsiteY3" fmla="*/ 38470 h 703687"/>
                  <a:gd name="connsiteX4" fmla="*/ 323546 w 323546"/>
                  <a:gd name="connsiteY4" fmla="*/ 665217 h 703687"/>
                  <a:gd name="connsiteX5" fmla="*/ 285076 w 323546"/>
                  <a:gd name="connsiteY5" fmla="*/ 703687 h 703687"/>
                  <a:gd name="connsiteX6" fmla="*/ 131200 w 323546"/>
                  <a:gd name="connsiteY6" fmla="*/ 703687 h 703687"/>
                  <a:gd name="connsiteX7" fmla="*/ 92730 w 323546"/>
                  <a:gd name="connsiteY7" fmla="*/ 665217 h 703687"/>
                  <a:gd name="connsiteX8" fmla="*/ 92730 w 323546"/>
                  <a:gd name="connsiteY8" fmla="*/ 38470 h 703687"/>
                  <a:gd name="connsiteX0" fmla="*/ 110464 w 341280"/>
                  <a:gd name="connsiteY0" fmla="*/ 38470 h 703687"/>
                  <a:gd name="connsiteX1" fmla="*/ 148934 w 341280"/>
                  <a:gd name="connsiteY1" fmla="*/ 0 h 703687"/>
                  <a:gd name="connsiteX2" fmla="*/ 302810 w 341280"/>
                  <a:gd name="connsiteY2" fmla="*/ 0 h 703687"/>
                  <a:gd name="connsiteX3" fmla="*/ 341280 w 341280"/>
                  <a:gd name="connsiteY3" fmla="*/ 38470 h 703687"/>
                  <a:gd name="connsiteX4" fmla="*/ 341280 w 341280"/>
                  <a:gd name="connsiteY4" fmla="*/ 665217 h 703687"/>
                  <a:gd name="connsiteX5" fmla="*/ 302810 w 341280"/>
                  <a:gd name="connsiteY5" fmla="*/ 703687 h 703687"/>
                  <a:gd name="connsiteX6" fmla="*/ 148934 w 341280"/>
                  <a:gd name="connsiteY6" fmla="*/ 703687 h 703687"/>
                  <a:gd name="connsiteX7" fmla="*/ 110464 w 341280"/>
                  <a:gd name="connsiteY7" fmla="*/ 665217 h 703687"/>
                  <a:gd name="connsiteX8" fmla="*/ 110464 w 341280"/>
                  <a:gd name="connsiteY8" fmla="*/ 38470 h 703687"/>
                  <a:gd name="connsiteX0" fmla="*/ 110464 w 420951"/>
                  <a:gd name="connsiteY0" fmla="*/ 38470 h 703687"/>
                  <a:gd name="connsiteX1" fmla="*/ 148934 w 420951"/>
                  <a:gd name="connsiteY1" fmla="*/ 0 h 703687"/>
                  <a:gd name="connsiteX2" fmla="*/ 302810 w 420951"/>
                  <a:gd name="connsiteY2" fmla="*/ 0 h 703687"/>
                  <a:gd name="connsiteX3" fmla="*/ 341280 w 420951"/>
                  <a:gd name="connsiteY3" fmla="*/ 38470 h 703687"/>
                  <a:gd name="connsiteX4" fmla="*/ 341280 w 420951"/>
                  <a:gd name="connsiteY4" fmla="*/ 665217 h 703687"/>
                  <a:gd name="connsiteX5" fmla="*/ 302810 w 420951"/>
                  <a:gd name="connsiteY5" fmla="*/ 703687 h 703687"/>
                  <a:gd name="connsiteX6" fmla="*/ 148934 w 420951"/>
                  <a:gd name="connsiteY6" fmla="*/ 703687 h 703687"/>
                  <a:gd name="connsiteX7" fmla="*/ 110464 w 420951"/>
                  <a:gd name="connsiteY7" fmla="*/ 665217 h 703687"/>
                  <a:gd name="connsiteX8" fmla="*/ 110464 w 420951"/>
                  <a:gd name="connsiteY8" fmla="*/ 38470 h 703687"/>
                  <a:gd name="connsiteX0" fmla="*/ 110464 w 428780"/>
                  <a:gd name="connsiteY0" fmla="*/ 38470 h 703687"/>
                  <a:gd name="connsiteX1" fmla="*/ 148934 w 428780"/>
                  <a:gd name="connsiteY1" fmla="*/ 0 h 703687"/>
                  <a:gd name="connsiteX2" fmla="*/ 302810 w 428780"/>
                  <a:gd name="connsiteY2" fmla="*/ 0 h 703687"/>
                  <a:gd name="connsiteX3" fmla="*/ 341280 w 428780"/>
                  <a:gd name="connsiteY3" fmla="*/ 38470 h 703687"/>
                  <a:gd name="connsiteX4" fmla="*/ 341280 w 428780"/>
                  <a:gd name="connsiteY4" fmla="*/ 665217 h 703687"/>
                  <a:gd name="connsiteX5" fmla="*/ 302810 w 428780"/>
                  <a:gd name="connsiteY5" fmla="*/ 703687 h 703687"/>
                  <a:gd name="connsiteX6" fmla="*/ 148934 w 428780"/>
                  <a:gd name="connsiteY6" fmla="*/ 703687 h 703687"/>
                  <a:gd name="connsiteX7" fmla="*/ 110464 w 428780"/>
                  <a:gd name="connsiteY7" fmla="*/ 665217 h 703687"/>
                  <a:gd name="connsiteX8" fmla="*/ 110464 w 428780"/>
                  <a:gd name="connsiteY8" fmla="*/ 38470 h 70368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02810 w 428780"/>
                  <a:gd name="connsiteY2" fmla="*/ 90810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39450 w 428780"/>
                  <a:gd name="connsiteY2" fmla="*/ 14424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8780" h="794497">
                    <a:moveTo>
                      <a:pt x="110464" y="129280"/>
                    </a:moveTo>
                    <a:cubicBezTo>
                      <a:pt x="110464" y="108034"/>
                      <a:pt x="187082" y="0"/>
                      <a:pt x="208328" y="0"/>
                    </a:cubicBezTo>
                    <a:lnTo>
                      <a:pt x="339450" y="14424"/>
                    </a:lnTo>
                    <a:cubicBezTo>
                      <a:pt x="360696" y="14424"/>
                      <a:pt x="341280" y="108034"/>
                      <a:pt x="341280" y="129280"/>
                    </a:cubicBezTo>
                    <a:cubicBezTo>
                      <a:pt x="520540" y="235202"/>
                      <a:pt x="374188" y="632575"/>
                      <a:pt x="341280" y="756027"/>
                    </a:cubicBezTo>
                    <a:cubicBezTo>
                      <a:pt x="341280" y="777273"/>
                      <a:pt x="324056" y="794497"/>
                      <a:pt x="302810" y="794497"/>
                    </a:cubicBezTo>
                    <a:lnTo>
                      <a:pt x="148934" y="794497"/>
                    </a:lnTo>
                    <a:cubicBezTo>
                      <a:pt x="127688" y="794497"/>
                      <a:pt x="110464" y="777273"/>
                      <a:pt x="110464" y="756027"/>
                    </a:cubicBezTo>
                    <a:cubicBezTo>
                      <a:pt x="39961" y="687491"/>
                      <a:pt x="-98180" y="310964"/>
                      <a:pt x="110464" y="12928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Rectangle: Rounded Corners 14">
                <a:extLst>
                  <a:ext uri="{FF2B5EF4-FFF2-40B4-BE49-F238E27FC236}">
                    <a16:creationId xmlns:a16="http://schemas.microsoft.com/office/drawing/2014/main" id="{07B8B719-C2CB-E79D-E945-11AFE7EAA66E}"/>
                  </a:ext>
                </a:extLst>
              </p:cNvPr>
              <p:cNvSpPr/>
              <p:nvPr/>
            </p:nvSpPr>
            <p:spPr>
              <a:xfrm rot="20842153">
                <a:off x="3992833" y="2294449"/>
                <a:ext cx="436300" cy="670458"/>
              </a:xfrm>
              <a:custGeom>
                <a:avLst/>
                <a:gdLst>
                  <a:gd name="connsiteX0" fmla="*/ 0 w 230816"/>
                  <a:gd name="connsiteY0" fmla="*/ 38470 h 703687"/>
                  <a:gd name="connsiteX1" fmla="*/ 38470 w 230816"/>
                  <a:gd name="connsiteY1" fmla="*/ 0 h 703687"/>
                  <a:gd name="connsiteX2" fmla="*/ 192346 w 230816"/>
                  <a:gd name="connsiteY2" fmla="*/ 0 h 703687"/>
                  <a:gd name="connsiteX3" fmla="*/ 230816 w 230816"/>
                  <a:gd name="connsiteY3" fmla="*/ 38470 h 703687"/>
                  <a:gd name="connsiteX4" fmla="*/ 230816 w 230816"/>
                  <a:gd name="connsiteY4" fmla="*/ 665217 h 703687"/>
                  <a:gd name="connsiteX5" fmla="*/ 192346 w 230816"/>
                  <a:gd name="connsiteY5" fmla="*/ 703687 h 703687"/>
                  <a:gd name="connsiteX6" fmla="*/ 38470 w 230816"/>
                  <a:gd name="connsiteY6" fmla="*/ 703687 h 703687"/>
                  <a:gd name="connsiteX7" fmla="*/ 0 w 230816"/>
                  <a:gd name="connsiteY7" fmla="*/ 665217 h 703687"/>
                  <a:gd name="connsiteX8" fmla="*/ 0 w 230816"/>
                  <a:gd name="connsiteY8" fmla="*/ 38470 h 703687"/>
                  <a:gd name="connsiteX0" fmla="*/ 92730 w 323546"/>
                  <a:gd name="connsiteY0" fmla="*/ 38470 h 703687"/>
                  <a:gd name="connsiteX1" fmla="*/ 131200 w 323546"/>
                  <a:gd name="connsiteY1" fmla="*/ 0 h 703687"/>
                  <a:gd name="connsiteX2" fmla="*/ 285076 w 323546"/>
                  <a:gd name="connsiteY2" fmla="*/ 0 h 703687"/>
                  <a:gd name="connsiteX3" fmla="*/ 323546 w 323546"/>
                  <a:gd name="connsiteY3" fmla="*/ 38470 h 703687"/>
                  <a:gd name="connsiteX4" fmla="*/ 323546 w 323546"/>
                  <a:gd name="connsiteY4" fmla="*/ 665217 h 703687"/>
                  <a:gd name="connsiteX5" fmla="*/ 285076 w 323546"/>
                  <a:gd name="connsiteY5" fmla="*/ 703687 h 703687"/>
                  <a:gd name="connsiteX6" fmla="*/ 131200 w 323546"/>
                  <a:gd name="connsiteY6" fmla="*/ 703687 h 703687"/>
                  <a:gd name="connsiteX7" fmla="*/ 92730 w 323546"/>
                  <a:gd name="connsiteY7" fmla="*/ 665217 h 703687"/>
                  <a:gd name="connsiteX8" fmla="*/ 92730 w 323546"/>
                  <a:gd name="connsiteY8" fmla="*/ 38470 h 703687"/>
                  <a:gd name="connsiteX0" fmla="*/ 110464 w 341280"/>
                  <a:gd name="connsiteY0" fmla="*/ 38470 h 703687"/>
                  <a:gd name="connsiteX1" fmla="*/ 148934 w 341280"/>
                  <a:gd name="connsiteY1" fmla="*/ 0 h 703687"/>
                  <a:gd name="connsiteX2" fmla="*/ 302810 w 341280"/>
                  <a:gd name="connsiteY2" fmla="*/ 0 h 703687"/>
                  <a:gd name="connsiteX3" fmla="*/ 341280 w 341280"/>
                  <a:gd name="connsiteY3" fmla="*/ 38470 h 703687"/>
                  <a:gd name="connsiteX4" fmla="*/ 341280 w 341280"/>
                  <a:gd name="connsiteY4" fmla="*/ 665217 h 703687"/>
                  <a:gd name="connsiteX5" fmla="*/ 302810 w 341280"/>
                  <a:gd name="connsiteY5" fmla="*/ 703687 h 703687"/>
                  <a:gd name="connsiteX6" fmla="*/ 148934 w 341280"/>
                  <a:gd name="connsiteY6" fmla="*/ 703687 h 703687"/>
                  <a:gd name="connsiteX7" fmla="*/ 110464 w 341280"/>
                  <a:gd name="connsiteY7" fmla="*/ 665217 h 703687"/>
                  <a:gd name="connsiteX8" fmla="*/ 110464 w 341280"/>
                  <a:gd name="connsiteY8" fmla="*/ 38470 h 703687"/>
                  <a:gd name="connsiteX0" fmla="*/ 110464 w 420951"/>
                  <a:gd name="connsiteY0" fmla="*/ 38470 h 703687"/>
                  <a:gd name="connsiteX1" fmla="*/ 148934 w 420951"/>
                  <a:gd name="connsiteY1" fmla="*/ 0 h 703687"/>
                  <a:gd name="connsiteX2" fmla="*/ 302810 w 420951"/>
                  <a:gd name="connsiteY2" fmla="*/ 0 h 703687"/>
                  <a:gd name="connsiteX3" fmla="*/ 341280 w 420951"/>
                  <a:gd name="connsiteY3" fmla="*/ 38470 h 703687"/>
                  <a:gd name="connsiteX4" fmla="*/ 341280 w 420951"/>
                  <a:gd name="connsiteY4" fmla="*/ 665217 h 703687"/>
                  <a:gd name="connsiteX5" fmla="*/ 302810 w 420951"/>
                  <a:gd name="connsiteY5" fmla="*/ 703687 h 703687"/>
                  <a:gd name="connsiteX6" fmla="*/ 148934 w 420951"/>
                  <a:gd name="connsiteY6" fmla="*/ 703687 h 703687"/>
                  <a:gd name="connsiteX7" fmla="*/ 110464 w 420951"/>
                  <a:gd name="connsiteY7" fmla="*/ 665217 h 703687"/>
                  <a:gd name="connsiteX8" fmla="*/ 110464 w 420951"/>
                  <a:gd name="connsiteY8" fmla="*/ 38470 h 703687"/>
                  <a:gd name="connsiteX0" fmla="*/ 110464 w 428780"/>
                  <a:gd name="connsiteY0" fmla="*/ 38470 h 703687"/>
                  <a:gd name="connsiteX1" fmla="*/ 148934 w 428780"/>
                  <a:gd name="connsiteY1" fmla="*/ 0 h 703687"/>
                  <a:gd name="connsiteX2" fmla="*/ 302810 w 428780"/>
                  <a:gd name="connsiteY2" fmla="*/ 0 h 703687"/>
                  <a:gd name="connsiteX3" fmla="*/ 341280 w 428780"/>
                  <a:gd name="connsiteY3" fmla="*/ 38470 h 703687"/>
                  <a:gd name="connsiteX4" fmla="*/ 341280 w 428780"/>
                  <a:gd name="connsiteY4" fmla="*/ 665217 h 703687"/>
                  <a:gd name="connsiteX5" fmla="*/ 302810 w 428780"/>
                  <a:gd name="connsiteY5" fmla="*/ 703687 h 703687"/>
                  <a:gd name="connsiteX6" fmla="*/ 148934 w 428780"/>
                  <a:gd name="connsiteY6" fmla="*/ 703687 h 703687"/>
                  <a:gd name="connsiteX7" fmla="*/ 110464 w 428780"/>
                  <a:gd name="connsiteY7" fmla="*/ 665217 h 703687"/>
                  <a:gd name="connsiteX8" fmla="*/ 110464 w 428780"/>
                  <a:gd name="connsiteY8" fmla="*/ 38470 h 70368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02810 w 428780"/>
                  <a:gd name="connsiteY2" fmla="*/ 90810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39450 w 428780"/>
                  <a:gd name="connsiteY2" fmla="*/ 14424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14991 h 780208"/>
                  <a:gd name="connsiteX1" fmla="*/ 339450 w 428780"/>
                  <a:gd name="connsiteY1" fmla="*/ 135 h 780208"/>
                  <a:gd name="connsiteX2" fmla="*/ 341280 w 428780"/>
                  <a:gd name="connsiteY2" fmla="*/ 114991 h 780208"/>
                  <a:gd name="connsiteX3" fmla="*/ 341280 w 428780"/>
                  <a:gd name="connsiteY3" fmla="*/ 741738 h 780208"/>
                  <a:gd name="connsiteX4" fmla="*/ 302810 w 428780"/>
                  <a:gd name="connsiteY4" fmla="*/ 780208 h 780208"/>
                  <a:gd name="connsiteX5" fmla="*/ 148934 w 428780"/>
                  <a:gd name="connsiteY5" fmla="*/ 780208 h 780208"/>
                  <a:gd name="connsiteX6" fmla="*/ 110464 w 428780"/>
                  <a:gd name="connsiteY6" fmla="*/ 741738 h 780208"/>
                  <a:gd name="connsiteX7" fmla="*/ 110464 w 428780"/>
                  <a:gd name="connsiteY7" fmla="*/ 114991 h 780208"/>
                  <a:gd name="connsiteX0" fmla="*/ 110464 w 428780"/>
                  <a:gd name="connsiteY0" fmla="*/ 78344 h 743561"/>
                  <a:gd name="connsiteX1" fmla="*/ 341280 w 428780"/>
                  <a:gd name="connsiteY1" fmla="*/ 78344 h 743561"/>
                  <a:gd name="connsiteX2" fmla="*/ 341280 w 428780"/>
                  <a:gd name="connsiteY2" fmla="*/ 705091 h 743561"/>
                  <a:gd name="connsiteX3" fmla="*/ 302810 w 428780"/>
                  <a:gd name="connsiteY3" fmla="*/ 743561 h 743561"/>
                  <a:gd name="connsiteX4" fmla="*/ 148934 w 428780"/>
                  <a:gd name="connsiteY4" fmla="*/ 743561 h 743561"/>
                  <a:gd name="connsiteX5" fmla="*/ 110464 w 428780"/>
                  <a:gd name="connsiteY5" fmla="*/ 705091 h 743561"/>
                  <a:gd name="connsiteX6" fmla="*/ 110464 w 428780"/>
                  <a:gd name="connsiteY6" fmla="*/ 78344 h 743561"/>
                  <a:gd name="connsiteX0" fmla="*/ 110464 w 341280"/>
                  <a:gd name="connsiteY0" fmla="*/ 0 h 665217"/>
                  <a:gd name="connsiteX1" fmla="*/ 341280 w 341280"/>
                  <a:gd name="connsiteY1" fmla="*/ 626747 h 665217"/>
                  <a:gd name="connsiteX2" fmla="*/ 302810 w 341280"/>
                  <a:gd name="connsiteY2" fmla="*/ 665217 h 665217"/>
                  <a:gd name="connsiteX3" fmla="*/ 148934 w 341280"/>
                  <a:gd name="connsiteY3" fmla="*/ 665217 h 665217"/>
                  <a:gd name="connsiteX4" fmla="*/ 110464 w 341280"/>
                  <a:gd name="connsiteY4" fmla="*/ 626747 h 665217"/>
                  <a:gd name="connsiteX5" fmla="*/ 110464 w 341280"/>
                  <a:gd name="connsiteY5" fmla="*/ 0 h 665217"/>
                  <a:gd name="connsiteX0" fmla="*/ 189478 w 269447"/>
                  <a:gd name="connsiteY0" fmla="*/ 0 h 670458"/>
                  <a:gd name="connsiteX1" fmla="*/ 269447 w 269447"/>
                  <a:gd name="connsiteY1" fmla="*/ 631988 h 670458"/>
                  <a:gd name="connsiteX2" fmla="*/ 230977 w 269447"/>
                  <a:gd name="connsiteY2" fmla="*/ 670458 h 670458"/>
                  <a:gd name="connsiteX3" fmla="*/ 77101 w 269447"/>
                  <a:gd name="connsiteY3" fmla="*/ 670458 h 670458"/>
                  <a:gd name="connsiteX4" fmla="*/ 38631 w 269447"/>
                  <a:gd name="connsiteY4" fmla="*/ 631988 h 670458"/>
                  <a:gd name="connsiteX5" fmla="*/ 189478 w 269447"/>
                  <a:gd name="connsiteY5" fmla="*/ 0 h 670458"/>
                  <a:gd name="connsiteX0" fmla="*/ 273831 w 353800"/>
                  <a:gd name="connsiteY0" fmla="*/ 0 h 670458"/>
                  <a:gd name="connsiteX1" fmla="*/ 353800 w 353800"/>
                  <a:gd name="connsiteY1" fmla="*/ 631988 h 670458"/>
                  <a:gd name="connsiteX2" fmla="*/ 315330 w 353800"/>
                  <a:gd name="connsiteY2" fmla="*/ 670458 h 670458"/>
                  <a:gd name="connsiteX3" fmla="*/ 161454 w 353800"/>
                  <a:gd name="connsiteY3" fmla="*/ 670458 h 670458"/>
                  <a:gd name="connsiteX4" fmla="*/ 122984 w 353800"/>
                  <a:gd name="connsiteY4" fmla="*/ 631988 h 670458"/>
                  <a:gd name="connsiteX5" fmla="*/ 273831 w 353800"/>
                  <a:gd name="connsiteY5" fmla="*/ 0 h 670458"/>
                  <a:gd name="connsiteX0" fmla="*/ 273831 w 460362"/>
                  <a:gd name="connsiteY0" fmla="*/ 0 h 670458"/>
                  <a:gd name="connsiteX1" fmla="*/ 353800 w 460362"/>
                  <a:gd name="connsiteY1" fmla="*/ 631988 h 670458"/>
                  <a:gd name="connsiteX2" fmla="*/ 315330 w 460362"/>
                  <a:gd name="connsiteY2" fmla="*/ 670458 h 670458"/>
                  <a:gd name="connsiteX3" fmla="*/ 161454 w 460362"/>
                  <a:gd name="connsiteY3" fmla="*/ 670458 h 670458"/>
                  <a:gd name="connsiteX4" fmla="*/ 122984 w 460362"/>
                  <a:gd name="connsiteY4" fmla="*/ 631988 h 670458"/>
                  <a:gd name="connsiteX5" fmla="*/ 273831 w 460362"/>
                  <a:gd name="connsiteY5" fmla="*/ 0 h 670458"/>
                  <a:gd name="connsiteX0" fmla="*/ 273831 w 468890"/>
                  <a:gd name="connsiteY0" fmla="*/ 0 h 670458"/>
                  <a:gd name="connsiteX1" fmla="*/ 353800 w 468890"/>
                  <a:gd name="connsiteY1" fmla="*/ 631988 h 670458"/>
                  <a:gd name="connsiteX2" fmla="*/ 315330 w 468890"/>
                  <a:gd name="connsiteY2" fmla="*/ 670458 h 670458"/>
                  <a:gd name="connsiteX3" fmla="*/ 161454 w 468890"/>
                  <a:gd name="connsiteY3" fmla="*/ 670458 h 670458"/>
                  <a:gd name="connsiteX4" fmla="*/ 122984 w 468890"/>
                  <a:gd name="connsiteY4" fmla="*/ 631988 h 670458"/>
                  <a:gd name="connsiteX5" fmla="*/ 273831 w 468890"/>
                  <a:gd name="connsiteY5" fmla="*/ 0 h 670458"/>
                  <a:gd name="connsiteX0" fmla="*/ 241241 w 436300"/>
                  <a:gd name="connsiteY0" fmla="*/ 0 h 670458"/>
                  <a:gd name="connsiteX1" fmla="*/ 321210 w 436300"/>
                  <a:gd name="connsiteY1" fmla="*/ 631988 h 670458"/>
                  <a:gd name="connsiteX2" fmla="*/ 282740 w 436300"/>
                  <a:gd name="connsiteY2" fmla="*/ 670458 h 670458"/>
                  <a:gd name="connsiteX3" fmla="*/ 128864 w 436300"/>
                  <a:gd name="connsiteY3" fmla="*/ 670458 h 670458"/>
                  <a:gd name="connsiteX4" fmla="*/ 90394 w 436300"/>
                  <a:gd name="connsiteY4" fmla="*/ 631988 h 670458"/>
                  <a:gd name="connsiteX5" fmla="*/ 241241 w 436300"/>
                  <a:gd name="connsiteY5" fmla="*/ 0 h 670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6300" h="670458">
                    <a:moveTo>
                      <a:pt x="241241" y="0"/>
                    </a:moveTo>
                    <a:cubicBezTo>
                      <a:pt x="323084" y="9720"/>
                      <a:pt x="585499" y="418334"/>
                      <a:pt x="321210" y="631988"/>
                    </a:cubicBezTo>
                    <a:cubicBezTo>
                      <a:pt x="321210" y="653234"/>
                      <a:pt x="303986" y="670458"/>
                      <a:pt x="282740" y="670458"/>
                    </a:cubicBezTo>
                    <a:lnTo>
                      <a:pt x="128864" y="670458"/>
                    </a:lnTo>
                    <a:cubicBezTo>
                      <a:pt x="107618" y="670458"/>
                      <a:pt x="90394" y="653234"/>
                      <a:pt x="90394" y="631988"/>
                    </a:cubicBezTo>
                    <a:cubicBezTo>
                      <a:pt x="19891" y="563452"/>
                      <a:pt x="-130434" y="67062"/>
                      <a:pt x="241241" y="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Rectangle 13">
                <a:extLst>
                  <a:ext uri="{FF2B5EF4-FFF2-40B4-BE49-F238E27FC236}">
                    <a16:creationId xmlns:a16="http://schemas.microsoft.com/office/drawing/2014/main" id="{4102AC47-41C5-C785-D59A-E9E191162D9D}"/>
                  </a:ext>
                </a:extLst>
              </p:cNvPr>
              <p:cNvSpPr/>
              <p:nvPr/>
            </p:nvSpPr>
            <p:spPr>
              <a:xfrm>
                <a:off x="3698921" y="284501"/>
                <a:ext cx="885734" cy="1645898"/>
              </a:xfrm>
              <a:custGeom>
                <a:avLst/>
                <a:gdLst>
                  <a:gd name="connsiteX0" fmla="*/ 0 w 266700"/>
                  <a:gd name="connsiteY0" fmla="*/ 0 h 1511300"/>
                  <a:gd name="connsiteX1" fmla="*/ 266700 w 266700"/>
                  <a:gd name="connsiteY1" fmla="*/ 0 h 1511300"/>
                  <a:gd name="connsiteX2" fmla="*/ 266700 w 266700"/>
                  <a:gd name="connsiteY2" fmla="*/ 1511300 h 1511300"/>
                  <a:gd name="connsiteX3" fmla="*/ 0 w 266700"/>
                  <a:gd name="connsiteY3" fmla="*/ 1511300 h 1511300"/>
                  <a:gd name="connsiteX4" fmla="*/ 0 w 266700"/>
                  <a:gd name="connsiteY4" fmla="*/ 0 h 1511300"/>
                  <a:gd name="connsiteX0" fmla="*/ 0 w 711200"/>
                  <a:gd name="connsiteY0" fmla="*/ 88900 h 1600200"/>
                  <a:gd name="connsiteX1" fmla="*/ 711200 w 711200"/>
                  <a:gd name="connsiteY1" fmla="*/ 0 h 1600200"/>
                  <a:gd name="connsiteX2" fmla="*/ 266700 w 711200"/>
                  <a:gd name="connsiteY2" fmla="*/ 1600200 h 1600200"/>
                  <a:gd name="connsiteX3" fmla="*/ 0 w 711200"/>
                  <a:gd name="connsiteY3" fmla="*/ 1600200 h 1600200"/>
                  <a:gd name="connsiteX4" fmla="*/ 0 w 711200"/>
                  <a:gd name="connsiteY4" fmla="*/ 88900 h 1600200"/>
                  <a:gd name="connsiteX0" fmla="*/ 0 w 723842"/>
                  <a:gd name="connsiteY0" fmla="*/ 88900 h 1600200"/>
                  <a:gd name="connsiteX1" fmla="*/ 711200 w 723842"/>
                  <a:gd name="connsiteY1" fmla="*/ 0 h 1600200"/>
                  <a:gd name="connsiteX2" fmla="*/ 266700 w 723842"/>
                  <a:gd name="connsiteY2" fmla="*/ 1600200 h 1600200"/>
                  <a:gd name="connsiteX3" fmla="*/ 0 w 723842"/>
                  <a:gd name="connsiteY3" fmla="*/ 1600200 h 1600200"/>
                  <a:gd name="connsiteX4" fmla="*/ 0 w 723842"/>
                  <a:gd name="connsiteY4" fmla="*/ 88900 h 1600200"/>
                  <a:gd name="connsiteX0" fmla="*/ 0 w 722066"/>
                  <a:gd name="connsiteY0" fmla="*/ 88900 h 1600200"/>
                  <a:gd name="connsiteX1" fmla="*/ 711200 w 722066"/>
                  <a:gd name="connsiteY1" fmla="*/ 0 h 1600200"/>
                  <a:gd name="connsiteX2" fmla="*/ 266700 w 722066"/>
                  <a:gd name="connsiteY2" fmla="*/ 1600200 h 1600200"/>
                  <a:gd name="connsiteX3" fmla="*/ 0 w 722066"/>
                  <a:gd name="connsiteY3" fmla="*/ 1600200 h 1600200"/>
                  <a:gd name="connsiteX4" fmla="*/ 0 w 722066"/>
                  <a:gd name="connsiteY4" fmla="*/ 88900 h 1600200"/>
                  <a:gd name="connsiteX0" fmla="*/ 0 w 623084"/>
                  <a:gd name="connsiteY0" fmla="*/ 120650 h 1631950"/>
                  <a:gd name="connsiteX1" fmla="*/ 609600 w 623084"/>
                  <a:gd name="connsiteY1" fmla="*/ 0 h 1631950"/>
                  <a:gd name="connsiteX2" fmla="*/ 266700 w 623084"/>
                  <a:gd name="connsiteY2" fmla="*/ 1631950 h 1631950"/>
                  <a:gd name="connsiteX3" fmla="*/ 0 w 623084"/>
                  <a:gd name="connsiteY3" fmla="*/ 1631950 h 1631950"/>
                  <a:gd name="connsiteX4" fmla="*/ 0 w 623084"/>
                  <a:gd name="connsiteY4" fmla="*/ 120650 h 1631950"/>
                  <a:gd name="connsiteX0" fmla="*/ 0 w 703427"/>
                  <a:gd name="connsiteY0" fmla="*/ 0 h 1511300"/>
                  <a:gd name="connsiteX1" fmla="*/ 692150 w 703427"/>
                  <a:gd name="connsiteY1" fmla="*/ 673100 h 1511300"/>
                  <a:gd name="connsiteX2" fmla="*/ 266700 w 703427"/>
                  <a:gd name="connsiteY2" fmla="*/ 1511300 h 1511300"/>
                  <a:gd name="connsiteX3" fmla="*/ 0 w 703427"/>
                  <a:gd name="connsiteY3" fmla="*/ 1511300 h 1511300"/>
                  <a:gd name="connsiteX4" fmla="*/ 0 w 703427"/>
                  <a:gd name="connsiteY4" fmla="*/ 0 h 1511300"/>
                  <a:gd name="connsiteX0" fmla="*/ 0 w 692150"/>
                  <a:gd name="connsiteY0" fmla="*/ 0 h 1511300"/>
                  <a:gd name="connsiteX1" fmla="*/ 692150 w 692150"/>
                  <a:gd name="connsiteY1" fmla="*/ 673100 h 1511300"/>
                  <a:gd name="connsiteX2" fmla="*/ 266700 w 692150"/>
                  <a:gd name="connsiteY2" fmla="*/ 1511300 h 1511300"/>
                  <a:gd name="connsiteX3" fmla="*/ 0 w 692150"/>
                  <a:gd name="connsiteY3" fmla="*/ 1511300 h 1511300"/>
                  <a:gd name="connsiteX4" fmla="*/ 0 w 692150"/>
                  <a:gd name="connsiteY4" fmla="*/ 0 h 1511300"/>
                  <a:gd name="connsiteX0" fmla="*/ 19050 w 692150"/>
                  <a:gd name="connsiteY0" fmla="*/ 0 h 1428750"/>
                  <a:gd name="connsiteX1" fmla="*/ 692150 w 692150"/>
                  <a:gd name="connsiteY1" fmla="*/ 590550 h 1428750"/>
                  <a:gd name="connsiteX2" fmla="*/ 266700 w 692150"/>
                  <a:gd name="connsiteY2" fmla="*/ 1428750 h 1428750"/>
                  <a:gd name="connsiteX3" fmla="*/ 0 w 692150"/>
                  <a:gd name="connsiteY3" fmla="*/ 1428750 h 1428750"/>
                  <a:gd name="connsiteX4" fmla="*/ 19050 w 692150"/>
                  <a:gd name="connsiteY4" fmla="*/ 0 h 1428750"/>
                  <a:gd name="connsiteX0" fmla="*/ 19050 w 692150"/>
                  <a:gd name="connsiteY0" fmla="*/ 212303 h 1641053"/>
                  <a:gd name="connsiteX1" fmla="*/ 692150 w 692150"/>
                  <a:gd name="connsiteY1" fmla="*/ 802853 h 1641053"/>
                  <a:gd name="connsiteX2" fmla="*/ 266700 w 692150"/>
                  <a:gd name="connsiteY2" fmla="*/ 1641053 h 1641053"/>
                  <a:gd name="connsiteX3" fmla="*/ 0 w 692150"/>
                  <a:gd name="connsiteY3" fmla="*/ 1641053 h 1641053"/>
                  <a:gd name="connsiteX4" fmla="*/ 19050 w 692150"/>
                  <a:gd name="connsiteY4" fmla="*/ 212303 h 1641053"/>
                  <a:gd name="connsiteX0" fmla="*/ 19050 w 736555"/>
                  <a:gd name="connsiteY0" fmla="*/ 217148 h 1645898"/>
                  <a:gd name="connsiteX1" fmla="*/ 692150 w 736555"/>
                  <a:gd name="connsiteY1" fmla="*/ 807698 h 1645898"/>
                  <a:gd name="connsiteX2" fmla="*/ 266700 w 736555"/>
                  <a:gd name="connsiteY2" fmla="*/ 1645898 h 1645898"/>
                  <a:gd name="connsiteX3" fmla="*/ 0 w 736555"/>
                  <a:gd name="connsiteY3" fmla="*/ 1645898 h 1645898"/>
                  <a:gd name="connsiteX4" fmla="*/ 19050 w 736555"/>
                  <a:gd name="connsiteY4" fmla="*/ 217148 h 1645898"/>
                  <a:gd name="connsiteX0" fmla="*/ 148264 w 865769"/>
                  <a:gd name="connsiteY0" fmla="*/ 217148 h 1645898"/>
                  <a:gd name="connsiteX1" fmla="*/ 821364 w 865769"/>
                  <a:gd name="connsiteY1" fmla="*/ 807698 h 1645898"/>
                  <a:gd name="connsiteX2" fmla="*/ 395914 w 865769"/>
                  <a:gd name="connsiteY2" fmla="*/ 1645898 h 1645898"/>
                  <a:gd name="connsiteX3" fmla="*/ 129214 w 865769"/>
                  <a:gd name="connsiteY3" fmla="*/ 1645898 h 1645898"/>
                  <a:gd name="connsiteX4" fmla="*/ 148264 w 865769"/>
                  <a:gd name="connsiteY4" fmla="*/ 217148 h 1645898"/>
                  <a:gd name="connsiteX0" fmla="*/ 120238 w 837743"/>
                  <a:gd name="connsiteY0" fmla="*/ 217148 h 1645898"/>
                  <a:gd name="connsiteX1" fmla="*/ 793338 w 837743"/>
                  <a:gd name="connsiteY1" fmla="*/ 807698 h 1645898"/>
                  <a:gd name="connsiteX2" fmla="*/ 367888 w 837743"/>
                  <a:gd name="connsiteY2" fmla="*/ 1645898 h 1645898"/>
                  <a:gd name="connsiteX3" fmla="*/ 139288 w 837743"/>
                  <a:gd name="connsiteY3" fmla="*/ 1645898 h 1645898"/>
                  <a:gd name="connsiteX4" fmla="*/ 120238 w 837743"/>
                  <a:gd name="connsiteY4" fmla="*/ 217148 h 1645898"/>
                  <a:gd name="connsiteX0" fmla="*/ 161887 w 879392"/>
                  <a:gd name="connsiteY0" fmla="*/ 217148 h 1645898"/>
                  <a:gd name="connsiteX1" fmla="*/ 834987 w 879392"/>
                  <a:gd name="connsiteY1" fmla="*/ 807698 h 1645898"/>
                  <a:gd name="connsiteX2" fmla="*/ 409537 w 879392"/>
                  <a:gd name="connsiteY2" fmla="*/ 1645898 h 1645898"/>
                  <a:gd name="connsiteX3" fmla="*/ 180937 w 879392"/>
                  <a:gd name="connsiteY3" fmla="*/ 1645898 h 1645898"/>
                  <a:gd name="connsiteX4" fmla="*/ 161887 w 879392"/>
                  <a:gd name="connsiteY4" fmla="*/ 217148 h 1645898"/>
                  <a:gd name="connsiteX0" fmla="*/ 168229 w 885734"/>
                  <a:gd name="connsiteY0" fmla="*/ 217148 h 1645898"/>
                  <a:gd name="connsiteX1" fmla="*/ 841329 w 885734"/>
                  <a:gd name="connsiteY1" fmla="*/ 807698 h 1645898"/>
                  <a:gd name="connsiteX2" fmla="*/ 415879 w 885734"/>
                  <a:gd name="connsiteY2" fmla="*/ 1645898 h 1645898"/>
                  <a:gd name="connsiteX3" fmla="*/ 187279 w 885734"/>
                  <a:gd name="connsiteY3" fmla="*/ 1645898 h 1645898"/>
                  <a:gd name="connsiteX4" fmla="*/ 168229 w 885734"/>
                  <a:gd name="connsiteY4" fmla="*/ 217148 h 1645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734" h="1645898">
                    <a:moveTo>
                      <a:pt x="168229" y="217148"/>
                    </a:moveTo>
                    <a:cubicBezTo>
                      <a:pt x="1167296" y="-436902"/>
                      <a:pt x="826512" y="572748"/>
                      <a:pt x="841329" y="807698"/>
                    </a:cubicBezTo>
                    <a:cubicBezTo>
                      <a:pt x="743962" y="1144248"/>
                      <a:pt x="487846" y="1360148"/>
                      <a:pt x="415879" y="1645898"/>
                    </a:cubicBezTo>
                    <a:lnTo>
                      <a:pt x="187279" y="1645898"/>
                    </a:lnTo>
                    <a:cubicBezTo>
                      <a:pt x="-111171" y="998198"/>
                      <a:pt x="-3221" y="394948"/>
                      <a:pt x="168229" y="217148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949F7BA0-364D-C33A-AF0C-ED555D28283C}"/>
                  </a:ext>
                </a:extLst>
              </p:cNvPr>
              <p:cNvSpPr/>
              <p:nvPr/>
            </p:nvSpPr>
            <p:spPr>
              <a:xfrm>
                <a:off x="4133850" y="304800"/>
                <a:ext cx="317500" cy="806450"/>
              </a:xfrm>
              <a:custGeom>
                <a:avLst/>
                <a:gdLst>
                  <a:gd name="connsiteX0" fmla="*/ 317500 w 317500"/>
                  <a:gd name="connsiteY0" fmla="*/ 0 h 806450"/>
                  <a:gd name="connsiteX1" fmla="*/ 152400 w 317500"/>
                  <a:gd name="connsiteY1" fmla="*/ 260350 h 806450"/>
                  <a:gd name="connsiteX2" fmla="*/ 38100 w 317500"/>
                  <a:gd name="connsiteY2" fmla="*/ 596900 h 806450"/>
                  <a:gd name="connsiteX3" fmla="*/ 0 w 317500"/>
                  <a:gd name="connsiteY3" fmla="*/ 806450 h 806450"/>
                  <a:gd name="connsiteX4" fmla="*/ 0 w 317500"/>
                  <a:gd name="connsiteY4" fmla="*/ 806450 h 806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500" h="806450">
                    <a:moveTo>
                      <a:pt x="317500" y="0"/>
                    </a:moveTo>
                    <a:cubicBezTo>
                      <a:pt x="258233" y="80433"/>
                      <a:pt x="198967" y="160867"/>
                      <a:pt x="152400" y="260350"/>
                    </a:cubicBezTo>
                    <a:cubicBezTo>
                      <a:pt x="105833" y="359833"/>
                      <a:pt x="63500" y="505883"/>
                      <a:pt x="38100" y="596900"/>
                    </a:cubicBezTo>
                    <a:cubicBezTo>
                      <a:pt x="12700" y="687917"/>
                      <a:pt x="0" y="806450"/>
                      <a:pt x="0" y="806450"/>
                    </a:cubicBezTo>
                    <a:lnTo>
                      <a:pt x="0" y="806450"/>
                    </a:ln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4912A15-A8C1-57CE-A799-89460F1EB641}"/>
                </a:ext>
              </a:extLst>
            </p:cNvPr>
            <p:cNvGrpSpPr/>
            <p:nvPr/>
          </p:nvGrpSpPr>
          <p:grpSpPr>
            <a:xfrm>
              <a:off x="3030450" y="3067788"/>
              <a:ext cx="1476010" cy="2304482"/>
              <a:chOff x="3030450" y="3067788"/>
              <a:chExt cx="1476010" cy="2304482"/>
            </a:xfrm>
            <a:grpFill/>
          </p:grpSpPr>
          <p:sp>
            <p:nvSpPr>
              <p:cNvPr id="60" name="Rectangle 17">
                <a:extLst>
                  <a:ext uri="{FF2B5EF4-FFF2-40B4-BE49-F238E27FC236}">
                    <a16:creationId xmlns:a16="http://schemas.microsoft.com/office/drawing/2014/main" id="{1262F158-FDE1-2327-A658-B4D9E4380EA4}"/>
                  </a:ext>
                </a:extLst>
              </p:cNvPr>
              <p:cNvSpPr/>
              <p:nvPr/>
            </p:nvSpPr>
            <p:spPr>
              <a:xfrm rot="19128687">
                <a:off x="3101942" y="3067788"/>
                <a:ext cx="1222281" cy="743314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2281" h="743314">
                    <a:moveTo>
                      <a:pt x="0" y="40891"/>
                    </a:moveTo>
                    <a:cubicBezTo>
                      <a:pt x="419275" y="197408"/>
                      <a:pt x="597553" y="-392784"/>
                      <a:pt x="1222281" y="551060"/>
                    </a:cubicBezTo>
                    <a:lnTo>
                      <a:pt x="1040383" y="743314"/>
                    </a:lnTo>
                    <a:cubicBezTo>
                      <a:pt x="658975" y="-139490"/>
                      <a:pt x="360236" y="353728"/>
                      <a:pt x="0" y="194028"/>
                    </a:cubicBezTo>
                    <a:lnTo>
                      <a:pt x="0" y="40891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Rectangle 17">
                <a:extLst>
                  <a:ext uri="{FF2B5EF4-FFF2-40B4-BE49-F238E27FC236}">
                    <a16:creationId xmlns:a16="http://schemas.microsoft.com/office/drawing/2014/main" id="{5D90EB58-CECE-0BCD-D22B-C1BDA49FE4EF}"/>
                  </a:ext>
                </a:extLst>
              </p:cNvPr>
              <p:cNvSpPr/>
              <p:nvPr/>
            </p:nvSpPr>
            <p:spPr>
              <a:xfrm rot="19128687">
                <a:off x="3030450" y="3533198"/>
                <a:ext cx="1365644" cy="854817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5644" h="854817">
                    <a:moveTo>
                      <a:pt x="0" y="102201"/>
                    </a:moveTo>
                    <a:cubicBezTo>
                      <a:pt x="116780" y="115317"/>
                      <a:pt x="617879" y="64550"/>
                      <a:pt x="851228" y="0"/>
                    </a:cubicBezTo>
                    <a:cubicBezTo>
                      <a:pt x="1078835" y="92436"/>
                      <a:pt x="842020" y="377298"/>
                      <a:pt x="1365644" y="656820"/>
                    </a:cubicBezTo>
                    <a:lnTo>
                      <a:pt x="1340731" y="854817"/>
                    </a:lnTo>
                    <a:cubicBezTo>
                      <a:pt x="964564" y="654893"/>
                      <a:pt x="836442" y="428089"/>
                      <a:pt x="769503" y="151247"/>
                    </a:cubicBezTo>
                    <a:cubicBezTo>
                      <a:pt x="540546" y="198403"/>
                      <a:pt x="117375" y="329938"/>
                      <a:pt x="1432" y="276843"/>
                    </a:cubicBezTo>
                    <a:cubicBezTo>
                      <a:pt x="955" y="218629"/>
                      <a:pt x="477" y="160415"/>
                      <a:pt x="0" y="102201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Rectangle 17">
                <a:extLst>
                  <a:ext uri="{FF2B5EF4-FFF2-40B4-BE49-F238E27FC236}">
                    <a16:creationId xmlns:a16="http://schemas.microsoft.com/office/drawing/2014/main" id="{8F8DE185-3A88-8E4D-D562-9F9B768627E9}"/>
                  </a:ext>
                </a:extLst>
              </p:cNvPr>
              <p:cNvSpPr/>
              <p:nvPr/>
            </p:nvSpPr>
            <p:spPr>
              <a:xfrm rot="18375819">
                <a:off x="3414999" y="3985819"/>
                <a:ext cx="1376698" cy="806225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769503 w 1365644"/>
                  <a:gd name="connsiteY3" fmla="*/ 49046 h 752616"/>
                  <a:gd name="connsiteX4" fmla="*/ 1432 w 1365644"/>
                  <a:gd name="connsiteY4" fmla="*/ 174642 h 752616"/>
                  <a:gd name="connsiteX5" fmla="*/ 0 w 1365644"/>
                  <a:gd name="connsiteY5" fmla="*/ 0 h 752616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1432 w 1365644"/>
                  <a:gd name="connsiteY3" fmla="*/ 174642 h 752616"/>
                  <a:gd name="connsiteX4" fmla="*/ 0 w 1365644"/>
                  <a:gd name="connsiteY4" fmla="*/ 0 h 752616"/>
                  <a:gd name="connsiteX0" fmla="*/ 0 w 1365644"/>
                  <a:gd name="connsiteY0" fmla="*/ 37401 h 790017"/>
                  <a:gd name="connsiteX1" fmla="*/ 1365644 w 1365644"/>
                  <a:gd name="connsiteY1" fmla="*/ 592020 h 790017"/>
                  <a:gd name="connsiteX2" fmla="*/ 1340731 w 1365644"/>
                  <a:gd name="connsiteY2" fmla="*/ 790017 h 790017"/>
                  <a:gd name="connsiteX3" fmla="*/ 1432 w 1365644"/>
                  <a:gd name="connsiteY3" fmla="*/ 212043 h 790017"/>
                  <a:gd name="connsiteX4" fmla="*/ 0 w 1365644"/>
                  <a:gd name="connsiteY4" fmla="*/ 37401 h 790017"/>
                  <a:gd name="connsiteX0" fmla="*/ 0 w 1365644"/>
                  <a:gd name="connsiteY0" fmla="*/ 50622 h 803238"/>
                  <a:gd name="connsiteX1" fmla="*/ 1365644 w 1365644"/>
                  <a:gd name="connsiteY1" fmla="*/ 605241 h 803238"/>
                  <a:gd name="connsiteX2" fmla="*/ 1340731 w 1365644"/>
                  <a:gd name="connsiteY2" fmla="*/ 803238 h 803238"/>
                  <a:gd name="connsiteX3" fmla="*/ 1432 w 1365644"/>
                  <a:gd name="connsiteY3" fmla="*/ 225264 h 803238"/>
                  <a:gd name="connsiteX4" fmla="*/ 0 w 1365644"/>
                  <a:gd name="connsiteY4" fmla="*/ 50622 h 803238"/>
                  <a:gd name="connsiteX0" fmla="*/ 0 w 1376698"/>
                  <a:gd name="connsiteY0" fmla="*/ 53924 h 770079"/>
                  <a:gd name="connsiteX1" fmla="*/ 1376698 w 1376698"/>
                  <a:gd name="connsiteY1" fmla="*/ 572082 h 770079"/>
                  <a:gd name="connsiteX2" fmla="*/ 1351785 w 1376698"/>
                  <a:gd name="connsiteY2" fmla="*/ 770079 h 770079"/>
                  <a:gd name="connsiteX3" fmla="*/ 12486 w 1376698"/>
                  <a:gd name="connsiteY3" fmla="*/ 192105 h 770079"/>
                  <a:gd name="connsiteX4" fmla="*/ 0 w 1376698"/>
                  <a:gd name="connsiteY4" fmla="*/ 53924 h 770079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67534 h 806225"/>
                  <a:gd name="connsiteX1" fmla="*/ 1376698 w 1376698"/>
                  <a:gd name="connsiteY1" fmla="*/ 585692 h 806225"/>
                  <a:gd name="connsiteX2" fmla="*/ 1321065 w 1376698"/>
                  <a:gd name="connsiteY2" fmla="*/ 806225 h 806225"/>
                  <a:gd name="connsiteX3" fmla="*/ 12486 w 1376698"/>
                  <a:gd name="connsiteY3" fmla="*/ 205715 h 806225"/>
                  <a:gd name="connsiteX4" fmla="*/ 0 w 1376698"/>
                  <a:gd name="connsiteY4" fmla="*/ 67534 h 80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6698" h="806225">
                    <a:moveTo>
                      <a:pt x="0" y="67534"/>
                    </a:moveTo>
                    <a:cubicBezTo>
                      <a:pt x="975756" y="-162987"/>
                      <a:pt x="805000" y="243199"/>
                      <a:pt x="1376698" y="585692"/>
                    </a:cubicBezTo>
                    <a:lnTo>
                      <a:pt x="1321065" y="806225"/>
                    </a:lnTo>
                    <a:cubicBezTo>
                      <a:pt x="1093696" y="742896"/>
                      <a:pt x="925733" y="-42571"/>
                      <a:pt x="12486" y="205715"/>
                    </a:cubicBezTo>
                    <a:cubicBezTo>
                      <a:pt x="12009" y="147501"/>
                      <a:pt x="477" y="125748"/>
                      <a:pt x="0" y="67534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Rectangle 17">
                <a:extLst>
                  <a:ext uri="{FF2B5EF4-FFF2-40B4-BE49-F238E27FC236}">
                    <a16:creationId xmlns:a16="http://schemas.microsoft.com/office/drawing/2014/main" id="{6671648A-C4DE-C800-95C1-126A33DBFC5F}"/>
                  </a:ext>
                </a:extLst>
              </p:cNvPr>
              <p:cNvSpPr/>
              <p:nvPr/>
            </p:nvSpPr>
            <p:spPr>
              <a:xfrm rot="18375819">
                <a:off x="3505559" y="4371447"/>
                <a:ext cx="1433204" cy="568442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769503 w 1365644"/>
                  <a:gd name="connsiteY3" fmla="*/ 49046 h 752616"/>
                  <a:gd name="connsiteX4" fmla="*/ 1432 w 1365644"/>
                  <a:gd name="connsiteY4" fmla="*/ 174642 h 752616"/>
                  <a:gd name="connsiteX5" fmla="*/ 0 w 1365644"/>
                  <a:gd name="connsiteY5" fmla="*/ 0 h 752616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1432 w 1365644"/>
                  <a:gd name="connsiteY3" fmla="*/ 174642 h 752616"/>
                  <a:gd name="connsiteX4" fmla="*/ 0 w 1365644"/>
                  <a:gd name="connsiteY4" fmla="*/ 0 h 752616"/>
                  <a:gd name="connsiteX0" fmla="*/ 0 w 1365644"/>
                  <a:gd name="connsiteY0" fmla="*/ 37401 h 790017"/>
                  <a:gd name="connsiteX1" fmla="*/ 1365644 w 1365644"/>
                  <a:gd name="connsiteY1" fmla="*/ 592020 h 790017"/>
                  <a:gd name="connsiteX2" fmla="*/ 1340731 w 1365644"/>
                  <a:gd name="connsiteY2" fmla="*/ 790017 h 790017"/>
                  <a:gd name="connsiteX3" fmla="*/ 1432 w 1365644"/>
                  <a:gd name="connsiteY3" fmla="*/ 212043 h 790017"/>
                  <a:gd name="connsiteX4" fmla="*/ 0 w 1365644"/>
                  <a:gd name="connsiteY4" fmla="*/ 37401 h 790017"/>
                  <a:gd name="connsiteX0" fmla="*/ 0 w 1365644"/>
                  <a:gd name="connsiteY0" fmla="*/ 50622 h 803238"/>
                  <a:gd name="connsiteX1" fmla="*/ 1365644 w 1365644"/>
                  <a:gd name="connsiteY1" fmla="*/ 605241 h 803238"/>
                  <a:gd name="connsiteX2" fmla="*/ 1340731 w 1365644"/>
                  <a:gd name="connsiteY2" fmla="*/ 803238 h 803238"/>
                  <a:gd name="connsiteX3" fmla="*/ 1432 w 1365644"/>
                  <a:gd name="connsiteY3" fmla="*/ 225264 h 803238"/>
                  <a:gd name="connsiteX4" fmla="*/ 0 w 1365644"/>
                  <a:gd name="connsiteY4" fmla="*/ 50622 h 803238"/>
                  <a:gd name="connsiteX0" fmla="*/ 0 w 1376698"/>
                  <a:gd name="connsiteY0" fmla="*/ 53924 h 770079"/>
                  <a:gd name="connsiteX1" fmla="*/ 1376698 w 1376698"/>
                  <a:gd name="connsiteY1" fmla="*/ 572082 h 770079"/>
                  <a:gd name="connsiteX2" fmla="*/ 1351785 w 1376698"/>
                  <a:gd name="connsiteY2" fmla="*/ 770079 h 770079"/>
                  <a:gd name="connsiteX3" fmla="*/ 12486 w 1376698"/>
                  <a:gd name="connsiteY3" fmla="*/ 192105 h 770079"/>
                  <a:gd name="connsiteX4" fmla="*/ 0 w 1376698"/>
                  <a:gd name="connsiteY4" fmla="*/ 53924 h 770079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67534 h 806225"/>
                  <a:gd name="connsiteX1" fmla="*/ 1376698 w 1376698"/>
                  <a:gd name="connsiteY1" fmla="*/ 585692 h 806225"/>
                  <a:gd name="connsiteX2" fmla="*/ 1321065 w 1376698"/>
                  <a:gd name="connsiteY2" fmla="*/ 806225 h 806225"/>
                  <a:gd name="connsiteX3" fmla="*/ 12486 w 1376698"/>
                  <a:gd name="connsiteY3" fmla="*/ 205715 h 806225"/>
                  <a:gd name="connsiteX4" fmla="*/ 0 w 1376698"/>
                  <a:gd name="connsiteY4" fmla="*/ 67534 h 806225"/>
                  <a:gd name="connsiteX0" fmla="*/ 0 w 1463924"/>
                  <a:gd name="connsiteY0" fmla="*/ 93194 h 831885"/>
                  <a:gd name="connsiteX1" fmla="*/ 1463924 w 1463924"/>
                  <a:gd name="connsiteY1" fmla="*/ 433957 h 831885"/>
                  <a:gd name="connsiteX2" fmla="*/ 1321065 w 1463924"/>
                  <a:gd name="connsiteY2" fmla="*/ 831885 h 831885"/>
                  <a:gd name="connsiteX3" fmla="*/ 12486 w 1463924"/>
                  <a:gd name="connsiteY3" fmla="*/ 231375 h 831885"/>
                  <a:gd name="connsiteX4" fmla="*/ 0 w 1463924"/>
                  <a:gd name="connsiteY4" fmla="*/ 93194 h 831885"/>
                  <a:gd name="connsiteX0" fmla="*/ 0 w 1433204"/>
                  <a:gd name="connsiteY0" fmla="*/ 89035 h 827726"/>
                  <a:gd name="connsiteX1" fmla="*/ 1433204 w 1433204"/>
                  <a:gd name="connsiteY1" fmla="*/ 452334 h 827726"/>
                  <a:gd name="connsiteX2" fmla="*/ 1321065 w 1433204"/>
                  <a:gd name="connsiteY2" fmla="*/ 827726 h 827726"/>
                  <a:gd name="connsiteX3" fmla="*/ 12486 w 1433204"/>
                  <a:gd name="connsiteY3" fmla="*/ 227216 h 827726"/>
                  <a:gd name="connsiteX4" fmla="*/ 0 w 1433204"/>
                  <a:gd name="connsiteY4" fmla="*/ 89035 h 827726"/>
                  <a:gd name="connsiteX0" fmla="*/ 0 w 1433204"/>
                  <a:gd name="connsiteY0" fmla="*/ 89035 h 525813"/>
                  <a:gd name="connsiteX1" fmla="*/ 1433204 w 1433204"/>
                  <a:gd name="connsiteY1" fmla="*/ 452334 h 525813"/>
                  <a:gd name="connsiteX2" fmla="*/ 1307495 w 1433204"/>
                  <a:gd name="connsiteY2" fmla="*/ 525813 h 525813"/>
                  <a:gd name="connsiteX3" fmla="*/ 12486 w 1433204"/>
                  <a:gd name="connsiteY3" fmla="*/ 227216 h 525813"/>
                  <a:gd name="connsiteX4" fmla="*/ 0 w 1433204"/>
                  <a:gd name="connsiteY4" fmla="*/ 89035 h 525813"/>
                  <a:gd name="connsiteX0" fmla="*/ 0 w 1433204"/>
                  <a:gd name="connsiteY0" fmla="*/ 89035 h 525813"/>
                  <a:gd name="connsiteX1" fmla="*/ 1433204 w 1433204"/>
                  <a:gd name="connsiteY1" fmla="*/ 452334 h 525813"/>
                  <a:gd name="connsiteX2" fmla="*/ 1307495 w 1433204"/>
                  <a:gd name="connsiteY2" fmla="*/ 525813 h 525813"/>
                  <a:gd name="connsiteX3" fmla="*/ 12486 w 1433204"/>
                  <a:gd name="connsiteY3" fmla="*/ 227216 h 525813"/>
                  <a:gd name="connsiteX4" fmla="*/ 0 w 1433204"/>
                  <a:gd name="connsiteY4" fmla="*/ 89035 h 525813"/>
                  <a:gd name="connsiteX0" fmla="*/ 0 w 1433204"/>
                  <a:gd name="connsiteY0" fmla="*/ 89035 h 568442"/>
                  <a:gd name="connsiteX1" fmla="*/ 1433204 w 1433204"/>
                  <a:gd name="connsiteY1" fmla="*/ 452334 h 568442"/>
                  <a:gd name="connsiteX2" fmla="*/ 1159209 w 1433204"/>
                  <a:gd name="connsiteY2" fmla="*/ 568442 h 568442"/>
                  <a:gd name="connsiteX3" fmla="*/ 12486 w 1433204"/>
                  <a:gd name="connsiteY3" fmla="*/ 227216 h 568442"/>
                  <a:gd name="connsiteX4" fmla="*/ 0 w 1433204"/>
                  <a:gd name="connsiteY4" fmla="*/ 89035 h 568442"/>
                  <a:gd name="connsiteX0" fmla="*/ 0 w 1433204"/>
                  <a:gd name="connsiteY0" fmla="*/ 89035 h 568442"/>
                  <a:gd name="connsiteX1" fmla="*/ 1433204 w 1433204"/>
                  <a:gd name="connsiteY1" fmla="*/ 452334 h 568442"/>
                  <a:gd name="connsiteX2" fmla="*/ 1159209 w 1433204"/>
                  <a:gd name="connsiteY2" fmla="*/ 568442 h 568442"/>
                  <a:gd name="connsiteX3" fmla="*/ 12486 w 1433204"/>
                  <a:gd name="connsiteY3" fmla="*/ 227216 h 568442"/>
                  <a:gd name="connsiteX4" fmla="*/ 0 w 1433204"/>
                  <a:gd name="connsiteY4" fmla="*/ 89035 h 568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3204" h="568442">
                    <a:moveTo>
                      <a:pt x="0" y="89035"/>
                    </a:moveTo>
                    <a:cubicBezTo>
                      <a:pt x="975756" y="-141486"/>
                      <a:pt x="861506" y="109841"/>
                      <a:pt x="1433204" y="452334"/>
                    </a:cubicBezTo>
                    <a:lnTo>
                      <a:pt x="1159209" y="568442"/>
                    </a:lnTo>
                    <a:cubicBezTo>
                      <a:pt x="986709" y="360906"/>
                      <a:pt x="925733" y="-21070"/>
                      <a:pt x="12486" y="227216"/>
                    </a:cubicBezTo>
                    <a:cubicBezTo>
                      <a:pt x="12009" y="169002"/>
                      <a:pt x="477" y="147249"/>
                      <a:pt x="0" y="89035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07649A76-C8C0-46FC-5DA1-D5A08DDD4914}"/>
                  </a:ext>
                </a:extLst>
              </p:cNvPr>
              <p:cNvSpPr/>
              <p:nvPr/>
            </p:nvSpPr>
            <p:spPr>
              <a:xfrm>
                <a:off x="3552106" y="5091284"/>
                <a:ext cx="198100" cy="198100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70AB37DD-1ABF-64E7-BB40-924420266028}"/>
                  </a:ext>
                </a:extLst>
              </p:cNvPr>
              <p:cNvSpPr/>
              <p:nvPr/>
            </p:nvSpPr>
            <p:spPr>
              <a:xfrm>
                <a:off x="3362514" y="4713500"/>
                <a:ext cx="198100" cy="198100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3C8FC2D-F319-9F78-D1EF-05F14F6E0CE2}"/>
                </a:ext>
              </a:extLst>
            </p:cNvPr>
            <p:cNvGrpSpPr/>
            <p:nvPr/>
          </p:nvGrpSpPr>
          <p:grpSpPr>
            <a:xfrm flipH="1">
              <a:off x="5102974" y="3069001"/>
              <a:ext cx="1476010" cy="2304482"/>
              <a:chOff x="3030450" y="3067788"/>
              <a:chExt cx="1476010" cy="2304482"/>
            </a:xfrm>
            <a:grpFill/>
          </p:grpSpPr>
          <p:sp>
            <p:nvSpPr>
              <p:cNvPr id="54" name="Rectangle 17">
                <a:extLst>
                  <a:ext uri="{FF2B5EF4-FFF2-40B4-BE49-F238E27FC236}">
                    <a16:creationId xmlns:a16="http://schemas.microsoft.com/office/drawing/2014/main" id="{2DCFE2F8-3FAC-74DD-8072-9A63759AAAD1}"/>
                  </a:ext>
                </a:extLst>
              </p:cNvPr>
              <p:cNvSpPr/>
              <p:nvPr/>
            </p:nvSpPr>
            <p:spPr>
              <a:xfrm rot="19128687">
                <a:off x="3101942" y="3067788"/>
                <a:ext cx="1222281" cy="743314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2281" h="743314">
                    <a:moveTo>
                      <a:pt x="0" y="40891"/>
                    </a:moveTo>
                    <a:cubicBezTo>
                      <a:pt x="419275" y="197408"/>
                      <a:pt x="597553" y="-392784"/>
                      <a:pt x="1222281" y="551060"/>
                    </a:cubicBezTo>
                    <a:lnTo>
                      <a:pt x="1040383" y="743314"/>
                    </a:lnTo>
                    <a:cubicBezTo>
                      <a:pt x="658975" y="-139490"/>
                      <a:pt x="360236" y="353728"/>
                      <a:pt x="0" y="194028"/>
                    </a:cubicBezTo>
                    <a:lnTo>
                      <a:pt x="0" y="40891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Rectangle 17">
                <a:extLst>
                  <a:ext uri="{FF2B5EF4-FFF2-40B4-BE49-F238E27FC236}">
                    <a16:creationId xmlns:a16="http://schemas.microsoft.com/office/drawing/2014/main" id="{6200AB80-290D-B94E-B4E9-4E781B7EA6FB}"/>
                  </a:ext>
                </a:extLst>
              </p:cNvPr>
              <p:cNvSpPr/>
              <p:nvPr/>
            </p:nvSpPr>
            <p:spPr>
              <a:xfrm rot="19128687">
                <a:off x="3030450" y="3533198"/>
                <a:ext cx="1365644" cy="854817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5644" h="854817">
                    <a:moveTo>
                      <a:pt x="0" y="102201"/>
                    </a:moveTo>
                    <a:cubicBezTo>
                      <a:pt x="116780" y="115317"/>
                      <a:pt x="617879" y="64550"/>
                      <a:pt x="851228" y="0"/>
                    </a:cubicBezTo>
                    <a:cubicBezTo>
                      <a:pt x="1078835" y="92436"/>
                      <a:pt x="842020" y="377298"/>
                      <a:pt x="1365644" y="656820"/>
                    </a:cubicBezTo>
                    <a:lnTo>
                      <a:pt x="1340731" y="854817"/>
                    </a:lnTo>
                    <a:cubicBezTo>
                      <a:pt x="964564" y="654893"/>
                      <a:pt x="836442" y="428089"/>
                      <a:pt x="769503" y="151247"/>
                    </a:cubicBezTo>
                    <a:cubicBezTo>
                      <a:pt x="540546" y="198403"/>
                      <a:pt x="117375" y="329938"/>
                      <a:pt x="1432" y="276843"/>
                    </a:cubicBezTo>
                    <a:cubicBezTo>
                      <a:pt x="955" y="218629"/>
                      <a:pt x="477" y="160415"/>
                      <a:pt x="0" y="102201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Rectangle 17">
                <a:extLst>
                  <a:ext uri="{FF2B5EF4-FFF2-40B4-BE49-F238E27FC236}">
                    <a16:creationId xmlns:a16="http://schemas.microsoft.com/office/drawing/2014/main" id="{DC50E61A-5D4A-23AC-5BAC-1A36AB25C964}"/>
                  </a:ext>
                </a:extLst>
              </p:cNvPr>
              <p:cNvSpPr/>
              <p:nvPr/>
            </p:nvSpPr>
            <p:spPr>
              <a:xfrm rot="18375819">
                <a:off x="3414999" y="3985819"/>
                <a:ext cx="1376698" cy="806225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769503 w 1365644"/>
                  <a:gd name="connsiteY3" fmla="*/ 49046 h 752616"/>
                  <a:gd name="connsiteX4" fmla="*/ 1432 w 1365644"/>
                  <a:gd name="connsiteY4" fmla="*/ 174642 h 752616"/>
                  <a:gd name="connsiteX5" fmla="*/ 0 w 1365644"/>
                  <a:gd name="connsiteY5" fmla="*/ 0 h 752616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1432 w 1365644"/>
                  <a:gd name="connsiteY3" fmla="*/ 174642 h 752616"/>
                  <a:gd name="connsiteX4" fmla="*/ 0 w 1365644"/>
                  <a:gd name="connsiteY4" fmla="*/ 0 h 752616"/>
                  <a:gd name="connsiteX0" fmla="*/ 0 w 1365644"/>
                  <a:gd name="connsiteY0" fmla="*/ 37401 h 790017"/>
                  <a:gd name="connsiteX1" fmla="*/ 1365644 w 1365644"/>
                  <a:gd name="connsiteY1" fmla="*/ 592020 h 790017"/>
                  <a:gd name="connsiteX2" fmla="*/ 1340731 w 1365644"/>
                  <a:gd name="connsiteY2" fmla="*/ 790017 h 790017"/>
                  <a:gd name="connsiteX3" fmla="*/ 1432 w 1365644"/>
                  <a:gd name="connsiteY3" fmla="*/ 212043 h 790017"/>
                  <a:gd name="connsiteX4" fmla="*/ 0 w 1365644"/>
                  <a:gd name="connsiteY4" fmla="*/ 37401 h 790017"/>
                  <a:gd name="connsiteX0" fmla="*/ 0 w 1365644"/>
                  <a:gd name="connsiteY0" fmla="*/ 50622 h 803238"/>
                  <a:gd name="connsiteX1" fmla="*/ 1365644 w 1365644"/>
                  <a:gd name="connsiteY1" fmla="*/ 605241 h 803238"/>
                  <a:gd name="connsiteX2" fmla="*/ 1340731 w 1365644"/>
                  <a:gd name="connsiteY2" fmla="*/ 803238 h 803238"/>
                  <a:gd name="connsiteX3" fmla="*/ 1432 w 1365644"/>
                  <a:gd name="connsiteY3" fmla="*/ 225264 h 803238"/>
                  <a:gd name="connsiteX4" fmla="*/ 0 w 1365644"/>
                  <a:gd name="connsiteY4" fmla="*/ 50622 h 803238"/>
                  <a:gd name="connsiteX0" fmla="*/ 0 w 1376698"/>
                  <a:gd name="connsiteY0" fmla="*/ 53924 h 770079"/>
                  <a:gd name="connsiteX1" fmla="*/ 1376698 w 1376698"/>
                  <a:gd name="connsiteY1" fmla="*/ 572082 h 770079"/>
                  <a:gd name="connsiteX2" fmla="*/ 1351785 w 1376698"/>
                  <a:gd name="connsiteY2" fmla="*/ 770079 h 770079"/>
                  <a:gd name="connsiteX3" fmla="*/ 12486 w 1376698"/>
                  <a:gd name="connsiteY3" fmla="*/ 192105 h 770079"/>
                  <a:gd name="connsiteX4" fmla="*/ 0 w 1376698"/>
                  <a:gd name="connsiteY4" fmla="*/ 53924 h 770079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67534 h 806225"/>
                  <a:gd name="connsiteX1" fmla="*/ 1376698 w 1376698"/>
                  <a:gd name="connsiteY1" fmla="*/ 585692 h 806225"/>
                  <a:gd name="connsiteX2" fmla="*/ 1321065 w 1376698"/>
                  <a:gd name="connsiteY2" fmla="*/ 806225 h 806225"/>
                  <a:gd name="connsiteX3" fmla="*/ 12486 w 1376698"/>
                  <a:gd name="connsiteY3" fmla="*/ 205715 h 806225"/>
                  <a:gd name="connsiteX4" fmla="*/ 0 w 1376698"/>
                  <a:gd name="connsiteY4" fmla="*/ 67534 h 80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6698" h="806225">
                    <a:moveTo>
                      <a:pt x="0" y="67534"/>
                    </a:moveTo>
                    <a:cubicBezTo>
                      <a:pt x="975756" y="-162987"/>
                      <a:pt x="805000" y="243199"/>
                      <a:pt x="1376698" y="585692"/>
                    </a:cubicBezTo>
                    <a:lnTo>
                      <a:pt x="1321065" y="806225"/>
                    </a:lnTo>
                    <a:cubicBezTo>
                      <a:pt x="1093696" y="742896"/>
                      <a:pt x="925733" y="-42571"/>
                      <a:pt x="12486" y="205715"/>
                    </a:cubicBezTo>
                    <a:cubicBezTo>
                      <a:pt x="12009" y="147501"/>
                      <a:pt x="477" y="125748"/>
                      <a:pt x="0" y="67534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Rectangle 17">
                <a:extLst>
                  <a:ext uri="{FF2B5EF4-FFF2-40B4-BE49-F238E27FC236}">
                    <a16:creationId xmlns:a16="http://schemas.microsoft.com/office/drawing/2014/main" id="{E1059082-DC8B-9071-0125-BC98114077F9}"/>
                  </a:ext>
                </a:extLst>
              </p:cNvPr>
              <p:cNvSpPr/>
              <p:nvPr/>
            </p:nvSpPr>
            <p:spPr>
              <a:xfrm rot="18375819">
                <a:off x="3505559" y="4371447"/>
                <a:ext cx="1433204" cy="568442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769503 w 1365644"/>
                  <a:gd name="connsiteY3" fmla="*/ 49046 h 752616"/>
                  <a:gd name="connsiteX4" fmla="*/ 1432 w 1365644"/>
                  <a:gd name="connsiteY4" fmla="*/ 174642 h 752616"/>
                  <a:gd name="connsiteX5" fmla="*/ 0 w 1365644"/>
                  <a:gd name="connsiteY5" fmla="*/ 0 h 752616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1432 w 1365644"/>
                  <a:gd name="connsiteY3" fmla="*/ 174642 h 752616"/>
                  <a:gd name="connsiteX4" fmla="*/ 0 w 1365644"/>
                  <a:gd name="connsiteY4" fmla="*/ 0 h 752616"/>
                  <a:gd name="connsiteX0" fmla="*/ 0 w 1365644"/>
                  <a:gd name="connsiteY0" fmla="*/ 37401 h 790017"/>
                  <a:gd name="connsiteX1" fmla="*/ 1365644 w 1365644"/>
                  <a:gd name="connsiteY1" fmla="*/ 592020 h 790017"/>
                  <a:gd name="connsiteX2" fmla="*/ 1340731 w 1365644"/>
                  <a:gd name="connsiteY2" fmla="*/ 790017 h 790017"/>
                  <a:gd name="connsiteX3" fmla="*/ 1432 w 1365644"/>
                  <a:gd name="connsiteY3" fmla="*/ 212043 h 790017"/>
                  <a:gd name="connsiteX4" fmla="*/ 0 w 1365644"/>
                  <a:gd name="connsiteY4" fmla="*/ 37401 h 790017"/>
                  <a:gd name="connsiteX0" fmla="*/ 0 w 1365644"/>
                  <a:gd name="connsiteY0" fmla="*/ 50622 h 803238"/>
                  <a:gd name="connsiteX1" fmla="*/ 1365644 w 1365644"/>
                  <a:gd name="connsiteY1" fmla="*/ 605241 h 803238"/>
                  <a:gd name="connsiteX2" fmla="*/ 1340731 w 1365644"/>
                  <a:gd name="connsiteY2" fmla="*/ 803238 h 803238"/>
                  <a:gd name="connsiteX3" fmla="*/ 1432 w 1365644"/>
                  <a:gd name="connsiteY3" fmla="*/ 225264 h 803238"/>
                  <a:gd name="connsiteX4" fmla="*/ 0 w 1365644"/>
                  <a:gd name="connsiteY4" fmla="*/ 50622 h 803238"/>
                  <a:gd name="connsiteX0" fmla="*/ 0 w 1376698"/>
                  <a:gd name="connsiteY0" fmla="*/ 53924 h 770079"/>
                  <a:gd name="connsiteX1" fmla="*/ 1376698 w 1376698"/>
                  <a:gd name="connsiteY1" fmla="*/ 572082 h 770079"/>
                  <a:gd name="connsiteX2" fmla="*/ 1351785 w 1376698"/>
                  <a:gd name="connsiteY2" fmla="*/ 770079 h 770079"/>
                  <a:gd name="connsiteX3" fmla="*/ 12486 w 1376698"/>
                  <a:gd name="connsiteY3" fmla="*/ 192105 h 770079"/>
                  <a:gd name="connsiteX4" fmla="*/ 0 w 1376698"/>
                  <a:gd name="connsiteY4" fmla="*/ 53924 h 770079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67534 h 806225"/>
                  <a:gd name="connsiteX1" fmla="*/ 1376698 w 1376698"/>
                  <a:gd name="connsiteY1" fmla="*/ 585692 h 806225"/>
                  <a:gd name="connsiteX2" fmla="*/ 1321065 w 1376698"/>
                  <a:gd name="connsiteY2" fmla="*/ 806225 h 806225"/>
                  <a:gd name="connsiteX3" fmla="*/ 12486 w 1376698"/>
                  <a:gd name="connsiteY3" fmla="*/ 205715 h 806225"/>
                  <a:gd name="connsiteX4" fmla="*/ 0 w 1376698"/>
                  <a:gd name="connsiteY4" fmla="*/ 67534 h 806225"/>
                  <a:gd name="connsiteX0" fmla="*/ 0 w 1463924"/>
                  <a:gd name="connsiteY0" fmla="*/ 93194 h 831885"/>
                  <a:gd name="connsiteX1" fmla="*/ 1463924 w 1463924"/>
                  <a:gd name="connsiteY1" fmla="*/ 433957 h 831885"/>
                  <a:gd name="connsiteX2" fmla="*/ 1321065 w 1463924"/>
                  <a:gd name="connsiteY2" fmla="*/ 831885 h 831885"/>
                  <a:gd name="connsiteX3" fmla="*/ 12486 w 1463924"/>
                  <a:gd name="connsiteY3" fmla="*/ 231375 h 831885"/>
                  <a:gd name="connsiteX4" fmla="*/ 0 w 1463924"/>
                  <a:gd name="connsiteY4" fmla="*/ 93194 h 831885"/>
                  <a:gd name="connsiteX0" fmla="*/ 0 w 1433204"/>
                  <a:gd name="connsiteY0" fmla="*/ 89035 h 827726"/>
                  <a:gd name="connsiteX1" fmla="*/ 1433204 w 1433204"/>
                  <a:gd name="connsiteY1" fmla="*/ 452334 h 827726"/>
                  <a:gd name="connsiteX2" fmla="*/ 1321065 w 1433204"/>
                  <a:gd name="connsiteY2" fmla="*/ 827726 h 827726"/>
                  <a:gd name="connsiteX3" fmla="*/ 12486 w 1433204"/>
                  <a:gd name="connsiteY3" fmla="*/ 227216 h 827726"/>
                  <a:gd name="connsiteX4" fmla="*/ 0 w 1433204"/>
                  <a:gd name="connsiteY4" fmla="*/ 89035 h 827726"/>
                  <a:gd name="connsiteX0" fmla="*/ 0 w 1433204"/>
                  <a:gd name="connsiteY0" fmla="*/ 89035 h 525813"/>
                  <a:gd name="connsiteX1" fmla="*/ 1433204 w 1433204"/>
                  <a:gd name="connsiteY1" fmla="*/ 452334 h 525813"/>
                  <a:gd name="connsiteX2" fmla="*/ 1307495 w 1433204"/>
                  <a:gd name="connsiteY2" fmla="*/ 525813 h 525813"/>
                  <a:gd name="connsiteX3" fmla="*/ 12486 w 1433204"/>
                  <a:gd name="connsiteY3" fmla="*/ 227216 h 525813"/>
                  <a:gd name="connsiteX4" fmla="*/ 0 w 1433204"/>
                  <a:gd name="connsiteY4" fmla="*/ 89035 h 525813"/>
                  <a:gd name="connsiteX0" fmla="*/ 0 w 1433204"/>
                  <a:gd name="connsiteY0" fmla="*/ 89035 h 525813"/>
                  <a:gd name="connsiteX1" fmla="*/ 1433204 w 1433204"/>
                  <a:gd name="connsiteY1" fmla="*/ 452334 h 525813"/>
                  <a:gd name="connsiteX2" fmla="*/ 1307495 w 1433204"/>
                  <a:gd name="connsiteY2" fmla="*/ 525813 h 525813"/>
                  <a:gd name="connsiteX3" fmla="*/ 12486 w 1433204"/>
                  <a:gd name="connsiteY3" fmla="*/ 227216 h 525813"/>
                  <a:gd name="connsiteX4" fmla="*/ 0 w 1433204"/>
                  <a:gd name="connsiteY4" fmla="*/ 89035 h 525813"/>
                  <a:gd name="connsiteX0" fmla="*/ 0 w 1433204"/>
                  <a:gd name="connsiteY0" fmla="*/ 89035 h 568442"/>
                  <a:gd name="connsiteX1" fmla="*/ 1433204 w 1433204"/>
                  <a:gd name="connsiteY1" fmla="*/ 452334 h 568442"/>
                  <a:gd name="connsiteX2" fmla="*/ 1159209 w 1433204"/>
                  <a:gd name="connsiteY2" fmla="*/ 568442 h 568442"/>
                  <a:gd name="connsiteX3" fmla="*/ 12486 w 1433204"/>
                  <a:gd name="connsiteY3" fmla="*/ 227216 h 568442"/>
                  <a:gd name="connsiteX4" fmla="*/ 0 w 1433204"/>
                  <a:gd name="connsiteY4" fmla="*/ 89035 h 568442"/>
                  <a:gd name="connsiteX0" fmla="*/ 0 w 1433204"/>
                  <a:gd name="connsiteY0" fmla="*/ 89035 h 568442"/>
                  <a:gd name="connsiteX1" fmla="*/ 1433204 w 1433204"/>
                  <a:gd name="connsiteY1" fmla="*/ 452334 h 568442"/>
                  <a:gd name="connsiteX2" fmla="*/ 1159209 w 1433204"/>
                  <a:gd name="connsiteY2" fmla="*/ 568442 h 568442"/>
                  <a:gd name="connsiteX3" fmla="*/ 12486 w 1433204"/>
                  <a:gd name="connsiteY3" fmla="*/ 227216 h 568442"/>
                  <a:gd name="connsiteX4" fmla="*/ 0 w 1433204"/>
                  <a:gd name="connsiteY4" fmla="*/ 89035 h 568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3204" h="568442">
                    <a:moveTo>
                      <a:pt x="0" y="89035"/>
                    </a:moveTo>
                    <a:cubicBezTo>
                      <a:pt x="975756" y="-141486"/>
                      <a:pt x="861506" y="109841"/>
                      <a:pt x="1433204" y="452334"/>
                    </a:cubicBezTo>
                    <a:lnTo>
                      <a:pt x="1159209" y="568442"/>
                    </a:lnTo>
                    <a:cubicBezTo>
                      <a:pt x="986709" y="360906"/>
                      <a:pt x="925733" y="-21070"/>
                      <a:pt x="12486" y="227216"/>
                    </a:cubicBezTo>
                    <a:cubicBezTo>
                      <a:pt x="12009" y="169002"/>
                      <a:pt x="477" y="147249"/>
                      <a:pt x="0" y="89035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6758A2D-F8BC-CC7D-BB2C-17F6913A0731}"/>
                  </a:ext>
                </a:extLst>
              </p:cNvPr>
              <p:cNvSpPr/>
              <p:nvPr/>
            </p:nvSpPr>
            <p:spPr>
              <a:xfrm>
                <a:off x="3552106" y="5091284"/>
                <a:ext cx="198100" cy="198100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CED63D5B-5B9D-3C63-B7AC-7C2B434B5F65}"/>
                  </a:ext>
                </a:extLst>
              </p:cNvPr>
              <p:cNvSpPr/>
              <p:nvPr/>
            </p:nvSpPr>
            <p:spPr>
              <a:xfrm>
                <a:off x="3362514" y="4713500"/>
                <a:ext cx="198100" cy="198100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B6D3C4BC-78AD-62DD-270B-63C0E77AF758}"/>
                </a:ext>
              </a:extLst>
            </p:cNvPr>
            <p:cNvGrpSpPr/>
            <p:nvPr/>
          </p:nvGrpSpPr>
          <p:grpSpPr>
            <a:xfrm flipH="1">
              <a:off x="4950832" y="297062"/>
              <a:ext cx="885734" cy="2680406"/>
              <a:chOff x="3622480" y="324462"/>
              <a:chExt cx="885734" cy="2680406"/>
            </a:xfrm>
            <a:grpFill/>
          </p:grpSpPr>
          <p:sp>
            <p:nvSpPr>
              <p:cNvPr id="50" name="Rectangle: Rounded Corners 14">
                <a:extLst>
                  <a:ext uri="{FF2B5EF4-FFF2-40B4-BE49-F238E27FC236}">
                    <a16:creationId xmlns:a16="http://schemas.microsoft.com/office/drawing/2014/main" id="{79278B7A-A386-776D-95C2-4BEABE509370}"/>
                  </a:ext>
                </a:extLst>
              </p:cNvPr>
              <p:cNvSpPr/>
              <p:nvPr/>
            </p:nvSpPr>
            <p:spPr>
              <a:xfrm rot="20842153">
                <a:off x="3723772" y="1824887"/>
                <a:ext cx="428780" cy="794497"/>
              </a:xfrm>
              <a:custGeom>
                <a:avLst/>
                <a:gdLst>
                  <a:gd name="connsiteX0" fmla="*/ 0 w 230816"/>
                  <a:gd name="connsiteY0" fmla="*/ 38470 h 703687"/>
                  <a:gd name="connsiteX1" fmla="*/ 38470 w 230816"/>
                  <a:gd name="connsiteY1" fmla="*/ 0 h 703687"/>
                  <a:gd name="connsiteX2" fmla="*/ 192346 w 230816"/>
                  <a:gd name="connsiteY2" fmla="*/ 0 h 703687"/>
                  <a:gd name="connsiteX3" fmla="*/ 230816 w 230816"/>
                  <a:gd name="connsiteY3" fmla="*/ 38470 h 703687"/>
                  <a:gd name="connsiteX4" fmla="*/ 230816 w 230816"/>
                  <a:gd name="connsiteY4" fmla="*/ 665217 h 703687"/>
                  <a:gd name="connsiteX5" fmla="*/ 192346 w 230816"/>
                  <a:gd name="connsiteY5" fmla="*/ 703687 h 703687"/>
                  <a:gd name="connsiteX6" fmla="*/ 38470 w 230816"/>
                  <a:gd name="connsiteY6" fmla="*/ 703687 h 703687"/>
                  <a:gd name="connsiteX7" fmla="*/ 0 w 230816"/>
                  <a:gd name="connsiteY7" fmla="*/ 665217 h 703687"/>
                  <a:gd name="connsiteX8" fmla="*/ 0 w 230816"/>
                  <a:gd name="connsiteY8" fmla="*/ 38470 h 703687"/>
                  <a:gd name="connsiteX0" fmla="*/ 92730 w 323546"/>
                  <a:gd name="connsiteY0" fmla="*/ 38470 h 703687"/>
                  <a:gd name="connsiteX1" fmla="*/ 131200 w 323546"/>
                  <a:gd name="connsiteY1" fmla="*/ 0 h 703687"/>
                  <a:gd name="connsiteX2" fmla="*/ 285076 w 323546"/>
                  <a:gd name="connsiteY2" fmla="*/ 0 h 703687"/>
                  <a:gd name="connsiteX3" fmla="*/ 323546 w 323546"/>
                  <a:gd name="connsiteY3" fmla="*/ 38470 h 703687"/>
                  <a:gd name="connsiteX4" fmla="*/ 323546 w 323546"/>
                  <a:gd name="connsiteY4" fmla="*/ 665217 h 703687"/>
                  <a:gd name="connsiteX5" fmla="*/ 285076 w 323546"/>
                  <a:gd name="connsiteY5" fmla="*/ 703687 h 703687"/>
                  <a:gd name="connsiteX6" fmla="*/ 131200 w 323546"/>
                  <a:gd name="connsiteY6" fmla="*/ 703687 h 703687"/>
                  <a:gd name="connsiteX7" fmla="*/ 92730 w 323546"/>
                  <a:gd name="connsiteY7" fmla="*/ 665217 h 703687"/>
                  <a:gd name="connsiteX8" fmla="*/ 92730 w 323546"/>
                  <a:gd name="connsiteY8" fmla="*/ 38470 h 703687"/>
                  <a:gd name="connsiteX0" fmla="*/ 110464 w 341280"/>
                  <a:gd name="connsiteY0" fmla="*/ 38470 h 703687"/>
                  <a:gd name="connsiteX1" fmla="*/ 148934 w 341280"/>
                  <a:gd name="connsiteY1" fmla="*/ 0 h 703687"/>
                  <a:gd name="connsiteX2" fmla="*/ 302810 w 341280"/>
                  <a:gd name="connsiteY2" fmla="*/ 0 h 703687"/>
                  <a:gd name="connsiteX3" fmla="*/ 341280 w 341280"/>
                  <a:gd name="connsiteY3" fmla="*/ 38470 h 703687"/>
                  <a:gd name="connsiteX4" fmla="*/ 341280 w 341280"/>
                  <a:gd name="connsiteY4" fmla="*/ 665217 h 703687"/>
                  <a:gd name="connsiteX5" fmla="*/ 302810 w 341280"/>
                  <a:gd name="connsiteY5" fmla="*/ 703687 h 703687"/>
                  <a:gd name="connsiteX6" fmla="*/ 148934 w 341280"/>
                  <a:gd name="connsiteY6" fmla="*/ 703687 h 703687"/>
                  <a:gd name="connsiteX7" fmla="*/ 110464 w 341280"/>
                  <a:gd name="connsiteY7" fmla="*/ 665217 h 703687"/>
                  <a:gd name="connsiteX8" fmla="*/ 110464 w 341280"/>
                  <a:gd name="connsiteY8" fmla="*/ 38470 h 703687"/>
                  <a:gd name="connsiteX0" fmla="*/ 110464 w 420951"/>
                  <a:gd name="connsiteY0" fmla="*/ 38470 h 703687"/>
                  <a:gd name="connsiteX1" fmla="*/ 148934 w 420951"/>
                  <a:gd name="connsiteY1" fmla="*/ 0 h 703687"/>
                  <a:gd name="connsiteX2" fmla="*/ 302810 w 420951"/>
                  <a:gd name="connsiteY2" fmla="*/ 0 h 703687"/>
                  <a:gd name="connsiteX3" fmla="*/ 341280 w 420951"/>
                  <a:gd name="connsiteY3" fmla="*/ 38470 h 703687"/>
                  <a:gd name="connsiteX4" fmla="*/ 341280 w 420951"/>
                  <a:gd name="connsiteY4" fmla="*/ 665217 h 703687"/>
                  <a:gd name="connsiteX5" fmla="*/ 302810 w 420951"/>
                  <a:gd name="connsiteY5" fmla="*/ 703687 h 703687"/>
                  <a:gd name="connsiteX6" fmla="*/ 148934 w 420951"/>
                  <a:gd name="connsiteY6" fmla="*/ 703687 h 703687"/>
                  <a:gd name="connsiteX7" fmla="*/ 110464 w 420951"/>
                  <a:gd name="connsiteY7" fmla="*/ 665217 h 703687"/>
                  <a:gd name="connsiteX8" fmla="*/ 110464 w 420951"/>
                  <a:gd name="connsiteY8" fmla="*/ 38470 h 703687"/>
                  <a:gd name="connsiteX0" fmla="*/ 110464 w 428780"/>
                  <a:gd name="connsiteY0" fmla="*/ 38470 h 703687"/>
                  <a:gd name="connsiteX1" fmla="*/ 148934 w 428780"/>
                  <a:gd name="connsiteY1" fmla="*/ 0 h 703687"/>
                  <a:gd name="connsiteX2" fmla="*/ 302810 w 428780"/>
                  <a:gd name="connsiteY2" fmla="*/ 0 h 703687"/>
                  <a:gd name="connsiteX3" fmla="*/ 341280 w 428780"/>
                  <a:gd name="connsiteY3" fmla="*/ 38470 h 703687"/>
                  <a:gd name="connsiteX4" fmla="*/ 341280 w 428780"/>
                  <a:gd name="connsiteY4" fmla="*/ 665217 h 703687"/>
                  <a:gd name="connsiteX5" fmla="*/ 302810 w 428780"/>
                  <a:gd name="connsiteY5" fmla="*/ 703687 h 703687"/>
                  <a:gd name="connsiteX6" fmla="*/ 148934 w 428780"/>
                  <a:gd name="connsiteY6" fmla="*/ 703687 h 703687"/>
                  <a:gd name="connsiteX7" fmla="*/ 110464 w 428780"/>
                  <a:gd name="connsiteY7" fmla="*/ 665217 h 703687"/>
                  <a:gd name="connsiteX8" fmla="*/ 110464 w 428780"/>
                  <a:gd name="connsiteY8" fmla="*/ 38470 h 70368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02810 w 428780"/>
                  <a:gd name="connsiteY2" fmla="*/ 90810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39450 w 428780"/>
                  <a:gd name="connsiteY2" fmla="*/ 14424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8780" h="794497">
                    <a:moveTo>
                      <a:pt x="110464" y="129280"/>
                    </a:moveTo>
                    <a:cubicBezTo>
                      <a:pt x="110464" y="108034"/>
                      <a:pt x="187082" y="0"/>
                      <a:pt x="208328" y="0"/>
                    </a:cubicBezTo>
                    <a:lnTo>
                      <a:pt x="339450" y="14424"/>
                    </a:lnTo>
                    <a:cubicBezTo>
                      <a:pt x="360696" y="14424"/>
                      <a:pt x="341280" y="108034"/>
                      <a:pt x="341280" y="129280"/>
                    </a:cubicBezTo>
                    <a:cubicBezTo>
                      <a:pt x="520540" y="235202"/>
                      <a:pt x="374188" y="632575"/>
                      <a:pt x="341280" y="756027"/>
                    </a:cubicBezTo>
                    <a:cubicBezTo>
                      <a:pt x="341280" y="777273"/>
                      <a:pt x="324056" y="794497"/>
                      <a:pt x="302810" y="794497"/>
                    </a:cubicBezTo>
                    <a:lnTo>
                      <a:pt x="148934" y="794497"/>
                    </a:lnTo>
                    <a:cubicBezTo>
                      <a:pt x="127688" y="794497"/>
                      <a:pt x="110464" y="777273"/>
                      <a:pt x="110464" y="756027"/>
                    </a:cubicBezTo>
                    <a:cubicBezTo>
                      <a:pt x="39961" y="687491"/>
                      <a:pt x="-98180" y="310964"/>
                      <a:pt x="110464" y="12928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Rectangle: Rounded Corners 14">
                <a:extLst>
                  <a:ext uri="{FF2B5EF4-FFF2-40B4-BE49-F238E27FC236}">
                    <a16:creationId xmlns:a16="http://schemas.microsoft.com/office/drawing/2014/main" id="{4B1F1355-8C16-2BA9-F8A5-30C9A6158A98}"/>
                  </a:ext>
                </a:extLst>
              </p:cNvPr>
              <p:cNvSpPr/>
              <p:nvPr/>
            </p:nvSpPr>
            <p:spPr>
              <a:xfrm rot="20842153">
                <a:off x="3916392" y="2334410"/>
                <a:ext cx="436300" cy="670458"/>
              </a:xfrm>
              <a:custGeom>
                <a:avLst/>
                <a:gdLst>
                  <a:gd name="connsiteX0" fmla="*/ 0 w 230816"/>
                  <a:gd name="connsiteY0" fmla="*/ 38470 h 703687"/>
                  <a:gd name="connsiteX1" fmla="*/ 38470 w 230816"/>
                  <a:gd name="connsiteY1" fmla="*/ 0 h 703687"/>
                  <a:gd name="connsiteX2" fmla="*/ 192346 w 230816"/>
                  <a:gd name="connsiteY2" fmla="*/ 0 h 703687"/>
                  <a:gd name="connsiteX3" fmla="*/ 230816 w 230816"/>
                  <a:gd name="connsiteY3" fmla="*/ 38470 h 703687"/>
                  <a:gd name="connsiteX4" fmla="*/ 230816 w 230816"/>
                  <a:gd name="connsiteY4" fmla="*/ 665217 h 703687"/>
                  <a:gd name="connsiteX5" fmla="*/ 192346 w 230816"/>
                  <a:gd name="connsiteY5" fmla="*/ 703687 h 703687"/>
                  <a:gd name="connsiteX6" fmla="*/ 38470 w 230816"/>
                  <a:gd name="connsiteY6" fmla="*/ 703687 h 703687"/>
                  <a:gd name="connsiteX7" fmla="*/ 0 w 230816"/>
                  <a:gd name="connsiteY7" fmla="*/ 665217 h 703687"/>
                  <a:gd name="connsiteX8" fmla="*/ 0 w 230816"/>
                  <a:gd name="connsiteY8" fmla="*/ 38470 h 703687"/>
                  <a:gd name="connsiteX0" fmla="*/ 92730 w 323546"/>
                  <a:gd name="connsiteY0" fmla="*/ 38470 h 703687"/>
                  <a:gd name="connsiteX1" fmla="*/ 131200 w 323546"/>
                  <a:gd name="connsiteY1" fmla="*/ 0 h 703687"/>
                  <a:gd name="connsiteX2" fmla="*/ 285076 w 323546"/>
                  <a:gd name="connsiteY2" fmla="*/ 0 h 703687"/>
                  <a:gd name="connsiteX3" fmla="*/ 323546 w 323546"/>
                  <a:gd name="connsiteY3" fmla="*/ 38470 h 703687"/>
                  <a:gd name="connsiteX4" fmla="*/ 323546 w 323546"/>
                  <a:gd name="connsiteY4" fmla="*/ 665217 h 703687"/>
                  <a:gd name="connsiteX5" fmla="*/ 285076 w 323546"/>
                  <a:gd name="connsiteY5" fmla="*/ 703687 h 703687"/>
                  <a:gd name="connsiteX6" fmla="*/ 131200 w 323546"/>
                  <a:gd name="connsiteY6" fmla="*/ 703687 h 703687"/>
                  <a:gd name="connsiteX7" fmla="*/ 92730 w 323546"/>
                  <a:gd name="connsiteY7" fmla="*/ 665217 h 703687"/>
                  <a:gd name="connsiteX8" fmla="*/ 92730 w 323546"/>
                  <a:gd name="connsiteY8" fmla="*/ 38470 h 703687"/>
                  <a:gd name="connsiteX0" fmla="*/ 110464 w 341280"/>
                  <a:gd name="connsiteY0" fmla="*/ 38470 h 703687"/>
                  <a:gd name="connsiteX1" fmla="*/ 148934 w 341280"/>
                  <a:gd name="connsiteY1" fmla="*/ 0 h 703687"/>
                  <a:gd name="connsiteX2" fmla="*/ 302810 w 341280"/>
                  <a:gd name="connsiteY2" fmla="*/ 0 h 703687"/>
                  <a:gd name="connsiteX3" fmla="*/ 341280 w 341280"/>
                  <a:gd name="connsiteY3" fmla="*/ 38470 h 703687"/>
                  <a:gd name="connsiteX4" fmla="*/ 341280 w 341280"/>
                  <a:gd name="connsiteY4" fmla="*/ 665217 h 703687"/>
                  <a:gd name="connsiteX5" fmla="*/ 302810 w 341280"/>
                  <a:gd name="connsiteY5" fmla="*/ 703687 h 703687"/>
                  <a:gd name="connsiteX6" fmla="*/ 148934 w 341280"/>
                  <a:gd name="connsiteY6" fmla="*/ 703687 h 703687"/>
                  <a:gd name="connsiteX7" fmla="*/ 110464 w 341280"/>
                  <a:gd name="connsiteY7" fmla="*/ 665217 h 703687"/>
                  <a:gd name="connsiteX8" fmla="*/ 110464 w 341280"/>
                  <a:gd name="connsiteY8" fmla="*/ 38470 h 703687"/>
                  <a:gd name="connsiteX0" fmla="*/ 110464 w 420951"/>
                  <a:gd name="connsiteY0" fmla="*/ 38470 h 703687"/>
                  <a:gd name="connsiteX1" fmla="*/ 148934 w 420951"/>
                  <a:gd name="connsiteY1" fmla="*/ 0 h 703687"/>
                  <a:gd name="connsiteX2" fmla="*/ 302810 w 420951"/>
                  <a:gd name="connsiteY2" fmla="*/ 0 h 703687"/>
                  <a:gd name="connsiteX3" fmla="*/ 341280 w 420951"/>
                  <a:gd name="connsiteY3" fmla="*/ 38470 h 703687"/>
                  <a:gd name="connsiteX4" fmla="*/ 341280 w 420951"/>
                  <a:gd name="connsiteY4" fmla="*/ 665217 h 703687"/>
                  <a:gd name="connsiteX5" fmla="*/ 302810 w 420951"/>
                  <a:gd name="connsiteY5" fmla="*/ 703687 h 703687"/>
                  <a:gd name="connsiteX6" fmla="*/ 148934 w 420951"/>
                  <a:gd name="connsiteY6" fmla="*/ 703687 h 703687"/>
                  <a:gd name="connsiteX7" fmla="*/ 110464 w 420951"/>
                  <a:gd name="connsiteY7" fmla="*/ 665217 h 703687"/>
                  <a:gd name="connsiteX8" fmla="*/ 110464 w 420951"/>
                  <a:gd name="connsiteY8" fmla="*/ 38470 h 703687"/>
                  <a:gd name="connsiteX0" fmla="*/ 110464 w 428780"/>
                  <a:gd name="connsiteY0" fmla="*/ 38470 h 703687"/>
                  <a:gd name="connsiteX1" fmla="*/ 148934 w 428780"/>
                  <a:gd name="connsiteY1" fmla="*/ 0 h 703687"/>
                  <a:gd name="connsiteX2" fmla="*/ 302810 w 428780"/>
                  <a:gd name="connsiteY2" fmla="*/ 0 h 703687"/>
                  <a:gd name="connsiteX3" fmla="*/ 341280 w 428780"/>
                  <a:gd name="connsiteY3" fmla="*/ 38470 h 703687"/>
                  <a:gd name="connsiteX4" fmla="*/ 341280 w 428780"/>
                  <a:gd name="connsiteY4" fmla="*/ 665217 h 703687"/>
                  <a:gd name="connsiteX5" fmla="*/ 302810 w 428780"/>
                  <a:gd name="connsiteY5" fmla="*/ 703687 h 703687"/>
                  <a:gd name="connsiteX6" fmla="*/ 148934 w 428780"/>
                  <a:gd name="connsiteY6" fmla="*/ 703687 h 703687"/>
                  <a:gd name="connsiteX7" fmla="*/ 110464 w 428780"/>
                  <a:gd name="connsiteY7" fmla="*/ 665217 h 703687"/>
                  <a:gd name="connsiteX8" fmla="*/ 110464 w 428780"/>
                  <a:gd name="connsiteY8" fmla="*/ 38470 h 70368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02810 w 428780"/>
                  <a:gd name="connsiteY2" fmla="*/ 90810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39450 w 428780"/>
                  <a:gd name="connsiteY2" fmla="*/ 14424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14991 h 780208"/>
                  <a:gd name="connsiteX1" fmla="*/ 339450 w 428780"/>
                  <a:gd name="connsiteY1" fmla="*/ 135 h 780208"/>
                  <a:gd name="connsiteX2" fmla="*/ 341280 w 428780"/>
                  <a:gd name="connsiteY2" fmla="*/ 114991 h 780208"/>
                  <a:gd name="connsiteX3" fmla="*/ 341280 w 428780"/>
                  <a:gd name="connsiteY3" fmla="*/ 741738 h 780208"/>
                  <a:gd name="connsiteX4" fmla="*/ 302810 w 428780"/>
                  <a:gd name="connsiteY4" fmla="*/ 780208 h 780208"/>
                  <a:gd name="connsiteX5" fmla="*/ 148934 w 428780"/>
                  <a:gd name="connsiteY5" fmla="*/ 780208 h 780208"/>
                  <a:gd name="connsiteX6" fmla="*/ 110464 w 428780"/>
                  <a:gd name="connsiteY6" fmla="*/ 741738 h 780208"/>
                  <a:gd name="connsiteX7" fmla="*/ 110464 w 428780"/>
                  <a:gd name="connsiteY7" fmla="*/ 114991 h 780208"/>
                  <a:gd name="connsiteX0" fmla="*/ 110464 w 428780"/>
                  <a:gd name="connsiteY0" fmla="*/ 78344 h 743561"/>
                  <a:gd name="connsiteX1" fmla="*/ 341280 w 428780"/>
                  <a:gd name="connsiteY1" fmla="*/ 78344 h 743561"/>
                  <a:gd name="connsiteX2" fmla="*/ 341280 w 428780"/>
                  <a:gd name="connsiteY2" fmla="*/ 705091 h 743561"/>
                  <a:gd name="connsiteX3" fmla="*/ 302810 w 428780"/>
                  <a:gd name="connsiteY3" fmla="*/ 743561 h 743561"/>
                  <a:gd name="connsiteX4" fmla="*/ 148934 w 428780"/>
                  <a:gd name="connsiteY4" fmla="*/ 743561 h 743561"/>
                  <a:gd name="connsiteX5" fmla="*/ 110464 w 428780"/>
                  <a:gd name="connsiteY5" fmla="*/ 705091 h 743561"/>
                  <a:gd name="connsiteX6" fmla="*/ 110464 w 428780"/>
                  <a:gd name="connsiteY6" fmla="*/ 78344 h 743561"/>
                  <a:gd name="connsiteX0" fmla="*/ 110464 w 341280"/>
                  <a:gd name="connsiteY0" fmla="*/ 0 h 665217"/>
                  <a:gd name="connsiteX1" fmla="*/ 341280 w 341280"/>
                  <a:gd name="connsiteY1" fmla="*/ 626747 h 665217"/>
                  <a:gd name="connsiteX2" fmla="*/ 302810 w 341280"/>
                  <a:gd name="connsiteY2" fmla="*/ 665217 h 665217"/>
                  <a:gd name="connsiteX3" fmla="*/ 148934 w 341280"/>
                  <a:gd name="connsiteY3" fmla="*/ 665217 h 665217"/>
                  <a:gd name="connsiteX4" fmla="*/ 110464 w 341280"/>
                  <a:gd name="connsiteY4" fmla="*/ 626747 h 665217"/>
                  <a:gd name="connsiteX5" fmla="*/ 110464 w 341280"/>
                  <a:gd name="connsiteY5" fmla="*/ 0 h 665217"/>
                  <a:gd name="connsiteX0" fmla="*/ 189478 w 269447"/>
                  <a:gd name="connsiteY0" fmla="*/ 0 h 670458"/>
                  <a:gd name="connsiteX1" fmla="*/ 269447 w 269447"/>
                  <a:gd name="connsiteY1" fmla="*/ 631988 h 670458"/>
                  <a:gd name="connsiteX2" fmla="*/ 230977 w 269447"/>
                  <a:gd name="connsiteY2" fmla="*/ 670458 h 670458"/>
                  <a:gd name="connsiteX3" fmla="*/ 77101 w 269447"/>
                  <a:gd name="connsiteY3" fmla="*/ 670458 h 670458"/>
                  <a:gd name="connsiteX4" fmla="*/ 38631 w 269447"/>
                  <a:gd name="connsiteY4" fmla="*/ 631988 h 670458"/>
                  <a:gd name="connsiteX5" fmla="*/ 189478 w 269447"/>
                  <a:gd name="connsiteY5" fmla="*/ 0 h 670458"/>
                  <a:gd name="connsiteX0" fmla="*/ 273831 w 353800"/>
                  <a:gd name="connsiteY0" fmla="*/ 0 h 670458"/>
                  <a:gd name="connsiteX1" fmla="*/ 353800 w 353800"/>
                  <a:gd name="connsiteY1" fmla="*/ 631988 h 670458"/>
                  <a:gd name="connsiteX2" fmla="*/ 315330 w 353800"/>
                  <a:gd name="connsiteY2" fmla="*/ 670458 h 670458"/>
                  <a:gd name="connsiteX3" fmla="*/ 161454 w 353800"/>
                  <a:gd name="connsiteY3" fmla="*/ 670458 h 670458"/>
                  <a:gd name="connsiteX4" fmla="*/ 122984 w 353800"/>
                  <a:gd name="connsiteY4" fmla="*/ 631988 h 670458"/>
                  <a:gd name="connsiteX5" fmla="*/ 273831 w 353800"/>
                  <a:gd name="connsiteY5" fmla="*/ 0 h 670458"/>
                  <a:gd name="connsiteX0" fmla="*/ 273831 w 460362"/>
                  <a:gd name="connsiteY0" fmla="*/ 0 h 670458"/>
                  <a:gd name="connsiteX1" fmla="*/ 353800 w 460362"/>
                  <a:gd name="connsiteY1" fmla="*/ 631988 h 670458"/>
                  <a:gd name="connsiteX2" fmla="*/ 315330 w 460362"/>
                  <a:gd name="connsiteY2" fmla="*/ 670458 h 670458"/>
                  <a:gd name="connsiteX3" fmla="*/ 161454 w 460362"/>
                  <a:gd name="connsiteY3" fmla="*/ 670458 h 670458"/>
                  <a:gd name="connsiteX4" fmla="*/ 122984 w 460362"/>
                  <a:gd name="connsiteY4" fmla="*/ 631988 h 670458"/>
                  <a:gd name="connsiteX5" fmla="*/ 273831 w 460362"/>
                  <a:gd name="connsiteY5" fmla="*/ 0 h 670458"/>
                  <a:gd name="connsiteX0" fmla="*/ 273831 w 468890"/>
                  <a:gd name="connsiteY0" fmla="*/ 0 h 670458"/>
                  <a:gd name="connsiteX1" fmla="*/ 353800 w 468890"/>
                  <a:gd name="connsiteY1" fmla="*/ 631988 h 670458"/>
                  <a:gd name="connsiteX2" fmla="*/ 315330 w 468890"/>
                  <a:gd name="connsiteY2" fmla="*/ 670458 h 670458"/>
                  <a:gd name="connsiteX3" fmla="*/ 161454 w 468890"/>
                  <a:gd name="connsiteY3" fmla="*/ 670458 h 670458"/>
                  <a:gd name="connsiteX4" fmla="*/ 122984 w 468890"/>
                  <a:gd name="connsiteY4" fmla="*/ 631988 h 670458"/>
                  <a:gd name="connsiteX5" fmla="*/ 273831 w 468890"/>
                  <a:gd name="connsiteY5" fmla="*/ 0 h 670458"/>
                  <a:gd name="connsiteX0" fmla="*/ 241241 w 436300"/>
                  <a:gd name="connsiteY0" fmla="*/ 0 h 670458"/>
                  <a:gd name="connsiteX1" fmla="*/ 321210 w 436300"/>
                  <a:gd name="connsiteY1" fmla="*/ 631988 h 670458"/>
                  <a:gd name="connsiteX2" fmla="*/ 282740 w 436300"/>
                  <a:gd name="connsiteY2" fmla="*/ 670458 h 670458"/>
                  <a:gd name="connsiteX3" fmla="*/ 128864 w 436300"/>
                  <a:gd name="connsiteY3" fmla="*/ 670458 h 670458"/>
                  <a:gd name="connsiteX4" fmla="*/ 90394 w 436300"/>
                  <a:gd name="connsiteY4" fmla="*/ 631988 h 670458"/>
                  <a:gd name="connsiteX5" fmla="*/ 241241 w 436300"/>
                  <a:gd name="connsiteY5" fmla="*/ 0 h 670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6300" h="670458">
                    <a:moveTo>
                      <a:pt x="241241" y="0"/>
                    </a:moveTo>
                    <a:cubicBezTo>
                      <a:pt x="323084" y="9720"/>
                      <a:pt x="585499" y="418334"/>
                      <a:pt x="321210" y="631988"/>
                    </a:cubicBezTo>
                    <a:cubicBezTo>
                      <a:pt x="321210" y="653234"/>
                      <a:pt x="303986" y="670458"/>
                      <a:pt x="282740" y="670458"/>
                    </a:cubicBezTo>
                    <a:lnTo>
                      <a:pt x="128864" y="670458"/>
                    </a:lnTo>
                    <a:cubicBezTo>
                      <a:pt x="107618" y="670458"/>
                      <a:pt x="90394" y="653234"/>
                      <a:pt x="90394" y="631988"/>
                    </a:cubicBezTo>
                    <a:cubicBezTo>
                      <a:pt x="19891" y="563452"/>
                      <a:pt x="-130434" y="67062"/>
                      <a:pt x="241241" y="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Rectangle 13">
                <a:extLst>
                  <a:ext uri="{FF2B5EF4-FFF2-40B4-BE49-F238E27FC236}">
                    <a16:creationId xmlns:a16="http://schemas.microsoft.com/office/drawing/2014/main" id="{28AC66EC-5D34-17B7-2818-807054C7C3B2}"/>
                  </a:ext>
                </a:extLst>
              </p:cNvPr>
              <p:cNvSpPr/>
              <p:nvPr/>
            </p:nvSpPr>
            <p:spPr>
              <a:xfrm>
                <a:off x="3622480" y="324462"/>
                <a:ext cx="885734" cy="1645898"/>
              </a:xfrm>
              <a:custGeom>
                <a:avLst/>
                <a:gdLst>
                  <a:gd name="connsiteX0" fmla="*/ 0 w 266700"/>
                  <a:gd name="connsiteY0" fmla="*/ 0 h 1511300"/>
                  <a:gd name="connsiteX1" fmla="*/ 266700 w 266700"/>
                  <a:gd name="connsiteY1" fmla="*/ 0 h 1511300"/>
                  <a:gd name="connsiteX2" fmla="*/ 266700 w 266700"/>
                  <a:gd name="connsiteY2" fmla="*/ 1511300 h 1511300"/>
                  <a:gd name="connsiteX3" fmla="*/ 0 w 266700"/>
                  <a:gd name="connsiteY3" fmla="*/ 1511300 h 1511300"/>
                  <a:gd name="connsiteX4" fmla="*/ 0 w 266700"/>
                  <a:gd name="connsiteY4" fmla="*/ 0 h 1511300"/>
                  <a:gd name="connsiteX0" fmla="*/ 0 w 711200"/>
                  <a:gd name="connsiteY0" fmla="*/ 88900 h 1600200"/>
                  <a:gd name="connsiteX1" fmla="*/ 711200 w 711200"/>
                  <a:gd name="connsiteY1" fmla="*/ 0 h 1600200"/>
                  <a:gd name="connsiteX2" fmla="*/ 266700 w 711200"/>
                  <a:gd name="connsiteY2" fmla="*/ 1600200 h 1600200"/>
                  <a:gd name="connsiteX3" fmla="*/ 0 w 711200"/>
                  <a:gd name="connsiteY3" fmla="*/ 1600200 h 1600200"/>
                  <a:gd name="connsiteX4" fmla="*/ 0 w 711200"/>
                  <a:gd name="connsiteY4" fmla="*/ 88900 h 1600200"/>
                  <a:gd name="connsiteX0" fmla="*/ 0 w 723842"/>
                  <a:gd name="connsiteY0" fmla="*/ 88900 h 1600200"/>
                  <a:gd name="connsiteX1" fmla="*/ 711200 w 723842"/>
                  <a:gd name="connsiteY1" fmla="*/ 0 h 1600200"/>
                  <a:gd name="connsiteX2" fmla="*/ 266700 w 723842"/>
                  <a:gd name="connsiteY2" fmla="*/ 1600200 h 1600200"/>
                  <a:gd name="connsiteX3" fmla="*/ 0 w 723842"/>
                  <a:gd name="connsiteY3" fmla="*/ 1600200 h 1600200"/>
                  <a:gd name="connsiteX4" fmla="*/ 0 w 723842"/>
                  <a:gd name="connsiteY4" fmla="*/ 88900 h 1600200"/>
                  <a:gd name="connsiteX0" fmla="*/ 0 w 722066"/>
                  <a:gd name="connsiteY0" fmla="*/ 88900 h 1600200"/>
                  <a:gd name="connsiteX1" fmla="*/ 711200 w 722066"/>
                  <a:gd name="connsiteY1" fmla="*/ 0 h 1600200"/>
                  <a:gd name="connsiteX2" fmla="*/ 266700 w 722066"/>
                  <a:gd name="connsiteY2" fmla="*/ 1600200 h 1600200"/>
                  <a:gd name="connsiteX3" fmla="*/ 0 w 722066"/>
                  <a:gd name="connsiteY3" fmla="*/ 1600200 h 1600200"/>
                  <a:gd name="connsiteX4" fmla="*/ 0 w 722066"/>
                  <a:gd name="connsiteY4" fmla="*/ 88900 h 1600200"/>
                  <a:gd name="connsiteX0" fmla="*/ 0 w 623084"/>
                  <a:gd name="connsiteY0" fmla="*/ 120650 h 1631950"/>
                  <a:gd name="connsiteX1" fmla="*/ 609600 w 623084"/>
                  <a:gd name="connsiteY1" fmla="*/ 0 h 1631950"/>
                  <a:gd name="connsiteX2" fmla="*/ 266700 w 623084"/>
                  <a:gd name="connsiteY2" fmla="*/ 1631950 h 1631950"/>
                  <a:gd name="connsiteX3" fmla="*/ 0 w 623084"/>
                  <a:gd name="connsiteY3" fmla="*/ 1631950 h 1631950"/>
                  <a:gd name="connsiteX4" fmla="*/ 0 w 623084"/>
                  <a:gd name="connsiteY4" fmla="*/ 120650 h 1631950"/>
                  <a:gd name="connsiteX0" fmla="*/ 0 w 703427"/>
                  <a:gd name="connsiteY0" fmla="*/ 0 h 1511300"/>
                  <a:gd name="connsiteX1" fmla="*/ 692150 w 703427"/>
                  <a:gd name="connsiteY1" fmla="*/ 673100 h 1511300"/>
                  <a:gd name="connsiteX2" fmla="*/ 266700 w 703427"/>
                  <a:gd name="connsiteY2" fmla="*/ 1511300 h 1511300"/>
                  <a:gd name="connsiteX3" fmla="*/ 0 w 703427"/>
                  <a:gd name="connsiteY3" fmla="*/ 1511300 h 1511300"/>
                  <a:gd name="connsiteX4" fmla="*/ 0 w 703427"/>
                  <a:gd name="connsiteY4" fmla="*/ 0 h 1511300"/>
                  <a:gd name="connsiteX0" fmla="*/ 0 w 692150"/>
                  <a:gd name="connsiteY0" fmla="*/ 0 h 1511300"/>
                  <a:gd name="connsiteX1" fmla="*/ 692150 w 692150"/>
                  <a:gd name="connsiteY1" fmla="*/ 673100 h 1511300"/>
                  <a:gd name="connsiteX2" fmla="*/ 266700 w 692150"/>
                  <a:gd name="connsiteY2" fmla="*/ 1511300 h 1511300"/>
                  <a:gd name="connsiteX3" fmla="*/ 0 w 692150"/>
                  <a:gd name="connsiteY3" fmla="*/ 1511300 h 1511300"/>
                  <a:gd name="connsiteX4" fmla="*/ 0 w 692150"/>
                  <a:gd name="connsiteY4" fmla="*/ 0 h 1511300"/>
                  <a:gd name="connsiteX0" fmla="*/ 19050 w 692150"/>
                  <a:gd name="connsiteY0" fmla="*/ 0 h 1428750"/>
                  <a:gd name="connsiteX1" fmla="*/ 692150 w 692150"/>
                  <a:gd name="connsiteY1" fmla="*/ 590550 h 1428750"/>
                  <a:gd name="connsiteX2" fmla="*/ 266700 w 692150"/>
                  <a:gd name="connsiteY2" fmla="*/ 1428750 h 1428750"/>
                  <a:gd name="connsiteX3" fmla="*/ 0 w 692150"/>
                  <a:gd name="connsiteY3" fmla="*/ 1428750 h 1428750"/>
                  <a:gd name="connsiteX4" fmla="*/ 19050 w 692150"/>
                  <a:gd name="connsiteY4" fmla="*/ 0 h 1428750"/>
                  <a:gd name="connsiteX0" fmla="*/ 19050 w 692150"/>
                  <a:gd name="connsiteY0" fmla="*/ 212303 h 1641053"/>
                  <a:gd name="connsiteX1" fmla="*/ 692150 w 692150"/>
                  <a:gd name="connsiteY1" fmla="*/ 802853 h 1641053"/>
                  <a:gd name="connsiteX2" fmla="*/ 266700 w 692150"/>
                  <a:gd name="connsiteY2" fmla="*/ 1641053 h 1641053"/>
                  <a:gd name="connsiteX3" fmla="*/ 0 w 692150"/>
                  <a:gd name="connsiteY3" fmla="*/ 1641053 h 1641053"/>
                  <a:gd name="connsiteX4" fmla="*/ 19050 w 692150"/>
                  <a:gd name="connsiteY4" fmla="*/ 212303 h 1641053"/>
                  <a:gd name="connsiteX0" fmla="*/ 19050 w 736555"/>
                  <a:gd name="connsiteY0" fmla="*/ 217148 h 1645898"/>
                  <a:gd name="connsiteX1" fmla="*/ 692150 w 736555"/>
                  <a:gd name="connsiteY1" fmla="*/ 807698 h 1645898"/>
                  <a:gd name="connsiteX2" fmla="*/ 266700 w 736555"/>
                  <a:gd name="connsiteY2" fmla="*/ 1645898 h 1645898"/>
                  <a:gd name="connsiteX3" fmla="*/ 0 w 736555"/>
                  <a:gd name="connsiteY3" fmla="*/ 1645898 h 1645898"/>
                  <a:gd name="connsiteX4" fmla="*/ 19050 w 736555"/>
                  <a:gd name="connsiteY4" fmla="*/ 217148 h 1645898"/>
                  <a:gd name="connsiteX0" fmla="*/ 148264 w 865769"/>
                  <a:gd name="connsiteY0" fmla="*/ 217148 h 1645898"/>
                  <a:gd name="connsiteX1" fmla="*/ 821364 w 865769"/>
                  <a:gd name="connsiteY1" fmla="*/ 807698 h 1645898"/>
                  <a:gd name="connsiteX2" fmla="*/ 395914 w 865769"/>
                  <a:gd name="connsiteY2" fmla="*/ 1645898 h 1645898"/>
                  <a:gd name="connsiteX3" fmla="*/ 129214 w 865769"/>
                  <a:gd name="connsiteY3" fmla="*/ 1645898 h 1645898"/>
                  <a:gd name="connsiteX4" fmla="*/ 148264 w 865769"/>
                  <a:gd name="connsiteY4" fmla="*/ 217148 h 1645898"/>
                  <a:gd name="connsiteX0" fmla="*/ 120238 w 837743"/>
                  <a:gd name="connsiteY0" fmla="*/ 217148 h 1645898"/>
                  <a:gd name="connsiteX1" fmla="*/ 793338 w 837743"/>
                  <a:gd name="connsiteY1" fmla="*/ 807698 h 1645898"/>
                  <a:gd name="connsiteX2" fmla="*/ 367888 w 837743"/>
                  <a:gd name="connsiteY2" fmla="*/ 1645898 h 1645898"/>
                  <a:gd name="connsiteX3" fmla="*/ 139288 w 837743"/>
                  <a:gd name="connsiteY3" fmla="*/ 1645898 h 1645898"/>
                  <a:gd name="connsiteX4" fmla="*/ 120238 w 837743"/>
                  <a:gd name="connsiteY4" fmla="*/ 217148 h 1645898"/>
                  <a:gd name="connsiteX0" fmla="*/ 161887 w 879392"/>
                  <a:gd name="connsiteY0" fmla="*/ 217148 h 1645898"/>
                  <a:gd name="connsiteX1" fmla="*/ 834987 w 879392"/>
                  <a:gd name="connsiteY1" fmla="*/ 807698 h 1645898"/>
                  <a:gd name="connsiteX2" fmla="*/ 409537 w 879392"/>
                  <a:gd name="connsiteY2" fmla="*/ 1645898 h 1645898"/>
                  <a:gd name="connsiteX3" fmla="*/ 180937 w 879392"/>
                  <a:gd name="connsiteY3" fmla="*/ 1645898 h 1645898"/>
                  <a:gd name="connsiteX4" fmla="*/ 161887 w 879392"/>
                  <a:gd name="connsiteY4" fmla="*/ 217148 h 1645898"/>
                  <a:gd name="connsiteX0" fmla="*/ 168229 w 885734"/>
                  <a:gd name="connsiteY0" fmla="*/ 217148 h 1645898"/>
                  <a:gd name="connsiteX1" fmla="*/ 841329 w 885734"/>
                  <a:gd name="connsiteY1" fmla="*/ 807698 h 1645898"/>
                  <a:gd name="connsiteX2" fmla="*/ 415879 w 885734"/>
                  <a:gd name="connsiteY2" fmla="*/ 1645898 h 1645898"/>
                  <a:gd name="connsiteX3" fmla="*/ 187279 w 885734"/>
                  <a:gd name="connsiteY3" fmla="*/ 1645898 h 1645898"/>
                  <a:gd name="connsiteX4" fmla="*/ 168229 w 885734"/>
                  <a:gd name="connsiteY4" fmla="*/ 217148 h 1645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734" h="1645898">
                    <a:moveTo>
                      <a:pt x="168229" y="217148"/>
                    </a:moveTo>
                    <a:cubicBezTo>
                      <a:pt x="1167296" y="-436902"/>
                      <a:pt x="826512" y="572748"/>
                      <a:pt x="841329" y="807698"/>
                    </a:cubicBezTo>
                    <a:cubicBezTo>
                      <a:pt x="743962" y="1144248"/>
                      <a:pt x="487846" y="1360148"/>
                      <a:pt x="415879" y="1645898"/>
                    </a:cubicBezTo>
                    <a:lnTo>
                      <a:pt x="187279" y="1645898"/>
                    </a:lnTo>
                    <a:cubicBezTo>
                      <a:pt x="-111171" y="998198"/>
                      <a:pt x="-3221" y="394948"/>
                      <a:pt x="168229" y="217148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E2A05D9C-B137-69DA-724F-4D133F6CB8AB}"/>
                  </a:ext>
                </a:extLst>
              </p:cNvPr>
              <p:cNvSpPr/>
              <p:nvPr/>
            </p:nvSpPr>
            <p:spPr>
              <a:xfrm>
                <a:off x="4057409" y="344761"/>
                <a:ext cx="317500" cy="806450"/>
              </a:xfrm>
              <a:custGeom>
                <a:avLst/>
                <a:gdLst>
                  <a:gd name="connsiteX0" fmla="*/ 317500 w 317500"/>
                  <a:gd name="connsiteY0" fmla="*/ 0 h 806450"/>
                  <a:gd name="connsiteX1" fmla="*/ 152400 w 317500"/>
                  <a:gd name="connsiteY1" fmla="*/ 260350 h 806450"/>
                  <a:gd name="connsiteX2" fmla="*/ 38100 w 317500"/>
                  <a:gd name="connsiteY2" fmla="*/ 596900 h 806450"/>
                  <a:gd name="connsiteX3" fmla="*/ 0 w 317500"/>
                  <a:gd name="connsiteY3" fmla="*/ 806450 h 806450"/>
                  <a:gd name="connsiteX4" fmla="*/ 0 w 317500"/>
                  <a:gd name="connsiteY4" fmla="*/ 806450 h 806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500" h="806450">
                    <a:moveTo>
                      <a:pt x="317500" y="0"/>
                    </a:moveTo>
                    <a:cubicBezTo>
                      <a:pt x="258233" y="80433"/>
                      <a:pt x="198967" y="160867"/>
                      <a:pt x="152400" y="260350"/>
                    </a:cubicBezTo>
                    <a:cubicBezTo>
                      <a:pt x="105833" y="359833"/>
                      <a:pt x="63500" y="505883"/>
                      <a:pt x="38100" y="596900"/>
                    </a:cubicBezTo>
                    <a:cubicBezTo>
                      <a:pt x="12700" y="687917"/>
                      <a:pt x="0" y="806450"/>
                      <a:pt x="0" y="806450"/>
                    </a:cubicBezTo>
                    <a:lnTo>
                      <a:pt x="0" y="806450"/>
                    </a:ln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4" name="Rectangle 4">
              <a:extLst>
                <a:ext uri="{FF2B5EF4-FFF2-40B4-BE49-F238E27FC236}">
                  <a16:creationId xmlns:a16="http://schemas.microsoft.com/office/drawing/2014/main" id="{14E46268-D693-5D30-E908-A1CCEF8BF45F}"/>
                </a:ext>
              </a:extLst>
            </p:cNvPr>
            <p:cNvSpPr/>
            <p:nvPr/>
          </p:nvSpPr>
          <p:spPr>
            <a:xfrm>
              <a:off x="4174166" y="1769508"/>
              <a:ext cx="1229924" cy="2452052"/>
            </a:xfrm>
            <a:custGeom>
              <a:avLst/>
              <a:gdLst>
                <a:gd name="connsiteX0" fmla="*/ 0 w 808382"/>
                <a:gd name="connsiteY0" fmla="*/ 0 h 2464905"/>
                <a:gd name="connsiteX1" fmla="*/ 808382 w 808382"/>
                <a:gd name="connsiteY1" fmla="*/ 0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0 w 808382"/>
                <a:gd name="connsiteY0" fmla="*/ 0 h 2464905"/>
                <a:gd name="connsiteX1" fmla="*/ 649355 w 808382"/>
                <a:gd name="connsiteY1" fmla="*/ 53009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185531 w 808382"/>
                <a:gd name="connsiteY0" fmla="*/ 0 h 2438401"/>
                <a:gd name="connsiteX1" fmla="*/ 649355 w 808382"/>
                <a:gd name="connsiteY1" fmla="*/ 26505 h 2438401"/>
                <a:gd name="connsiteX2" fmla="*/ 808382 w 808382"/>
                <a:gd name="connsiteY2" fmla="*/ 2438401 h 2438401"/>
                <a:gd name="connsiteX3" fmla="*/ 0 w 808382"/>
                <a:gd name="connsiteY3" fmla="*/ 2438401 h 2438401"/>
                <a:gd name="connsiteX4" fmla="*/ 185531 w 808382"/>
                <a:gd name="connsiteY4" fmla="*/ 0 h 2438401"/>
                <a:gd name="connsiteX0" fmla="*/ 185531 w 808382"/>
                <a:gd name="connsiteY0" fmla="*/ 160 h 2438561"/>
                <a:gd name="connsiteX1" fmla="*/ 437321 w 808382"/>
                <a:gd name="connsiteY1" fmla="*/ 79673 h 2438561"/>
                <a:gd name="connsiteX2" fmla="*/ 649355 w 808382"/>
                <a:gd name="connsiteY2" fmla="*/ 26665 h 2438561"/>
                <a:gd name="connsiteX3" fmla="*/ 808382 w 808382"/>
                <a:gd name="connsiteY3" fmla="*/ 2438561 h 2438561"/>
                <a:gd name="connsiteX4" fmla="*/ 0 w 808382"/>
                <a:gd name="connsiteY4" fmla="*/ 2438561 h 2438561"/>
                <a:gd name="connsiteX5" fmla="*/ 185531 w 808382"/>
                <a:gd name="connsiteY5" fmla="*/ 160 h 2438561"/>
                <a:gd name="connsiteX0" fmla="*/ 393316 w 1016167"/>
                <a:gd name="connsiteY0" fmla="*/ 160 h 2438561"/>
                <a:gd name="connsiteX1" fmla="*/ 645106 w 1016167"/>
                <a:gd name="connsiteY1" fmla="*/ 79673 h 2438561"/>
                <a:gd name="connsiteX2" fmla="*/ 857140 w 1016167"/>
                <a:gd name="connsiteY2" fmla="*/ 26665 h 2438561"/>
                <a:gd name="connsiteX3" fmla="*/ 1016167 w 1016167"/>
                <a:gd name="connsiteY3" fmla="*/ 2438561 h 2438561"/>
                <a:gd name="connsiteX4" fmla="*/ 207785 w 1016167"/>
                <a:gd name="connsiteY4" fmla="*/ 2438561 h 2438561"/>
                <a:gd name="connsiteX5" fmla="*/ 393316 w 1016167"/>
                <a:gd name="connsiteY5" fmla="*/ 160 h 2438561"/>
                <a:gd name="connsiteX0" fmla="*/ 402887 w 1025738"/>
                <a:gd name="connsiteY0" fmla="*/ 160 h 2438561"/>
                <a:gd name="connsiteX1" fmla="*/ 654677 w 1025738"/>
                <a:gd name="connsiteY1" fmla="*/ 79673 h 2438561"/>
                <a:gd name="connsiteX2" fmla="*/ 866711 w 1025738"/>
                <a:gd name="connsiteY2" fmla="*/ 26665 h 2438561"/>
                <a:gd name="connsiteX3" fmla="*/ 1025738 w 1025738"/>
                <a:gd name="connsiteY3" fmla="*/ 2438561 h 2438561"/>
                <a:gd name="connsiteX4" fmla="*/ 217356 w 1025738"/>
                <a:gd name="connsiteY4" fmla="*/ 2438561 h 2438561"/>
                <a:gd name="connsiteX5" fmla="*/ 402887 w 1025738"/>
                <a:gd name="connsiteY5" fmla="*/ 160 h 2438561"/>
                <a:gd name="connsiteX0" fmla="*/ 395647 w 1018498"/>
                <a:gd name="connsiteY0" fmla="*/ 160 h 2438561"/>
                <a:gd name="connsiteX1" fmla="*/ 647437 w 1018498"/>
                <a:gd name="connsiteY1" fmla="*/ 79673 h 2438561"/>
                <a:gd name="connsiteX2" fmla="*/ 859471 w 1018498"/>
                <a:gd name="connsiteY2" fmla="*/ 26665 h 2438561"/>
                <a:gd name="connsiteX3" fmla="*/ 1018498 w 1018498"/>
                <a:gd name="connsiteY3" fmla="*/ 2438561 h 2438561"/>
                <a:gd name="connsiteX4" fmla="*/ 210116 w 1018498"/>
                <a:gd name="connsiteY4" fmla="*/ 2438561 h 2438561"/>
                <a:gd name="connsiteX5" fmla="*/ 395647 w 1018498"/>
                <a:gd name="connsiteY5" fmla="*/ 160 h 2438561"/>
                <a:gd name="connsiteX0" fmla="*/ 343595 w 966446"/>
                <a:gd name="connsiteY0" fmla="*/ 160 h 2438561"/>
                <a:gd name="connsiteX1" fmla="*/ 595385 w 966446"/>
                <a:gd name="connsiteY1" fmla="*/ 79673 h 2438561"/>
                <a:gd name="connsiteX2" fmla="*/ 807419 w 966446"/>
                <a:gd name="connsiteY2" fmla="*/ 26665 h 2438561"/>
                <a:gd name="connsiteX3" fmla="*/ 966446 w 966446"/>
                <a:gd name="connsiteY3" fmla="*/ 2438561 h 2438561"/>
                <a:gd name="connsiteX4" fmla="*/ 224324 w 966446"/>
                <a:gd name="connsiteY4" fmla="*/ 2438561 h 2438561"/>
                <a:gd name="connsiteX5" fmla="*/ 343595 w 966446"/>
                <a:gd name="connsiteY5" fmla="*/ 160 h 2438561"/>
                <a:gd name="connsiteX0" fmla="*/ 419935 w 1042786"/>
                <a:gd name="connsiteY0" fmla="*/ 160 h 2438561"/>
                <a:gd name="connsiteX1" fmla="*/ 671725 w 1042786"/>
                <a:gd name="connsiteY1" fmla="*/ 79673 h 2438561"/>
                <a:gd name="connsiteX2" fmla="*/ 883759 w 1042786"/>
                <a:gd name="connsiteY2" fmla="*/ 26665 h 2438561"/>
                <a:gd name="connsiteX3" fmla="*/ 1042786 w 1042786"/>
                <a:gd name="connsiteY3" fmla="*/ 2438561 h 2438561"/>
                <a:gd name="connsiteX4" fmla="*/ 300664 w 1042786"/>
                <a:gd name="connsiteY4" fmla="*/ 2438561 h 2438561"/>
                <a:gd name="connsiteX5" fmla="*/ 419935 w 1042786"/>
                <a:gd name="connsiteY5" fmla="*/ 160 h 2438561"/>
                <a:gd name="connsiteX0" fmla="*/ 419935 w 989777"/>
                <a:gd name="connsiteY0" fmla="*/ 160 h 2438561"/>
                <a:gd name="connsiteX1" fmla="*/ 671725 w 989777"/>
                <a:gd name="connsiteY1" fmla="*/ 79673 h 2438561"/>
                <a:gd name="connsiteX2" fmla="*/ 883759 w 989777"/>
                <a:gd name="connsiteY2" fmla="*/ 26665 h 2438561"/>
                <a:gd name="connsiteX3" fmla="*/ 989777 w 989777"/>
                <a:gd name="connsiteY3" fmla="*/ 2438561 h 2438561"/>
                <a:gd name="connsiteX4" fmla="*/ 300664 w 989777"/>
                <a:gd name="connsiteY4" fmla="*/ 2438561 h 2438561"/>
                <a:gd name="connsiteX5" fmla="*/ 419935 w 989777"/>
                <a:gd name="connsiteY5" fmla="*/ 160 h 2438561"/>
                <a:gd name="connsiteX0" fmla="*/ 419935 w 1226865"/>
                <a:gd name="connsiteY0" fmla="*/ 160 h 2438561"/>
                <a:gd name="connsiteX1" fmla="*/ 671725 w 1226865"/>
                <a:gd name="connsiteY1" fmla="*/ 79673 h 2438561"/>
                <a:gd name="connsiteX2" fmla="*/ 883759 w 1226865"/>
                <a:gd name="connsiteY2" fmla="*/ 26665 h 2438561"/>
                <a:gd name="connsiteX3" fmla="*/ 989777 w 1226865"/>
                <a:gd name="connsiteY3" fmla="*/ 2438561 h 2438561"/>
                <a:gd name="connsiteX4" fmla="*/ 300664 w 1226865"/>
                <a:gd name="connsiteY4" fmla="*/ 2438561 h 2438561"/>
                <a:gd name="connsiteX5" fmla="*/ 419935 w 1226865"/>
                <a:gd name="connsiteY5" fmla="*/ 160 h 2438561"/>
                <a:gd name="connsiteX0" fmla="*/ 419935 w 1277421"/>
                <a:gd name="connsiteY0" fmla="*/ 160 h 2438561"/>
                <a:gd name="connsiteX1" fmla="*/ 671725 w 1277421"/>
                <a:gd name="connsiteY1" fmla="*/ 79673 h 2438561"/>
                <a:gd name="connsiteX2" fmla="*/ 883759 w 1277421"/>
                <a:gd name="connsiteY2" fmla="*/ 26665 h 2438561"/>
                <a:gd name="connsiteX3" fmla="*/ 989777 w 1277421"/>
                <a:gd name="connsiteY3" fmla="*/ 2438561 h 2438561"/>
                <a:gd name="connsiteX4" fmla="*/ 300664 w 1277421"/>
                <a:gd name="connsiteY4" fmla="*/ 2438561 h 2438561"/>
                <a:gd name="connsiteX5" fmla="*/ 419935 w 1277421"/>
                <a:gd name="connsiteY5" fmla="*/ 160 h 2438561"/>
                <a:gd name="connsiteX0" fmla="*/ 419935 w 1277421"/>
                <a:gd name="connsiteY0" fmla="*/ 216 h 2438617"/>
                <a:gd name="connsiteX1" fmla="*/ 671725 w 1277421"/>
                <a:gd name="connsiteY1" fmla="*/ 79729 h 2438617"/>
                <a:gd name="connsiteX2" fmla="*/ 883759 w 1277421"/>
                <a:gd name="connsiteY2" fmla="*/ 26721 h 2438617"/>
                <a:gd name="connsiteX3" fmla="*/ 989777 w 1277421"/>
                <a:gd name="connsiteY3" fmla="*/ 2438617 h 2438617"/>
                <a:gd name="connsiteX4" fmla="*/ 300664 w 1277421"/>
                <a:gd name="connsiteY4" fmla="*/ 2438617 h 2438617"/>
                <a:gd name="connsiteX5" fmla="*/ 419935 w 1277421"/>
                <a:gd name="connsiteY5" fmla="*/ 216 h 2438617"/>
                <a:gd name="connsiteX0" fmla="*/ 419935 w 1277421"/>
                <a:gd name="connsiteY0" fmla="*/ 18809 h 2457210"/>
                <a:gd name="connsiteX1" fmla="*/ 671725 w 1277421"/>
                <a:gd name="connsiteY1" fmla="*/ 98322 h 2457210"/>
                <a:gd name="connsiteX2" fmla="*/ 883759 w 1277421"/>
                <a:gd name="connsiteY2" fmla="*/ 45314 h 2457210"/>
                <a:gd name="connsiteX3" fmla="*/ 989777 w 1277421"/>
                <a:gd name="connsiteY3" fmla="*/ 2457210 h 2457210"/>
                <a:gd name="connsiteX4" fmla="*/ 300664 w 1277421"/>
                <a:gd name="connsiteY4" fmla="*/ 2457210 h 2457210"/>
                <a:gd name="connsiteX5" fmla="*/ 419935 w 1277421"/>
                <a:gd name="connsiteY5" fmla="*/ 18809 h 2457210"/>
                <a:gd name="connsiteX0" fmla="*/ 419935 w 1277421"/>
                <a:gd name="connsiteY0" fmla="*/ 428 h 2438829"/>
                <a:gd name="connsiteX1" fmla="*/ 671725 w 1277421"/>
                <a:gd name="connsiteY1" fmla="*/ 79941 h 2438829"/>
                <a:gd name="connsiteX2" fmla="*/ 883759 w 1277421"/>
                <a:gd name="connsiteY2" fmla="*/ 26933 h 2438829"/>
                <a:gd name="connsiteX3" fmla="*/ 989777 w 1277421"/>
                <a:gd name="connsiteY3" fmla="*/ 2438829 h 2438829"/>
                <a:gd name="connsiteX4" fmla="*/ 300664 w 1277421"/>
                <a:gd name="connsiteY4" fmla="*/ 2438829 h 2438829"/>
                <a:gd name="connsiteX5" fmla="*/ 419935 w 1277421"/>
                <a:gd name="connsiteY5" fmla="*/ 428 h 2438829"/>
                <a:gd name="connsiteX0" fmla="*/ 419935 w 1277421"/>
                <a:gd name="connsiteY0" fmla="*/ 13651 h 2452052"/>
                <a:gd name="connsiteX1" fmla="*/ 67172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19935 w 1277421"/>
                <a:gd name="connsiteY0" fmla="*/ 13651 h 2452052"/>
                <a:gd name="connsiteX1" fmla="*/ 65267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08617 w 1266103"/>
                <a:gd name="connsiteY0" fmla="*/ 13651 h 2452052"/>
                <a:gd name="connsiteX1" fmla="*/ 641357 w 1266103"/>
                <a:gd name="connsiteY1" fmla="*/ 93164 h 2452052"/>
                <a:gd name="connsiteX2" fmla="*/ 872441 w 1266103"/>
                <a:gd name="connsiteY2" fmla="*/ 40156 h 2452052"/>
                <a:gd name="connsiteX3" fmla="*/ 978459 w 1266103"/>
                <a:gd name="connsiteY3" fmla="*/ 2452052 h 2452052"/>
                <a:gd name="connsiteX4" fmla="*/ 289346 w 1266103"/>
                <a:gd name="connsiteY4" fmla="*/ 2452052 h 2452052"/>
                <a:gd name="connsiteX5" fmla="*/ 408617 w 1266103"/>
                <a:gd name="connsiteY5" fmla="*/ 13651 h 2452052"/>
                <a:gd name="connsiteX0" fmla="*/ 417042 w 1274528"/>
                <a:gd name="connsiteY0" fmla="*/ 13651 h 2452052"/>
                <a:gd name="connsiteX1" fmla="*/ 649782 w 1274528"/>
                <a:gd name="connsiteY1" fmla="*/ 93164 h 2452052"/>
                <a:gd name="connsiteX2" fmla="*/ 880866 w 1274528"/>
                <a:gd name="connsiteY2" fmla="*/ 40156 h 2452052"/>
                <a:gd name="connsiteX3" fmla="*/ 986884 w 1274528"/>
                <a:gd name="connsiteY3" fmla="*/ 2452052 h 2452052"/>
                <a:gd name="connsiteX4" fmla="*/ 297771 w 1274528"/>
                <a:gd name="connsiteY4" fmla="*/ 2452052 h 2452052"/>
                <a:gd name="connsiteX5" fmla="*/ 417042 w 1274528"/>
                <a:gd name="connsiteY5" fmla="*/ 13651 h 2452052"/>
                <a:gd name="connsiteX0" fmla="*/ 417042 w 1226121"/>
                <a:gd name="connsiteY0" fmla="*/ 13651 h 2452052"/>
                <a:gd name="connsiteX1" fmla="*/ 649782 w 1226121"/>
                <a:gd name="connsiteY1" fmla="*/ 93164 h 2452052"/>
                <a:gd name="connsiteX2" fmla="*/ 880866 w 1226121"/>
                <a:gd name="connsiteY2" fmla="*/ 40156 h 2452052"/>
                <a:gd name="connsiteX3" fmla="*/ 986884 w 1226121"/>
                <a:gd name="connsiteY3" fmla="*/ 2452052 h 2452052"/>
                <a:gd name="connsiteX4" fmla="*/ 297771 w 1226121"/>
                <a:gd name="connsiteY4" fmla="*/ 2452052 h 2452052"/>
                <a:gd name="connsiteX5" fmla="*/ 417042 w 1226121"/>
                <a:gd name="connsiteY5" fmla="*/ 13651 h 2452052"/>
                <a:gd name="connsiteX0" fmla="*/ 417042 w 1229924"/>
                <a:gd name="connsiteY0" fmla="*/ 13651 h 2452052"/>
                <a:gd name="connsiteX1" fmla="*/ 649782 w 1229924"/>
                <a:gd name="connsiteY1" fmla="*/ 93164 h 2452052"/>
                <a:gd name="connsiteX2" fmla="*/ 880866 w 1229924"/>
                <a:gd name="connsiteY2" fmla="*/ 40156 h 2452052"/>
                <a:gd name="connsiteX3" fmla="*/ 986884 w 1229924"/>
                <a:gd name="connsiteY3" fmla="*/ 2452052 h 2452052"/>
                <a:gd name="connsiteX4" fmla="*/ 297771 w 1229924"/>
                <a:gd name="connsiteY4" fmla="*/ 2452052 h 2452052"/>
                <a:gd name="connsiteX5" fmla="*/ 417042 w 1229924"/>
                <a:gd name="connsiteY5" fmla="*/ 13651 h 2452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9924" h="2452052">
                  <a:moveTo>
                    <a:pt x="417042" y="13651"/>
                  </a:moveTo>
                  <a:cubicBezTo>
                    <a:pt x="538382" y="-38391"/>
                    <a:pt x="533205" y="73768"/>
                    <a:pt x="649782" y="93164"/>
                  </a:cubicBezTo>
                  <a:cubicBezTo>
                    <a:pt x="720460" y="75495"/>
                    <a:pt x="781613" y="-37426"/>
                    <a:pt x="880866" y="40156"/>
                  </a:cubicBezTo>
                  <a:cubicBezTo>
                    <a:pt x="946229" y="95995"/>
                    <a:pt x="1561145" y="1171009"/>
                    <a:pt x="986884" y="2452052"/>
                  </a:cubicBezTo>
                  <a:lnTo>
                    <a:pt x="297771" y="2452052"/>
                  </a:lnTo>
                  <a:cubicBezTo>
                    <a:pt x="-409011" y="804364"/>
                    <a:pt x="356233" y="85365"/>
                    <a:pt x="417042" y="13651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Rectangle 4">
              <a:extLst>
                <a:ext uri="{FF2B5EF4-FFF2-40B4-BE49-F238E27FC236}">
                  <a16:creationId xmlns:a16="http://schemas.microsoft.com/office/drawing/2014/main" id="{B2A1CF4A-1030-AE7F-0F5F-13CA08113054}"/>
                </a:ext>
              </a:extLst>
            </p:cNvPr>
            <p:cNvSpPr/>
            <p:nvPr/>
          </p:nvSpPr>
          <p:spPr>
            <a:xfrm>
              <a:off x="4383957" y="3976084"/>
              <a:ext cx="863420" cy="604487"/>
            </a:xfrm>
            <a:custGeom>
              <a:avLst/>
              <a:gdLst>
                <a:gd name="connsiteX0" fmla="*/ 0 w 808382"/>
                <a:gd name="connsiteY0" fmla="*/ 0 h 2464905"/>
                <a:gd name="connsiteX1" fmla="*/ 808382 w 808382"/>
                <a:gd name="connsiteY1" fmla="*/ 0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0 w 808382"/>
                <a:gd name="connsiteY0" fmla="*/ 0 h 2464905"/>
                <a:gd name="connsiteX1" fmla="*/ 649355 w 808382"/>
                <a:gd name="connsiteY1" fmla="*/ 53009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185531 w 808382"/>
                <a:gd name="connsiteY0" fmla="*/ 0 h 2438401"/>
                <a:gd name="connsiteX1" fmla="*/ 649355 w 808382"/>
                <a:gd name="connsiteY1" fmla="*/ 26505 h 2438401"/>
                <a:gd name="connsiteX2" fmla="*/ 808382 w 808382"/>
                <a:gd name="connsiteY2" fmla="*/ 2438401 h 2438401"/>
                <a:gd name="connsiteX3" fmla="*/ 0 w 808382"/>
                <a:gd name="connsiteY3" fmla="*/ 2438401 h 2438401"/>
                <a:gd name="connsiteX4" fmla="*/ 185531 w 808382"/>
                <a:gd name="connsiteY4" fmla="*/ 0 h 2438401"/>
                <a:gd name="connsiteX0" fmla="*/ 185531 w 808382"/>
                <a:gd name="connsiteY0" fmla="*/ 160 h 2438561"/>
                <a:gd name="connsiteX1" fmla="*/ 437321 w 808382"/>
                <a:gd name="connsiteY1" fmla="*/ 79673 h 2438561"/>
                <a:gd name="connsiteX2" fmla="*/ 649355 w 808382"/>
                <a:gd name="connsiteY2" fmla="*/ 26665 h 2438561"/>
                <a:gd name="connsiteX3" fmla="*/ 808382 w 808382"/>
                <a:gd name="connsiteY3" fmla="*/ 2438561 h 2438561"/>
                <a:gd name="connsiteX4" fmla="*/ 0 w 808382"/>
                <a:gd name="connsiteY4" fmla="*/ 2438561 h 2438561"/>
                <a:gd name="connsiteX5" fmla="*/ 185531 w 808382"/>
                <a:gd name="connsiteY5" fmla="*/ 160 h 2438561"/>
                <a:gd name="connsiteX0" fmla="*/ 393316 w 1016167"/>
                <a:gd name="connsiteY0" fmla="*/ 160 h 2438561"/>
                <a:gd name="connsiteX1" fmla="*/ 645106 w 1016167"/>
                <a:gd name="connsiteY1" fmla="*/ 79673 h 2438561"/>
                <a:gd name="connsiteX2" fmla="*/ 857140 w 1016167"/>
                <a:gd name="connsiteY2" fmla="*/ 26665 h 2438561"/>
                <a:gd name="connsiteX3" fmla="*/ 1016167 w 1016167"/>
                <a:gd name="connsiteY3" fmla="*/ 2438561 h 2438561"/>
                <a:gd name="connsiteX4" fmla="*/ 207785 w 1016167"/>
                <a:gd name="connsiteY4" fmla="*/ 2438561 h 2438561"/>
                <a:gd name="connsiteX5" fmla="*/ 393316 w 1016167"/>
                <a:gd name="connsiteY5" fmla="*/ 160 h 2438561"/>
                <a:gd name="connsiteX0" fmla="*/ 402887 w 1025738"/>
                <a:gd name="connsiteY0" fmla="*/ 160 h 2438561"/>
                <a:gd name="connsiteX1" fmla="*/ 654677 w 1025738"/>
                <a:gd name="connsiteY1" fmla="*/ 79673 h 2438561"/>
                <a:gd name="connsiteX2" fmla="*/ 866711 w 1025738"/>
                <a:gd name="connsiteY2" fmla="*/ 26665 h 2438561"/>
                <a:gd name="connsiteX3" fmla="*/ 1025738 w 1025738"/>
                <a:gd name="connsiteY3" fmla="*/ 2438561 h 2438561"/>
                <a:gd name="connsiteX4" fmla="*/ 217356 w 1025738"/>
                <a:gd name="connsiteY4" fmla="*/ 2438561 h 2438561"/>
                <a:gd name="connsiteX5" fmla="*/ 402887 w 1025738"/>
                <a:gd name="connsiteY5" fmla="*/ 160 h 2438561"/>
                <a:gd name="connsiteX0" fmla="*/ 395647 w 1018498"/>
                <a:gd name="connsiteY0" fmla="*/ 160 h 2438561"/>
                <a:gd name="connsiteX1" fmla="*/ 647437 w 1018498"/>
                <a:gd name="connsiteY1" fmla="*/ 79673 h 2438561"/>
                <a:gd name="connsiteX2" fmla="*/ 859471 w 1018498"/>
                <a:gd name="connsiteY2" fmla="*/ 26665 h 2438561"/>
                <a:gd name="connsiteX3" fmla="*/ 1018498 w 1018498"/>
                <a:gd name="connsiteY3" fmla="*/ 2438561 h 2438561"/>
                <a:gd name="connsiteX4" fmla="*/ 210116 w 1018498"/>
                <a:gd name="connsiteY4" fmla="*/ 2438561 h 2438561"/>
                <a:gd name="connsiteX5" fmla="*/ 395647 w 1018498"/>
                <a:gd name="connsiteY5" fmla="*/ 160 h 2438561"/>
                <a:gd name="connsiteX0" fmla="*/ 343595 w 966446"/>
                <a:gd name="connsiteY0" fmla="*/ 160 h 2438561"/>
                <a:gd name="connsiteX1" fmla="*/ 595385 w 966446"/>
                <a:gd name="connsiteY1" fmla="*/ 79673 h 2438561"/>
                <a:gd name="connsiteX2" fmla="*/ 807419 w 966446"/>
                <a:gd name="connsiteY2" fmla="*/ 26665 h 2438561"/>
                <a:gd name="connsiteX3" fmla="*/ 966446 w 966446"/>
                <a:gd name="connsiteY3" fmla="*/ 2438561 h 2438561"/>
                <a:gd name="connsiteX4" fmla="*/ 224324 w 966446"/>
                <a:gd name="connsiteY4" fmla="*/ 2438561 h 2438561"/>
                <a:gd name="connsiteX5" fmla="*/ 343595 w 966446"/>
                <a:gd name="connsiteY5" fmla="*/ 160 h 2438561"/>
                <a:gd name="connsiteX0" fmla="*/ 419935 w 1042786"/>
                <a:gd name="connsiteY0" fmla="*/ 160 h 2438561"/>
                <a:gd name="connsiteX1" fmla="*/ 671725 w 1042786"/>
                <a:gd name="connsiteY1" fmla="*/ 79673 h 2438561"/>
                <a:gd name="connsiteX2" fmla="*/ 883759 w 1042786"/>
                <a:gd name="connsiteY2" fmla="*/ 26665 h 2438561"/>
                <a:gd name="connsiteX3" fmla="*/ 1042786 w 1042786"/>
                <a:gd name="connsiteY3" fmla="*/ 2438561 h 2438561"/>
                <a:gd name="connsiteX4" fmla="*/ 300664 w 1042786"/>
                <a:gd name="connsiteY4" fmla="*/ 2438561 h 2438561"/>
                <a:gd name="connsiteX5" fmla="*/ 419935 w 1042786"/>
                <a:gd name="connsiteY5" fmla="*/ 160 h 2438561"/>
                <a:gd name="connsiteX0" fmla="*/ 419935 w 989777"/>
                <a:gd name="connsiteY0" fmla="*/ 160 h 2438561"/>
                <a:gd name="connsiteX1" fmla="*/ 671725 w 989777"/>
                <a:gd name="connsiteY1" fmla="*/ 79673 h 2438561"/>
                <a:gd name="connsiteX2" fmla="*/ 883759 w 989777"/>
                <a:gd name="connsiteY2" fmla="*/ 26665 h 2438561"/>
                <a:gd name="connsiteX3" fmla="*/ 989777 w 989777"/>
                <a:gd name="connsiteY3" fmla="*/ 2438561 h 2438561"/>
                <a:gd name="connsiteX4" fmla="*/ 300664 w 989777"/>
                <a:gd name="connsiteY4" fmla="*/ 2438561 h 2438561"/>
                <a:gd name="connsiteX5" fmla="*/ 419935 w 989777"/>
                <a:gd name="connsiteY5" fmla="*/ 160 h 2438561"/>
                <a:gd name="connsiteX0" fmla="*/ 419935 w 1226865"/>
                <a:gd name="connsiteY0" fmla="*/ 160 h 2438561"/>
                <a:gd name="connsiteX1" fmla="*/ 671725 w 1226865"/>
                <a:gd name="connsiteY1" fmla="*/ 79673 h 2438561"/>
                <a:gd name="connsiteX2" fmla="*/ 883759 w 1226865"/>
                <a:gd name="connsiteY2" fmla="*/ 26665 h 2438561"/>
                <a:gd name="connsiteX3" fmla="*/ 989777 w 1226865"/>
                <a:gd name="connsiteY3" fmla="*/ 2438561 h 2438561"/>
                <a:gd name="connsiteX4" fmla="*/ 300664 w 1226865"/>
                <a:gd name="connsiteY4" fmla="*/ 2438561 h 2438561"/>
                <a:gd name="connsiteX5" fmla="*/ 419935 w 1226865"/>
                <a:gd name="connsiteY5" fmla="*/ 160 h 2438561"/>
                <a:gd name="connsiteX0" fmla="*/ 419935 w 1277421"/>
                <a:gd name="connsiteY0" fmla="*/ 160 h 2438561"/>
                <a:gd name="connsiteX1" fmla="*/ 671725 w 1277421"/>
                <a:gd name="connsiteY1" fmla="*/ 79673 h 2438561"/>
                <a:gd name="connsiteX2" fmla="*/ 883759 w 1277421"/>
                <a:gd name="connsiteY2" fmla="*/ 26665 h 2438561"/>
                <a:gd name="connsiteX3" fmla="*/ 989777 w 1277421"/>
                <a:gd name="connsiteY3" fmla="*/ 2438561 h 2438561"/>
                <a:gd name="connsiteX4" fmla="*/ 300664 w 1277421"/>
                <a:gd name="connsiteY4" fmla="*/ 2438561 h 2438561"/>
                <a:gd name="connsiteX5" fmla="*/ 419935 w 1277421"/>
                <a:gd name="connsiteY5" fmla="*/ 160 h 2438561"/>
                <a:gd name="connsiteX0" fmla="*/ 419935 w 1277421"/>
                <a:gd name="connsiteY0" fmla="*/ 216 h 2438617"/>
                <a:gd name="connsiteX1" fmla="*/ 671725 w 1277421"/>
                <a:gd name="connsiteY1" fmla="*/ 79729 h 2438617"/>
                <a:gd name="connsiteX2" fmla="*/ 883759 w 1277421"/>
                <a:gd name="connsiteY2" fmla="*/ 26721 h 2438617"/>
                <a:gd name="connsiteX3" fmla="*/ 989777 w 1277421"/>
                <a:gd name="connsiteY3" fmla="*/ 2438617 h 2438617"/>
                <a:gd name="connsiteX4" fmla="*/ 300664 w 1277421"/>
                <a:gd name="connsiteY4" fmla="*/ 2438617 h 2438617"/>
                <a:gd name="connsiteX5" fmla="*/ 419935 w 1277421"/>
                <a:gd name="connsiteY5" fmla="*/ 216 h 2438617"/>
                <a:gd name="connsiteX0" fmla="*/ 419935 w 1277421"/>
                <a:gd name="connsiteY0" fmla="*/ 18809 h 2457210"/>
                <a:gd name="connsiteX1" fmla="*/ 671725 w 1277421"/>
                <a:gd name="connsiteY1" fmla="*/ 98322 h 2457210"/>
                <a:gd name="connsiteX2" fmla="*/ 883759 w 1277421"/>
                <a:gd name="connsiteY2" fmla="*/ 45314 h 2457210"/>
                <a:gd name="connsiteX3" fmla="*/ 989777 w 1277421"/>
                <a:gd name="connsiteY3" fmla="*/ 2457210 h 2457210"/>
                <a:gd name="connsiteX4" fmla="*/ 300664 w 1277421"/>
                <a:gd name="connsiteY4" fmla="*/ 2457210 h 2457210"/>
                <a:gd name="connsiteX5" fmla="*/ 419935 w 1277421"/>
                <a:gd name="connsiteY5" fmla="*/ 18809 h 2457210"/>
                <a:gd name="connsiteX0" fmla="*/ 419935 w 1277421"/>
                <a:gd name="connsiteY0" fmla="*/ 428 h 2438829"/>
                <a:gd name="connsiteX1" fmla="*/ 671725 w 1277421"/>
                <a:gd name="connsiteY1" fmla="*/ 79941 h 2438829"/>
                <a:gd name="connsiteX2" fmla="*/ 883759 w 1277421"/>
                <a:gd name="connsiteY2" fmla="*/ 26933 h 2438829"/>
                <a:gd name="connsiteX3" fmla="*/ 989777 w 1277421"/>
                <a:gd name="connsiteY3" fmla="*/ 2438829 h 2438829"/>
                <a:gd name="connsiteX4" fmla="*/ 300664 w 1277421"/>
                <a:gd name="connsiteY4" fmla="*/ 2438829 h 2438829"/>
                <a:gd name="connsiteX5" fmla="*/ 419935 w 1277421"/>
                <a:gd name="connsiteY5" fmla="*/ 428 h 2438829"/>
                <a:gd name="connsiteX0" fmla="*/ 419935 w 1277421"/>
                <a:gd name="connsiteY0" fmla="*/ 13651 h 2452052"/>
                <a:gd name="connsiteX1" fmla="*/ 67172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19935 w 1277421"/>
                <a:gd name="connsiteY0" fmla="*/ 13651 h 2452052"/>
                <a:gd name="connsiteX1" fmla="*/ 65267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08617 w 1266103"/>
                <a:gd name="connsiteY0" fmla="*/ 13651 h 2452052"/>
                <a:gd name="connsiteX1" fmla="*/ 641357 w 1266103"/>
                <a:gd name="connsiteY1" fmla="*/ 93164 h 2452052"/>
                <a:gd name="connsiteX2" fmla="*/ 872441 w 1266103"/>
                <a:gd name="connsiteY2" fmla="*/ 40156 h 2452052"/>
                <a:gd name="connsiteX3" fmla="*/ 978459 w 1266103"/>
                <a:gd name="connsiteY3" fmla="*/ 2452052 h 2452052"/>
                <a:gd name="connsiteX4" fmla="*/ 289346 w 1266103"/>
                <a:gd name="connsiteY4" fmla="*/ 2452052 h 2452052"/>
                <a:gd name="connsiteX5" fmla="*/ 408617 w 1266103"/>
                <a:gd name="connsiteY5" fmla="*/ 13651 h 2452052"/>
                <a:gd name="connsiteX0" fmla="*/ 417042 w 1274528"/>
                <a:gd name="connsiteY0" fmla="*/ 13651 h 2452052"/>
                <a:gd name="connsiteX1" fmla="*/ 649782 w 1274528"/>
                <a:gd name="connsiteY1" fmla="*/ 93164 h 2452052"/>
                <a:gd name="connsiteX2" fmla="*/ 880866 w 1274528"/>
                <a:gd name="connsiteY2" fmla="*/ 40156 h 2452052"/>
                <a:gd name="connsiteX3" fmla="*/ 986884 w 1274528"/>
                <a:gd name="connsiteY3" fmla="*/ 2452052 h 2452052"/>
                <a:gd name="connsiteX4" fmla="*/ 297771 w 1274528"/>
                <a:gd name="connsiteY4" fmla="*/ 2452052 h 2452052"/>
                <a:gd name="connsiteX5" fmla="*/ 417042 w 1274528"/>
                <a:gd name="connsiteY5" fmla="*/ 13651 h 2452052"/>
                <a:gd name="connsiteX0" fmla="*/ 417042 w 1226121"/>
                <a:gd name="connsiteY0" fmla="*/ 13651 h 2452052"/>
                <a:gd name="connsiteX1" fmla="*/ 649782 w 1226121"/>
                <a:gd name="connsiteY1" fmla="*/ 93164 h 2452052"/>
                <a:gd name="connsiteX2" fmla="*/ 880866 w 1226121"/>
                <a:gd name="connsiteY2" fmla="*/ 40156 h 2452052"/>
                <a:gd name="connsiteX3" fmla="*/ 986884 w 1226121"/>
                <a:gd name="connsiteY3" fmla="*/ 2452052 h 2452052"/>
                <a:gd name="connsiteX4" fmla="*/ 297771 w 1226121"/>
                <a:gd name="connsiteY4" fmla="*/ 2452052 h 2452052"/>
                <a:gd name="connsiteX5" fmla="*/ 417042 w 1226121"/>
                <a:gd name="connsiteY5" fmla="*/ 13651 h 2452052"/>
                <a:gd name="connsiteX0" fmla="*/ 417042 w 1229924"/>
                <a:gd name="connsiteY0" fmla="*/ 13651 h 2452052"/>
                <a:gd name="connsiteX1" fmla="*/ 649782 w 1229924"/>
                <a:gd name="connsiteY1" fmla="*/ 93164 h 2452052"/>
                <a:gd name="connsiteX2" fmla="*/ 880866 w 1229924"/>
                <a:gd name="connsiteY2" fmla="*/ 40156 h 2452052"/>
                <a:gd name="connsiteX3" fmla="*/ 986884 w 1229924"/>
                <a:gd name="connsiteY3" fmla="*/ 2452052 h 2452052"/>
                <a:gd name="connsiteX4" fmla="*/ 297771 w 1229924"/>
                <a:gd name="connsiteY4" fmla="*/ 2452052 h 2452052"/>
                <a:gd name="connsiteX5" fmla="*/ 417042 w 1229924"/>
                <a:gd name="connsiteY5" fmla="*/ 13651 h 2452052"/>
                <a:gd name="connsiteX0" fmla="*/ 297098 w 1272841"/>
                <a:gd name="connsiteY0" fmla="*/ 4685 h 2729157"/>
                <a:gd name="connsiteX1" fmla="*/ 692699 w 1272841"/>
                <a:gd name="connsiteY1" fmla="*/ 370269 h 2729157"/>
                <a:gd name="connsiteX2" fmla="*/ 923783 w 1272841"/>
                <a:gd name="connsiteY2" fmla="*/ 317261 h 2729157"/>
                <a:gd name="connsiteX3" fmla="*/ 1029801 w 1272841"/>
                <a:gd name="connsiteY3" fmla="*/ 2729157 h 2729157"/>
                <a:gd name="connsiteX4" fmla="*/ 340688 w 1272841"/>
                <a:gd name="connsiteY4" fmla="*/ 2729157 h 2729157"/>
                <a:gd name="connsiteX5" fmla="*/ 297098 w 1272841"/>
                <a:gd name="connsiteY5" fmla="*/ 4685 h 2729157"/>
                <a:gd name="connsiteX0" fmla="*/ 297098 w 1321637"/>
                <a:gd name="connsiteY0" fmla="*/ 4685 h 2729157"/>
                <a:gd name="connsiteX1" fmla="*/ 692699 w 1321637"/>
                <a:gd name="connsiteY1" fmla="*/ 370269 h 2729157"/>
                <a:gd name="connsiteX2" fmla="*/ 1099671 w 1321637"/>
                <a:gd name="connsiteY2" fmla="*/ 72056 h 2729157"/>
                <a:gd name="connsiteX3" fmla="*/ 1029801 w 1321637"/>
                <a:gd name="connsiteY3" fmla="*/ 2729157 h 2729157"/>
                <a:gd name="connsiteX4" fmla="*/ 340688 w 1321637"/>
                <a:gd name="connsiteY4" fmla="*/ 2729157 h 2729157"/>
                <a:gd name="connsiteX5" fmla="*/ 297098 w 1321637"/>
                <a:gd name="connsiteY5" fmla="*/ 4685 h 2729157"/>
                <a:gd name="connsiteX0" fmla="*/ 437186 w 1461725"/>
                <a:gd name="connsiteY0" fmla="*/ 4685 h 2729157"/>
                <a:gd name="connsiteX1" fmla="*/ 832787 w 1461725"/>
                <a:gd name="connsiteY1" fmla="*/ 370269 h 2729157"/>
                <a:gd name="connsiteX2" fmla="*/ 1239759 w 1461725"/>
                <a:gd name="connsiteY2" fmla="*/ 72056 h 2729157"/>
                <a:gd name="connsiteX3" fmla="*/ 1169889 w 1461725"/>
                <a:gd name="connsiteY3" fmla="*/ 2729157 h 2729157"/>
                <a:gd name="connsiteX4" fmla="*/ 291858 w 1461725"/>
                <a:gd name="connsiteY4" fmla="*/ 2504383 h 2729157"/>
                <a:gd name="connsiteX5" fmla="*/ 437186 w 1461725"/>
                <a:gd name="connsiteY5" fmla="*/ 4685 h 2729157"/>
                <a:gd name="connsiteX0" fmla="*/ 228857 w 1253396"/>
                <a:gd name="connsiteY0" fmla="*/ 4685 h 2729157"/>
                <a:gd name="connsiteX1" fmla="*/ 624458 w 1253396"/>
                <a:gd name="connsiteY1" fmla="*/ 370269 h 2729157"/>
                <a:gd name="connsiteX2" fmla="*/ 1031430 w 1253396"/>
                <a:gd name="connsiteY2" fmla="*/ 72056 h 2729157"/>
                <a:gd name="connsiteX3" fmla="*/ 961560 w 1253396"/>
                <a:gd name="connsiteY3" fmla="*/ 2729157 h 2729157"/>
                <a:gd name="connsiteX4" fmla="*/ 83529 w 1253396"/>
                <a:gd name="connsiteY4" fmla="*/ 2504383 h 2729157"/>
                <a:gd name="connsiteX5" fmla="*/ 228857 w 1253396"/>
                <a:gd name="connsiteY5" fmla="*/ 4685 h 2729157"/>
                <a:gd name="connsiteX0" fmla="*/ 110298 w 1291184"/>
                <a:gd name="connsiteY0" fmla="*/ 127524 h 2668090"/>
                <a:gd name="connsiteX1" fmla="*/ 662246 w 1291184"/>
                <a:gd name="connsiteY1" fmla="*/ 309202 h 2668090"/>
                <a:gd name="connsiteX2" fmla="*/ 1069218 w 1291184"/>
                <a:gd name="connsiteY2" fmla="*/ 10989 h 2668090"/>
                <a:gd name="connsiteX3" fmla="*/ 999348 w 1291184"/>
                <a:gd name="connsiteY3" fmla="*/ 2668090 h 2668090"/>
                <a:gd name="connsiteX4" fmla="*/ 121317 w 1291184"/>
                <a:gd name="connsiteY4" fmla="*/ 2443316 h 2668090"/>
                <a:gd name="connsiteX5" fmla="*/ 110298 w 1291184"/>
                <a:gd name="connsiteY5" fmla="*/ 127524 h 2668090"/>
                <a:gd name="connsiteX0" fmla="*/ 110298 w 1291184"/>
                <a:gd name="connsiteY0" fmla="*/ 222538 h 2763104"/>
                <a:gd name="connsiteX1" fmla="*/ 662246 w 1291184"/>
                <a:gd name="connsiteY1" fmla="*/ 404216 h 2763104"/>
                <a:gd name="connsiteX2" fmla="*/ 1069218 w 1291184"/>
                <a:gd name="connsiteY2" fmla="*/ 106003 h 2763104"/>
                <a:gd name="connsiteX3" fmla="*/ 999348 w 1291184"/>
                <a:gd name="connsiteY3" fmla="*/ 2763104 h 2763104"/>
                <a:gd name="connsiteX4" fmla="*/ 121317 w 1291184"/>
                <a:gd name="connsiteY4" fmla="*/ 2538330 h 2763104"/>
                <a:gd name="connsiteX5" fmla="*/ 110298 w 1291184"/>
                <a:gd name="connsiteY5" fmla="*/ 222538 h 2763104"/>
                <a:gd name="connsiteX0" fmla="*/ 52784 w 1233670"/>
                <a:gd name="connsiteY0" fmla="*/ 222538 h 2763104"/>
                <a:gd name="connsiteX1" fmla="*/ 604732 w 1233670"/>
                <a:gd name="connsiteY1" fmla="*/ 404216 h 2763104"/>
                <a:gd name="connsiteX2" fmla="*/ 1011704 w 1233670"/>
                <a:gd name="connsiteY2" fmla="*/ 106003 h 2763104"/>
                <a:gd name="connsiteX3" fmla="*/ 941834 w 1233670"/>
                <a:gd name="connsiteY3" fmla="*/ 2763104 h 2763104"/>
                <a:gd name="connsiteX4" fmla="*/ 63803 w 1233670"/>
                <a:gd name="connsiteY4" fmla="*/ 2538330 h 2763104"/>
                <a:gd name="connsiteX5" fmla="*/ 52784 w 1233670"/>
                <a:gd name="connsiteY5" fmla="*/ 222538 h 2763104"/>
                <a:gd name="connsiteX0" fmla="*/ 52784 w 1355775"/>
                <a:gd name="connsiteY0" fmla="*/ 222538 h 2538330"/>
                <a:gd name="connsiteX1" fmla="*/ 604732 w 1355775"/>
                <a:gd name="connsiteY1" fmla="*/ 404216 h 2538330"/>
                <a:gd name="connsiteX2" fmla="*/ 1011704 w 1355775"/>
                <a:gd name="connsiteY2" fmla="*/ 106003 h 2538330"/>
                <a:gd name="connsiteX3" fmla="*/ 1111210 w 1355775"/>
                <a:gd name="connsiteY3" fmla="*/ 2456595 h 2538330"/>
                <a:gd name="connsiteX4" fmla="*/ 63803 w 1355775"/>
                <a:gd name="connsiteY4" fmla="*/ 2538330 h 2538330"/>
                <a:gd name="connsiteX5" fmla="*/ 52784 w 1355775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77792 h 2593584"/>
                <a:gd name="connsiteX1" fmla="*/ 604732 w 1379241"/>
                <a:gd name="connsiteY1" fmla="*/ 459470 h 2593584"/>
                <a:gd name="connsiteX2" fmla="*/ 1102906 w 1379241"/>
                <a:gd name="connsiteY2" fmla="*/ 161256 h 2593584"/>
                <a:gd name="connsiteX3" fmla="*/ 1111210 w 1379241"/>
                <a:gd name="connsiteY3" fmla="*/ 2511849 h 2593584"/>
                <a:gd name="connsiteX4" fmla="*/ 63803 w 1379241"/>
                <a:gd name="connsiteY4" fmla="*/ 2593584 h 2593584"/>
                <a:gd name="connsiteX5" fmla="*/ 52784 w 1379241"/>
                <a:gd name="connsiteY5" fmla="*/ 277792 h 2593584"/>
                <a:gd name="connsiteX0" fmla="*/ 52784 w 1388657"/>
                <a:gd name="connsiteY0" fmla="*/ 277792 h 2593584"/>
                <a:gd name="connsiteX1" fmla="*/ 604732 w 1388657"/>
                <a:gd name="connsiteY1" fmla="*/ 459470 h 2593584"/>
                <a:gd name="connsiteX2" fmla="*/ 1102906 w 1388657"/>
                <a:gd name="connsiteY2" fmla="*/ 161256 h 2593584"/>
                <a:gd name="connsiteX3" fmla="*/ 1124239 w 1388657"/>
                <a:gd name="connsiteY3" fmla="*/ 2511849 h 2593584"/>
                <a:gd name="connsiteX4" fmla="*/ 63803 w 1388657"/>
                <a:gd name="connsiteY4" fmla="*/ 2593584 h 2593584"/>
                <a:gd name="connsiteX5" fmla="*/ 52784 w 1388657"/>
                <a:gd name="connsiteY5" fmla="*/ 277792 h 2593584"/>
                <a:gd name="connsiteX0" fmla="*/ 52784 w 1181038"/>
                <a:gd name="connsiteY0" fmla="*/ 277792 h 2593584"/>
                <a:gd name="connsiteX1" fmla="*/ 604732 w 1181038"/>
                <a:gd name="connsiteY1" fmla="*/ 459470 h 2593584"/>
                <a:gd name="connsiteX2" fmla="*/ 1102906 w 1181038"/>
                <a:gd name="connsiteY2" fmla="*/ 161256 h 2593584"/>
                <a:gd name="connsiteX3" fmla="*/ 1124239 w 1181038"/>
                <a:gd name="connsiteY3" fmla="*/ 2511849 h 2593584"/>
                <a:gd name="connsiteX4" fmla="*/ 63803 w 1181038"/>
                <a:gd name="connsiteY4" fmla="*/ 2593584 h 2593584"/>
                <a:gd name="connsiteX5" fmla="*/ 52784 w 1181038"/>
                <a:gd name="connsiteY5" fmla="*/ 277792 h 2593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1038" h="2593584">
                  <a:moveTo>
                    <a:pt x="52784" y="277792"/>
                  </a:moveTo>
                  <a:cubicBezTo>
                    <a:pt x="343499" y="-305526"/>
                    <a:pt x="488155" y="440074"/>
                    <a:pt x="604732" y="459470"/>
                  </a:cubicBezTo>
                  <a:cubicBezTo>
                    <a:pt x="675410" y="441801"/>
                    <a:pt x="997137" y="-325001"/>
                    <a:pt x="1102906" y="161256"/>
                  </a:cubicBezTo>
                  <a:cubicBezTo>
                    <a:pt x="1168269" y="217095"/>
                    <a:pt x="1229461" y="1925553"/>
                    <a:pt x="1124239" y="2511849"/>
                  </a:cubicBezTo>
                  <a:lnTo>
                    <a:pt x="63803" y="2593584"/>
                  </a:lnTo>
                  <a:cubicBezTo>
                    <a:pt x="-30622" y="1354567"/>
                    <a:pt x="-8025" y="349506"/>
                    <a:pt x="52784" y="27779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Rectangle 4">
              <a:extLst>
                <a:ext uri="{FF2B5EF4-FFF2-40B4-BE49-F238E27FC236}">
                  <a16:creationId xmlns:a16="http://schemas.microsoft.com/office/drawing/2014/main" id="{C65545E4-5A92-C1AA-667E-A92E3EAD5970}"/>
                </a:ext>
              </a:extLst>
            </p:cNvPr>
            <p:cNvSpPr/>
            <p:nvPr/>
          </p:nvSpPr>
          <p:spPr>
            <a:xfrm>
              <a:off x="4383957" y="4474562"/>
              <a:ext cx="863420" cy="622413"/>
            </a:xfrm>
            <a:custGeom>
              <a:avLst/>
              <a:gdLst>
                <a:gd name="connsiteX0" fmla="*/ 0 w 808382"/>
                <a:gd name="connsiteY0" fmla="*/ 0 h 2464905"/>
                <a:gd name="connsiteX1" fmla="*/ 808382 w 808382"/>
                <a:gd name="connsiteY1" fmla="*/ 0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0 w 808382"/>
                <a:gd name="connsiteY0" fmla="*/ 0 h 2464905"/>
                <a:gd name="connsiteX1" fmla="*/ 649355 w 808382"/>
                <a:gd name="connsiteY1" fmla="*/ 53009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185531 w 808382"/>
                <a:gd name="connsiteY0" fmla="*/ 0 h 2438401"/>
                <a:gd name="connsiteX1" fmla="*/ 649355 w 808382"/>
                <a:gd name="connsiteY1" fmla="*/ 26505 h 2438401"/>
                <a:gd name="connsiteX2" fmla="*/ 808382 w 808382"/>
                <a:gd name="connsiteY2" fmla="*/ 2438401 h 2438401"/>
                <a:gd name="connsiteX3" fmla="*/ 0 w 808382"/>
                <a:gd name="connsiteY3" fmla="*/ 2438401 h 2438401"/>
                <a:gd name="connsiteX4" fmla="*/ 185531 w 808382"/>
                <a:gd name="connsiteY4" fmla="*/ 0 h 2438401"/>
                <a:gd name="connsiteX0" fmla="*/ 185531 w 808382"/>
                <a:gd name="connsiteY0" fmla="*/ 160 h 2438561"/>
                <a:gd name="connsiteX1" fmla="*/ 437321 w 808382"/>
                <a:gd name="connsiteY1" fmla="*/ 79673 h 2438561"/>
                <a:gd name="connsiteX2" fmla="*/ 649355 w 808382"/>
                <a:gd name="connsiteY2" fmla="*/ 26665 h 2438561"/>
                <a:gd name="connsiteX3" fmla="*/ 808382 w 808382"/>
                <a:gd name="connsiteY3" fmla="*/ 2438561 h 2438561"/>
                <a:gd name="connsiteX4" fmla="*/ 0 w 808382"/>
                <a:gd name="connsiteY4" fmla="*/ 2438561 h 2438561"/>
                <a:gd name="connsiteX5" fmla="*/ 185531 w 808382"/>
                <a:gd name="connsiteY5" fmla="*/ 160 h 2438561"/>
                <a:gd name="connsiteX0" fmla="*/ 393316 w 1016167"/>
                <a:gd name="connsiteY0" fmla="*/ 160 h 2438561"/>
                <a:gd name="connsiteX1" fmla="*/ 645106 w 1016167"/>
                <a:gd name="connsiteY1" fmla="*/ 79673 h 2438561"/>
                <a:gd name="connsiteX2" fmla="*/ 857140 w 1016167"/>
                <a:gd name="connsiteY2" fmla="*/ 26665 h 2438561"/>
                <a:gd name="connsiteX3" fmla="*/ 1016167 w 1016167"/>
                <a:gd name="connsiteY3" fmla="*/ 2438561 h 2438561"/>
                <a:gd name="connsiteX4" fmla="*/ 207785 w 1016167"/>
                <a:gd name="connsiteY4" fmla="*/ 2438561 h 2438561"/>
                <a:gd name="connsiteX5" fmla="*/ 393316 w 1016167"/>
                <a:gd name="connsiteY5" fmla="*/ 160 h 2438561"/>
                <a:gd name="connsiteX0" fmla="*/ 402887 w 1025738"/>
                <a:gd name="connsiteY0" fmla="*/ 160 h 2438561"/>
                <a:gd name="connsiteX1" fmla="*/ 654677 w 1025738"/>
                <a:gd name="connsiteY1" fmla="*/ 79673 h 2438561"/>
                <a:gd name="connsiteX2" fmla="*/ 866711 w 1025738"/>
                <a:gd name="connsiteY2" fmla="*/ 26665 h 2438561"/>
                <a:gd name="connsiteX3" fmla="*/ 1025738 w 1025738"/>
                <a:gd name="connsiteY3" fmla="*/ 2438561 h 2438561"/>
                <a:gd name="connsiteX4" fmla="*/ 217356 w 1025738"/>
                <a:gd name="connsiteY4" fmla="*/ 2438561 h 2438561"/>
                <a:gd name="connsiteX5" fmla="*/ 402887 w 1025738"/>
                <a:gd name="connsiteY5" fmla="*/ 160 h 2438561"/>
                <a:gd name="connsiteX0" fmla="*/ 395647 w 1018498"/>
                <a:gd name="connsiteY0" fmla="*/ 160 h 2438561"/>
                <a:gd name="connsiteX1" fmla="*/ 647437 w 1018498"/>
                <a:gd name="connsiteY1" fmla="*/ 79673 h 2438561"/>
                <a:gd name="connsiteX2" fmla="*/ 859471 w 1018498"/>
                <a:gd name="connsiteY2" fmla="*/ 26665 h 2438561"/>
                <a:gd name="connsiteX3" fmla="*/ 1018498 w 1018498"/>
                <a:gd name="connsiteY3" fmla="*/ 2438561 h 2438561"/>
                <a:gd name="connsiteX4" fmla="*/ 210116 w 1018498"/>
                <a:gd name="connsiteY4" fmla="*/ 2438561 h 2438561"/>
                <a:gd name="connsiteX5" fmla="*/ 395647 w 1018498"/>
                <a:gd name="connsiteY5" fmla="*/ 160 h 2438561"/>
                <a:gd name="connsiteX0" fmla="*/ 343595 w 966446"/>
                <a:gd name="connsiteY0" fmla="*/ 160 h 2438561"/>
                <a:gd name="connsiteX1" fmla="*/ 595385 w 966446"/>
                <a:gd name="connsiteY1" fmla="*/ 79673 h 2438561"/>
                <a:gd name="connsiteX2" fmla="*/ 807419 w 966446"/>
                <a:gd name="connsiteY2" fmla="*/ 26665 h 2438561"/>
                <a:gd name="connsiteX3" fmla="*/ 966446 w 966446"/>
                <a:gd name="connsiteY3" fmla="*/ 2438561 h 2438561"/>
                <a:gd name="connsiteX4" fmla="*/ 224324 w 966446"/>
                <a:gd name="connsiteY4" fmla="*/ 2438561 h 2438561"/>
                <a:gd name="connsiteX5" fmla="*/ 343595 w 966446"/>
                <a:gd name="connsiteY5" fmla="*/ 160 h 2438561"/>
                <a:gd name="connsiteX0" fmla="*/ 419935 w 1042786"/>
                <a:gd name="connsiteY0" fmla="*/ 160 h 2438561"/>
                <a:gd name="connsiteX1" fmla="*/ 671725 w 1042786"/>
                <a:gd name="connsiteY1" fmla="*/ 79673 h 2438561"/>
                <a:gd name="connsiteX2" fmla="*/ 883759 w 1042786"/>
                <a:gd name="connsiteY2" fmla="*/ 26665 h 2438561"/>
                <a:gd name="connsiteX3" fmla="*/ 1042786 w 1042786"/>
                <a:gd name="connsiteY3" fmla="*/ 2438561 h 2438561"/>
                <a:gd name="connsiteX4" fmla="*/ 300664 w 1042786"/>
                <a:gd name="connsiteY4" fmla="*/ 2438561 h 2438561"/>
                <a:gd name="connsiteX5" fmla="*/ 419935 w 1042786"/>
                <a:gd name="connsiteY5" fmla="*/ 160 h 2438561"/>
                <a:gd name="connsiteX0" fmla="*/ 419935 w 989777"/>
                <a:gd name="connsiteY0" fmla="*/ 160 h 2438561"/>
                <a:gd name="connsiteX1" fmla="*/ 671725 w 989777"/>
                <a:gd name="connsiteY1" fmla="*/ 79673 h 2438561"/>
                <a:gd name="connsiteX2" fmla="*/ 883759 w 989777"/>
                <a:gd name="connsiteY2" fmla="*/ 26665 h 2438561"/>
                <a:gd name="connsiteX3" fmla="*/ 989777 w 989777"/>
                <a:gd name="connsiteY3" fmla="*/ 2438561 h 2438561"/>
                <a:gd name="connsiteX4" fmla="*/ 300664 w 989777"/>
                <a:gd name="connsiteY4" fmla="*/ 2438561 h 2438561"/>
                <a:gd name="connsiteX5" fmla="*/ 419935 w 989777"/>
                <a:gd name="connsiteY5" fmla="*/ 160 h 2438561"/>
                <a:gd name="connsiteX0" fmla="*/ 419935 w 1226865"/>
                <a:gd name="connsiteY0" fmla="*/ 160 h 2438561"/>
                <a:gd name="connsiteX1" fmla="*/ 671725 w 1226865"/>
                <a:gd name="connsiteY1" fmla="*/ 79673 h 2438561"/>
                <a:gd name="connsiteX2" fmla="*/ 883759 w 1226865"/>
                <a:gd name="connsiteY2" fmla="*/ 26665 h 2438561"/>
                <a:gd name="connsiteX3" fmla="*/ 989777 w 1226865"/>
                <a:gd name="connsiteY3" fmla="*/ 2438561 h 2438561"/>
                <a:gd name="connsiteX4" fmla="*/ 300664 w 1226865"/>
                <a:gd name="connsiteY4" fmla="*/ 2438561 h 2438561"/>
                <a:gd name="connsiteX5" fmla="*/ 419935 w 1226865"/>
                <a:gd name="connsiteY5" fmla="*/ 160 h 2438561"/>
                <a:gd name="connsiteX0" fmla="*/ 419935 w 1277421"/>
                <a:gd name="connsiteY0" fmla="*/ 160 h 2438561"/>
                <a:gd name="connsiteX1" fmla="*/ 671725 w 1277421"/>
                <a:gd name="connsiteY1" fmla="*/ 79673 h 2438561"/>
                <a:gd name="connsiteX2" fmla="*/ 883759 w 1277421"/>
                <a:gd name="connsiteY2" fmla="*/ 26665 h 2438561"/>
                <a:gd name="connsiteX3" fmla="*/ 989777 w 1277421"/>
                <a:gd name="connsiteY3" fmla="*/ 2438561 h 2438561"/>
                <a:gd name="connsiteX4" fmla="*/ 300664 w 1277421"/>
                <a:gd name="connsiteY4" fmla="*/ 2438561 h 2438561"/>
                <a:gd name="connsiteX5" fmla="*/ 419935 w 1277421"/>
                <a:gd name="connsiteY5" fmla="*/ 160 h 2438561"/>
                <a:gd name="connsiteX0" fmla="*/ 419935 w 1277421"/>
                <a:gd name="connsiteY0" fmla="*/ 216 h 2438617"/>
                <a:gd name="connsiteX1" fmla="*/ 671725 w 1277421"/>
                <a:gd name="connsiteY1" fmla="*/ 79729 h 2438617"/>
                <a:gd name="connsiteX2" fmla="*/ 883759 w 1277421"/>
                <a:gd name="connsiteY2" fmla="*/ 26721 h 2438617"/>
                <a:gd name="connsiteX3" fmla="*/ 989777 w 1277421"/>
                <a:gd name="connsiteY3" fmla="*/ 2438617 h 2438617"/>
                <a:gd name="connsiteX4" fmla="*/ 300664 w 1277421"/>
                <a:gd name="connsiteY4" fmla="*/ 2438617 h 2438617"/>
                <a:gd name="connsiteX5" fmla="*/ 419935 w 1277421"/>
                <a:gd name="connsiteY5" fmla="*/ 216 h 2438617"/>
                <a:gd name="connsiteX0" fmla="*/ 419935 w 1277421"/>
                <a:gd name="connsiteY0" fmla="*/ 18809 h 2457210"/>
                <a:gd name="connsiteX1" fmla="*/ 671725 w 1277421"/>
                <a:gd name="connsiteY1" fmla="*/ 98322 h 2457210"/>
                <a:gd name="connsiteX2" fmla="*/ 883759 w 1277421"/>
                <a:gd name="connsiteY2" fmla="*/ 45314 h 2457210"/>
                <a:gd name="connsiteX3" fmla="*/ 989777 w 1277421"/>
                <a:gd name="connsiteY3" fmla="*/ 2457210 h 2457210"/>
                <a:gd name="connsiteX4" fmla="*/ 300664 w 1277421"/>
                <a:gd name="connsiteY4" fmla="*/ 2457210 h 2457210"/>
                <a:gd name="connsiteX5" fmla="*/ 419935 w 1277421"/>
                <a:gd name="connsiteY5" fmla="*/ 18809 h 2457210"/>
                <a:gd name="connsiteX0" fmla="*/ 419935 w 1277421"/>
                <a:gd name="connsiteY0" fmla="*/ 428 h 2438829"/>
                <a:gd name="connsiteX1" fmla="*/ 671725 w 1277421"/>
                <a:gd name="connsiteY1" fmla="*/ 79941 h 2438829"/>
                <a:gd name="connsiteX2" fmla="*/ 883759 w 1277421"/>
                <a:gd name="connsiteY2" fmla="*/ 26933 h 2438829"/>
                <a:gd name="connsiteX3" fmla="*/ 989777 w 1277421"/>
                <a:gd name="connsiteY3" fmla="*/ 2438829 h 2438829"/>
                <a:gd name="connsiteX4" fmla="*/ 300664 w 1277421"/>
                <a:gd name="connsiteY4" fmla="*/ 2438829 h 2438829"/>
                <a:gd name="connsiteX5" fmla="*/ 419935 w 1277421"/>
                <a:gd name="connsiteY5" fmla="*/ 428 h 2438829"/>
                <a:gd name="connsiteX0" fmla="*/ 419935 w 1277421"/>
                <a:gd name="connsiteY0" fmla="*/ 13651 h 2452052"/>
                <a:gd name="connsiteX1" fmla="*/ 67172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19935 w 1277421"/>
                <a:gd name="connsiteY0" fmla="*/ 13651 h 2452052"/>
                <a:gd name="connsiteX1" fmla="*/ 65267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08617 w 1266103"/>
                <a:gd name="connsiteY0" fmla="*/ 13651 h 2452052"/>
                <a:gd name="connsiteX1" fmla="*/ 641357 w 1266103"/>
                <a:gd name="connsiteY1" fmla="*/ 93164 h 2452052"/>
                <a:gd name="connsiteX2" fmla="*/ 872441 w 1266103"/>
                <a:gd name="connsiteY2" fmla="*/ 40156 h 2452052"/>
                <a:gd name="connsiteX3" fmla="*/ 978459 w 1266103"/>
                <a:gd name="connsiteY3" fmla="*/ 2452052 h 2452052"/>
                <a:gd name="connsiteX4" fmla="*/ 289346 w 1266103"/>
                <a:gd name="connsiteY4" fmla="*/ 2452052 h 2452052"/>
                <a:gd name="connsiteX5" fmla="*/ 408617 w 1266103"/>
                <a:gd name="connsiteY5" fmla="*/ 13651 h 2452052"/>
                <a:gd name="connsiteX0" fmla="*/ 417042 w 1274528"/>
                <a:gd name="connsiteY0" fmla="*/ 13651 h 2452052"/>
                <a:gd name="connsiteX1" fmla="*/ 649782 w 1274528"/>
                <a:gd name="connsiteY1" fmla="*/ 93164 h 2452052"/>
                <a:gd name="connsiteX2" fmla="*/ 880866 w 1274528"/>
                <a:gd name="connsiteY2" fmla="*/ 40156 h 2452052"/>
                <a:gd name="connsiteX3" fmla="*/ 986884 w 1274528"/>
                <a:gd name="connsiteY3" fmla="*/ 2452052 h 2452052"/>
                <a:gd name="connsiteX4" fmla="*/ 297771 w 1274528"/>
                <a:gd name="connsiteY4" fmla="*/ 2452052 h 2452052"/>
                <a:gd name="connsiteX5" fmla="*/ 417042 w 1274528"/>
                <a:gd name="connsiteY5" fmla="*/ 13651 h 2452052"/>
                <a:gd name="connsiteX0" fmla="*/ 417042 w 1226121"/>
                <a:gd name="connsiteY0" fmla="*/ 13651 h 2452052"/>
                <a:gd name="connsiteX1" fmla="*/ 649782 w 1226121"/>
                <a:gd name="connsiteY1" fmla="*/ 93164 h 2452052"/>
                <a:gd name="connsiteX2" fmla="*/ 880866 w 1226121"/>
                <a:gd name="connsiteY2" fmla="*/ 40156 h 2452052"/>
                <a:gd name="connsiteX3" fmla="*/ 986884 w 1226121"/>
                <a:gd name="connsiteY3" fmla="*/ 2452052 h 2452052"/>
                <a:gd name="connsiteX4" fmla="*/ 297771 w 1226121"/>
                <a:gd name="connsiteY4" fmla="*/ 2452052 h 2452052"/>
                <a:gd name="connsiteX5" fmla="*/ 417042 w 1226121"/>
                <a:gd name="connsiteY5" fmla="*/ 13651 h 2452052"/>
                <a:gd name="connsiteX0" fmla="*/ 417042 w 1229924"/>
                <a:gd name="connsiteY0" fmla="*/ 13651 h 2452052"/>
                <a:gd name="connsiteX1" fmla="*/ 649782 w 1229924"/>
                <a:gd name="connsiteY1" fmla="*/ 93164 h 2452052"/>
                <a:gd name="connsiteX2" fmla="*/ 880866 w 1229924"/>
                <a:gd name="connsiteY2" fmla="*/ 40156 h 2452052"/>
                <a:gd name="connsiteX3" fmla="*/ 986884 w 1229924"/>
                <a:gd name="connsiteY3" fmla="*/ 2452052 h 2452052"/>
                <a:gd name="connsiteX4" fmla="*/ 297771 w 1229924"/>
                <a:gd name="connsiteY4" fmla="*/ 2452052 h 2452052"/>
                <a:gd name="connsiteX5" fmla="*/ 417042 w 1229924"/>
                <a:gd name="connsiteY5" fmla="*/ 13651 h 2452052"/>
                <a:gd name="connsiteX0" fmla="*/ 297098 w 1272841"/>
                <a:gd name="connsiteY0" fmla="*/ 4685 h 2729157"/>
                <a:gd name="connsiteX1" fmla="*/ 692699 w 1272841"/>
                <a:gd name="connsiteY1" fmla="*/ 370269 h 2729157"/>
                <a:gd name="connsiteX2" fmla="*/ 923783 w 1272841"/>
                <a:gd name="connsiteY2" fmla="*/ 317261 h 2729157"/>
                <a:gd name="connsiteX3" fmla="*/ 1029801 w 1272841"/>
                <a:gd name="connsiteY3" fmla="*/ 2729157 h 2729157"/>
                <a:gd name="connsiteX4" fmla="*/ 340688 w 1272841"/>
                <a:gd name="connsiteY4" fmla="*/ 2729157 h 2729157"/>
                <a:gd name="connsiteX5" fmla="*/ 297098 w 1272841"/>
                <a:gd name="connsiteY5" fmla="*/ 4685 h 2729157"/>
                <a:gd name="connsiteX0" fmla="*/ 297098 w 1321637"/>
                <a:gd name="connsiteY0" fmla="*/ 4685 h 2729157"/>
                <a:gd name="connsiteX1" fmla="*/ 692699 w 1321637"/>
                <a:gd name="connsiteY1" fmla="*/ 370269 h 2729157"/>
                <a:gd name="connsiteX2" fmla="*/ 1099671 w 1321637"/>
                <a:gd name="connsiteY2" fmla="*/ 72056 h 2729157"/>
                <a:gd name="connsiteX3" fmla="*/ 1029801 w 1321637"/>
                <a:gd name="connsiteY3" fmla="*/ 2729157 h 2729157"/>
                <a:gd name="connsiteX4" fmla="*/ 340688 w 1321637"/>
                <a:gd name="connsiteY4" fmla="*/ 2729157 h 2729157"/>
                <a:gd name="connsiteX5" fmla="*/ 297098 w 1321637"/>
                <a:gd name="connsiteY5" fmla="*/ 4685 h 2729157"/>
                <a:gd name="connsiteX0" fmla="*/ 437186 w 1461725"/>
                <a:gd name="connsiteY0" fmla="*/ 4685 h 2729157"/>
                <a:gd name="connsiteX1" fmla="*/ 832787 w 1461725"/>
                <a:gd name="connsiteY1" fmla="*/ 370269 h 2729157"/>
                <a:gd name="connsiteX2" fmla="*/ 1239759 w 1461725"/>
                <a:gd name="connsiteY2" fmla="*/ 72056 h 2729157"/>
                <a:gd name="connsiteX3" fmla="*/ 1169889 w 1461725"/>
                <a:gd name="connsiteY3" fmla="*/ 2729157 h 2729157"/>
                <a:gd name="connsiteX4" fmla="*/ 291858 w 1461725"/>
                <a:gd name="connsiteY4" fmla="*/ 2504383 h 2729157"/>
                <a:gd name="connsiteX5" fmla="*/ 437186 w 1461725"/>
                <a:gd name="connsiteY5" fmla="*/ 4685 h 2729157"/>
                <a:gd name="connsiteX0" fmla="*/ 228857 w 1253396"/>
                <a:gd name="connsiteY0" fmla="*/ 4685 h 2729157"/>
                <a:gd name="connsiteX1" fmla="*/ 624458 w 1253396"/>
                <a:gd name="connsiteY1" fmla="*/ 370269 h 2729157"/>
                <a:gd name="connsiteX2" fmla="*/ 1031430 w 1253396"/>
                <a:gd name="connsiteY2" fmla="*/ 72056 h 2729157"/>
                <a:gd name="connsiteX3" fmla="*/ 961560 w 1253396"/>
                <a:gd name="connsiteY3" fmla="*/ 2729157 h 2729157"/>
                <a:gd name="connsiteX4" fmla="*/ 83529 w 1253396"/>
                <a:gd name="connsiteY4" fmla="*/ 2504383 h 2729157"/>
                <a:gd name="connsiteX5" fmla="*/ 228857 w 1253396"/>
                <a:gd name="connsiteY5" fmla="*/ 4685 h 2729157"/>
                <a:gd name="connsiteX0" fmla="*/ 110298 w 1291184"/>
                <a:gd name="connsiteY0" fmla="*/ 127524 h 2668090"/>
                <a:gd name="connsiteX1" fmla="*/ 662246 w 1291184"/>
                <a:gd name="connsiteY1" fmla="*/ 309202 h 2668090"/>
                <a:gd name="connsiteX2" fmla="*/ 1069218 w 1291184"/>
                <a:gd name="connsiteY2" fmla="*/ 10989 h 2668090"/>
                <a:gd name="connsiteX3" fmla="*/ 999348 w 1291184"/>
                <a:gd name="connsiteY3" fmla="*/ 2668090 h 2668090"/>
                <a:gd name="connsiteX4" fmla="*/ 121317 w 1291184"/>
                <a:gd name="connsiteY4" fmla="*/ 2443316 h 2668090"/>
                <a:gd name="connsiteX5" fmla="*/ 110298 w 1291184"/>
                <a:gd name="connsiteY5" fmla="*/ 127524 h 2668090"/>
                <a:gd name="connsiteX0" fmla="*/ 110298 w 1291184"/>
                <a:gd name="connsiteY0" fmla="*/ 222538 h 2763104"/>
                <a:gd name="connsiteX1" fmla="*/ 662246 w 1291184"/>
                <a:gd name="connsiteY1" fmla="*/ 404216 h 2763104"/>
                <a:gd name="connsiteX2" fmla="*/ 1069218 w 1291184"/>
                <a:gd name="connsiteY2" fmla="*/ 106003 h 2763104"/>
                <a:gd name="connsiteX3" fmla="*/ 999348 w 1291184"/>
                <a:gd name="connsiteY3" fmla="*/ 2763104 h 2763104"/>
                <a:gd name="connsiteX4" fmla="*/ 121317 w 1291184"/>
                <a:gd name="connsiteY4" fmla="*/ 2538330 h 2763104"/>
                <a:gd name="connsiteX5" fmla="*/ 110298 w 1291184"/>
                <a:gd name="connsiteY5" fmla="*/ 222538 h 2763104"/>
                <a:gd name="connsiteX0" fmla="*/ 52784 w 1233670"/>
                <a:gd name="connsiteY0" fmla="*/ 222538 h 2763104"/>
                <a:gd name="connsiteX1" fmla="*/ 604732 w 1233670"/>
                <a:gd name="connsiteY1" fmla="*/ 404216 h 2763104"/>
                <a:gd name="connsiteX2" fmla="*/ 1011704 w 1233670"/>
                <a:gd name="connsiteY2" fmla="*/ 106003 h 2763104"/>
                <a:gd name="connsiteX3" fmla="*/ 941834 w 1233670"/>
                <a:gd name="connsiteY3" fmla="*/ 2763104 h 2763104"/>
                <a:gd name="connsiteX4" fmla="*/ 63803 w 1233670"/>
                <a:gd name="connsiteY4" fmla="*/ 2538330 h 2763104"/>
                <a:gd name="connsiteX5" fmla="*/ 52784 w 1233670"/>
                <a:gd name="connsiteY5" fmla="*/ 222538 h 2763104"/>
                <a:gd name="connsiteX0" fmla="*/ 52784 w 1355775"/>
                <a:gd name="connsiteY0" fmla="*/ 222538 h 2538330"/>
                <a:gd name="connsiteX1" fmla="*/ 604732 w 1355775"/>
                <a:gd name="connsiteY1" fmla="*/ 404216 h 2538330"/>
                <a:gd name="connsiteX2" fmla="*/ 1011704 w 1355775"/>
                <a:gd name="connsiteY2" fmla="*/ 106003 h 2538330"/>
                <a:gd name="connsiteX3" fmla="*/ 1111210 w 1355775"/>
                <a:gd name="connsiteY3" fmla="*/ 2456595 h 2538330"/>
                <a:gd name="connsiteX4" fmla="*/ 63803 w 1355775"/>
                <a:gd name="connsiteY4" fmla="*/ 2538330 h 2538330"/>
                <a:gd name="connsiteX5" fmla="*/ 52784 w 1355775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77792 h 2593584"/>
                <a:gd name="connsiteX1" fmla="*/ 604732 w 1379241"/>
                <a:gd name="connsiteY1" fmla="*/ 459470 h 2593584"/>
                <a:gd name="connsiteX2" fmla="*/ 1102906 w 1379241"/>
                <a:gd name="connsiteY2" fmla="*/ 161256 h 2593584"/>
                <a:gd name="connsiteX3" fmla="*/ 1111210 w 1379241"/>
                <a:gd name="connsiteY3" fmla="*/ 2511849 h 2593584"/>
                <a:gd name="connsiteX4" fmla="*/ 63803 w 1379241"/>
                <a:gd name="connsiteY4" fmla="*/ 2593584 h 2593584"/>
                <a:gd name="connsiteX5" fmla="*/ 52784 w 1379241"/>
                <a:gd name="connsiteY5" fmla="*/ 277792 h 2593584"/>
                <a:gd name="connsiteX0" fmla="*/ 52784 w 1388657"/>
                <a:gd name="connsiteY0" fmla="*/ 277792 h 2593584"/>
                <a:gd name="connsiteX1" fmla="*/ 604732 w 1388657"/>
                <a:gd name="connsiteY1" fmla="*/ 459470 h 2593584"/>
                <a:gd name="connsiteX2" fmla="*/ 1102906 w 1388657"/>
                <a:gd name="connsiteY2" fmla="*/ 161256 h 2593584"/>
                <a:gd name="connsiteX3" fmla="*/ 1124239 w 1388657"/>
                <a:gd name="connsiteY3" fmla="*/ 2511849 h 2593584"/>
                <a:gd name="connsiteX4" fmla="*/ 63803 w 1388657"/>
                <a:gd name="connsiteY4" fmla="*/ 2593584 h 2593584"/>
                <a:gd name="connsiteX5" fmla="*/ 52784 w 1388657"/>
                <a:gd name="connsiteY5" fmla="*/ 277792 h 2593584"/>
                <a:gd name="connsiteX0" fmla="*/ 52784 w 1181038"/>
                <a:gd name="connsiteY0" fmla="*/ 277792 h 2593584"/>
                <a:gd name="connsiteX1" fmla="*/ 604732 w 1181038"/>
                <a:gd name="connsiteY1" fmla="*/ 459470 h 2593584"/>
                <a:gd name="connsiteX2" fmla="*/ 1102906 w 1181038"/>
                <a:gd name="connsiteY2" fmla="*/ 161256 h 2593584"/>
                <a:gd name="connsiteX3" fmla="*/ 1124239 w 1181038"/>
                <a:gd name="connsiteY3" fmla="*/ 2511849 h 2593584"/>
                <a:gd name="connsiteX4" fmla="*/ 63803 w 1181038"/>
                <a:gd name="connsiteY4" fmla="*/ 2593584 h 2593584"/>
                <a:gd name="connsiteX5" fmla="*/ 52784 w 1181038"/>
                <a:gd name="connsiteY5" fmla="*/ 277792 h 2593584"/>
                <a:gd name="connsiteX0" fmla="*/ 52784 w 1181038"/>
                <a:gd name="connsiteY0" fmla="*/ 354704 h 2670496"/>
                <a:gd name="connsiteX1" fmla="*/ 1102906 w 1181038"/>
                <a:gd name="connsiteY1" fmla="*/ 238168 h 2670496"/>
                <a:gd name="connsiteX2" fmla="*/ 1124239 w 1181038"/>
                <a:gd name="connsiteY2" fmla="*/ 2588761 h 2670496"/>
                <a:gd name="connsiteX3" fmla="*/ 63803 w 1181038"/>
                <a:gd name="connsiteY3" fmla="*/ 2670496 h 2670496"/>
                <a:gd name="connsiteX4" fmla="*/ 52784 w 1181038"/>
                <a:gd name="connsiteY4" fmla="*/ 354704 h 2670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1038" h="2670496">
                  <a:moveTo>
                    <a:pt x="52784" y="354704"/>
                  </a:moveTo>
                  <a:cubicBezTo>
                    <a:pt x="225968" y="-50684"/>
                    <a:pt x="924330" y="-134175"/>
                    <a:pt x="1102906" y="238168"/>
                  </a:cubicBezTo>
                  <a:cubicBezTo>
                    <a:pt x="1168269" y="294007"/>
                    <a:pt x="1229461" y="2002465"/>
                    <a:pt x="1124239" y="2588761"/>
                  </a:cubicBezTo>
                  <a:lnTo>
                    <a:pt x="63803" y="2670496"/>
                  </a:lnTo>
                  <a:cubicBezTo>
                    <a:pt x="-30622" y="1431479"/>
                    <a:pt x="-8025" y="426418"/>
                    <a:pt x="52784" y="354704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ectangle 4">
              <a:extLst>
                <a:ext uri="{FF2B5EF4-FFF2-40B4-BE49-F238E27FC236}">
                  <a16:creationId xmlns:a16="http://schemas.microsoft.com/office/drawing/2014/main" id="{38C7125C-4217-634D-4602-DA676F879B9E}"/>
                </a:ext>
              </a:extLst>
            </p:cNvPr>
            <p:cNvSpPr/>
            <p:nvPr/>
          </p:nvSpPr>
          <p:spPr>
            <a:xfrm>
              <a:off x="4410946" y="5000985"/>
              <a:ext cx="837498" cy="614585"/>
            </a:xfrm>
            <a:custGeom>
              <a:avLst/>
              <a:gdLst>
                <a:gd name="connsiteX0" fmla="*/ 0 w 808382"/>
                <a:gd name="connsiteY0" fmla="*/ 0 h 2464905"/>
                <a:gd name="connsiteX1" fmla="*/ 808382 w 808382"/>
                <a:gd name="connsiteY1" fmla="*/ 0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0 w 808382"/>
                <a:gd name="connsiteY0" fmla="*/ 0 h 2464905"/>
                <a:gd name="connsiteX1" fmla="*/ 649355 w 808382"/>
                <a:gd name="connsiteY1" fmla="*/ 53009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185531 w 808382"/>
                <a:gd name="connsiteY0" fmla="*/ 0 h 2438401"/>
                <a:gd name="connsiteX1" fmla="*/ 649355 w 808382"/>
                <a:gd name="connsiteY1" fmla="*/ 26505 h 2438401"/>
                <a:gd name="connsiteX2" fmla="*/ 808382 w 808382"/>
                <a:gd name="connsiteY2" fmla="*/ 2438401 h 2438401"/>
                <a:gd name="connsiteX3" fmla="*/ 0 w 808382"/>
                <a:gd name="connsiteY3" fmla="*/ 2438401 h 2438401"/>
                <a:gd name="connsiteX4" fmla="*/ 185531 w 808382"/>
                <a:gd name="connsiteY4" fmla="*/ 0 h 2438401"/>
                <a:gd name="connsiteX0" fmla="*/ 185531 w 808382"/>
                <a:gd name="connsiteY0" fmla="*/ 160 h 2438561"/>
                <a:gd name="connsiteX1" fmla="*/ 437321 w 808382"/>
                <a:gd name="connsiteY1" fmla="*/ 79673 h 2438561"/>
                <a:gd name="connsiteX2" fmla="*/ 649355 w 808382"/>
                <a:gd name="connsiteY2" fmla="*/ 26665 h 2438561"/>
                <a:gd name="connsiteX3" fmla="*/ 808382 w 808382"/>
                <a:gd name="connsiteY3" fmla="*/ 2438561 h 2438561"/>
                <a:gd name="connsiteX4" fmla="*/ 0 w 808382"/>
                <a:gd name="connsiteY4" fmla="*/ 2438561 h 2438561"/>
                <a:gd name="connsiteX5" fmla="*/ 185531 w 808382"/>
                <a:gd name="connsiteY5" fmla="*/ 160 h 2438561"/>
                <a:gd name="connsiteX0" fmla="*/ 393316 w 1016167"/>
                <a:gd name="connsiteY0" fmla="*/ 160 h 2438561"/>
                <a:gd name="connsiteX1" fmla="*/ 645106 w 1016167"/>
                <a:gd name="connsiteY1" fmla="*/ 79673 h 2438561"/>
                <a:gd name="connsiteX2" fmla="*/ 857140 w 1016167"/>
                <a:gd name="connsiteY2" fmla="*/ 26665 h 2438561"/>
                <a:gd name="connsiteX3" fmla="*/ 1016167 w 1016167"/>
                <a:gd name="connsiteY3" fmla="*/ 2438561 h 2438561"/>
                <a:gd name="connsiteX4" fmla="*/ 207785 w 1016167"/>
                <a:gd name="connsiteY4" fmla="*/ 2438561 h 2438561"/>
                <a:gd name="connsiteX5" fmla="*/ 393316 w 1016167"/>
                <a:gd name="connsiteY5" fmla="*/ 160 h 2438561"/>
                <a:gd name="connsiteX0" fmla="*/ 402887 w 1025738"/>
                <a:gd name="connsiteY0" fmla="*/ 160 h 2438561"/>
                <a:gd name="connsiteX1" fmla="*/ 654677 w 1025738"/>
                <a:gd name="connsiteY1" fmla="*/ 79673 h 2438561"/>
                <a:gd name="connsiteX2" fmla="*/ 866711 w 1025738"/>
                <a:gd name="connsiteY2" fmla="*/ 26665 h 2438561"/>
                <a:gd name="connsiteX3" fmla="*/ 1025738 w 1025738"/>
                <a:gd name="connsiteY3" fmla="*/ 2438561 h 2438561"/>
                <a:gd name="connsiteX4" fmla="*/ 217356 w 1025738"/>
                <a:gd name="connsiteY4" fmla="*/ 2438561 h 2438561"/>
                <a:gd name="connsiteX5" fmla="*/ 402887 w 1025738"/>
                <a:gd name="connsiteY5" fmla="*/ 160 h 2438561"/>
                <a:gd name="connsiteX0" fmla="*/ 395647 w 1018498"/>
                <a:gd name="connsiteY0" fmla="*/ 160 h 2438561"/>
                <a:gd name="connsiteX1" fmla="*/ 647437 w 1018498"/>
                <a:gd name="connsiteY1" fmla="*/ 79673 h 2438561"/>
                <a:gd name="connsiteX2" fmla="*/ 859471 w 1018498"/>
                <a:gd name="connsiteY2" fmla="*/ 26665 h 2438561"/>
                <a:gd name="connsiteX3" fmla="*/ 1018498 w 1018498"/>
                <a:gd name="connsiteY3" fmla="*/ 2438561 h 2438561"/>
                <a:gd name="connsiteX4" fmla="*/ 210116 w 1018498"/>
                <a:gd name="connsiteY4" fmla="*/ 2438561 h 2438561"/>
                <a:gd name="connsiteX5" fmla="*/ 395647 w 1018498"/>
                <a:gd name="connsiteY5" fmla="*/ 160 h 2438561"/>
                <a:gd name="connsiteX0" fmla="*/ 343595 w 966446"/>
                <a:gd name="connsiteY0" fmla="*/ 160 h 2438561"/>
                <a:gd name="connsiteX1" fmla="*/ 595385 w 966446"/>
                <a:gd name="connsiteY1" fmla="*/ 79673 h 2438561"/>
                <a:gd name="connsiteX2" fmla="*/ 807419 w 966446"/>
                <a:gd name="connsiteY2" fmla="*/ 26665 h 2438561"/>
                <a:gd name="connsiteX3" fmla="*/ 966446 w 966446"/>
                <a:gd name="connsiteY3" fmla="*/ 2438561 h 2438561"/>
                <a:gd name="connsiteX4" fmla="*/ 224324 w 966446"/>
                <a:gd name="connsiteY4" fmla="*/ 2438561 h 2438561"/>
                <a:gd name="connsiteX5" fmla="*/ 343595 w 966446"/>
                <a:gd name="connsiteY5" fmla="*/ 160 h 2438561"/>
                <a:gd name="connsiteX0" fmla="*/ 419935 w 1042786"/>
                <a:gd name="connsiteY0" fmla="*/ 160 h 2438561"/>
                <a:gd name="connsiteX1" fmla="*/ 671725 w 1042786"/>
                <a:gd name="connsiteY1" fmla="*/ 79673 h 2438561"/>
                <a:gd name="connsiteX2" fmla="*/ 883759 w 1042786"/>
                <a:gd name="connsiteY2" fmla="*/ 26665 h 2438561"/>
                <a:gd name="connsiteX3" fmla="*/ 1042786 w 1042786"/>
                <a:gd name="connsiteY3" fmla="*/ 2438561 h 2438561"/>
                <a:gd name="connsiteX4" fmla="*/ 300664 w 1042786"/>
                <a:gd name="connsiteY4" fmla="*/ 2438561 h 2438561"/>
                <a:gd name="connsiteX5" fmla="*/ 419935 w 1042786"/>
                <a:gd name="connsiteY5" fmla="*/ 160 h 2438561"/>
                <a:gd name="connsiteX0" fmla="*/ 419935 w 989777"/>
                <a:gd name="connsiteY0" fmla="*/ 160 h 2438561"/>
                <a:gd name="connsiteX1" fmla="*/ 671725 w 989777"/>
                <a:gd name="connsiteY1" fmla="*/ 79673 h 2438561"/>
                <a:gd name="connsiteX2" fmla="*/ 883759 w 989777"/>
                <a:gd name="connsiteY2" fmla="*/ 26665 h 2438561"/>
                <a:gd name="connsiteX3" fmla="*/ 989777 w 989777"/>
                <a:gd name="connsiteY3" fmla="*/ 2438561 h 2438561"/>
                <a:gd name="connsiteX4" fmla="*/ 300664 w 989777"/>
                <a:gd name="connsiteY4" fmla="*/ 2438561 h 2438561"/>
                <a:gd name="connsiteX5" fmla="*/ 419935 w 989777"/>
                <a:gd name="connsiteY5" fmla="*/ 160 h 2438561"/>
                <a:gd name="connsiteX0" fmla="*/ 419935 w 1226865"/>
                <a:gd name="connsiteY0" fmla="*/ 160 h 2438561"/>
                <a:gd name="connsiteX1" fmla="*/ 671725 w 1226865"/>
                <a:gd name="connsiteY1" fmla="*/ 79673 h 2438561"/>
                <a:gd name="connsiteX2" fmla="*/ 883759 w 1226865"/>
                <a:gd name="connsiteY2" fmla="*/ 26665 h 2438561"/>
                <a:gd name="connsiteX3" fmla="*/ 989777 w 1226865"/>
                <a:gd name="connsiteY3" fmla="*/ 2438561 h 2438561"/>
                <a:gd name="connsiteX4" fmla="*/ 300664 w 1226865"/>
                <a:gd name="connsiteY4" fmla="*/ 2438561 h 2438561"/>
                <a:gd name="connsiteX5" fmla="*/ 419935 w 1226865"/>
                <a:gd name="connsiteY5" fmla="*/ 160 h 2438561"/>
                <a:gd name="connsiteX0" fmla="*/ 419935 w 1277421"/>
                <a:gd name="connsiteY0" fmla="*/ 160 h 2438561"/>
                <a:gd name="connsiteX1" fmla="*/ 671725 w 1277421"/>
                <a:gd name="connsiteY1" fmla="*/ 79673 h 2438561"/>
                <a:gd name="connsiteX2" fmla="*/ 883759 w 1277421"/>
                <a:gd name="connsiteY2" fmla="*/ 26665 h 2438561"/>
                <a:gd name="connsiteX3" fmla="*/ 989777 w 1277421"/>
                <a:gd name="connsiteY3" fmla="*/ 2438561 h 2438561"/>
                <a:gd name="connsiteX4" fmla="*/ 300664 w 1277421"/>
                <a:gd name="connsiteY4" fmla="*/ 2438561 h 2438561"/>
                <a:gd name="connsiteX5" fmla="*/ 419935 w 1277421"/>
                <a:gd name="connsiteY5" fmla="*/ 160 h 2438561"/>
                <a:gd name="connsiteX0" fmla="*/ 419935 w 1277421"/>
                <a:gd name="connsiteY0" fmla="*/ 216 h 2438617"/>
                <a:gd name="connsiteX1" fmla="*/ 671725 w 1277421"/>
                <a:gd name="connsiteY1" fmla="*/ 79729 h 2438617"/>
                <a:gd name="connsiteX2" fmla="*/ 883759 w 1277421"/>
                <a:gd name="connsiteY2" fmla="*/ 26721 h 2438617"/>
                <a:gd name="connsiteX3" fmla="*/ 989777 w 1277421"/>
                <a:gd name="connsiteY3" fmla="*/ 2438617 h 2438617"/>
                <a:gd name="connsiteX4" fmla="*/ 300664 w 1277421"/>
                <a:gd name="connsiteY4" fmla="*/ 2438617 h 2438617"/>
                <a:gd name="connsiteX5" fmla="*/ 419935 w 1277421"/>
                <a:gd name="connsiteY5" fmla="*/ 216 h 2438617"/>
                <a:gd name="connsiteX0" fmla="*/ 419935 w 1277421"/>
                <a:gd name="connsiteY0" fmla="*/ 18809 h 2457210"/>
                <a:gd name="connsiteX1" fmla="*/ 671725 w 1277421"/>
                <a:gd name="connsiteY1" fmla="*/ 98322 h 2457210"/>
                <a:gd name="connsiteX2" fmla="*/ 883759 w 1277421"/>
                <a:gd name="connsiteY2" fmla="*/ 45314 h 2457210"/>
                <a:gd name="connsiteX3" fmla="*/ 989777 w 1277421"/>
                <a:gd name="connsiteY3" fmla="*/ 2457210 h 2457210"/>
                <a:gd name="connsiteX4" fmla="*/ 300664 w 1277421"/>
                <a:gd name="connsiteY4" fmla="*/ 2457210 h 2457210"/>
                <a:gd name="connsiteX5" fmla="*/ 419935 w 1277421"/>
                <a:gd name="connsiteY5" fmla="*/ 18809 h 2457210"/>
                <a:gd name="connsiteX0" fmla="*/ 419935 w 1277421"/>
                <a:gd name="connsiteY0" fmla="*/ 428 h 2438829"/>
                <a:gd name="connsiteX1" fmla="*/ 671725 w 1277421"/>
                <a:gd name="connsiteY1" fmla="*/ 79941 h 2438829"/>
                <a:gd name="connsiteX2" fmla="*/ 883759 w 1277421"/>
                <a:gd name="connsiteY2" fmla="*/ 26933 h 2438829"/>
                <a:gd name="connsiteX3" fmla="*/ 989777 w 1277421"/>
                <a:gd name="connsiteY3" fmla="*/ 2438829 h 2438829"/>
                <a:gd name="connsiteX4" fmla="*/ 300664 w 1277421"/>
                <a:gd name="connsiteY4" fmla="*/ 2438829 h 2438829"/>
                <a:gd name="connsiteX5" fmla="*/ 419935 w 1277421"/>
                <a:gd name="connsiteY5" fmla="*/ 428 h 2438829"/>
                <a:gd name="connsiteX0" fmla="*/ 419935 w 1277421"/>
                <a:gd name="connsiteY0" fmla="*/ 13651 h 2452052"/>
                <a:gd name="connsiteX1" fmla="*/ 67172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19935 w 1277421"/>
                <a:gd name="connsiteY0" fmla="*/ 13651 h 2452052"/>
                <a:gd name="connsiteX1" fmla="*/ 65267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08617 w 1266103"/>
                <a:gd name="connsiteY0" fmla="*/ 13651 h 2452052"/>
                <a:gd name="connsiteX1" fmla="*/ 641357 w 1266103"/>
                <a:gd name="connsiteY1" fmla="*/ 93164 h 2452052"/>
                <a:gd name="connsiteX2" fmla="*/ 872441 w 1266103"/>
                <a:gd name="connsiteY2" fmla="*/ 40156 h 2452052"/>
                <a:gd name="connsiteX3" fmla="*/ 978459 w 1266103"/>
                <a:gd name="connsiteY3" fmla="*/ 2452052 h 2452052"/>
                <a:gd name="connsiteX4" fmla="*/ 289346 w 1266103"/>
                <a:gd name="connsiteY4" fmla="*/ 2452052 h 2452052"/>
                <a:gd name="connsiteX5" fmla="*/ 408617 w 1266103"/>
                <a:gd name="connsiteY5" fmla="*/ 13651 h 2452052"/>
                <a:gd name="connsiteX0" fmla="*/ 417042 w 1274528"/>
                <a:gd name="connsiteY0" fmla="*/ 13651 h 2452052"/>
                <a:gd name="connsiteX1" fmla="*/ 649782 w 1274528"/>
                <a:gd name="connsiteY1" fmla="*/ 93164 h 2452052"/>
                <a:gd name="connsiteX2" fmla="*/ 880866 w 1274528"/>
                <a:gd name="connsiteY2" fmla="*/ 40156 h 2452052"/>
                <a:gd name="connsiteX3" fmla="*/ 986884 w 1274528"/>
                <a:gd name="connsiteY3" fmla="*/ 2452052 h 2452052"/>
                <a:gd name="connsiteX4" fmla="*/ 297771 w 1274528"/>
                <a:gd name="connsiteY4" fmla="*/ 2452052 h 2452052"/>
                <a:gd name="connsiteX5" fmla="*/ 417042 w 1274528"/>
                <a:gd name="connsiteY5" fmla="*/ 13651 h 2452052"/>
                <a:gd name="connsiteX0" fmla="*/ 417042 w 1226121"/>
                <a:gd name="connsiteY0" fmla="*/ 13651 h 2452052"/>
                <a:gd name="connsiteX1" fmla="*/ 649782 w 1226121"/>
                <a:gd name="connsiteY1" fmla="*/ 93164 h 2452052"/>
                <a:gd name="connsiteX2" fmla="*/ 880866 w 1226121"/>
                <a:gd name="connsiteY2" fmla="*/ 40156 h 2452052"/>
                <a:gd name="connsiteX3" fmla="*/ 986884 w 1226121"/>
                <a:gd name="connsiteY3" fmla="*/ 2452052 h 2452052"/>
                <a:gd name="connsiteX4" fmla="*/ 297771 w 1226121"/>
                <a:gd name="connsiteY4" fmla="*/ 2452052 h 2452052"/>
                <a:gd name="connsiteX5" fmla="*/ 417042 w 1226121"/>
                <a:gd name="connsiteY5" fmla="*/ 13651 h 2452052"/>
                <a:gd name="connsiteX0" fmla="*/ 417042 w 1229924"/>
                <a:gd name="connsiteY0" fmla="*/ 13651 h 2452052"/>
                <a:gd name="connsiteX1" fmla="*/ 649782 w 1229924"/>
                <a:gd name="connsiteY1" fmla="*/ 93164 h 2452052"/>
                <a:gd name="connsiteX2" fmla="*/ 880866 w 1229924"/>
                <a:gd name="connsiteY2" fmla="*/ 40156 h 2452052"/>
                <a:gd name="connsiteX3" fmla="*/ 986884 w 1229924"/>
                <a:gd name="connsiteY3" fmla="*/ 2452052 h 2452052"/>
                <a:gd name="connsiteX4" fmla="*/ 297771 w 1229924"/>
                <a:gd name="connsiteY4" fmla="*/ 2452052 h 2452052"/>
                <a:gd name="connsiteX5" fmla="*/ 417042 w 1229924"/>
                <a:gd name="connsiteY5" fmla="*/ 13651 h 2452052"/>
                <a:gd name="connsiteX0" fmla="*/ 297098 w 1272841"/>
                <a:gd name="connsiteY0" fmla="*/ 4685 h 2729157"/>
                <a:gd name="connsiteX1" fmla="*/ 692699 w 1272841"/>
                <a:gd name="connsiteY1" fmla="*/ 370269 h 2729157"/>
                <a:gd name="connsiteX2" fmla="*/ 923783 w 1272841"/>
                <a:gd name="connsiteY2" fmla="*/ 317261 h 2729157"/>
                <a:gd name="connsiteX3" fmla="*/ 1029801 w 1272841"/>
                <a:gd name="connsiteY3" fmla="*/ 2729157 h 2729157"/>
                <a:gd name="connsiteX4" fmla="*/ 340688 w 1272841"/>
                <a:gd name="connsiteY4" fmla="*/ 2729157 h 2729157"/>
                <a:gd name="connsiteX5" fmla="*/ 297098 w 1272841"/>
                <a:gd name="connsiteY5" fmla="*/ 4685 h 2729157"/>
                <a:gd name="connsiteX0" fmla="*/ 297098 w 1321637"/>
                <a:gd name="connsiteY0" fmla="*/ 4685 h 2729157"/>
                <a:gd name="connsiteX1" fmla="*/ 692699 w 1321637"/>
                <a:gd name="connsiteY1" fmla="*/ 370269 h 2729157"/>
                <a:gd name="connsiteX2" fmla="*/ 1099671 w 1321637"/>
                <a:gd name="connsiteY2" fmla="*/ 72056 h 2729157"/>
                <a:gd name="connsiteX3" fmla="*/ 1029801 w 1321637"/>
                <a:gd name="connsiteY3" fmla="*/ 2729157 h 2729157"/>
                <a:gd name="connsiteX4" fmla="*/ 340688 w 1321637"/>
                <a:gd name="connsiteY4" fmla="*/ 2729157 h 2729157"/>
                <a:gd name="connsiteX5" fmla="*/ 297098 w 1321637"/>
                <a:gd name="connsiteY5" fmla="*/ 4685 h 2729157"/>
                <a:gd name="connsiteX0" fmla="*/ 437186 w 1461725"/>
                <a:gd name="connsiteY0" fmla="*/ 4685 h 2729157"/>
                <a:gd name="connsiteX1" fmla="*/ 832787 w 1461725"/>
                <a:gd name="connsiteY1" fmla="*/ 370269 h 2729157"/>
                <a:gd name="connsiteX2" fmla="*/ 1239759 w 1461725"/>
                <a:gd name="connsiteY2" fmla="*/ 72056 h 2729157"/>
                <a:gd name="connsiteX3" fmla="*/ 1169889 w 1461725"/>
                <a:gd name="connsiteY3" fmla="*/ 2729157 h 2729157"/>
                <a:gd name="connsiteX4" fmla="*/ 291858 w 1461725"/>
                <a:gd name="connsiteY4" fmla="*/ 2504383 h 2729157"/>
                <a:gd name="connsiteX5" fmla="*/ 437186 w 1461725"/>
                <a:gd name="connsiteY5" fmla="*/ 4685 h 2729157"/>
                <a:gd name="connsiteX0" fmla="*/ 228857 w 1253396"/>
                <a:gd name="connsiteY0" fmla="*/ 4685 h 2729157"/>
                <a:gd name="connsiteX1" fmla="*/ 624458 w 1253396"/>
                <a:gd name="connsiteY1" fmla="*/ 370269 h 2729157"/>
                <a:gd name="connsiteX2" fmla="*/ 1031430 w 1253396"/>
                <a:gd name="connsiteY2" fmla="*/ 72056 h 2729157"/>
                <a:gd name="connsiteX3" fmla="*/ 961560 w 1253396"/>
                <a:gd name="connsiteY3" fmla="*/ 2729157 h 2729157"/>
                <a:gd name="connsiteX4" fmla="*/ 83529 w 1253396"/>
                <a:gd name="connsiteY4" fmla="*/ 2504383 h 2729157"/>
                <a:gd name="connsiteX5" fmla="*/ 228857 w 1253396"/>
                <a:gd name="connsiteY5" fmla="*/ 4685 h 2729157"/>
                <a:gd name="connsiteX0" fmla="*/ 110298 w 1291184"/>
                <a:gd name="connsiteY0" fmla="*/ 127524 h 2668090"/>
                <a:gd name="connsiteX1" fmla="*/ 662246 w 1291184"/>
                <a:gd name="connsiteY1" fmla="*/ 309202 h 2668090"/>
                <a:gd name="connsiteX2" fmla="*/ 1069218 w 1291184"/>
                <a:gd name="connsiteY2" fmla="*/ 10989 h 2668090"/>
                <a:gd name="connsiteX3" fmla="*/ 999348 w 1291184"/>
                <a:gd name="connsiteY3" fmla="*/ 2668090 h 2668090"/>
                <a:gd name="connsiteX4" fmla="*/ 121317 w 1291184"/>
                <a:gd name="connsiteY4" fmla="*/ 2443316 h 2668090"/>
                <a:gd name="connsiteX5" fmla="*/ 110298 w 1291184"/>
                <a:gd name="connsiteY5" fmla="*/ 127524 h 2668090"/>
                <a:gd name="connsiteX0" fmla="*/ 110298 w 1291184"/>
                <a:gd name="connsiteY0" fmla="*/ 222538 h 2763104"/>
                <a:gd name="connsiteX1" fmla="*/ 662246 w 1291184"/>
                <a:gd name="connsiteY1" fmla="*/ 404216 h 2763104"/>
                <a:gd name="connsiteX2" fmla="*/ 1069218 w 1291184"/>
                <a:gd name="connsiteY2" fmla="*/ 106003 h 2763104"/>
                <a:gd name="connsiteX3" fmla="*/ 999348 w 1291184"/>
                <a:gd name="connsiteY3" fmla="*/ 2763104 h 2763104"/>
                <a:gd name="connsiteX4" fmla="*/ 121317 w 1291184"/>
                <a:gd name="connsiteY4" fmla="*/ 2538330 h 2763104"/>
                <a:gd name="connsiteX5" fmla="*/ 110298 w 1291184"/>
                <a:gd name="connsiteY5" fmla="*/ 222538 h 2763104"/>
                <a:gd name="connsiteX0" fmla="*/ 52784 w 1233670"/>
                <a:gd name="connsiteY0" fmla="*/ 222538 h 2763104"/>
                <a:gd name="connsiteX1" fmla="*/ 604732 w 1233670"/>
                <a:gd name="connsiteY1" fmla="*/ 404216 h 2763104"/>
                <a:gd name="connsiteX2" fmla="*/ 1011704 w 1233670"/>
                <a:gd name="connsiteY2" fmla="*/ 106003 h 2763104"/>
                <a:gd name="connsiteX3" fmla="*/ 941834 w 1233670"/>
                <a:gd name="connsiteY3" fmla="*/ 2763104 h 2763104"/>
                <a:gd name="connsiteX4" fmla="*/ 63803 w 1233670"/>
                <a:gd name="connsiteY4" fmla="*/ 2538330 h 2763104"/>
                <a:gd name="connsiteX5" fmla="*/ 52784 w 1233670"/>
                <a:gd name="connsiteY5" fmla="*/ 222538 h 2763104"/>
                <a:gd name="connsiteX0" fmla="*/ 52784 w 1355775"/>
                <a:gd name="connsiteY0" fmla="*/ 222538 h 2538330"/>
                <a:gd name="connsiteX1" fmla="*/ 604732 w 1355775"/>
                <a:gd name="connsiteY1" fmla="*/ 404216 h 2538330"/>
                <a:gd name="connsiteX2" fmla="*/ 1011704 w 1355775"/>
                <a:gd name="connsiteY2" fmla="*/ 106003 h 2538330"/>
                <a:gd name="connsiteX3" fmla="*/ 1111210 w 1355775"/>
                <a:gd name="connsiteY3" fmla="*/ 2456595 h 2538330"/>
                <a:gd name="connsiteX4" fmla="*/ 63803 w 1355775"/>
                <a:gd name="connsiteY4" fmla="*/ 2538330 h 2538330"/>
                <a:gd name="connsiteX5" fmla="*/ 52784 w 1355775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77792 h 2593584"/>
                <a:gd name="connsiteX1" fmla="*/ 604732 w 1379241"/>
                <a:gd name="connsiteY1" fmla="*/ 459470 h 2593584"/>
                <a:gd name="connsiteX2" fmla="*/ 1102906 w 1379241"/>
                <a:gd name="connsiteY2" fmla="*/ 161256 h 2593584"/>
                <a:gd name="connsiteX3" fmla="*/ 1111210 w 1379241"/>
                <a:gd name="connsiteY3" fmla="*/ 2511849 h 2593584"/>
                <a:gd name="connsiteX4" fmla="*/ 63803 w 1379241"/>
                <a:gd name="connsiteY4" fmla="*/ 2593584 h 2593584"/>
                <a:gd name="connsiteX5" fmla="*/ 52784 w 1379241"/>
                <a:gd name="connsiteY5" fmla="*/ 277792 h 2593584"/>
                <a:gd name="connsiteX0" fmla="*/ 52784 w 1388657"/>
                <a:gd name="connsiteY0" fmla="*/ 277792 h 2593584"/>
                <a:gd name="connsiteX1" fmla="*/ 604732 w 1388657"/>
                <a:gd name="connsiteY1" fmla="*/ 459470 h 2593584"/>
                <a:gd name="connsiteX2" fmla="*/ 1102906 w 1388657"/>
                <a:gd name="connsiteY2" fmla="*/ 161256 h 2593584"/>
                <a:gd name="connsiteX3" fmla="*/ 1124239 w 1388657"/>
                <a:gd name="connsiteY3" fmla="*/ 2511849 h 2593584"/>
                <a:gd name="connsiteX4" fmla="*/ 63803 w 1388657"/>
                <a:gd name="connsiteY4" fmla="*/ 2593584 h 2593584"/>
                <a:gd name="connsiteX5" fmla="*/ 52784 w 1388657"/>
                <a:gd name="connsiteY5" fmla="*/ 277792 h 2593584"/>
                <a:gd name="connsiteX0" fmla="*/ 52784 w 1181038"/>
                <a:gd name="connsiteY0" fmla="*/ 277792 h 2593584"/>
                <a:gd name="connsiteX1" fmla="*/ 604732 w 1181038"/>
                <a:gd name="connsiteY1" fmla="*/ 459470 h 2593584"/>
                <a:gd name="connsiteX2" fmla="*/ 1102906 w 1181038"/>
                <a:gd name="connsiteY2" fmla="*/ 161256 h 2593584"/>
                <a:gd name="connsiteX3" fmla="*/ 1124239 w 1181038"/>
                <a:gd name="connsiteY3" fmla="*/ 2511849 h 2593584"/>
                <a:gd name="connsiteX4" fmla="*/ 63803 w 1181038"/>
                <a:gd name="connsiteY4" fmla="*/ 2593584 h 2593584"/>
                <a:gd name="connsiteX5" fmla="*/ 52784 w 1181038"/>
                <a:gd name="connsiteY5" fmla="*/ 277792 h 2593584"/>
                <a:gd name="connsiteX0" fmla="*/ 52784 w 1181038"/>
                <a:gd name="connsiteY0" fmla="*/ 354704 h 2670496"/>
                <a:gd name="connsiteX1" fmla="*/ 1102906 w 1181038"/>
                <a:gd name="connsiteY1" fmla="*/ 238168 h 2670496"/>
                <a:gd name="connsiteX2" fmla="*/ 1124239 w 1181038"/>
                <a:gd name="connsiteY2" fmla="*/ 2588761 h 2670496"/>
                <a:gd name="connsiteX3" fmla="*/ 63803 w 1181038"/>
                <a:gd name="connsiteY3" fmla="*/ 2670496 h 2670496"/>
                <a:gd name="connsiteX4" fmla="*/ 52784 w 1181038"/>
                <a:gd name="connsiteY4" fmla="*/ 354704 h 2670496"/>
                <a:gd name="connsiteX0" fmla="*/ 4728 w 1132982"/>
                <a:gd name="connsiteY0" fmla="*/ 354704 h 2854402"/>
                <a:gd name="connsiteX1" fmla="*/ 1054850 w 1132982"/>
                <a:gd name="connsiteY1" fmla="*/ 238168 h 2854402"/>
                <a:gd name="connsiteX2" fmla="*/ 1076183 w 1132982"/>
                <a:gd name="connsiteY2" fmla="*/ 2588761 h 2854402"/>
                <a:gd name="connsiteX3" fmla="*/ 582503 w 1132982"/>
                <a:gd name="connsiteY3" fmla="*/ 2854402 h 2854402"/>
                <a:gd name="connsiteX4" fmla="*/ 4728 w 1132982"/>
                <a:gd name="connsiteY4" fmla="*/ 354704 h 2854402"/>
                <a:gd name="connsiteX0" fmla="*/ 44535 w 1172789"/>
                <a:gd name="connsiteY0" fmla="*/ 354704 h 2854402"/>
                <a:gd name="connsiteX1" fmla="*/ 1094657 w 1172789"/>
                <a:gd name="connsiteY1" fmla="*/ 238168 h 2854402"/>
                <a:gd name="connsiteX2" fmla="*/ 1115990 w 1172789"/>
                <a:gd name="connsiteY2" fmla="*/ 2588761 h 2854402"/>
                <a:gd name="connsiteX3" fmla="*/ 622310 w 1172789"/>
                <a:gd name="connsiteY3" fmla="*/ 2854402 h 2854402"/>
                <a:gd name="connsiteX4" fmla="*/ 44535 w 1172789"/>
                <a:gd name="connsiteY4" fmla="*/ 354704 h 2854402"/>
                <a:gd name="connsiteX0" fmla="*/ 54953 w 1144121"/>
                <a:gd name="connsiteY0" fmla="*/ 572931 h 2766120"/>
                <a:gd name="connsiteX1" fmla="*/ 1065989 w 1144121"/>
                <a:gd name="connsiteY1" fmla="*/ 149886 h 2766120"/>
                <a:gd name="connsiteX2" fmla="*/ 1087322 w 1144121"/>
                <a:gd name="connsiteY2" fmla="*/ 2500479 h 2766120"/>
                <a:gd name="connsiteX3" fmla="*/ 593642 w 1144121"/>
                <a:gd name="connsiteY3" fmla="*/ 2766120 h 2766120"/>
                <a:gd name="connsiteX4" fmla="*/ 54953 w 1144121"/>
                <a:gd name="connsiteY4" fmla="*/ 572931 h 2766120"/>
                <a:gd name="connsiteX0" fmla="*/ 54953 w 1079129"/>
                <a:gd name="connsiteY0" fmla="*/ 572931 h 2766120"/>
                <a:gd name="connsiteX1" fmla="*/ 1065989 w 1079129"/>
                <a:gd name="connsiteY1" fmla="*/ 149886 h 2766120"/>
                <a:gd name="connsiteX2" fmla="*/ 593642 w 1079129"/>
                <a:gd name="connsiteY2" fmla="*/ 2766120 h 2766120"/>
                <a:gd name="connsiteX3" fmla="*/ 54953 w 1079129"/>
                <a:gd name="connsiteY3" fmla="*/ 572931 h 2766120"/>
                <a:gd name="connsiteX0" fmla="*/ 54953 w 1117201"/>
                <a:gd name="connsiteY0" fmla="*/ 261325 h 2454514"/>
                <a:gd name="connsiteX1" fmla="*/ 1105076 w 1117201"/>
                <a:gd name="connsiteY1" fmla="*/ 328690 h 2454514"/>
                <a:gd name="connsiteX2" fmla="*/ 593642 w 1117201"/>
                <a:gd name="connsiteY2" fmla="*/ 2454514 h 2454514"/>
                <a:gd name="connsiteX3" fmla="*/ 54953 w 1117201"/>
                <a:gd name="connsiteY3" fmla="*/ 261325 h 2454514"/>
                <a:gd name="connsiteX0" fmla="*/ 54953 w 1145580"/>
                <a:gd name="connsiteY0" fmla="*/ 261325 h 2454514"/>
                <a:gd name="connsiteX1" fmla="*/ 1105076 w 1145580"/>
                <a:gd name="connsiteY1" fmla="*/ 328690 h 2454514"/>
                <a:gd name="connsiteX2" fmla="*/ 593642 w 1145580"/>
                <a:gd name="connsiteY2" fmla="*/ 2454514 h 2454514"/>
                <a:gd name="connsiteX3" fmla="*/ 54953 w 1145580"/>
                <a:gd name="connsiteY3" fmla="*/ 261325 h 2454514"/>
                <a:gd name="connsiteX0" fmla="*/ 54953 w 1145580"/>
                <a:gd name="connsiteY0" fmla="*/ 415682 h 2608871"/>
                <a:gd name="connsiteX1" fmla="*/ 1105076 w 1145580"/>
                <a:gd name="connsiteY1" fmla="*/ 483047 h 2608871"/>
                <a:gd name="connsiteX2" fmla="*/ 593642 w 1145580"/>
                <a:gd name="connsiteY2" fmla="*/ 2608871 h 2608871"/>
                <a:gd name="connsiteX3" fmla="*/ 54953 w 1145580"/>
                <a:gd name="connsiteY3" fmla="*/ 415682 h 2608871"/>
                <a:gd name="connsiteX0" fmla="*/ 54953 w 1145580"/>
                <a:gd name="connsiteY0" fmla="*/ 443721 h 2636910"/>
                <a:gd name="connsiteX1" fmla="*/ 1105076 w 1145580"/>
                <a:gd name="connsiteY1" fmla="*/ 511086 h 2636910"/>
                <a:gd name="connsiteX2" fmla="*/ 593642 w 1145580"/>
                <a:gd name="connsiteY2" fmla="*/ 2636910 h 2636910"/>
                <a:gd name="connsiteX3" fmla="*/ 54953 w 1145580"/>
                <a:gd name="connsiteY3" fmla="*/ 443721 h 263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580" h="2636910">
                  <a:moveTo>
                    <a:pt x="54953" y="443721"/>
                  </a:moveTo>
                  <a:cubicBezTo>
                    <a:pt x="241166" y="-43403"/>
                    <a:pt x="815753" y="-269931"/>
                    <a:pt x="1105076" y="511086"/>
                  </a:cubicBezTo>
                  <a:cubicBezTo>
                    <a:pt x="1194857" y="876617"/>
                    <a:pt x="1179072" y="2525536"/>
                    <a:pt x="593642" y="2636910"/>
                  </a:cubicBezTo>
                  <a:cubicBezTo>
                    <a:pt x="-158740" y="2296978"/>
                    <a:pt x="-5856" y="515435"/>
                    <a:pt x="54953" y="443721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Oval 12">
              <a:extLst>
                <a:ext uri="{FF2B5EF4-FFF2-40B4-BE49-F238E27FC236}">
                  <a16:creationId xmlns:a16="http://schemas.microsoft.com/office/drawing/2014/main" id="{18378873-C4EE-AE62-48D5-E7B0B9407DCB}"/>
                </a:ext>
              </a:extLst>
            </p:cNvPr>
            <p:cNvSpPr/>
            <p:nvPr/>
          </p:nvSpPr>
          <p:spPr>
            <a:xfrm flipV="1">
              <a:off x="4586075" y="1850293"/>
              <a:ext cx="182963" cy="318184"/>
            </a:xfrm>
            <a:custGeom>
              <a:avLst/>
              <a:gdLst>
                <a:gd name="connsiteX0" fmla="*/ 0 w 504825"/>
                <a:gd name="connsiteY0" fmla="*/ 438803 h 877606"/>
                <a:gd name="connsiteX1" fmla="*/ 252413 w 504825"/>
                <a:gd name="connsiteY1" fmla="*/ 0 h 877606"/>
                <a:gd name="connsiteX2" fmla="*/ 504826 w 504825"/>
                <a:gd name="connsiteY2" fmla="*/ 438803 h 877606"/>
                <a:gd name="connsiteX3" fmla="*/ 252413 w 504825"/>
                <a:gd name="connsiteY3" fmla="*/ 877606 h 877606"/>
                <a:gd name="connsiteX4" fmla="*/ 0 w 504825"/>
                <a:gd name="connsiteY4" fmla="*/ 438803 h 877606"/>
                <a:gd name="connsiteX0" fmla="*/ 0 w 504826"/>
                <a:gd name="connsiteY0" fmla="*/ 438803 h 877606"/>
                <a:gd name="connsiteX1" fmla="*/ 252413 w 504826"/>
                <a:gd name="connsiteY1" fmla="*/ 0 h 877606"/>
                <a:gd name="connsiteX2" fmla="*/ 504826 w 504826"/>
                <a:gd name="connsiteY2" fmla="*/ 438803 h 877606"/>
                <a:gd name="connsiteX3" fmla="*/ 252413 w 504826"/>
                <a:gd name="connsiteY3" fmla="*/ 877606 h 877606"/>
                <a:gd name="connsiteX4" fmla="*/ 0 w 504826"/>
                <a:gd name="connsiteY4" fmla="*/ 438803 h 877606"/>
                <a:gd name="connsiteX0" fmla="*/ 0 w 504826"/>
                <a:gd name="connsiteY0" fmla="*/ 438803 h 877923"/>
                <a:gd name="connsiteX1" fmla="*/ 252413 w 504826"/>
                <a:gd name="connsiteY1" fmla="*/ 0 h 877923"/>
                <a:gd name="connsiteX2" fmla="*/ 504826 w 504826"/>
                <a:gd name="connsiteY2" fmla="*/ 438803 h 877923"/>
                <a:gd name="connsiteX3" fmla="*/ 252413 w 504826"/>
                <a:gd name="connsiteY3" fmla="*/ 877606 h 877923"/>
                <a:gd name="connsiteX4" fmla="*/ 0 w 504826"/>
                <a:gd name="connsiteY4" fmla="*/ 438803 h 877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26" h="877923">
                  <a:moveTo>
                    <a:pt x="0" y="438803"/>
                  </a:moveTo>
                  <a:cubicBezTo>
                    <a:pt x="0" y="196459"/>
                    <a:pt x="193971" y="0"/>
                    <a:pt x="252413" y="0"/>
                  </a:cubicBezTo>
                  <a:cubicBezTo>
                    <a:pt x="310855" y="0"/>
                    <a:pt x="504826" y="196459"/>
                    <a:pt x="504826" y="438803"/>
                  </a:cubicBezTo>
                  <a:cubicBezTo>
                    <a:pt x="504826" y="681147"/>
                    <a:pt x="472780" y="868081"/>
                    <a:pt x="252413" y="877606"/>
                  </a:cubicBezTo>
                  <a:cubicBezTo>
                    <a:pt x="32046" y="887131"/>
                    <a:pt x="0" y="681147"/>
                    <a:pt x="0" y="438803"/>
                  </a:cubicBez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Oval 12">
              <a:extLst>
                <a:ext uri="{FF2B5EF4-FFF2-40B4-BE49-F238E27FC236}">
                  <a16:creationId xmlns:a16="http://schemas.microsoft.com/office/drawing/2014/main" id="{80817DD0-FA34-68AC-021A-D803733EEEBF}"/>
                </a:ext>
              </a:extLst>
            </p:cNvPr>
            <p:cNvSpPr/>
            <p:nvPr/>
          </p:nvSpPr>
          <p:spPr>
            <a:xfrm flipV="1">
              <a:off x="4898120" y="1850293"/>
              <a:ext cx="182963" cy="318184"/>
            </a:xfrm>
            <a:custGeom>
              <a:avLst/>
              <a:gdLst>
                <a:gd name="connsiteX0" fmla="*/ 0 w 504825"/>
                <a:gd name="connsiteY0" fmla="*/ 438803 h 877606"/>
                <a:gd name="connsiteX1" fmla="*/ 252413 w 504825"/>
                <a:gd name="connsiteY1" fmla="*/ 0 h 877606"/>
                <a:gd name="connsiteX2" fmla="*/ 504826 w 504825"/>
                <a:gd name="connsiteY2" fmla="*/ 438803 h 877606"/>
                <a:gd name="connsiteX3" fmla="*/ 252413 w 504825"/>
                <a:gd name="connsiteY3" fmla="*/ 877606 h 877606"/>
                <a:gd name="connsiteX4" fmla="*/ 0 w 504825"/>
                <a:gd name="connsiteY4" fmla="*/ 438803 h 877606"/>
                <a:gd name="connsiteX0" fmla="*/ 0 w 504826"/>
                <a:gd name="connsiteY0" fmla="*/ 438803 h 877606"/>
                <a:gd name="connsiteX1" fmla="*/ 252413 w 504826"/>
                <a:gd name="connsiteY1" fmla="*/ 0 h 877606"/>
                <a:gd name="connsiteX2" fmla="*/ 504826 w 504826"/>
                <a:gd name="connsiteY2" fmla="*/ 438803 h 877606"/>
                <a:gd name="connsiteX3" fmla="*/ 252413 w 504826"/>
                <a:gd name="connsiteY3" fmla="*/ 877606 h 877606"/>
                <a:gd name="connsiteX4" fmla="*/ 0 w 504826"/>
                <a:gd name="connsiteY4" fmla="*/ 438803 h 877606"/>
                <a:gd name="connsiteX0" fmla="*/ 0 w 504826"/>
                <a:gd name="connsiteY0" fmla="*/ 438803 h 877923"/>
                <a:gd name="connsiteX1" fmla="*/ 252413 w 504826"/>
                <a:gd name="connsiteY1" fmla="*/ 0 h 877923"/>
                <a:gd name="connsiteX2" fmla="*/ 504826 w 504826"/>
                <a:gd name="connsiteY2" fmla="*/ 438803 h 877923"/>
                <a:gd name="connsiteX3" fmla="*/ 252413 w 504826"/>
                <a:gd name="connsiteY3" fmla="*/ 877606 h 877923"/>
                <a:gd name="connsiteX4" fmla="*/ 0 w 504826"/>
                <a:gd name="connsiteY4" fmla="*/ 438803 h 877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26" h="877923">
                  <a:moveTo>
                    <a:pt x="0" y="438803"/>
                  </a:moveTo>
                  <a:cubicBezTo>
                    <a:pt x="0" y="196459"/>
                    <a:pt x="193971" y="0"/>
                    <a:pt x="252413" y="0"/>
                  </a:cubicBezTo>
                  <a:cubicBezTo>
                    <a:pt x="310855" y="0"/>
                    <a:pt x="504826" y="196459"/>
                    <a:pt x="504826" y="438803"/>
                  </a:cubicBezTo>
                  <a:cubicBezTo>
                    <a:pt x="504826" y="681147"/>
                    <a:pt x="472780" y="868081"/>
                    <a:pt x="252413" y="877606"/>
                  </a:cubicBezTo>
                  <a:cubicBezTo>
                    <a:pt x="32046" y="887131"/>
                    <a:pt x="0" y="681147"/>
                    <a:pt x="0" y="438803"/>
                  </a:cubicBez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2B41757-DF38-D21E-CD56-AE7B0652CC59}"/>
              </a:ext>
            </a:extLst>
          </p:cNvPr>
          <p:cNvGrpSpPr/>
          <p:nvPr/>
        </p:nvGrpSpPr>
        <p:grpSpPr>
          <a:xfrm>
            <a:off x="7292617" y="312115"/>
            <a:ext cx="3548534" cy="6110812"/>
            <a:chOff x="3030450" y="284501"/>
            <a:chExt cx="3548534" cy="6110812"/>
          </a:xfrm>
        </p:grpSpPr>
        <p:sp>
          <p:nvSpPr>
            <p:cNvPr id="71" name="Rectangle 9">
              <a:extLst>
                <a:ext uri="{FF2B5EF4-FFF2-40B4-BE49-F238E27FC236}">
                  <a16:creationId xmlns:a16="http://schemas.microsoft.com/office/drawing/2014/main" id="{65944046-9F1A-73F1-1A53-C1660D7F7BC7}"/>
                </a:ext>
              </a:extLst>
            </p:cNvPr>
            <p:cNvSpPr/>
            <p:nvPr/>
          </p:nvSpPr>
          <p:spPr>
            <a:xfrm rot="2111050">
              <a:off x="4281022" y="5427319"/>
              <a:ext cx="700037" cy="899842"/>
            </a:xfrm>
            <a:custGeom>
              <a:avLst/>
              <a:gdLst>
                <a:gd name="connsiteX0" fmla="*/ 0 w 280117"/>
                <a:gd name="connsiteY0" fmla="*/ 0 h 821915"/>
                <a:gd name="connsiteX1" fmla="*/ 280117 w 280117"/>
                <a:gd name="connsiteY1" fmla="*/ 0 h 821915"/>
                <a:gd name="connsiteX2" fmla="*/ 280117 w 280117"/>
                <a:gd name="connsiteY2" fmla="*/ 821915 h 821915"/>
                <a:gd name="connsiteX3" fmla="*/ 0 w 280117"/>
                <a:gd name="connsiteY3" fmla="*/ 821915 h 821915"/>
                <a:gd name="connsiteX4" fmla="*/ 0 w 280117"/>
                <a:gd name="connsiteY4" fmla="*/ 0 h 821915"/>
                <a:gd name="connsiteX0" fmla="*/ 0 w 648379"/>
                <a:gd name="connsiteY0" fmla="*/ 0 h 821915"/>
                <a:gd name="connsiteX1" fmla="*/ 280117 w 648379"/>
                <a:gd name="connsiteY1" fmla="*/ 0 h 821915"/>
                <a:gd name="connsiteX2" fmla="*/ 648379 w 648379"/>
                <a:gd name="connsiteY2" fmla="*/ 807024 h 821915"/>
                <a:gd name="connsiteX3" fmla="*/ 0 w 648379"/>
                <a:gd name="connsiteY3" fmla="*/ 821915 h 821915"/>
                <a:gd name="connsiteX4" fmla="*/ 0 w 648379"/>
                <a:gd name="connsiteY4" fmla="*/ 0 h 821915"/>
                <a:gd name="connsiteX0" fmla="*/ 0 w 648379"/>
                <a:gd name="connsiteY0" fmla="*/ 0 h 821915"/>
                <a:gd name="connsiteX1" fmla="*/ 280117 w 648379"/>
                <a:gd name="connsiteY1" fmla="*/ 0 h 821915"/>
                <a:gd name="connsiteX2" fmla="*/ 648379 w 648379"/>
                <a:gd name="connsiteY2" fmla="*/ 807024 h 821915"/>
                <a:gd name="connsiteX3" fmla="*/ 300316 w 648379"/>
                <a:gd name="connsiteY3" fmla="*/ 775390 h 821915"/>
                <a:gd name="connsiteX4" fmla="*/ 0 w 648379"/>
                <a:gd name="connsiteY4" fmla="*/ 821915 h 821915"/>
                <a:gd name="connsiteX5" fmla="*/ 0 w 648379"/>
                <a:gd name="connsiteY5" fmla="*/ 0 h 821915"/>
                <a:gd name="connsiteX0" fmla="*/ 0 w 648379"/>
                <a:gd name="connsiteY0" fmla="*/ 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0 w 648379"/>
                <a:gd name="connsiteY5" fmla="*/ 0 h 891839"/>
                <a:gd name="connsiteX0" fmla="*/ 0 w 648379"/>
                <a:gd name="connsiteY0" fmla="*/ 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0 w 648379"/>
                <a:gd name="connsiteY5" fmla="*/ 0 h 891839"/>
                <a:gd name="connsiteX0" fmla="*/ 134075 w 648379"/>
                <a:gd name="connsiteY0" fmla="*/ 7446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134075 w 648379"/>
                <a:gd name="connsiteY5" fmla="*/ 74460 h 891839"/>
                <a:gd name="connsiteX0" fmla="*/ 32035 w 648379"/>
                <a:gd name="connsiteY0" fmla="*/ 12377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32035 w 648379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9842"/>
                <a:gd name="connsiteX1" fmla="*/ 331775 w 700037"/>
                <a:gd name="connsiteY1" fmla="*/ 0 h 899842"/>
                <a:gd name="connsiteX2" fmla="*/ 700037 w 700037"/>
                <a:gd name="connsiteY2" fmla="*/ 807024 h 899842"/>
                <a:gd name="connsiteX3" fmla="*/ 351974 w 700037"/>
                <a:gd name="connsiteY3" fmla="*/ 775390 h 899842"/>
                <a:gd name="connsiteX4" fmla="*/ 51658 w 700037"/>
                <a:gd name="connsiteY4" fmla="*/ 821915 h 899842"/>
                <a:gd name="connsiteX5" fmla="*/ 83693 w 700037"/>
                <a:gd name="connsiteY5" fmla="*/ 12377 h 899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037" h="899842">
                  <a:moveTo>
                    <a:pt x="83693" y="12377"/>
                  </a:moveTo>
                  <a:lnTo>
                    <a:pt x="331775" y="0"/>
                  </a:lnTo>
                  <a:cubicBezTo>
                    <a:pt x="454529" y="269008"/>
                    <a:pt x="616207" y="510574"/>
                    <a:pt x="700037" y="807024"/>
                  </a:cubicBezTo>
                  <a:cubicBezTo>
                    <a:pt x="601844" y="838296"/>
                    <a:pt x="485027" y="1016723"/>
                    <a:pt x="351974" y="775390"/>
                  </a:cubicBezTo>
                  <a:cubicBezTo>
                    <a:pt x="255898" y="945389"/>
                    <a:pt x="146470" y="856755"/>
                    <a:pt x="51658" y="821915"/>
                  </a:cubicBezTo>
                  <a:cubicBezTo>
                    <a:pt x="-76585" y="545123"/>
                    <a:pt x="73015" y="282223"/>
                    <a:pt x="83693" y="12377"/>
                  </a:cubicBezTo>
                  <a:close/>
                </a:path>
              </a:pathLst>
            </a:custGeom>
            <a:solidFill>
              <a:srgbClr val="D42F1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Rectangle 9">
              <a:extLst>
                <a:ext uri="{FF2B5EF4-FFF2-40B4-BE49-F238E27FC236}">
                  <a16:creationId xmlns:a16="http://schemas.microsoft.com/office/drawing/2014/main" id="{AB0D3294-59DD-5DBB-8461-A9101725C0F4}"/>
                </a:ext>
              </a:extLst>
            </p:cNvPr>
            <p:cNvSpPr/>
            <p:nvPr/>
          </p:nvSpPr>
          <p:spPr>
            <a:xfrm rot="19488950" flipH="1">
              <a:off x="4723147" y="5428532"/>
              <a:ext cx="700037" cy="899842"/>
            </a:xfrm>
            <a:custGeom>
              <a:avLst/>
              <a:gdLst>
                <a:gd name="connsiteX0" fmla="*/ 0 w 280117"/>
                <a:gd name="connsiteY0" fmla="*/ 0 h 821915"/>
                <a:gd name="connsiteX1" fmla="*/ 280117 w 280117"/>
                <a:gd name="connsiteY1" fmla="*/ 0 h 821915"/>
                <a:gd name="connsiteX2" fmla="*/ 280117 w 280117"/>
                <a:gd name="connsiteY2" fmla="*/ 821915 h 821915"/>
                <a:gd name="connsiteX3" fmla="*/ 0 w 280117"/>
                <a:gd name="connsiteY3" fmla="*/ 821915 h 821915"/>
                <a:gd name="connsiteX4" fmla="*/ 0 w 280117"/>
                <a:gd name="connsiteY4" fmla="*/ 0 h 821915"/>
                <a:gd name="connsiteX0" fmla="*/ 0 w 648379"/>
                <a:gd name="connsiteY0" fmla="*/ 0 h 821915"/>
                <a:gd name="connsiteX1" fmla="*/ 280117 w 648379"/>
                <a:gd name="connsiteY1" fmla="*/ 0 h 821915"/>
                <a:gd name="connsiteX2" fmla="*/ 648379 w 648379"/>
                <a:gd name="connsiteY2" fmla="*/ 807024 h 821915"/>
                <a:gd name="connsiteX3" fmla="*/ 0 w 648379"/>
                <a:gd name="connsiteY3" fmla="*/ 821915 h 821915"/>
                <a:gd name="connsiteX4" fmla="*/ 0 w 648379"/>
                <a:gd name="connsiteY4" fmla="*/ 0 h 821915"/>
                <a:gd name="connsiteX0" fmla="*/ 0 w 648379"/>
                <a:gd name="connsiteY0" fmla="*/ 0 h 821915"/>
                <a:gd name="connsiteX1" fmla="*/ 280117 w 648379"/>
                <a:gd name="connsiteY1" fmla="*/ 0 h 821915"/>
                <a:gd name="connsiteX2" fmla="*/ 648379 w 648379"/>
                <a:gd name="connsiteY2" fmla="*/ 807024 h 821915"/>
                <a:gd name="connsiteX3" fmla="*/ 300316 w 648379"/>
                <a:gd name="connsiteY3" fmla="*/ 775390 h 821915"/>
                <a:gd name="connsiteX4" fmla="*/ 0 w 648379"/>
                <a:gd name="connsiteY4" fmla="*/ 821915 h 821915"/>
                <a:gd name="connsiteX5" fmla="*/ 0 w 648379"/>
                <a:gd name="connsiteY5" fmla="*/ 0 h 821915"/>
                <a:gd name="connsiteX0" fmla="*/ 0 w 648379"/>
                <a:gd name="connsiteY0" fmla="*/ 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0 w 648379"/>
                <a:gd name="connsiteY5" fmla="*/ 0 h 891839"/>
                <a:gd name="connsiteX0" fmla="*/ 0 w 648379"/>
                <a:gd name="connsiteY0" fmla="*/ 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0 w 648379"/>
                <a:gd name="connsiteY5" fmla="*/ 0 h 891839"/>
                <a:gd name="connsiteX0" fmla="*/ 134075 w 648379"/>
                <a:gd name="connsiteY0" fmla="*/ 74460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134075 w 648379"/>
                <a:gd name="connsiteY5" fmla="*/ 74460 h 891839"/>
                <a:gd name="connsiteX0" fmla="*/ 32035 w 648379"/>
                <a:gd name="connsiteY0" fmla="*/ 12377 h 891839"/>
                <a:gd name="connsiteX1" fmla="*/ 280117 w 648379"/>
                <a:gd name="connsiteY1" fmla="*/ 0 h 891839"/>
                <a:gd name="connsiteX2" fmla="*/ 648379 w 648379"/>
                <a:gd name="connsiteY2" fmla="*/ 807024 h 891839"/>
                <a:gd name="connsiteX3" fmla="*/ 300316 w 648379"/>
                <a:gd name="connsiteY3" fmla="*/ 775390 h 891839"/>
                <a:gd name="connsiteX4" fmla="*/ 0 w 648379"/>
                <a:gd name="connsiteY4" fmla="*/ 821915 h 891839"/>
                <a:gd name="connsiteX5" fmla="*/ 32035 w 648379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1839"/>
                <a:gd name="connsiteX1" fmla="*/ 331775 w 700037"/>
                <a:gd name="connsiteY1" fmla="*/ 0 h 891839"/>
                <a:gd name="connsiteX2" fmla="*/ 700037 w 700037"/>
                <a:gd name="connsiteY2" fmla="*/ 807024 h 891839"/>
                <a:gd name="connsiteX3" fmla="*/ 351974 w 700037"/>
                <a:gd name="connsiteY3" fmla="*/ 775390 h 891839"/>
                <a:gd name="connsiteX4" fmla="*/ 51658 w 700037"/>
                <a:gd name="connsiteY4" fmla="*/ 821915 h 891839"/>
                <a:gd name="connsiteX5" fmla="*/ 83693 w 700037"/>
                <a:gd name="connsiteY5" fmla="*/ 12377 h 891839"/>
                <a:gd name="connsiteX0" fmla="*/ 83693 w 700037"/>
                <a:gd name="connsiteY0" fmla="*/ 12377 h 899842"/>
                <a:gd name="connsiteX1" fmla="*/ 331775 w 700037"/>
                <a:gd name="connsiteY1" fmla="*/ 0 h 899842"/>
                <a:gd name="connsiteX2" fmla="*/ 700037 w 700037"/>
                <a:gd name="connsiteY2" fmla="*/ 807024 h 899842"/>
                <a:gd name="connsiteX3" fmla="*/ 351974 w 700037"/>
                <a:gd name="connsiteY3" fmla="*/ 775390 h 899842"/>
                <a:gd name="connsiteX4" fmla="*/ 51658 w 700037"/>
                <a:gd name="connsiteY4" fmla="*/ 821915 h 899842"/>
                <a:gd name="connsiteX5" fmla="*/ 83693 w 700037"/>
                <a:gd name="connsiteY5" fmla="*/ 12377 h 899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037" h="899842">
                  <a:moveTo>
                    <a:pt x="83693" y="12377"/>
                  </a:moveTo>
                  <a:lnTo>
                    <a:pt x="331775" y="0"/>
                  </a:lnTo>
                  <a:cubicBezTo>
                    <a:pt x="454529" y="269008"/>
                    <a:pt x="616207" y="510574"/>
                    <a:pt x="700037" y="807024"/>
                  </a:cubicBezTo>
                  <a:cubicBezTo>
                    <a:pt x="601844" y="838296"/>
                    <a:pt x="485027" y="1016723"/>
                    <a:pt x="351974" y="775390"/>
                  </a:cubicBezTo>
                  <a:cubicBezTo>
                    <a:pt x="255898" y="945389"/>
                    <a:pt x="146470" y="856755"/>
                    <a:pt x="51658" y="821915"/>
                  </a:cubicBezTo>
                  <a:cubicBezTo>
                    <a:pt x="-76585" y="545123"/>
                    <a:pt x="73015" y="282223"/>
                    <a:pt x="83693" y="12377"/>
                  </a:cubicBezTo>
                  <a:close/>
                </a:path>
              </a:pathLst>
            </a:custGeom>
            <a:solidFill>
              <a:srgbClr val="D42F1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Oval 12">
              <a:extLst>
                <a:ext uri="{FF2B5EF4-FFF2-40B4-BE49-F238E27FC236}">
                  <a16:creationId xmlns:a16="http://schemas.microsoft.com/office/drawing/2014/main" id="{BE48C8CB-E616-7159-EDC9-A231E6C48B76}"/>
                </a:ext>
              </a:extLst>
            </p:cNvPr>
            <p:cNvSpPr/>
            <p:nvPr/>
          </p:nvSpPr>
          <p:spPr>
            <a:xfrm>
              <a:off x="4610101" y="5517390"/>
              <a:ext cx="504826" cy="877923"/>
            </a:xfrm>
            <a:custGeom>
              <a:avLst/>
              <a:gdLst>
                <a:gd name="connsiteX0" fmla="*/ 0 w 504825"/>
                <a:gd name="connsiteY0" fmla="*/ 438803 h 877606"/>
                <a:gd name="connsiteX1" fmla="*/ 252413 w 504825"/>
                <a:gd name="connsiteY1" fmla="*/ 0 h 877606"/>
                <a:gd name="connsiteX2" fmla="*/ 504826 w 504825"/>
                <a:gd name="connsiteY2" fmla="*/ 438803 h 877606"/>
                <a:gd name="connsiteX3" fmla="*/ 252413 w 504825"/>
                <a:gd name="connsiteY3" fmla="*/ 877606 h 877606"/>
                <a:gd name="connsiteX4" fmla="*/ 0 w 504825"/>
                <a:gd name="connsiteY4" fmla="*/ 438803 h 877606"/>
                <a:gd name="connsiteX0" fmla="*/ 0 w 504826"/>
                <a:gd name="connsiteY0" fmla="*/ 438803 h 877606"/>
                <a:gd name="connsiteX1" fmla="*/ 252413 w 504826"/>
                <a:gd name="connsiteY1" fmla="*/ 0 h 877606"/>
                <a:gd name="connsiteX2" fmla="*/ 504826 w 504826"/>
                <a:gd name="connsiteY2" fmla="*/ 438803 h 877606"/>
                <a:gd name="connsiteX3" fmla="*/ 252413 w 504826"/>
                <a:gd name="connsiteY3" fmla="*/ 877606 h 877606"/>
                <a:gd name="connsiteX4" fmla="*/ 0 w 504826"/>
                <a:gd name="connsiteY4" fmla="*/ 438803 h 877606"/>
                <a:gd name="connsiteX0" fmla="*/ 0 w 504826"/>
                <a:gd name="connsiteY0" fmla="*/ 438803 h 877923"/>
                <a:gd name="connsiteX1" fmla="*/ 252413 w 504826"/>
                <a:gd name="connsiteY1" fmla="*/ 0 h 877923"/>
                <a:gd name="connsiteX2" fmla="*/ 504826 w 504826"/>
                <a:gd name="connsiteY2" fmla="*/ 438803 h 877923"/>
                <a:gd name="connsiteX3" fmla="*/ 252413 w 504826"/>
                <a:gd name="connsiteY3" fmla="*/ 877606 h 877923"/>
                <a:gd name="connsiteX4" fmla="*/ 0 w 504826"/>
                <a:gd name="connsiteY4" fmla="*/ 438803 h 877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26" h="877923">
                  <a:moveTo>
                    <a:pt x="0" y="438803"/>
                  </a:moveTo>
                  <a:cubicBezTo>
                    <a:pt x="0" y="196459"/>
                    <a:pt x="193971" y="0"/>
                    <a:pt x="252413" y="0"/>
                  </a:cubicBezTo>
                  <a:cubicBezTo>
                    <a:pt x="310855" y="0"/>
                    <a:pt x="504826" y="196459"/>
                    <a:pt x="504826" y="438803"/>
                  </a:cubicBezTo>
                  <a:cubicBezTo>
                    <a:pt x="504826" y="681147"/>
                    <a:pt x="472780" y="868081"/>
                    <a:pt x="252413" y="877606"/>
                  </a:cubicBezTo>
                  <a:cubicBezTo>
                    <a:pt x="32046" y="887131"/>
                    <a:pt x="0" y="681147"/>
                    <a:pt x="0" y="438803"/>
                  </a:cubicBezTo>
                  <a:close/>
                </a:path>
              </a:pathLst>
            </a:custGeom>
            <a:solidFill>
              <a:srgbClr val="D42F1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78DC9B5-9814-E163-9644-5BD800A807A5}"/>
                </a:ext>
              </a:extLst>
            </p:cNvPr>
            <p:cNvGrpSpPr/>
            <p:nvPr/>
          </p:nvGrpSpPr>
          <p:grpSpPr>
            <a:xfrm>
              <a:off x="3698921" y="284501"/>
              <a:ext cx="885734" cy="2680406"/>
              <a:chOff x="3698921" y="284501"/>
              <a:chExt cx="885734" cy="2680406"/>
            </a:xfrm>
          </p:grpSpPr>
          <p:sp>
            <p:nvSpPr>
              <p:cNvPr id="100" name="Rectangle: Rounded Corners 14">
                <a:extLst>
                  <a:ext uri="{FF2B5EF4-FFF2-40B4-BE49-F238E27FC236}">
                    <a16:creationId xmlns:a16="http://schemas.microsoft.com/office/drawing/2014/main" id="{19E045B9-DE7A-8DF4-72E1-D5772E84B57D}"/>
                  </a:ext>
                </a:extLst>
              </p:cNvPr>
              <p:cNvSpPr/>
              <p:nvPr/>
            </p:nvSpPr>
            <p:spPr>
              <a:xfrm rot="20842153">
                <a:off x="3800213" y="1784926"/>
                <a:ext cx="428780" cy="794497"/>
              </a:xfrm>
              <a:custGeom>
                <a:avLst/>
                <a:gdLst>
                  <a:gd name="connsiteX0" fmla="*/ 0 w 230816"/>
                  <a:gd name="connsiteY0" fmla="*/ 38470 h 703687"/>
                  <a:gd name="connsiteX1" fmla="*/ 38470 w 230816"/>
                  <a:gd name="connsiteY1" fmla="*/ 0 h 703687"/>
                  <a:gd name="connsiteX2" fmla="*/ 192346 w 230816"/>
                  <a:gd name="connsiteY2" fmla="*/ 0 h 703687"/>
                  <a:gd name="connsiteX3" fmla="*/ 230816 w 230816"/>
                  <a:gd name="connsiteY3" fmla="*/ 38470 h 703687"/>
                  <a:gd name="connsiteX4" fmla="*/ 230816 w 230816"/>
                  <a:gd name="connsiteY4" fmla="*/ 665217 h 703687"/>
                  <a:gd name="connsiteX5" fmla="*/ 192346 w 230816"/>
                  <a:gd name="connsiteY5" fmla="*/ 703687 h 703687"/>
                  <a:gd name="connsiteX6" fmla="*/ 38470 w 230816"/>
                  <a:gd name="connsiteY6" fmla="*/ 703687 h 703687"/>
                  <a:gd name="connsiteX7" fmla="*/ 0 w 230816"/>
                  <a:gd name="connsiteY7" fmla="*/ 665217 h 703687"/>
                  <a:gd name="connsiteX8" fmla="*/ 0 w 230816"/>
                  <a:gd name="connsiteY8" fmla="*/ 38470 h 703687"/>
                  <a:gd name="connsiteX0" fmla="*/ 92730 w 323546"/>
                  <a:gd name="connsiteY0" fmla="*/ 38470 h 703687"/>
                  <a:gd name="connsiteX1" fmla="*/ 131200 w 323546"/>
                  <a:gd name="connsiteY1" fmla="*/ 0 h 703687"/>
                  <a:gd name="connsiteX2" fmla="*/ 285076 w 323546"/>
                  <a:gd name="connsiteY2" fmla="*/ 0 h 703687"/>
                  <a:gd name="connsiteX3" fmla="*/ 323546 w 323546"/>
                  <a:gd name="connsiteY3" fmla="*/ 38470 h 703687"/>
                  <a:gd name="connsiteX4" fmla="*/ 323546 w 323546"/>
                  <a:gd name="connsiteY4" fmla="*/ 665217 h 703687"/>
                  <a:gd name="connsiteX5" fmla="*/ 285076 w 323546"/>
                  <a:gd name="connsiteY5" fmla="*/ 703687 h 703687"/>
                  <a:gd name="connsiteX6" fmla="*/ 131200 w 323546"/>
                  <a:gd name="connsiteY6" fmla="*/ 703687 h 703687"/>
                  <a:gd name="connsiteX7" fmla="*/ 92730 w 323546"/>
                  <a:gd name="connsiteY7" fmla="*/ 665217 h 703687"/>
                  <a:gd name="connsiteX8" fmla="*/ 92730 w 323546"/>
                  <a:gd name="connsiteY8" fmla="*/ 38470 h 703687"/>
                  <a:gd name="connsiteX0" fmla="*/ 110464 w 341280"/>
                  <a:gd name="connsiteY0" fmla="*/ 38470 h 703687"/>
                  <a:gd name="connsiteX1" fmla="*/ 148934 w 341280"/>
                  <a:gd name="connsiteY1" fmla="*/ 0 h 703687"/>
                  <a:gd name="connsiteX2" fmla="*/ 302810 w 341280"/>
                  <a:gd name="connsiteY2" fmla="*/ 0 h 703687"/>
                  <a:gd name="connsiteX3" fmla="*/ 341280 w 341280"/>
                  <a:gd name="connsiteY3" fmla="*/ 38470 h 703687"/>
                  <a:gd name="connsiteX4" fmla="*/ 341280 w 341280"/>
                  <a:gd name="connsiteY4" fmla="*/ 665217 h 703687"/>
                  <a:gd name="connsiteX5" fmla="*/ 302810 w 341280"/>
                  <a:gd name="connsiteY5" fmla="*/ 703687 h 703687"/>
                  <a:gd name="connsiteX6" fmla="*/ 148934 w 341280"/>
                  <a:gd name="connsiteY6" fmla="*/ 703687 h 703687"/>
                  <a:gd name="connsiteX7" fmla="*/ 110464 w 341280"/>
                  <a:gd name="connsiteY7" fmla="*/ 665217 h 703687"/>
                  <a:gd name="connsiteX8" fmla="*/ 110464 w 341280"/>
                  <a:gd name="connsiteY8" fmla="*/ 38470 h 703687"/>
                  <a:gd name="connsiteX0" fmla="*/ 110464 w 420951"/>
                  <a:gd name="connsiteY0" fmla="*/ 38470 h 703687"/>
                  <a:gd name="connsiteX1" fmla="*/ 148934 w 420951"/>
                  <a:gd name="connsiteY1" fmla="*/ 0 h 703687"/>
                  <a:gd name="connsiteX2" fmla="*/ 302810 w 420951"/>
                  <a:gd name="connsiteY2" fmla="*/ 0 h 703687"/>
                  <a:gd name="connsiteX3" fmla="*/ 341280 w 420951"/>
                  <a:gd name="connsiteY3" fmla="*/ 38470 h 703687"/>
                  <a:gd name="connsiteX4" fmla="*/ 341280 w 420951"/>
                  <a:gd name="connsiteY4" fmla="*/ 665217 h 703687"/>
                  <a:gd name="connsiteX5" fmla="*/ 302810 w 420951"/>
                  <a:gd name="connsiteY5" fmla="*/ 703687 h 703687"/>
                  <a:gd name="connsiteX6" fmla="*/ 148934 w 420951"/>
                  <a:gd name="connsiteY6" fmla="*/ 703687 h 703687"/>
                  <a:gd name="connsiteX7" fmla="*/ 110464 w 420951"/>
                  <a:gd name="connsiteY7" fmla="*/ 665217 h 703687"/>
                  <a:gd name="connsiteX8" fmla="*/ 110464 w 420951"/>
                  <a:gd name="connsiteY8" fmla="*/ 38470 h 703687"/>
                  <a:gd name="connsiteX0" fmla="*/ 110464 w 428780"/>
                  <a:gd name="connsiteY0" fmla="*/ 38470 h 703687"/>
                  <a:gd name="connsiteX1" fmla="*/ 148934 w 428780"/>
                  <a:gd name="connsiteY1" fmla="*/ 0 h 703687"/>
                  <a:gd name="connsiteX2" fmla="*/ 302810 w 428780"/>
                  <a:gd name="connsiteY2" fmla="*/ 0 h 703687"/>
                  <a:gd name="connsiteX3" fmla="*/ 341280 w 428780"/>
                  <a:gd name="connsiteY3" fmla="*/ 38470 h 703687"/>
                  <a:gd name="connsiteX4" fmla="*/ 341280 w 428780"/>
                  <a:gd name="connsiteY4" fmla="*/ 665217 h 703687"/>
                  <a:gd name="connsiteX5" fmla="*/ 302810 w 428780"/>
                  <a:gd name="connsiteY5" fmla="*/ 703687 h 703687"/>
                  <a:gd name="connsiteX6" fmla="*/ 148934 w 428780"/>
                  <a:gd name="connsiteY6" fmla="*/ 703687 h 703687"/>
                  <a:gd name="connsiteX7" fmla="*/ 110464 w 428780"/>
                  <a:gd name="connsiteY7" fmla="*/ 665217 h 703687"/>
                  <a:gd name="connsiteX8" fmla="*/ 110464 w 428780"/>
                  <a:gd name="connsiteY8" fmla="*/ 38470 h 70368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02810 w 428780"/>
                  <a:gd name="connsiteY2" fmla="*/ 90810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39450 w 428780"/>
                  <a:gd name="connsiteY2" fmla="*/ 14424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8780" h="794497">
                    <a:moveTo>
                      <a:pt x="110464" y="129280"/>
                    </a:moveTo>
                    <a:cubicBezTo>
                      <a:pt x="110464" y="108034"/>
                      <a:pt x="187082" y="0"/>
                      <a:pt x="208328" y="0"/>
                    </a:cubicBezTo>
                    <a:lnTo>
                      <a:pt x="339450" y="14424"/>
                    </a:lnTo>
                    <a:cubicBezTo>
                      <a:pt x="360696" y="14424"/>
                      <a:pt x="341280" y="108034"/>
                      <a:pt x="341280" y="129280"/>
                    </a:cubicBezTo>
                    <a:cubicBezTo>
                      <a:pt x="520540" y="235202"/>
                      <a:pt x="374188" y="632575"/>
                      <a:pt x="341280" y="756027"/>
                    </a:cubicBezTo>
                    <a:cubicBezTo>
                      <a:pt x="341280" y="777273"/>
                      <a:pt x="324056" y="794497"/>
                      <a:pt x="302810" y="794497"/>
                    </a:cubicBezTo>
                    <a:lnTo>
                      <a:pt x="148934" y="794497"/>
                    </a:lnTo>
                    <a:cubicBezTo>
                      <a:pt x="127688" y="794497"/>
                      <a:pt x="110464" y="777273"/>
                      <a:pt x="110464" y="756027"/>
                    </a:cubicBezTo>
                    <a:cubicBezTo>
                      <a:pt x="39961" y="687491"/>
                      <a:pt x="-98180" y="310964"/>
                      <a:pt x="110464" y="129280"/>
                    </a:cubicBezTo>
                    <a:close/>
                  </a:path>
                </a:pathLst>
              </a:custGeom>
              <a:solidFill>
                <a:srgbClr val="F3381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Rectangle: Rounded Corners 14">
                <a:extLst>
                  <a:ext uri="{FF2B5EF4-FFF2-40B4-BE49-F238E27FC236}">
                    <a16:creationId xmlns:a16="http://schemas.microsoft.com/office/drawing/2014/main" id="{E38907EF-4900-2014-53C7-FBFC0CAE0F3B}"/>
                  </a:ext>
                </a:extLst>
              </p:cNvPr>
              <p:cNvSpPr/>
              <p:nvPr/>
            </p:nvSpPr>
            <p:spPr>
              <a:xfrm rot="20842153">
                <a:off x="3992833" y="2294449"/>
                <a:ext cx="436300" cy="670458"/>
              </a:xfrm>
              <a:custGeom>
                <a:avLst/>
                <a:gdLst>
                  <a:gd name="connsiteX0" fmla="*/ 0 w 230816"/>
                  <a:gd name="connsiteY0" fmla="*/ 38470 h 703687"/>
                  <a:gd name="connsiteX1" fmla="*/ 38470 w 230816"/>
                  <a:gd name="connsiteY1" fmla="*/ 0 h 703687"/>
                  <a:gd name="connsiteX2" fmla="*/ 192346 w 230816"/>
                  <a:gd name="connsiteY2" fmla="*/ 0 h 703687"/>
                  <a:gd name="connsiteX3" fmla="*/ 230816 w 230816"/>
                  <a:gd name="connsiteY3" fmla="*/ 38470 h 703687"/>
                  <a:gd name="connsiteX4" fmla="*/ 230816 w 230816"/>
                  <a:gd name="connsiteY4" fmla="*/ 665217 h 703687"/>
                  <a:gd name="connsiteX5" fmla="*/ 192346 w 230816"/>
                  <a:gd name="connsiteY5" fmla="*/ 703687 h 703687"/>
                  <a:gd name="connsiteX6" fmla="*/ 38470 w 230816"/>
                  <a:gd name="connsiteY6" fmla="*/ 703687 h 703687"/>
                  <a:gd name="connsiteX7" fmla="*/ 0 w 230816"/>
                  <a:gd name="connsiteY7" fmla="*/ 665217 h 703687"/>
                  <a:gd name="connsiteX8" fmla="*/ 0 w 230816"/>
                  <a:gd name="connsiteY8" fmla="*/ 38470 h 703687"/>
                  <a:gd name="connsiteX0" fmla="*/ 92730 w 323546"/>
                  <a:gd name="connsiteY0" fmla="*/ 38470 h 703687"/>
                  <a:gd name="connsiteX1" fmla="*/ 131200 w 323546"/>
                  <a:gd name="connsiteY1" fmla="*/ 0 h 703687"/>
                  <a:gd name="connsiteX2" fmla="*/ 285076 w 323546"/>
                  <a:gd name="connsiteY2" fmla="*/ 0 h 703687"/>
                  <a:gd name="connsiteX3" fmla="*/ 323546 w 323546"/>
                  <a:gd name="connsiteY3" fmla="*/ 38470 h 703687"/>
                  <a:gd name="connsiteX4" fmla="*/ 323546 w 323546"/>
                  <a:gd name="connsiteY4" fmla="*/ 665217 h 703687"/>
                  <a:gd name="connsiteX5" fmla="*/ 285076 w 323546"/>
                  <a:gd name="connsiteY5" fmla="*/ 703687 h 703687"/>
                  <a:gd name="connsiteX6" fmla="*/ 131200 w 323546"/>
                  <a:gd name="connsiteY6" fmla="*/ 703687 h 703687"/>
                  <a:gd name="connsiteX7" fmla="*/ 92730 w 323546"/>
                  <a:gd name="connsiteY7" fmla="*/ 665217 h 703687"/>
                  <a:gd name="connsiteX8" fmla="*/ 92730 w 323546"/>
                  <a:gd name="connsiteY8" fmla="*/ 38470 h 703687"/>
                  <a:gd name="connsiteX0" fmla="*/ 110464 w 341280"/>
                  <a:gd name="connsiteY0" fmla="*/ 38470 h 703687"/>
                  <a:gd name="connsiteX1" fmla="*/ 148934 w 341280"/>
                  <a:gd name="connsiteY1" fmla="*/ 0 h 703687"/>
                  <a:gd name="connsiteX2" fmla="*/ 302810 w 341280"/>
                  <a:gd name="connsiteY2" fmla="*/ 0 h 703687"/>
                  <a:gd name="connsiteX3" fmla="*/ 341280 w 341280"/>
                  <a:gd name="connsiteY3" fmla="*/ 38470 h 703687"/>
                  <a:gd name="connsiteX4" fmla="*/ 341280 w 341280"/>
                  <a:gd name="connsiteY4" fmla="*/ 665217 h 703687"/>
                  <a:gd name="connsiteX5" fmla="*/ 302810 w 341280"/>
                  <a:gd name="connsiteY5" fmla="*/ 703687 h 703687"/>
                  <a:gd name="connsiteX6" fmla="*/ 148934 w 341280"/>
                  <a:gd name="connsiteY6" fmla="*/ 703687 h 703687"/>
                  <a:gd name="connsiteX7" fmla="*/ 110464 w 341280"/>
                  <a:gd name="connsiteY7" fmla="*/ 665217 h 703687"/>
                  <a:gd name="connsiteX8" fmla="*/ 110464 w 341280"/>
                  <a:gd name="connsiteY8" fmla="*/ 38470 h 703687"/>
                  <a:gd name="connsiteX0" fmla="*/ 110464 w 420951"/>
                  <a:gd name="connsiteY0" fmla="*/ 38470 h 703687"/>
                  <a:gd name="connsiteX1" fmla="*/ 148934 w 420951"/>
                  <a:gd name="connsiteY1" fmla="*/ 0 h 703687"/>
                  <a:gd name="connsiteX2" fmla="*/ 302810 w 420951"/>
                  <a:gd name="connsiteY2" fmla="*/ 0 h 703687"/>
                  <a:gd name="connsiteX3" fmla="*/ 341280 w 420951"/>
                  <a:gd name="connsiteY3" fmla="*/ 38470 h 703687"/>
                  <a:gd name="connsiteX4" fmla="*/ 341280 w 420951"/>
                  <a:gd name="connsiteY4" fmla="*/ 665217 h 703687"/>
                  <a:gd name="connsiteX5" fmla="*/ 302810 w 420951"/>
                  <a:gd name="connsiteY5" fmla="*/ 703687 h 703687"/>
                  <a:gd name="connsiteX6" fmla="*/ 148934 w 420951"/>
                  <a:gd name="connsiteY6" fmla="*/ 703687 h 703687"/>
                  <a:gd name="connsiteX7" fmla="*/ 110464 w 420951"/>
                  <a:gd name="connsiteY7" fmla="*/ 665217 h 703687"/>
                  <a:gd name="connsiteX8" fmla="*/ 110464 w 420951"/>
                  <a:gd name="connsiteY8" fmla="*/ 38470 h 703687"/>
                  <a:gd name="connsiteX0" fmla="*/ 110464 w 428780"/>
                  <a:gd name="connsiteY0" fmla="*/ 38470 h 703687"/>
                  <a:gd name="connsiteX1" fmla="*/ 148934 w 428780"/>
                  <a:gd name="connsiteY1" fmla="*/ 0 h 703687"/>
                  <a:gd name="connsiteX2" fmla="*/ 302810 w 428780"/>
                  <a:gd name="connsiteY2" fmla="*/ 0 h 703687"/>
                  <a:gd name="connsiteX3" fmla="*/ 341280 w 428780"/>
                  <a:gd name="connsiteY3" fmla="*/ 38470 h 703687"/>
                  <a:gd name="connsiteX4" fmla="*/ 341280 w 428780"/>
                  <a:gd name="connsiteY4" fmla="*/ 665217 h 703687"/>
                  <a:gd name="connsiteX5" fmla="*/ 302810 w 428780"/>
                  <a:gd name="connsiteY5" fmla="*/ 703687 h 703687"/>
                  <a:gd name="connsiteX6" fmla="*/ 148934 w 428780"/>
                  <a:gd name="connsiteY6" fmla="*/ 703687 h 703687"/>
                  <a:gd name="connsiteX7" fmla="*/ 110464 w 428780"/>
                  <a:gd name="connsiteY7" fmla="*/ 665217 h 703687"/>
                  <a:gd name="connsiteX8" fmla="*/ 110464 w 428780"/>
                  <a:gd name="connsiteY8" fmla="*/ 38470 h 70368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02810 w 428780"/>
                  <a:gd name="connsiteY2" fmla="*/ 90810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39450 w 428780"/>
                  <a:gd name="connsiteY2" fmla="*/ 14424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14991 h 780208"/>
                  <a:gd name="connsiteX1" fmla="*/ 339450 w 428780"/>
                  <a:gd name="connsiteY1" fmla="*/ 135 h 780208"/>
                  <a:gd name="connsiteX2" fmla="*/ 341280 w 428780"/>
                  <a:gd name="connsiteY2" fmla="*/ 114991 h 780208"/>
                  <a:gd name="connsiteX3" fmla="*/ 341280 w 428780"/>
                  <a:gd name="connsiteY3" fmla="*/ 741738 h 780208"/>
                  <a:gd name="connsiteX4" fmla="*/ 302810 w 428780"/>
                  <a:gd name="connsiteY4" fmla="*/ 780208 h 780208"/>
                  <a:gd name="connsiteX5" fmla="*/ 148934 w 428780"/>
                  <a:gd name="connsiteY5" fmla="*/ 780208 h 780208"/>
                  <a:gd name="connsiteX6" fmla="*/ 110464 w 428780"/>
                  <a:gd name="connsiteY6" fmla="*/ 741738 h 780208"/>
                  <a:gd name="connsiteX7" fmla="*/ 110464 w 428780"/>
                  <a:gd name="connsiteY7" fmla="*/ 114991 h 780208"/>
                  <a:gd name="connsiteX0" fmla="*/ 110464 w 428780"/>
                  <a:gd name="connsiteY0" fmla="*/ 78344 h 743561"/>
                  <a:gd name="connsiteX1" fmla="*/ 341280 w 428780"/>
                  <a:gd name="connsiteY1" fmla="*/ 78344 h 743561"/>
                  <a:gd name="connsiteX2" fmla="*/ 341280 w 428780"/>
                  <a:gd name="connsiteY2" fmla="*/ 705091 h 743561"/>
                  <a:gd name="connsiteX3" fmla="*/ 302810 w 428780"/>
                  <a:gd name="connsiteY3" fmla="*/ 743561 h 743561"/>
                  <a:gd name="connsiteX4" fmla="*/ 148934 w 428780"/>
                  <a:gd name="connsiteY4" fmla="*/ 743561 h 743561"/>
                  <a:gd name="connsiteX5" fmla="*/ 110464 w 428780"/>
                  <a:gd name="connsiteY5" fmla="*/ 705091 h 743561"/>
                  <a:gd name="connsiteX6" fmla="*/ 110464 w 428780"/>
                  <a:gd name="connsiteY6" fmla="*/ 78344 h 743561"/>
                  <a:gd name="connsiteX0" fmla="*/ 110464 w 341280"/>
                  <a:gd name="connsiteY0" fmla="*/ 0 h 665217"/>
                  <a:gd name="connsiteX1" fmla="*/ 341280 w 341280"/>
                  <a:gd name="connsiteY1" fmla="*/ 626747 h 665217"/>
                  <a:gd name="connsiteX2" fmla="*/ 302810 w 341280"/>
                  <a:gd name="connsiteY2" fmla="*/ 665217 h 665217"/>
                  <a:gd name="connsiteX3" fmla="*/ 148934 w 341280"/>
                  <a:gd name="connsiteY3" fmla="*/ 665217 h 665217"/>
                  <a:gd name="connsiteX4" fmla="*/ 110464 w 341280"/>
                  <a:gd name="connsiteY4" fmla="*/ 626747 h 665217"/>
                  <a:gd name="connsiteX5" fmla="*/ 110464 w 341280"/>
                  <a:gd name="connsiteY5" fmla="*/ 0 h 665217"/>
                  <a:gd name="connsiteX0" fmla="*/ 189478 w 269447"/>
                  <a:gd name="connsiteY0" fmla="*/ 0 h 670458"/>
                  <a:gd name="connsiteX1" fmla="*/ 269447 w 269447"/>
                  <a:gd name="connsiteY1" fmla="*/ 631988 h 670458"/>
                  <a:gd name="connsiteX2" fmla="*/ 230977 w 269447"/>
                  <a:gd name="connsiteY2" fmla="*/ 670458 h 670458"/>
                  <a:gd name="connsiteX3" fmla="*/ 77101 w 269447"/>
                  <a:gd name="connsiteY3" fmla="*/ 670458 h 670458"/>
                  <a:gd name="connsiteX4" fmla="*/ 38631 w 269447"/>
                  <a:gd name="connsiteY4" fmla="*/ 631988 h 670458"/>
                  <a:gd name="connsiteX5" fmla="*/ 189478 w 269447"/>
                  <a:gd name="connsiteY5" fmla="*/ 0 h 670458"/>
                  <a:gd name="connsiteX0" fmla="*/ 273831 w 353800"/>
                  <a:gd name="connsiteY0" fmla="*/ 0 h 670458"/>
                  <a:gd name="connsiteX1" fmla="*/ 353800 w 353800"/>
                  <a:gd name="connsiteY1" fmla="*/ 631988 h 670458"/>
                  <a:gd name="connsiteX2" fmla="*/ 315330 w 353800"/>
                  <a:gd name="connsiteY2" fmla="*/ 670458 h 670458"/>
                  <a:gd name="connsiteX3" fmla="*/ 161454 w 353800"/>
                  <a:gd name="connsiteY3" fmla="*/ 670458 h 670458"/>
                  <a:gd name="connsiteX4" fmla="*/ 122984 w 353800"/>
                  <a:gd name="connsiteY4" fmla="*/ 631988 h 670458"/>
                  <a:gd name="connsiteX5" fmla="*/ 273831 w 353800"/>
                  <a:gd name="connsiteY5" fmla="*/ 0 h 670458"/>
                  <a:gd name="connsiteX0" fmla="*/ 273831 w 460362"/>
                  <a:gd name="connsiteY0" fmla="*/ 0 h 670458"/>
                  <a:gd name="connsiteX1" fmla="*/ 353800 w 460362"/>
                  <a:gd name="connsiteY1" fmla="*/ 631988 h 670458"/>
                  <a:gd name="connsiteX2" fmla="*/ 315330 w 460362"/>
                  <a:gd name="connsiteY2" fmla="*/ 670458 h 670458"/>
                  <a:gd name="connsiteX3" fmla="*/ 161454 w 460362"/>
                  <a:gd name="connsiteY3" fmla="*/ 670458 h 670458"/>
                  <a:gd name="connsiteX4" fmla="*/ 122984 w 460362"/>
                  <a:gd name="connsiteY4" fmla="*/ 631988 h 670458"/>
                  <a:gd name="connsiteX5" fmla="*/ 273831 w 460362"/>
                  <a:gd name="connsiteY5" fmla="*/ 0 h 670458"/>
                  <a:gd name="connsiteX0" fmla="*/ 273831 w 468890"/>
                  <a:gd name="connsiteY0" fmla="*/ 0 h 670458"/>
                  <a:gd name="connsiteX1" fmla="*/ 353800 w 468890"/>
                  <a:gd name="connsiteY1" fmla="*/ 631988 h 670458"/>
                  <a:gd name="connsiteX2" fmla="*/ 315330 w 468890"/>
                  <a:gd name="connsiteY2" fmla="*/ 670458 h 670458"/>
                  <a:gd name="connsiteX3" fmla="*/ 161454 w 468890"/>
                  <a:gd name="connsiteY3" fmla="*/ 670458 h 670458"/>
                  <a:gd name="connsiteX4" fmla="*/ 122984 w 468890"/>
                  <a:gd name="connsiteY4" fmla="*/ 631988 h 670458"/>
                  <a:gd name="connsiteX5" fmla="*/ 273831 w 468890"/>
                  <a:gd name="connsiteY5" fmla="*/ 0 h 670458"/>
                  <a:gd name="connsiteX0" fmla="*/ 241241 w 436300"/>
                  <a:gd name="connsiteY0" fmla="*/ 0 h 670458"/>
                  <a:gd name="connsiteX1" fmla="*/ 321210 w 436300"/>
                  <a:gd name="connsiteY1" fmla="*/ 631988 h 670458"/>
                  <a:gd name="connsiteX2" fmla="*/ 282740 w 436300"/>
                  <a:gd name="connsiteY2" fmla="*/ 670458 h 670458"/>
                  <a:gd name="connsiteX3" fmla="*/ 128864 w 436300"/>
                  <a:gd name="connsiteY3" fmla="*/ 670458 h 670458"/>
                  <a:gd name="connsiteX4" fmla="*/ 90394 w 436300"/>
                  <a:gd name="connsiteY4" fmla="*/ 631988 h 670458"/>
                  <a:gd name="connsiteX5" fmla="*/ 241241 w 436300"/>
                  <a:gd name="connsiteY5" fmla="*/ 0 h 670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6300" h="670458">
                    <a:moveTo>
                      <a:pt x="241241" y="0"/>
                    </a:moveTo>
                    <a:cubicBezTo>
                      <a:pt x="323084" y="9720"/>
                      <a:pt x="585499" y="418334"/>
                      <a:pt x="321210" y="631988"/>
                    </a:cubicBezTo>
                    <a:cubicBezTo>
                      <a:pt x="321210" y="653234"/>
                      <a:pt x="303986" y="670458"/>
                      <a:pt x="282740" y="670458"/>
                    </a:cubicBezTo>
                    <a:lnTo>
                      <a:pt x="128864" y="670458"/>
                    </a:lnTo>
                    <a:cubicBezTo>
                      <a:pt x="107618" y="670458"/>
                      <a:pt x="90394" y="653234"/>
                      <a:pt x="90394" y="631988"/>
                    </a:cubicBezTo>
                    <a:cubicBezTo>
                      <a:pt x="19891" y="563452"/>
                      <a:pt x="-130434" y="67062"/>
                      <a:pt x="241241" y="0"/>
                    </a:cubicBezTo>
                    <a:close/>
                  </a:path>
                </a:pathLst>
              </a:custGeom>
              <a:solidFill>
                <a:srgbClr val="F3381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Rectangle 13">
                <a:extLst>
                  <a:ext uri="{FF2B5EF4-FFF2-40B4-BE49-F238E27FC236}">
                    <a16:creationId xmlns:a16="http://schemas.microsoft.com/office/drawing/2014/main" id="{868926D3-BB6A-6E77-88E9-85172019F774}"/>
                  </a:ext>
                </a:extLst>
              </p:cNvPr>
              <p:cNvSpPr/>
              <p:nvPr/>
            </p:nvSpPr>
            <p:spPr>
              <a:xfrm>
                <a:off x="3698921" y="284501"/>
                <a:ext cx="885734" cy="1645898"/>
              </a:xfrm>
              <a:custGeom>
                <a:avLst/>
                <a:gdLst>
                  <a:gd name="connsiteX0" fmla="*/ 0 w 266700"/>
                  <a:gd name="connsiteY0" fmla="*/ 0 h 1511300"/>
                  <a:gd name="connsiteX1" fmla="*/ 266700 w 266700"/>
                  <a:gd name="connsiteY1" fmla="*/ 0 h 1511300"/>
                  <a:gd name="connsiteX2" fmla="*/ 266700 w 266700"/>
                  <a:gd name="connsiteY2" fmla="*/ 1511300 h 1511300"/>
                  <a:gd name="connsiteX3" fmla="*/ 0 w 266700"/>
                  <a:gd name="connsiteY3" fmla="*/ 1511300 h 1511300"/>
                  <a:gd name="connsiteX4" fmla="*/ 0 w 266700"/>
                  <a:gd name="connsiteY4" fmla="*/ 0 h 1511300"/>
                  <a:gd name="connsiteX0" fmla="*/ 0 w 711200"/>
                  <a:gd name="connsiteY0" fmla="*/ 88900 h 1600200"/>
                  <a:gd name="connsiteX1" fmla="*/ 711200 w 711200"/>
                  <a:gd name="connsiteY1" fmla="*/ 0 h 1600200"/>
                  <a:gd name="connsiteX2" fmla="*/ 266700 w 711200"/>
                  <a:gd name="connsiteY2" fmla="*/ 1600200 h 1600200"/>
                  <a:gd name="connsiteX3" fmla="*/ 0 w 711200"/>
                  <a:gd name="connsiteY3" fmla="*/ 1600200 h 1600200"/>
                  <a:gd name="connsiteX4" fmla="*/ 0 w 711200"/>
                  <a:gd name="connsiteY4" fmla="*/ 88900 h 1600200"/>
                  <a:gd name="connsiteX0" fmla="*/ 0 w 723842"/>
                  <a:gd name="connsiteY0" fmla="*/ 88900 h 1600200"/>
                  <a:gd name="connsiteX1" fmla="*/ 711200 w 723842"/>
                  <a:gd name="connsiteY1" fmla="*/ 0 h 1600200"/>
                  <a:gd name="connsiteX2" fmla="*/ 266700 w 723842"/>
                  <a:gd name="connsiteY2" fmla="*/ 1600200 h 1600200"/>
                  <a:gd name="connsiteX3" fmla="*/ 0 w 723842"/>
                  <a:gd name="connsiteY3" fmla="*/ 1600200 h 1600200"/>
                  <a:gd name="connsiteX4" fmla="*/ 0 w 723842"/>
                  <a:gd name="connsiteY4" fmla="*/ 88900 h 1600200"/>
                  <a:gd name="connsiteX0" fmla="*/ 0 w 722066"/>
                  <a:gd name="connsiteY0" fmla="*/ 88900 h 1600200"/>
                  <a:gd name="connsiteX1" fmla="*/ 711200 w 722066"/>
                  <a:gd name="connsiteY1" fmla="*/ 0 h 1600200"/>
                  <a:gd name="connsiteX2" fmla="*/ 266700 w 722066"/>
                  <a:gd name="connsiteY2" fmla="*/ 1600200 h 1600200"/>
                  <a:gd name="connsiteX3" fmla="*/ 0 w 722066"/>
                  <a:gd name="connsiteY3" fmla="*/ 1600200 h 1600200"/>
                  <a:gd name="connsiteX4" fmla="*/ 0 w 722066"/>
                  <a:gd name="connsiteY4" fmla="*/ 88900 h 1600200"/>
                  <a:gd name="connsiteX0" fmla="*/ 0 w 623084"/>
                  <a:gd name="connsiteY0" fmla="*/ 120650 h 1631950"/>
                  <a:gd name="connsiteX1" fmla="*/ 609600 w 623084"/>
                  <a:gd name="connsiteY1" fmla="*/ 0 h 1631950"/>
                  <a:gd name="connsiteX2" fmla="*/ 266700 w 623084"/>
                  <a:gd name="connsiteY2" fmla="*/ 1631950 h 1631950"/>
                  <a:gd name="connsiteX3" fmla="*/ 0 w 623084"/>
                  <a:gd name="connsiteY3" fmla="*/ 1631950 h 1631950"/>
                  <a:gd name="connsiteX4" fmla="*/ 0 w 623084"/>
                  <a:gd name="connsiteY4" fmla="*/ 120650 h 1631950"/>
                  <a:gd name="connsiteX0" fmla="*/ 0 w 703427"/>
                  <a:gd name="connsiteY0" fmla="*/ 0 h 1511300"/>
                  <a:gd name="connsiteX1" fmla="*/ 692150 w 703427"/>
                  <a:gd name="connsiteY1" fmla="*/ 673100 h 1511300"/>
                  <a:gd name="connsiteX2" fmla="*/ 266700 w 703427"/>
                  <a:gd name="connsiteY2" fmla="*/ 1511300 h 1511300"/>
                  <a:gd name="connsiteX3" fmla="*/ 0 w 703427"/>
                  <a:gd name="connsiteY3" fmla="*/ 1511300 h 1511300"/>
                  <a:gd name="connsiteX4" fmla="*/ 0 w 703427"/>
                  <a:gd name="connsiteY4" fmla="*/ 0 h 1511300"/>
                  <a:gd name="connsiteX0" fmla="*/ 0 w 692150"/>
                  <a:gd name="connsiteY0" fmla="*/ 0 h 1511300"/>
                  <a:gd name="connsiteX1" fmla="*/ 692150 w 692150"/>
                  <a:gd name="connsiteY1" fmla="*/ 673100 h 1511300"/>
                  <a:gd name="connsiteX2" fmla="*/ 266700 w 692150"/>
                  <a:gd name="connsiteY2" fmla="*/ 1511300 h 1511300"/>
                  <a:gd name="connsiteX3" fmla="*/ 0 w 692150"/>
                  <a:gd name="connsiteY3" fmla="*/ 1511300 h 1511300"/>
                  <a:gd name="connsiteX4" fmla="*/ 0 w 692150"/>
                  <a:gd name="connsiteY4" fmla="*/ 0 h 1511300"/>
                  <a:gd name="connsiteX0" fmla="*/ 19050 w 692150"/>
                  <a:gd name="connsiteY0" fmla="*/ 0 h 1428750"/>
                  <a:gd name="connsiteX1" fmla="*/ 692150 w 692150"/>
                  <a:gd name="connsiteY1" fmla="*/ 590550 h 1428750"/>
                  <a:gd name="connsiteX2" fmla="*/ 266700 w 692150"/>
                  <a:gd name="connsiteY2" fmla="*/ 1428750 h 1428750"/>
                  <a:gd name="connsiteX3" fmla="*/ 0 w 692150"/>
                  <a:gd name="connsiteY3" fmla="*/ 1428750 h 1428750"/>
                  <a:gd name="connsiteX4" fmla="*/ 19050 w 692150"/>
                  <a:gd name="connsiteY4" fmla="*/ 0 h 1428750"/>
                  <a:gd name="connsiteX0" fmla="*/ 19050 w 692150"/>
                  <a:gd name="connsiteY0" fmla="*/ 212303 h 1641053"/>
                  <a:gd name="connsiteX1" fmla="*/ 692150 w 692150"/>
                  <a:gd name="connsiteY1" fmla="*/ 802853 h 1641053"/>
                  <a:gd name="connsiteX2" fmla="*/ 266700 w 692150"/>
                  <a:gd name="connsiteY2" fmla="*/ 1641053 h 1641053"/>
                  <a:gd name="connsiteX3" fmla="*/ 0 w 692150"/>
                  <a:gd name="connsiteY3" fmla="*/ 1641053 h 1641053"/>
                  <a:gd name="connsiteX4" fmla="*/ 19050 w 692150"/>
                  <a:gd name="connsiteY4" fmla="*/ 212303 h 1641053"/>
                  <a:gd name="connsiteX0" fmla="*/ 19050 w 736555"/>
                  <a:gd name="connsiteY0" fmla="*/ 217148 h 1645898"/>
                  <a:gd name="connsiteX1" fmla="*/ 692150 w 736555"/>
                  <a:gd name="connsiteY1" fmla="*/ 807698 h 1645898"/>
                  <a:gd name="connsiteX2" fmla="*/ 266700 w 736555"/>
                  <a:gd name="connsiteY2" fmla="*/ 1645898 h 1645898"/>
                  <a:gd name="connsiteX3" fmla="*/ 0 w 736555"/>
                  <a:gd name="connsiteY3" fmla="*/ 1645898 h 1645898"/>
                  <a:gd name="connsiteX4" fmla="*/ 19050 w 736555"/>
                  <a:gd name="connsiteY4" fmla="*/ 217148 h 1645898"/>
                  <a:gd name="connsiteX0" fmla="*/ 148264 w 865769"/>
                  <a:gd name="connsiteY0" fmla="*/ 217148 h 1645898"/>
                  <a:gd name="connsiteX1" fmla="*/ 821364 w 865769"/>
                  <a:gd name="connsiteY1" fmla="*/ 807698 h 1645898"/>
                  <a:gd name="connsiteX2" fmla="*/ 395914 w 865769"/>
                  <a:gd name="connsiteY2" fmla="*/ 1645898 h 1645898"/>
                  <a:gd name="connsiteX3" fmla="*/ 129214 w 865769"/>
                  <a:gd name="connsiteY3" fmla="*/ 1645898 h 1645898"/>
                  <a:gd name="connsiteX4" fmla="*/ 148264 w 865769"/>
                  <a:gd name="connsiteY4" fmla="*/ 217148 h 1645898"/>
                  <a:gd name="connsiteX0" fmla="*/ 120238 w 837743"/>
                  <a:gd name="connsiteY0" fmla="*/ 217148 h 1645898"/>
                  <a:gd name="connsiteX1" fmla="*/ 793338 w 837743"/>
                  <a:gd name="connsiteY1" fmla="*/ 807698 h 1645898"/>
                  <a:gd name="connsiteX2" fmla="*/ 367888 w 837743"/>
                  <a:gd name="connsiteY2" fmla="*/ 1645898 h 1645898"/>
                  <a:gd name="connsiteX3" fmla="*/ 139288 w 837743"/>
                  <a:gd name="connsiteY3" fmla="*/ 1645898 h 1645898"/>
                  <a:gd name="connsiteX4" fmla="*/ 120238 w 837743"/>
                  <a:gd name="connsiteY4" fmla="*/ 217148 h 1645898"/>
                  <a:gd name="connsiteX0" fmla="*/ 161887 w 879392"/>
                  <a:gd name="connsiteY0" fmla="*/ 217148 h 1645898"/>
                  <a:gd name="connsiteX1" fmla="*/ 834987 w 879392"/>
                  <a:gd name="connsiteY1" fmla="*/ 807698 h 1645898"/>
                  <a:gd name="connsiteX2" fmla="*/ 409537 w 879392"/>
                  <a:gd name="connsiteY2" fmla="*/ 1645898 h 1645898"/>
                  <a:gd name="connsiteX3" fmla="*/ 180937 w 879392"/>
                  <a:gd name="connsiteY3" fmla="*/ 1645898 h 1645898"/>
                  <a:gd name="connsiteX4" fmla="*/ 161887 w 879392"/>
                  <a:gd name="connsiteY4" fmla="*/ 217148 h 1645898"/>
                  <a:gd name="connsiteX0" fmla="*/ 168229 w 885734"/>
                  <a:gd name="connsiteY0" fmla="*/ 217148 h 1645898"/>
                  <a:gd name="connsiteX1" fmla="*/ 841329 w 885734"/>
                  <a:gd name="connsiteY1" fmla="*/ 807698 h 1645898"/>
                  <a:gd name="connsiteX2" fmla="*/ 415879 w 885734"/>
                  <a:gd name="connsiteY2" fmla="*/ 1645898 h 1645898"/>
                  <a:gd name="connsiteX3" fmla="*/ 187279 w 885734"/>
                  <a:gd name="connsiteY3" fmla="*/ 1645898 h 1645898"/>
                  <a:gd name="connsiteX4" fmla="*/ 168229 w 885734"/>
                  <a:gd name="connsiteY4" fmla="*/ 217148 h 1645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734" h="1645898">
                    <a:moveTo>
                      <a:pt x="168229" y="217148"/>
                    </a:moveTo>
                    <a:cubicBezTo>
                      <a:pt x="1167296" y="-436902"/>
                      <a:pt x="826512" y="572748"/>
                      <a:pt x="841329" y="807698"/>
                    </a:cubicBezTo>
                    <a:cubicBezTo>
                      <a:pt x="743962" y="1144248"/>
                      <a:pt x="487846" y="1360148"/>
                      <a:pt x="415879" y="1645898"/>
                    </a:cubicBezTo>
                    <a:lnTo>
                      <a:pt x="187279" y="1645898"/>
                    </a:lnTo>
                    <a:cubicBezTo>
                      <a:pt x="-111171" y="998198"/>
                      <a:pt x="-3221" y="394948"/>
                      <a:pt x="168229" y="217148"/>
                    </a:cubicBezTo>
                    <a:close/>
                  </a:path>
                </a:pathLst>
              </a:custGeom>
              <a:solidFill>
                <a:srgbClr val="F3381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274FC814-02FC-A151-CEB3-4C899A9A0E66}"/>
                  </a:ext>
                </a:extLst>
              </p:cNvPr>
              <p:cNvSpPr/>
              <p:nvPr/>
            </p:nvSpPr>
            <p:spPr>
              <a:xfrm>
                <a:off x="4133850" y="304800"/>
                <a:ext cx="317500" cy="806450"/>
              </a:xfrm>
              <a:custGeom>
                <a:avLst/>
                <a:gdLst>
                  <a:gd name="connsiteX0" fmla="*/ 317500 w 317500"/>
                  <a:gd name="connsiteY0" fmla="*/ 0 h 806450"/>
                  <a:gd name="connsiteX1" fmla="*/ 152400 w 317500"/>
                  <a:gd name="connsiteY1" fmla="*/ 260350 h 806450"/>
                  <a:gd name="connsiteX2" fmla="*/ 38100 w 317500"/>
                  <a:gd name="connsiteY2" fmla="*/ 596900 h 806450"/>
                  <a:gd name="connsiteX3" fmla="*/ 0 w 317500"/>
                  <a:gd name="connsiteY3" fmla="*/ 806450 h 806450"/>
                  <a:gd name="connsiteX4" fmla="*/ 0 w 317500"/>
                  <a:gd name="connsiteY4" fmla="*/ 806450 h 806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500" h="806450">
                    <a:moveTo>
                      <a:pt x="317500" y="0"/>
                    </a:moveTo>
                    <a:cubicBezTo>
                      <a:pt x="258233" y="80433"/>
                      <a:pt x="198967" y="160867"/>
                      <a:pt x="152400" y="260350"/>
                    </a:cubicBezTo>
                    <a:cubicBezTo>
                      <a:pt x="105833" y="359833"/>
                      <a:pt x="63500" y="505883"/>
                      <a:pt x="38100" y="596900"/>
                    </a:cubicBezTo>
                    <a:cubicBezTo>
                      <a:pt x="12700" y="687917"/>
                      <a:pt x="0" y="806450"/>
                      <a:pt x="0" y="806450"/>
                    </a:cubicBezTo>
                    <a:lnTo>
                      <a:pt x="0" y="806450"/>
                    </a:lnTo>
                  </a:path>
                </a:pathLst>
              </a:custGeom>
              <a:solidFill>
                <a:srgbClr val="F3381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7F5951C5-9B54-2780-D844-5BB1A1F057C7}"/>
                </a:ext>
              </a:extLst>
            </p:cNvPr>
            <p:cNvGrpSpPr/>
            <p:nvPr/>
          </p:nvGrpSpPr>
          <p:grpSpPr>
            <a:xfrm>
              <a:off x="3030450" y="3067788"/>
              <a:ext cx="1476010" cy="2304482"/>
              <a:chOff x="3030450" y="3067788"/>
              <a:chExt cx="1476010" cy="2304482"/>
            </a:xfrm>
          </p:grpSpPr>
          <p:sp>
            <p:nvSpPr>
              <p:cNvPr id="94" name="Rectangle 17">
                <a:extLst>
                  <a:ext uri="{FF2B5EF4-FFF2-40B4-BE49-F238E27FC236}">
                    <a16:creationId xmlns:a16="http://schemas.microsoft.com/office/drawing/2014/main" id="{7AA138E1-1A5F-4775-FFDC-8A3D6F94D82A}"/>
                  </a:ext>
                </a:extLst>
              </p:cNvPr>
              <p:cNvSpPr/>
              <p:nvPr/>
            </p:nvSpPr>
            <p:spPr>
              <a:xfrm rot="19128687">
                <a:off x="3101942" y="3067788"/>
                <a:ext cx="1222281" cy="743314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2281" h="743314">
                    <a:moveTo>
                      <a:pt x="0" y="40891"/>
                    </a:moveTo>
                    <a:cubicBezTo>
                      <a:pt x="419275" y="197408"/>
                      <a:pt x="597553" y="-392784"/>
                      <a:pt x="1222281" y="551060"/>
                    </a:cubicBezTo>
                    <a:lnTo>
                      <a:pt x="1040383" y="743314"/>
                    </a:lnTo>
                    <a:cubicBezTo>
                      <a:pt x="658975" y="-139490"/>
                      <a:pt x="360236" y="353728"/>
                      <a:pt x="0" y="194028"/>
                    </a:cubicBezTo>
                    <a:lnTo>
                      <a:pt x="0" y="40891"/>
                    </a:lnTo>
                    <a:close/>
                  </a:path>
                </a:pathLst>
              </a:custGeom>
              <a:solidFill>
                <a:srgbClr val="D42F1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Rectangle 17">
                <a:extLst>
                  <a:ext uri="{FF2B5EF4-FFF2-40B4-BE49-F238E27FC236}">
                    <a16:creationId xmlns:a16="http://schemas.microsoft.com/office/drawing/2014/main" id="{1FDE2028-96CF-A761-C342-BC14A367A490}"/>
                  </a:ext>
                </a:extLst>
              </p:cNvPr>
              <p:cNvSpPr/>
              <p:nvPr/>
            </p:nvSpPr>
            <p:spPr>
              <a:xfrm rot="19128687">
                <a:off x="3030450" y="3533198"/>
                <a:ext cx="1365644" cy="854817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5644" h="854817">
                    <a:moveTo>
                      <a:pt x="0" y="102201"/>
                    </a:moveTo>
                    <a:cubicBezTo>
                      <a:pt x="116780" y="115317"/>
                      <a:pt x="617879" y="64550"/>
                      <a:pt x="851228" y="0"/>
                    </a:cubicBezTo>
                    <a:cubicBezTo>
                      <a:pt x="1078835" y="92436"/>
                      <a:pt x="842020" y="377298"/>
                      <a:pt x="1365644" y="656820"/>
                    </a:cubicBezTo>
                    <a:lnTo>
                      <a:pt x="1340731" y="854817"/>
                    </a:lnTo>
                    <a:cubicBezTo>
                      <a:pt x="964564" y="654893"/>
                      <a:pt x="836442" y="428089"/>
                      <a:pt x="769503" y="151247"/>
                    </a:cubicBezTo>
                    <a:cubicBezTo>
                      <a:pt x="540546" y="198403"/>
                      <a:pt x="117375" y="329938"/>
                      <a:pt x="1432" y="276843"/>
                    </a:cubicBezTo>
                    <a:cubicBezTo>
                      <a:pt x="955" y="218629"/>
                      <a:pt x="477" y="160415"/>
                      <a:pt x="0" y="102201"/>
                    </a:cubicBezTo>
                    <a:close/>
                  </a:path>
                </a:pathLst>
              </a:custGeom>
              <a:solidFill>
                <a:srgbClr val="D42F1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Rectangle 17">
                <a:extLst>
                  <a:ext uri="{FF2B5EF4-FFF2-40B4-BE49-F238E27FC236}">
                    <a16:creationId xmlns:a16="http://schemas.microsoft.com/office/drawing/2014/main" id="{82E7690F-9D38-EA4D-9F37-6E2D2E68760A}"/>
                  </a:ext>
                </a:extLst>
              </p:cNvPr>
              <p:cNvSpPr/>
              <p:nvPr/>
            </p:nvSpPr>
            <p:spPr>
              <a:xfrm rot="18375819">
                <a:off x="3414999" y="3985819"/>
                <a:ext cx="1376698" cy="806225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769503 w 1365644"/>
                  <a:gd name="connsiteY3" fmla="*/ 49046 h 752616"/>
                  <a:gd name="connsiteX4" fmla="*/ 1432 w 1365644"/>
                  <a:gd name="connsiteY4" fmla="*/ 174642 h 752616"/>
                  <a:gd name="connsiteX5" fmla="*/ 0 w 1365644"/>
                  <a:gd name="connsiteY5" fmla="*/ 0 h 752616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1432 w 1365644"/>
                  <a:gd name="connsiteY3" fmla="*/ 174642 h 752616"/>
                  <a:gd name="connsiteX4" fmla="*/ 0 w 1365644"/>
                  <a:gd name="connsiteY4" fmla="*/ 0 h 752616"/>
                  <a:gd name="connsiteX0" fmla="*/ 0 w 1365644"/>
                  <a:gd name="connsiteY0" fmla="*/ 37401 h 790017"/>
                  <a:gd name="connsiteX1" fmla="*/ 1365644 w 1365644"/>
                  <a:gd name="connsiteY1" fmla="*/ 592020 h 790017"/>
                  <a:gd name="connsiteX2" fmla="*/ 1340731 w 1365644"/>
                  <a:gd name="connsiteY2" fmla="*/ 790017 h 790017"/>
                  <a:gd name="connsiteX3" fmla="*/ 1432 w 1365644"/>
                  <a:gd name="connsiteY3" fmla="*/ 212043 h 790017"/>
                  <a:gd name="connsiteX4" fmla="*/ 0 w 1365644"/>
                  <a:gd name="connsiteY4" fmla="*/ 37401 h 790017"/>
                  <a:gd name="connsiteX0" fmla="*/ 0 w 1365644"/>
                  <a:gd name="connsiteY0" fmla="*/ 50622 h 803238"/>
                  <a:gd name="connsiteX1" fmla="*/ 1365644 w 1365644"/>
                  <a:gd name="connsiteY1" fmla="*/ 605241 h 803238"/>
                  <a:gd name="connsiteX2" fmla="*/ 1340731 w 1365644"/>
                  <a:gd name="connsiteY2" fmla="*/ 803238 h 803238"/>
                  <a:gd name="connsiteX3" fmla="*/ 1432 w 1365644"/>
                  <a:gd name="connsiteY3" fmla="*/ 225264 h 803238"/>
                  <a:gd name="connsiteX4" fmla="*/ 0 w 1365644"/>
                  <a:gd name="connsiteY4" fmla="*/ 50622 h 803238"/>
                  <a:gd name="connsiteX0" fmla="*/ 0 w 1376698"/>
                  <a:gd name="connsiteY0" fmla="*/ 53924 h 770079"/>
                  <a:gd name="connsiteX1" fmla="*/ 1376698 w 1376698"/>
                  <a:gd name="connsiteY1" fmla="*/ 572082 h 770079"/>
                  <a:gd name="connsiteX2" fmla="*/ 1351785 w 1376698"/>
                  <a:gd name="connsiteY2" fmla="*/ 770079 h 770079"/>
                  <a:gd name="connsiteX3" fmla="*/ 12486 w 1376698"/>
                  <a:gd name="connsiteY3" fmla="*/ 192105 h 770079"/>
                  <a:gd name="connsiteX4" fmla="*/ 0 w 1376698"/>
                  <a:gd name="connsiteY4" fmla="*/ 53924 h 770079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67534 h 806225"/>
                  <a:gd name="connsiteX1" fmla="*/ 1376698 w 1376698"/>
                  <a:gd name="connsiteY1" fmla="*/ 585692 h 806225"/>
                  <a:gd name="connsiteX2" fmla="*/ 1321065 w 1376698"/>
                  <a:gd name="connsiteY2" fmla="*/ 806225 h 806225"/>
                  <a:gd name="connsiteX3" fmla="*/ 12486 w 1376698"/>
                  <a:gd name="connsiteY3" fmla="*/ 205715 h 806225"/>
                  <a:gd name="connsiteX4" fmla="*/ 0 w 1376698"/>
                  <a:gd name="connsiteY4" fmla="*/ 67534 h 80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6698" h="806225">
                    <a:moveTo>
                      <a:pt x="0" y="67534"/>
                    </a:moveTo>
                    <a:cubicBezTo>
                      <a:pt x="975756" y="-162987"/>
                      <a:pt x="805000" y="243199"/>
                      <a:pt x="1376698" y="585692"/>
                    </a:cubicBezTo>
                    <a:lnTo>
                      <a:pt x="1321065" y="806225"/>
                    </a:lnTo>
                    <a:cubicBezTo>
                      <a:pt x="1093696" y="742896"/>
                      <a:pt x="925733" y="-42571"/>
                      <a:pt x="12486" y="205715"/>
                    </a:cubicBezTo>
                    <a:cubicBezTo>
                      <a:pt x="12009" y="147501"/>
                      <a:pt x="477" y="125748"/>
                      <a:pt x="0" y="67534"/>
                    </a:cubicBezTo>
                    <a:close/>
                  </a:path>
                </a:pathLst>
              </a:custGeom>
              <a:solidFill>
                <a:srgbClr val="D42F1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Rectangle 17">
                <a:extLst>
                  <a:ext uri="{FF2B5EF4-FFF2-40B4-BE49-F238E27FC236}">
                    <a16:creationId xmlns:a16="http://schemas.microsoft.com/office/drawing/2014/main" id="{A49D3339-502A-0CD3-4A32-8760601CC393}"/>
                  </a:ext>
                </a:extLst>
              </p:cNvPr>
              <p:cNvSpPr/>
              <p:nvPr/>
            </p:nvSpPr>
            <p:spPr>
              <a:xfrm rot="18375819">
                <a:off x="3505559" y="4371447"/>
                <a:ext cx="1433204" cy="568442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769503 w 1365644"/>
                  <a:gd name="connsiteY3" fmla="*/ 49046 h 752616"/>
                  <a:gd name="connsiteX4" fmla="*/ 1432 w 1365644"/>
                  <a:gd name="connsiteY4" fmla="*/ 174642 h 752616"/>
                  <a:gd name="connsiteX5" fmla="*/ 0 w 1365644"/>
                  <a:gd name="connsiteY5" fmla="*/ 0 h 752616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1432 w 1365644"/>
                  <a:gd name="connsiteY3" fmla="*/ 174642 h 752616"/>
                  <a:gd name="connsiteX4" fmla="*/ 0 w 1365644"/>
                  <a:gd name="connsiteY4" fmla="*/ 0 h 752616"/>
                  <a:gd name="connsiteX0" fmla="*/ 0 w 1365644"/>
                  <a:gd name="connsiteY0" fmla="*/ 37401 h 790017"/>
                  <a:gd name="connsiteX1" fmla="*/ 1365644 w 1365644"/>
                  <a:gd name="connsiteY1" fmla="*/ 592020 h 790017"/>
                  <a:gd name="connsiteX2" fmla="*/ 1340731 w 1365644"/>
                  <a:gd name="connsiteY2" fmla="*/ 790017 h 790017"/>
                  <a:gd name="connsiteX3" fmla="*/ 1432 w 1365644"/>
                  <a:gd name="connsiteY3" fmla="*/ 212043 h 790017"/>
                  <a:gd name="connsiteX4" fmla="*/ 0 w 1365644"/>
                  <a:gd name="connsiteY4" fmla="*/ 37401 h 790017"/>
                  <a:gd name="connsiteX0" fmla="*/ 0 w 1365644"/>
                  <a:gd name="connsiteY0" fmla="*/ 50622 h 803238"/>
                  <a:gd name="connsiteX1" fmla="*/ 1365644 w 1365644"/>
                  <a:gd name="connsiteY1" fmla="*/ 605241 h 803238"/>
                  <a:gd name="connsiteX2" fmla="*/ 1340731 w 1365644"/>
                  <a:gd name="connsiteY2" fmla="*/ 803238 h 803238"/>
                  <a:gd name="connsiteX3" fmla="*/ 1432 w 1365644"/>
                  <a:gd name="connsiteY3" fmla="*/ 225264 h 803238"/>
                  <a:gd name="connsiteX4" fmla="*/ 0 w 1365644"/>
                  <a:gd name="connsiteY4" fmla="*/ 50622 h 803238"/>
                  <a:gd name="connsiteX0" fmla="*/ 0 w 1376698"/>
                  <a:gd name="connsiteY0" fmla="*/ 53924 h 770079"/>
                  <a:gd name="connsiteX1" fmla="*/ 1376698 w 1376698"/>
                  <a:gd name="connsiteY1" fmla="*/ 572082 h 770079"/>
                  <a:gd name="connsiteX2" fmla="*/ 1351785 w 1376698"/>
                  <a:gd name="connsiteY2" fmla="*/ 770079 h 770079"/>
                  <a:gd name="connsiteX3" fmla="*/ 12486 w 1376698"/>
                  <a:gd name="connsiteY3" fmla="*/ 192105 h 770079"/>
                  <a:gd name="connsiteX4" fmla="*/ 0 w 1376698"/>
                  <a:gd name="connsiteY4" fmla="*/ 53924 h 770079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67534 h 806225"/>
                  <a:gd name="connsiteX1" fmla="*/ 1376698 w 1376698"/>
                  <a:gd name="connsiteY1" fmla="*/ 585692 h 806225"/>
                  <a:gd name="connsiteX2" fmla="*/ 1321065 w 1376698"/>
                  <a:gd name="connsiteY2" fmla="*/ 806225 h 806225"/>
                  <a:gd name="connsiteX3" fmla="*/ 12486 w 1376698"/>
                  <a:gd name="connsiteY3" fmla="*/ 205715 h 806225"/>
                  <a:gd name="connsiteX4" fmla="*/ 0 w 1376698"/>
                  <a:gd name="connsiteY4" fmla="*/ 67534 h 806225"/>
                  <a:gd name="connsiteX0" fmla="*/ 0 w 1463924"/>
                  <a:gd name="connsiteY0" fmla="*/ 93194 h 831885"/>
                  <a:gd name="connsiteX1" fmla="*/ 1463924 w 1463924"/>
                  <a:gd name="connsiteY1" fmla="*/ 433957 h 831885"/>
                  <a:gd name="connsiteX2" fmla="*/ 1321065 w 1463924"/>
                  <a:gd name="connsiteY2" fmla="*/ 831885 h 831885"/>
                  <a:gd name="connsiteX3" fmla="*/ 12486 w 1463924"/>
                  <a:gd name="connsiteY3" fmla="*/ 231375 h 831885"/>
                  <a:gd name="connsiteX4" fmla="*/ 0 w 1463924"/>
                  <a:gd name="connsiteY4" fmla="*/ 93194 h 831885"/>
                  <a:gd name="connsiteX0" fmla="*/ 0 w 1433204"/>
                  <a:gd name="connsiteY0" fmla="*/ 89035 h 827726"/>
                  <a:gd name="connsiteX1" fmla="*/ 1433204 w 1433204"/>
                  <a:gd name="connsiteY1" fmla="*/ 452334 h 827726"/>
                  <a:gd name="connsiteX2" fmla="*/ 1321065 w 1433204"/>
                  <a:gd name="connsiteY2" fmla="*/ 827726 h 827726"/>
                  <a:gd name="connsiteX3" fmla="*/ 12486 w 1433204"/>
                  <a:gd name="connsiteY3" fmla="*/ 227216 h 827726"/>
                  <a:gd name="connsiteX4" fmla="*/ 0 w 1433204"/>
                  <a:gd name="connsiteY4" fmla="*/ 89035 h 827726"/>
                  <a:gd name="connsiteX0" fmla="*/ 0 w 1433204"/>
                  <a:gd name="connsiteY0" fmla="*/ 89035 h 525813"/>
                  <a:gd name="connsiteX1" fmla="*/ 1433204 w 1433204"/>
                  <a:gd name="connsiteY1" fmla="*/ 452334 h 525813"/>
                  <a:gd name="connsiteX2" fmla="*/ 1307495 w 1433204"/>
                  <a:gd name="connsiteY2" fmla="*/ 525813 h 525813"/>
                  <a:gd name="connsiteX3" fmla="*/ 12486 w 1433204"/>
                  <a:gd name="connsiteY3" fmla="*/ 227216 h 525813"/>
                  <a:gd name="connsiteX4" fmla="*/ 0 w 1433204"/>
                  <a:gd name="connsiteY4" fmla="*/ 89035 h 525813"/>
                  <a:gd name="connsiteX0" fmla="*/ 0 w 1433204"/>
                  <a:gd name="connsiteY0" fmla="*/ 89035 h 525813"/>
                  <a:gd name="connsiteX1" fmla="*/ 1433204 w 1433204"/>
                  <a:gd name="connsiteY1" fmla="*/ 452334 h 525813"/>
                  <a:gd name="connsiteX2" fmla="*/ 1307495 w 1433204"/>
                  <a:gd name="connsiteY2" fmla="*/ 525813 h 525813"/>
                  <a:gd name="connsiteX3" fmla="*/ 12486 w 1433204"/>
                  <a:gd name="connsiteY3" fmla="*/ 227216 h 525813"/>
                  <a:gd name="connsiteX4" fmla="*/ 0 w 1433204"/>
                  <a:gd name="connsiteY4" fmla="*/ 89035 h 525813"/>
                  <a:gd name="connsiteX0" fmla="*/ 0 w 1433204"/>
                  <a:gd name="connsiteY0" fmla="*/ 89035 h 568442"/>
                  <a:gd name="connsiteX1" fmla="*/ 1433204 w 1433204"/>
                  <a:gd name="connsiteY1" fmla="*/ 452334 h 568442"/>
                  <a:gd name="connsiteX2" fmla="*/ 1159209 w 1433204"/>
                  <a:gd name="connsiteY2" fmla="*/ 568442 h 568442"/>
                  <a:gd name="connsiteX3" fmla="*/ 12486 w 1433204"/>
                  <a:gd name="connsiteY3" fmla="*/ 227216 h 568442"/>
                  <a:gd name="connsiteX4" fmla="*/ 0 w 1433204"/>
                  <a:gd name="connsiteY4" fmla="*/ 89035 h 568442"/>
                  <a:gd name="connsiteX0" fmla="*/ 0 w 1433204"/>
                  <a:gd name="connsiteY0" fmla="*/ 89035 h 568442"/>
                  <a:gd name="connsiteX1" fmla="*/ 1433204 w 1433204"/>
                  <a:gd name="connsiteY1" fmla="*/ 452334 h 568442"/>
                  <a:gd name="connsiteX2" fmla="*/ 1159209 w 1433204"/>
                  <a:gd name="connsiteY2" fmla="*/ 568442 h 568442"/>
                  <a:gd name="connsiteX3" fmla="*/ 12486 w 1433204"/>
                  <a:gd name="connsiteY3" fmla="*/ 227216 h 568442"/>
                  <a:gd name="connsiteX4" fmla="*/ 0 w 1433204"/>
                  <a:gd name="connsiteY4" fmla="*/ 89035 h 568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3204" h="568442">
                    <a:moveTo>
                      <a:pt x="0" y="89035"/>
                    </a:moveTo>
                    <a:cubicBezTo>
                      <a:pt x="975756" y="-141486"/>
                      <a:pt x="861506" y="109841"/>
                      <a:pt x="1433204" y="452334"/>
                    </a:cubicBezTo>
                    <a:lnTo>
                      <a:pt x="1159209" y="568442"/>
                    </a:lnTo>
                    <a:cubicBezTo>
                      <a:pt x="986709" y="360906"/>
                      <a:pt x="925733" y="-21070"/>
                      <a:pt x="12486" y="227216"/>
                    </a:cubicBezTo>
                    <a:cubicBezTo>
                      <a:pt x="12009" y="169002"/>
                      <a:pt x="477" y="147249"/>
                      <a:pt x="0" y="89035"/>
                    </a:cubicBezTo>
                    <a:close/>
                  </a:path>
                </a:pathLst>
              </a:custGeom>
              <a:solidFill>
                <a:srgbClr val="D42F1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D70F3F81-DDFA-FCB9-8A03-DC7DF263AB3F}"/>
                  </a:ext>
                </a:extLst>
              </p:cNvPr>
              <p:cNvSpPr/>
              <p:nvPr/>
            </p:nvSpPr>
            <p:spPr>
              <a:xfrm>
                <a:off x="3552106" y="5091284"/>
                <a:ext cx="198100" cy="198100"/>
              </a:xfrm>
              <a:prstGeom prst="ellipse">
                <a:avLst/>
              </a:prstGeom>
              <a:solidFill>
                <a:srgbClr val="D42F1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46AEF3D6-0C74-F08C-1811-F90185C2E504}"/>
                  </a:ext>
                </a:extLst>
              </p:cNvPr>
              <p:cNvSpPr/>
              <p:nvPr/>
            </p:nvSpPr>
            <p:spPr>
              <a:xfrm>
                <a:off x="3362514" y="4713500"/>
                <a:ext cx="198100" cy="198100"/>
              </a:xfrm>
              <a:prstGeom prst="ellipse">
                <a:avLst/>
              </a:prstGeom>
              <a:solidFill>
                <a:srgbClr val="D42F1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36DF966-82A5-2934-3582-CFDB68567B40}"/>
                </a:ext>
              </a:extLst>
            </p:cNvPr>
            <p:cNvGrpSpPr/>
            <p:nvPr/>
          </p:nvGrpSpPr>
          <p:grpSpPr>
            <a:xfrm flipH="1">
              <a:off x="5102974" y="3069001"/>
              <a:ext cx="1476010" cy="2304482"/>
              <a:chOff x="3030450" y="3067788"/>
              <a:chExt cx="1476010" cy="2304482"/>
            </a:xfrm>
          </p:grpSpPr>
          <p:sp>
            <p:nvSpPr>
              <p:cNvPr id="88" name="Rectangle 17">
                <a:extLst>
                  <a:ext uri="{FF2B5EF4-FFF2-40B4-BE49-F238E27FC236}">
                    <a16:creationId xmlns:a16="http://schemas.microsoft.com/office/drawing/2014/main" id="{D9E6CF43-44F6-8368-71A5-F53419AA3EF9}"/>
                  </a:ext>
                </a:extLst>
              </p:cNvPr>
              <p:cNvSpPr/>
              <p:nvPr/>
            </p:nvSpPr>
            <p:spPr>
              <a:xfrm rot="19128687">
                <a:off x="3101942" y="3067788"/>
                <a:ext cx="1222281" cy="743314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2281" h="743314">
                    <a:moveTo>
                      <a:pt x="0" y="40891"/>
                    </a:moveTo>
                    <a:cubicBezTo>
                      <a:pt x="419275" y="197408"/>
                      <a:pt x="597553" y="-392784"/>
                      <a:pt x="1222281" y="551060"/>
                    </a:cubicBezTo>
                    <a:lnTo>
                      <a:pt x="1040383" y="743314"/>
                    </a:lnTo>
                    <a:cubicBezTo>
                      <a:pt x="658975" y="-139490"/>
                      <a:pt x="360236" y="353728"/>
                      <a:pt x="0" y="194028"/>
                    </a:cubicBezTo>
                    <a:lnTo>
                      <a:pt x="0" y="40891"/>
                    </a:lnTo>
                    <a:close/>
                  </a:path>
                </a:pathLst>
              </a:custGeom>
              <a:solidFill>
                <a:srgbClr val="D42F1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Rectangle 17">
                <a:extLst>
                  <a:ext uri="{FF2B5EF4-FFF2-40B4-BE49-F238E27FC236}">
                    <a16:creationId xmlns:a16="http://schemas.microsoft.com/office/drawing/2014/main" id="{4DF06F32-EC0A-3388-B4BF-AA58CB4C66C5}"/>
                  </a:ext>
                </a:extLst>
              </p:cNvPr>
              <p:cNvSpPr/>
              <p:nvPr/>
            </p:nvSpPr>
            <p:spPr>
              <a:xfrm rot="19128687">
                <a:off x="3030450" y="3533198"/>
                <a:ext cx="1365644" cy="854817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5644" h="854817">
                    <a:moveTo>
                      <a:pt x="0" y="102201"/>
                    </a:moveTo>
                    <a:cubicBezTo>
                      <a:pt x="116780" y="115317"/>
                      <a:pt x="617879" y="64550"/>
                      <a:pt x="851228" y="0"/>
                    </a:cubicBezTo>
                    <a:cubicBezTo>
                      <a:pt x="1078835" y="92436"/>
                      <a:pt x="842020" y="377298"/>
                      <a:pt x="1365644" y="656820"/>
                    </a:cubicBezTo>
                    <a:lnTo>
                      <a:pt x="1340731" y="854817"/>
                    </a:lnTo>
                    <a:cubicBezTo>
                      <a:pt x="964564" y="654893"/>
                      <a:pt x="836442" y="428089"/>
                      <a:pt x="769503" y="151247"/>
                    </a:cubicBezTo>
                    <a:cubicBezTo>
                      <a:pt x="540546" y="198403"/>
                      <a:pt x="117375" y="329938"/>
                      <a:pt x="1432" y="276843"/>
                    </a:cubicBezTo>
                    <a:cubicBezTo>
                      <a:pt x="955" y="218629"/>
                      <a:pt x="477" y="160415"/>
                      <a:pt x="0" y="102201"/>
                    </a:cubicBezTo>
                    <a:close/>
                  </a:path>
                </a:pathLst>
              </a:custGeom>
              <a:solidFill>
                <a:srgbClr val="D42F1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Rectangle 17">
                <a:extLst>
                  <a:ext uri="{FF2B5EF4-FFF2-40B4-BE49-F238E27FC236}">
                    <a16:creationId xmlns:a16="http://schemas.microsoft.com/office/drawing/2014/main" id="{5736A5FD-1021-60A1-864E-4DBA395D6876}"/>
                  </a:ext>
                </a:extLst>
              </p:cNvPr>
              <p:cNvSpPr/>
              <p:nvPr/>
            </p:nvSpPr>
            <p:spPr>
              <a:xfrm rot="18375819">
                <a:off x="3414999" y="3985819"/>
                <a:ext cx="1376698" cy="806225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769503 w 1365644"/>
                  <a:gd name="connsiteY3" fmla="*/ 49046 h 752616"/>
                  <a:gd name="connsiteX4" fmla="*/ 1432 w 1365644"/>
                  <a:gd name="connsiteY4" fmla="*/ 174642 h 752616"/>
                  <a:gd name="connsiteX5" fmla="*/ 0 w 1365644"/>
                  <a:gd name="connsiteY5" fmla="*/ 0 h 752616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1432 w 1365644"/>
                  <a:gd name="connsiteY3" fmla="*/ 174642 h 752616"/>
                  <a:gd name="connsiteX4" fmla="*/ 0 w 1365644"/>
                  <a:gd name="connsiteY4" fmla="*/ 0 h 752616"/>
                  <a:gd name="connsiteX0" fmla="*/ 0 w 1365644"/>
                  <a:gd name="connsiteY0" fmla="*/ 37401 h 790017"/>
                  <a:gd name="connsiteX1" fmla="*/ 1365644 w 1365644"/>
                  <a:gd name="connsiteY1" fmla="*/ 592020 h 790017"/>
                  <a:gd name="connsiteX2" fmla="*/ 1340731 w 1365644"/>
                  <a:gd name="connsiteY2" fmla="*/ 790017 h 790017"/>
                  <a:gd name="connsiteX3" fmla="*/ 1432 w 1365644"/>
                  <a:gd name="connsiteY3" fmla="*/ 212043 h 790017"/>
                  <a:gd name="connsiteX4" fmla="*/ 0 w 1365644"/>
                  <a:gd name="connsiteY4" fmla="*/ 37401 h 790017"/>
                  <a:gd name="connsiteX0" fmla="*/ 0 w 1365644"/>
                  <a:gd name="connsiteY0" fmla="*/ 50622 h 803238"/>
                  <a:gd name="connsiteX1" fmla="*/ 1365644 w 1365644"/>
                  <a:gd name="connsiteY1" fmla="*/ 605241 h 803238"/>
                  <a:gd name="connsiteX2" fmla="*/ 1340731 w 1365644"/>
                  <a:gd name="connsiteY2" fmla="*/ 803238 h 803238"/>
                  <a:gd name="connsiteX3" fmla="*/ 1432 w 1365644"/>
                  <a:gd name="connsiteY3" fmla="*/ 225264 h 803238"/>
                  <a:gd name="connsiteX4" fmla="*/ 0 w 1365644"/>
                  <a:gd name="connsiteY4" fmla="*/ 50622 h 803238"/>
                  <a:gd name="connsiteX0" fmla="*/ 0 w 1376698"/>
                  <a:gd name="connsiteY0" fmla="*/ 53924 h 770079"/>
                  <a:gd name="connsiteX1" fmla="*/ 1376698 w 1376698"/>
                  <a:gd name="connsiteY1" fmla="*/ 572082 h 770079"/>
                  <a:gd name="connsiteX2" fmla="*/ 1351785 w 1376698"/>
                  <a:gd name="connsiteY2" fmla="*/ 770079 h 770079"/>
                  <a:gd name="connsiteX3" fmla="*/ 12486 w 1376698"/>
                  <a:gd name="connsiteY3" fmla="*/ 192105 h 770079"/>
                  <a:gd name="connsiteX4" fmla="*/ 0 w 1376698"/>
                  <a:gd name="connsiteY4" fmla="*/ 53924 h 770079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67534 h 806225"/>
                  <a:gd name="connsiteX1" fmla="*/ 1376698 w 1376698"/>
                  <a:gd name="connsiteY1" fmla="*/ 585692 h 806225"/>
                  <a:gd name="connsiteX2" fmla="*/ 1321065 w 1376698"/>
                  <a:gd name="connsiteY2" fmla="*/ 806225 h 806225"/>
                  <a:gd name="connsiteX3" fmla="*/ 12486 w 1376698"/>
                  <a:gd name="connsiteY3" fmla="*/ 205715 h 806225"/>
                  <a:gd name="connsiteX4" fmla="*/ 0 w 1376698"/>
                  <a:gd name="connsiteY4" fmla="*/ 67534 h 80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6698" h="806225">
                    <a:moveTo>
                      <a:pt x="0" y="67534"/>
                    </a:moveTo>
                    <a:cubicBezTo>
                      <a:pt x="975756" y="-162987"/>
                      <a:pt x="805000" y="243199"/>
                      <a:pt x="1376698" y="585692"/>
                    </a:cubicBezTo>
                    <a:lnTo>
                      <a:pt x="1321065" y="806225"/>
                    </a:lnTo>
                    <a:cubicBezTo>
                      <a:pt x="1093696" y="742896"/>
                      <a:pt x="925733" y="-42571"/>
                      <a:pt x="12486" y="205715"/>
                    </a:cubicBezTo>
                    <a:cubicBezTo>
                      <a:pt x="12009" y="147501"/>
                      <a:pt x="477" y="125748"/>
                      <a:pt x="0" y="67534"/>
                    </a:cubicBezTo>
                    <a:close/>
                  </a:path>
                </a:pathLst>
              </a:custGeom>
              <a:solidFill>
                <a:srgbClr val="D42F1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Rectangle 17">
                <a:extLst>
                  <a:ext uri="{FF2B5EF4-FFF2-40B4-BE49-F238E27FC236}">
                    <a16:creationId xmlns:a16="http://schemas.microsoft.com/office/drawing/2014/main" id="{E342C302-2102-BF8B-DD88-E00EDFD87C14}"/>
                  </a:ext>
                </a:extLst>
              </p:cNvPr>
              <p:cNvSpPr/>
              <p:nvPr/>
            </p:nvSpPr>
            <p:spPr>
              <a:xfrm rot="18375819">
                <a:off x="3505559" y="4371447"/>
                <a:ext cx="1433204" cy="568442"/>
              </a:xfrm>
              <a:custGeom>
                <a:avLst/>
                <a:gdLst>
                  <a:gd name="connsiteX0" fmla="*/ 0 w 673033"/>
                  <a:gd name="connsiteY0" fmla="*/ 0 h 153137"/>
                  <a:gd name="connsiteX1" fmla="*/ 673033 w 673033"/>
                  <a:gd name="connsiteY1" fmla="*/ 0 h 153137"/>
                  <a:gd name="connsiteX2" fmla="*/ 673033 w 673033"/>
                  <a:gd name="connsiteY2" fmla="*/ 153137 h 153137"/>
                  <a:gd name="connsiteX3" fmla="*/ 0 w 673033"/>
                  <a:gd name="connsiteY3" fmla="*/ 153137 h 153137"/>
                  <a:gd name="connsiteX4" fmla="*/ 0 w 673033"/>
                  <a:gd name="connsiteY4" fmla="*/ 0 h 153137"/>
                  <a:gd name="connsiteX0" fmla="*/ 0 w 1080708"/>
                  <a:gd name="connsiteY0" fmla="*/ 0 h 632236"/>
                  <a:gd name="connsiteX1" fmla="*/ 673033 w 1080708"/>
                  <a:gd name="connsiteY1" fmla="*/ 0 h 632236"/>
                  <a:gd name="connsiteX2" fmla="*/ 1080708 w 1080708"/>
                  <a:gd name="connsiteY2" fmla="*/ 632236 h 632236"/>
                  <a:gd name="connsiteX3" fmla="*/ 0 w 1080708"/>
                  <a:gd name="connsiteY3" fmla="*/ 153137 h 632236"/>
                  <a:gd name="connsiteX4" fmla="*/ 0 w 1080708"/>
                  <a:gd name="connsiteY4" fmla="*/ 0 h 632236"/>
                  <a:gd name="connsiteX0" fmla="*/ 0 w 1257825"/>
                  <a:gd name="connsiteY0" fmla="*/ 0 h 632236"/>
                  <a:gd name="connsiteX1" fmla="*/ 1257825 w 1257825"/>
                  <a:gd name="connsiteY1" fmla="*/ 469550 h 632236"/>
                  <a:gd name="connsiteX2" fmla="*/ 1080708 w 1257825"/>
                  <a:gd name="connsiteY2" fmla="*/ 632236 h 632236"/>
                  <a:gd name="connsiteX3" fmla="*/ 0 w 1257825"/>
                  <a:gd name="connsiteY3" fmla="*/ 153137 h 632236"/>
                  <a:gd name="connsiteX4" fmla="*/ 0 w 1257825"/>
                  <a:gd name="connsiteY4" fmla="*/ 0 h 632236"/>
                  <a:gd name="connsiteX0" fmla="*/ 0 w 1257825"/>
                  <a:gd name="connsiteY0" fmla="*/ 45987 h 678223"/>
                  <a:gd name="connsiteX1" fmla="*/ 1257825 w 1257825"/>
                  <a:gd name="connsiteY1" fmla="*/ 515537 h 678223"/>
                  <a:gd name="connsiteX2" fmla="*/ 1080708 w 1257825"/>
                  <a:gd name="connsiteY2" fmla="*/ 678223 h 678223"/>
                  <a:gd name="connsiteX3" fmla="*/ 0 w 1257825"/>
                  <a:gd name="connsiteY3" fmla="*/ 199124 h 678223"/>
                  <a:gd name="connsiteX4" fmla="*/ 0 w 1257825"/>
                  <a:gd name="connsiteY4" fmla="*/ 45987 h 678223"/>
                  <a:gd name="connsiteX0" fmla="*/ 0 w 1222281"/>
                  <a:gd name="connsiteY0" fmla="*/ 24205 h 656441"/>
                  <a:gd name="connsiteX1" fmla="*/ 1222281 w 1222281"/>
                  <a:gd name="connsiteY1" fmla="*/ 534374 h 656441"/>
                  <a:gd name="connsiteX2" fmla="*/ 1080708 w 1222281"/>
                  <a:gd name="connsiteY2" fmla="*/ 656441 h 656441"/>
                  <a:gd name="connsiteX3" fmla="*/ 0 w 1222281"/>
                  <a:gd name="connsiteY3" fmla="*/ 177342 h 656441"/>
                  <a:gd name="connsiteX4" fmla="*/ 0 w 1222281"/>
                  <a:gd name="connsiteY4" fmla="*/ 24205 h 656441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673127"/>
                  <a:gd name="connsiteX1" fmla="*/ 1222281 w 1222281"/>
                  <a:gd name="connsiteY1" fmla="*/ 551060 h 673127"/>
                  <a:gd name="connsiteX2" fmla="*/ 1080708 w 1222281"/>
                  <a:gd name="connsiteY2" fmla="*/ 673127 h 673127"/>
                  <a:gd name="connsiteX3" fmla="*/ 0 w 1222281"/>
                  <a:gd name="connsiteY3" fmla="*/ 194028 h 673127"/>
                  <a:gd name="connsiteX4" fmla="*/ 0 w 1222281"/>
                  <a:gd name="connsiteY4" fmla="*/ 40891 h 673127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715238"/>
                  <a:gd name="connsiteX1" fmla="*/ 1222281 w 1222281"/>
                  <a:gd name="connsiteY1" fmla="*/ 551060 h 715238"/>
                  <a:gd name="connsiteX2" fmla="*/ 1022763 w 1222281"/>
                  <a:gd name="connsiteY2" fmla="*/ 715238 h 715238"/>
                  <a:gd name="connsiteX3" fmla="*/ 0 w 1222281"/>
                  <a:gd name="connsiteY3" fmla="*/ 194028 h 715238"/>
                  <a:gd name="connsiteX4" fmla="*/ 0 w 1222281"/>
                  <a:gd name="connsiteY4" fmla="*/ 40891 h 715238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691646"/>
                  <a:gd name="connsiteX1" fmla="*/ 1222281 w 1222281"/>
                  <a:gd name="connsiteY1" fmla="*/ 551060 h 691646"/>
                  <a:gd name="connsiteX2" fmla="*/ 1106693 w 1222281"/>
                  <a:gd name="connsiteY2" fmla="*/ 691646 h 691646"/>
                  <a:gd name="connsiteX3" fmla="*/ 0 w 1222281"/>
                  <a:gd name="connsiteY3" fmla="*/ 194028 h 691646"/>
                  <a:gd name="connsiteX4" fmla="*/ 0 w 1222281"/>
                  <a:gd name="connsiteY4" fmla="*/ 40891 h 691646"/>
                  <a:gd name="connsiteX0" fmla="*/ 0 w 1222281"/>
                  <a:gd name="connsiteY0" fmla="*/ 40891 h 743314"/>
                  <a:gd name="connsiteX1" fmla="*/ 1222281 w 1222281"/>
                  <a:gd name="connsiteY1" fmla="*/ 551060 h 743314"/>
                  <a:gd name="connsiteX2" fmla="*/ 1040383 w 1222281"/>
                  <a:gd name="connsiteY2" fmla="*/ 743314 h 743314"/>
                  <a:gd name="connsiteX3" fmla="*/ 0 w 1222281"/>
                  <a:gd name="connsiteY3" fmla="*/ 194028 h 743314"/>
                  <a:gd name="connsiteX4" fmla="*/ 0 w 1222281"/>
                  <a:gd name="connsiteY4" fmla="*/ 40891 h 743314"/>
                  <a:gd name="connsiteX0" fmla="*/ 0 w 1364212"/>
                  <a:gd name="connsiteY0" fmla="*/ 28827 h 731250"/>
                  <a:gd name="connsiteX1" fmla="*/ 1364212 w 1364212"/>
                  <a:gd name="connsiteY1" fmla="*/ 561941 h 731250"/>
                  <a:gd name="connsiteX2" fmla="*/ 1040383 w 1364212"/>
                  <a:gd name="connsiteY2" fmla="*/ 731250 h 731250"/>
                  <a:gd name="connsiteX3" fmla="*/ 0 w 1364212"/>
                  <a:gd name="connsiteY3" fmla="*/ 181964 h 731250"/>
                  <a:gd name="connsiteX4" fmla="*/ 0 w 1364212"/>
                  <a:gd name="connsiteY4" fmla="*/ 28827 h 731250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4212"/>
                  <a:gd name="connsiteY0" fmla="*/ 28827 h 845237"/>
                  <a:gd name="connsiteX1" fmla="*/ 1364212 w 1364212"/>
                  <a:gd name="connsiteY1" fmla="*/ 561941 h 845237"/>
                  <a:gd name="connsiteX2" fmla="*/ 1274781 w 1364212"/>
                  <a:gd name="connsiteY2" fmla="*/ 845237 h 845237"/>
                  <a:gd name="connsiteX3" fmla="*/ 0 w 1364212"/>
                  <a:gd name="connsiteY3" fmla="*/ 181964 h 845237"/>
                  <a:gd name="connsiteX4" fmla="*/ 0 w 1364212"/>
                  <a:gd name="connsiteY4" fmla="*/ 28827 h 845237"/>
                  <a:gd name="connsiteX0" fmla="*/ 0 w 1365644"/>
                  <a:gd name="connsiteY0" fmla="*/ 17947 h 855862"/>
                  <a:gd name="connsiteX1" fmla="*/ 1365644 w 1365644"/>
                  <a:gd name="connsiteY1" fmla="*/ 572566 h 855862"/>
                  <a:gd name="connsiteX2" fmla="*/ 1276213 w 1365644"/>
                  <a:gd name="connsiteY2" fmla="*/ 855862 h 855862"/>
                  <a:gd name="connsiteX3" fmla="*/ 1432 w 1365644"/>
                  <a:gd name="connsiteY3" fmla="*/ 192589 h 855862"/>
                  <a:gd name="connsiteX4" fmla="*/ 0 w 1365644"/>
                  <a:gd name="connsiteY4" fmla="*/ 17947 h 855862"/>
                  <a:gd name="connsiteX0" fmla="*/ 0 w 1365644"/>
                  <a:gd name="connsiteY0" fmla="*/ 50068 h 887983"/>
                  <a:gd name="connsiteX1" fmla="*/ 1365644 w 1365644"/>
                  <a:gd name="connsiteY1" fmla="*/ 604687 h 887983"/>
                  <a:gd name="connsiteX2" fmla="*/ 1276213 w 1365644"/>
                  <a:gd name="connsiteY2" fmla="*/ 887983 h 887983"/>
                  <a:gd name="connsiteX3" fmla="*/ 1432 w 1365644"/>
                  <a:gd name="connsiteY3" fmla="*/ 224710 h 887983"/>
                  <a:gd name="connsiteX4" fmla="*/ 0 w 1365644"/>
                  <a:gd name="connsiteY4" fmla="*/ 50068 h 887983"/>
                  <a:gd name="connsiteX0" fmla="*/ 0 w 1365644"/>
                  <a:gd name="connsiteY0" fmla="*/ 117533 h 955448"/>
                  <a:gd name="connsiteX1" fmla="*/ 1365644 w 1365644"/>
                  <a:gd name="connsiteY1" fmla="*/ 672152 h 955448"/>
                  <a:gd name="connsiteX2" fmla="*/ 1276213 w 1365644"/>
                  <a:gd name="connsiteY2" fmla="*/ 955448 h 955448"/>
                  <a:gd name="connsiteX3" fmla="*/ 1432 w 1365644"/>
                  <a:gd name="connsiteY3" fmla="*/ 292175 h 955448"/>
                  <a:gd name="connsiteX4" fmla="*/ 0 w 1365644"/>
                  <a:gd name="connsiteY4" fmla="*/ 117533 h 955448"/>
                  <a:gd name="connsiteX0" fmla="*/ 0 w 1365644"/>
                  <a:gd name="connsiteY0" fmla="*/ 0 h 837915"/>
                  <a:gd name="connsiteX1" fmla="*/ 1135072 w 1365644"/>
                  <a:gd name="connsiteY1" fmla="*/ 348697 h 837915"/>
                  <a:gd name="connsiteX2" fmla="*/ 1365644 w 1365644"/>
                  <a:gd name="connsiteY2" fmla="*/ 554619 h 837915"/>
                  <a:gd name="connsiteX3" fmla="*/ 1276213 w 1365644"/>
                  <a:gd name="connsiteY3" fmla="*/ 837915 h 837915"/>
                  <a:gd name="connsiteX4" fmla="*/ 1432 w 1365644"/>
                  <a:gd name="connsiteY4" fmla="*/ 174642 h 837915"/>
                  <a:gd name="connsiteX5" fmla="*/ 0 w 1365644"/>
                  <a:gd name="connsiteY5" fmla="*/ 0 h 837915"/>
                  <a:gd name="connsiteX0" fmla="*/ 0 w 1365644"/>
                  <a:gd name="connsiteY0" fmla="*/ 175394 h 1013309"/>
                  <a:gd name="connsiteX1" fmla="*/ 1135072 w 1365644"/>
                  <a:gd name="connsiteY1" fmla="*/ 524091 h 1013309"/>
                  <a:gd name="connsiteX2" fmla="*/ 1365644 w 1365644"/>
                  <a:gd name="connsiteY2" fmla="*/ 730013 h 1013309"/>
                  <a:gd name="connsiteX3" fmla="*/ 1276213 w 1365644"/>
                  <a:gd name="connsiteY3" fmla="*/ 1013309 h 1013309"/>
                  <a:gd name="connsiteX4" fmla="*/ 1432 w 1365644"/>
                  <a:gd name="connsiteY4" fmla="*/ 350036 h 1013309"/>
                  <a:gd name="connsiteX5" fmla="*/ 0 w 1365644"/>
                  <a:gd name="connsiteY5" fmla="*/ 175394 h 1013309"/>
                  <a:gd name="connsiteX0" fmla="*/ 0 w 1365644"/>
                  <a:gd name="connsiteY0" fmla="*/ 0 h 837915"/>
                  <a:gd name="connsiteX1" fmla="*/ 1365644 w 1365644"/>
                  <a:gd name="connsiteY1" fmla="*/ 554619 h 837915"/>
                  <a:gd name="connsiteX2" fmla="*/ 1276213 w 1365644"/>
                  <a:gd name="connsiteY2" fmla="*/ 837915 h 837915"/>
                  <a:gd name="connsiteX3" fmla="*/ 1432 w 1365644"/>
                  <a:gd name="connsiteY3" fmla="*/ 174642 h 837915"/>
                  <a:gd name="connsiteX4" fmla="*/ 0 w 1365644"/>
                  <a:gd name="connsiteY4" fmla="*/ 0 h 837915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1432 w 1365644"/>
                  <a:gd name="connsiteY4" fmla="*/ 300624 h 963897"/>
                  <a:gd name="connsiteX5" fmla="*/ 0 w 1365644"/>
                  <a:gd name="connsiteY5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8783 w 1365644"/>
                  <a:gd name="connsiteY4" fmla="*/ 245277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963897"/>
                  <a:gd name="connsiteX1" fmla="*/ 851228 w 1365644"/>
                  <a:gd name="connsiteY1" fmla="*/ 23781 h 963897"/>
                  <a:gd name="connsiteX2" fmla="*/ 1365644 w 1365644"/>
                  <a:gd name="connsiteY2" fmla="*/ 680601 h 963897"/>
                  <a:gd name="connsiteX3" fmla="*/ 1276213 w 1365644"/>
                  <a:gd name="connsiteY3" fmla="*/ 963897 h 963897"/>
                  <a:gd name="connsiteX4" fmla="*/ 769503 w 1365644"/>
                  <a:gd name="connsiteY4" fmla="*/ 175028 h 963897"/>
                  <a:gd name="connsiteX5" fmla="*/ 1432 w 1365644"/>
                  <a:gd name="connsiteY5" fmla="*/ 300624 h 963897"/>
                  <a:gd name="connsiteX6" fmla="*/ 0 w 1365644"/>
                  <a:gd name="connsiteY6" fmla="*/ 125982 h 963897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25982 h 878598"/>
                  <a:gd name="connsiteX1" fmla="*/ 851228 w 1365644"/>
                  <a:gd name="connsiteY1" fmla="*/ 23781 h 878598"/>
                  <a:gd name="connsiteX2" fmla="*/ 1365644 w 1365644"/>
                  <a:gd name="connsiteY2" fmla="*/ 680601 h 878598"/>
                  <a:gd name="connsiteX3" fmla="*/ 1340731 w 1365644"/>
                  <a:gd name="connsiteY3" fmla="*/ 878598 h 878598"/>
                  <a:gd name="connsiteX4" fmla="*/ 769503 w 1365644"/>
                  <a:gd name="connsiteY4" fmla="*/ 175028 h 878598"/>
                  <a:gd name="connsiteX5" fmla="*/ 1432 w 1365644"/>
                  <a:gd name="connsiteY5" fmla="*/ 300624 h 878598"/>
                  <a:gd name="connsiteX6" fmla="*/ 0 w 1365644"/>
                  <a:gd name="connsiteY6" fmla="*/ 125982 h 878598"/>
                  <a:gd name="connsiteX0" fmla="*/ 0 w 1365644"/>
                  <a:gd name="connsiteY0" fmla="*/ 102201 h 854817"/>
                  <a:gd name="connsiteX1" fmla="*/ 851228 w 1365644"/>
                  <a:gd name="connsiteY1" fmla="*/ 0 h 854817"/>
                  <a:gd name="connsiteX2" fmla="*/ 1365644 w 1365644"/>
                  <a:gd name="connsiteY2" fmla="*/ 656820 h 854817"/>
                  <a:gd name="connsiteX3" fmla="*/ 1340731 w 1365644"/>
                  <a:gd name="connsiteY3" fmla="*/ 854817 h 854817"/>
                  <a:gd name="connsiteX4" fmla="*/ 769503 w 1365644"/>
                  <a:gd name="connsiteY4" fmla="*/ 151247 h 854817"/>
                  <a:gd name="connsiteX5" fmla="*/ 1432 w 1365644"/>
                  <a:gd name="connsiteY5" fmla="*/ 276843 h 854817"/>
                  <a:gd name="connsiteX6" fmla="*/ 0 w 1365644"/>
                  <a:gd name="connsiteY6" fmla="*/ 102201 h 854817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769503 w 1365644"/>
                  <a:gd name="connsiteY3" fmla="*/ 49046 h 752616"/>
                  <a:gd name="connsiteX4" fmla="*/ 1432 w 1365644"/>
                  <a:gd name="connsiteY4" fmla="*/ 174642 h 752616"/>
                  <a:gd name="connsiteX5" fmla="*/ 0 w 1365644"/>
                  <a:gd name="connsiteY5" fmla="*/ 0 h 752616"/>
                  <a:gd name="connsiteX0" fmla="*/ 0 w 1365644"/>
                  <a:gd name="connsiteY0" fmla="*/ 0 h 752616"/>
                  <a:gd name="connsiteX1" fmla="*/ 1365644 w 1365644"/>
                  <a:gd name="connsiteY1" fmla="*/ 554619 h 752616"/>
                  <a:gd name="connsiteX2" fmla="*/ 1340731 w 1365644"/>
                  <a:gd name="connsiteY2" fmla="*/ 752616 h 752616"/>
                  <a:gd name="connsiteX3" fmla="*/ 1432 w 1365644"/>
                  <a:gd name="connsiteY3" fmla="*/ 174642 h 752616"/>
                  <a:gd name="connsiteX4" fmla="*/ 0 w 1365644"/>
                  <a:gd name="connsiteY4" fmla="*/ 0 h 752616"/>
                  <a:gd name="connsiteX0" fmla="*/ 0 w 1365644"/>
                  <a:gd name="connsiteY0" fmla="*/ 37401 h 790017"/>
                  <a:gd name="connsiteX1" fmla="*/ 1365644 w 1365644"/>
                  <a:gd name="connsiteY1" fmla="*/ 592020 h 790017"/>
                  <a:gd name="connsiteX2" fmla="*/ 1340731 w 1365644"/>
                  <a:gd name="connsiteY2" fmla="*/ 790017 h 790017"/>
                  <a:gd name="connsiteX3" fmla="*/ 1432 w 1365644"/>
                  <a:gd name="connsiteY3" fmla="*/ 212043 h 790017"/>
                  <a:gd name="connsiteX4" fmla="*/ 0 w 1365644"/>
                  <a:gd name="connsiteY4" fmla="*/ 37401 h 790017"/>
                  <a:gd name="connsiteX0" fmla="*/ 0 w 1365644"/>
                  <a:gd name="connsiteY0" fmla="*/ 50622 h 803238"/>
                  <a:gd name="connsiteX1" fmla="*/ 1365644 w 1365644"/>
                  <a:gd name="connsiteY1" fmla="*/ 605241 h 803238"/>
                  <a:gd name="connsiteX2" fmla="*/ 1340731 w 1365644"/>
                  <a:gd name="connsiteY2" fmla="*/ 803238 h 803238"/>
                  <a:gd name="connsiteX3" fmla="*/ 1432 w 1365644"/>
                  <a:gd name="connsiteY3" fmla="*/ 225264 h 803238"/>
                  <a:gd name="connsiteX4" fmla="*/ 0 w 1365644"/>
                  <a:gd name="connsiteY4" fmla="*/ 50622 h 803238"/>
                  <a:gd name="connsiteX0" fmla="*/ 0 w 1376698"/>
                  <a:gd name="connsiteY0" fmla="*/ 53924 h 770079"/>
                  <a:gd name="connsiteX1" fmla="*/ 1376698 w 1376698"/>
                  <a:gd name="connsiteY1" fmla="*/ 572082 h 770079"/>
                  <a:gd name="connsiteX2" fmla="*/ 1351785 w 1376698"/>
                  <a:gd name="connsiteY2" fmla="*/ 770079 h 770079"/>
                  <a:gd name="connsiteX3" fmla="*/ 12486 w 1376698"/>
                  <a:gd name="connsiteY3" fmla="*/ 192105 h 770079"/>
                  <a:gd name="connsiteX4" fmla="*/ 0 w 1376698"/>
                  <a:gd name="connsiteY4" fmla="*/ 53924 h 770079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05683"/>
                  <a:gd name="connsiteX1" fmla="*/ 1376698 w 1376698"/>
                  <a:gd name="connsiteY1" fmla="*/ 607686 h 805683"/>
                  <a:gd name="connsiteX2" fmla="*/ 1351785 w 1376698"/>
                  <a:gd name="connsiteY2" fmla="*/ 805683 h 805683"/>
                  <a:gd name="connsiteX3" fmla="*/ 12486 w 1376698"/>
                  <a:gd name="connsiteY3" fmla="*/ 227709 h 805683"/>
                  <a:gd name="connsiteX4" fmla="*/ 0 w 1376698"/>
                  <a:gd name="connsiteY4" fmla="*/ 89528 h 805683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89528 h 828219"/>
                  <a:gd name="connsiteX1" fmla="*/ 1376698 w 1376698"/>
                  <a:gd name="connsiteY1" fmla="*/ 607686 h 828219"/>
                  <a:gd name="connsiteX2" fmla="*/ 1321065 w 1376698"/>
                  <a:gd name="connsiteY2" fmla="*/ 828219 h 828219"/>
                  <a:gd name="connsiteX3" fmla="*/ 12486 w 1376698"/>
                  <a:gd name="connsiteY3" fmla="*/ 227709 h 828219"/>
                  <a:gd name="connsiteX4" fmla="*/ 0 w 1376698"/>
                  <a:gd name="connsiteY4" fmla="*/ 89528 h 828219"/>
                  <a:gd name="connsiteX0" fmla="*/ 0 w 1376698"/>
                  <a:gd name="connsiteY0" fmla="*/ 67534 h 806225"/>
                  <a:gd name="connsiteX1" fmla="*/ 1376698 w 1376698"/>
                  <a:gd name="connsiteY1" fmla="*/ 585692 h 806225"/>
                  <a:gd name="connsiteX2" fmla="*/ 1321065 w 1376698"/>
                  <a:gd name="connsiteY2" fmla="*/ 806225 h 806225"/>
                  <a:gd name="connsiteX3" fmla="*/ 12486 w 1376698"/>
                  <a:gd name="connsiteY3" fmla="*/ 205715 h 806225"/>
                  <a:gd name="connsiteX4" fmla="*/ 0 w 1376698"/>
                  <a:gd name="connsiteY4" fmla="*/ 67534 h 806225"/>
                  <a:gd name="connsiteX0" fmla="*/ 0 w 1463924"/>
                  <a:gd name="connsiteY0" fmla="*/ 93194 h 831885"/>
                  <a:gd name="connsiteX1" fmla="*/ 1463924 w 1463924"/>
                  <a:gd name="connsiteY1" fmla="*/ 433957 h 831885"/>
                  <a:gd name="connsiteX2" fmla="*/ 1321065 w 1463924"/>
                  <a:gd name="connsiteY2" fmla="*/ 831885 h 831885"/>
                  <a:gd name="connsiteX3" fmla="*/ 12486 w 1463924"/>
                  <a:gd name="connsiteY3" fmla="*/ 231375 h 831885"/>
                  <a:gd name="connsiteX4" fmla="*/ 0 w 1463924"/>
                  <a:gd name="connsiteY4" fmla="*/ 93194 h 831885"/>
                  <a:gd name="connsiteX0" fmla="*/ 0 w 1433204"/>
                  <a:gd name="connsiteY0" fmla="*/ 89035 h 827726"/>
                  <a:gd name="connsiteX1" fmla="*/ 1433204 w 1433204"/>
                  <a:gd name="connsiteY1" fmla="*/ 452334 h 827726"/>
                  <a:gd name="connsiteX2" fmla="*/ 1321065 w 1433204"/>
                  <a:gd name="connsiteY2" fmla="*/ 827726 h 827726"/>
                  <a:gd name="connsiteX3" fmla="*/ 12486 w 1433204"/>
                  <a:gd name="connsiteY3" fmla="*/ 227216 h 827726"/>
                  <a:gd name="connsiteX4" fmla="*/ 0 w 1433204"/>
                  <a:gd name="connsiteY4" fmla="*/ 89035 h 827726"/>
                  <a:gd name="connsiteX0" fmla="*/ 0 w 1433204"/>
                  <a:gd name="connsiteY0" fmla="*/ 89035 h 525813"/>
                  <a:gd name="connsiteX1" fmla="*/ 1433204 w 1433204"/>
                  <a:gd name="connsiteY1" fmla="*/ 452334 h 525813"/>
                  <a:gd name="connsiteX2" fmla="*/ 1307495 w 1433204"/>
                  <a:gd name="connsiteY2" fmla="*/ 525813 h 525813"/>
                  <a:gd name="connsiteX3" fmla="*/ 12486 w 1433204"/>
                  <a:gd name="connsiteY3" fmla="*/ 227216 h 525813"/>
                  <a:gd name="connsiteX4" fmla="*/ 0 w 1433204"/>
                  <a:gd name="connsiteY4" fmla="*/ 89035 h 525813"/>
                  <a:gd name="connsiteX0" fmla="*/ 0 w 1433204"/>
                  <a:gd name="connsiteY0" fmla="*/ 89035 h 525813"/>
                  <a:gd name="connsiteX1" fmla="*/ 1433204 w 1433204"/>
                  <a:gd name="connsiteY1" fmla="*/ 452334 h 525813"/>
                  <a:gd name="connsiteX2" fmla="*/ 1307495 w 1433204"/>
                  <a:gd name="connsiteY2" fmla="*/ 525813 h 525813"/>
                  <a:gd name="connsiteX3" fmla="*/ 12486 w 1433204"/>
                  <a:gd name="connsiteY3" fmla="*/ 227216 h 525813"/>
                  <a:gd name="connsiteX4" fmla="*/ 0 w 1433204"/>
                  <a:gd name="connsiteY4" fmla="*/ 89035 h 525813"/>
                  <a:gd name="connsiteX0" fmla="*/ 0 w 1433204"/>
                  <a:gd name="connsiteY0" fmla="*/ 89035 h 568442"/>
                  <a:gd name="connsiteX1" fmla="*/ 1433204 w 1433204"/>
                  <a:gd name="connsiteY1" fmla="*/ 452334 h 568442"/>
                  <a:gd name="connsiteX2" fmla="*/ 1159209 w 1433204"/>
                  <a:gd name="connsiteY2" fmla="*/ 568442 h 568442"/>
                  <a:gd name="connsiteX3" fmla="*/ 12486 w 1433204"/>
                  <a:gd name="connsiteY3" fmla="*/ 227216 h 568442"/>
                  <a:gd name="connsiteX4" fmla="*/ 0 w 1433204"/>
                  <a:gd name="connsiteY4" fmla="*/ 89035 h 568442"/>
                  <a:gd name="connsiteX0" fmla="*/ 0 w 1433204"/>
                  <a:gd name="connsiteY0" fmla="*/ 89035 h 568442"/>
                  <a:gd name="connsiteX1" fmla="*/ 1433204 w 1433204"/>
                  <a:gd name="connsiteY1" fmla="*/ 452334 h 568442"/>
                  <a:gd name="connsiteX2" fmla="*/ 1159209 w 1433204"/>
                  <a:gd name="connsiteY2" fmla="*/ 568442 h 568442"/>
                  <a:gd name="connsiteX3" fmla="*/ 12486 w 1433204"/>
                  <a:gd name="connsiteY3" fmla="*/ 227216 h 568442"/>
                  <a:gd name="connsiteX4" fmla="*/ 0 w 1433204"/>
                  <a:gd name="connsiteY4" fmla="*/ 89035 h 568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3204" h="568442">
                    <a:moveTo>
                      <a:pt x="0" y="89035"/>
                    </a:moveTo>
                    <a:cubicBezTo>
                      <a:pt x="975756" y="-141486"/>
                      <a:pt x="861506" y="109841"/>
                      <a:pt x="1433204" y="452334"/>
                    </a:cubicBezTo>
                    <a:lnTo>
                      <a:pt x="1159209" y="568442"/>
                    </a:lnTo>
                    <a:cubicBezTo>
                      <a:pt x="986709" y="360906"/>
                      <a:pt x="925733" y="-21070"/>
                      <a:pt x="12486" y="227216"/>
                    </a:cubicBezTo>
                    <a:cubicBezTo>
                      <a:pt x="12009" y="169002"/>
                      <a:pt x="477" y="147249"/>
                      <a:pt x="0" y="89035"/>
                    </a:cubicBezTo>
                    <a:close/>
                  </a:path>
                </a:pathLst>
              </a:custGeom>
              <a:solidFill>
                <a:srgbClr val="D42F1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86466582-6A8F-E25B-1B31-09C81E143FB4}"/>
                  </a:ext>
                </a:extLst>
              </p:cNvPr>
              <p:cNvSpPr/>
              <p:nvPr/>
            </p:nvSpPr>
            <p:spPr>
              <a:xfrm>
                <a:off x="3552106" y="5091284"/>
                <a:ext cx="198100" cy="198100"/>
              </a:xfrm>
              <a:prstGeom prst="ellipse">
                <a:avLst/>
              </a:prstGeom>
              <a:solidFill>
                <a:srgbClr val="D42F1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61F973A0-F371-2327-593C-70B85D82CD45}"/>
                  </a:ext>
                </a:extLst>
              </p:cNvPr>
              <p:cNvSpPr/>
              <p:nvPr/>
            </p:nvSpPr>
            <p:spPr>
              <a:xfrm>
                <a:off x="3362514" y="4713500"/>
                <a:ext cx="198100" cy="198100"/>
              </a:xfrm>
              <a:prstGeom prst="ellipse">
                <a:avLst/>
              </a:prstGeom>
              <a:solidFill>
                <a:srgbClr val="D42F1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3824527F-EF70-4705-6D25-89DA54C3668B}"/>
                </a:ext>
              </a:extLst>
            </p:cNvPr>
            <p:cNvGrpSpPr/>
            <p:nvPr/>
          </p:nvGrpSpPr>
          <p:grpSpPr>
            <a:xfrm flipH="1">
              <a:off x="4950832" y="297062"/>
              <a:ext cx="885734" cy="2680406"/>
              <a:chOff x="3622480" y="324462"/>
              <a:chExt cx="885734" cy="2680406"/>
            </a:xfrm>
          </p:grpSpPr>
          <p:sp>
            <p:nvSpPr>
              <p:cNvPr id="84" name="Rectangle: Rounded Corners 14">
                <a:extLst>
                  <a:ext uri="{FF2B5EF4-FFF2-40B4-BE49-F238E27FC236}">
                    <a16:creationId xmlns:a16="http://schemas.microsoft.com/office/drawing/2014/main" id="{892EB3E6-FEB5-6C49-8840-5D36C3F7D37D}"/>
                  </a:ext>
                </a:extLst>
              </p:cNvPr>
              <p:cNvSpPr/>
              <p:nvPr/>
            </p:nvSpPr>
            <p:spPr>
              <a:xfrm rot="20842153">
                <a:off x="3723772" y="1824887"/>
                <a:ext cx="428780" cy="794497"/>
              </a:xfrm>
              <a:custGeom>
                <a:avLst/>
                <a:gdLst>
                  <a:gd name="connsiteX0" fmla="*/ 0 w 230816"/>
                  <a:gd name="connsiteY0" fmla="*/ 38470 h 703687"/>
                  <a:gd name="connsiteX1" fmla="*/ 38470 w 230816"/>
                  <a:gd name="connsiteY1" fmla="*/ 0 h 703687"/>
                  <a:gd name="connsiteX2" fmla="*/ 192346 w 230816"/>
                  <a:gd name="connsiteY2" fmla="*/ 0 h 703687"/>
                  <a:gd name="connsiteX3" fmla="*/ 230816 w 230816"/>
                  <a:gd name="connsiteY3" fmla="*/ 38470 h 703687"/>
                  <a:gd name="connsiteX4" fmla="*/ 230816 w 230816"/>
                  <a:gd name="connsiteY4" fmla="*/ 665217 h 703687"/>
                  <a:gd name="connsiteX5" fmla="*/ 192346 w 230816"/>
                  <a:gd name="connsiteY5" fmla="*/ 703687 h 703687"/>
                  <a:gd name="connsiteX6" fmla="*/ 38470 w 230816"/>
                  <a:gd name="connsiteY6" fmla="*/ 703687 h 703687"/>
                  <a:gd name="connsiteX7" fmla="*/ 0 w 230816"/>
                  <a:gd name="connsiteY7" fmla="*/ 665217 h 703687"/>
                  <a:gd name="connsiteX8" fmla="*/ 0 w 230816"/>
                  <a:gd name="connsiteY8" fmla="*/ 38470 h 703687"/>
                  <a:gd name="connsiteX0" fmla="*/ 92730 w 323546"/>
                  <a:gd name="connsiteY0" fmla="*/ 38470 h 703687"/>
                  <a:gd name="connsiteX1" fmla="*/ 131200 w 323546"/>
                  <a:gd name="connsiteY1" fmla="*/ 0 h 703687"/>
                  <a:gd name="connsiteX2" fmla="*/ 285076 w 323546"/>
                  <a:gd name="connsiteY2" fmla="*/ 0 h 703687"/>
                  <a:gd name="connsiteX3" fmla="*/ 323546 w 323546"/>
                  <a:gd name="connsiteY3" fmla="*/ 38470 h 703687"/>
                  <a:gd name="connsiteX4" fmla="*/ 323546 w 323546"/>
                  <a:gd name="connsiteY4" fmla="*/ 665217 h 703687"/>
                  <a:gd name="connsiteX5" fmla="*/ 285076 w 323546"/>
                  <a:gd name="connsiteY5" fmla="*/ 703687 h 703687"/>
                  <a:gd name="connsiteX6" fmla="*/ 131200 w 323546"/>
                  <a:gd name="connsiteY6" fmla="*/ 703687 h 703687"/>
                  <a:gd name="connsiteX7" fmla="*/ 92730 w 323546"/>
                  <a:gd name="connsiteY7" fmla="*/ 665217 h 703687"/>
                  <a:gd name="connsiteX8" fmla="*/ 92730 w 323546"/>
                  <a:gd name="connsiteY8" fmla="*/ 38470 h 703687"/>
                  <a:gd name="connsiteX0" fmla="*/ 110464 w 341280"/>
                  <a:gd name="connsiteY0" fmla="*/ 38470 h 703687"/>
                  <a:gd name="connsiteX1" fmla="*/ 148934 w 341280"/>
                  <a:gd name="connsiteY1" fmla="*/ 0 h 703687"/>
                  <a:gd name="connsiteX2" fmla="*/ 302810 w 341280"/>
                  <a:gd name="connsiteY2" fmla="*/ 0 h 703687"/>
                  <a:gd name="connsiteX3" fmla="*/ 341280 w 341280"/>
                  <a:gd name="connsiteY3" fmla="*/ 38470 h 703687"/>
                  <a:gd name="connsiteX4" fmla="*/ 341280 w 341280"/>
                  <a:gd name="connsiteY4" fmla="*/ 665217 h 703687"/>
                  <a:gd name="connsiteX5" fmla="*/ 302810 w 341280"/>
                  <a:gd name="connsiteY5" fmla="*/ 703687 h 703687"/>
                  <a:gd name="connsiteX6" fmla="*/ 148934 w 341280"/>
                  <a:gd name="connsiteY6" fmla="*/ 703687 h 703687"/>
                  <a:gd name="connsiteX7" fmla="*/ 110464 w 341280"/>
                  <a:gd name="connsiteY7" fmla="*/ 665217 h 703687"/>
                  <a:gd name="connsiteX8" fmla="*/ 110464 w 341280"/>
                  <a:gd name="connsiteY8" fmla="*/ 38470 h 703687"/>
                  <a:gd name="connsiteX0" fmla="*/ 110464 w 420951"/>
                  <a:gd name="connsiteY0" fmla="*/ 38470 h 703687"/>
                  <a:gd name="connsiteX1" fmla="*/ 148934 w 420951"/>
                  <a:gd name="connsiteY1" fmla="*/ 0 h 703687"/>
                  <a:gd name="connsiteX2" fmla="*/ 302810 w 420951"/>
                  <a:gd name="connsiteY2" fmla="*/ 0 h 703687"/>
                  <a:gd name="connsiteX3" fmla="*/ 341280 w 420951"/>
                  <a:gd name="connsiteY3" fmla="*/ 38470 h 703687"/>
                  <a:gd name="connsiteX4" fmla="*/ 341280 w 420951"/>
                  <a:gd name="connsiteY4" fmla="*/ 665217 h 703687"/>
                  <a:gd name="connsiteX5" fmla="*/ 302810 w 420951"/>
                  <a:gd name="connsiteY5" fmla="*/ 703687 h 703687"/>
                  <a:gd name="connsiteX6" fmla="*/ 148934 w 420951"/>
                  <a:gd name="connsiteY6" fmla="*/ 703687 h 703687"/>
                  <a:gd name="connsiteX7" fmla="*/ 110464 w 420951"/>
                  <a:gd name="connsiteY7" fmla="*/ 665217 h 703687"/>
                  <a:gd name="connsiteX8" fmla="*/ 110464 w 420951"/>
                  <a:gd name="connsiteY8" fmla="*/ 38470 h 703687"/>
                  <a:gd name="connsiteX0" fmla="*/ 110464 w 428780"/>
                  <a:gd name="connsiteY0" fmla="*/ 38470 h 703687"/>
                  <a:gd name="connsiteX1" fmla="*/ 148934 w 428780"/>
                  <a:gd name="connsiteY1" fmla="*/ 0 h 703687"/>
                  <a:gd name="connsiteX2" fmla="*/ 302810 w 428780"/>
                  <a:gd name="connsiteY2" fmla="*/ 0 h 703687"/>
                  <a:gd name="connsiteX3" fmla="*/ 341280 w 428780"/>
                  <a:gd name="connsiteY3" fmla="*/ 38470 h 703687"/>
                  <a:gd name="connsiteX4" fmla="*/ 341280 w 428780"/>
                  <a:gd name="connsiteY4" fmla="*/ 665217 h 703687"/>
                  <a:gd name="connsiteX5" fmla="*/ 302810 w 428780"/>
                  <a:gd name="connsiteY5" fmla="*/ 703687 h 703687"/>
                  <a:gd name="connsiteX6" fmla="*/ 148934 w 428780"/>
                  <a:gd name="connsiteY6" fmla="*/ 703687 h 703687"/>
                  <a:gd name="connsiteX7" fmla="*/ 110464 w 428780"/>
                  <a:gd name="connsiteY7" fmla="*/ 665217 h 703687"/>
                  <a:gd name="connsiteX8" fmla="*/ 110464 w 428780"/>
                  <a:gd name="connsiteY8" fmla="*/ 38470 h 70368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02810 w 428780"/>
                  <a:gd name="connsiteY2" fmla="*/ 90810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39450 w 428780"/>
                  <a:gd name="connsiteY2" fmla="*/ 14424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8780" h="794497">
                    <a:moveTo>
                      <a:pt x="110464" y="129280"/>
                    </a:moveTo>
                    <a:cubicBezTo>
                      <a:pt x="110464" y="108034"/>
                      <a:pt x="187082" y="0"/>
                      <a:pt x="208328" y="0"/>
                    </a:cubicBezTo>
                    <a:lnTo>
                      <a:pt x="339450" y="14424"/>
                    </a:lnTo>
                    <a:cubicBezTo>
                      <a:pt x="360696" y="14424"/>
                      <a:pt x="341280" y="108034"/>
                      <a:pt x="341280" y="129280"/>
                    </a:cubicBezTo>
                    <a:cubicBezTo>
                      <a:pt x="520540" y="235202"/>
                      <a:pt x="374188" y="632575"/>
                      <a:pt x="341280" y="756027"/>
                    </a:cubicBezTo>
                    <a:cubicBezTo>
                      <a:pt x="341280" y="777273"/>
                      <a:pt x="324056" y="794497"/>
                      <a:pt x="302810" y="794497"/>
                    </a:cubicBezTo>
                    <a:lnTo>
                      <a:pt x="148934" y="794497"/>
                    </a:lnTo>
                    <a:cubicBezTo>
                      <a:pt x="127688" y="794497"/>
                      <a:pt x="110464" y="777273"/>
                      <a:pt x="110464" y="756027"/>
                    </a:cubicBezTo>
                    <a:cubicBezTo>
                      <a:pt x="39961" y="687491"/>
                      <a:pt x="-98180" y="310964"/>
                      <a:pt x="110464" y="129280"/>
                    </a:cubicBezTo>
                    <a:close/>
                  </a:path>
                </a:pathLst>
              </a:custGeom>
              <a:solidFill>
                <a:srgbClr val="F3381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Rectangle: Rounded Corners 14">
                <a:extLst>
                  <a:ext uri="{FF2B5EF4-FFF2-40B4-BE49-F238E27FC236}">
                    <a16:creationId xmlns:a16="http://schemas.microsoft.com/office/drawing/2014/main" id="{00C33B07-DA00-757B-6BF8-9A4021F2CBE2}"/>
                  </a:ext>
                </a:extLst>
              </p:cNvPr>
              <p:cNvSpPr/>
              <p:nvPr/>
            </p:nvSpPr>
            <p:spPr>
              <a:xfrm rot="20842153">
                <a:off x="3916392" y="2334410"/>
                <a:ext cx="436300" cy="670458"/>
              </a:xfrm>
              <a:custGeom>
                <a:avLst/>
                <a:gdLst>
                  <a:gd name="connsiteX0" fmla="*/ 0 w 230816"/>
                  <a:gd name="connsiteY0" fmla="*/ 38470 h 703687"/>
                  <a:gd name="connsiteX1" fmla="*/ 38470 w 230816"/>
                  <a:gd name="connsiteY1" fmla="*/ 0 h 703687"/>
                  <a:gd name="connsiteX2" fmla="*/ 192346 w 230816"/>
                  <a:gd name="connsiteY2" fmla="*/ 0 h 703687"/>
                  <a:gd name="connsiteX3" fmla="*/ 230816 w 230816"/>
                  <a:gd name="connsiteY3" fmla="*/ 38470 h 703687"/>
                  <a:gd name="connsiteX4" fmla="*/ 230816 w 230816"/>
                  <a:gd name="connsiteY4" fmla="*/ 665217 h 703687"/>
                  <a:gd name="connsiteX5" fmla="*/ 192346 w 230816"/>
                  <a:gd name="connsiteY5" fmla="*/ 703687 h 703687"/>
                  <a:gd name="connsiteX6" fmla="*/ 38470 w 230816"/>
                  <a:gd name="connsiteY6" fmla="*/ 703687 h 703687"/>
                  <a:gd name="connsiteX7" fmla="*/ 0 w 230816"/>
                  <a:gd name="connsiteY7" fmla="*/ 665217 h 703687"/>
                  <a:gd name="connsiteX8" fmla="*/ 0 w 230816"/>
                  <a:gd name="connsiteY8" fmla="*/ 38470 h 703687"/>
                  <a:gd name="connsiteX0" fmla="*/ 92730 w 323546"/>
                  <a:gd name="connsiteY0" fmla="*/ 38470 h 703687"/>
                  <a:gd name="connsiteX1" fmla="*/ 131200 w 323546"/>
                  <a:gd name="connsiteY1" fmla="*/ 0 h 703687"/>
                  <a:gd name="connsiteX2" fmla="*/ 285076 w 323546"/>
                  <a:gd name="connsiteY2" fmla="*/ 0 h 703687"/>
                  <a:gd name="connsiteX3" fmla="*/ 323546 w 323546"/>
                  <a:gd name="connsiteY3" fmla="*/ 38470 h 703687"/>
                  <a:gd name="connsiteX4" fmla="*/ 323546 w 323546"/>
                  <a:gd name="connsiteY4" fmla="*/ 665217 h 703687"/>
                  <a:gd name="connsiteX5" fmla="*/ 285076 w 323546"/>
                  <a:gd name="connsiteY5" fmla="*/ 703687 h 703687"/>
                  <a:gd name="connsiteX6" fmla="*/ 131200 w 323546"/>
                  <a:gd name="connsiteY6" fmla="*/ 703687 h 703687"/>
                  <a:gd name="connsiteX7" fmla="*/ 92730 w 323546"/>
                  <a:gd name="connsiteY7" fmla="*/ 665217 h 703687"/>
                  <a:gd name="connsiteX8" fmla="*/ 92730 w 323546"/>
                  <a:gd name="connsiteY8" fmla="*/ 38470 h 703687"/>
                  <a:gd name="connsiteX0" fmla="*/ 110464 w 341280"/>
                  <a:gd name="connsiteY0" fmla="*/ 38470 h 703687"/>
                  <a:gd name="connsiteX1" fmla="*/ 148934 w 341280"/>
                  <a:gd name="connsiteY1" fmla="*/ 0 h 703687"/>
                  <a:gd name="connsiteX2" fmla="*/ 302810 w 341280"/>
                  <a:gd name="connsiteY2" fmla="*/ 0 h 703687"/>
                  <a:gd name="connsiteX3" fmla="*/ 341280 w 341280"/>
                  <a:gd name="connsiteY3" fmla="*/ 38470 h 703687"/>
                  <a:gd name="connsiteX4" fmla="*/ 341280 w 341280"/>
                  <a:gd name="connsiteY4" fmla="*/ 665217 h 703687"/>
                  <a:gd name="connsiteX5" fmla="*/ 302810 w 341280"/>
                  <a:gd name="connsiteY5" fmla="*/ 703687 h 703687"/>
                  <a:gd name="connsiteX6" fmla="*/ 148934 w 341280"/>
                  <a:gd name="connsiteY6" fmla="*/ 703687 h 703687"/>
                  <a:gd name="connsiteX7" fmla="*/ 110464 w 341280"/>
                  <a:gd name="connsiteY7" fmla="*/ 665217 h 703687"/>
                  <a:gd name="connsiteX8" fmla="*/ 110464 w 341280"/>
                  <a:gd name="connsiteY8" fmla="*/ 38470 h 703687"/>
                  <a:gd name="connsiteX0" fmla="*/ 110464 w 420951"/>
                  <a:gd name="connsiteY0" fmla="*/ 38470 h 703687"/>
                  <a:gd name="connsiteX1" fmla="*/ 148934 w 420951"/>
                  <a:gd name="connsiteY1" fmla="*/ 0 h 703687"/>
                  <a:gd name="connsiteX2" fmla="*/ 302810 w 420951"/>
                  <a:gd name="connsiteY2" fmla="*/ 0 h 703687"/>
                  <a:gd name="connsiteX3" fmla="*/ 341280 w 420951"/>
                  <a:gd name="connsiteY3" fmla="*/ 38470 h 703687"/>
                  <a:gd name="connsiteX4" fmla="*/ 341280 w 420951"/>
                  <a:gd name="connsiteY4" fmla="*/ 665217 h 703687"/>
                  <a:gd name="connsiteX5" fmla="*/ 302810 w 420951"/>
                  <a:gd name="connsiteY5" fmla="*/ 703687 h 703687"/>
                  <a:gd name="connsiteX6" fmla="*/ 148934 w 420951"/>
                  <a:gd name="connsiteY6" fmla="*/ 703687 h 703687"/>
                  <a:gd name="connsiteX7" fmla="*/ 110464 w 420951"/>
                  <a:gd name="connsiteY7" fmla="*/ 665217 h 703687"/>
                  <a:gd name="connsiteX8" fmla="*/ 110464 w 420951"/>
                  <a:gd name="connsiteY8" fmla="*/ 38470 h 703687"/>
                  <a:gd name="connsiteX0" fmla="*/ 110464 w 428780"/>
                  <a:gd name="connsiteY0" fmla="*/ 38470 h 703687"/>
                  <a:gd name="connsiteX1" fmla="*/ 148934 w 428780"/>
                  <a:gd name="connsiteY1" fmla="*/ 0 h 703687"/>
                  <a:gd name="connsiteX2" fmla="*/ 302810 w 428780"/>
                  <a:gd name="connsiteY2" fmla="*/ 0 h 703687"/>
                  <a:gd name="connsiteX3" fmla="*/ 341280 w 428780"/>
                  <a:gd name="connsiteY3" fmla="*/ 38470 h 703687"/>
                  <a:gd name="connsiteX4" fmla="*/ 341280 w 428780"/>
                  <a:gd name="connsiteY4" fmla="*/ 665217 h 703687"/>
                  <a:gd name="connsiteX5" fmla="*/ 302810 w 428780"/>
                  <a:gd name="connsiteY5" fmla="*/ 703687 h 703687"/>
                  <a:gd name="connsiteX6" fmla="*/ 148934 w 428780"/>
                  <a:gd name="connsiteY6" fmla="*/ 703687 h 703687"/>
                  <a:gd name="connsiteX7" fmla="*/ 110464 w 428780"/>
                  <a:gd name="connsiteY7" fmla="*/ 665217 h 703687"/>
                  <a:gd name="connsiteX8" fmla="*/ 110464 w 428780"/>
                  <a:gd name="connsiteY8" fmla="*/ 38470 h 70368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02810 w 428780"/>
                  <a:gd name="connsiteY2" fmla="*/ 90810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29280 h 794497"/>
                  <a:gd name="connsiteX1" fmla="*/ 208328 w 428780"/>
                  <a:gd name="connsiteY1" fmla="*/ 0 h 794497"/>
                  <a:gd name="connsiteX2" fmla="*/ 339450 w 428780"/>
                  <a:gd name="connsiteY2" fmla="*/ 14424 h 794497"/>
                  <a:gd name="connsiteX3" fmla="*/ 341280 w 428780"/>
                  <a:gd name="connsiteY3" fmla="*/ 129280 h 794497"/>
                  <a:gd name="connsiteX4" fmla="*/ 341280 w 428780"/>
                  <a:gd name="connsiteY4" fmla="*/ 756027 h 794497"/>
                  <a:gd name="connsiteX5" fmla="*/ 302810 w 428780"/>
                  <a:gd name="connsiteY5" fmla="*/ 794497 h 794497"/>
                  <a:gd name="connsiteX6" fmla="*/ 148934 w 428780"/>
                  <a:gd name="connsiteY6" fmla="*/ 794497 h 794497"/>
                  <a:gd name="connsiteX7" fmla="*/ 110464 w 428780"/>
                  <a:gd name="connsiteY7" fmla="*/ 756027 h 794497"/>
                  <a:gd name="connsiteX8" fmla="*/ 110464 w 428780"/>
                  <a:gd name="connsiteY8" fmla="*/ 129280 h 794497"/>
                  <a:gd name="connsiteX0" fmla="*/ 110464 w 428780"/>
                  <a:gd name="connsiteY0" fmla="*/ 114991 h 780208"/>
                  <a:gd name="connsiteX1" fmla="*/ 339450 w 428780"/>
                  <a:gd name="connsiteY1" fmla="*/ 135 h 780208"/>
                  <a:gd name="connsiteX2" fmla="*/ 341280 w 428780"/>
                  <a:gd name="connsiteY2" fmla="*/ 114991 h 780208"/>
                  <a:gd name="connsiteX3" fmla="*/ 341280 w 428780"/>
                  <a:gd name="connsiteY3" fmla="*/ 741738 h 780208"/>
                  <a:gd name="connsiteX4" fmla="*/ 302810 w 428780"/>
                  <a:gd name="connsiteY4" fmla="*/ 780208 h 780208"/>
                  <a:gd name="connsiteX5" fmla="*/ 148934 w 428780"/>
                  <a:gd name="connsiteY5" fmla="*/ 780208 h 780208"/>
                  <a:gd name="connsiteX6" fmla="*/ 110464 w 428780"/>
                  <a:gd name="connsiteY6" fmla="*/ 741738 h 780208"/>
                  <a:gd name="connsiteX7" fmla="*/ 110464 w 428780"/>
                  <a:gd name="connsiteY7" fmla="*/ 114991 h 780208"/>
                  <a:gd name="connsiteX0" fmla="*/ 110464 w 428780"/>
                  <a:gd name="connsiteY0" fmla="*/ 78344 h 743561"/>
                  <a:gd name="connsiteX1" fmla="*/ 341280 w 428780"/>
                  <a:gd name="connsiteY1" fmla="*/ 78344 h 743561"/>
                  <a:gd name="connsiteX2" fmla="*/ 341280 w 428780"/>
                  <a:gd name="connsiteY2" fmla="*/ 705091 h 743561"/>
                  <a:gd name="connsiteX3" fmla="*/ 302810 w 428780"/>
                  <a:gd name="connsiteY3" fmla="*/ 743561 h 743561"/>
                  <a:gd name="connsiteX4" fmla="*/ 148934 w 428780"/>
                  <a:gd name="connsiteY4" fmla="*/ 743561 h 743561"/>
                  <a:gd name="connsiteX5" fmla="*/ 110464 w 428780"/>
                  <a:gd name="connsiteY5" fmla="*/ 705091 h 743561"/>
                  <a:gd name="connsiteX6" fmla="*/ 110464 w 428780"/>
                  <a:gd name="connsiteY6" fmla="*/ 78344 h 743561"/>
                  <a:gd name="connsiteX0" fmla="*/ 110464 w 341280"/>
                  <a:gd name="connsiteY0" fmla="*/ 0 h 665217"/>
                  <a:gd name="connsiteX1" fmla="*/ 341280 w 341280"/>
                  <a:gd name="connsiteY1" fmla="*/ 626747 h 665217"/>
                  <a:gd name="connsiteX2" fmla="*/ 302810 w 341280"/>
                  <a:gd name="connsiteY2" fmla="*/ 665217 h 665217"/>
                  <a:gd name="connsiteX3" fmla="*/ 148934 w 341280"/>
                  <a:gd name="connsiteY3" fmla="*/ 665217 h 665217"/>
                  <a:gd name="connsiteX4" fmla="*/ 110464 w 341280"/>
                  <a:gd name="connsiteY4" fmla="*/ 626747 h 665217"/>
                  <a:gd name="connsiteX5" fmla="*/ 110464 w 341280"/>
                  <a:gd name="connsiteY5" fmla="*/ 0 h 665217"/>
                  <a:gd name="connsiteX0" fmla="*/ 189478 w 269447"/>
                  <a:gd name="connsiteY0" fmla="*/ 0 h 670458"/>
                  <a:gd name="connsiteX1" fmla="*/ 269447 w 269447"/>
                  <a:gd name="connsiteY1" fmla="*/ 631988 h 670458"/>
                  <a:gd name="connsiteX2" fmla="*/ 230977 w 269447"/>
                  <a:gd name="connsiteY2" fmla="*/ 670458 h 670458"/>
                  <a:gd name="connsiteX3" fmla="*/ 77101 w 269447"/>
                  <a:gd name="connsiteY3" fmla="*/ 670458 h 670458"/>
                  <a:gd name="connsiteX4" fmla="*/ 38631 w 269447"/>
                  <a:gd name="connsiteY4" fmla="*/ 631988 h 670458"/>
                  <a:gd name="connsiteX5" fmla="*/ 189478 w 269447"/>
                  <a:gd name="connsiteY5" fmla="*/ 0 h 670458"/>
                  <a:gd name="connsiteX0" fmla="*/ 273831 w 353800"/>
                  <a:gd name="connsiteY0" fmla="*/ 0 h 670458"/>
                  <a:gd name="connsiteX1" fmla="*/ 353800 w 353800"/>
                  <a:gd name="connsiteY1" fmla="*/ 631988 h 670458"/>
                  <a:gd name="connsiteX2" fmla="*/ 315330 w 353800"/>
                  <a:gd name="connsiteY2" fmla="*/ 670458 h 670458"/>
                  <a:gd name="connsiteX3" fmla="*/ 161454 w 353800"/>
                  <a:gd name="connsiteY3" fmla="*/ 670458 h 670458"/>
                  <a:gd name="connsiteX4" fmla="*/ 122984 w 353800"/>
                  <a:gd name="connsiteY4" fmla="*/ 631988 h 670458"/>
                  <a:gd name="connsiteX5" fmla="*/ 273831 w 353800"/>
                  <a:gd name="connsiteY5" fmla="*/ 0 h 670458"/>
                  <a:gd name="connsiteX0" fmla="*/ 273831 w 460362"/>
                  <a:gd name="connsiteY0" fmla="*/ 0 h 670458"/>
                  <a:gd name="connsiteX1" fmla="*/ 353800 w 460362"/>
                  <a:gd name="connsiteY1" fmla="*/ 631988 h 670458"/>
                  <a:gd name="connsiteX2" fmla="*/ 315330 w 460362"/>
                  <a:gd name="connsiteY2" fmla="*/ 670458 h 670458"/>
                  <a:gd name="connsiteX3" fmla="*/ 161454 w 460362"/>
                  <a:gd name="connsiteY3" fmla="*/ 670458 h 670458"/>
                  <a:gd name="connsiteX4" fmla="*/ 122984 w 460362"/>
                  <a:gd name="connsiteY4" fmla="*/ 631988 h 670458"/>
                  <a:gd name="connsiteX5" fmla="*/ 273831 w 460362"/>
                  <a:gd name="connsiteY5" fmla="*/ 0 h 670458"/>
                  <a:gd name="connsiteX0" fmla="*/ 273831 w 468890"/>
                  <a:gd name="connsiteY0" fmla="*/ 0 h 670458"/>
                  <a:gd name="connsiteX1" fmla="*/ 353800 w 468890"/>
                  <a:gd name="connsiteY1" fmla="*/ 631988 h 670458"/>
                  <a:gd name="connsiteX2" fmla="*/ 315330 w 468890"/>
                  <a:gd name="connsiteY2" fmla="*/ 670458 h 670458"/>
                  <a:gd name="connsiteX3" fmla="*/ 161454 w 468890"/>
                  <a:gd name="connsiteY3" fmla="*/ 670458 h 670458"/>
                  <a:gd name="connsiteX4" fmla="*/ 122984 w 468890"/>
                  <a:gd name="connsiteY4" fmla="*/ 631988 h 670458"/>
                  <a:gd name="connsiteX5" fmla="*/ 273831 w 468890"/>
                  <a:gd name="connsiteY5" fmla="*/ 0 h 670458"/>
                  <a:gd name="connsiteX0" fmla="*/ 241241 w 436300"/>
                  <a:gd name="connsiteY0" fmla="*/ 0 h 670458"/>
                  <a:gd name="connsiteX1" fmla="*/ 321210 w 436300"/>
                  <a:gd name="connsiteY1" fmla="*/ 631988 h 670458"/>
                  <a:gd name="connsiteX2" fmla="*/ 282740 w 436300"/>
                  <a:gd name="connsiteY2" fmla="*/ 670458 h 670458"/>
                  <a:gd name="connsiteX3" fmla="*/ 128864 w 436300"/>
                  <a:gd name="connsiteY3" fmla="*/ 670458 h 670458"/>
                  <a:gd name="connsiteX4" fmla="*/ 90394 w 436300"/>
                  <a:gd name="connsiteY4" fmla="*/ 631988 h 670458"/>
                  <a:gd name="connsiteX5" fmla="*/ 241241 w 436300"/>
                  <a:gd name="connsiteY5" fmla="*/ 0 h 670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6300" h="670458">
                    <a:moveTo>
                      <a:pt x="241241" y="0"/>
                    </a:moveTo>
                    <a:cubicBezTo>
                      <a:pt x="323084" y="9720"/>
                      <a:pt x="585499" y="418334"/>
                      <a:pt x="321210" y="631988"/>
                    </a:cubicBezTo>
                    <a:cubicBezTo>
                      <a:pt x="321210" y="653234"/>
                      <a:pt x="303986" y="670458"/>
                      <a:pt x="282740" y="670458"/>
                    </a:cubicBezTo>
                    <a:lnTo>
                      <a:pt x="128864" y="670458"/>
                    </a:lnTo>
                    <a:cubicBezTo>
                      <a:pt x="107618" y="670458"/>
                      <a:pt x="90394" y="653234"/>
                      <a:pt x="90394" y="631988"/>
                    </a:cubicBezTo>
                    <a:cubicBezTo>
                      <a:pt x="19891" y="563452"/>
                      <a:pt x="-130434" y="67062"/>
                      <a:pt x="241241" y="0"/>
                    </a:cubicBezTo>
                    <a:close/>
                  </a:path>
                </a:pathLst>
              </a:custGeom>
              <a:solidFill>
                <a:srgbClr val="F3381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Rectangle 13">
                <a:extLst>
                  <a:ext uri="{FF2B5EF4-FFF2-40B4-BE49-F238E27FC236}">
                    <a16:creationId xmlns:a16="http://schemas.microsoft.com/office/drawing/2014/main" id="{1E3446DB-8715-74AC-4AB5-02BA04792938}"/>
                  </a:ext>
                </a:extLst>
              </p:cNvPr>
              <p:cNvSpPr/>
              <p:nvPr/>
            </p:nvSpPr>
            <p:spPr>
              <a:xfrm>
                <a:off x="3622480" y="324462"/>
                <a:ext cx="885734" cy="1645898"/>
              </a:xfrm>
              <a:custGeom>
                <a:avLst/>
                <a:gdLst>
                  <a:gd name="connsiteX0" fmla="*/ 0 w 266700"/>
                  <a:gd name="connsiteY0" fmla="*/ 0 h 1511300"/>
                  <a:gd name="connsiteX1" fmla="*/ 266700 w 266700"/>
                  <a:gd name="connsiteY1" fmla="*/ 0 h 1511300"/>
                  <a:gd name="connsiteX2" fmla="*/ 266700 w 266700"/>
                  <a:gd name="connsiteY2" fmla="*/ 1511300 h 1511300"/>
                  <a:gd name="connsiteX3" fmla="*/ 0 w 266700"/>
                  <a:gd name="connsiteY3" fmla="*/ 1511300 h 1511300"/>
                  <a:gd name="connsiteX4" fmla="*/ 0 w 266700"/>
                  <a:gd name="connsiteY4" fmla="*/ 0 h 1511300"/>
                  <a:gd name="connsiteX0" fmla="*/ 0 w 711200"/>
                  <a:gd name="connsiteY0" fmla="*/ 88900 h 1600200"/>
                  <a:gd name="connsiteX1" fmla="*/ 711200 w 711200"/>
                  <a:gd name="connsiteY1" fmla="*/ 0 h 1600200"/>
                  <a:gd name="connsiteX2" fmla="*/ 266700 w 711200"/>
                  <a:gd name="connsiteY2" fmla="*/ 1600200 h 1600200"/>
                  <a:gd name="connsiteX3" fmla="*/ 0 w 711200"/>
                  <a:gd name="connsiteY3" fmla="*/ 1600200 h 1600200"/>
                  <a:gd name="connsiteX4" fmla="*/ 0 w 711200"/>
                  <a:gd name="connsiteY4" fmla="*/ 88900 h 1600200"/>
                  <a:gd name="connsiteX0" fmla="*/ 0 w 723842"/>
                  <a:gd name="connsiteY0" fmla="*/ 88900 h 1600200"/>
                  <a:gd name="connsiteX1" fmla="*/ 711200 w 723842"/>
                  <a:gd name="connsiteY1" fmla="*/ 0 h 1600200"/>
                  <a:gd name="connsiteX2" fmla="*/ 266700 w 723842"/>
                  <a:gd name="connsiteY2" fmla="*/ 1600200 h 1600200"/>
                  <a:gd name="connsiteX3" fmla="*/ 0 w 723842"/>
                  <a:gd name="connsiteY3" fmla="*/ 1600200 h 1600200"/>
                  <a:gd name="connsiteX4" fmla="*/ 0 w 723842"/>
                  <a:gd name="connsiteY4" fmla="*/ 88900 h 1600200"/>
                  <a:gd name="connsiteX0" fmla="*/ 0 w 722066"/>
                  <a:gd name="connsiteY0" fmla="*/ 88900 h 1600200"/>
                  <a:gd name="connsiteX1" fmla="*/ 711200 w 722066"/>
                  <a:gd name="connsiteY1" fmla="*/ 0 h 1600200"/>
                  <a:gd name="connsiteX2" fmla="*/ 266700 w 722066"/>
                  <a:gd name="connsiteY2" fmla="*/ 1600200 h 1600200"/>
                  <a:gd name="connsiteX3" fmla="*/ 0 w 722066"/>
                  <a:gd name="connsiteY3" fmla="*/ 1600200 h 1600200"/>
                  <a:gd name="connsiteX4" fmla="*/ 0 w 722066"/>
                  <a:gd name="connsiteY4" fmla="*/ 88900 h 1600200"/>
                  <a:gd name="connsiteX0" fmla="*/ 0 w 623084"/>
                  <a:gd name="connsiteY0" fmla="*/ 120650 h 1631950"/>
                  <a:gd name="connsiteX1" fmla="*/ 609600 w 623084"/>
                  <a:gd name="connsiteY1" fmla="*/ 0 h 1631950"/>
                  <a:gd name="connsiteX2" fmla="*/ 266700 w 623084"/>
                  <a:gd name="connsiteY2" fmla="*/ 1631950 h 1631950"/>
                  <a:gd name="connsiteX3" fmla="*/ 0 w 623084"/>
                  <a:gd name="connsiteY3" fmla="*/ 1631950 h 1631950"/>
                  <a:gd name="connsiteX4" fmla="*/ 0 w 623084"/>
                  <a:gd name="connsiteY4" fmla="*/ 120650 h 1631950"/>
                  <a:gd name="connsiteX0" fmla="*/ 0 w 703427"/>
                  <a:gd name="connsiteY0" fmla="*/ 0 h 1511300"/>
                  <a:gd name="connsiteX1" fmla="*/ 692150 w 703427"/>
                  <a:gd name="connsiteY1" fmla="*/ 673100 h 1511300"/>
                  <a:gd name="connsiteX2" fmla="*/ 266700 w 703427"/>
                  <a:gd name="connsiteY2" fmla="*/ 1511300 h 1511300"/>
                  <a:gd name="connsiteX3" fmla="*/ 0 w 703427"/>
                  <a:gd name="connsiteY3" fmla="*/ 1511300 h 1511300"/>
                  <a:gd name="connsiteX4" fmla="*/ 0 w 703427"/>
                  <a:gd name="connsiteY4" fmla="*/ 0 h 1511300"/>
                  <a:gd name="connsiteX0" fmla="*/ 0 w 692150"/>
                  <a:gd name="connsiteY0" fmla="*/ 0 h 1511300"/>
                  <a:gd name="connsiteX1" fmla="*/ 692150 w 692150"/>
                  <a:gd name="connsiteY1" fmla="*/ 673100 h 1511300"/>
                  <a:gd name="connsiteX2" fmla="*/ 266700 w 692150"/>
                  <a:gd name="connsiteY2" fmla="*/ 1511300 h 1511300"/>
                  <a:gd name="connsiteX3" fmla="*/ 0 w 692150"/>
                  <a:gd name="connsiteY3" fmla="*/ 1511300 h 1511300"/>
                  <a:gd name="connsiteX4" fmla="*/ 0 w 692150"/>
                  <a:gd name="connsiteY4" fmla="*/ 0 h 1511300"/>
                  <a:gd name="connsiteX0" fmla="*/ 19050 w 692150"/>
                  <a:gd name="connsiteY0" fmla="*/ 0 h 1428750"/>
                  <a:gd name="connsiteX1" fmla="*/ 692150 w 692150"/>
                  <a:gd name="connsiteY1" fmla="*/ 590550 h 1428750"/>
                  <a:gd name="connsiteX2" fmla="*/ 266700 w 692150"/>
                  <a:gd name="connsiteY2" fmla="*/ 1428750 h 1428750"/>
                  <a:gd name="connsiteX3" fmla="*/ 0 w 692150"/>
                  <a:gd name="connsiteY3" fmla="*/ 1428750 h 1428750"/>
                  <a:gd name="connsiteX4" fmla="*/ 19050 w 692150"/>
                  <a:gd name="connsiteY4" fmla="*/ 0 h 1428750"/>
                  <a:gd name="connsiteX0" fmla="*/ 19050 w 692150"/>
                  <a:gd name="connsiteY0" fmla="*/ 212303 h 1641053"/>
                  <a:gd name="connsiteX1" fmla="*/ 692150 w 692150"/>
                  <a:gd name="connsiteY1" fmla="*/ 802853 h 1641053"/>
                  <a:gd name="connsiteX2" fmla="*/ 266700 w 692150"/>
                  <a:gd name="connsiteY2" fmla="*/ 1641053 h 1641053"/>
                  <a:gd name="connsiteX3" fmla="*/ 0 w 692150"/>
                  <a:gd name="connsiteY3" fmla="*/ 1641053 h 1641053"/>
                  <a:gd name="connsiteX4" fmla="*/ 19050 w 692150"/>
                  <a:gd name="connsiteY4" fmla="*/ 212303 h 1641053"/>
                  <a:gd name="connsiteX0" fmla="*/ 19050 w 736555"/>
                  <a:gd name="connsiteY0" fmla="*/ 217148 h 1645898"/>
                  <a:gd name="connsiteX1" fmla="*/ 692150 w 736555"/>
                  <a:gd name="connsiteY1" fmla="*/ 807698 h 1645898"/>
                  <a:gd name="connsiteX2" fmla="*/ 266700 w 736555"/>
                  <a:gd name="connsiteY2" fmla="*/ 1645898 h 1645898"/>
                  <a:gd name="connsiteX3" fmla="*/ 0 w 736555"/>
                  <a:gd name="connsiteY3" fmla="*/ 1645898 h 1645898"/>
                  <a:gd name="connsiteX4" fmla="*/ 19050 w 736555"/>
                  <a:gd name="connsiteY4" fmla="*/ 217148 h 1645898"/>
                  <a:gd name="connsiteX0" fmla="*/ 148264 w 865769"/>
                  <a:gd name="connsiteY0" fmla="*/ 217148 h 1645898"/>
                  <a:gd name="connsiteX1" fmla="*/ 821364 w 865769"/>
                  <a:gd name="connsiteY1" fmla="*/ 807698 h 1645898"/>
                  <a:gd name="connsiteX2" fmla="*/ 395914 w 865769"/>
                  <a:gd name="connsiteY2" fmla="*/ 1645898 h 1645898"/>
                  <a:gd name="connsiteX3" fmla="*/ 129214 w 865769"/>
                  <a:gd name="connsiteY3" fmla="*/ 1645898 h 1645898"/>
                  <a:gd name="connsiteX4" fmla="*/ 148264 w 865769"/>
                  <a:gd name="connsiteY4" fmla="*/ 217148 h 1645898"/>
                  <a:gd name="connsiteX0" fmla="*/ 120238 w 837743"/>
                  <a:gd name="connsiteY0" fmla="*/ 217148 h 1645898"/>
                  <a:gd name="connsiteX1" fmla="*/ 793338 w 837743"/>
                  <a:gd name="connsiteY1" fmla="*/ 807698 h 1645898"/>
                  <a:gd name="connsiteX2" fmla="*/ 367888 w 837743"/>
                  <a:gd name="connsiteY2" fmla="*/ 1645898 h 1645898"/>
                  <a:gd name="connsiteX3" fmla="*/ 139288 w 837743"/>
                  <a:gd name="connsiteY3" fmla="*/ 1645898 h 1645898"/>
                  <a:gd name="connsiteX4" fmla="*/ 120238 w 837743"/>
                  <a:gd name="connsiteY4" fmla="*/ 217148 h 1645898"/>
                  <a:gd name="connsiteX0" fmla="*/ 161887 w 879392"/>
                  <a:gd name="connsiteY0" fmla="*/ 217148 h 1645898"/>
                  <a:gd name="connsiteX1" fmla="*/ 834987 w 879392"/>
                  <a:gd name="connsiteY1" fmla="*/ 807698 h 1645898"/>
                  <a:gd name="connsiteX2" fmla="*/ 409537 w 879392"/>
                  <a:gd name="connsiteY2" fmla="*/ 1645898 h 1645898"/>
                  <a:gd name="connsiteX3" fmla="*/ 180937 w 879392"/>
                  <a:gd name="connsiteY3" fmla="*/ 1645898 h 1645898"/>
                  <a:gd name="connsiteX4" fmla="*/ 161887 w 879392"/>
                  <a:gd name="connsiteY4" fmla="*/ 217148 h 1645898"/>
                  <a:gd name="connsiteX0" fmla="*/ 168229 w 885734"/>
                  <a:gd name="connsiteY0" fmla="*/ 217148 h 1645898"/>
                  <a:gd name="connsiteX1" fmla="*/ 841329 w 885734"/>
                  <a:gd name="connsiteY1" fmla="*/ 807698 h 1645898"/>
                  <a:gd name="connsiteX2" fmla="*/ 415879 w 885734"/>
                  <a:gd name="connsiteY2" fmla="*/ 1645898 h 1645898"/>
                  <a:gd name="connsiteX3" fmla="*/ 187279 w 885734"/>
                  <a:gd name="connsiteY3" fmla="*/ 1645898 h 1645898"/>
                  <a:gd name="connsiteX4" fmla="*/ 168229 w 885734"/>
                  <a:gd name="connsiteY4" fmla="*/ 217148 h 1645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734" h="1645898">
                    <a:moveTo>
                      <a:pt x="168229" y="217148"/>
                    </a:moveTo>
                    <a:cubicBezTo>
                      <a:pt x="1167296" y="-436902"/>
                      <a:pt x="826512" y="572748"/>
                      <a:pt x="841329" y="807698"/>
                    </a:cubicBezTo>
                    <a:cubicBezTo>
                      <a:pt x="743962" y="1144248"/>
                      <a:pt x="487846" y="1360148"/>
                      <a:pt x="415879" y="1645898"/>
                    </a:cubicBezTo>
                    <a:lnTo>
                      <a:pt x="187279" y="1645898"/>
                    </a:lnTo>
                    <a:cubicBezTo>
                      <a:pt x="-111171" y="998198"/>
                      <a:pt x="-3221" y="394948"/>
                      <a:pt x="168229" y="217148"/>
                    </a:cubicBezTo>
                    <a:close/>
                  </a:path>
                </a:pathLst>
              </a:custGeom>
              <a:solidFill>
                <a:srgbClr val="F33819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04AB5023-A0A1-52B0-E5DA-C9CFDED349CE}"/>
                  </a:ext>
                </a:extLst>
              </p:cNvPr>
              <p:cNvSpPr/>
              <p:nvPr/>
            </p:nvSpPr>
            <p:spPr>
              <a:xfrm>
                <a:off x="4057409" y="344761"/>
                <a:ext cx="317500" cy="806450"/>
              </a:xfrm>
              <a:custGeom>
                <a:avLst/>
                <a:gdLst>
                  <a:gd name="connsiteX0" fmla="*/ 317500 w 317500"/>
                  <a:gd name="connsiteY0" fmla="*/ 0 h 806450"/>
                  <a:gd name="connsiteX1" fmla="*/ 152400 w 317500"/>
                  <a:gd name="connsiteY1" fmla="*/ 260350 h 806450"/>
                  <a:gd name="connsiteX2" fmla="*/ 38100 w 317500"/>
                  <a:gd name="connsiteY2" fmla="*/ 596900 h 806450"/>
                  <a:gd name="connsiteX3" fmla="*/ 0 w 317500"/>
                  <a:gd name="connsiteY3" fmla="*/ 806450 h 806450"/>
                  <a:gd name="connsiteX4" fmla="*/ 0 w 317500"/>
                  <a:gd name="connsiteY4" fmla="*/ 806450 h 806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500" h="806450">
                    <a:moveTo>
                      <a:pt x="317500" y="0"/>
                    </a:moveTo>
                    <a:cubicBezTo>
                      <a:pt x="258233" y="80433"/>
                      <a:pt x="198967" y="160867"/>
                      <a:pt x="152400" y="260350"/>
                    </a:cubicBezTo>
                    <a:cubicBezTo>
                      <a:pt x="105833" y="359833"/>
                      <a:pt x="63500" y="505883"/>
                      <a:pt x="38100" y="596900"/>
                    </a:cubicBezTo>
                    <a:cubicBezTo>
                      <a:pt x="12700" y="687917"/>
                      <a:pt x="0" y="806450"/>
                      <a:pt x="0" y="806450"/>
                    </a:cubicBezTo>
                    <a:lnTo>
                      <a:pt x="0" y="806450"/>
                    </a:lnTo>
                  </a:path>
                </a:pathLst>
              </a:custGeom>
              <a:no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F7257689-7CFC-AD0A-E61C-ABAFED5E82C1}"/>
                </a:ext>
              </a:extLst>
            </p:cNvPr>
            <p:cNvSpPr/>
            <p:nvPr/>
          </p:nvSpPr>
          <p:spPr>
            <a:xfrm>
              <a:off x="4174166" y="1769508"/>
              <a:ext cx="1229924" cy="2452052"/>
            </a:xfrm>
            <a:custGeom>
              <a:avLst/>
              <a:gdLst>
                <a:gd name="connsiteX0" fmla="*/ 0 w 808382"/>
                <a:gd name="connsiteY0" fmla="*/ 0 h 2464905"/>
                <a:gd name="connsiteX1" fmla="*/ 808382 w 808382"/>
                <a:gd name="connsiteY1" fmla="*/ 0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0 w 808382"/>
                <a:gd name="connsiteY0" fmla="*/ 0 h 2464905"/>
                <a:gd name="connsiteX1" fmla="*/ 649355 w 808382"/>
                <a:gd name="connsiteY1" fmla="*/ 53009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185531 w 808382"/>
                <a:gd name="connsiteY0" fmla="*/ 0 h 2438401"/>
                <a:gd name="connsiteX1" fmla="*/ 649355 w 808382"/>
                <a:gd name="connsiteY1" fmla="*/ 26505 h 2438401"/>
                <a:gd name="connsiteX2" fmla="*/ 808382 w 808382"/>
                <a:gd name="connsiteY2" fmla="*/ 2438401 h 2438401"/>
                <a:gd name="connsiteX3" fmla="*/ 0 w 808382"/>
                <a:gd name="connsiteY3" fmla="*/ 2438401 h 2438401"/>
                <a:gd name="connsiteX4" fmla="*/ 185531 w 808382"/>
                <a:gd name="connsiteY4" fmla="*/ 0 h 2438401"/>
                <a:gd name="connsiteX0" fmla="*/ 185531 w 808382"/>
                <a:gd name="connsiteY0" fmla="*/ 160 h 2438561"/>
                <a:gd name="connsiteX1" fmla="*/ 437321 w 808382"/>
                <a:gd name="connsiteY1" fmla="*/ 79673 h 2438561"/>
                <a:gd name="connsiteX2" fmla="*/ 649355 w 808382"/>
                <a:gd name="connsiteY2" fmla="*/ 26665 h 2438561"/>
                <a:gd name="connsiteX3" fmla="*/ 808382 w 808382"/>
                <a:gd name="connsiteY3" fmla="*/ 2438561 h 2438561"/>
                <a:gd name="connsiteX4" fmla="*/ 0 w 808382"/>
                <a:gd name="connsiteY4" fmla="*/ 2438561 h 2438561"/>
                <a:gd name="connsiteX5" fmla="*/ 185531 w 808382"/>
                <a:gd name="connsiteY5" fmla="*/ 160 h 2438561"/>
                <a:gd name="connsiteX0" fmla="*/ 393316 w 1016167"/>
                <a:gd name="connsiteY0" fmla="*/ 160 h 2438561"/>
                <a:gd name="connsiteX1" fmla="*/ 645106 w 1016167"/>
                <a:gd name="connsiteY1" fmla="*/ 79673 h 2438561"/>
                <a:gd name="connsiteX2" fmla="*/ 857140 w 1016167"/>
                <a:gd name="connsiteY2" fmla="*/ 26665 h 2438561"/>
                <a:gd name="connsiteX3" fmla="*/ 1016167 w 1016167"/>
                <a:gd name="connsiteY3" fmla="*/ 2438561 h 2438561"/>
                <a:gd name="connsiteX4" fmla="*/ 207785 w 1016167"/>
                <a:gd name="connsiteY4" fmla="*/ 2438561 h 2438561"/>
                <a:gd name="connsiteX5" fmla="*/ 393316 w 1016167"/>
                <a:gd name="connsiteY5" fmla="*/ 160 h 2438561"/>
                <a:gd name="connsiteX0" fmla="*/ 402887 w 1025738"/>
                <a:gd name="connsiteY0" fmla="*/ 160 h 2438561"/>
                <a:gd name="connsiteX1" fmla="*/ 654677 w 1025738"/>
                <a:gd name="connsiteY1" fmla="*/ 79673 h 2438561"/>
                <a:gd name="connsiteX2" fmla="*/ 866711 w 1025738"/>
                <a:gd name="connsiteY2" fmla="*/ 26665 h 2438561"/>
                <a:gd name="connsiteX3" fmla="*/ 1025738 w 1025738"/>
                <a:gd name="connsiteY3" fmla="*/ 2438561 h 2438561"/>
                <a:gd name="connsiteX4" fmla="*/ 217356 w 1025738"/>
                <a:gd name="connsiteY4" fmla="*/ 2438561 h 2438561"/>
                <a:gd name="connsiteX5" fmla="*/ 402887 w 1025738"/>
                <a:gd name="connsiteY5" fmla="*/ 160 h 2438561"/>
                <a:gd name="connsiteX0" fmla="*/ 395647 w 1018498"/>
                <a:gd name="connsiteY0" fmla="*/ 160 h 2438561"/>
                <a:gd name="connsiteX1" fmla="*/ 647437 w 1018498"/>
                <a:gd name="connsiteY1" fmla="*/ 79673 h 2438561"/>
                <a:gd name="connsiteX2" fmla="*/ 859471 w 1018498"/>
                <a:gd name="connsiteY2" fmla="*/ 26665 h 2438561"/>
                <a:gd name="connsiteX3" fmla="*/ 1018498 w 1018498"/>
                <a:gd name="connsiteY3" fmla="*/ 2438561 h 2438561"/>
                <a:gd name="connsiteX4" fmla="*/ 210116 w 1018498"/>
                <a:gd name="connsiteY4" fmla="*/ 2438561 h 2438561"/>
                <a:gd name="connsiteX5" fmla="*/ 395647 w 1018498"/>
                <a:gd name="connsiteY5" fmla="*/ 160 h 2438561"/>
                <a:gd name="connsiteX0" fmla="*/ 343595 w 966446"/>
                <a:gd name="connsiteY0" fmla="*/ 160 h 2438561"/>
                <a:gd name="connsiteX1" fmla="*/ 595385 w 966446"/>
                <a:gd name="connsiteY1" fmla="*/ 79673 h 2438561"/>
                <a:gd name="connsiteX2" fmla="*/ 807419 w 966446"/>
                <a:gd name="connsiteY2" fmla="*/ 26665 h 2438561"/>
                <a:gd name="connsiteX3" fmla="*/ 966446 w 966446"/>
                <a:gd name="connsiteY3" fmla="*/ 2438561 h 2438561"/>
                <a:gd name="connsiteX4" fmla="*/ 224324 w 966446"/>
                <a:gd name="connsiteY4" fmla="*/ 2438561 h 2438561"/>
                <a:gd name="connsiteX5" fmla="*/ 343595 w 966446"/>
                <a:gd name="connsiteY5" fmla="*/ 160 h 2438561"/>
                <a:gd name="connsiteX0" fmla="*/ 419935 w 1042786"/>
                <a:gd name="connsiteY0" fmla="*/ 160 h 2438561"/>
                <a:gd name="connsiteX1" fmla="*/ 671725 w 1042786"/>
                <a:gd name="connsiteY1" fmla="*/ 79673 h 2438561"/>
                <a:gd name="connsiteX2" fmla="*/ 883759 w 1042786"/>
                <a:gd name="connsiteY2" fmla="*/ 26665 h 2438561"/>
                <a:gd name="connsiteX3" fmla="*/ 1042786 w 1042786"/>
                <a:gd name="connsiteY3" fmla="*/ 2438561 h 2438561"/>
                <a:gd name="connsiteX4" fmla="*/ 300664 w 1042786"/>
                <a:gd name="connsiteY4" fmla="*/ 2438561 h 2438561"/>
                <a:gd name="connsiteX5" fmla="*/ 419935 w 1042786"/>
                <a:gd name="connsiteY5" fmla="*/ 160 h 2438561"/>
                <a:gd name="connsiteX0" fmla="*/ 419935 w 989777"/>
                <a:gd name="connsiteY0" fmla="*/ 160 h 2438561"/>
                <a:gd name="connsiteX1" fmla="*/ 671725 w 989777"/>
                <a:gd name="connsiteY1" fmla="*/ 79673 h 2438561"/>
                <a:gd name="connsiteX2" fmla="*/ 883759 w 989777"/>
                <a:gd name="connsiteY2" fmla="*/ 26665 h 2438561"/>
                <a:gd name="connsiteX3" fmla="*/ 989777 w 989777"/>
                <a:gd name="connsiteY3" fmla="*/ 2438561 h 2438561"/>
                <a:gd name="connsiteX4" fmla="*/ 300664 w 989777"/>
                <a:gd name="connsiteY4" fmla="*/ 2438561 h 2438561"/>
                <a:gd name="connsiteX5" fmla="*/ 419935 w 989777"/>
                <a:gd name="connsiteY5" fmla="*/ 160 h 2438561"/>
                <a:gd name="connsiteX0" fmla="*/ 419935 w 1226865"/>
                <a:gd name="connsiteY0" fmla="*/ 160 h 2438561"/>
                <a:gd name="connsiteX1" fmla="*/ 671725 w 1226865"/>
                <a:gd name="connsiteY1" fmla="*/ 79673 h 2438561"/>
                <a:gd name="connsiteX2" fmla="*/ 883759 w 1226865"/>
                <a:gd name="connsiteY2" fmla="*/ 26665 h 2438561"/>
                <a:gd name="connsiteX3" fmla="*/ 989777 w 1226865"/>
                <a:gd name="connsiteY3" fmla="*/ 2438561 h 2438561"/>
                <a:gd name="connsiteX4" fmla="*/ 300664 w 1226865"/>
                <a:gd name="connsiteY4" fmla="*/ 2438561 h 2438561"/>
                <a:gd name="connsiteX5" fmla="*/ 419935 w 1226865"/>
                <a:gd name="connsiteY5" fmla="*/ 160 h 2438561"/>
                <a:gd name="connsiteX0" fmla="*/ 419935 w 1277421"/>
                <a:gd name="connsiteY0" fmla="*/ 160 h 2438561"/>
                <a:gd name="connsiteX1" fmla="*/ 671725 w 1277421"/>
                <a:gd name="connsiteY1" fmla="*/ 79673 h 2438561"/>
                <a:gd name="connsiteX2" fmla="*/ 883759 w 1277421"/>
                <a:gd name="connsiteY2" fmla="*/ 26665 h 2438561"/>
                <a:gd name="connsiteX3" fmla="*/ 989777 w 1277421"/>
                <a:gd name="connsiteY3" fmla="*/ 2438561 h 2438561"/>
                <a:gd name="connsiteX4" fmla="*/ 300664 w 1277421"/>
                <a:gd name="connsiteY4" fmla="*/ 2438561 h 2438561"/>
                <a:gd name="connsiteX5" fmla="*/ 419935 w 1277421"/>
                <a:gd name="connsiteY5" fmla="*/ 160 h 2438561"/>
                <a:gd name="connsiteX0" fmla="*/ 419935 w 1277421"/>
                <a:gd name="connsiteY0" fmla="*/ 216 h 2438617"/>
                <a:gd name="connsiteX1" fmla="*/ 671725 w 1277421"/>
                <a:gd name="connsiteY1" fmla="*/ 79729 h 2438617"/>
                <a:gd name="connsiteX2" fmla="*/ 883759 w 1277421"/>
                <a:gd name="connsiteY2" fmla="*/ 26721 h 2438617"/>
                <a:gd name="connsiteX3" fmla="*/ 989777 w 1277421"/>
                <a:gd name="connsiteY3" fmla="*/ 2438617 h 2438617"/>
                <a:gd name="connsiteX4" fmla="*/ 300664 w 1277421"/>
                <a:gd name="connsiteY4" fmla="*/ 2438617 h 2438617"/>
                <a:gd name="connsiteX5" fmla="*/ 419935 w 1277421"/>
                <a:gd name="connsiteY5" fmla="*/ 216 h 2438617"/>
                <a:gd name="connsiteX0" fmla="*/ 419935 w 1277421"/>
                <a:gd name="connsiteY0" fmla="*/ 18809 h 2457210"/>
                <a:gd name="connsiteX1" fmla="*/ 671725 w 1277421"/>
                <a:gd name="connsiteY1" fmla="*/ 98322 h 2457210"/>
                <a:gd name="connsiteX2" fmla="*/ 883759 w 1277421"/>
                <a:gd name="connsiteY2" fmla="*/ 45314 h 2457210"/>
                <a:gd name="connsiteX3" fmla="*/ 989777 w 1277421"/>
                <a:gd name="connsiteY3" fmla="*/ 2457210 h 2457210"/>
                <a:gd name="connsiteX4" fmla="*/ 300664 w 1277421"/>
                <a:gd name="connsiteY4" fmla="*/ 2457210 h 2457210"/>
                <a:gd name="connsiteX5" fmla="*/ 419935 w 1277421"/>
                <a:gd name="connsiteY5" fmla="*/ 18809 h 2457210"/>
                <a:gd name="connsiteX0" fmla="*/ 419935 w 1277421"/>
                <a:gd name="connsiteY0" fmla="*/ 428 h 2438829"/>
                <a:gd name="connsiteX1" fmla="*/ 671725 w 1277421"/>
                <a:gd name="connsiteY1" fmla="*/ 79941 h 2438829"/>
                <a:gd name="connsiteX2" fmla="*/ 883759 w 1277421"/>
                <a:gd name="connsiteY2" fmla="*/ 26933 h 2438829"/>
                <a:gd name="connsiteX3" fmla="*/ 989777 w 1277421"/>
                <a:gd name="connsiteY3" fmla="*/ 2438829 h 2438829"/>
                <a:gd name="connsiteX4" fmla="*/ 300664 w 1277421"/>
                <a:gd name="connsiteY4" fmla="*/ 2438829 h 2438829"/>
                <a:gd name="connsiteX5" fmla="*/ 419935 w 1277421"/>
                <a:gd name="connsiteY5" fmla="*/ 428 h 2438829"/>
                <a:gd name="connsiteX0" fmla="*/ 419935 w 1277421"/>
                <a:gd name="connsiteY0" fmla="*/ 13651 h 2452052"/>
                <a:gd name="connsiteX1" fmla="*/ 67172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19935 w 1277421"/>
                <a:gd name="connsiteY0" fmla="*/ 13651 h 2452052"/>
                <a:gd name="connsiteX1" fmla="*/ 65267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08617 w 1266103"/>
                <a:gd name="connsiteY0" fmla="*/ 13651 h 2452052"/>
                <a:gd name="connsiteX1" fmla="*/ 641357 w 1266103"/>
                <a:gd name="connsiteY1" fmla="*/ 93164 h 2452052"/>
                <a:gd name="connsiteX2" fmla="*/ 872441 w 1266103"/>
                <a:gd name="connsiteY2" fmla="*/ 40156 h 2452052"/>
                <a:gd name="connsiteX3" fmla="*/ 978459 w 1266103"/>
                <a:gd name="connsiteY3" fmla="*/ 2452052 h 2452052"/>
                <a:gd name="connsiteX4" fmla="*/ 289346 w 1266103"/>
                <a:gd name="connsiteY4" fmla="*/ 2452052 h 2452052"/>
                <a:gd name="connsiteX5" fmla="*/ 408617 w 1266103"/>
                <a:gd name="connsiteY5" fmla="*/ 13651 h 2452052"/>
                <a:gd name="connsiteX0" fmla="*/ 417042 w 1274528"/>
                <a:gd name="connsiteY0" fmla="*/ 13651 h 2452052"/>
                <a:gd name="connsiteX1" fmla="*/ 649782 w 1274528"/>
                <a:gd name="connsiteY1" fmla="*/ 93164 h 2452052"/>
                <a:gd name="connsiteX2" fmla="*/ 880866 w 1274528"/>
                <a:gd name="connsiteY2" fmla="*/ 40156 h 2452052"/>
                <a:gd name="connsiteX3" fmla="*/ 986884 w 1274528"/>
                <a:gd name="connsiteY3" fmla="*/ 2452052 h 2452052"/>
                <a:gd name="connsiteX4" fmla="*/ 297771 w 1274528"/>
                <a:gd name="connsiteY4" fmla="*/ 2452052 h 2452052"/>
                <a:gd name="connsiteX5" fmla="*/ 417042 w 1274528"/>
                <a:gd name="connsiteY5" fmla="*/ 13651 h 2452052"/>
                <a:gd name="connsiteX0" fmla="*/ 417042 w 1226121"/>
                <a:gd name="connsiteY0" fmla="*/ 13651 h 2452052"/>
                <a:gd name="connsiteX1" fmla="*/ 649782 w 1226121"/>
                <a:gd name="connsiteY1" fmla="*/ 93164 h 2452052"/>
                <a:gd name="connsiteX2" fmla="*/ 880866 w 1226121"/>
                <a:gd name="connsiteY2" fmla="*/ 40156 h 2452052"/>
                <a:gd name="connsiteX3" fmla="*/ 986884 w 1226121"/>
                <a:gd name="connsiteY3" fmla="*/ 2452052 h 2452052"/>
                <a:gd name="connsiteX4" fmla="*/ 297771 w 1226121"/>
                <a:gd name="connsiteY4" fmla="*/ 2452052 h 2452052"/>
                <a:gd name="connsiteX5" fmla="*/ 417042 w 1226121"/>
                <a:gd name="connsiteY5" fmla="*/ 13651 h 2452052"/>
                <a:gd name="connsiteX0" fmla="*/ 417042 w 1229924"/>
                <a:gd name="connsiteY0" fmla="*/ 13651 h 2452052"/>
                <a:gd name="connsiteX1" fmla="*/ 649782 w 1229924"/>
                <a:gd name="connsiteY1" fmla="*/ 93164 h 2452052"/>
                <a:gd name="connsiteX2" fmla="*/ 880866 w 1229924"/>
                <a:gd name="connsiteY2" fmla="*/ 40156 h 2452052"/>
                <a:gd name="connsiteX3" fmla="*/ 986884 w 1229924"/>
                <a:gd name="connsiteY3" fmla="*/ 2452052 h 2452052"/>
                <a:gd name="connsiteX4" fmla="*/ 297771 w 1229924"/>
                <a:gd name="connsiteY4" fmla="*/ 2452052 h 2452052"/>
                <a:gd name="connsiteX5" fmla="*/ 417042 w 1229924"/>
                <a:gd name="connsiteY5" fmla="*/ 13651 h 2452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29924" h="2452052">
                  <a:moveTo>
                    <a:pt x="417042" y="13651"/>
                  </a:moveTo>
                  <a:cubicBezTo>
                    <a:pt x="538382" y="-38391"/>
                    <a:pt x="533205" y="73768"/>
                    <a:pt x="649782" y="93164"/>
                  </a:cubicBezTo>
                  <a:cubicBezTo>
                    <a:pt x="720460" y="75495"/>
                    <a:pt x="781613" y="-37426"/>
                    <a:pt x="880866" y="40156"/>
                  </a:cubicBezTo>
                  <a:cubicBezTo>
                    <a:pt x="946229" y="95995"/>
                    <a:pt x="1561145" y="1171009"/>
                    <a:pt x="986884" y="2452052"/>
                  </a:cubicBezTo>
                  <a:lnTo>
                    <a:pt x="297771" y="2452052"/>
                  </a:lnTo>
                  <a:cubicBezTo>
                    <a:pt x="-409011" y="804364"/>
                    <a:pt x="356233" y="85365"/>
                    <a:pt x="417042" y="13651"/>
                  </a:cubicBezTo>
                  <a:close/>
                </a:path>
              </a:pathLst>
            </a:custGeom>
            <a:solidFill>
              <a:srgbClr val="F33819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Rectangle 4">
              <a:extLst>
                <a:ext uri="{FF2B5EF4-FFF2-40B4-BE49-F238E27FC236}">
                  <a16:creationId xmlns:a16="http://schemas.microsoft.com/office/drawing/2014/main" id="{D4EE3A30-6284-C32F-C03A-EE371C1ED14F}"/>
                </a:ext>
              </a:extLst>
            </p:cNvPr>
            <p:cNvSpPr/>
            <p:nvPr/>
          </p:nvSpPr>
          <p:spPr>
            <a:xfrm>
              <a:off x="4383957" y="3976084"/>
              <a:ext cx="863420" cy="604487"/>
            </a:xfrm>
            <a:custGeom>
              <a:avLst/>
              <a:gdLst>
                <a:gd name="connsiteX0" fmla="*/ 0 w 808382"/>
                <a:gd name="connsiteY0" fmla="*/ 0 h 2464905"/>
                <a:gd name="connsiteX1" fmla="*/ 808382 w 808382"/>
                <a:gd name="connsiteY1" fmla="*/ 0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0 w 808382"/>
                <a:gd name="connsiteY0" fmla="*/ 0 h 2464905"/>
                <a:gd name="connsiteX1" fmla="*/ 649355 w 808382"/>
                <a:gd name="connsiteY1" fmla="*/ 53009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185531 w 808382"/>
                <a:gd name="connsiteY0" fmla="*/ 0 h 2438401"/>
                <a:gd name="connsiteX1" fmla="*/ 649355 w 808382"/>
                <a:gd name="connsiteY1" fmla="*/ 26505 h 2438401"/>
                <a:gd name="connsiteX2" fmla="*/ 808382 w 808382"/>
                <a:gd name="connsiteY2" fmla="*/ 2438401 h 2438401"/>
                <a:gd name="connsiteX3" fmla="*/ 0 w 808382"/>
                <a:gd name="connsiteY3" fmla="*/ 2438401 h 2438401"/>
                <a:gd name="connsiteX4" fmla="*/ 185531 w 808382"/>
                <a:gd name="connsiteY4" fmla="*/ 0 h 2438401"/>
                <a:gd name="connsiteX0" fmla="*/ 185531 w 808382"/>
                <a:gd name="connsiteY0" fmla="*/ 160 h 2438561"/>
                <a:gd name="connsiteX1" fmla="*/ 437321 w 808382"/>
                <a:gd name="connsiteY1" fmla="*/ 79673 h 2438561"/>
                <a:gd name="connsiteX2" fmla="*/ 649355 w 808382"/>
                <a:gd name="connsiteY2" fmla="*/ 26665 h 2438561"/>
                <a:gd name="connsiteX3" fmla="*/ 808382 w 808382"/>
                <a:gd name="connsiteY3" fmla="*/ 2438561 h 2438561"/>
                <a:gd name="connsiteX4" fmla="*/ 0 w 808382"/>
                <a:gd name="connsiteY4" fmla="*/ 2438561 h 2438561"/>
                <a:gd name="connsiteX5" fmla="*/ 185531 w 808382"/>
                <a:gd name="connsiteY5" fmla="*/ 160 h 2438561"/>
                <a:gd name="connsiteX0" fmla="*/ 393316 w 1016167"/>
                <a:gd name="connsiteY0" fmla="*/ 160 h 2438561"/>
                <a:gd name="connsiteX1" fmla="*/ 645106 w 1016167"/>
                <a:gd name="connsiteY1" fmla="*/ 79673 h 2438561"/>
                <a:gd name="connsiteX2" fmla="*/ 857140 w 1016167"/>
                <a:gd name="connsiteY2" fmla="*/ 26665 h 2438561"/>
                <a:gd name="connsiteX3" fmla="*/ 1016167 w 1016167"/>
                <a:gd name="connsiteY3" fmla="*/ 2438561 h 2438561"/>
                <a:gd name="connsiteX4" fmla="*/ 207785 w 1016167"/>
                <a:gd name="connsiteY4" fmla="*/ 2438561 h 2438561"/>
                <a:gd name="connsiteX5" fmla="*/ 393316 w 1016167"/>
                <a:gd name="connsiteY5" fmla="*/ 160 h 2438561"/>
                <a:gd name="connsiteX0" fmla="*/ 402887 w 1025738"/>
                <a:gd name="connsiteY0" fmla="*/ 160 h 2438561"/>
                <a:gd name="connsiteX1" fmla="*/ 654677 w 1025738"/>
                <a:gd name="connsiteY1" fmla="*/ 79673 h 2438561"/>
                <a:gd name="connsiteX2" fmla="*/ 866711 w 1025738"/>
                <a:gd name="connsiteY2" fmla="*/ 26665 h 2438561"/>
                <a:gd name="connsiteX3" fmla="*/ 1025738 w 1025738"/>
                <a:gd name="connsiteY3" fmla="*/ 2438561 h 2438561"/>
                <a:gd name="connsiteX4" fmla="*/ 217356 w 1025738"/>
                <a:gd name="connsiteY4" fmla="*/ 2438561 h 2438561"/>
                <a:gd name="connsiteX5" fmla="*/ 402887 w 1025738"/>
                <a:gd name="connsiteY5" fmla="*/ 160 h 2438561"/>
                <a:gd name="connsiteX0" fmla="*/ 395647 w 1018498"/>
                <a:gd name="connsiteY0" fmla="*/ 160 h 2438561"/>
                <a:gd name="connsiteX1" fmla="*/ 647437 w 1018498"/>
                <a:gd name="connsiteY1" fmla="*/ 79673 h 2438561"/>
                <a:gd name="connsiteX2" fmla="*/ 859471 w 1018498"/>
                <a:gd name="connsiteY2" fmla="*/ 26665 h 2438561"/>
                <a:gd name="connsiteX3" fmla="*/ 1018498 w 1018498"/>
                <a:gd name="connsiteY3" fmla="*/ 2438561 h 2438561"/>
                <a:gd name="connsiteX4" fmla="*/ 210116 w 1018498"/>
                <a:gd name="connsiteY4" fmla="*/ 2438561 h 2438561"/>
                <a:gd name="connsiteX5" fmla="*/ 395647 w 1018498"/>
                <a:gd name="connsiteY5" fmla="*/ 160 h 2438561"/>
                <a:gd name="connsiteX0" fmla="*/ 343595 w 966446"/>
                <a:gd name="connsiteY0" fmla="*/ 160 h 2438561"/>
                <a:gd name="connsiteX1" fmla="*/ 595385 w 966446"/>
                <a:gd name="connsiteY1" fmla="*/ 79673 h 2438561"/>
                <a:gd name="connsiteX2" fmla="*/ 807419 w 966446"/>
                <a:gd name="connsiteY2" fmla="*/ 26665 h 2438561"/>
                <a:gd name="connsiteX3" fmla="*/ 966446 w 966446"/>
                <a:gd name="connsiteY3" fmla="*/ 2438561 h 2438561"/>
                <a:gd name="connsiteX4" fmla="*/ 224324 w 966446"/>
                <a:gd name="connsiteY4" fmla="*/ 2438561 h 2438561"/>
                <a:gd name="connsiteX5" fmla="*/ 343595 w 966446"/>
                <a:gd name="connsiteY5" fmla="*/ 160 h 2438561"/>
                <a:gd name="connsiteX0" fmla="*/ 419935 w 1042786"/>
                <a:gd name="connsiteY0" fmla="*/ 160 h 2438561"/>
                <a:gd name="connsiteX1" fmla="*/ 671725 w 1042786"/>
                <a:gd name="connsiteY1" fmla="*/ 79673 h 2438561"/>
                <a:gd name="connsiteX2" fmla="*/ 883759 w 1042786"/>
                <a:gd name="connsiteY2" fmla="*/ 26665 h 2438561"/>
                <a:gd name="connsiteX3" fmla="*/ 1042786 w 1042786"/>
                <a:gd name="connsiteY3" fmla="*/ 2438561 h 2438561"/>
                <a:gd name="connsiteX4" fmla="*/ 300664 w 1042786"/>
                <a:gd name="connsiteY4" fmla="*/ 2438561 h 2438561"/>
                <a:gd name="connsiteX5" fmla="*/ 419935 w 1042786"/>
                <a:gd name="connsiteY5" fmla="*/ 160 h 2438561"/>
                <a:gd name="connsiteX0" fmla="*/ 419935 w 989777"/>
                <a:gd name="connsiteY0" fmla="*/ 160 h 2438561"/>
                <a:gd name="connsiteX1" fmla="*/ 671725 w 989777"/>
                <a:gd name="connsiteY1" fmla="*/ 79673 h 2438561"/>
                <a:gd name="connsiteX2" fmla="*/ 883759 w 989777"/>
                <a:gd name="connsiteY2" fmla="*/ 26665 h 2438561"/>
                <a:gd name="connsiteX3" fmla="*/ 989777 w 989777"/>
                <a:gd name="connsiteY3" fmla="*/ 2438561 h 2438561"/>
                <a:gd name="connsiteX4" fmla="*/ 300664 w 989777"/>
                <a:gd name="connsiteY4" fmla="*/ 2438561 h 2438561"/>
                <a:gd name="connsiteX5" fmla="*/ 419935 w 989777"/>
                <a:gd name="connsiteY5" fmla="*/ 160 h 2438561"/>
                <a:gd name="connsiteX0" fmla="*/ 419935 w 1226865"/>
                <a:gd name="connsiteY0" fmla="*/ 160 h 2438561"/>
                <a:gd name="connsiteX1" fmla="*/ 671725 w 1226865"/>
                <a:gd name="connsiteY1" fmla="*/ 79673 h 2438561"/>
                <a:gd name="connsiteX2" fmla="*/ 883759 w 1226865"/>
                <a:gd name="connsiteY2" fmla="*/ 26665 h 2438561"/>
                <a:gd name="connsiteX3" fmla="*/ 989777 w 1226865"/>
                <a:gd name="connsiteY3" fmla="*/ 2438561 h 2438561"/>
                <a:gd name="connsiteX4" fmla="*/ 300664 w 1226865"/>
                <a:gd name="connsiteY4" fmla="*/ 2438561 h 2438561"/>
                <a:gd name="connsiteX5" fmla="*/ 419935 w 1226865"/>
                <a:gd name="connsiteY5" fmla="*/ 160 h 2438561"/>
                <a:gd name="connsiteX0" fmla="*/ 419935 w 1277421"/>
                <a:gd name="connsiteY0" fmla="*/ 160 h 2438561"/>
                <a:gd name="connsiteX1" fmla="*/ 671725 w 1277421"/>
                <a:gd name="connsiteY1" fmla="*/ 79673 h 2438561"/>
                <a:gd name="connsiteX2" fmla="*/ 883759 w 1277421"/>
                <a:gd name="connsiteY2" fmla="*/ 26665 h 2438561"/>
                <a:gd name="connsiteX3" fmla="*/ 989777 w 1277421"/>
                <a:gd name="connsiteY3" fmla="*/ 2438561 h 2438561"/>
                <a:gd name="connsiteX4" fmla="*/ 300664 w 1277421"/>
                <a:gd name="connsiteY4" fmla="*/ 2438561 h 2438561"/>
                <a:gd name="connsiteX5" fmla="*/ 419935 w 1277421"/>
                <a:gd name="connsiteY5" fmla="*/ 160 h 2438561"/>
                <a:gd name="connsiteX0" fmla="*/ 419935 w 1277421"/>
                <a:gd name="connsiteY0" fmla="*/ 216 h 2438617"/>
                <a:gd name="connsiteX1" fmla="*/ 671725 w 1277421"/>
                <a:gd name="connsiteY1" fmla="*/ 79729 h 2438617"/>
                <a:gd name="connsiteX2" fmla="*/ 883759 w 1277421"/>
                <a:gd name="connsiteY2" fmla="*/ 26721 h 2438617"/>
                <a:gd name="connsiteX3" fmla="*/ 989777 w 1277421"/>
                <a:gd name="connsiteY3" fmla="*/ 2438617 h 2438617"/>
                <a:gd name="connsiteX4" fmla="*/ 300664 w 1277421"/>
                <a:gd name="connsiteY4" fmla="*/ 2438617 h 2438617"/>
                <a:gd name="connsiteX5" fmla="*/ 419935 w 1277421"/>
                <a:gd name="connsiteY5" fmla="*/ 216 h 2438617"/>
                <a:gd name="connsiteX0" fmla="*/ 419935 w 1277421"/>
                <a:gd name="connsiteY0" fmla="*/ 18809 h 2457210"/>
                <a:gd name="connsiteX1" fmla="*/ 671725 w 1277421"/>
                <a:gd name="connsiteY1" fmla="*/ 98322 h 2457210"/>
                <a:gd name="connsiteX2" fmla="*/ 883759 w 1277421"/>
                <a:gd name="connsiteY2" fmla="*/ 45314 h 2457210"/>
                <a:gd name="connsiteX3" fmla="*/ 989777 w 1277421"/>
                <a:gd name="connsiteY3" fmla="*/ 2457210 h 2457210"/>
                <a:gd name="connsiteX4" fmla="*/ 300664 w 1277421"/>
                <a:gd name="connsiteY4" fmla="*/ 2457210 h 2457210"/>
                <a:gd name="connsiteX5" fmla="*/ 419935 w 1277421"/>
                <a:gd name="connsiteY5" fmla="*/ 18809 h 2457210"/>
                <a:gd name="connsiteX0" fmla="*/ 419935 w 1277421"/>
                <a:gd name="connsiteY0" fmla="*/ 428 h 2438829"/>
                <a:gd name="connsiteX1" fmla="*/ 671725 w 1277421"/>
                <a:gd name="connsiteY1" fmla="*/ 79941 h 2438829"/>
                <a:gd name="connsiteX2" fmla="*/ 883759 w 1277421"/>
                <a:gd name="connsiteY2" fmla="*/ 26933 h 2438829"/>
                <a:gd name="connsiteX3" fmla="*/ 989777 w 1277421"/>
                <a:gd name="connsiteY3" fmla="*/ 2438829 h 2438829"/>
                <a:gd name="connsiteX4" fmla="*/ 300664 w 1277421"/>
                <a:gd name="connsiteY4" fmla="*/ 2438829 h 2438829"/>
                <a:gd name="connsiteX5" fmla="*/ 419935 w 1277421"/>
                <a:gd name="connsiteY5" fmla="*/ 428 h 2438829"/>
                <a:gd name="connsiteX0" fmla="*/ 419935 w 1277421"/>
                <a:gd name="connsiteY0" fmla="*/ 13651 h 2452052"/>
                <a:gd name="connsiteX1" fmla="*/ 67172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19935 w 1277421"/>
                <a:gd name="connsiteY0" fmla="*/ 13651 h 2452052"/>
                <a:gd name="connsiteX1" fmla="*/ 65267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08617 w 1266103"/>
                <a:gd name="connsiteY0" fmla="*/ 13651 h 2452052"/>
                <a:gd name="connsiteX1" fmla="*/ 641357 w 1266103"/>
                <a:gd name="connsiteY1" fmla="*/ 93164 h 2452052"/>
                <a:gd name="connsiteX2" fmla="*/ 872441 w 1266103"/>
                <a:gd name="connsiteY2" fmla="*/ 40156 h 2452052"/>
                <a:gd name="connsiteX3" fmla="*/ 978459 w 1266103"/>
                <a:gd name="connsiteY3" fmla="*/ 2452052 h 2452052"/>
                <a:gd name="connsiteX4" fmla="*/ 289346 w 1266103"/>
                <a:gd name="connsiteY4" fmla="*/ 2452052 h 2452052"/>
                <a:gd name="connsiteX5" fmla="*/ 408617 w 1266103"/>
                <a:gd name="connsiteY5" fmla="*/ 13651 h 2452052"/>
                <a:gd name="connsiteX0" fmla="*/ 417042 w 1274528"/>
                <a:gd name="connsiteY0" fmla="*/ 13651 h 2452052"/>
                <a:gd name="connsiteX1" fmla="*/ 649782 w 1274528"/>
                <a:gd name="connsiteY1" fmla="*/ 93164 h 2452052"/>
                <a:gd name="connsiteX2" fmla="*/ 880866 w 1274528"/>
                <a:gd name="connsiteY2" fmla="*/ 40156 h 2452052"/>
                <a:gd name="connsiteX3" fmla="*/ 986884 w 1274528"/>
                <a:gd name="connsiteY3" fmla="*/ 2452052 h 2452052"/>
                <a:gd name="connsiteX4" fmla="*/ 297771 w 1274528"/>
                <a:gd name="connsiteY4" fmla="*/ 2452052 h 2452052"/>
                <a:gd name="connsiteX5" fmla="*/ 417042 w 1274528"/>
                <a:gd name="connsiteY5" fmla="*/ 13651 h 2452052"/>
                <a:gd name="connsiteX0" fmla="*/ 417042 w 1226121"/>
                <a:gd name="connsiteY0" fmla="*/ 13651 h 2452052"/>
                <a:gd name="connsiteX1" fmla="*/ 649782 w 1226121"/>
                <a:gd name="connsiteY1" fmla="*/ 93164 h 2452052"/>
                <a:gd name="connsiteX2" fmla="*/ 880866 w 1226121"/>
                <a:gd name="connsiteY2" fmla="*/ 40156 h 2452052"/>
                <a:gd name="connsiteX3" fmla="*/ 986884 w 1226121"/>
                <a:gd name="connsiteY3" fmla="*/ 2452052 h 2452052"/>
                <a:gd name="connsiteX4" fmla="*/ 297771 w 1226121"/>
                <a:gd name="connsiteY4" fmla="*/ 2452052 h 2452052"/>
                <a:gd name="connsiteX5" fmla="*/ 417042 w 1226121"/>
                <a:gd name="connsiteY5" fmla="*/ 13651 h 2452052"/>
                <a:gd name="connsiteX0" fmla="*/ 417042 w 1229924"/>
                <a:gd name="connsiteY0" fmla="*/ 13651 h 2452052"/>
                <a:gd name="connsiteX1" fmla="*/ 649782 w 1229924"/>
                <a:gd name="connsiteY1" fmla="*/ 93164 h 2452052"/>
                <a:gd name="connsiteX2" fmla="*/ 880866 w 1229924"/>
                <a:gd name="connsiteY2" fmla="*/ 40156 h 2452052"/>
                <a:gd name="connsiteX3" fmla="*/ 986884 w 1229924"/>
                <a:gd name="connsiteY3" fmla="*/ 2452052 h 2452052"/>
                <a:gd name="connsiteX4" fmla="*/ 297771 w 1229924"/>
                <a:gd name="connsiteY4" fmla="*/ 2452052 h 2452052"/>
                <a:gd name="connsiteX5" fmla="*/ 417042 w 1229924"/>
                <a:gd name="connsiteY5" fmla="*/ 13651 h 2452052"/>
                <a:gd name="connsiteX0" fmla="*/ 297098 w 1272841"/>
                <a:gd name="connsiteY0" fmla="*/ 4685 h 2729157"/>
                <a:gd name="connsiteX1" fmla="*/ 692699 w 1272841"/>
                <a:gd name="connsiteY1" fmla="*/ 370269 h 2729157"/>
                <a:gd name="connsiteX2" fmla="*/ 923783 w 1272841"/>
                <a:gd name="connsiteY2" fmla="*/ 317261 h 2729157"/>
                <a:gd name="connsiteX3" fmla="*/ 1029801 w 1272841"/>
                <a:gd name="connsiteY3" fmla="*/ 2729157 h 2729157"/>
                <a:gd name="connsiteX4" fmla="*/ 340688 w 1272841"/>
                <a:gd name="connsiteY4" fmla="*/ 2729157 h 2729157"/>
                <a:gd name="connsiteX5" fmla="*/ 297098 w 1272841"/>
                <a:gd name="connsiteY5" fmla="*/ 4685 h 2729157"/>
                <a:gd name="connsiteX0" fmla="*/ 297098 w 1321637"/>
                <a:gd name="connsiteY0" fmla="*/ 4685 h 2729157"/>
                <a:gd name="connsiteX1" fmla="*/ 692699 w 1321637"/>
                <a:gd name="connsiteY1" fmla="*/ 370269 h 2729157"/>
                <a:gd name="connsiteX2" fmla="*/ 1099671 w 1321637"/>
                <a:gd name="connsiteY2" fmla="*/ 72056 h 2729157"/>
                <a:gd name="connsiteX3" fmla="*/ 1029801 w 1321637"/>
                <a:gd name="connsiteY3" fmla="*/ 2729157 h 2729157"/>
                <a:gd name="connsiteX4" fmla="*/ 340688 w 1321637"/>
                <a:gd name="connsiteY4" fmla="*/ 2729157 h 2729157"/>
                <a:gd name="connsiteX5" fmla="*/ 297098 w 1321637"/>
                <a:gd name="connsiteY5" fmla="*/ 4685 h 2729157"/>
                <a:gd name="connsiteX0" fmla="*/ 437186 w 1461725"/>
                <a:gd name="connsiteY0" fmla="*/ 4685 h 2729157"/>
                <a:gd name="connsiteX1" fmla="*/ 832787 w 1461725"/>
                <a:gd name="connsiteY1" fmla="*/ 370269 h 2729157"/>
                <a:gd name="connsiteX2" fmla="*/ 1239759 w 1461725"/>
                <a:gd name="connsiteY2" fmla="*/ 72056 h 2729157"/>
                <a:gd name="connsiteX3" fmla="*/ 1169889 w 1461725"/>
                <a:gd name="connsiteY3" fmla="*/ 2729157 h 2729157"/>
                <a:gd name="connsiteX4" fmla="*/ 291858 w 1461725"/>
                <a:gd name="connsiteY4" fmla="*/ 2504383 h 2729157"/>
                <a:gd name="connsiteX5" fmla="*/ 437186 w 1461725"/>
                <a:gd name="connsiteY5" fmla="*/ 4685 h 2729157"/>
                <a:gd name="connsiteX0" fmla="*/ 228857 w 1253396"/>
                <a:gd name="connsiteY0" fmla="*/ 4685 h 2729157"/>
                <a:gd name="connsiteX1" fmla="*/ 624458 w 1253396"/>
                <a:gd name="connsiteY1" fmla="*/ 370269 h 2729157"/>
                <a:gd name="connsiteX2" fmla="*/ 1031430 w 1253396"/>
                <a:gd name="connsiteY2" fmla="*/ 72056 h 2729157"/>
                <a:gd name="connsiteX3" fmla="*/ 961560 w 1253396"/>
                <a:gd name="connsiteY3" fmla="*/ 2729157 h 2729157"/>
                <a:gd name="connsiteX4" fmla="*/ 83529 w 1253396"/>
                <a:gd name="connsiteY4" fmla="*/ 2504383 h 2729157"/>
                <a:gd name="connsiteX5" fmla="*/ 228857 w 1253396"/>
                <a:gd name="connsiteY5" fmla="*/ 4685 h 2729157"/>
                <a:gd name="connsiteX0" fmla="*/ 110298 w 1291184"/>
                <a:gd name="connsiteY0" fmla="*/ 127524 h 2668090"/>
                <a:gd name="connsiteX1" fmla="*/ 662246 w 1291184"/>
                <a:gd name="connsiteY1" fmla="*/ 309202 h 2668090"/>
                <a:gd name="connsiteX2" fmla="*/ 1069218 w 1291184"/>
                <a:gd name="connsiteY2" fmla="*/ 10989 h 2668090"/>
                <a:gd name="connsiteX3" fmla="*/ 999348 w 1291184"/>
                <a:gd name="connsiteY3" fmla="*/ 2668090 h 2668090"/>
                <a:gd name="connsiteX4" fmla="*/ 121317 w 1291184"/>
                <a:gd name="connsiteY4" fmla="*/ 2443316 h 2668090"/>
                <a:gd name="connsiteX5" fmla="*/ 110298 w 1291184"/>
                <a:gd name="connsiteY5" fmla="*/ 127524 h 2668090"/>
                <a:gd name="connsiteX0" fmla="*/ 110298 w 1291184"/>
                <a:gd name="connsiteY0" fmla="*/ 222538 h 2763104"/>
                <a:gd name="connsiteX1" fmla="*/ 662246 w 1291184"/>
                <a:gd name="connsiteY1" fmla="*/ 404216 h 2763104"/>
                <a:gd name="connsiteX2" fmla="*/ 1069218 w 1291184"/>
                <a:gd name="connsiteY2" fmla="*/ 106003 h 2763104"/>
                <a:gd name="connsiteX3" fmla="*/ 999348 w 1291184"/>
                <a:gd name="connsiteY3" fmla="*/ 2763104 h 2763104"/>
                <a:gd name="connsiteX4" fmla="*/ 121317 w 1291184"/>
                <a:gd name="connsiteY4" fmla="*/ 2538330 h 2763104"/>
                <a:gd name="connsiteX5" fmla="*/ 110298 w 1291184"/>
                <a:gd name="connsiteY5" fmla="*/ 222538 h 2763104"/>
                <a:gd name="connsiteX0" fmla="*/ 52784 w 1233670"/>
                <a:gd name="connsiteY0" fmla="*/ 222538 h 2763104"/>
                <a:gd name="connsiteX1" fmla="*/ 604732 w 1233670"/>
                <a:gd name="connsiteY1" fmla="*/ 404216 h 2763104"/>
                <a:gd name="connsiteX2" fmla="*/ 1011704 w 1233670"/>
                <a:gd name="connsiteY2" fmla="*/ 106003 h 2763104"/>
                <a:gd name="connsiteX3" fmla="*/ 941834 w 1233670"/>
                <a:gd name="connsiteY3" fmla="*/ 2763104 h 2763104"/>
                <a:gd name="connsiteX4" fmla="*/ 63803 w 1233670"/>
                <a:gd name="connsiteY4" fmla="*/ 2538330 h 2763104"/>
                <a:gd name="connsiteX5" fmla="*/ 52784 w 1233670"/>
                <a:gd name="connsiteY5" fmla="*/ 222538 h 2763104"/>
                <a:gd name="connsiteX0" fmla="*/ 52784 w 1355775"/>
                <a:gd name="connsiteY0" fmla="*/ 222538 h 2538330"/>
                <a:gd name="connsiteX1" fmla="*/ 604732 w 1355775"/>
                <a:gd name="connsiteY1" fmla="*/ 404216 h 2538330"/>
                <a:gd name="connsiteX2" fmla="*/ 1011704 w 1355775"/>
                <a:gd name="connsiteY2" fmla="*/ 106003 h 2538330"/>
                <a:gd name="connsiteX3" fmla="*/ 1111210 w 1355775"/>
                <a:gd name="connsiteY3" fmla="*/ 2456595 h 2538330"/>
                <a:gd name="connsiteX4" fmla="*/ 63803 w 1355775"/>
                <a:gd name="connsiteY4" fmla="*/ 2538330 h 2538330"/>
                <a:gd name="connsiteX5" fmla="*/ 52784 w 1355775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77792 h 2593584"/>
                <a:gd name="connsiteX1" fmla="*/ 604732 w 1379241"/>
                <a:gd name="connsiteY1" fmla="*/ 459470 h 2593584"/>
                <a:gd name="connsiteX2" fmla="*/ 1102906 w 1379241"/>
                <a:gd name="connsiteY2" fmla="*/ 161256 h 2593584"/>
                <a:gd name="connsiteX3" fmla="*/ 1111210 w 1379241"/>
                <a:gd name="connsiteY3" fmla="*/ 2511849 h 2593584"/>
                <a:gd name="connsiteX4" fmla="*/ 63803 w 1379241"/>
                <a:gd name="connsiteY4" fmla="*/ 2593584 h 2593584"/>
                <a:gd name="connsiteX5" fmla="*/ 52784 w 1379241"/>
                <a:gd name="connsiteY5" fmla="*/ 277792 h 2593584"/>
                <a:gd name="connsiteX0" fmla="*/ 52784 w 1388657"/>
                <a:gd name="connsiteY0" fmla="*/ 277792 h 2593584"/>
                <a:gd name="connsiteX1" fmla="*/ 604732 w 1388657"/>
                <a:gd name="connsiteY1" fmla="*/ 459470 h 2593584"/>
                <a:gd name="connsiteX2" fmla="*/ 1102906 w 1388657"/>
                <a:gd name="connsiteY2" fmla="*/ 161256 h 2593584"/>
                <a:gd name="connsiteX3" fmla="*/ 1124239 w 1388657"/>
                <a:gd name="connsiteY3" fmla="*/ 2511849 h 2593584"/>
                <a:gd name="connsiteX4" fmla="*/ 63803 w 1388657"/>
                <a:gd name="connsiteY4" fmla="*/ 2593584 h 2593584"/>
                <a:gd name="connsiteX5" fmla="*/ 52784 w 1388657"/>
                <a:gd name="connsiteY5" fmla="*/ 277792 h 2593584"/>
                <a:gd name="connsiteX0" fmla="*/ 52784 w 1181038"/>
                <a:gd name="connsiteY0" fmla="*/ 277792 h 2593584"/>
                <a:gd name="connsiteX1" fmla="*/ 604732 w 1181038"/>
                <a:gd name="connsiteY1" fmla="*/ 459470 h 2593584"/>
                <a:gd name="connsiteX2" fmla="*/ 1102906 w 1181038"/>
                <a:gd name="connsiteY2" fmla="*/ 161256 h 2593584"/>
                <a:gd name="connsiteX3" fmla="*/ 1124239 w 1181038"/>
                <a:gd name="connsiteY3" fmla="*/ 2511849 h 2593584"/>
                <a:gd name="connsiteX4" fmla="*/ 63803 w 1181038"/>
                <a:gd name="connsiteY4" fmla="*/ 2593584 h 2593584"/>
                <a:gd name="connsiteX5" fmla="*/ 52784 w 1181038"/>
                <a:gd name="connsiteY5" fmla="*/ 277792 h 2593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1038" h="2593584">
                  <a:moveTo>
                    <a:pt x="52784" y="277792"/>
                  </a:moveTo>
                  <a:cubicBezTo>
                    <a:pt x="343499" y="-305526"/>
                    <a:pt x="488155" y="440074"/>
                    <a:pt x="604732" y="459470"/>
                  </a:cubicBezTo>
                  <a:cubicBezTo>
                    <a:pt x="675410" y="441801"/>
                    <a:pt x="997137" y="-325001"/>
                    <a:pt x="1102906" y="161256"/>
                  </a:cubicBezTo>
                  <a:cubicBezTo>
                    <a:pt x="1168269" y="217095"/>
                    <a:pt x="1229461" y="1925553"/>
                    <a:pt x="1124239" y="2511849"/>
                  </a:cubicBezTo>
                  <a:lnTo>
                    <a:pt x="63803" y="2593584"/>
                  </a:lnTo>
                  <a:cubicBezTo>
                    <a:pt x="-30622" y="1354567"/>
                    <a:pt x="-8025" y="349506"/>
                    <a:pt x="52784" y="277792"/>
                  </a:cubicBezTo>
                  <a:close/>
                </a:path>
              </a:pathLst>
            </a:custGeom>
            <a:solidFill>
              <a:srgbClr val="F33819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FD05D1E4-36BB-80DE-F6B1-FEBC5B3A6A7E}"/>
                </a:ext>
              </a:extLst>
            </p:cNvPr>
            <p:cNvSpPr/>
            <p:nvPr/>
          </p:nvSpPr>
          <p:spPr>
            <a:xfrm>
              <a:off x="4383957" y="4474562"/>
              <a:ext cx="863420" cy="622413"/>
            </a:xfrm>
            <a:custGeom>
              <a:avLst/>
              <a:gdLst>
                <a:gd name="connsiteX0" fmla="*/ 0 w 808382"/>
                <a:gd name="connsiteY0" fmla="*/ 0 h 2464905"/>
                <a:gd name="connsiteX1" fmla="*/ 808382 w 808382"/>
                <a:gd name="connsiteY1" fmla="*/ 0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0 w 808382"/>
                <a:gd name="connsiteY0" fmla="*/ 0 h 2464905"/>
                <a:gd name="connsiteX1" fmla="*/ 649355 w 808382"/>
                <a:gd name="connsiteY1" fmla="*/ 53009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185531 w 808382"/>
                <a:gd name="connsiteY0" fmla="*/ 0 h 2438401"/>
                <a:gd name="connsiteX1" fmla="*/ 649355 w 808382"/>
                <a:gd name="connsiteY1" fmla="*/ 26505 h 2438401"/>
                <a:gd name="connsiteX2" fmla="*/ 808382 w 808382"/>
                <a:gd name="connsiteY2" fmla="*/ 2438401 h 2438401"/>
                <a:gd name="connsiteX3" fmla="*/ 0 w 808382"/>
                <a:gd name="connsiteY3" fmla="*/ 2438401 h 2438401"/>
                <a:gd name="connsiteX4" fmla="*/ 185531 w 808382"/>
                <a:gd name="connsiteY4" fmla="*/ 0 h 2438401"/>
                <a:gd name="connsiteX0" fmla="*/ 185531 w 808382"/>
                <a:gd name="connsiteY0" fmla="*/ 160 h 2438561"/>
                <a:gd name="connsiteX1" fmla="*/ 437321 w 808382"/>
                <a:gd name="connsiteY1" fmla="*/ 79673 h 2438561"/>
                <a:gd name="connsiteX2" fmla="*/ 649355 w 808382"/>
                <a:gd name="connsiteY2" fmla="*/ 26665 h 2438561"/>
                <a:gd name="connsiteX3" fmla="*/ 808382 w 808382"/>
                <a:gd name="connsiteY3" fmla="*/ 2438561 h 2438561"/>
                <a:gd name="connsiteX4" fmla="*/ 0 w 808382"/>
                <a:gd name="connsiteY4" fmla="*/ 2438561 h 2438561"/>
                <a:gd name="connsiteX5" fmla="*/ 185531 w 808382"/>
                <a:gd name="connsiteY5" fmla="*/ 160 h 2438561"/>
                <a:gd name="connsiteX0" fmla="*/ 393316 w 1016167"/>
                <a:gd name="connsiteY0" fmla="*/ 160 h 2438561"/>
                <a:gd name="connsiteX1" fmla="*/ 645106 w 1016167"/>
                <a:gd name="connsiteY1" fmla="*/ 79673 h 2438561"/>
                <a:gd name="connsiteX2" fmla="*/ 857140 w 1016167"/>
                <a:gd name="connsiteY2" fmla="*/ 26665 h 2438561"/>
                <a:gd name="connsiteX3" fmla="*/ 1016167 w 1016167"/>
                <a:gd name="connsiteY3" fmla="*/ 2438561 h 2438561"/>
                <a:gd name="connsiteX4" fmla="*/ 207785 w 1016167"/>
                <a:gd name="connsiteY4" fmla="*/ 2438561 h 2438561"/>
                <a:gd name="connsiteX5" fmla="*/ 393316 w 1016167"/>
                <a:gd name="connsiteY5" fmla="*/ 160 h 2438561"/>
                <a:gd name="connsiteX0" fmla="*/ 402887 w 1025738"/>
                <a:gd name="connsiteY0" fmla="*/ 160 h 2438561"/>
                <a:gd name="connsiteX1" fmla="*/ 654677 w 1025738"/>
                <a:gd name="connsiteY1" fmla="*/ 79673 h 2438561"/>
                <a:gd name="connsiteX2" fmla="*/ 866711 w 1025738"/>
                <a:gd name="connsiteY2" fmla="*/ 26665 h 2438561"/>
                <a:gd name="connsiteX3" fmla="*/ 1025738 w 1025738"/>
                <a:gd name="connsiteY3" fmla="*/ 2438561 h 2438561"/>
                <a:gd name="connsiteX4" fmla="*/ 217356 w 1025738"/>
                <a:gd name="connsiteY4" fmla="*/ 2438561 h 2438561"/>
                <a:gd name="connsiteX5" fmla="*/ 402887 w 1025738"/>
                <a:gd name="connsiteY5" fmla="*/ 160 h 2438561"/>
                <a:gd name="connsiteX0" fmla="*/ 395647 w 1018498"/>
                <a:gd name="connsiteY0" fmla="*/ 160 h 2438561"/>
                <a:gd name="connsiteX1" fmla="*/ 647437 w 1018498"/>
                <a:gd name="connsiteY1" fmla="*/ 79673 h 2438561"/>
                <a:gd name="connsiteX2" fmla="*/ 859471 w 1018498"/>
                <a:gd name="connsiteY2" fmla="*/ 26665 h 2438561"/>
                <a:gd name="connsiteX3" fmla="*/ 1018498 w 1018498"/>
                <a:gd name="connsiteY3" fmla="*/ 2438561 h 2438561"/>
                <a:gd name="connsiteX4" fmla="*/ 210116 w 1018498"/>
                <a:gd name="connsiteY4" fmla="*/ 2438561 h 2438561"/>
                <a:gd name="connsiteX5" fmla="*/ 395647 w 1018498"/>
                <a:gd name="connsiteY5" fmla="*/ 160 h 2438561"/>
                <a:gd name="connsiteX0" fmla="*/ 343595 w 966446"/>
                <a:gd name="connsiteY0" fmla="*/ 160 h 2438561"/>
                <a:gd name="connsiteX1" fmla="*/ 595385 w 966446"/>
                <a:gd name="connsiteY1" fmla="*/ 79673 h 2438561"/>
                <a:gd name="connsiteX2" fmla="*/ 807419 w 966446"/>
                <a:gd name="connsiteY2" fmla="*/ 26665 h 2438561"/>
                <a:gd name="connsiteX3" fmla="*/ 966446 w 966446"/>
                <a:gd name="connsiteY3" fmla="*/ 2438561 h 2438561"/>
                <a:gd name="connsiteX4" fmla="*/ 224324 w 966446"/>
                <a:gd name="connsiteY4" fmla="*/ 2438561 h 2438561"/>
                <a:gd name="connsiteX5" fmla="*/ 343595 w 966446"/>
                <a:gd name="connsiteY5" fmla="*/ 160 h 2438561"/>
                <a:gd name="connsiteX0" fmla="*/ 419935 w 1042786"/>
                <a:gd name="connsiteY0" fmla="*/ 160 h 2438561"/>
                <a:gd name="connsiteX1" fmla="*/ 671725 w 1042786"/>
                <a:gd name="connsiteY1" fmla="*/ 79673 h 2438561"/>
                <a:gd name="connsiteX2" fmla="*/ 883759 w 1042786"/>
                <a:gd name="connsiteY2" fmla="*/ 26665 h 2438561"/>
                <a:gd name="connsiteX3" fmla="*/ 1042786 w 1042786"/>
                <a:gd name="connsiteY3" fmla="*/ 2438561 h 2438561"/>
                <a:gd name="connsiteX4" fmla="*/ 300664 w 1042786"/>
                <a:gd name="connsiteY4" fmla="*/ 2438561 h 2438561"/>
                <a:gd name="connsiteX5" fmla="*/ 419935 w 1042786"/>
                <a:gd name="connsiteY5" fmla="*/ 160 h 2438561"/>
                <a:gd name="connsiteX0" fmla="*/ 419935 w 989777"/>
                <a:gd name="connsiteY0" fmla="*/ 160 h 2438561"/>
                <a:gd name="connsiteX1" fmla="*/ 671725 w 989777"/>
                <a:gd name="connsiteY1" fmla="*/ 79673 h 2438561"/>
                <a:gd name="connsiteX2" fmla="*/ 883759 w 989777"/>
                <a:gd name="connsiteY2" fmla="*/ 26665 h 2438561"/>
                <a:gd name="connsiteX3" fmla="*/ 989777 w 989777"/>
                <a:gd name="connsiteY3" fmla="*/ 2438561 h 2438561"/>
                <a:gd name="connsiteX4" fmla="*/ 300664 w 989777"/>
                <a:gd name="connsiteY4" fmla="*/ 2438561 h 2438561"/>
                <a:gd name="connsiteX5" fmla="*/ 419935 w 989777"/>
                <a:gd name="connsiteY5" fmla="*/ 160 h 2438561"/>
                <a:gd name="connsiteX0" fmla="*/ 419935 w 1226865"/>
                <a:gd name="connsiteY0" fmla="*/ 160 h 2438561"/>
                <a:gd name="connsiteX1" fmla="*/ 671725 w 1226865"/>
                <a:gd name="connsiteY1" fmla="*/ 79673 h 2438561"/>
                <a:gd name="connsiteX2" fmla="*/ 883759 w 1226865"/>
                <a:gd name="connsiteY2" fmla="*/ 26665 h 2438561"/>
                <a:gd name="connsiteX3" fmla="*/ 989777 w 1226865"/>
                <a:gd name="connsiteY3" fmla="*/ 2438561 h 2438561"/>
                <a:gd name="connsiteX4" fmla="*/ 300664 w 1226865"/>
                <a:gd name="connsiteY4" fmla="*/ 2438561 h 2438561"/>
                <a:gd name="connsiteX5" fmla="*/ 419935 w 1226865"/>
                <a:gd name="connsiteY5" fmla="*/ 160 h 2438561"/>
                <a:gd name="connsiteX0" fmla="*/ 419935 w 1277421"/>
                <a:gd name="connsiteY0" fmla="*/ 160 h 2438561"/>
                <a:gd name="connsiteX1" fmla="*/ 671725 w 1277421"/>
                <a:gd name="connsiteY1" fmla="*/ 79673 h 2438561"/>
                <a:gd name="connsiteX2" fmla="*/ 883759 w 1277421"/>
                <a:gd name="connsiteY2" fmla="*/ 26665 h 2438561"/>
                <a:gd name="connsiteX3" fmla="*/ 989777 w 1277421"/>
                <a:gd name="connsiteY3" fmla="*/ 2438561 h 2438561"/>
                <a:gd name="connsiteX4" fmla="*/ 300664 w 1277421"/>
                <a:gd name="connsiteY4" fmla="*/ 2438561 h 2438561"/>
                <a:gd name="connsiteX5" fmla="*/ 419935 w 1277421"/>
                <a:gd name="connsiteY5" fmla="*/ 160 h 2438561"/>
                <a:gd name="connsiteX0" fmla="*/ 419935 w 1277421"/>
                <a:gd name="connsiteY0" fmla="*/ 216 h 2438617"/>
                <a:gd name="connsiteX1" fmla="*/ 671725 w 1277421"/>
                <a:gd name="connsiteY1" fmla="*/ 79729 h 2438617"/>
                <a:gd name="connsiteX2" fmla="*/ 883759 w 1277421"/>
                <a:gd name="connsiteY2" fmla="*/ 26721 h 2438617"/>
                <a:gd name="connsiteX3" fmla="*/ 989777 w 1277421"/>
                <a:gd name="connsiteY3" fmla="*/ 2438617 h 2438617"/>
                <a:gd name="connsiteX4" fmla="*/ 300664 w 1277421"/>
                <a:gd name="connsiteY4" fmla="*/ 2438617 h 2438617"/>
                <a:gd name="connsiteX5" fmla="*/ 419935 w 1277421"/>
                <a:gd name="connsiteY5" fmla="*/ 216 h 2438617"/>
                <a:gd name="connsiteX0" fmla="*/ 419935 w 1277421"/>
                <a:gd name="connsiteY0" fmla="*/ 18809 h 2457210"/>
                <a:gd name="connsiteX1" fmla="*/ 671725 w 1277421"/>
                <a:gd name="connsiteY1" fmla="*/ 98322 h 2457210"/>
                <a:gd name="connsiteX2" fmla="*/ 883759 w 1277421"/>
                <a:gd name="connsiteY2" fmla="*/ 45314 h 2457210"/>
                <a:gd name="connsiteX3" fmla="*/ 989777 w 1277421"/>
                <a:gd name="connsiteY3" fmla="*/ 2457210 h 2457210"/>
                <a:gd name="connsiteX4" fmla="*/ 300664 w 1277421"/>
                <a:gd name="connsiteY4" fmla="*/ 2457210 h 2457210"/>
                <a:gd name="connsiteX5" fmla="*/ 419935 w 1277421"/>
                <a:gd name="connsiteY5" fmla="*/ 18809 h 2457210"/>
                <a:gd name="connsiteX0" fmla="*/ 419935 w 1277421"/>
                <a:gd name="connsiteY0" fmla="*/ 428 h 2438829"/>
                <a:gd name="connsiteX1" fmla="*/ 671725 w 1277421"/>
                <a:gd name="connsiteY1" fmla="*/ 79941 h 2438829"/>
                <a:gd name="connsiteX2" fmla="*/ 883759 w 1277421"/>
                <a:gd name="connsiteY2" fmla="*/ 26933 h 2438829"/>
                <a:gd name="connsiteX3" fmla="*/ 989777 w 1277421"/>
                <a:gd name="connsiteY3" fmla="*/ 2438829 h 2438829"/>
                <a:gd name="connsiteX4" fmla="*/ 300664 w 1277421"/>
                <a:gd name="connsiteY4" fmla="*/ 2438829 h 2438829"/>
                <a:gd name="connsiteX5" fmla="*/ 419935 w 1277421"/>
                <a:gd name="connsiteY5" fmla="*/ 428 h 2438829"/>
                <a:gd name="connsiteX0" fmla="*/ 419935 w 1277421"/>
                <a:gd name="connsiteY0" fmla="*/ 13651 h 2452052"/>
                <a:gd name="connsiteX1" fmla="*/ 67172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19935 w 1277421"/>
                <a:gd name="connsiteY0" fmla="*/ 13651 h 2452052"/>
                <a:gd name="connsiteX1" fmla="*/ 65267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08617 w 1266103"/>
                <a:gd name="connsiteY0" fmla="*/ 13651 h 2452052"/>
                <a:gd name="connsiteX1" fmla="*/ 641357 w 1266103"/>
                <a:gd name="connsiteY1" fmla="*/ 93164 h 2452052"/>
                <a:gd name="connsiteX2" fmla="*/ 872441 w 1266103"/>
                <a:gd name="connsiteY2" fmla="*/ 40156 h 2452052"/>
                <a:gd name="connsiteX3" fmla="*/ 978459 w 1266103"/>
                <a:gd name="connsiteY3" fmla="*/ 2452052 h 2452052"/>
                <a:gd name="connsiteX4" fmla="*/ 289346 w 1266103"/>
                <a:gd name="connsiteY4" fmla="*/ 2452052 h 2452052"/>
                <a:gd name="connsiteX5" fmla="*/ 408617 w 1266103"/>
                <a:gd name="connsiteY5" fmla="*/ 13651 h 2452052"/>
                <a:gd name="connsiteX0" fmla="*/ 417042 w 1274528"/>
                <a:gd name="connsiteY0" fmla="*/ 13651 h 2452052"/>
                <a:gd name="connsiteX1" fmla="*/ 649782 w 1274528"/>
                <a:gd name="connsiteY1" fmla="*/ 93164 h 2452052"/>
                <a:gd name="connsiteX2" fmla="*/ 880866 w 1274528"/>
                <a:gd name="connsiteY2" fmla="*/ 40156 h 2452052"/>
                <a:gd name="connsiteX3" fmla="*/ 986884 w 1274528"/>
                <a:gd name="connsiteY3" fmla="*/ 2452052 h 2452052"/>
                <a:gd name="connsiteX4" fmla="*/ 297771 w 1274528"/>
                <a:gd name="connsiteY4" fmla="*/ 2452052 h 2452052"/>
                <a:gd name="connsiteX5" fmla="*/ 417042 w 1274528"/>
                <a:gd name="connsiteY5" fmla="*/ 13651 h 2452052"/>
                <a:gd name="connsiteX0" fmla="*/ 417042 w 1226121"/>
                <a:gd name="connsiteY0" fmla="*/ 13651 h 2452052"/>
                <a:gd name="connsiteX1" fmla="*/ 649782 w 1226121"/>
                <a:gd name="connsiteY1" fmla="*/ 93164 h 2452052"/>
                <a:gd name="connsiteX2" fmla="*/ 880866 w 1226121"/>
                <a:gd name="connsiteY2" fmla="*/ 40156 h 2452052"/>
                <a:gd name="connsiteX3" fmla="*/ 986884 w 1226121"/>
                <a:gd name="connsiteY3" fmla="*/ 2452052 h 2452052"/>
                <a:gd name="connsiteX4" fmla="*/ 297771 w 1226121"/>
                <a:gd name="connsiteY4" fmla="*/ 2452052 h 2452052"/>
                <a:gd name="connsiteX5" fmla="*/ 417042 w 1226121"/>
                <a:gd name="connsiteY5" fmla="*/ 13651 h 2452052"/>
                <a:gd name="connsiteX0" fmla="*/ 417042 w 1229924"/>
                <a:gd name="connsiteY0" fmla="*/ 13651 h 2452052"/>
                <a:gd name="connsiteX1" fmla="*/ 649782 w 1229924"/>
                <a:gd name="connsiteY1" fmla="*/ 93164 h 2452052"/>
                <a:gd name="connsiteX2" fmla="*/ 880866 w 1229924"/>
                <a:gd name="connsiteY2" fmla="*/ 40156 h 2452052"/>
                <a:gd name="connsiteX3" fmla="*/ 986884 w 1229924"/>
                <a:gd name="connsiteY3" fmla="*/ 2452052 h 2452052"/>
                <a:gd name="connsiteX4" fmla="*/ 297771 w 1229924"/>
                <a:gd name="connsiteY4" fmla="*/ 2452052 h 2452052"/>
                <a:gd name="connsiteX5" fmla="*/ 417042 w 1229924"/>
                <a:gd name="connsiteY5" fmla="*/ 13651 h 2452052"/>
                <a:gd name="connsiteX0" fmla="*/ 297098 w 1272841"/>
                <a:gd name="connsiteY0" fmla="*/ 4685 h 2729157"/>
                <a:gd name="connsiteX1" fmla="*/ 692699 w 1272841"/>
                <a:gd name="connsiteY1" fmla="*/ 370269 h 2729157"/>
                <a:gd name="connsiteX2" fmla="*/ 923783 w 1272841"/>
                <a:gd name="connsiteY2" fmla="*/ 317261 h 2729157"/>
                <a:gd name="connsiteX3" fmla="*/ 1029801 w 1272841"/>
                <a:gd name="connsiteY3" fmla="*/ 2729157 h 2729157"/>
                <a:gd name="connsiteX4" fmla="*/ 340688 w 1272841"/>
                <a:gd name="connsiteY4" fmla="*/ 2729157 h 2729157"/>
                <a:gd name="connsiteX5" fmla="*/ 297098 w 1272841"/>
                <a:gd name="connsiteY5" fmla="*/ 4685 h 2729157"/>
                <a:gd name="connsiteX0" fmla="*/ 297098 w 1321637"/>
                <a:gd name="connsiteY0" fmla="*/ 4685 h 2729157"/>
                <a:gd name="connsiteX1" fmla="*/ 692699 w 1321637"/>
                <a:gd name="connsiteY1" fmla="*/ 370269 h 2729157"/>
                <a:gd name="connsiteX2" fmla="*/ 1099671 w 1321637"/>
                <a:gd name="connsiteY2" fmla="*/ 72056 h 2729157"/>
                <a:gd name="connsiteX3" fmla="*/ 1029801 w 1321637"/>
                <a:gd name="connsiteY3" fmla="*/ 2729157 h 2729157"/>
                <a:gd name="connsiteX4" fmla="*/ 340688 w 1321637"/>
                <a:gd name="connsiteY4" fmla="*/ 2729157 h 2729157"/>
                <a:gd name="connsiteX5" fmla="*/ 297098 w 1321637"/>
                <a:gd name="connsiteY5" fmla="*/ 4685 h 2729157"/>
                <a:gd name="connsiteX0" fmla="*/ 437186 w 1461725"/>
                <a:gd name="connsiteY0" fmla="*/ 4685 h 2729157"/>
                <a:gd name="connsiteX1" fmla="*/ 832787 w 1461725"/>
                <a:gd name="connsiteY1" fmla="*/ 370269 h 2729157"/>
                <a:gd name="connsiteX2" fmla="*/ 1239759 w 1461725"/>
                <a:gd name="connsiteY2" fmla="*/ 72056 h 2729157"/>
                <a:gd name="connsiteX3" fmla="*/ 1169889 w 1461725"/>
                <a:gd name="connsiteY3" fmla="*/ 2729157 h 2729157"/>
                <a:gd name="connsiteX4" fmla="*/ 291858 w 1461725"/>
                <a:gd name="connsiteY4" fmla="*/ 2504383 h 2729157"/>
                <a:gd name="connsiteX5" fmla="*/ 437186 w 1461725"/>
                <a:gd name="connsiteY5" fmla="*/ 4685 h 2729157"/>
                <a:gd name="connsiteX0" fmla="*/ 228857 w 1253396"/>
                <a:gd name="connsiteY0" fmla="*/ 4685 h 2729157"/>
                <a:gd name="connsiteX1" fmla="*/ 624458 w 1253396"/>
                <a:gd name="connsiteY1" fmla="*/ 370269 h 2729157"/>
                <a:gd name="connsiteX2" fmla="*/ 1031430 w 1253396"/>
                <a:gd name="connsiteY2" fmla="*/ 72056 h 2729157"/>
                <a:gd name="connsiteX3" fmla="*/ 961560 w 1253396"/>
                <a:gd name="connsiteY3" fmla="*/ 2729157 h 2729157"/>
                <a:gd name="connsiteX4" fmla="*/ 83529 w 1253396"/>
                <a:gd name="connsiteY4" fmla="*/ 2504383 h 2729157"/>
                <a:gd name="connsiteX5" fmla="*/ 228857 w 1253396"/>
                <a:gd name="connsiteY5" fmla="*/ 4685 h 2729157"/>
                <a:gd name="connsiteX0" fmla="*/ 110298 w 1291184"/>
                <a:gd name="connsiteY0" fmla="*/ 127524 h 2668090"/>
                <a:gd name="connsiteX1" fmla="*/ 662246 w 1291184"/>
                <a:gd name="connsiteY1" fmla="*/ 309202 h 2668090"/>
                <a:gd name="connsiteX2" fmla="*/ 1069218 w 1291184"/>
                <a:gd name="connsiteY2" fmla="*/ 10989 h 2668090"/>
                <a:gd name="connsiteX3" fmla="*/ 999348 w 1291184"/>
                <a:gd name="connsiteY3" fmla="*/ 2668090 h 2668090"/>
                <a:gd name="connsiteX4" fmla="*/ 121317 w 1291184"/>
                <a:gd name="connsiteY4" fmla="*/ 2443316 h 2668090"/>
                <a:gd name="connsiteX5" fmla="*/ 110298 w 1291184"/>
                <a:gd name="connsiteY5" fmla="*/ 127524 h 2668090"/>
                <a:gd name="connsiteX0" fmla="*/ 110298 w 1291184"/>
                <a:gd name="connsiteY0" fmla="*/ 222538 h 2763104"/>
                <a:gd name="connsiteX1" fmla="*/ 662246 w 1291184"/>
                <a:gd name="connsiteY1" fmla="*/ 404216 h 2763104"/>
                <a:gd name="connsiteX2" fmla="*/ 1069218 w 1291184"/>
                <a:gd name="connsiteY2" fmla="*/ 106003 h 2763104"/>
                <a:gd name="connsiteX3" fmla="*/ 999348 w 1291184"/>
                <a:gd name="connsiteY3" fmla="*/ 2763104 h 2763104"/>
                <a:gd name="connsiteX4" fmla="*/ 121317 w 1291184"/>
                <a:gd name="connsiteY4" fmla="*/ 2538330 h 2763104"/>
                <a:gd name="connsiteX5" fmla="*/ 110298 w 1291184"/>
                <a:gd name="connsiteY5" fmla="*/ 222538 h 2763104"/>
                <a:gd name="connsiteX0" fmla="*/ 52784 w 1233670"/>
                <a:gd name="connsiteY0" fmla="*/ 222538 h 2763104"/>
                <a:gd name="connsiteX1" fmla="*/ 604732 w 1233670"/>
                <a:gd name="connsiteY1" fmla="*/ 404216 h 2763104"/>
                <a:gd name="connsiteX2" fmla="*/ 1011704 w 1233670"/>
                <a:gd name="connsiteY2" fmla="*/ 106003 h 2763104"/>
                <a:gd name="connsiteX3" fmla="*/ 941834 w 1233670"/>
                <a:gd name="connsiteY3" fmla="*/ 2763104 h 2763104"/>
                <a:gd name="connsiteX4" fmla="*/ 63803 w 1233670"/>
                <a:gd name="connsiteY4" fmla="*/ 2538330 h 2763104"/>
                <a:gd name="connsiteX5" fmla="*/ 52784 w 1233670"/>
                <a:gd name="connsiteY5" fmla="*/ 222538 h 2763104"/>
                <a:gd name="connsiteX0" fmla="*/ 52784 w 1355775"/>
                <a:gd name="connsiteY0" fmla="*/ 222538 h 2538330"/>
                <a:gd name="connsiteX1" fmla="*/ 604732 w 1355775"/>
                <a:gd name="connsiteY1" fmla="*/ 404216 h 2538330"/>
                <a:gd name="connsiteX2" fmla="*/ 1011704 w 1355775"/>
                <a:gd name="connsiteY2" fmla="*/ 106003 h 2538330"/>
                <a:gd name="connsiteX3" fmla="*/ 1111210 w 1355775"/>
                <a:gd name="connsiteY3" fmla="*/ 2456595 h 2538330"/>
                <a:gd name="connsiteX4" fmla="*/ 63803 w 1355775"/>
                <a:gd name="connsiteY4" fmla="*/ 2538330 h 2538330"/>
                <a:gd name="connsiteX5" fmla="*/ 52784 w 1355775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77792 h 2593584"/>
                <a:gd name="connsiteX1" fmla="*/ 604732 w 1379241"/>
                <a:gd name="connsiteY1" fmla="*/ 459470 h 2593584"/>
                <a:gd name="connsiteX2" fmla="*/ 1102906 w 1379241"/>
                <a:gd name="connsiteY2" fmla="*/ 161256 h 2593584"/>
                <a:gd name="connsiteX3" fmla="*/ 1111210 w 1379241"/>
                <a:gd name="connsiteY3" fmla="*/ 2511849 h 2593584"/>
                <a:gd name="connsiteX4" fmla="*/ 63803 w 1379241"/>
                <a:gd name="connsiteY4" fmla="*/ 2593584 h 2593584"/>
                <a:gd name="connsiteX5" fmla="*/ 52784 w 1379241"/>
                <a:gd name="connsiteY5" fmla="*/ 277792 h 2593584"/>
                <a:gd name="connsiteX0" fmla="*/ 52784 w 1388657"/>
                <a:gd name="connsiteY0" fmla="*/ 277792 h 2593584"/>
                <a:gd name="connsiteX1" fmla="*/ 604732 w 1388657"/>
                <a:gd name="connsiteY1" fmla="*/ 459470 h 2593584"/>
                <a:gd name="connsiteX2" fmla="*/ 1102906 w 1388657"/>
                <a:gd name="connsiteY2" fmla="*/ 161256 h 2593584"/>
                <a:gd name="connsiteX3" fmla="*/ 1124239 w 1388657"/>
                <a:gd name="connsiteY3" fmla="*/ 2511849 h 2593584"/>
                <a:gd name="connsiteX4" fmla="*/ 63803 w 1388657"/>
                <a:gd name="connsiteY4" fmla="*/ 2593584 h 2593584"/>
                <a:gd name="connsiteX5" fmla="*/ 52784 w 1388657"/>
                <a:gd name="connsiteY5" fmla="*/ 277792 h 2593584"/>
                <a:gd name="connsiteX0" fmla="*/ 52784 w 1181038"/>
                <a:gd name="connsiteY0" fmla="*/ 277792 h 2593584"/>
                <a:gd name="connsiteX1" fmla="*/ 604732 w 1181038"/>
                <a:gd name="connsiteY1" fmla="*/ 459470 h 2593584"/>
                <a:gd name="connsiteX2" fmla="*/ 1102906 w 1181038"/>
                <a:gd name="connsiteY2" fmla="*/ 161256 h 2593584"/>
                <a:gd name="connsiteX3" fmla="*/ 1124239 w 1181038"/>
                <a:gd name="connsiteY3" fmla="*/ 2511849 h 2593584"/>
                <a:gd name="connsiteX4" fmla="*/ 63803 w 1181038"/>
                <a:gd name="connsiteY4" fmla="*/ 2593584 h 2593584"/>
                <a:gd name="connsiteX5" fmla="*/ 52784 w 1181038"/>
                <a:gd name="connsiteY5" fmla="*/ 277792 h 2593584"/>
                <a:gd name="connsiteX0" fmla="*/ 52784 w 1181038"/>
                <a:gd name="connsiteY0" fmla="*/ 354704 h 2670496"/>
                <a:gd name="connsiteX1" fmla="*/ 1102906 w 1181038"/>
                <a:gd name="connsiteY1" fmla="*/ 238168 h 2670496"/>
                <a:gd name="connsiteX2" fmla="*/ 1124239 w 1181038"/>
                <a:gd name="connsiteY2" fmla="*/ 2588761 h 2670496"/>
                <a:gd name="connsiteX3" fmla="*/ 63803 w 1181038"/>
                <a:gd name="connsiteY3" fmla="*/ 2670496 h 2670496"/>
                <a:gd name="connsiteX4" fmla="*/ 52784 w 1181038"/>
                <a:gd name="connsiteY4" fmla="*/ 354704 h 2670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1038" h="2670496">
                  <a:moveTo>
                    <a:pt x="52784" y="354704"/>
                  </a:moveTo>
                  <a:cubicBezTo>
                    <a:pt x="225968" y="-50684"/>
                    <a:pt x="924330" y="-134175"/>
                    <a:pt x="1102906" y="238168"/>
                  </a:cubicBezTo>
                  <a:cubicBezTo>
                    <a:pt x="1168269" y="294007"/>
                    <a:pt x="1229461" y="2002465"/>
                    <a:pt x="1124239" y="2588761"/>
                  </a:cubicBezTo>
                  <a:lnTo>
                    <a:pt x="63803" y="2670496"/>
                  </a:lnTo>
                  <a:cubicBezTo>
                    <a:pt x="-30622" y="1431479"/>
                    <a:pt x="-8025" y="426418"/>
                    <a:pt x="52784" y="354704"/>
                  </a:cubicBezTo>
                  <a:close/>
                </a:path>
              </a:pathLst>
            </a:custGeom>
            <a:solidFill>
              <a:srgbClr val="F33819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5C4A8A13-05EF-80A2-F664-2305C9111D15}"/>
                </a:ext>
              </a:extLst>
            </p:cNvPr>
            <p:cNvSpPr/>
            <p:nvPr/>
          </p:nvSpPr>
          <p:spPr>
            <a:xfrm>
              <a:off x="4410946" y="5000985"/>
              <a:ext cx="837498" cy="614585"/>
            </a:xfrm>
            <a:custGeom>
              <a:avLst/>
              <a:gdLst>
                <a:gd name="connsiteX0" fmla="*/ 0 w 808382"/>
                <a:gd name="connsiteY0" fmla="*/ 0 h 2464905"/>
                <a:gd name="connsiteX1" fmla="*/ 808382 w 808382"/>
                <a:gd name="connsiteY1" fmla="*/ 0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0 w 808382"/>
                <a:gd name="connsiteY0" fmla="*/ 0 h 2464905"/>
                <a:gd name="connsiteX1" fmla="*/ 649355 w 808382"/>
                <a:gd name="connsiteY1" fmla="*/ 53009 h 2464905"/>
                <a:gd name="connsiteX2" fmla="*/ 808382 w 808382"/>
                <a:gd name="connsiteY2" fmla="*/ 2464905 h 2464905"/>
                <a:gd name="connsiteX3" fmla="*/ 0 w 808382"/>
                <a:gd name="connsiteY3" fmla="*/ 2464905 h 2464905"/>
                <a:gd name="connsiteX4" fmla="*/ 0 w 808382"/>
                <a:gd name="connsiteY4" fmla="*/ 0 h 2464905"/>
                <a:gd name="connsiteX0" fmla="*/ 185531 w 808382"/>
                <a:gd name="connsiteY0" fmla="*/ 0 h 2438401"/>
                <a:gd name="connsiteX1" fmla="*/ 649355 w 808382"/>
                <a:gd name="connsiteY1" fmla="*/ 26505 h 2438401"/>
                <a:gd name="connsiteX2" fmla="*/ 808382 w 808382"/>
                <a:gd name="connsiteY2" fmla="*/ 2438401 h 2438401"/>
                <a:gd name="connsiteX3" fmla="*/ 0 w 808382"/>
                <a:gd name="connsiteY3" fmla="*/ 2438401 h 2438401"/>
                <a:gd name="connsiteX4" fmla="*/ 185531 w 808382"/>
                <a:gd name="connsiteY4" fmla="*/ 0 h 2438401"/>
                <a:gd name="connsiteX0" fmla="*/ 185531 w 808382"/>
                <a:gd name="connsiteY0" fmla="*/ 160 h 2438561"/>
                <a:gd name="connsiteX1" fmla="*/ 437321 w 808382"/>
                <a:gd name="connsiteY1" fmla="*/ 79673 h 2438561"/>
                <a:gd name="connsiteX2" fmla="*/ 649355 w 808382"/>
                <a:gd name="connsiteY2" fmla="*/ 26665 h 2438561"/>
                <a:gd name="connsiteX3" fmla="*/ 808382 w 808382"/>
                <a:gd name="connsiteY3" fmla="*/ 2438561 h 2438561"/>
                <a:gd name="connsiteX4" fmla="*/ 0 w 808382"/>
                <a:gd name="connsiteY4" fmla="*/ 2438561 h 2438561"/>
                <a:gd name="connsiteX5" fmla="*/ 185531 w 808382"/>
                <a:gd name="connsiteY5" fmla="*/ 160 h 2438561"/>
                <a:gd name="connsiteX0" fmla="*/ 393316 w 1016167"/>
                <a:gd name="connsiteY0" fmla="*/ 160 h 2438561"/>
                <a:gd name="connsiteX1" fmla="*/ 645106 w 1016167"/>
                <a:gd name="connsiteY1" fmla="*/ 79673 h 2438561"/>
                <a:gd name="connsiteX2" fmla="*/ 857140 w 1016167"/>
                <a:gd name="connsiteY2" fmla="*/ 26665 h 2438561"/>
                <a:gd name="connsiteX3" fmla="*/ 1016167 w 1016167"/>
                <a:gd name="connsiteY3" fmla="*/ 2438561 h 2438561"/>
                <a:gd name="connsiteX4" fmla="*/ 207785 w 1016167"/>
                <a:gd name="connsiteY4" fmla="*/ 2438561 h 2438561"/>
                <a:gd name="connsiteX5" fmla="*/ 393316 w 1016167"/>
                <a:gd name="connsiteY5" fmla="*/ 160 h 2438561"/>
                <a:gd name="connsiteX0" fmla="*/ 402887 w 1025738"/>
                <a:gd name="connsiteY0" fmla="*/ 160 h 2438561"/>
                <a:gd name="connsiteX1" fmla="*/ 654677 w 1025738"/>
                <a:gd name="connsiteY1" fmla="*/ 79673 h 2438561"/>
                <a:gd name="connsiteX2" fmla="*/ 866711 w 1025738"/>
                <a:gd name="connsiteY2" fmla="*/ 26665 h 2438561"/>
                <a:gd name="connsiteX3" fmla="*/ 1025738 w 1025738"/>
                <a:gd name="connsiteY3" fmla="*/ 2438561 h 2438561"/>
                <a:gd name="connsiteX4" fmla="*/ 217356 w 1025738"/>
                <a:gd name="connsiteY4" fmla="*/ 2438561 h 2438561"/>
                <a:gd name="connsiteX5" fmla="*/ 402887 w 1025738"/>
                <a:gd name="connsiteY5" fmla="*/ 160 h 2438561"/>
                <a:gd name="connsiteX0" fmla="*/ 395647 w 1018498"/>
                <a:gd name="connsiteY0" fmla="*/ 160 h 2438561"/>
                <a:gd name="connsiteX1" fmla="*/ 647437 w 1018498"/>
                <a:gd name="connsiteY1" fmla="*/ 79673 h 2438561"/>
                <a:gd name="connsiteX2" fmla="*/ 859471 w 1018498"/>
                <a:gd name="connsiteY2" fmla="*/ 26665 h 2438561"/>
                <a:gd name="connsiteX3" fmla="*/ 1018498 w 1018498"/>
                <a:gd name="connsiteY3" fmla="*/ 2438561 h 2438561"/>
                <a:gd name="connsiteX4" fmla="*/ 210116 w 1018498"/>
                <a:gd name="connsiteY4" fmla="*/ 2438561 h 2438561"/>
                <a:gd name="connsiteX5" fmla="*/ 395647 w 1018498"/>
                <a:gd name="connsiteY5" fmla="*/ 160 h 2438561"/>
                <a:gd name="connsiteX0" fmla="*/ 343595 w 966446"/>
                <a:gd name="connsiteY0" fmla="*/ 160 h 2438561"/>
                <a:gd name="connsiteX1" fmla="*/ 595385 w 966446"/>
                <a:gd name="connsiteY1" fmla="*/ 79673 h 2438561"/>
                <a:gd name="connsiteX2" fmla="*/ 807419 w 966446"/>
                <a:gd name="connsiteY2" fmla="*/ 26665 h 2438561"/>
                <a:gd name="connsiteX3" fmla="*/ 966446 w 966446"/>
                <a:gd name="connsiteY3" fmla="*/ 2438561 h 2438561"/>
                <a:gd name="connsiteX4" fmla="*/ 224324 w 966446"/>
                <a:gd name="connsiteY4" fmla="*/ 2438561 h 2438561"/>
                <a:gd name="connsiteX5" fmla="*/ 343595 w 966446"/>
                <a:gd name="connsiteY5" fmla="*/ 160 h 2438561"/>
                <a:gd name="connsiteX0" fmla="*/ 419935 w 1042786"/>
                <a:gd name="connsiteY0" fmla="*/ 160 h 2438561"/>
                <a:gd name="connsiteX1" fmla="*/ 671725 w 1042786"/>
                <a:gd name="connsiteY1" fmla="*/ 79673 h 2438561"/>
                <a:gd name="connsiteX2" fmla="*/ 883759 w 1042786"/>
                <a:gd name="connsiteY2" fmla="*/ 26665 h 2438561"/>
                <a:gd name="connsiteX3" fmla="*/ 1042786 w 1042786"/>
                <a:gd name="connsiteY3" fmla="*/ 2438561 h 2438561"/>
                <a:gd name="connsiteX4" fmla="*/ 300664 w 1042786"/>
                <a:gd name="connsiteY4" fmla="*/ 2438561 h 2438561"/>
                <a:gd name="connsiteX5" fmla="*/ 419935 w 1042786"/>
                <a:gd name="connsiteY5" fmla="*/ 160 h 2438561"/>
                <a:gd name="connsiteX0" fmla="*/ 419935 w 989777"/>
                <a:gd name="connsiteY0" fmla="*/ 160 h 2438561"/>
                <a:gd name="connsiteX1" fmla="*/ 671725 w 989777"/>
                <a:gd name="connsiteY1" fmla="*/ 79673 h 2438561"/>
                <a:gd name="connsiteX2" fmla="*/ 883759 w 989777"/>
                <a:gd name="connsiteY2" fmla="*/ 26665 h 2438561"/>
                <a:gd name="connsiteX3" fmla="*/ 989777 w 989777"/>
                <a:gd name="connsiteY3" fmla="*/ 2438561 h 2438561"/>
                <a:gd name="connsiteX4" fmla="*/ 300664 w 989777"/>
                <a:gd name="connsiteY4" fmla="*/ 2438561 h 2438561"/>
                <a:gd name="connsiteX5" fmla="*/ 419935 w 989777"/>
                <a:gd name="connsiteY5" fmla="*/ 160 h 2438561"/>
                <a:gd name="connsiteX0" fmla="*/ 419935 w 1226865"/>
                <a:gd name="connsiteY0" fmla="*/ 160 h 2438561"/>
                <a:gd name="connsiteX1" fmla="*/ 671725 w 1226865"/>
                <a:gd name="connsiteY1" fmla="*/ 79673 h 2438561"/>
                <a:gd name="connsiteX2" fmla="*/ 883759 w 1226865"/>
                <a:gd name="connsiteY2" fmla="*/ 26665 h 2438561"/>
                <a:gd name="connsiteX3" fmla="*/ 989777 w 1226865"/>
                <a:gd name="connsiteY3" fmla="*/ 2438561 h 2438561"/>
                <a:gd name="connsiteX4" fmla="*/ 300664 w 1226865"/>
                <a:gd name="connsiteY4" fmla="*/ 2438561 h 2438561"/>
                <a:gd name="connsiteX5" fmla="*/ 419935 w 1226865"/>
                <a:gd name="connsiteY5" fmla="*/ 160 h 2438561"/>
                <a:gd name="connsiteX0" fmla="*/ 419935 w 1277421"/>
                <a:gd name="connsiteY0" fmla="*/ 160 h 2438561"/>
                <a:gd name="connsiteX1" fmla="*/ 671725 w 1277421"/>
                <a:gd name="connsiteY1" fmla="*/ 79673 h 2438561"/>
                <a:gd name="connsiteX2" fmla="*/ 883759 w 1277421"/>
                <a:gd name="connsiteY2" fmla="*/ 26665 h 2438561"/>
                <a:gd name="connsiteX3" fmla="*/ 989777 w 1277421"/>
                <a:gd name="connsiteY3" fmla="*/ 2438561 h 2438561"/>
                <a:gd name="connsiteX4" fmla="*/ 300664 w 1277421"/>
                <a:gd name="connsiteY4" fmla="*/ 2438561 h 2438561"/>
                <a:gd name="connsiteX5" fmla="*/ 419935 w 1277421"/>
                <a:gd name="connsiteY5" fmla="*/ 160 h 2438561"/>
                <a:gd name="connsiteX0" fmla="*/ 419935 w 1277421"/>
                <a:gd name="connsiteY0" fmla="*/ 216 h 2438617"/>
                <a:gd name="connsiteX1" fmla="*/ 671725 w 1277421"/>
                <a:gd name="connsiteY1" fmla="*/ 79729 h 2438617"/>
                <a:gd name="connsiteX2" fmla="*/ 883759 w 1277421"/>
                <a:gd name="connsiteY2" fmla="*/ 26721 h 2438617"/>
                <a:gd name="connsiteX3" fmla="*/ 989777 w 1277421"/>
                <a:gd name="connsiteY3" fmla="*/ 2438617 h 2438617"/>
                <a:gd name="connsiteX4" fmla="*/ 300664 w 1277421"/>
                <a:gd name="connsiteY4" fmla="*/ 2438617 h 2438617"/>
                <a:gd name="connsiteX5" fmla="*/ 419935 w 1277421"/>
                <a:gd name="connsiteY5" fmla="*/ 216 h 2438617"/>
                <a:gd name="connsiteX0" fmla="*/ 419935 w 1277421"/>
                <a:gd name="connsiteY0" fmla="*/ 18809 h 2457210"/>
                <a:gd name="connsiteX1" fmla="*/ 671725 w 1277421"/>
                <a:gd name="connsiteY1" fmla="*/ 98322 h 2457210"/>
                <a:gd name="connsiteX2" fmla="*/ 883759 w 1277421"/>
                <a:gd name="connsiteY2" fmla="*/ 45314 h 2457210"/>
                <a:gd name="connsiteX3" fmla="*/ 989777 w 1277421"/>
                <a:gd name="connsiteY3" fmla="*/ 2457210 h 2457210"/>
                <a:gd name="connsiteX4" fmla="*/ 300664 w 1277421"/>
                <a:gd name="connsiteY4" fmla="*/ 2457210 h 2457210"/>
                <a:gd name="connsiteX5" fmla="*/ 419935 w 1277421"/>
                <a:gd name="connsiteY5" fmla="*/ 18809 h 2457210"/>
                <a:gd name="connsiteX0" fmla="*/ 419935 w 1277421"/>
                <a:gd name="connsiteY0" fmla="*/ 428 h 2438829"/>
                <a:gd name="connsiteX1" fmla="*/ 671725 w 1277421"/>
                <a:gd name="connsiteY1" fmla="*/ 79941 h 2438829"/>
                <a:gd name="connsiteX2" fmla="*/ 883759 w 1277421"/>
                <a:gd name="connsiteY2" fmla="*/ 26933 h 2438829"/>
                <a:gd name="connsiteX3" fmla="*/ 989777 w 1277421"/>
                <a:gd name="connsiteY3" fmla="*/ 2438829 h 2438829"/>
                <a:gd name="connsiteX4" fmla="*/ 300664 w 1277421"/>
                <a:gd name="connsiteY4" fmla="*/ 2438829 h 2438829"/>
                <a:gd name="connsiteX5" fmla="*/ 419935 w 1277421"/>
                <a:gd name="connsiteY5" fmla="*/ 428 h 2438829"/>
                <a:gd name="connsiteX0" fmla="*/ 419935 w 1277421"/>
                <a:gd name="connsiteY0" fmla="*/ 13651 h 2452052"/>
                <a:gd name="connsiteX1" fmla="*/ 67172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19935 w 1277421"/>
                <a:gd name="connsiteY0" fmla="*/ 13651 h 2452052"/>
                <a:gd name="connsiteX1" fmla="*/ 652675 w 1277421"/>
                <a:gd name="connsiteY1" fmla="*/ 93164 h 2452052"/>
                <a:gd name="connsiteX2" fmla="*/ 883759 w 1277421"/>
                <a:gd name="connsiteY2" fmla="*/ 40156 h 2452052"/>
                <a:gd name="connsiteX3" fmla="*/ 989777 w 1277421"/>
                <a:gd name="connsiteY3" fmla="*/ 2452052 h 2452052"/>
                <a:gd name="connsiteX4" fmla="*/ 300664 w 1277421"/>
                <a:gd name="connsiteY4" fmla="*/ 2452052 h 2452052"/>
                <a:gd name="connsiteX5" fmla="*/ 419935 w 1277421"/>
                <a:gd name="connsiteY5" fmla="*/ 13651 h 2452052"/>
                <a:gd name="connsiteX0" fmla="*/ 408617 w 1266103"/>
                <a:gd name="connsiteY0" fmla="*/ 13651 h 2452052"/>
                <a:gd name="connsiteX1" fmla="*/ 641357 w 1266103"/>
                <a:gd name="connsiteY1" fmla="*/ 93164 h 2452052"/>
                <a:gd name="connsiteX2" fmla="*/ 872441 w 1266103"/>
                <a:gd name="connsiteY2" fmla="*/ 40156 h 2452052"/>
                <a:gd name="connsiteX3" fmla="*/ 978459 w 1266103"/>
                <a:gd name="connsiteY3" fmla="*/ 2452052 h 2452052"/>
                <a:gd name="connsiteX4" fmla="*/ 289346 w 1266103"/>
                <a:gd name="connsiteY4" fmla="*/ 2452052 h 2452052"/>
                <a:gd name="connsiteX5" fmla="*/ 408617 w 1266103"/>
                <a:gd name="connsiteY5" fmla="*/ 13651 h 2452052"/>
                <a:gd name="connsiteX0" fmla="*/ 417042 w 1274528"/>
                <a:gd name="connsiteY0" fmla="*/ 13651 h 2452052"/>
                <a:gd name="connsiteX1" fmla="*/ 649782 w 1274528"/>
                <a:gd name="connsiteY1" fmla="*/ 93164 h 2452052"/>
                <a:gd name="connsiteX2" fmla="*/ 880866 w 1274528"/>
                <a:gd name="connsiteY2" fmla="*/ 40156 h 2452052"/>
                <a:gd name="connsiteX3" fmla="*/ 986884 w 1274528"/>
                <a:gd name="connsiteY3" fmla="*/ 2452052 h 2452052"/>
                <a:gd name="connsiteX4" fmla="*/ 297771 w 1274528"/>
                <a:gd name="connsiteY4" fmla="*/ 2452052 h 2452052"/>
                <a:gd name="connsiteX5" fmla="*/ 417042 w 1274528"/>
                <a:gd name="connsiteY5" fmla="*/ 13651 h 2452052"/>
                <a:gd name="connsiteX0" fmla="*/ 417042 w 1226121"/>
                <a:gd name="connsiteY0" fmla="*/ 13651 h 2452052"/>
                <a:gd name="connsiteX1" fmla="*/ 649782 w 1226121"/>
                <a:gd name="connsiteY1" fmla="*/ 93164 h 2452052"/>
                <a:gd name="connsiteX2" fmla="*/ 880866 w 1226121"/>
                <a:gd name="connsiteY2" fmla="*/ 40156 h 2452052"/>
                <a:gd name="connsiteX3" fmla="*/ 986884 w 1226121"/>
                <a:gd name="connsiteY3" fmla="*/ 2452052 h 2452052"/>
                <a:gd name="connsiteX4" fmla="*/ 297771 w 1226121"/>
                <a:gd name="connsiteY4" fmla="*/ 2452052 h 2452052"/>
                <a:gd name="connsiteX5" fmla="*/ 417042 w 1226121"/>
                <a:gd name="connsiteY5" fmla="*/ 13651 h 2452052"/>
                <a:gd name="connsiteX0" fmla="*/ 417042 w 1229924"/>
                <a:gd name="connsiteY0" fmla="*/ 13651 h 2452052"/>
                <a:gd name="connsiteX1" fmla="*/ 649782 w 1229924"/>
                <a:gd name="connsiteY1" fmla="*/ 93164 h 2452052"/>
                <a:gd name="connsiteX2" fmla="*/ 880866 w 1229924"/>
                <a:gd name="connsiteY2" fmla="*/ 40156 h 2452052"/>
                <a:gd name="connsiteX3" fmla="*/ 986884 w 1229924"/>
                <a:gd name="connsiteY3" fmla="*/ 2452052 h 2452052"/>
                <a:gd name="connsiteX4" fmla="*/ 297771 w 1229924"/>
                <a:gd name="connsiteY4" fmla="*/ 2452052 h 2452052"/>
                <a:gd name="connsiteX5" fmla="*/ 417042 w 1229924"/>
                <a:gd name="connsiteY5" fmla="*/ 13651 h 2452052"/>
                <a:gd name="connsiteX0" fmla="*/ 297098 w 1272841"/>
                <a:gd name="connsiteY0" fmla="*/ 4685 h 2729157"/>
                <a:gd name="connsiteX1" fmla="*/ 692699 w 1272841"/>
                <a:gd name="connsiteY1" fmla="*/ 370269 h 2729157"/>
                <a:gd name="connsiteX2" fmla="*/ 923783 w 1272841"/>
                <a:gd name="connsiteY2" fmla="*/ 317261 h 2729157"/>
                <a:gd name="connsiteX3" fmla="*/ 1029801 w 1272841"/>
                <a:gd name="connsiteY3" fmla="*/ 2729157 h 2729157"/>
                <a:gd name="connsiteX4" fmla="*/ 340688 w 1272841"/>
                <a:gd name="connsiteY4" fmla="*/ 2729157 h 2729157"/>
                <a:gd name="connsiteX5" fmla="*/ 297098 w 1272841"/>
                <a:gd name="connsiteY5" fmla="*/ 4685 h 2729157"/>
                <a:gd name="connsiteX0" fmla="*/ 297098 w 1321637"/>
                <a:gd name="connsiteY0" fmla="*/ 4685 h 2729157"/>
                <a:gd name="connsiteX1" fmla="*/ 692699 w 1321637"/>
                <a:gd name="connsiteY1" fmla="*/ 370269 h 2729157"/>
                <a:gd name="connsiteX2" fmla="*/ 1099671 w 1321637"/>
                <a:gd name="connsiteY2" fmla="*/ 72056 h 2729157"/>
                <a:gd name="connsiteX3" fmla="*/ 1029801 w 1321637"/>
                <a:gd name="connsiteY3" fmla="*/ 2729157 h 2729157"/>
                <a:gd name="connsiteX4" fmla="*/ 340688 w 1321637"/>
                <a:gd name="connsiteY4" fmla="*/ 2729157 h 2729157"/>
                <a:gd name="connsiteX5" fmla="*/ 297098 w 1321637"/>
                <a:gd name="connsiteY5" fmla="*/ 4685 h 2729157"/>
                <a:gd name="connsiteX0" fmla="*/ 437186 w 1461725"/>
                <a:gd name="connsiteY0" fmla="*/ 4685 h 2729157"/>
                <a:gd name="connsiteX1" fmla="*/ 832787 w 1461725"/>
                <a:gd name="connsiteY1" fmla="*/ 370269 h 2729157"/>
                <a:gd name="connsiteX2" fmla="*/ 1239759 w 1461725"/>
                <a:gd name="connsiteY2" fmla="*/ 72056 h 2729157"/>
                <a:gd name="connsiteX3" fmla="*/ 1169889 w 1461725"/>
                <a:gd name="connsiteY3" fmla="*/ 2729157 h 2729157"/>
                <a:gd name="connsiteX4" fmla="*/ 291858 w 1461725"/>
                <a:gd name="connsiteY4" fmla="*/ 2504383 h 2729157"/>
                <a:gd name="connsiteX5" fmla="*/ 437186 w 1461725"/>
                <a:gd name="connsiteY5" fmla="*/ 4685 h 2729157"/>
                <a:gd name="connsiteX0" fmla="*/ 228857 w 1253396"/>
                <a:gd name="connsiteY0" fmla="*/ 4685 h 2729157"/>
                <a:gd name="connsiteX1" fmla="*/ 624458 w 1253396"/>
                <a:gd name="connsiteY1" fmla="*/ 370269 h 2729157"/>
                <a:gd name="connsiteX2" fmla="*/ 1031430 w 1253396"/>
                <a:gd name="connsiteY2" fmla="*/ 72056 h 2729157"/>
                <a:gd name="connsiteX3" fmla="*/ 961560 w 1253396"/>
                <a:gd name="connsiteY3" fmla="*/ 2729157 h 2729157"/>
                <a:gd name="connsiteX4" fmla="*/ 83529 w 1253396"/>
                <a:gd name="connsiteY4" fmla="*/ 2504383 h 2729157"/>
                <a:gd name="connsiteX5" fmla="*/ 228857 w 1253396"/>
                <a:gd name="connsiteY5" fmla="*/ 4685 h 2729157"/>
                <a:gd name="connsiteX0" fmla="*/ 110298 w 1291184"/>
                <a:gd name="connsiteY0" fmla="*/ 127524 h 2668090"/>
                <a:gd name="connsiteX1" fmla="*/ 662246 w 1291184"/>
                <a:gd name="connsiteY1" fmla="*/ 309202 h 2668090"/>
                <a:gd name="connsiteX2" fmla="*/ 1069218 w 1291184"/>
                <a:gd name="connsiteY2" fmla="*/ 10989 h 2668090"/>
                <a:gd name="connsiteX3" fmla="*/ 999348 w 1291184"/>
                <a:gd name="connsiteY3" fmla="*/ 2668090 h 2668090"/>
                <a:gd name="connsiteX4" fmla="*/ 121317 w 1291184"/>
                <a:gd name="connsiteY4" fmla="*/ 2443316 h 2668090"/>
                <a:gd name="connsiteX5" fmla="*/ 110298 w 1291184"/>
                <a:gd name="connsiteY5" fmla="*/ 127524 h 2668090"/>
                <a:gd name="connsiteX0" fmla="*/ 110298 w 1291184"/>
                <a:gd name="connsiteY0" fmla="*/ 222538 h 2763104"/>
                <a:gd name="connsiteX1" fmla="*/ 662246 w 1291184"/>
                <a:gd name="connsiteY1" fmla="*/ 404216 h 2763104"/>
                <a:gd name="connsiteX2" fmla="*/ 1069218 w 1291184"/>
                <a:gd name="connsiteY2" fmla="*/ 106003 h 2763104"/>
                <a:gd name="connsiteX3" fmla="*/ 999348 w 1291184"/>
                <a:gd name="connsiteY3" fmla="*/ 2763104 h 2763104"/>
                <a:gd name="connsiteX4" fmla="*/ 121317 w 1291184"/>
                <a:gd name="connsiteY4" fmla="*/ 2538330 h 2763104"/>
                <a:gd name="connsiteX5" fmla="*/ 110298 w 1291184"/>
                <a:gd name="connsiteY5" fmla="*/ 222538 h 2763104"/>
                <a:gd name="connsiteX0" fmla="*/ 52784 w 1233670"/>
                <a:gd name="connsiteY0" fmla="*/ 222538 h 2763104"/>
                <a:gd name="connsiteX1" fmla="*/ 604732 w 1233670"/>
                <a:gd name="connsiteY1" fmla="*/ 404216 h 2763104"/>
                <a:gd name="connsiteX2" fmla="*/ 1011704 w 1233670"/>
                <a:gd name="connsiteY2" fmla="*/ 106003 h 2763104"/>
                <a:gd name="connsiteX3" fmla="*/ 941834 w 1233670"/>
                <a:gd name="connsiteY3" fmla="*/ 2763104 h 2763104"/>
                <a:gd name="connsiteX4" fmla="*/ 63803 w 1233670"/>
                <a:gd name="connsiteY4" fmla="*/ 2538330 h 2763104"/>
                <a:gd name="connsiteX5" fmla="*/ 52784 w 1233670"/>
                <a:gd name="connsiteY5" fmla="*/ 222538 h 2763104"/>
                <a:gd name="connsiteX0" fmla="*/ 52784 w 1355775"/>
                <a:gd name="connsiteY0" fmla="*/ 222538 h 2538330"/>
                <a:gd name="connsiteX1" fmla="*/ 604732 w 1355775"/>
                <a:gd name="connsiteY1" fmla="*/ 404216 h 2538330"/>
                <a:gd name="connsiteX2" fmla="*/ 1011704 w 1355775"/>
                <a:gd name="connsiteY2" fmla="*/ 106003 h 2538330"/>
                <a:gd name="connsiteX3" fmla="*/ 1111210 w 1355775"/>
                <a:gd name="connsiteY3" fmla="*/ 2456595 h 2538330"/>
                <a:gd name="connsiteX4" fmla="*/ 63803 w 1355775"/>
                <a:gd name="connsiteY4" fmla="*/ 2538330 h 2538330"/>
                <a:gd name="connsiteX5" fmla="*/ 52784 w 1355775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22538 h 2538330"/>
                <a:gd name="connsiteX1" fmla="*/ 604732 w 1379241"/>
                <a:gd name="connsiteY1" fmla="*/ 404216 h 2538330"/>
                <a:gd name="connsiteX2" fmla="*/ 1102906 w 1379241"/>
                <a:gd name="connsiteY2" fmla="*/ 106002 h 2538330"/>
                <a:gd name="connsiteX3" fmla="*/ 1111210 w 1379241"/>
                <a:gd name="connsiteY3" fmla="*/ 2456595 h 2538330"/>
                <a:gd name="connsiteX4" fmla="*/ 63803 w 1379241"/>
                <a:gd name="connsiteY4" fmla="*/ 2538330 h 2538330"/>
                <a:gd name="connsiteX5" fmla="*/ 52784 w 1379241"/>
                <a:gd name="connsiteY5" fmla="*/ 222538 h 2538330"/>
                <a:gd name="connsiteX0" fmla="*/ 52784 w 1379241"/>
                <a:gd name="connsiteY0" fmla="*/ 277792 h 2593584"/>
                <a:gd name="connsiteX1" fmla="*/ 604732 w 1379241"/>
                <a:gd name="connsiteY1" fmla="*/ 459470 h 2593584"/>
                <a:gd name="connsiteX2" fmla="*/ 1102906 w 1379241"/>
                <a:gd name="connsiteY2" fmla="*/ 161256 h 2593584"/>
                <a:gd name="connsiteX3" fmla="*/ 1111210 w 1379241"/>
                <a:gd name="connsiteY3" fmla="*/ 2511849 h 2593584"/>
                <a:gd name="connsiteX4" fmla="*/ 63803 w 1379241"/>
                <a:gd name="connsiteY4" fmla="*/ 2593584 h 2593584"/>
                <a:gd name="connsiteX5" fmla="*/ 52784 w 1379241"/>
                <a:gd name="connsiteY5" fmla="*/ 277792 h 2593584"/>
                <a:gd name="connsiteX0" fmla="*/ 52784 w 1388657"/>
                <a:gd name="connsiteY0" fmla="*/ 277792 h 2593584"/>
                <a:gd name="connsiteX1" fmla="*/ 604732 w 1388657"/>
                <a:gd name="connsiteY1" fmla="*/ 459470 h 2593584"/>
                <a:gd name="connsiteX2" fmla="*/ 1102906 w 1388657"/>
                <a:gd name="connsiteY2" fmla="*/ 161256 h 2593584"/>
                <a:gd name="connsiteX3" fmla="*/ 1124239 w 1388657"/>
                <a:gd name="connsiteY3" fmla="*/ 2511849 h 2593584"/>
                <a:gd name="connsiteX4" fmla="*/ 63803 w 1388657"/>
                <a:gd name="connsiteY4" fmla="*/ 2593584 h 2593584"/>
                <a:gd name="connsiteX5" fmla="*/ 52784 w 1388657"/>
                <a:gd name="connsiteY5" fmla="*/ 277792 h 2593584"/>
                <a:gd name="connsiteX0" fmla="*/ 52784 w 1181038"/>
                <a:gd name="connsiteY0" fmla="*/ 277792 h 2593584"/>
                <a:gd name="connsiteX1" fmla="*/ 604732 w 1181038"/>
                <a:gd name="connsiteY1" fmla="*/ 459470 h 2593584"/>
                <a:gd name="connsiteX2" fmla="*/ 1102906 w 1181038"/>
                <a:gd name="connsiteY2" fmla="*/ 161256 h 2593584"/>
                <a:gd name="connsiteX3" fmla="*/ 1124239 w 1181038"/>
                <a:gd name="connsiteY3" fmla="*/ 2511849 h 2593584"/>
                <a:gd name="connsiteX4" fmla="*/ 63803 w 1181038"/>
                <a:gd name="connsiteY4" fmla="*/ 2593584 h 2593584"/>
                <a:gd name="connsiteX5" fmla="*/ 52784 w 1181038"/>
                <a:gd name="connsiteY5" fmla="*/ 277792 h 2593584"/>
                <a:gd name="connsiteX0" fmla="*/ 52784 w 1181038"/>
                <a:gd name="connsiteY0" fmla="*/ 354704 h 2670496"/>
                <a:gd name="connsiteX1" fmla="*/ 1102906 w 1181038"/>
                <a:gd name="connsiteY1" fmla="*/ 238168 h 2670496"/>
                <a:gd name="connsiteX2" fmla="*/ 1124239 w 1181038"/>
                <a:gd name="connsiteY2" fmla="*/ 2588761 h 2670496"/>
                <a:gd name="connsiteX3" fmla="*/ 63803 w 1181038"/>
                <a:gd name="connsiteY3" fmla="*/ 2670496 h 2670496"/>
                <a:gd name="connsiteX4" fmla="*/ 52784 w 1181038"/>
                <a:gd name="connsiteY4" fmla="*/ 354704 h 2670496"/>
                <a:gd name="connsiteX0" fmla="*/ 4728 w 1132982"/>
                <a:gd name="connsiteY0" fmla="*/ 354704 h 2854402"/>
                <a:gd name="connsiteX1" fmla="*/ 1054850 w 1132982"/>
                <a:gd name="connsiteY1" fmla="*/ 238168 h 2854402"/>
                <a:gd name="connsiteX2" fmla="*/ 1076183 w 1132982"/>
                <a:gd name="connsiteY2" fmla="*/ 2588761 h 2854402"/>
                <a:gd name="connsiteX3" fmla="*/ 582503 w 1132982"/>
                <a:gd name="connsiteY3" fmla="*/ 2854402 h 2854402"/>
                <a:gd name="connsiteX4" fmla="*/ 4728 w 1132982"/>
                <a:gd name="connsiteY4" fmla="*/ 354704 h 2854402"/>
                <a:gd name="connsiteX0" fmla="*/ 44535 w 1172789"/>
                <a:gd name="connsiteY0" fmla="*/ 354704 h 2854402"/>
                <a:gd name="connsiteX1" fmla="*/ 1094657 w 1172789"/>
                <a:gd name="connsiteY1" fmla="*/ 238168 h 2854402"/>
                <a:gd name="connsiteX2" fmla="*/ 1115990 w 1172789"/>
                <a:gd name="connsiteY2" fmla="*/ 2588761 h 2854402"/>
                <a:gd name="connsiteX3" fmla="*/ 622310 w 1172789"/>
                <a:gd name="connsiteY3" fmla="*/ 2854402 h 2854402"/>
                <a:gd name="connsiteX4" fmla="*/ 44535 w 1172789"/>
                <a:gd name="connsiteY4" fmla="*/ 354704 h 2854402"/>
                <a:gd name="connsiteX0" fmla="*/ 54953 w 1144121"/>
                <a:gd name="connsiteY0" fmla="*/ 572931 h 2766120"/>
                <a:gd name="connsiteX1" fmla="*/ 1065989 w 1144121"/>
                <a:gd name="connsiteY1" fmla="*/ 149886 h 2766120"/>
                <a:gd name="connsiteX2" fmla="*/ 1087322 w 1144121"/>
                <a:gd name="connsiteY2" fmla="*/ 2500479 h 2766120"/>
                <a:gd name="connsiteX3" fmla="*/ 593642 w 1144121"/>
                <a:gd name="connsiteY3" fmla="*/ 2766120 h 2766120"/>
                <a:gd name="connsiteX4" fmla="*/ 54953 w 1144121"/>
                <a:gd name="connsiteY4" fmla="*/ 572931 h 2766120"/>
                <a:gd name="connsiteX0" fmla="*/ 54953 w 1079129"/>
                <a:gd name="connsiteY0" fmla="*/ 572931 h 2766120"/>
                <a:gd name="connsiteX1" fmla="*/ 1065989 w 1079129"/>
                <a:gd name="connsiteY1" fmla="*/ 149886 h 2766120"/>
                <a:gd name="connsiteX2" fmla="*/ 593642 w 1079129"/>
                <a:gd name="connsiteY2" fmla="*/ 2766120 h 2766120"/>
                <a:gd name="connsiteX3" fmla="*/ 54953 w 1079129"/>
                <a:gd name="connsiteY3" fmla="*/ 572931 h 2766120"/>
                <a:gd name="connsiteX0" fmla="*/ 54953 w 1117201"/>
                <a:gd name="connsiteY0" fmla="*/ 261325 h 2454514"/>
                <a:gd name="connsiteX1" fmla="*/ 1105076 w 1117201"/>
                <a:gd name="connsiteY1" fmla="*/ 328690 h 2454514"/>
                <a:gd name="connsiteX2" fmla="*/ 593642 w 1117201"/>
                <a:gd name="connsiteY2" fmla="*/ 2454514 h 2454514"/>
                <a:gd name="connsiteX3" fmla="*/ 54953 w 1117201"/>
                <a:gd name="connsiteY3" fmla="*/ 261325 h 2454514"/>
                <a:gd name="connsiteX0" fmla="*/ 54953 w 1145580"/>
                <a:gd name="connsiteY0" fmla="*/ 261325 h 2454514"/>
                <a:gd name="connsiteX1" fmla="*/ 1105076 w 1145580"/>
                <a:gd name="connsiteY1" fmla="*/ 328690 h 2454514"/>
                <a:gd name="connsiteX2" fmla="*/ 593642 w 1145580"/>
                <a:gd name="connsiteY2" fmla="*/ 2454514 h 2454514"/>
                <a:gd name="connsiteX3" fmla="*/ 54953 w 1145580"/>
                <a:gd name="connsiteY3" fmla="*/ 261325 h 2454514"/>
                <a:gd name="connsiteX0" fmla="*/ 54953 w 1145580"/>
                <a:gd name="connsiteY0" fmla="*/ 415682 h 2608871"/>
                <a:gd name="connsiteX1" fmla="*/ 1105076 w 1145580"/>
                <a:gd name="connsiteY1" fmla="*/ 483047 h 2608871"/>
                <a:gd name="connsiteX2" fmla="*/ 593642 w 1145580"/>
                <a:gd name="connsiteY2" fmla="*/ 2608871 h 2608871"/>
                <a:gd name="connsiteX3" fmla="*/ 54953 w 1145580"/>
                <a:gd name="connsiteY3" fmla="*/ 415682 h 2608871"/>
                <a:gd name="connsiteX0" fmla="*/ 54953 w 1145580"/>
                <a:gd name="connsiteY0" fmla="*/ 443721 h 2636910"/>
                <a:gd name="connsiteX1" fmla="*/ 1105076 w 1145580"/>
                <a:gd name="connsiteY1" fmla="*/ 511086 h 2636910"/>
                <a:gd name="connsiteX2" fmla="*/ 593642 w 1145580"/>
                <a:gd name="connsiteY2" fmla="*/ 2636910 h 2636910"/>
                <a:gd name="connsiteX3" fmla="*/ 54953 w 1145580"/>
                <a:gd name="connsiteY3" fmla="*/ 443721 h 263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580" h="2636910">
                  <a:moveTo>
                    <a:pt x="54953" y="443721"/>
                  </a:moveTo>
                  <a:cubicBezTo>
                    <a:pt x="241166" y="-43403"/>
                    <a:pt x="815753" y="-269931"/>
                    <a:pt x="1105076" y="511086"/>
                  </a:cubicBezTo>
                  <a:cubicBezTo>
                    <a:pt x="1194857" y="876617"/>
                    <a:pt x="1179072" y="2525536"/>
                    <a:pt x="593642" y="2636910"/>
                  </a:cubicBezTo>
                  <a:cubicBezTo>
                    <a:pt x="-158740" y="2296978"/>
                    <a:pt x="-5856" y="515435"/>
                    <a:pt x="54953" y="443721"/>
                  </a:cubicBezTo>
                  <a:close/>
                </a:path>
              </a:pathLst>
            </a:custGeom>
            <a:solidFill>
              <a:srgbClr val="F33819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Oval 12">
              <a:extLst>
                <a:ext uri="{FF2B5EF4-FFF2-40B4-BE49-F238E27FC236}">
                  <a16:creationId xmlns:a16="http://schemas.microsoft.com/office/drawing/2014/main" id="{79E7AE1D-9387-43C1-6011-D409CF21A553}"/>
                </a:ext>
              </a:extLst>
            </p:cNvPr>
            <p:cNvSpPr/>
            <p:nvPr/>
          </p:nvSpPr>
          <p:spPr>
            <a:xfrm flipV="1">
              <a:off x="4586075" y="1850293"/>
              <a:ext cx="182963" cy="318184"/>
            </a:xfrm>
            <a:custGeom>
              <a:avLst/>
              <a:gdLst>
                <a:gd name="connsiteX0" fmla="*/ 0 w 504825"/>
                <a:gd name="connsiteY0" fmla="*/ 438803 h 877606"/>
                <a:gd name="connsiteX1" fmla="*/ 252413 w 504825"/>
                <a:gd name="connsiteY1" fmla="*/ 0 h 877606"/>
                <a:gd name="connsiteX2" fmla="*/ 504826 w 504825"/>
                <a:gd name="connsiteY2" fmla="*/ 438803 h 877606"/>
                <a:gd name="connsiteX3" fmla="*/ 252413 w 504825"/>
                <a:gd name="connsiteY3" fmla="*/ 877606 h 877606"/>
                <a:gd name="connsiteX4" fmla="*/ 0 w 504825"/>
                <a:gd name="connsiteY4" fmla="*/ 438803 h 877606"/>
                <a:gd name="connsiteX0" fmla="*/ 0 w 504826"/>
                <a:gd name="connsiteY0" fmla="*/ 438803 h 877606"/>
                <a:gd name="connsiteX1" fmla="*/ 252413 w 504826"/>
                <a:gd name="connsiteY1" fmla="*/ 0 h 877606"/>
                <a:gd name="connsiteX2" fmla="*/ 504826 w 504826"/>
                <a:gd name="connsiteY2" fmla="*/ 438803 h 877606"/>
                <a:gd name="connsiteX3" fmla="*/ 252413 w 504826"/>
                <a:gd name="connsiteY3" fmla="*/ 877606 h 877606"/>
                <a:gd name="connsiteX4" fmla="*/ 0 w 504826"/>
                <a:gd name="connsiteY4" fmla="*/ 438803 h 877606"/>
                <a:gd name="connsiteX0" fmla="*/ 0 w 504826"/>
                <a:gd name="connsiteY0" fmla="*/ 438803 h 877923"/>
                <a:gd name="connsiteX1" fmla="*/ 252413 w 504826"/>
                <a:gd name="connsiteY1" fmla="*/ 0 h 877923"/>
                <a:gd name="connsiteX2" fmla="*/ 504826 w 504826"/>
                <a:gd name="connsiteY2" fmla="*/ 438803 h 877923"/>
                <a:gd name="connsiteX3" fmla="*/ 252413 w 504826"/>
                <a:gd name="connsiteY3" fmla="*/ 877606 h 877923"/>
                <a:gd name="connsiteX4" fmla="*/ 0 w 504826"/>
                <a:gd name="connsiteY4" fmla="*/ 438803 h 877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26" h="877923">
                  <a:moveTo>
                    <a:pt x="0" y="438803"/>
                  </a:moveTo>
                  <a:cubicBezTo>
                    <a:pt x="0" y="196459"/>
                    <a:pt x="193971" y="0"/>
                    <a:pt x="252413" y="0"/>
                  </a:cubicBezTo>
                  <a:cubicBezTo>
                    <a:pt x="310855" y="0"/>
                    <a:pt x="504826" y="196459"/>
                    <a:pt x="504826" y="438803"/>
                  </a:cubicBezTo>
                  <a:cubicBezTo>
                    <a:pt x="504826" y="681147"/>
                    <a:pt x="472780" y="868081"/>
                    <a:pt x="252413" y="877606"/>
                  </a:cubicBezTo>
                  <a:cubicBezTo>
                    <a:pt x="32046" y="887131"/>
                    <a:pt x="0" y="681147"/>
                    <a:pt x="0" y="438803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Oval 12">
              <a:extLst>
                <a:ext uri="{FF2B5EF4-FFF2-40B4-BE49-F238E27FC236}">
                  <a16:creationId xmlns:a16="http://schemas.microsoft.com/office/drawing/2014/main" id="{6E3608B3-E41E-5E7F-B564-C11BAC8A9653}"/>
                </a:ext>
              </a:extLst>
            </p:cNvPr>
            <p:cNvSpPr/>
            <p:nvPr/>
          </p:nvSpPr>
          <p:spPr>
            <a:xfrm flipV="1">
              <a:off x="4898120" y="1850293"/>
              <a:ext cx="182963" cy="318184"/>
            </a:xfrm>
            <a:custGeom>
              <a:avLst/>
              <a:gdLst>
                <a:gd name="connsiteX0" fmla="*/ 0 w 504825"/>
                <a:gd name="connsiteY0" fmla="*/ 438803 h 877606"/>
                <a:gd name="connsiteX1" fmla="*/ 252413 w 504825"/>
                <a:gd name="connsiteY1" fmla="*/ 0 h 877606"/>
                <a:gd name="connsiteX2" fmla="*/ 504826 w 504825"/>
                <a:gd name="connsiteY2" fmla="*/ 438803 h 877606"/>
                <a:gd name="connsiteX3" fmla="*/ 252413 w 504825"/>
                <a:gd name="connsiteY3" fmla="*/ 877606 h 877606"/>
                <a:gd name="connsiteX4" fmla="*/ 0 w 504825"/>
                <a:gd name="connsiteY4" fmla="*/ 438803 h 877606"/>
                <a:gd name="connsiteX0" fmla="*/ 0 w 504826"/>
                <a:gd name="connsiteY0" fmla="*/ 438803 h 877606"/>
                <a:gd name="connsiteX1" fmla="*/ 252413 w 504826"/>
                <a:gd name="connsiteY1" fmla="*/ 0 h 877606"/>
                <a:gd name="connsiteX2" fmla="*/ 504826 w 504826"/>
                <a:gd name="connsiteY2" fmla="*/ 438803 h 877606"/>
                <a:gd name="connsiteX3" fmla="*/ 252413 w 504826"/>
                <a:gd name="connsiteY3" fmla="*/ 877606 h 877606"/>
                <a:gd name="connsiteX4" fmla="*/ 0 w 504826"/>
                <a:gd name="connsiteY4" fmla="*/ 438803 h 877606"/>
                <a:gd name="connsiteX0" fmla="*/ 0 w 504826"/>
                <a:gd name="connsiteY0" fmla="*/ 438803 h 877923"/>
                <a:gd name="connsiteX1" fmla="*/ 252413 w 504826"/>
                <a:gd name="connsiteY1" fmla="*/ 0 h 877923"/>
                <a:gd name="connsiteX2" fmla="*/ 504826 w 504826"/>
                <a:gd name="connsiteY2" fmla="*/ 438803 h 877923"/>
                <a:gd name="connsiteX3" fmla="*/ 252413 w 504826"/>
                <a:gd name="connsiteY3" fmla="*/ 877606 h 877923"/>
                <a:gd name="connsiteX4" fmla="*/ 0 w 504826"/>
                <a:gd name="connsiteY4" fmla="*/ 438803 h 877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26" h="877923">
                  <a:moveTo>
                    <a:pt x="0" y="438803"/>
                  </a:moveTo>
                  <a:cubicBezTo>
                    <a:pt x="0" y="196459"/>
                    <a:pt x="193971" y="0"/>
                    <a:pt x="252413" y="0"/>
                  </a:cubicBezTo>
                  <a:cubicBezTo>
                    <a:pt x="310855" y="0"/>
                    <a:pt x="504826" y="196459"/>
                    <a:pt x="504826" y="438803"/>
                  </a:cubicBezTo>
                  <a:cubicBezTo>
                    <a:pt x="504826" y="681147"/>
                    <a:pt x="472780" y="868081"/>
                    <a:pt x="252413" y="877606"/>
                  </a:cubicBezTo>
                  <a:cubicBezTo>
                    <a:pt x="32046" y="887131"/>
                    <a:pt x="0" y="681147"/>
                    <a:pt x="0" y="438803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8303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878BA1-A636-3AE3-E581-F241F2DA08A2}"/>
              </a:ext>
            </a:extLst>
          </p:cNvPr>
          <p:cNvGrpSpPr/>
          <p:nvPr/>
        </p:nvGrpSpPr>
        <p:grpSpPr>
          <a:xfrm>
            <a:off x="5919063" y="740548"/>
            <a:ext cx="7417530" cy="5305066"/>
            <a:chOff x="1016119" y="-111823"/>
            <a:chExt cx="9017089" cy="6449081"/>
          </a:xfrm>
        </p:grpSpPr>
        <p:sp>
          <p:nvSpPr>
            <p:cNvPr id="3" name="Rectangle 5">
              <a:extLst>
                <a:ext uri="{FF2B5EF4-FFF2-40B4-BE49-F238E27FC236}">
                  <a16:creationId xmlns:a16="http://schemas.microsoft.com/office/drawing/2014/main" id="{F7362376-EF51-960B-EFFB-3B3FB8631143}"/>
                </a:ext>
              </a:extLst>
            </p:cNvPr>
            <p:cNvSpPr/>
            <p:nvPr/>
          </p:nvSpPr>
          <p:spPr>
            <a:xfrm>
              <a:off x="1016119" y="3517156"/>
              <a:ext cx="2641481" cy="1468363"/>
            </a:xfrm>
            <a:custGeom>
              <a:avLst/>
              <a:gdLst>
                <a:gd name="connsiteX0" fmla="*/ 0 w 2641481"/>
                <a:gd name="connsiteY0" fmla="*/ 0 h 495300"/>
                <a:gd name="connsiteX1" fmla="*/ 2641481 w 2641481"/>
                <a:gd name="connsiteY1" fmla="*/ 0 h 495300"/>
                <a:gd name="connsiteX2" fmla="*/ 2641481 w 2641481"/>
                <a:gd name="connsiteY2" fmla="*/ 495300 h 495300"/>
                <a:gd name="connsiteX3" fmla="*/ 0 w 2641481"/>
                <a:gd name="connsiteY3" fmla="*/ 495300 h 495300"/>
                <a:gd name="connsiteX4" fmla="*/ 0 w 2641481"/>
                <a:gd name="connsiteY4" fmla="*/ 0 h 495300"/>
                <a:gd name="connsiteX0" fmla="*/ 0 w 2641481"/>
                <a:gd name="connsiteY0" fmla="*/ 742950 h 1238250"/>
                <a:gd name="connsiteX1" fmla="*/ 1879481 w 2641481"/>
                <a:gd name="connsiteY1" fmla="*/ 0 h 1238250"/>
                <a:gd name="connsiteX2" fmla="*/ 2641481 w 2641481"/>
                <a:gd name="connsiteY2" fmla="*/ 1238250 h 1238250"/>
                <a:gd name="connsiteX3" fmla="*/ 0 w 2641481"/>
                <a:gd name="connsiteY3" fmla="*/ 1238250 h 1238250"/>
                <a:gd name="connsiteX4" fmla="*/ 0 w 2641481"/>
                <a:gd name="connsiteY4" fmla="*/ 742950 h 1238250"/>
                <a:gd name="connsiteX0" fmla="*/ 0 w 2641481"/>
                <a:gd name="connsiteY0" fmla="*/ 742950 h 1238250"/>
                <a:gd name="connsiteX1" fmla="*/ 1879481 w 2641481"/>
                <a:gd name="connsiteY1" fmla="*/ 0 h 1238250"/>
                <a:gd name="connsiteX2" fmla="*/ 2641481 w 2641481"/>
                <a:gd name="connsiteY2" fmla="*/ 1238250 h 1238250"/>
                <a:gd name="connsiteX3" fmla="*/ 0 w 2641481"/>
                <a:gd name="connsiteY3" fmla="*/ 1238250 h 1238250"/>
                <a:gd name="connsiteX4" fmla="*/ 0 w 2641481"/>
                <a:gd name="connsiteY4" fmla="*/ 742950 h 1238250"/>
                <a:gd name="connsiteX0" fmla="*/ 0 w 2641481"/>
                <a:gd name="connsiteY0" fmla="*/ 914400 h 1409700"/>
                <a:gd name="connsiteX1" fmla="*/ 1631831 w 2641481"/>
                <a:gd name="connsiteY1" fmla="*/ 0 h 1409700"/>
                <a:gd name="connsiteX2" fmla="*/ 2641481 w 2641481"/>
                <a:gd name="connsiteY2" fmla="*/ 1409700 h 1409700"/>
                <a:gd name="connsiteX3" fmla="*/ 0 w 2641481"/>
                <a:gd name="connsiteY3" fmla="*/ 1409700 h 1409700"/>
                <a:gd name="connsiteX4" fmla="*/ 0 w 2641481"/>
                <a:gd name="connsiteY4" fmla="*/ 914400 h 1409700"/>
                <a:gd name="connsiteX0" fmla="*/ 0 w 2641481"/>
                <a:gd name="connsiteY0" fmla="*/ 914400 h 1409700"/>
                <a:gd name="connsiteX1" fmla="*/ 1631831 w 2641481"/>
                <a:gd name="connsiteY1" fmla="*/ 0 h 1409700"/>
                <a:gd name="connsiteX2" fmla="*/ 2641481 w 2641481"/>
                <a:gd name="connsiteY2" fmla="*/ 1409700 h 1409700"/>
                <a:gd name="connsiteX3" fmla="*/ 0 w 2641481"/>
                <a:gd name="connsiteY3" fmla="*/ 914400 h 1409700"/>
                <a:gd name="connsiteX0" fmla="*/ 0 w 2641481"/>
                <a:gd name="connsiteY0" fmla="*/ 914400 h 1435302"/>
                <a:gd name="connsiteX1" fmla="*/ 1631831 w 2641481"/>
                <a:gd name="connsiteY1" fmla="*/ 0 h 1435302"/>
                <a:gd name="connsiteX2" fmla="*/ 2641481 w 2641481"/>
                <a:gd name="connsiteY2" fmla="*/ 1409700 h 1435302"/>
                <a:gd name="connsiteX3" fmla="*/ 0 w 2641481"/>
                <a:gd name="connsiteY3" fmla="*/ 914400 h 1435302"/>
                <a:gd name="connsiteX0" fmla="*/ 0 w 2641481"/>
                <a:gd name="connsiteY0" fmla="*/ 914400 h 1468363"/>
                <a:gd name="connsiteX1" fmla="*/ 1631831 w 2641481"/>
                <a:gd name="connsiteY1" fmla="*/ 0 h 1468363"/>
                <a:gd name="connsiteX2" fmla="*/ 2641481 w 2641481"/>
                <a:gd name="connsiteY2" fmla="*/ 1409700 h 1468363"/>
                <a:gd name="connsiteX3" fmla="*/ 0 w 2641481"/>
                <a:gd name="connsiteY3" fmla="*/ 914400 h 146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481" h="1468363">
                  <a:moveTo>
                    <a:pt x="0" y="914400"/>
                  </a:moveTo>
                  <a:cubicBezTo>
                    <a:pt x="1159894" y="1028700"/>
                    <a:pt x="1005337" y="247650"/>
                    <a:pt x="1631831" y="0"/>
                  </a:cubicBezTo>
                  <a:lnTo>
                    <a:pt x="2641481" y="1409700"/>
                  </a:lnTo>
                  <a:cubicBezTo>
                    <a:pt x="198887" y="1549400"/>
                    <a:pt x="213744" y="1460500"/>
                    <a:pt x="0" y="914400"/>
                  </a:cubicBezTo>
                  <a:close/>
                </a:path>
              </a:pathLst>
            </a:custGeom>
            <a:solidFill>
              <a:srgbClr val="A08BA7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Oval 4">
              <a:extLst>
                <a:ext uri="{FF2B5EF4-FFF2-40B4-BE49-F238E27FC236}">
                  <a16:creationId xmlns:a16="http://schemas.microsoft.com/office/drawing/2014/main" id="{3AB030BC-72FA-54E7-94D2-615E19536A1F}"/>
                </a:ext>
              </a:extLst>
            </p:cNvPr>
            <p:cNvSpPr/>
            <p:nvPr/>
          </p:nvSpPr>
          <p:spPr>
            <a:xfrm>
              <a:off x="1896837" y="1182923"/>
              <a:ext cx="7022590" cy="5154335"/>
            </a:xfrm>
            <a:custGeom>
              <a:avLst/>
              <a:gdLst>
                <a:gd name="connsiteX0" fmla="*/ 0 w 5857461"/>
                <a:gd name="connsiteY0" fmla="*/ 2259496 h 4518992"/>
                <a:gd name="connsiteX1" fmla="*/ 2928731 w 5857461"/>
                <a:gd name="connsiteY1" fmla="*/ 0 h 4518992"/>
                <a:gd name="connsiteX2" fmla="*/ 5857462 w 5857461"/>
                <a:gd name="connsiteY2" fmla="*/ 2259496 h 4518992"/>
                <a:gd name="connsiteX3" fmla="*/ 2928731 w 5857461"/>
                <a:gd name="connsiteY3" fmla="*/ 4518992 h 4518992"/>
                <a:gd name="connsiteX4" fmla="*/ 0 w 5857461"/>
                <a:gd name="connsiteY4" fmla="*/ 2259496 h 4518992"/>
                <a:gd name="connsiteX0" fmla="*/ 0 w 6957393"/>
                <a:gd name="connsiteY0" fmla="*/ 2288515 h 4714654"/>
                <a:gd name="connsiteX1" fmla="*/ 2928731 w 6957393"/>
                <a:gd name="connsiteY1" fmla="*/ 29019 h 4714654"/>
                <a:gd name="connsiteX2" fmla="*/ 6957393 w 6957393"/>
                <a:gd name="connsiteY2" fmla="*/ 3706497 h 4714654"/>
                <a:gd name="connsiteX3" fmla="*/ 2928731 w 6957393"/>
                <a:gd name="connsiteY3" fmla="*/ 4548011 h 4714654"/>
                <a:gd name="connsiteX4" fmla="*/ 0 w 6957393"/>
                <a:gd name="connsiteY4" fmla="*/ 2288515 h 4714654"/>
                <a:gd name="connsiteX0" fmla="*/ 0 w 7005537"/>
                <a:gd name="connsiteY0" fmla="*/ 11501 h 2318591"/>
                <a:gd name="connsiteX1" fmla="*/ 6957393 w 7005537"/>
                <a:gd name="connsiteY1" fmla="*/ 1429483 h 2318591"/>
                <a:gd name="connsiteX2" fmla="*/ 2928731 w 7005537"/>
                <a:gd name="connsiteY2" fmla="*/ 2270997 h 2318591"/>
                <a:gd name="connsiteX3" fmla="*/ 0 w 7005537"/>
                <a:gd name="connsiteY3" fmla="*/ 11501 h 2318591"/>
                <a:gd name="connsiteX0" fmla="*/ 136556 w 7139207"/>
                <a:gd name="connsiteY0" fmla="*/ 30109 h 2927500"/>
                <a:gd name="connsiteX1" fmla="*/ 7093949 w 7139207"/>
                <a:gd name="connsiteY1" fmla="*/ 1448091 h 2927500"/>
                <a:gd name="connsiteX2" fmla="*/ 2826748 w 7139207"/>
                <a:gd name="connsiteY2" fmla="*/ 2899205 h 2927500"/>
                <a:gd name="connsiteX3" fmla="*/ 136556 w 7139207"/>
                <a:gd name="connsiteY3" fmla="*/ 30109 h 2927500"/>
                <a:gd name="connsiteX0" fmla="*/ 0 w 6957393"/>
                <a:gd name="connsiteY0" fmla="*/ 30109 h 1448091"/>
                <a:gd name="connsiteX1" fmla="*/ 6957393 w 6957393"/>
                <a:gd name="connsiteY1" fmla="*/ 1448091 h 1448091"/>
                <a:gd name="connsiteX2" fmla="*/ 0 w 6957393"/>
                <a:gd name="connsiteY2" fmla="*/ 30109 h 1448091"/>
                <a:gd name="connsiteX0" fmla="*/ 373484 w 7330877"/>
                <a:gd name="connsiteY0" fmla="*/ 2180888 h 4912723"/>
                <a:gd name="connsiteX1" fmla="*/ 7330877 w 7330877"/>
                <a:gd name="connsiteY1" fmla="*/ 3598870 h 4912723"/>
                <a:gd name="connsiteX2" fmla="*/ 373484 w 7330877"/>
                <a:gd name="connsiteY2" fmla="*/ 2180888 h 4912723"/>
                <a:gd name="connsiteX0" fmla="*/ 11731 w 7262273"/>
                <a:gd name="connsiteY0" fmla="*/ 24317 h 1442299"/>
                <a:gd name="connsiteX1" fmla="*/ 5352356 w 7262273"/>
                <a:gd name="connsiteY1" fmla="*/ 610727 h 1442299"/>
                <a:gd name="connsiteX2" fmla="*/ 6969124 w 7262273"/>
                <a:gd name="connsiteY2" fmla="*/ 1442299 h 1442299"/>
                <a:gd name="connsiteX3" fmla="*/ 11731 w 7262273"/>
                <a:gd name="connsiteY3" fmla="*/ 24317 h 1442299"/>
                <a:gd name="connsiteX0" fmla="*/ 12071 w 7262613"/>
                <a:gd name="connsiteY0" fmla="*/ 2117842 h 3535824"/>
                <a:gd name="connsiteX1" fmla="*/ 5352696 w 7262613"/>
                <a:gd name="connsiteY1" fmla="*/ 2704252 h 3535824"/>
                <a:gd name="connsiteX2" fmla="*/ 6969464 w 7262613"/>
                <a:gd name="connsiteY2" fmla="*/ 3535824 h 3535824"/>
                <a:gd name="connsiteX3" fmla="*/ 12071 w 7262613"/>
                <a:gd name="connsiteY3" fmla="*/ 2117842 h 3535824"/>
                <a:gd name="connsiteX0" fmla="*/ 53296 w 7303838"/>
                <a:gd name="connsiteY0" fmla="*/ 2343090 h 3761072"/>
                <a:gd name="connsiteX1" fmla="*/ 5393921 w 7303838"/>
                <a:gd name="connsiteY1" fmla="*/ 2929500 h 3761072"/>
                <a:gd name="connsiteX2" fmla="*/ 7010689 w 7303838"/>
                <a:gd name="connsiteY2" fmla="*/ 3761072 h 3761072"/>
                <a:gd name="connsiteX3" fmla="*/ 53296 w 7303838"/>
                <a:gd name="connsiteY3" fmla="*/ 2343090 h 3761072"/>
                <a:gd name="connsiteX0" fmla="*/ 55523 w 7306065"/>
                <a:gd name="connsiteY0" fmla="*/ 2235499 h 3653481"/>
                <a:gd name="connsiteX1" fmla="*/ 5396148 w 7306065"/>
                <a:gd name="connsiteY1" fmla="*/ 2821909 h 3653481"/>
                <a:gd name="connsiteX2" fmla="*/ 7012916 w 7306065"/>
                <a:gd name="connsiteY2" fmla="*/ 3653481 h 3653481"/>
                <a:gd name="connsiteX3" fmla="*/ 55523 w 7306065"/>
                <a:gd name="connsiteY3" fmla="*/ 2235499 h 3653481"/>
                <a:gd name="connsiteX0" fmla="*/ 58470 w 7061362"/>
                <a:gd name="connsiteY0" fmla="*/ 3156597 h 3526041"/>
                <a:gd name="connsiteX1" fmla="*/ 5151445 w 7061362"/>
                <a:gd name="connsiteY1" fmla="*/ 2428557 h 3526041"/>
                <a:gd name="connsiteX2" fmla="*/ 6768213 w 7061362"/>
                <a:gd name="connsiteY2" fmla="*/ 3260129 h 3526041"/>
                <a:gd name="connsiteX3" fmla="*/ 58470 w 7061362"/>
                <a:gd name="connsiteY3" fmla="*/ 3156597 h 3526041"/>
                <a:gd name="connsiteX0" fmla="*/ 283365 w 7286257"/>
                <a:gd name="connsiteY0" fmla="*/ 3593734 h 4736392"/>
                <a:gd name="connsiteX1" fmla="*/ 5376340 w 7286257"/>
                <a:gd name="connsiteY1" fmla="*/ 2865694 h 4736392"/>
                <a:gd name="connsiteX2" fmla="*/ 6993108 w 7286257"/>
                <a:gd name="connsiteY2" fmla="*/ 3697266 h 4736392"/>
                <a:gd name="connsiteX3" fmla="*/ 283365 w 7286257"/>
                <a:gd name="connsiteY3" fmla="*/ 3593734 h 4736392"/>
                <a:gd name="connsiteX0" fmla="*/ 283365 w 7286257"/>
                <a:gd name="connsiteY0" fmla="*/ 3593734 h 5187543"/>
                <a:gd name="connsiteX1" fmla="*/ 5376340 w 7286257"/>
                <a:gd name="connsiteY1" fmla="*/ 2865694 h 5187543"/>
                <a:gd name="connsiteX2" fmla="*/ 6993108 w 7286257"/>
                <a:gd name="connsiteY2" fmla="*/ 3697266 h 5187543"/>
                <a:gd name="connsiteX3" fmla="*/ 283365 w 7286257"/>
                <a:gd name="connsiteY3" fmla="*/ 3593734 h 5187543"/>
                <a:gd name="connsiteX0" fmla="*/ 283365 w 7062407"/>
                <a:gd name="connsiteY0" fmla="*/ 3593734 h 5187543"/>
                <a:gd name="connsiteX1" fmla="*/ 5376340 w 7062407"/>
                <a:gd name="connsiteY1" fmla="*/ 2865694 h 5187543"/>
                <a:gd name="connsiteX2" fmla="*/ 6993108 w 7062407"/>
                <a:gd name="connsiteY2" fmla="*/ 3697266 h 5187543"/>
                <a:gd name="connsiteX3" fmla="*/ 283365 w 7062407"/>
                <a:gd name="connsiteY3" fmla="*/ 3593734 h 5187543"/>
                <a:gd name="connsiteX0" fmla="*/ 283365 w 7033575"/>
                <a:gd name="connsiteY0" fmla="*/ 3593734 h 5187543"/>
                <a:gd name="connsiteX1" fmla="*/ 5376340 w 7033575"/>
                <a:gd name="connsiteY1" fmla="*/ 2865694 h 5187543"/>
                <a:gd name="connsiteX2" fmla="*/ 6993108 w 7033575"/>
                <a:gd name="connsiteY2" fmla="*/ 3697266 h 5187543"/>
                <a:gd name="connsiteX3" fmla="*/ 283365 w 7033575"/>
                <a:gd name="connsiteY3" fmla="*/ 3593734 h 5187543"/>
                <a:gd name="connsiteX0" fmla="*/ 272380 w 7022590"/>
                <a:gd name="connsiteY0" fmla="*/ 3560526 h 5154335"/>
                <a:gd name="connsiteX1" fmla="*/ 5365355 w 7022590"/>
                <a:gd name="connsiteY1" fmla="*/ 2832486 h 5154335"/>
                <a:gd name="connsiteX2" fmla="*/ 6982123 w 7022590"/>
                <a:gd name="connsiteY2" fmla="*/ 3664058 h 5154335"/>
                <a:gd name="connsiteX3" fmla="*/ 272380 w 7022590"/>
                <a:gd name="connsiteY3" fmla="*/ 3560526 h 5154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2590" h="5154335">
                  <a:moveTo>
                    <a:pt x="272380" y="3560526"/>
                  </a:moveTo>
                  <a:cubicBezTo>
                    <a:pt x="-1261836" y="821192"/>
                    <a:pt x="4130419" y="-2486881"/>
                    <a:pt x="5365355" y="2832486"/>
                  </a:cubicBezTo>
                  <a:cubicBezTo>
                    <a:pt x="5724820" y="3526016"/>
                    <a:pt x="7292721" y="3635069"/>
                    <a:pt x="6982123" y="3664058"/>
                  </a:cubicBezTo>
                  <a:cubicBezTo>
                    <a:pt x="6167942" y="4943997"/>
                    <a:pt x="1806596" y="6299860"/>
                    <a:pt x="272380" y="3560526"/>
                  </a:cubicBezTo>
                  <a:close/>
                </a:path>
              </a:pathLst>
            </a:custGeom>
            <a:solidFill>
              <a:srgbClr val="A08BA7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EF9103D-F1C4-B0E4-74BA-1346CA8A8022}"/>
                </a:ext>
              </a:extLst>
            </p:cNvPr>
            <p:cNvSpPr/>
            <p:nvPr/>
          </p:nvSpPr>
          <p:spPr>
            <a:xfrm rot="682218">
              <a:off x="8704181" y="3631733"/>
              <a:ext cx="409499" cy="1345153"/>
            </a:xfrm>
            <a:prstGeom prst="ellipse">
              <a:avLst/>
            </a:prstGeom>
            <a:solidFill>
              <a:srgbClr val="A08BA7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FC204E6-723A-E745-4F62-86D88643EE70}"/>
                </a:ext>
              </a:extLst>
            </p:cNvPr>
            <p:cNvSpPr/>
            <p:nvPr/>
          </p:nvSpPr>
          <p:spPr>
            <a:xfrm rot="6089627">
              <a:off x="9155882" y="4331475"/>
              <a:ext cx="409499" cy="1345153"/>
            </a:xfrm>
            <a:prstGeom prst="ellipse">
              <a:avLst/>
            </a:prstGeom>
            <a:solidFill>
              <a:srgbClr val="A08BA7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Isosceles Triangle 8">
              <a:extLst>
                <a:ext uri="{FF2B5EF4-FFF2-40B4-BE49-F238E27FC236}">
                  <a16:creationId xmlns:a16="http://schemas.microsoft.com/office/drawing/2014/main" id="{4B5165C9-EA38-D44E-9257-45C554264BA0}"/>
                </a:ext>
              </a:extLst>
            </p:cNvPr>
            <p:cNvSpPr/>
            <p:nvPr/>
          </p:nvSpPr>
          <p:spPr>
            <a:xfrm rot="20893374">
              <a:off x="3276600" y="-111823"/>
              <a:ext cx="762000" cy="1885950"/>
            </a:xfrm>
            <a:custGeom>
              <a:avLst/>
              <a:gdLst>
                <a:gd name="connsiteX0" fmla="*/ 0 w 762000"/>
                <a:gd name="connsiteY0" fmla="*/ 1885950 h 1885950"/>
                <a:gd name="connsiteX1" fmla="*/ 381000 w 762000"/>
                <a:gd name="connsiteY1" fmla="*/ 0 h 1885950"/>
                <a:gd name="connsiteX2" fmla="*/ 762000 w 762000"/>
                <a:gd name="connsiteY2" fmla="*/ 1885950 h 1885950"/>
                <a:gd name="connsiteX3" fmla="*/ 0 w 762000"/>
                <a:gd name="connsiteY3" fmla="*/ 1885950 h 1885950"/>
                <a:gd name="connsiteX0" fmla="*/ 0 w 762000"/>
                <a:gd name="connsiteY0" fmla="*/ 1885950 h 1885950"/>
                <a:gd name="connsiteX1" fmla="*/ 381000 w 762000"/>
                <a:gd name="connsiteY1" fmla="*/ 0 h 1885950"/>
                <a:gd name="connsiteX2" fmla="*/ 762000 w 762000"/>
                <a:gd name="connsiteY2" fmla="*/ 1885950 h 1885950"/>
                <a:gd name="connsiteX3" fmla="*/ 0 w 762000"/>
                <a:gd name="connsiteY3" fmla="*/ 1885950 h 1885950"/>
                <a:gd name="connsiteX0" fmla="*/ 0 w 762000"/>
                <a:gd name="connsiteY0" fmla="*/ 1885950 h 1885950"/>
                <a:gd name="connsiteX1" fmla="*/ 381000 w 762000"/>
                <a:gd name="connsiteY1" fmla="*/ 0 h 1885950"/>
                <a:gd name="connsiteX2" fmla="*/ 762000 w 762000"/>
                <a:gd name="connsiteY2" fmla="*/ 1885950 h 1885950"/>
                <a:gd name="connsiteX3" fmla="*/ 0 w 762000"/>
                <a:gd name="connsiteY3" fmla="*/ 1885950 h 1885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1885950">
                  <a:moveTo>
                    <a:pt x="0" y="1885950"/>
                  </a:moveTo>
                  <a:cubicBezTo>
                    <a:pt x="127000" y="1257300"/>
                    <a:pt x="-13998" y="47361"/>
                    <a:pt x="381000" y="0"/>
                  </a:cubicBezTo>
                  <a:cubicBezTo>
                    <a:pt x="676704" y="99495"/>
                    <a:pt x="635000" y="1257300"/>
                    <a:pt x="762000" y="1885950"/>
                  </a:cubicBezTo>
                  <a:lnTo>
                    <a:pt x="0" y="1885950"/>
                  </a:lnTo>
                  <a:close/>
                </a:path>
              </a:pathLst>
            </a:custGeom>
            <a:solidFill>
              <a:srgbClr val="C8BCCC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1152F114-79EB-DC16-723C-53085B576241}"/>
                </a:ext>
              </a:extLst>
            </p:cNvPr>
            <p:cNvSpPr/>
            <p:nvPr/>
          </p:nvSpPr>
          <p:spPr>
            <a:xfrm rot="390099" flipH="1">
              <a:off x="5196468" y="3498249"/>
              <a:ext cx="1896384" cy="1398521"/>
            </a:xfrm>
            <a:custGeom>
              <a:avLst/>
              <a:gdLst>
                <a:gd name="connsiteX0" fmla="*/ 0 w 2641481"/>
                <a:gd name="connsiteY0" fmla="*/ 0 h 495300"/>
                <a:gd name="connsiteX1" fmla="*/ 2641481 w 2641481"/>
                <a:gd name="connsiteY1" fmla="*/ 0 h 495300"/>
                <a:gd name="connsiteX2" fmla="*/ 2641481 w 2641481"/>
                <a:gd name="connsiteY2" fmla="*/ 495300 h 495300"/>
                <a:gd name="connsiteX3" fmla="*/ 0 w 2641481"/>
                <a:gd name="connsiteY3" fmla="*/ 495300 h 495300"/>
                <a:gd name="connsiteX4" fmla="*/ 0 w 2641481"/>
                <a:gd name="connsiteY4" fmla="*/ 0 h 495300"/>
                <a:gd name="connsiteX0" fmla="*/ 0 w 2641481"/>
                <a:gd name="connsiteY0" fmla="*/ 742950 h 1238250"/>
                <a:gd name="connsiteX1" fmla="*/ 1879481 w 2641481"/>
                <a:gd name="connsiteY1" fmla="*/ 0 h 1238250"/>
                <a:gd name="connsiteX2" fmla="*/ 2641481 w 2641481"/>
                <a:gd name="connsiteY2" fmla="*/ 1238250 h 1238250"/>
                <a:gd name="connsiteX3" fmla="*/ 0 w 2641481"/>
                <a:gd name="connsiteY3" fmla="*/ 1238250 h 1238250"/>
                <a:gd name="connsiteX4" fmla="*/ 0 w 2641481"/>
                <a:gd name="connsiteY4" fmla="*/ 742950 h 1238250"/>
                <a:gd name="connsiteX0" fmla="*/ 0 w 2641481"/>
                <a:gd name="connsiteY0" fmla="*/ 742950 h 1238250"/>
                <a:gd name="connsiteX1" fmla="*/ 1879481 w 2641481"/>
                <a:gd name="connsiteY1" fmla="*/ 0 h 1238250"/>
                <a:gd name="connsiteX2" fmla="*/ 2641481 w 2641481"/>
                <a:gd name="connsiteY2" fmla="*/ 1238250 h 1238250"/>
                <a:gd name="connsiteX3" fmla="*/ 0 w 2641481"/>
                <a:gd name="connsiteY3" fmla="*/ 1238250 h 1238250"/>
                <a:gd name="connsiteX4" fmla="*/ 0 w 2641481"/>
                <a:gd name="connsiteY4" fmla="*/ 742950 h 1238250"/>
                <a:gd name="connsiteX0" fmla="*/ 0 w 2641481"/>
                <a:gd name="connsiteY0" fmla="*/ 914400 h 1409700"/>
                <a:gd name="connsiteX1" fmla="*/ 1631831 w 2641481"/>
                <a:gd name="connsiteY1" fmla="*/ 0 h 1409700"/>
                <a:gd name="connsiteX2" fmla="*/ 2641481 w 2641481"/>
                <a:gd name="connsiteY2" fmla="*/ 1409700 h 1409700"/>
                <a:gd name="connsiteX3" fmla="*/ 0 w 2641481"/>
                <a:gd name="connsiteY3" fmla="*/ 1409700 h 1409700"/>
                <a:gd name="connsiteX4" fmla="*/ 0 w 2641481"/>
                <a:gd name="connsiteY4" fmla="*/ 914400 h 1409700"/>
                <a:gd name="connsiteX0" fmla="*/ 0 w 2641481"/>
                <a:gd name="connsiteY0" fmla="*/ 914400 h 1409700"/>
                <a:gd name="connsiteX1" fmla="*/ 1631831 w 2641481"/>
                <a:gd name="connsiteY1" fmla="*/ 0 h 1409700"/>
                <a:gd name="connsiteX2" fmla="*/ 2641481 w 2641481"/>
                <a:gd name="connsiteY2" fmla="*/ 1409700 h 1409700"/>
                <a:gd name="connsiteX3" fmla="*/ 0 w 2641481"/>
                <a:gd name="connsiteY3" fmla="*/ 914400 h 1409700"/>
                <a:gd name="connsiteX0" fmla="*/ 0 w 2641481"/>
                <a:gd name="connsiteY0" fmla="*/ 914400 h 1435302"/>
                <a:gd name="connsiteX1" fmla="*/ 1631831 w 2641481"/>
                <a:gd name="connsiteY1" fmla="*/ 0 h 1435302"/>
                <a:gd name="connsiteX2" fmla="*/ 2641481 w 2641481"/>
                <a:gd name="connsiteY2" fmla="*/ 1409700 h 1435302"/>
                <a:gd name="connsiteX3" fmla="*/ 0 w 2641481"/>
                <a:gd name="connsiteY3" fmla="*/ 914400 h 1435302"/>
                <a:gd name="connsiteX0" fmla="*/ 0 w 2641481"/>
                <a:gd name="connsiteY0" fmla="*/ 914400 h 1468363"/>
                <a:gd name="connsiteX1" fmla="*/ 1631831 w 2641481"/>
                <a:gd name="connsiteY1" fmla="*/ 0 h 1468363"/>
                <a:gd name="connsiteX2" fmla="*/ 2641481 w 2641481"/>
                <a:gd name="connsiteY2" fmla="*/ 1409700 h 1468363"/>
                <a:gd name="connsiteX3" fmla="*/ 0 w 2641481"/>
                <a:gd name="connsiteY3" fmla="*/ 914400 h 1468363"/>
                <a:gd name="connsiteX0" fmla="*/ 0 w 2706892"/>
                <a:gd name="connsiteY0" fmla="*/ 983638 h 1482827"/>
                <a:gd name="connsiteX1" fmla="*/ 1697242 w 2706892"/>
                <a:gd name="connsiteY1" fmla="*/ 0 h 1482827"/>
                <a:gd name="connsiteX2" fmla="*/ 2706892 w 2706892"/>
                <a:gd name="connsiteY2" fmla="*/ 1409700 h 1482827"/>
                <a:gd name="connsiteX3" fmla="*/ 0 w 2706892"/>
                <a:gd name="connsiteY3" fmla="*/ 983638 h 1482827"/>
                <a:gd name="connsiteX0" fmla="*/ 0 w 2736782"/>
                <a:gd name="connsiteY0" fmla="*/ 983638 h 1458905"/>
                <a:gd name="connsiteX1" fmla="*/ 1697242 w 2736782"/>
                <a:gd name="connsiteY1" fmla="*/ 0 h 1458905"/>
                <a:gd name="connsiteX2" fmla="*/ 2706892 w 2736782"/>
                <a:gd name="connsiteY2" fmla="*/ 1409700 h 1458905"/>
                <a:gd name="connsiteX3" fmla="*/ 1889800 w 2736782"/>
                <a:gd name="connsiteY3" fmla="*/ 896828 h 1458905"/>
                <a:gd name="connsiteX4" fmla="*/ 0 w 2736782"/>
                <a:gd name="connsiteY4" fmla="*/ 983638 h 1458905"/>
                <a:gd name="connsiteX0" fmla="*/ 0 w 2736782"/>
                <a:gd name="connsiteY0" fmla="*/ 983638 h 1458905"/>
                <a:gd name="connsiteX1" fmla="*/ 1697242 w 2736782"/>
                <a:gd name="connsiteY1" fmla="*/ 0 h 1458905"/>
                <a:gd name="connsiteX2" fmla="*/ 2706892 w 2736782"/>
                <a:gd name="connsiteY2" fmla="*/ 1409700 h 1458905"/>
                <a:gd name="connsiteX3" fmla="*/ 1889800 w 2736782"/>
                <a:gd name="connsiteY3" fmla="*/ 896828 h 1458905"/>
                <a:gd name="connsiteX4" fmla="*/ 0 w 2736782"/>
                <a:gd name="connsiteY4" fmla="*/ 983638 h 1458905"/>
                <a:gd name="connsiteX0" fmla="*/ 6146 w 2742928"/>
                <a:gd name="connsiteY0" fmla="*/ 983638 h 1458905"/>
                <a:gd name="connsiteX1" fmla="*/ 1703388 w 2742928"/>
                <a:gd name="connsiteY1" fmla="*/ 0 h 1458905"/>
                <a:gd name="connsiteX2" fmla="*/ 2713038 w 2742928"/>
                <a:gd name="connsiteY2" fmla="*/ 1409700 h 1458905"/>
                <a:gd name="connsiteX3" fmla="*/ 1895946 w 2742928"/>
                <a:gd name="connsiteY3" fmla="*/ 896828 h 1458905"/>
                <a:gd name="connsiteX4" fmla="*/ 6146 w 2742928"/>
                <a:gd name="connsiteY4" fmla="*/ 983638 h 1458905"/>
                <a:gd name="connsiteX0" fmla="*/ 6584 w 2743366"/>
                <a:gd name="connsiteY0" fmla="*/ 983638 h 1458905"/>
                <a:gd name="connsiteX1" fmla="*/ 1703826 w 2743366"/>
                <a:gd name="connsiteY1" fmla="*/ 0 h 1458905"/>
                <a:gd name="connsiteX2" fmla="*/ 2713476 w 2743366"/>
                <a:gd name="connsiteY2" fmla="*/ 1409700 h 1458905"/>
                <a:gd name="connsiteX3" fmla="*/ 1896384 w 2743366"/>
                <a:gd name="connsiteY3" fmla="*/ 896828 h 1458905"/>
                <a:gd name="connsiteX4" fmla="*/ 6584 w 2743366"/>
                <a:gd name="connsiteY4" fmla="*/ 983638 h 1458905"/>
                <a:gd name="connsiteX0" fmla="*/ 6584 w 2743366"/>
                <a:gd name="connsiteY0" fmla="*/ 1100241 h 1575508"/>
                <a:gd name="connsiteX1" fmla="*/ 1634030 w 2743366"/>
                <a:gd name="connsiteY1" fmla="*/ 0 h 1575508"/>
                <a:gd name="connsiteX2" fmla="*/ 2713476 w 2743366"/>
                <a:gd name="connsiteY2" fmla="*/ 1526303 h 1575508"/>
                <a:gd name="connsiteX3" fmla="*/ 1896384 w 2743366"/>
                <a:gd name="connsiteY3" fmla="*/ 1013431 h 1575508"/>
                <a:gd name="connsiteX4" fmla="*/ 6584 w 2743366"/>
                <a:gd name="connsiteY4" fmla="*/ 1100241 h 1575508"/>
                <a:gd name="connsiteX0" fmla="*/ 6584 w 2743366"/>
                <a:gd name="connsiteY0" fmla="*/ 1100241 h 1575508"/>
                <a:gd name="connsiteX1" fmla="*/ 1634030 w 2743366"/>
                <a:gd name="connsiteY1" fmla="*/ 0 h 1575508"/>
                <a:gd name="connsiteX2" fmla="*/ 2713476 w 2743366"/>
                <a:gd name="connsiteY2" fmla="*/ 1526303 h 1575508"/>
                <a:gd name="connsiteX3" fmla="*/ 1896384 w 2743366"/>
                <a:gd name="connsiteY3" fmla="*/ 1013431 h 1575508"/>
                <a:gd name="connsiteX4" fmla="*/ 6584 w 2743366"/>
                <a:gd name="connsiteY4" fmla="*/ 1100241 h 1575508"/>
                <a:gd name="connsiteX0" fmla="*/ 6584 w 2743366"/>
                <a:gd name="connsiteY0" fmla="*/ 1100241 h 1575508"/>
                <a:gd name="connsiteX1" fmla="*/ 1634030 w 2743366"/>
                <a:gd name="connsiteY1" fmla="*/ 0 h 1575508"/>
                <a:gd name="connsiteX2" fmla="*/ 2713476 w 2743366"/>
                <a:gd name="connsiteY2" fmla="*/ 1526303 h 1575508"/>
                <a:gd name="connsiteX3" fmla="*/ 1896384 w 2743366"/>
                <a:gd name="connsiteY3" fmla="*/ 1013431 h 1575508"/>
                <a:gd name="connsiteX4" fmla="*/ 6584 w 2743366"/>
                <a:gd name="connsiteY4" fmla="*/ 1100241 h 1575508"/>
                <a:gd name="connsiteX0" fmla="*/ 6584 w 2743366"/>
                <a:gd name="connsiteY0" fmla="*/ 969025 h 1444292"/>
                <a:gd name="connsiteX1" fmla="*/ 1663814 w 2743366"/>
                <a:gd name="connsiteY1" fmla="*/ 0 h 1444292"/>
                <a:gd name="connsiteX2" fmla="*/ 2713476 w 2743366"/>
                <a:gd name="connsiteY2" fmla="*/ 1395087 h 1444292"/>
                <a:gd name="connsiteX3" fmla="*/ 1896384 w 2743366"/>
                <a:gd name="connsiteY3" fmla="*/ 882215 h 1444292"/>
                <a:gd name="connsiteX4" fmla="*/ 6584 w 2743366"/>
                <a:gd name="connsiteY4" fmla="*/ 969025 h 1444292"/>
                <a:gd name="connsiteX0" fmla="*/ 6584 w 1896384"/>
                <a:gd name="connsiteY0" fmla="*/ 969025 h 1398521"/>
                <a:gd name="connsiteX1" fmla="*/ 1663814 w 1896384"/>
                <a:gd name="connsiteY1" fmla="*/ 0 h 1398521"/>
                <a:gd name="connsiteX2" fmla="*/ 1896384 w 1896384"/>
                <a:gd name="connsiteY2" fmla="*/ 882215 h 1398521"/>
                <a:gd name="connsiteX3" fmla="*/ 6584 w 1896384"/>
                <a:gd name="connsiteY3" fmla="*/ 969025 h 1398521"/>
                <a:gd name="connsiteX0" fmla="*/ 1896384 w 2007543"/>
                <a:gd name="connsiteY0" fmla="*/ 882215 h 1398521"/>
                <a:gd name="connsiteX1" fmla="*/ 6584 w 2007543"/>
                <a:gd name="connsiteY1" fmla="*/ 969025 h 1398521"/>
                <a:gd name="connsiteX2" fmla="*/ 1663814 w 2007543"/>
                <a:gd name="connsiteY2" fmla="*/ 0 h 1398521"/>
                <a:gd name="connsiteX3" fmla="*/ 2007543 w 2007543"/>
                <a:gd name="connsiteY3" fmla="*/ 993374 h 1398521"/>
                <a:gd name="connsiteX0" fmla="*/ 1896384 w 1896384"/>
                <a:gd name="connsiteY0" fmla="*/ 882215 h 1398521"/>
                <a:gd name="connsiteX1" fmla="*/ 6584 w 1896384"/>
                <a:gd name="connsiteY1" fmla="*/ 969025 h 1398521"/>
                <a:gd name="connsiteX2" fmla="*/ 1663814 w 1896384"/>
                <a:gd name="connsiteY2" fmla="*/ 0 h 1398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96384" h="1398521">
                  <a:moveTo>
                    <a:pt x="1896384" y="882215"/>
                  </a:moveTo>
                  <a:cubicBezTo>
                    <a:pt x="1034938" y="1831760"/>
                    <a:pt x="-96629" y="1230898"/>
                    <a:pt x="6584" y="969025"/>
                  </a:cubicBezTo>
                  <a:cubicBezTo>
                    <a:pt x="883285" y="1044659"/>
                    <a:pt x="604145" y="179110"/>
                    <a:pt x="1663814" y="0"/>
                  </a:cubicBez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A4B8EB1-266B-A1EA-64B5-57A47E2BE378}"/>
                </a:ext>
              </a:extLst>
            </p:cNvPr>
            <p:cNvSpPr/>
            <p:nvPr/>
          </p:nvSpPr>
          <p:spPr>
            <a:xfrm>
              <a:off x="2336859" y="3781696"/>
              <a:ext cx="520700" cy="381000"/>
            </a:xfrm>
            <a:prstGeom prst="ellipse">
              <a:avLst/>
            </a:prstGeom>
            <a:solidFill>
              <a:srgbClr val="B5A5BB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4950601-50BC-1E3F-700B-6B55995EFB24}"/>
                </a:ext>
              </a:extLst>
            </p:cNvPr>
            <p:cNvGrpSpPr/>
            <p:nvPr/>
          </p:nvGrpSpPr>
          <p:grpSpPr>
            <a:xfrm>
              <a:off x="4219268" y="1976389"/>
              <a:ext cx="1263340" cy="1885984"/>
              <a:chOff x="4219268" y="1976389"/>
              <a:chExt cx="1263340" cy="188598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15A1656-193D-E28D-6D3B-74C93C9DAE0E}"/>
                  </a:ext>
                </a:extLst>
              </p:cNvPr>
              <p:cNvSpPr/>
              <p:nvPr/>
            </p:nvSpPr>
            <p:spPr>
              <a:xfrm>
                <a:off x="4219268" y="2571750"/>
                <a:ext cx="1171881" cy="1290623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Arc 23">
                <a:extLst>
                  <a:ext uri="{FF2B5EF4-FFF2-40B4-BE49-F238E27FC236}">
                    <a16:creationId xmlns:a16="http://schemas.microsoft.com/office/drawing/2014/main" id="{94557358-3DA6-E8B6-FFDB-EA56FE0F560D}"/>
                  </a:ext>
                </a:extLst>
              </p:cNvPr>
              <p:cNvSpPr/>
              <p:nvPr/>
            </p:nvSpPr>
            <p:spPr>
              <a:xfrm rot="6933585">
                <a:off x="4951469" y="2268095"/>
                <a:ext cx="391384" cy="391384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9C9BD87F-C37D-02F1-8396-A2BFAD0313F9}"/>
                  </a:ext>
                </a:extLst>
              </p:cNvPr>
              <p:cNvSpPr/>
              <p:nvPr/>
            </p:nvSpPr>
            <p:spPr>
              <a:xfrm rot="6933585">
                <a:off x="5021320" y="2376057"/>
                <a:ext cx="391384" cy="391384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Arc 25">
                <a:extLst>
                  <a:ext uri="{FF2B5EF4-FFF2-40B4-BE49-F238E27FC236}">
                    <a16:creationId xmlns:a16="http://schemas.microsoft.com/office/drawing/2014/main" id="{846F15C4-0769-4DD3-0E77-BF0C99D060D2}"/>
                  </a:ext>
                </a:extLst>
              </p:cNvPr>
              <p:cNvSpPr/>
              <p:nvPr/>
            </p:nvSpPr>
            <p:spPr>
              <a:xfrm rot="7297294">
                <a:off x="5091172" y="2480079"/>
                <a:ext cx="391384" cy="391384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48D7474-A9B5-226C-6271-0FCDA4829584}"/>
                  </a:ext>
                </a:extLst>
              </p:cNvPr>
              <p:cNvSpPr/>
              <p:nvPr/>
            </p:nvSpPr>
            <p:spPr>
              <a:xfrm rot="2926111">
                <a:off x="4741474" y="2775647"/>
                <a:ext cx="486783" cy="342159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15A81BA-381B-1946-773C-43E3BA93AC36}"/>
                  </a:ext>
                </a:extLst>
              </p:cNvPr>
              <p:cNvSpPr/>
              <p:nvPr/>
            </p:nvSpPr>
            <p:spPr>
              <a:xfrm rot="18878363">
                <a:off x="4949704" y="3490659"/>
                <a:ext cx="203553" cy="142833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8EA203C1-94E1-E616-87E6-0032B61530C5}"/>
                  </a:ext>
                </a:extLst>
              </p:cNvPr>
              <p:cNvSpPr/>
              <p:nvPr/>
            </p:nvSpPr>
            <p:spPr>
              <a:xfrm rot="20685091">
                <a:off x="4991610" y="1976389"/>
                <a:ext cx="490998" cy="818137"/>
              </a:xfrm>
              <a:prstGeom prst="arc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E088261-5800-76C2-4E96-1F3CBB5C0995}"/>
                </a:ext>
              </a:extLst>
            </p:cNvPr>
            <p:cNvGrpSpPr/>
            <p:nvPr/>
          </p:nvGrpSpPr>
          <p:grpSpPr>
            <a:xfrm flipH="1">
              <a:off x="2336859" y="1825238"/>
              <a:ext cx="1263340" cy="1885984"/>
              <a:chOff x="4219268" y="1976389"/>
              <a:chExt cx="1263340" cy="1885984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E0193E8-6473-AA62-A72A-260583789386}"/>
                  </a:ext>
                </a:extLst>
              </p:cNvPr>
              <p:cNvSpPr/>
              <p:nvPr/>
            </p:nvSpPr>
            <p:spPr>
              <a:xfrm>
                <a:off x="4219268" y="2571750"/>
                <a:ext cx="1171881" cy="1290623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AE25DE90-A9B6-814E-CDEA-70F927BE49DB}"/>
                  </a:ext>
                </a:extLst>
              </p:cNvPr>
              <p:cNvSpPr/>
              <p:nvPr/>
            </p:nvSpPr>
            <p:spPr>
              <a:xfrm rot="6933585">
                <a:off x="4951469" y="2268095"/>
                <a:ext cx="391384" cy="391384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A1EDFA74-FDFC-D980-8855-4600CB0BF651}"/>
                  </a:ext>
                </a:extLst>
              </p:cNvPr>
              <p:cNvSpPr/>
              <p:nvPr/>
            </p:nvSpPr>
            <p:spPr>
              <a:xfrm rot="6933585">
                <a:off x="5021320" y="2376057"/>
                <a:ext cx="391384" cy="391384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03B5435F-438C-564D-D7C3-7DA1EDF04903}"/>
                  </a:ext>
                </a:extLst>
              </p:cNvPr>
              <p:cNvSpPr/>
              <p:nvPr/>
            </p:nvSpPr>
            <p:spPr>
              <a:xfrm rot="7297294">
                <a:off x="5091172" y="2480079"/>
                <a:ext cx="391384" cy="391384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940CAA0-F06F-AF1F-1AF3-9E03E5C46777}"/>
                  </a:ext>
                </a:extLst>
              </p:cNvPr>
              <p:cNvSpPr/>
              <p:nvPr/>
            </p:nvSpPr>
            <p:spPr>
              <a:xfrm rot="2926111">
                <a:off x="4741474" y="2775647"/>
                <a:ext cx="486783" cy="342159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3D64E6C-8463-0C87-77BD-58B8C0014D15}"/>
                  </a:ext>
                </a:extLst>
              </p:cNvPr>
              <p:cNvSpPr/>
              <p:nvPr/>
            </p:nvSpPr>
            <p:spPr>
              <a:xfrm rot="18878363">
                <a:off x="4949704" y="3490659"/>
                <a:ext cx="203553" cy="142833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54036A69-AD4B-5F1C-9213-7F5EC652AE30}"/>
                  </a:ext>
                </a:extLst>
              </p:cNvPr>
              <p:cNvSpPr/>
              <p:nvPr/>
            </p:nvSpPr>
            <p:spPr>
              <a:xfrm rot="20685091">
                <a:off x="4991610" y="1976389"/>
                <a:ext cx="490998" cy="818137"/>
              </a:xfrm>
              <a:prstGeom prst="arc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44EBD52-84CA-AE4A-0BC0-2FFD7CCA088B}"/>
                </a:ext>
              </a:extLst>
            </p:cNvPr>
            <p:cNvSpPr/>
            <p:nvPr/>
          </p:nvSpPr>
          <p:spPr>
            <a:xfrm>
              <a:off x="4626461" y="3947657"/>
              <a:ext cx="520700" cy="381000"/>
            </a:xfrm>
            <a:prstGeom prst="ellipse">
              <a:avLst/>
            </a:prstGeom>
            <a:solidFill>
              <a:srgbClr val="B5A5BB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09C32C5-5295-D60E-4ACE-6C0E332410B0}"/>
                </a:ext>
              </a:extLst>
            </p:cNvPr>
            <p:cNvSpPr/>
            <p:nvPr/>
          </p:nvSpPr>
          <p:spPr>
            <a:xfrm rot="15262294" flipV="1">
              <a:off x="8678869" y="4689583"/>
              <a:ext cx="293890" cy="332101"/>
            </a:xfrm>
            <a:prstGeom prst="ellipse">
              <a:avLst/>
            </a:prstGeom>
            <a:solidFill>
              <a:srgbClr val="A08BA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7F061567-C232-8D89-4065-3F5E742B9571}"/>
                </a:ext>
              </a:extLst>
            </p:cNvPr>
            <p:cNvSpPr/>
            <p:nvPr/>
          </p:nvSpPr>
          <p:spPr>
            <a:xfrm rot="8687405">
              <a:off x="3351001" y="3335051"/>
              <a:ext cx="914400" cy="914400"/>
            </a:xfrm>
            <a:prstGeom prst="arc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7CF2623-360B-F76F-B8BB-077D737600C8}"/>
              </a:ext>
            </a:extLst>
          </p:cNvPr>
          <p:cNvGrpSpPr/>
          <p:nvPr/>
        </p:nvGrpSpPr>
        <p:grpSpPr>
          <a:xfrm>
            <a:off x="696134" y="678555"/>
            <a:ext cx="7417530" cy="5305066"/>
            <a:chOff x="1016119" y="-111823"/>
            <a:chExt cx="9017089" cy="6449081"/>
          </a:xfrm>
          <a:solidFill>
            <a:schemeClr val="bg1"/>
          </a:solidFill>
        </p:grpSpPr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22656B47-BA62-5FE7-7C5C-40D3BC594511}"/>
                </a:ext>
              </a:extLst>
            </p:cNvPr>
            <p:cNvSpPr/>
            <p:nvPr/>
          </p:nvSpPr>
          <p:spPr>
            <a:xfrm>
              <a:off x="1016119" y="3517156"/>
              <a:ext cx="2641481" cy="1468363"/>
            </a:xfrm>
            <a:custGeom>
              <a:avLst/>
              <a:gdLst>
                <a:gd name="connsiteX0" fmla="*/ 0 w 2641481"/>
                <a:gd name="connsiteY0" fmla="*/ 0 h 495300"/>
                <a:gd name="connsiteX1" fmla="*/ 2641481 w 2641481"/>
                <a:gd name="connsiteY1" fmla="*/ 0 h 495300"/>
                <a:gd name="connsiteX2" fmla="*/ 2641481 w 2641481"/>
                <a:gd name="connsiteY2" fmla="*/ 495300 h 495300"/>
                <a:gd name="connsiteX3" fmla="*/ 0 w 2641481"/>
                <a:gd name="connsiteY3" fmla="*/ 495300 h 495300"/>
                <a:gd name="connsiteX4" fmla="*/ 0 w 2641481"/>
                <a:gd name="connsiteY4" fmla="*/ 0 h 495300"/>
                <a:gd name="connsiteX0" fmla="*/ 0 w 2641481"/>
                <a:gd name="connsiteY0" fmla="*/ 742950 h 1238250"/>
                <a:gd name="connsiteX1" fmla="*/ 1879481 w 2641481"/>
                <a:gd name="connsiteY1" fmla="*/ 0 h 1238250"/>
                <a:gd name="connsiteX2" fmla="*/ 2641481 w 2641481"/>
                <a:gd name="connsiteY2" fmla="*/ 1238250 h 1238250"/>
                <a:gd name="connsiteX3" fmla="*/ 0 w 2641481"/>
                <a:gd name="connsiteY3" fmla="*/ 1238250 h 1238250"/>
                <a:gd name="connsiteX4" fmla="*/ 0 w 2641481"/>
                <a:gd name="connsiteY4" fmla="*/ 742950 h 1238250"/>
                <a:gd name="connsiteX0" fmla="*/ 0 w 2641481"/>
                <a:gd name="connsiteY0" fmla="*/ 742950 h 1238250"/>
                <a:gd name="connsiteX1" fmla="*/ 1879481 w 2641481"/>
                <a:gd name="connsiteY1" fmla="*/ 0 h 1238250"/>
                <a:gd name="connsiteX2" fmla="*/ 2641481 w 2641481"/>
                <a:gd name="connsiteY2" fmla="*/ 1238250 h 1238250"/>
                <a:gd name="connsiteX3" fmla="*/ 0 w 2641481"/>
                <a:gd name="connsiteY3" fmla="*/ 1238250 h 1238250"/>
                <a:gd name="connsiteX4" fmla="*/ 0 w 2641481"/>
                <a:gd name="connsiteY4" fmla="*/ 742950 h 1238250"/>
                <a:gd name="connsiteX0" fmla="*/ 0 w 2641481"/>
                <a:gd name="connsiteY0" fmla="*/ 914400 h 1409700"/>
                <a:gd name="connsiteX1" fmla="*/ 1631831 w 2641481"/>
                <a:gd name="connsiteY1" fmla="*/ 0 h 1409700"/>
                <a:gd name="connsiteX2" fmla="*/ 2641481 w 2641481"/>
                <a:gd name="connsiteY2" fmla="*/ 1409700 h 1409700"/>
                <a:gd name="connsiteX3" fmla="*/ 0 w 2641481"/>
                <a:gd name="connsiteY3" fmla="*/ 1409700 h 1409700"/>
                <a:gd name="connsiteX4" fmla="*/ 0 w 2641481"/>
                <a:gd name="connsiteY4" fmla="*/ 914400 h 1409700"/>
                <a:gd name="connsiteX0" fmla="*/ 0 w 2641481"/>
                <a:gd name="connsiteY0" fmla="*/ 914400 h 1409700"/>
                <a:gd name="connsiteX1" fmla="*/ 1631831 w 2641481"/>
                <a:gd name="connsiteY1" fmla="*/ 0 h 1409700"/>
                <a:gd name="connsiteX2" fmla="*/ 2641481 w 2641481"/>
                <a:gd name="connsiteY2" fmla="*/ 1409700 h 1409700"/>
                <a:gd name="connsiteX3" fmla="*/ 0 w 2641481"/>
                <a:gd name="connsiteY3" fmla="*/ 914400 h 1409700"/>
                <a:gd name="connsiteX0" fmla="*/ 0 w 2641481"/>
                <a:gd name="connsiteY0" fmla="*/ 914400 h 1435302"/>
                <a:gd name="connsiteX1" fmla="*/ 1631831 w 2641481"/>
                <a:gd name="connsiteY1" fmla="*/ 0 h 1435302"/>
                <a:gd name="connsiteX2" fmla="*/ 2641481 w 2641481"/>
                <a:gd name="connsiteY2" fmla="*/ 1409700 h 1435302"/>
                <a:gd name="connsiteX3" fmla="*/ 0 w 2641481"/>
                <a:gd name="connsiteY3" fmla="*/ 914400 h 1435302"/>
                <a:gd name="connsiteX0" fmla="*/ 0 w 2641481"/>
                <a:gd name="connsiteY0" fmla="*/ 914400 h 1468363"/>
                <a:gd name="connsiteX1" fmla="*/ 1631831 w 2641481"/>
                <a:gd name="connsiteY1" fmla="*/ 0 h 1468363"/>
                <a:gd name="connsiteX2" fmla="*/ 2641481 w 2641481"/>
                <a:gd name="connsiteY2" fmla="*/ 1409700 h 1468363"/>
                <a:gd name="connsiteX3" fmla="*/ 0 w 2641481"/>
                <a:gd name="connsiteY3" fmla="*/ 914400 h 146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481" h="1468363">
                  <a:moveTo>
                    <a:pt x="0" y="914400"/>
                  </a:moveTo>
                  <a:cubicBezTo>
                    <a:pt x="1159894" y="1028700"/>
                    <a:pt x="1005337" y="247650"/>
                    <a:pt x="1631831" y="0"/>
                  </a:cubicBezTo>
                  <a:lnTo>
                    <a:pt x="2641481" y="1409700"/>
                  </a:lnTo>
                  <a:cubicBezTo>
                    <a:pt x="198887" y="1549400"/>
                    <a:pt x="213744" y="1460500"/>
                    <a:pt x="0" y="91440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Oval 4">
              <a:extLst>
                <a:ext uri="{FF2B5EF4-FFF2-40B4-BE49-F238E27FC236}">
                  <a16:creationId xmlns:a16="http://schemas.microsoft.com/office/drawing/2014/main" id="{DD6C69E7-EAF0-710D-ABAE-01A4F5E7BF3C}"/>
                </a:ext>
              </a:extLst>
            </p:cNvPr>
            <p:cNvSpPr/>
            <p:nvPr/>
          </p:nvSpPr>
          <p:spPr>
            <a:xfrm>
              <a:off x="1896837" y="1182923"/>
              <a:ext cx="7022590" cy="5154335"/>
            </a:xfrm>
            <a:custGeom>
              <a:avLst/>
              <a:gdLst>
                <a:gd name="connsiteX0" fmla="*/ 0 w 5857461"/>
                <a:gd name="connsiteY0" fmla="*/ 2259496 h 4518992"/>
                <a:gd name="connsiteX1" fmla="*/ 2928731 w 5857461"/>
                <a:gd name="connsiteY1" fmla="*/ 0 h 4518992"/>
                <a:gd name="connsiteX2" fmla="*/ 5857462 w 5857461"/>
                <a:gd name="connsiteY2" fmla="*/ 2259496 h 4518992"/>
                <a:gd name="connsiteX3" fmla="*/ 2928731 w 5857461"/>
                <a:gd name="connsiteY3" fmla="*/ 4518992 h 4518992"/>
                <a:gd name="connsiteX4" fmla="*/ 0 w 5857461"/>
                <a:gd name="connsiteY4" fmla="*/ 2259496 h 4518992"/>
                <a:gd name="connsiteX0" fmla="*/ 0 w 6957393"/>
                <a:gd name="connsiteY0" fmla="*/ 2288515 h 4714654"/>
                <a:gd name="connsiteX1" fmla="*/ 2928731 w 6957393"/>
                <a:gd name="connsiteY1" fmla="*/ 29019 h 4714654"/>
                <a:gd name="connsiteX2" fmla="*/ 6957393 w 6957393"/>
                <a:gd name="connsiteY2" fmla="*/ 3706497 h 4714654"/>
                <a:gd name="connsiteX3" fmla="*/ 2928731 w 6957393"/>
                <a:gd name="connsiteY3" fmla="*/ 4548011 h 4714654"/>
                <a:gd name="connsiteX4" fmla="*/ 0 w 6957393"/>
                <a:gd name="connsiteY4" fmla="*/ 2288515 h 4714654"/>
                <a:gd name="connsiteX0" fmla="*/ 0 w 7005537"/>
                <a:gd name="connsiteY0" fmla="*/ 11501 h 2318591"/>
                <a:gd name="connsiteX1" fmla="*/ 6957393 w 7005537"/>
                <a:gd name="connsiteY1" fmla="*/ 1429483 h 2318591"/>
                <a:gd name="connsiteX2" fmla="*/ 2928731 w 7005537"/>
                <a:gd name="connsiteY2" fmla="*/ 2270997 h 2318591"/>
                <a:gd name="connsiteX3" fmla="*/ 0 w 7005537"/>
                <a:gd name="connsiteY3" fmla="*/ 11501 h 2318591"/>
                <a:gd name="connsiteX0" fmla="*/ 136556 w 7139207"/>
                <a:gd name="connsiteY0" fmla="*/ 30109 h 2927500"/>
                <a:gd name="connsiteX1" fmla="*/ 7093949 w 7139207"/>
                <a:gd name="connsiteY1" fmla="*/ 1448091 h 2927500"/>
                <a:gd name="connsiteX2" fmla="*/ 2826748 w 7139207"/>
                <a:gd name="connsiteY2" fmla="*/ 2899205 h 2927500"/>
                <a:gd name="connsiteX3" fmla="*/ 136556 w 7139207"/>
                <a:gd name="connsiteY3" fmla="*/ 30109 h 2927500"/>
                <a:gd name="connsiteX0" fmla="*/ 0 w 6957393"/>
                <a:gd name="connsiteY0" fmla="*/ 30109 h 1448091"/>
                <a:gd name="connsiteX1" fmla="*/ 6957393 w 6957393"/>
                <a:gd name="connsiteY1" fmla="*/ 1448091 h 1448091"/>
                <a:gd name="connsiteX2" fmla="*/ 0 w 6957393"/>
                <a:gd name="connsiteY2" fmla="*/ 30109 h 1448091"/>
                <a:gd name="connsiteX0" fmla="*/ 373484 w 7330877"/>
                <a:gd name="connsiteY0" fmla="*/ 2180888 h 4912723"/>
                <a:gd name="connsiteX1" fmla="*/ 7330877 w 7330877"/>
                <a:gd name="connsiteY1" fmla="*/ 3598870 h 4912723"/>
                <a:gd name="connsiteX2" fmla="*/ 373484 w 7330877"/>
                <a:gd name="connsiteY2" fmla="*/ 2180888 h 4912723"/>
                <a:gd name="connsiteX0" fmla="*/ 11731 w 7262273"/>
                <a:gd name="connsiteY0" fmla="*/ 24317 h 1442299"/>
                <a:gd name="connsiteX1" fmla="*/ 5352356 w 7262273"/>
                <a:gd name="connsiteY1" fmla="*/ 610727 h 1442299"/>
                <a:gd name="connsiteX2" fmla="*/ 6969124 w 7262273"/>
                <a:gd name="connsiteY2" fmla="*/ 1442299 h 1442299"/>
                <a:gd name="connsiteX3" fmla="*/ 11731 w 7262273"/>
                <a:gd name="connsiteY3" fmla="*/ 24317 h 1442299"/>
                <a:gd name="connsiteX0" fmla="*/ 12071 w 7262613"/>
                <a:gd name="connsiteY0" fmla="*/ 2117842 h 3535824"/>
                <a:gd name="connsiteX1" fmla="*/ 5352696 w 7262613"/>
                <a:gd name="connsiteY1" fmla="*/ 2704252 h 3535824"/>
                <a:gd name="connsiteX2" fmla="*/ 6969464 w 7262613"/>
                <a:gd name="connsiteY2" fmla="*/ 3535824 h 3535824"/>
                <a:gd name="connsiteX3" fmla="*/ 12071 w 7262613"/>
                <a:gd name="connsiteY3" fmla="*/ 2117842 h 3535824"/>
                <a:gd name="connsiteX0" fmla="*/ 53296 w 7303838"/>
                <a:gd name="connsiteY0" fmla="*/ 2343090 h 3761072"/>
                <a:gd name="connsiteX1" fmla="*/ 5393921 w 7303838"/>
                <a:gd name="connsiteY1" fmla="*/ 2929500 h 3761072"/>
                <a:gd name="connsiteX2" fmla="*/ 7010689 w 7303838"/>
                <a:gd name="connsiteY2" fmla="*/ 3761072 h 3761072"/>
                <a:gd name="connsiteX3" fmla="*/ 53296 w 7303838"/>
                <a:gd name="connsiteY3" fmla="*/ 2343090 h 3761072"/>
                <a:gd name="connsiteX0" fmla="*/ 55523 w 7306065"/>
                <a:gd name="connsiteY0" fmla="*/ 2235499 h 3653481"/>
                <a:gd name="connsiteX1" fmla="*/ 5396148 w 7306065"/>
                <a:gd name="connsiteY1" fmla="*/ 2821909 h 3653481"/>
                <a:gd name="connsiteX2" fmla="*/ 7012916 w 7306065"/>
                <a:gd name="connsiteY2" fmla="*/ 3653481 h 3653481"/>
                <a:gd name="connsiteX3" fmla="*/ 55523 w 7306065"/>
                <a:gd name="connsiteY3" fmla="*/ 2235499 h 3653481"/>
                <a:gd name="connsiteX0" fmla="*/ 58470 w 7061362"/>
                <a:gd name="connsiteY0" fmla="*/ 3156597 h 3526041"/>
                <a:gd name="connsiteX1" fmla="*/ 5151445 w 7061362"/>
                <a:gd name="connsiteY1" fmla="*/ 2428557 h 3526041"/>
                <a:gd name="connsiteX2" fmla="*/ 6768213 w 7061362"/>
                <a:gd name="connsiteY2" fmla="*/ 3260129 h 3526041"/>
                <a:gd name="connsiteX3" fmla="*/ 58470 w 7061362"/>
                <a:gd name="connsiteY3" fmla="*/ 3156597 h 3526041"/>
                <a:gd name="connsiteX0" fmla="*/ 283365 w 7286257"/>
                <a:gd name="connsiteY0" fmla="*/ 3593734 h 4736392"/>
                <a:gd name="connsiteX1" fmla="*/ 5376340 w 7286257"/>
                <a:gd name="connsiteY1" fmla="*/ 2865694 h 4736392"/>
                <a:gd name="connsiteX2" fmla="*/ 6993108 w 7286257"/>
                <a:gd name="connsiteY2" fmla="*/ 3697266 h 4736392"/>
                <a:gd name="connsiteX3" fmla="*/ 283365 w 7286257"/>
                <a:gd name="connsiteY3" fmla="*/ 3593734 h 4736392"/>
                <a:gd name="connsiteX0" fmla="*/ 283365 w 7286257"/>
                <a:gd name="connsiteY0" fmla="*/ 3593734 h 5187543"/>
                <a:gd name="connsiteX1" fmla="*/ 5376340 w 7286257"/>
                <a:gd name="connsiteY1" fmla="*/ 2865694 h 5187543"/>
                <a:gd name="connsiteX2" fmla="*/ 6993108 w 7286257"/>
                <a:gd name="connsiteY2" fmla="*/ 3697266 h 5187543"/>
                <a:gd name="connsiteX3" fmla="*/ 283365 w 7286257"/>
                <a:gd name="connsiteY3" fmla="*/ 3593734 h 5187543"/>
                <a:gd name="connsiteX0" fmla="*/ 283365 w 7062407"/>
                <a:gd name="connsiteY0" fmla="*/ 3593734 h 5187543"/>
                <a:gd name="connsiteX1" fmla="*/ 5376340 w 7062407"/>
                <a:gd name="connsiteY1" fmla="*/ 2865694 h 5187543"/>
                <a:gd name="connsiteX2" fmla="*/ 6993108 w 7062407"/>
                <a:gd name="connsiteY2" fmla="*/ 3697266 h 5187543"/>
                <a:gd name="connsiteX3" fmla="*/ 283365 w 7062407"/>
                <a:gd name="connsiteY3" fmla="*/ 3593734 h 5187543"/>
                <a:gd name="connsiteX0" fmla="*/ 283365 w 7033575"/>
                <a:gd name="connsiteY0" fmla="*/ 3593734 h 5187543"/>
                <a:gd name="connsiteX1" fmla="*/ 5376340 w 7033575"/>
                <a:gd name="connsiteY1" fmla="*/ 2865694 h 5187543"/>
                <a:gd name="connsiteX2" fmla="*/ 6993108 w 7033575"/>
                <a:gd name="connsiteY2" fmla="*/ 3697266 h 5187543"/>
                <a:gd name="connsiteX3" fmla="*/ 283365 w 7033575"/>
                <a:gd name="connsiteY3" fmla="*/ 3593734 h 5187543"/>
                <a:gd name="connsiteX0" fmla="*/ 272380 w 7022590"/>
                <a:gd name="connsiteY0" fmla="*/ 3560526 h 5154335"/>
                <a:gd name="connsiteX1" fmla="*/ 5365355 w 7022590"/>
                <a:gd name="connsiteY1" fmla="*/ 2832486 h 5154335"/>
                <a:gd name="connsiteX2" fmla="*/ 6982123 w 7022590"/>
                <a:gd name="connsiteY2" fmla="*/ 3664058 h 5154335"/>
                <a:gd name="connsiteX3" fmla="*/ 272380 w 7022590"/>
                <a:gd name="connsiteY3" fmla="*/ 3560526 h 5154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2590" h="5154335">
                  <a:moveTo>
                    <a:pt x="272380" y="3560526"/>
                  </a:moveTo>
                  <a:cubicBezTo>
                    <a:pt x="-1261836" y="821192"/>
                    <a:pt x="4130419" y="-2486881"/>
                    <a:pt x="5365355" y="2832486"/>
                  </a:cubicBezTo>
                  <a:cubicBezTo>
                    <a:pt x="5724820" y="3526016"/>
                    <a:pt x="7292721" y="3635069"/>
                    <a:pt x="6982123" y="3664058"/>
                  </a:cubicBezTo>
                  <a:cubicBezTo>
                    <a:pt x="6167942" y="4943997"/>
                    <a:pt x="1806596" y="6299860"/>
                    <a:pt x="272380" y="3560526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D3A3EE5-8DF1-763A-EFA8-2B0673303BF4}"/>
                </a:ext>
              </a:extLst>
            </p:cNvPr>
            <p:cNvSpPr/>
            <p:nvPr/>
          </p:nvSpPr>
          <p:spPr>
            <a:xfrm rot="682218">
              <a:off x="8704181" y="3631733"/>
              <a:ext cx="409499" cy="1345153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5F376C3-247A-517E-FAF3-161876356033}"/>
                </a:ext>
              </a:extLst>
            </p:cNvPr>
            <p:cNvSpPr/>
            <p:nvPr/>
          </p:nvSpPr>
          <p:spPr>
            <a:xfrm rot="6089627">
              <a:off x="9155882" y="4331475"/>
              <a:ext cx="409499" cy="1345153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Isosceles Triangle 8">
              <a:extLst>
                <a:ext uri="{FF2B5EF4-FFF2-40B4-BE49-F238E27FC236}">
                  <a16:creationId xmlns:a16="http://schemas.microsoft.com/office/drawing/2014/main" id="{994A3B69-903E-BCA4-600F-E620808B9511}"/>
                </a:ext>
              </a:extLst>
            </p:cNvPr>
            <p:cNvSpPr/>
            <p:nvPr/>
          </p:nvSpPr>
          <p:spPr>
            <a:xfrm rot="20893374">
              <a:off x="3276600" y="-111823"/>
              <a:ext cx="762000" cy="1885950"/>
            </a:xfrm>
            <a:custGeom>
              <a:avLst/>
              <a:gdLst>
                <a:gd name="connsiteX0" fmla="*/ 0 w 762000"/>
                <a:gd name="connsiteY0" fmla="*/ 1885950 h 1885950"/>
                <a:gd name="connsiteX1" fmla="*/ 381000 w 762000"/>
                <a:gd name="connsiteY1" fmla="*/ 0 h 1885950"/>
                <a:gd name="connsiteX2" fmla="*/ 762000 w 762000"/>
                <a:gd name="connsiteY2" fmla="*/ 1885950 h 1885950"/>
                <a:gd name="connsiteX3" fmla="*/ 0 w 762000"/>
                <a:gd name="connsiteY3" fmla="*/ 1885950 h 1885950"/>
                <a:gd name="connsiteX0" fmla="*/ 0 w 762000"/>
                <a:gd name="connsiteY0" fmla="*/ 1885950 h 1885950"/>
                <a:gd name="connsiteX1" fmla="*/ 381000 w 762000"/>
                <a:gd name="connsiteY1" fmla="*/ 0 h 1885950"/>
                <a:gd name="connsiteX2" fmla="*/ 762000 w 762000"/>
                <a:gd name="connsiteY2" fmla="*/ 1885950 h 1885950"/>
                <a:gd name="connsiteX3" fmla="*/ 0 w 762000"/>
                <a:gd name="connsiteY3" fmla="*/ 1885950 h 1885950"/>
                <a:gd name="connsiteX0" fmla="*/ 0 w 762000"/>
                <a:gd name="connsiteY0" fmla="*/ 1885950 h 1885950"/>
                <a:gd name="connsiteX1" fmla="*/ 381000 w 762000"/>
                <a:gd name="connsiteY1" fmla="*/ 0 h 1885950"/>
                <a:gd name="connsiteX2" fmla="*/ 762000 w 762000"/>
                <a:gd name="connsiteY2" fmla="*/ 1885950 h 1885950"/>
                <a:gd name="connsiteX3" fmla="*/ 0 w 762000"/>
                <a:gd name="connsiteY3" fmla="*/ 1885950 h 1885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1885950">
                  <a:moveTo>
                    <a:pt x="0" y="1885950"/>
                  </a:moveTo>
                  <a:cubicBezTo>
                    <a:pt x="127000" y="1257300"/>
                    <a:pt x="-13998" y="47361"/>
                    <a:pt x="381000" y="0"/>
                  </a:cubicBezTo>
                  <a:cubicBezTo>
                    <a:pt x="676704" y="99495"/>
                    <a:pt x="635000" y="1257300"/>
                    <a:pt x="762000" y="1885950"/>
                  </a:cubicBezTo>
                  <a:lnTo>
                    <a:pt x="0" y="188595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 5">
              <a:extLst>
                <a:ext uri="{FF2B5EF4-FFF2-40B4-BE49-F238E27FC236}">
                  <a16:creationId xmlns:a16="http://schemas.microsoft.com/office/drawing/2014/main" id="{D36CBA3F-DA8E-94D8-BA67-64DD3D0AB59B}"/>
                </a:ext>
              </a:extLst>
            </p:cNvPr>
            <p:cNvSpPr/>
            <p:nvPr/>
          </p:nvSpPr>
          <p:spPr>
            <a:xfrm rot="390099" flipH="1">
              <a:off x="5196468" y="3498249"/>
              <a:ext cx="1896384" cy="1398521"/>
            </a:xfrm>
            <a:custGeom>
              <a:avLst/>
              <a:gdLst>
                <a:gd name="connsiteX0" fmla="*/ 0 w 2641481"/>
                <a:gd name="connsiteY0" fmla="*/ 0 h 495300"/>
                <a:gd name="connsiteX1" fmla="*/ 2641481 w 2641481"/>
                <a:gd name="connsiteY1" fmla="*/ 0 h 495300"/>
                <a:gd name="connsiteX2" fmla="*/ 2641481 w 2641481"/>
                <a:gd name="connsiteY2" fmla="*/ 495300 h 495300"/>
                <a:gd name="connsiteX3" fmla="*/ 0 w 2641481"/>
                <a:gd name="connsiteY3" fmla="*/ 495300 h 495300"/>
                <a:gd name="connsiteX4" fmla="*/ 0 w 2641481"/>
                <a:gd name="connsiteY4" fmla="*/ 0 h 495300"/>
                <a:gd name="connsiteX0" fmla="*/ 0 w 2641481"/>
                <a:gd name="connsiteY0" fmla="*/ 742950 h 1238250"/>
                <a:gd name="connsiteX1" fmla="*/ 1879481 w 2641481"/>
                <a:gd name="connsiteY1" fmla="*/ 0 h 1238250"/>
                <a:gd name="connsiteX2" fmla="*/ 2641481 w 2641481"/>
                <a:gd name="connsiteY2" fmla="*/ 1238250 h 1238250"/>
                <a:gd name="connsiteX3" fmla="*/ 0 w 2641481"/>
                <a:gd name="connsiteY3" fmla="*/ 1238250 h 1238250"/>
                <a:gd name="connsiteX4" fmla="*/ 0 w 2641481"/>
                <a:gd name="connsiteY4" fmla="*/ 742950 h 1238250"/>
                <a:gd name="connsiteX0" fmla="*/ 0 w 2641481"/>
                <a:gd name="connsiteY0" fmla="*/ 742950 h 1238250"/>
                <a:gd name="connsiteX1" fmla="*/ 1879481 w 2641481"/>
                <a:gd name="connsiteY1" fmla="*/ 0 h 1238250"/>
                <a:gd name="connsiteX2" fmla="*/ 2641481 w 2641481"/>
                <a:gd name="connsiteY2" fmla="*/ 1238250 h 1238250"/>
                <a:gd name="connsiteX3" fmla="*/ 0 w 2641481"/>
                <a:gd name="connsiteY3" fmla="*/ 1238250 h 1238250"/>
                <a:gd name="connsiteX4" fmla="*/ 0 w 2641481"/>
                <a:gd name="connsiteY4" fmla="*/ 742950 h 1238250"/>
                <a:gd name="connsiteX0" fmla="*/ 0 w 2641481"/>
                <a:gd name="connsiteY0" fmla="*/ 914400 h 1409700"/>
                <a:gd name="connsiteX1" fmla="*/ 1631831 w 2641481"/>
                <a:gd name="connsiteY1" fmla="*/ 0 h 1409700"/>
                <a:gd name="connsiteX2" fmla="*/ 2641481 w 2641481"/>
                <a:gd name="connsiteY2" fmla="*/ 1409700 h 1409700"/>
                <a:gd name="connsiteX3" fmla="*/ 0 w 2641481"/>
                <a:gd name="connsiteY3" fmla="*/ 1409700 h 1409700"/>
                <a:gd name="connsiteX4" fmla="*/ 0 w 2641481"/>
                <a:gd name="connsiteY4" fmla="*/ 914400 h 1409700"/>
                <a:gd name="connsiteX0" fmla="*/ 0 w 2641481"/>
                <a:gd name="connsiteY0" fmla="*/ 914400 h 1409700"/>
                <a:gd name="connsiteX1" fmla="*/ 1631831 w 2641481"/>
                <a:gd name="connsiteY1" fmla="*/ 0 h 1409700"/>
                <a:gd name="connsiteX2" fmla="*/ 2641481 w 2641481"/>
                <a:gd name="connsiteY2" fmla="*/ 1409700 h 1409700"/>
                <a:gd name="connsiteX3" fmla="*/ 0 w 2641481"/>
                <a:gd name="connsiteY3" fmla="*/ 914400 h 1409700"/>
                <a:gd name="connsiteX0" fmla="*/ 0 w 2641481"/>
                <a:gd name="connsiteY0" fmla="*/ 914400 h 1435302"/>
                <a:gd name="connsiteX1" fmla="*/ 1631831 w 2641481"/>
                <a:gd name="connsiteY1" fmla="*/ 0 h 1435302"/>
                <a:gd name="connsiteX2" fmla="*/ 2641481 w 2641481"/>
                <a:gd name="connsiteY2" fmla="*/ 1409700 h 1435302"/>
                <a:gd name="connsiteX3" fmla="*/ 0 w 2641481"/>
                <a:gd name="connsiteY3" fmla="*/ 914400 h 1435302"/>
                <a:gd name="connsiteX0" fmla="*/ 0 w 2641481"/>
                <a:gd name="connsiteY0" fmla="*/ 914400 h 1468363"/>
                <a:gd name="connsiteX1" fmla="*/ 1631831 w 2641481"/>
                <a:gd name="connsiteY1" fmla="*/ 0 h 1468363"/>
                <a:gd name="connsiteX2" fmla="*/ 2641481 w 2641481"/>
                <a:gd name="connsiteY2" fmla="*/ 1409700 h 1468363"/>
                <a:gd name="connsiteX3" fmla="*/ 0 w 2641481"/>
                <a:gd name="connsiteY3" fmla="*/ 914400 h 1468363"/>
                <a:gd name="connsiteX0" fmla="*/ 0 w 2706892"/>
                <a:gd name="connsiteY0" fmla="*/ 983638 h 1482827"/>
                <a:gd name="connsiteX1" fmla="*/ 1697242 w 2706892"/>
                <a:gd name="connsiteY1" fmla="*/ 0 h 1482827"/>
                <a:gd name="connsiteX2" fmla="*/ 2706892 w 2706892"/>
                <a:gd name="connsiteY2" fmla="*/ 1409700 h 1482827"/>
                <a:gd name="connsiteX3" fmla="*/ 0 w 2706892"/>
                <a:gd name="connsiteY3" fmla="*/ 983638 h 1482827"/>
                <a:gd name="connsiteX0" fmla="*/ 0 w 2736782"/>
                <a:gd name="connsiteY0" fmla="*/ 983638 h 1458905"/>
                <a:gd name="connsiteX1" fmla="*/ 1697242 w 2736782"/>
                <a:gd name="connsiteY1" fmla="*/ 0 h 1458905"/>
                <a:gd name="connsiteX2" fmla="*/ 2706892 w 2736782"/>
                <a:gd name="connsiteY2" fmla="*/ 1409700 h 1458905"/>
                <a:gd name="connsiteX3" fmla="*/ 1889800 w 2736782"/>
                <a:gd name="connsiteY3" fmla="*/ 896828 h 1458905"/>
                <a:gd name="connsiteX4" fmla="*/ 0 w 2736782"/>
                <a:gd name="connsiteY4" fmla="*/ 983638 h 1458905"/>
                <a:gd name="connsiteX0" fmla="*/ 0 w 2736782"/>
                <a:gd name="connsiteY0" fmla="*/ 983638 h 1458905"/>
                <a:gd name="connsiteX1" fmla="*/ 1697242 w 2736782"/>
                <a:gd name="connsiteY1" fmla="*/ 0 h 1458905"/>
                <a:gd name="connsiteX2" fmla="*/ 2706892 w 2736782"/>
                <a:gd name="connsiteY2" fmla="*/ 1409700 h 1458905"/>
                <a:gd name="connsiteX3" fmla="*/ 1889800 w 2736782"/>
                <a:gd name="connsiteY3" fmla="*/ 896828 h 1458905"/>
                <a:gd name="connsiteX4" fmla="*/ 0 w 2736782"/>
                <a:gd name="connsiteY4" fmla="*/ 983638 h 1458905"/>
                <a:gd name="connsiteX0" fmla="*/ 6146 w 2742928"/>
                <a:gd name="connsiteY0" fmla="*/ 983638 h 1458905"/>
                <a:gd name="connsiteX1" fmla="*/ 1703388 w 2742928"/>
                <a:gd name="connsiteY1" fmla="*/ 0 h 1458905"/>
                <a:gd name="connsiteX2" fmla="*/ 2713038 w 2742928"/>
                <a:gd name="connsiteY2" fmla="*/ 1409700 h 1458905"/>
                <a:gd name="connsiteX3" fmla="*/ 1895946 w 2742928"/>
                <a:gd name="connsiteY3" fmla="*/ 896828 h 1458905"/>
                <a:gd name="connsiteX4" fmla="*/ 6146 w 2742928"/>
                <a:gd name="connsiteY4" fmla="*/ 983638 h 1458905"/>
                <a:gd name="connsiteX0" fmla="*/ 6584 w 2743366"/>
                <a:gd name="connsiteY0" fmla="*/ 983638 h 1458905"/>
                <a:gd name="connsiteX1" fmla="*/ 1703826 w 2743366"/>
                <a:gd name="connsiteY1" fmla="*/ 0 h 1458905"/>
                <a:gd name="connsiteX2" fmla="*/ 2713476 w 2743366"/>
                <a:gd name="connsiteY2" fmla="*/ 1409700 h 1458905"/>
                <a:gd name="connsiteX3" fmla="*/ 1896384 w 2743366"/>
                <a:gd name="connsiteY3" fmla="*/ 896828 h 1458905"/>
                <a:gd name="connsiteX4" fmla="*/ 6584 w 2743366"/>
                <a:gd name="connsiteY4" fmla="*/ 983638 h 1458905"/>
                <a:gd name="connsiteX0" fmla="*/ 6584 w 2743366"/>
                <a:gd name="connsiteY0" fmla="*/ 1100241 h 1575508"/>
                <a:gd name="connsiteX1" fmla="*/ 1634030 w 2743366"/>
                <a:gd name="connsiteY1" fmla="*/ 0 h 1575508"/>
                <a:gd name="connsiteX2" fmla="*/ 2713476 w 2743366"/>
                <a:gd name="connsiteY2" fmla="*/ 1526303 h 1575508"/>
                <a:gd name="connsiteX3" fmla="*/ 1896384 w 2743366"/>
                <a:gd name="connsiteY3" fmla="*/ 1013431 h 1575508"/>
                <a:gd name="connsiteX4" fmla="*/ 6584 w 2743366"/>
                <a:gd name="connsiteY4" fmla="*/ 1100241 h 1575508"/>
                <a:gd name="connsiteX0" fmla="*/ 6584 w 2743366"/>
                <a:gd name="connsiteY0" fmla="*/ 1100241 h 1575508"/>
                <a:gd name="connsiteX1" fmla="*/ 1634030 w 2743366"/>
                <a:gd name="connsiteY1" fmla="*/ 0 h 1575508"/>
                <a:gd name="connsiteX2" fmla="*/ 2713476 w 2743366"/>
                <a:gd name="connsiteY2" fmla="*/ 1526303 h 1575508"/>
                <a:gd name="connsiteX3" fmla="*/ 1896384 w 2743366"/>
                <a:gd name="connsiteY3" fmla="*/ 1013431 h 1575508"/>
                <a:gd name="connsiteX4" fmla="*/ 6584 w 2743366"/>
                <a:gd name="connsiteY4" fmla="*/ 1100241 h 1575508"/>
                <a:gd name="connsiteX0" fmla="*/ 6584 w 2743366"/>
                <a:gd name="connsiteY0" fmla="*/ 1100241 h 1575508"/>
                <a:gd name="connsiteX1" fmla="*/ 1634030 w 2743366"/>
                <a:gd name="connsiteY1" fmla="*/ 0 h 1575508"/>
                <a:gd name="connsiteX2" fmla="*/ 2713476 w 2743366"/>
                <a:gd name="connsiteY2" fmla="*/ 1526303 h 1575508"/>
                <a:gd name="connsiteX3" fmla="*/ 1896384 w 2743366"/>
                <a:gd name="connsiteY3" fmla="*/ 1013431 h 1575508"/>
                <a:gd name="connsiteX4" fmla="*/ 6584 w 2743366"/>
                <a:gd name="connsiteY4" fmla="*/ 1100241 h 1575508"/>
                <a:gd name="connsiteX0" fmla="*/ 6584 w 2743366"/>
                <a:gd name="connsiteY0" fmla="*/ 969025 h 1444292"/>
                <a:gd name="connsiteX1" fmla="*/ 1663814 w 2743366"/>
                <a:gd name="connsiteY1" fmla="*/ 0 h 1444292"/>
                <a:gd name="connsiteX2" fmla="*/ 2713476 w 2743366"/>
                <a:gd name="connsiteY2" fmla="*/ 1395087 h 1444292"/>
                <a:gd name="connsiteX3" fmla="*/ 1896384 w 2743366"/>
                <a:gd name="connsiteY3" fmla="*/ 882215 h 1444292"/>
                <a:gd name="connsiteX4" fmla="*/ 6584 w 2743366"/>
                <a:gd name="connsiteY4" fmla="*/ 969025 h 1444292"/>
                <a:gd name="connsiteX0" fmla="*/ 6584 w 1896384"/>
                <a:gd name="connsiteY0" fmla="*/ 969025 h 1398521"/>
                <a:gd name="connsiteX1" fmla="*/ 1663814 w 1896384"/>
                <a:gd name="connsiteY1" fmla="*/ 0 h 1398521"/>
                <a:gd name="connsiteX2" fmla="*/ 1896384 w 1896384"/>
                <a:gd name="connsiteY2" fmla="*/ 882215 h 1398521"/>
                <a:gd name="connsiteX3" fmla="*/ 6584 w 1896384"/>
                <a:gd name="connsiteY3" fmla="*/ 969025 h 1398521"/>
                <a:gd name="connsiteX0" fmla="*/ 1896384 w 2007543"/>
                <a:gd name="connsiteY0" fmla="*/ 882215 h 1398521"/>
                <a:gd name="connsiteX1" fmla="*/ 6584 w 2007543"/>
                <a:gd name="connsiteY1" fmla="*/ 969025 h 1398521"/>
                <a:gd name="connsiteX2" fmla="*/ 1663814 w 2007543"/>
                <a:gd name="connsiteY2" fmla="*/ 0 h 1398521"/>
                <a:gd name="connsiteX3" fmla="*/ 2007543 w 2007543"/>
                <a:gd name="connsiteY3" fmla="*/ 993374 h 1398521"/>
                <a:gd name="connsiteX0" fmla="*/ 1896384 w 1896384"/>
                <a:gd name="connsiteY0" fmla="*/ 882215 h 1398521"/>
                <a:gd name="connsiteX1" fmla="*/ 6584 w 1896384"/>
                <a:gd name="connsiteY1" fmla="*/ 969025 h 1398521"/>
                <a:gd name="connsiteX2" fmla="*/ 1663814 w 1896384"/>
                <a:gd name="connsiteY2" fmla="*/ 0 h 1398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96384" h="1398521">
                  <a:moveTo>
                    <a:pt x="1896384" y="882215"/>
                  </a:moveTo>
                  <a:cubicBezTo>
                    <a:pt x="1034938" y="1831760"/>
                    <a:pt x="-96629" y="1230898"/>
                    <a:pt x="6584" y="969025"/>
                  </a:cubicBezTo>
                  <a:cubicBezTo>
                    <a:pt x="883285" y="1044659"/>
                    <a:pt x="604145" y="179110"/>
                    <a:pt x="1663814" y="0"/>
                  </a:cubicBez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1451CC1-C6E5-EDB9-AFE9-8C910998257B}"/>
                </a:ext>
              </a:extLst>
            </p:cNvPr>
            <p:cNvSpPr/>
            <p:nvPr/>
          </p:nvSpPr>
          <p:spPr>
            <a:xfrm>
              <a:off x="2336859" y="3781696"/>
              <a:ext cx="520700" cy="381000"/>
            </a:xfrm>
            <a:prstGeom prst="ellipse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9D8D5EE-2748-4A00-6718-716693EBB3F6}"/>
                </a:ext>
              </a:extLst>
            </p:cNvPr>
            <p:cNvGrpSpPr/>
            <p:nvPr/>
          </p:nvGrpSpPr>
          <p:grpSpPr>
            <a:xfrm>
              <a:off x="4219268" y="1976389"/>
              <a:ext cx="1354887" cy="1885984"/>
              <a:chOff x="4219268" y="1976389"/>
              <a:chExt cx="1354887" cy="1885984"/>
            </a:xfrm>
            <a:grpFill/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7A68B1BF-9E7B-1596-07DD-95EE363598C1}"/>
                  </a:ext>
                </a:extLst>
              </p:cNvPr>
              <p:cNvSpPr/>
              <p:nvPr/>
            </p:nvSpPr>
            <p:spPr>
              <a:xfrm>
                <a:off x="4219268" y="2571750"/>
                <a:ext cx="1171881" cy="1290623"/>
              </a:xfrm>
              <a:prstGeom prst="ellipse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973FF3F7-0AB8-BF65-4D32-0312D176BA91}"/>
                  </a:ext>
                </a:extLst>
              </p:cNvPr>
              <p:cNvSpPr/>
              <p:nvPr/>
            </p:nvSpPr>
            <p:spPr>
              <a:xfrm rot="6933585">
                <a:off x="4951469" y="2268095"/>
                <a:ext cx="391384" cy="391384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C7F72D0B-9628-FAF2-CB6A-FDE38E477A16}"/>
                  </a:ext>
                </a:extLst>
              </p:cNvPr>
              <p:cNvSpPr/>
              <p:nvPr/>
            </p:nvSpPr>
            <p:spPr>
              <a:xfrm rot="6933585">
                <a:off x="5086168" y="2366569"/>
                <a:ext cx="391384" cy="391384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06F69428-80F4-F42F-1674-E29627500A05}"/>
                  </a:ext>
                </a:extLst>
              </p:cNvPr>
              <p:cNvSpPr/>
              <p:nvPr/>
            </p:nvSpPr>
            <p:spPr>
              <a:xfrm rot="7297294">
                <a:off x="5182771" y="2478234"/>
                <a:ext cx="391384" cy="391384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B805AD79-7196-EA4C-6C15-AE230058DE1D}"/>
                  </a:ext>
                </a:extLst>
              </p:cNvPr>
              <p:cNvSpPr/>
              <p:nvPr/>
            </p:nvSpPr>
            <p:spPr>
              <a:xfrm rot="2926111">
                <a:off x="4741474" y="2775647"/>
                <a:ext cx="486783" cy="342159"/>
              </a:xfrm>
              <a:prstGeom prst="ellipse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1E9A07B1-EF71-F335-19B6-05B6A1C90C42}"/>
                  </a:ext>
                </a:extLst>
              </p:cNvPr>
              <p:cNvSpPr/>
              <p:nvPr/>
            </p:nvSpPr>
            <p:spPr>
              <a:xfrm rot="18878363">
                <a:off x="4949704" y="3490659"/>
                <a:ext cx="203553" cy="142833"/>
              </a:xfrm>
              <a:prstGeom prst="ellipse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Arc 54">
                <a:extLst>
                  <a:ext uri="{FF2B5EF4-FFF2-40B4-BE49-F238E27FC236}">
                    <a16:creationId xmlns:a16="http://schemas.microsoft.com/office/drawing/2014/main" id="{4E45B60A-AA31-16D6-03A2-C338EEF70642}"/>
                  </a:ext>
                </a:extLst>
              </p:cNvPr>
              <p:cNvSpPr/>
              <p:nvPr/>
            </p:nvSpPr>
            <p:spPr>
              <a:xfrm rot="20685091">
                <a:off x="4991610" y="1976389"/>
                <a:ext cx="490998" cy="818137"/>
              </a:xfrm>
              <a:prstGeom prst="arc">
                <a:avLst/>
              </a:pr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0597064-FF80-B3EB-CC37-A4FE69A459D4}"/>
                </a:ext>
              </a:extLst>
            </p:cNvPr>
            <p:cNvGrpSpPr/>
            <p:nvPr/>
          </p:nvGrpSpPr>
          <p:grpSpPr>
            <a:xfrm flipH="1">
              <a:off x="2224134" y="1825238"/>
              <a:ext cx="1376065" cy="1885984"/>
              <a:chOff x="4219268" y="1976389"/>
              <a:chExt cx="1376065" cy="1885984"/>
            </a:xfrm>
            <a:grpFill/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A61C4C96-8C43-0937-B1C4-3C5170C67ED4}"/>
                  </a:ext>
                </a:extLst>
              </p:cNvPr>
              <p:cNvSpPr/>
              <p:nvPr/>
            </p:nvSpPr>
            <p:spPr>
              <a:xfrm>
                <a:off x="4219268" y="2571750"/>
                <a:ext cx="1171881" cy="1290623"/>
              </a:xfrm>
              <a:prstGeom prst="ellipse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Arc 42">
                <a:extLst>
                  <a:ext uri="{FF2B5EF4-FFF2-40B4-BE49-F238E27FC236}">
                    <a16:creationId xmlns:a16="http://schemas.microsoft.com/office/drawing/2014/main" id="{0016B551-E849-3F15-318D-A07DFF7149EE}"/>
                  </a:ext>
                </a:extLst>
              </p:cNvPr>
              <p:cNvSpPr/>
              <p:nvPr/>
            </p:nvSpPr>
            <p:spPr>
              <a:xfrm rot="6933585">
                <a:off x="4951469" y="2268095"/>
                <a:ext cx="391384" cy="391384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Arc 43">
                <a:extLst>
                  <a:ext uri="{FF2B5EF4-FFF2-40B4-BE49-F238E27FC236}">
                    <a16:creationId xmlns:a16="http://schemas.microsoft.com/office/drawing/2014/main" id="{A0D8612C-FAA2-86F6-A510-3D9079F817F6}"/>
                  </a:ext>
                </a:extLst>
              </p:cNvPr>
              <p:cNvSpPr/>
              <p:nvPr/>
            </p:nvSpPr>
            <p:spPr>
              <a:xfrm rot="6933585">
                <a:off x="5092941" y="2384757"/>
                <a:ext cx="391384" cy="391385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129F3154-7FAA-8BCD-1C36-8E60720F7398}"/>
                  </a:ext>
                </a:extLst>
              </p:cNvPr>
              <p:cNvSpPr/>
              <p:nvPr/>
            </p:nvSpPr>
            <p:spPr>
              <a:xfrm rot="7297294">
                <a:off x="5203949" y="2509452"/>
                <a:ext cx="391384" cy="391385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5EEF7D31-BE8F-DD73-E58D-8639FEDD7485}"/>
                  </a:ext>
                </a:extLst>
              </p:cNvPr>
              <p:cNvSpPr/>
              <p:nvPr/>
            </p:nvSpPr>
            <p:spPr>
              <a:xfrm rot="2926111">
                <a:off x="4741474" y="2775647"/>
                <a:ext cx="486783" cy="342159"/>
              </a:xfrm>
              <a:prstGeom prst="ellipse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C97077C-8F04-CA9E-C7E4-92F95D61AB83}"/>
                  </a:ext>
                </a:extLst>
              </p:cNvPr>
              <p:cNvSpPr/>
              <p:nvPr/>
            </p:nvSpPr>
            <p:spPr>
              <a:xfrm rot="18878363">
                <a:off x="4949704" y="3490659"/>
                <a:ext cx="203553" cy="142833"/>
              </a:xfrm>
              <a:prstGeom prst="ellipse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Arc 47">
                <a:extLst>
                  <a:ext uri="{FF2B5EF4-FFF2-40B4-BE49-F238E27FC236}">
                    <a16:creationId xmlns:a16="http://schemas.microsoft.com/office/drawing/2014/main" id="{AF0112F9-715D-F585-76B3-77039D8FF63C}"/>
                  </a:ext>
                </a:extLst>
              </p:cNvPr>
              <p:cNvSpPr/>
              <p:nvPr/>
            </p:nvSpPr>
            <p:spPr>
              <a:xfrm rot="20685091">
                <a:off x="4991610" y="1976389"/>
                <a:ext cx="490998" cy="818137"/>
              </a:xfrm>
              <a:prstGeom prst="arc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EC3892B-B5A4-C8E7-A64F-86B858E639DB}"/>
                </a:ext>
              </a:extLst>
            </p:cNvPr>
            <p:cNvSpPr/>
            <p:nvPr/>
          </p:nvSpPr>
          <p:spPr>
            <a:xfrm>
              <a:off x="4626461" y="3947657"/>
              <a:ext cx="520700" cy="381000"/>
            </a:xfrm>
            <a:prstGeom prst="ellipse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1208EE1-BDF8-94E9-CB6C-36D02D13D287}"/>
                </a:ext>
              </a:extLst>
            </p:cNvPr>
            <p:cNvSpPr/>
            <p:nvPr/>
          </p:nvSpPr>
          <p:spPr>
            <a:xfrm rot="15262294" flipV="1">
              <a:off x="8678869" y="4689583"/>
              <a:ext cx="293890" cy="332101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6BB09953-8C9B-59AD-E6B2-09966D7489B9}"/>
                </a:ext>
              </a:extLst>
            </p:cNvPr>
            <p:cNvSpPr/>
            <p:nvPr/>
          </p:nvSpPr>
          <p:spPr>
            <a:xfrm rot="8687405">
              <a:off x="3351001" y="3335051"/>
              <a:ext cx="914400" cy="914400"/>
            </a:xfrm>
            <a:prstGeom prst="arc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BF1ACDE-E52B-A440-F30B-478CCCC426D7}"/>
              </a:ext>
            </a:extLst>
          </p:cNvPr>
          <p:cNvGrpSpPr/>
          <p:nvPr/>
        </p:nvGrpSpPr>
        <p:grpSpPr>
          <a:xfrm>
            <a:off x="-2998476" y="1427376"/>
            <a:ext cx="7417530" cy="5305066"/>
            <a:chOff x="1016119" y="-111823"/>
            <a:chExt cx="9017089" cy="6449081"/>
          </a:xfrm>
        </p:grpSpPr>
        <p:sp>
          <p:nvSpPr>
            <p:cNvPr id="57" name="Rectangle 5">
              <a:extLst>
                <a:ext uri="{FF2B5EF4-FFF2-40B4-BE49-F238E27FC236}">
                  <a16:creationId xmlns:a16="http://schemas.microsoft.com/office/drawing/2014/main" id="{C1CB13B1-F4AF-AB2F-EE6F-0B70410B0C78}"/>
                </a:ext>
              </a:extLst>
            </p:cNvPr>
            <p:cNvSpPr/>
            <p:nvPr/>
          </p:nvSpPr>
          <p:spPr>
            <a:xfrm>
              <a:off x="1016119" y="3517156"/>
              <a:ext cx="2641481" cy="1468363"/>
            </a:xfrm>
            <a:custGeom>
              <a:avLst/>
              <a:gdLst>
                <a:gd name="connsiteX0" fmla="*/ 0 w 2641481"/>
                <a:gd name="connsiteY0" fmla="*/ 0 h 495300"/>
                <a:gd name="connsiteX1" fmla="*/ 2641481 w 2641481"/>
                <a:gd name="connsiteY1" fmla="*/ 0 h 495300"/>
                <a:gd name="connsiteX2" fmla="*/ 2641481 w 2641481"/>
                <a:gd name="connsiteY2" fmla="*/ 495300 h 495300"/>
                <a:gd name="connsiteX3" fmla="*/ 0 w 2641481"/>
                <a:gd name="connsiteY3" fmla="*/ 495300 h 495300"/>
                <a:gd name="connsiteX4" fmla="*/ 0 w 2641481"/>
                <a:gd name="connsiteY4" fmla="*/ 0 h 495300"/>
                <a:gd name="connsiteX0" fmla="*/ 0 w 2641481"/>
                <a:gd name="connsiteY0" fmla="*/ 742950 h 1238250"/>
                <a:gd name="connsiteX1" fmla="*/ 1879481 w 2641481"/>
                <a:gd name="connsiteY1" fmla="*/ 0 h 1238250"/>
                <a:gd name="connsiteX2" fmla="*/ 2641481 w 2641481"/>
                <a:gd name="connsiteY2" fmla="*/ 1238250 h 1238250"/>
                <a:gd name="connsiteX3" fmla="*/ 0 w 2641481"/>
                <a:gd name="connsiteY3" fmla="*/ 1238250 h 1238250"/>
                <a:gd name="connsiteX4" fmla="*/ 0 w 2641481"/>
                <a:gd name="connsiteY4" fmla="*/ 742950 h 1238250"/>
                <a:gd name="connsiteX0" fmla="*/ 0 w 2641481"/>
                <a:gd name="connsiteY0" fmla="*/ 742950 h 1238250"/>
                <a:gd name="connsiteX1" fmla="*/ 1879481 w 2641481"/>
                <a:gd name="connsiteY1" fmla="*/ 0 h 1238250"/>
                <a:gd name="connsiteX2" fmla="*/ 2641481 w 2641481"/>
                <a:gd name="connsiteY2" fmla="*/ 1238250 h 1238250"/>
                <a:gd name="connsiteX3" fmla="*/ 0 w 2641481"/>
                <a:gd name="connsiteY3" fmla="*/ 1238250 h 1238250"/>
                <a:gd name="connsiteX4" fmla="*/ 0 w 2641481"/>
                <a:gd name="connsiteY4" fmla="*/ 742950 h 1238250"/>
                <a:gd name="connsiteX0" fmla="*/ 0 w 2641481"/>
                <a:gd name="connsiteY0" fmla="*/ 914400 h 1409700"/>
                <a:gd name="connsiteX1" fmla="*/ 1631831 w 2641481"/>
                <a:gd name="connsiteY1" fmla="*/ 0 h 1409700"/>
                <a:gd name="connsiteX2" fmla="*/ 2641481 w 2641481"/>
                <a:gd name="connsiteY2" fmla="*/ 1409700 h 1409700"/>
                <a:gd name="connsiteX3" fmla="*/ 0 w 2641481"/>
                <a:gd name="connsiteY3" fmla="*/ 1409700 h 1409700"/>
                <a:gd name="connsiteX4" fmla="*/ 0 w 2641481"/>
                <a:gd name="connsiteY4" fmla="*/ 914400 h 1409700"/>
                <a:gd name="connsiteX0" fmla="*/ 0 w 2641481"/>
                <a:gd name="connsiteY0" fmla="*/ 914400 h 1409700"/>
                <a:gd name="connsiteX1" fmla="*/ 1631831 w 2641481"/>
                <a:gd name="connsiteY1" fmla="*/ 0 h 1409700"/>
                <a:gd name="connsiteX2" fmla="*/ 2641481 w 2641481"/>
                <a:gd name="connsiteY2" fmla="*/ 1409700 h 1409700"/>
                <a:gd name="connsiteX3" fmla="*/ 0 w 2641481"/>
                <a:gd name="connsiteY3" fmla="*/ 914400 h 1409700"/>
                <a:gd name="connsiteX0" fmla="*/ 0 w 2641481"/>
                <a:gd name="connsiteY0" fmla="*/ 914400 h 1435302"/>
                <a:gd name="connsiteX1" fmla="*/ 1631831 w 2641481"/>
                <a:gd name="connsiteY1" fmla="*/ 0 h 1435302"/>
                <a:gd name="connsiteX2" fmla="*/ 2641481 w 2641481"/>
                <a:gd name="connsiteY2" fmla="*/ 1409700 h 1435302"/>
                <a:gd name="connsiteX3" fmla="*/ 0 w 2641481"/>
                <a:gd name="connsiteY3" fmla="*/ 914400 h 1435302"/>
                <a:gd name="connsiteX0" fmla="*/ 0 w 2641481"/>
                <a:gd name="connsiteY0" fmla="*/ 914400 h 1468363"/>
                <a:gd name="connsiteX1" fmla="*/ 1631831 w 2641481"/>
                <a:gd name="connsiteY1" fmla="*/ 0 h 1468363"/>
                <a:gd name="connsiteX2" fmla="*/ 2641481 w 2641481"/>
                <a:gd name="connsiteY2" fmla="*/ 1409700 h 1468363"/>
                <a:gd name="connsiteX3" fmla="*/ 0 w 2641481"/>
                <a:gd name="connsiteY3" fmla="*/ 914400 h 146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481" h="1468363">
                  <a:moveTo>
                    <a:pt x="0" y="914400"/>
                  </a:moveTo>
                  <a:cubicBezTo>
                    <a:pt x="1159894" y="1028700"/>
                    <a:pt x="1005337" y="247650"/>
                    <a:pt x="1631831" y="0"/>
                  </a:cubicBezTo>
                  <a:lnTo>
                    <a:pt x="2641481" y="1409700"/>
                  </a:lnTo>
                  <a:cubicBezTo>
                    <a:pt x="198887" y="1549400"/>
                    <a:pt x="213744" y="1460500"/>
                    <a:pt x="0" y="914400"/>
                  </a:cubicBezTo>
                  <a:close/>
                </a:path>
              </a:pathLst>
            </a:custGeom>
            <a:solidFill>
              <a:srgbClr val="A08BA7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Oval 4">
              <a:extLst>
                <a:ext uri="{FF2B5EF4-FFF2-40B4-BE49-F238E27FC236}">
                  <a16:creationId xmlns:a16="http://schemas.microsoft.com/office/drawing/2014/main" id="{BF6A56B5-108D-191C-CB3D-F472BE59F7A1}"/>
                </a:ext>
              </a:extLst>
            </p:cNvPr>
            <p:cNvSpPr/>
            <p:nvPr/>
          </p:nvSpPr>
          <p:spPr>
            <a:xfrm>
              <a:off x="1896837" y="1182923"/>
              <a:ext cx="7022590" cy="5154335"/>
            </a:xfrm>
            <a:custGeom>
              <a:avLst/>
              <a:gdLst>
                <a:gd name="connsiteX0" fmla="*/ 0 w 5857461"/>
                <a:gd name="connsiteY0" fmla="*/ 2259496 h 4518992"/>
                <a:gd name="connsiteX1" fmla="*/ 2928731 w 5857461"/>
                <a:gd name="connsiteY1" fmla="*/ 0 h 4518992"/>
                <a:gd name="connsiteX2" fmla="*/ 5857462 w 5857461"/>
                <a:gd name="connsiteY2" fmla="*/ 2259496 h 4518992"/>
                <a:gd name="connsiteX3" fmla="*/ 2928731 w 5857461"/>
                <a:gd name="connsiteY3" fmla="*/ 4518992 h 4518992"/>
                <a:gd name="connsiteX4" fmla="*/ 0 w 5857461"/>
                <a:gd name="connsiteY4" fmla="*/ 2259496 h 4518992"/>
                <a:gd name="connsiteX0" fmla="*/ 0 w 6957393"/>
                <a:gd name="connsiteY0" fmla="*/ 2288515 h 4714654"/>
                <a:gd name="connsiteX1" fmla="*/ 2928731 w 6957393"/>
                <a:gd name="connsiteY1" fmla="*/ 29019 h 4714654"/>
                <a:gd name="connsiteX2" fmla="*/ 6957393 w 6957393"/>
                <a:gd name="connsiteY2" fmla="*/ 3706497 h 4714654"/>
                <a:gd name="connsiteX3" fmla="*/ 2928731 w 6957393"/>
                <a:gd name="connsiteY3" fmla="*/ 4548011 h 4714654"/>
                <a:gd name="connsiteX4" fmla="*/ 0 w 6957393"/>
                <a:gd name="connsiteY4" fmla="*/ 2288515 h 4714654"/>
                <a:gd name="connsiteX0" fmla="*/ 0 w 7005537"/>
                <a:gd name="connsiteY0" fmla="*/ 11501 h 2318591"/>
                <a:gd name="connsiteX1" fmla="*/ 6957393 w 7005537"/>
                <a:gd name="connsiteY1" fmla="*/ 1429483 h 2318591"/>
                <a:gd name="connsiteX2" fmla="*/ 2928731 w 7005537"/>
                <a:gd name="connsiteY2" fmla="*/ 2270997 h 2318591"/>
                <a:gd name="connsiteX3" fmla="*/ 0 w 7005537"/>
                <a:gd name="connsiteY3" fmla="*/ 11501 h 2318591"/>
                <a:gd name="connsiteX0" fmla="*/ 136556 w 7139207"/>
                <a:gd name="connsiteY0" fmla="*/ 30109 h 2927500"/>
                <a:gd name="connsiteX1" fmla="*/ 7093949 w 7139207"/>
                <a:gd name="connsiteY1" fmla="*/ 1448091 h 2927500"/>
                <a:gd name="connsiteX2" fmla="*/ 2826748 w 7139207"/>
                <a:gd name="connsiteY2" fmla="*/ 2899205 h 2927500"/>
                <a:gd name="connsiteX3" fmla="*/ 136556 w 7139207"/>
                <a:gd name="connsiteY3" fmla="*/ 30109 h 2927500"/>
                <a:gd name="connsiteX0" fmla="*/ 0 w 6957393"/>
                <a:gd name="connsiteY0" fmla="*/ 30109 h 1448091"/>
                <a:gd name="connsiteX1" fmla="*/ 6957393 w 6957393"/>
                <a:gd name="connsiteY1" fmla="*/ 1448091 h 1448091"/>
                <a:gd name="connsiteX2" fmla="*/ 0 w 6957393"/>
                <a:gd name="connsiteY2" fmla="*/ 30109 h 1448091"/>
                <a:gd name="connsiteX0" fmla="*/ 373484 w 7330877"/>
                <a:gd name="connsiteY0" fmla="*/ 2180888 h 4912723"/>
                <a:gd name="connsiteX1" fmla="*/ 7330877 w 7330877"/>
                <a:gd name="connsiteY1" fmla="*/ 3598870 h 4912723"/>
                <a:gd name="connsiteX2" fmla="*/ 373484 w 7330877"/>
                <a:gd name="connsiteY2" fmla="*/ 2180888 h 4912723"/>
                <a:gd name="connsiteX0" fmla="*/ 11731 w 7262273"/>
                <a:gd name="connsiteY0" fmla="*/ 24317 h 1442299"/>
                <a:gd name="connsiteX1" fmla="*/ 5352356 w 7262273"/>
                <a:gd name="connsiteY1" fmla="*/ 610727 h 1442299"/>
                <a:gd name="connsiteX2" fmla="*/ 6969124 w 7262273"/>
                <a:gd name="connsiteY2" fmla="*/ 1442299 h 1442299"/>
                <a:gd name="connsiteX3" fmla="*/ 11731 w 7262273"/>
                <a:gd name="connsiteY3" fmla="*/ 24317 h 1442299"/>
                <a:gd name="connsiteX0" fmla="*/ 12071 w 7262613"/>
                <a:gd name="connsiteY0" fmla="*/ 2117842 h 3535824"/>
                <a:gd name="connsiteX1" fmla="*/ 5352696 w 7262613"/>
                <a:gd name="connsiteY1" fmla="*/ 2704252 h 3535824"/>
                <a:gd name="connsiteX2" fmla="*/ 6969464 w 7262613"/>
                <a:gd name="connsiteY2" fmla="*/ 3535824 h 3535824"/>
                <a:gd name="connsiteX3" fmla="*/ 12071 w 7262613"/>
                <a:gd name="connsiteY3" fmla="*/ 2117842 h 3535824"/>
                <a:gd name="connsiteX0" fmla="*/ 53296 w 7303838"/>
                <a:gd name="connsiteY0" fmla="*/ 2343090 h 3761072"/>
                <a:gd name="connsiteX1" fmla="*/ 5393921 w 7303838"/>
                <a:gd name="connsiteY1" fmla="*/ 2929500 h 3761072"/>
                <a:gd name="connsiteX2" fmla="*/ 7010689 w 7303838"/>
                <a:gd name="connsiteY2" fmla="*/ 3761072 h 3761072"/>
                <a:gd name="connsiteX3" fmla="*/ 53296 w 7303838"/>
                <a:gd name="connsiteY3" fmla="*/ 2343090 h 3761072"/>
                <a:gd name="connsiteX0" fmla="*/ 55523 w 7306065"/>
                <a:gd name="connsiteY0" fmla="*/ 2235499 h 3653481"/>
                <a:gd name="connsiteX1" fmla="*/ 5396148 w 7306065"/>
                <a:gd name="connsiteY1" fmla="*/ 2821909 h 3653481"/>
                <a:gd name="connsiteX2" fmla="*/ 7012916 w 7306065"/>
                <a:gd name="connsiteY2" fmla="*/ 3653481 h 3653481"/>
                <a:gd name="connsiteX3" fmla="*/ 55523 w 7306065"/>
                <a:gd name="connsiteY3" fmla="*/ 2235499 h 3653481"/>
                <a:gd name="connsiteX0" fmla="*/ 58470 w 7061362"/>
                <a:gd name="connsiteY0" fmla="*/ 3156597 h 3526041"/>
                <a:gd name="connsiteX1" fmla="*/ 5151445 w 7061362"/>
                <a:gd name="connsiteY1" fmla="*/ 2428557 h 3526041"/>
                <a:gd name="connsiteX2" fmla="*/ 6768213 w 7061362"/>
                <a:gd name="connsiteY2" fmla="*/ 3260129 h 3526041"/>
                <a:gd name="connsiteX3" fmla="*/ 58470 w 7061362"/>
                <a:gd name="connsiteY3" fmla="*/ 3156597 h 3526041"/>
                <a:gd name="connsiteX0" fmla="*/ 283365 w 7286257"/>
                <a:gd name="connsiteY0" fmla="*/ 3593734 h 4736392"/>
                <a:gd name="connsiteX1" fmla="*/ 5376340 w 7286257"/>
                <a:gd name="connsiteY1" fmla="*/ 2865694 h 4736392"/>
                <a:gd name="connsiteX2" fmla="*/ 6993108 w 7286257"/>
                <a:gd name="connsiteY2" fmla="*/ 3697266 h 4736392"/>
                <a:gd name="connsiteX3" fmla="*/ 283365 w 7286257"/>
                <a:gd name="connsiteY3" fmla="*/ 3593734 h 4736392"/>
                <a:gd name="connsiteX0" fmla="*/ 283365 w 7286257"/>
                <a:gd name="connsiteY0" fmla="*/ 3593734 h 5187543"/>
                <a:gd name="connsiteX1" fmla="*/ 5376340 w 7286257"/>
                <a:gd name="connsiteY1" fmla="*/ 2865694 h 5187543"/>
                <a:gd name="connsiteX2" fmla="*/ 6993108 w 7286257"/>
                <a:gd name="connsiteY2" fmla="*/ 3697266 h 5187543"/>
                <a:gd name="connsiteX3" fmla="*/ 283365 w 7286257"/>
                <a:gd name="connsiteY3" fmla="*/ 3593734 h 5187543"/>
                <a:gd name="connsiteX0" fmla="*/ 283365 w 7062407"/>
                <a:gd name="connsiteY0" fmla="*/ 3593734 h 5187543"/>
                <a:gd name="connsiteX1" fmla="*/ 5376340 w 7062407"/>
                <a:gd name="connsiteY1" fmla="*/ 2865694 h 5187543"/>
                <a:gd name="connsiteX2" fmla="*/ 6993108 w 7062407"/>
                <a:gd name="connsiteY2" fmla="*/ 3697266 h 5187543"/>
                <a:gd name="connsiteX3" fmla="*/ 283365 w 7062407"/>
                <a:gd name="connsiteY3" fmla="*/ 3593734 h 5187543"/>
                <a:gd name="connsiteX0" fmla="*/ 283365 w 7033575"/>
                <a:gd name="connsiteY0" fmla="*/ 3593734 h 5187543"/>
                <a:gd name="connsiteX1" fmla="*/ 5376340 w 7033575"/>
                <a:gd name="connsiteY1" fmla="*/ 2865694 h 5187543"/>
                <a:gd name="connsiteX2" fmla="*/ 6993108 w 7033575"/>
                <a:gd name="connsiteY2" fmla="*/ 3697266 h 5187543"/>
                <a:gd name="connsiteX3" fmla="*/ 283365 w 7033575"/>
                <a:gd name="connsiteY3" fmla="*/ 3593734 h 5187543"/>
                <a:gd name="connsiteX0" fmla="*/ 272380 w 7022590"/>
                <a:gd name="connsiteY0" fmla="*/ 3560526 h 5154335"/>
                <a:gd name="connsiteX1" fmla="*/ 5365355 w 7022590"/>
                <a:gd name="connsiteY1" fmla="*/ 2832486 h 5154335"/>
                <a:gd name="connsiteX2" fmla="*/ 6982123 w 7022590"/>
                <a:gd name="connsiteY2" fmla="*/ 3664058 h 5154335"/>
                <a:gd name="connsiteX3" fmla="*/ 272380 w 7022590"/>
                <a:gd name="connsiteY3" fmla="*/ 3560526 h 5154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2590" h="5154335">
                  <a:moveTo>
                    <a:pt x="272380" y="3560526"/>
                  </a:moveTo>
                  <a:cubicBezTo>
                    <a:pt x="-1261836" y="821192"/>
                    <a:pt x="4130419" y="-2486881"/>
                    <a:pt x="5365355" y="2832486"/>
                  </a:cubicBezTo>
                  <a:cubicBezTo>
                    <a:pt x="5724820" y="3526016"/>
                    <a:pt x="7292721" y="3635069"/>
                    <a:pt x="6982123" y="3664058"/>
                  </a:cubicBezTo>
                  <a:cubicBezTo>
                    <a:pt x="6167942" y="4943997"/>
                    <a:pt x="1806596" y="6299860"/>
                    <a:pt x="272380" y="3560526"/>
                  </a:cubicBezTo>
                  <a:close/>
                </a:path>
              </a:pathLst>
            </a:custGeom>
            <a:solidFill>
              <a:srgbClr val="A08BA7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4B4F3261-32F0-8D25-2BA1-63BDEB42C97A}"/>
                </a:ext>
              </a:extLst>
            </p:cNvPr>
            <p:cNvSpPr/>
            <p:nvPr/>
          </p:nvSpPr>
          <p:spPr>
            <a:xfrm rot="682218">
              <a:off x="8704181" y="3631733"/>
              <a:ext cx="409499" cy="1345153"/>
            </a:xfrm>
            <a:prstGeom prst="ellipse">
              <a:avLst/>
            </a:prstGeom>
            <a:solidFill>
              <a:srgbClr val="A08BA7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232A875-9330-E583-3BC3-9F4D8FD0D74F}"/>
                </a:ext>
              </a:extLst>
            </p:cNvPr>
            <p:cNvSpPr/>
            <p:nvPr/>
          </p:nvSpPr>
          <p:spPr>
            <a:xfrm rot="6089627">
              <a:off x="9155882" y="4331475"/>
              <a:ext cx="409499" cy="1345153"/>
            </a:xfrm>
            <a:prstGeom prst="ellipse">
              <a:avLst/>
            </a:prstGeom>
            <a:solidFill>
              <a:srgbClr val="A08BA7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Isosceles Triangle 8">
              <a:extLst>
                <a:ext uri="{FF2B5EF4-FFF2-40B4-BE49-F238E27FC236}">
                  <a16:creationId xmlns:a16="http://schemas.microsoft.com/office/drawing/2014/main" id="{80046CF9-1FC3-C153-E006-18525C71AE90}"/>
                </a:ext>
              </a:extLst>
            </p:cNvPr>
            <p:cNvSpPr/>
            <p:nvPr/>
          </p:nvSpPr>
          <p:spPr>
            <a:xfrm rot="20893374">
              <a:off x="3276600" y="-111823"/>
              <a:ext cx="762000" cy="1885950"/>
            </a:xfrm>
            <a:custGeom>
              <a:avLst/>
              <a:gdLst>
                <a:gd name="connsiteX0" fmla="*/ 0 w 762000"/>
                <a:gd name="connsiteY0" fmla="*/ 1885950 h 1885950"/>
                <a:gd name="connsiteX1" fmla="*/ 381000 w 762000"/>
                <a:gd name="connsiteY1" fmla="*/ 0 h 1885950"/>
                <a:gd name="connsiteX2" fmla="*/ 762000 w 762000"/>
                <a:gd name="connsiteY2" fmla="*/ 1885950 h 1885950"/>
                <a:gd name="connsiteX3" fmla="*/ 0 w 762000"/>
                <a:gd name="connsiteY3" fmla="*/ 1885950 h 1885950"/>
                <a:gd name="connsiteX0" fmla="*/ 0 w 762000"/>
                <a:gd name="connsiteY0" fmla="*/ 1885950 h 1885950"/>
                <a:gd name="connsiteX1" fmla="*/ 381000 w 762000"/>
                <a:gd name="connsiteY1" fmla="*/ 0 h 1885950"/>
                <a:gd name="connsiteX2" fmla="*/ 762000 w 762000"/>
                <a:gd name="connsiteY2" fmla="*/ 1885950 h 1885950"/>
                <a:gd name="connsiteX3" fmla="*/ 0 w 762000"/>
                <a:gd name="connsiteY3" fmla="*/ 1885950 h 1885950"/>
                <a:gd name="connsiteX0" fmla="*/ 0 w 762000"/>
                <a:gd name="connsiteY0" fmla="*/ 1885950 h 1885950"/>
                <a:gd name="connsiteX1" fmla="*/ 381000 w 762000"/>
                <a:gd name="connsiteY1" fmla="*/ 0 h 1885950"/>
                <a:gd name="connsiteX2" fmla="*/ 762000 w 762000"/>
                <a:gd name="connsiteY2" fmla="*/ 1885950 h 1885950"/>
                <a:gd name="connsiteX3" fmla="*/ 0 w 762000"/>
                <a:gd name="connsiteY3" fmla="*/ 1885950 h 1885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1885950">
                  <a:moveTo>
                    <a:pt x="0" y="1885950"/>
                  </a:moveTo>
                  <a:cubicBezTo>
                    <a:pt x="127000" y="1257300"/>
                    <a:pt x="-13998" y="47361"/>
                    <a:pt x="381000" y="0"/>
                  </a:cubicBezTo>
                  <a:cubicBezTo>
                    <a:pt x="676704" y="99495"/>
                    <a:pt x="635000" y="1257300"/>
                    <a:pt x="762000" y="1885950"/>
                  </a:cubicBezTo>
                  <a:lnTo>
                    <a:pt x="0" y="1885950"/>
                  </a:lnTo>
                  <a:close/>
                </a:path>
              </a:pathLst>
            </a:custGeom>
            <a:solidFill>
              <a:srgbClr val="C8BCCC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ctangle 5">
              <a:extLst>
                <a:ext uri="{FF2B5EF4-FFF2-40B4-BE49-F238E27FC236}">
                  <a16:creationId xmlns:a16="http://schemas.microsoft.com/office/drawing/2014/main" id="{098C0639-1E02-5593-D77F-A0B1A263F4F8}"/>
                </a:ext>
              </a:extLst>
            </p:cNvPr>
            <p:cNvSpPr/>
            <p:nvPr/>
          </p:nvSpPr>
          <p:spPr>
            <a:xfrm rot="390099" flipH="1">
              <a:off x="5196468" y="3498249"/>
              <a:ext cx="1896384" cy="1398521"/>
            </a:xfrm>
            <a:custGeom>
              <a:avLst/>
              <a:gdLst>
                <a:gd name="connsiteX0" fmla="*/ 0 w 2641481"/>
                <a:gd name="connsiteY0" fmla="*/ 0 h 495300"/>
                <a:gd name="connsiteX1" fmla="*/ 2641481 w 2641481"/>
                <a:gd name="connsiteY1" fmla="*/ 0 h 495300"/>
                <a:gd name="connsiteX2" fmla="*/ 2641481 w 2641481"/>
                <a:gd name="connsiteY2" fmla="*/ 495300 h 495300"/>
                <a:gd name="connsiteX3" fmla="*/ 0 w 2641481"/>
                <a:gd name="connsiteY3" fmla="*/ 495300 h 495300"/>
                <a:gd name="connsiteX4" fmla="*/ 0 w 2641481"/>
                <a:gd name="connsiteY4" fmla="*/ 0 h 495300"/>
                <a:gd name="connsiteX0" fmla="*/ 0 w 2641481"/>
                <a:gd name="connsiteY0" fmla="*/ 742950 h 1238250"/>
                <a:gd name="connsiteX1" fmla="*/ 1879481 w 2641481"/>
                <a:gd name="connsiteY1" fmla="*/ 0 h 1238250"/>
                <a:gd name="connsiteX2" fmla="*/ 2641481 w 2641481"/>
                <a:gd name="connsiteY2" fmla="*/ 1238250 h 1238250"/>
                <a:gd name="connsiteX3" fmla="*/ 0 w 2641481"/>
                <a:gd name="connsiteY3" fmla="*/ 1238250 h 1238250"/>
                <a:gd name="connsiteX4" fmla="*/ 0 w 2641481"/>
                <a:gd name="connsiteY4" fmla="*/ 742950 h 1238250"/>
                <a:gd name="connsiteX0" fmla="*/ 0 w 2641481"/>
                <a:gd name="connsiteY0" fmla="*/ 742950 h 1238250"/>
                <a:gd name="connsiteX1" fmla="*/ 1879481 w 2641481"/>
                <a:gd name="connsiteY1" fmla="*/ 0 h 1238250"/>
                <a:gd name="connsiteX2" fmla="*/ 2641481 w 2641481"/>
                <a:gd name="connsiteY2" fmla="*/ 1238250 h 1238250"/>
                <a:gd name="connsiteX3" fmla="*/ 0 w 2641481"/>
                <a:gd name="connsiteY3" fmla="*/ 1238250 h 1238250"/>
                <a:gd name="connsiteX4" fmla="*/ 0 w 2641481"/>
                <a:gd name="connsiteY4" fmla="*/ 742950 h 1238250"/>
                <a:gd name="connsiteX0" fmla="*/ 0 w 2641481"/>
                <a:gd name="connsiteY0" fmla="*/ 914400 h 1409700"/>
                <a:gd name="connsiteX1" fmla="*/ 1631831 w 2641481"/>
                <a:gd name="connsiteY1" fmla="*/ 0 h 1409700"/>
                <a:gd name="connsiteX2" fmla="*/ 2641481 w 2641481"/>
                <a:gd name="connsiteY2" fmla="*/ 1409700 h 1409700"/>
                <a:gd name="connsiteX3" fmla="*/ 0 w 2641481"/>
                <a:gd name="connsiteY3" fmla="*/ 1409700 h 1409700"/>
                <a:gd name="connsiteX4" fmla="*/ 0 w 2641481"/>
                <a:gd name="connsiteY4" fmla="*/ 914400 h 1409700"/>
                <a:gd name="connsiteX0" fmla="*/ 0 w 2641481"/>
                <a:gd name="connsiteY0" fmla="*/ 914400 h 1409700"/>
                <a:gd name="connsiteX1" fmla="*/ 1631831 w 2641481"/>
                <a:gd name="connsiteY1" fmla="*/ 0 h 1409700"/>
                <a:gd name="connsiteX2" fmla="*/ 2641481 w 2641481"/>
                <a:gd name="connsiteY2" fmla="*/ 1409700 h 1409700"/>
                <a:gd name="connsiteX3" fmla="*/ 0 w 2641481"/>
                <a:gd name="connsiteY3" fmla="*/ 914400 h 1409700"/>
                <a:gd name="connsiteX0" fmla="*/ 0 w 2641481"/>
                <a:gd name="connsiteY0" fmla="*/ 914400 h 1435302"/>
                <a:gd name="connsiteX1" fmla="*/ 1631831 w 2641481"/>
                <a:gd name="connsiteY1" fmla="*/ 0 h 1435302"/>
                <a:gd name="connsiteX2" fmla="*/ 2641481 w 2641481"/>
                <a:gd name="connsiteY2" fmla="*/ 1409700 h 1435302"/>
                <a:gd name="connsiteX3" fmla="*/ 0 w 2641481"/>
                <a:gd name="connsiteY3" fmla="*/ 914400 h 1435302"/>
                <a:gd name="connsiteX0" fmla="*/ 0 w 2641481"/>
                <a:gd name="connsiteY0" fmla="*/ 914400 h 1468363"/>
                <a:gd name="connsiteX1" fmla="*/ 1631831 w 2641481"/>
                <a:gd name="connsiteY1" fmla="*/ 0 h 1468363"/>
                <a:gd name="connsiteX2" fmla="*/ 2641481 w 2641481"/>
                <a:gd name="connsiteY2" fmla="*/ 1409700 h 1468363"/>
                <a:gd name="connsiteX3" fmla="*/ 0 w 2641481"/>
                <a:gd name="connsiteY3" fmla="*/ 914400 h 1468363"/>
                <a:gd name="connsiteX0" fmla="*/ 0 w 2706892"/>
                <a:gd name="connsiteY0" fmla="*/ 983638 h 1482827"/>
                <a:gd name="connsiteX1" fmla="*/ 1697242 w 2706892"/>
                <a:gd name="connsiteY1" fmla="*/ 0 h 1482827"/>
                <a:gd name="connsiteX2" fmla="*/ 2706892 w 2706892"/>
                <a:gd name="connsiteY2" fmla="*/ 1409700 h 1482827"/>
                <a:gd name="connsiteX3" fmla="*/ 0 w 2706892"/>
                <a:gd name="connsiteY3" fmla="*/ 983638 h 1482827"/>
                <a:gd name="connsiteX0" fmla="*/ 0 w 2736782"/>
                <a:gd name="connsiteY0" fmla="*/ 983638 h 1458905"/>
                <a:gd name="connsiteX1" fmla="*/ 1697242 w 2736782"/>
                <a:gd name="connsiteY1" fmla="*/ 0 h 1458905"/>
                <a:gd name="connsiteX2" fmla="*/ 2706892 w 2736782"/>
                <a:gd name="connsiteY2" fmla="*/ 1409700 h 1458905"/>
                <a:gd name="connsiteX3" fmla="*/ 1889800 w 2736782"/>
                <a:gd name="connsiteY3" fmla="*/ 896828 h 1458905"/>
                <a:gd name="connsiteX4" fmla="*/ 0 w 2736782"/>
                <a:gd name="connsiteY4" fmla="*/ 983638 h 1458905"/>
                <a:gd name="connsiteX0" fmla="*/ 0 w 2736782"/>
                <a:gd name="connsiteY0" fmla="*/ 983638 h 1458905"/>
                <a:gd name="connsiteX1" fmla="*/ 1697242 w 2736782"/>
                <a:gd name="connsiteY1" fmla="*/ 0 h 1458905"/>
                <a:gd name="connsiteX2" fmla="*/ 2706892 w 2736782"/>
                <a:gd name="connsiteY2" fmla="*/ 1409700 h 1458905"/>
                <a:gd name="connsiteX3" fmla="*/ 1889800 w 2736782"/>
                <a:gd name="connsiteY3" fmla="*/ 896828 h 1458905"/>
                <a:gd name="connsiteX4" fmla="*/ 0 w 2736782"/>
                <a:gd name="connsiteY4" fmla="*/ 983638 h 1458905"/>
                <a:gd name="connsiteX0" fmla="*/ 6146 w 2742928"/>
                <a:gd name="connsiteY0" fmla="*/ 983638 h 1458905"/>
                <a:gd name="connsiteX1" fmla="*/ 1703388 w 2742928"/>
                <a:gd name="connsiteY1" fmla="*/ 0 h 1458905"/>
                <a:gd name="connsiteX2" fmla="*/ 2713038 w 2742928"/>
                <a:gd name="connsiteY2" fmla="*/ 1409700 h 1458905"/>
                <a:gd name="connsiteX3" fmla="*/ 1895946 w 2742928"/>
                <a:gd name="connsiteY3" fmla="*/ 896828 h 1458905"/>
                <a:gd name="connsiteX4" fmla="*/ 6146 w 2742928"/>
                <a:gd name="connsiteY4" fmla="*/ 983638 h 1458905"/>
                <a:gd name="connsiteX0" fmla="*/ 6584 w 2743366"/>
                <a:gd name="connsiteY0" fmla="*/ 983638 h 1458905"/>
                <a:gd name="connsiteX1" fmla="*/ 1703826 w 2743366"/>
                <a:gd name="connsiteY1" fmla="*/ 0 h 1458905"/>
                <a:gd name="connsiteX2" fmla="*/ 2713476 w 2743366"/>
                <a:gd name="connsiteY2" fmla="*/ 1409700 h 1458905"/>
                <a:gd name="connsiteX3" fmla="*/ 1896384 w 2743366"/>
                <a:gd name="connsiteY3" fmla="*/ 896828 h 1458905"/>
                <a:gd name="connsiteX4" fmla="*/ 6584 w 2743366"/>
                <a:gd name="connsiteY4" fmla="*/ 983638 h 1458905"/>
                <a:gd name="connsiteX0" fmla="*/ 6584 w 2743366"/>
                <a:gd name="connsiteY0" fmla="*/ 1100241 h 1575508"/>
                <a:gd name="connsiteX1" fmla="*/ 1634030 w 2743366"/>
                <a:gd name="connsiteY1" fmla="*/ 0 h 1575508"/>
                <a:gd name="connsiteX2" fmla="*/ 2713476 w 2743366"/>
                <a:gd name="connsiteY2" fmla="*/ 1526303 h 1575508"/>
                <a:gd name="connsiteX3" fmla="*/ 1896384 w 2743366"/>
                <a:gd name="connsiteY3" fmla="*/ 1013431 h 1575508"/>
                <a:gd name="connsiteX4" fmla="*/ 6584 w 2743366"/>
                <a:gd name="connsiteY4" fmla="*/ 1100241 h 1575508"/>
                <a:gd name="connsiteX0" fmla="*/ 6584 w 2743366"/>
                <a:gd name="connsiteY0" fmla="*/ 1100241 h 1575508"/>
                <a:gd name="connsiteX1" fmla="*/ 1634030 w 2743366"/>
                <a:gd name="connsiteY1" fmla="*/ 0 h 1575508"/>
                <a:gd name="connsiteX2" fmla="*/ 2713476 w 2743366"/>
                <a:gd name="connsiteY2" fmla="*/ 1526303 h 1575508"/>
                <a:gd name="connsiteX3" fmla="*/ 1896384 w 2743366"/>
                <a:gd name="connsiteY3" fmla="*/ 1013431 h 1575508"/>
                <a:gd name="connsiteX4" fmla="*/ 6584 w 2743366"/>
                <a:gd name="connsiteY4" fmla="*/ 1100241 h 1575508"/>
                <a:gd name="connsiteX0" fmla="*/ 6584 w 2743366"/>
                <a:gd name="connsiteY0" fmla="*/ 1100241 h 1575508"/>
                <a:gd name="connsiteX1" fmla="*/ 1634030 w 2743366"/>
                <a:gd name="connsiteY1" fmla="*/ 0 h 1575508"/>
                <a:gd name="connsiteX2" fmla="*/ 2713476 w 2743366"/>
                <a:gd name="connsiteY2" fmla="*/ 1526303 h 1575508"/>
                <a:gd name="connsiteX3" fmla="*/ 1896384 w 2743366"/>
                <a:gd name="connsiteY3" fmla="*/ 1013431 h 1575508"/>
                <a:gd name="connsiteX4" fmla="*/ 6584 w 2743366"/>
                <a:gd name="connsiteY4" fmla="*/ 1100241 h 1575508"/>
                <a:gd name="connsiteX0" fmla="*/ 6584 w 2743366"/>
                <a:gd name="connsiteY0" fmla="*/ 969025 h 1444292"/>
                <a:gd name="connsiteX1" fmla="*/ 1663814 w 2743366"/>
                <a:gd name="connsiteY1" fmla="*/ 0 h 1444292"/>
                <a:gd name="connsiteX2" fmla="*/ 2713476 w 2743366"/>
                <a:gd name="connsiteY2" fmla="*/ 1395087 h 1444292"/>
                <a:gd name="connsiteX3" fmla="*/ 1896384 w 2743366"/>
                <a:gd name="connsiteY3" fmla="*/ 882215 h 1444292"/>
                <a:gd name="connsiteX4" fmla="*/ 6584 w 2743366"/>
                <a:gd name="connsiteY4" fmla="*/ 969025 h 1444292"/>
                <a:gd name="connsiteX0" fmla="*/ 6584 w 1896384"/>
                <a:gd name="connsiteY0" fmla="*/ 969025 h 1398521"/>
                <a:gd name="connsiteX1" fmla="*/ 1663814 w 1896384"/>
                <a:gd name="connsiteY1" fmla="*/ 0 h 1398521"/>
                <a:gd name="connsiteX2" fmla="*/ 1896384 w 1896384"/>
                <a:gd name="connsiteY2" fmla="*/ 882215 h 1398521"/>
                <a:gd name="connsiteX3" fmla="*/ 6584 w 1896384"/>
                <a:gd name="connsiteY3" fmla="*/ 969025 h 1398521"/>
                <a:gd name="connsiteX0" fmla="*/ 1896384 w 2007543"/>
                <a:gd name="connsiteY0" fmla="*/ 882215 h 1398521"/>
                <a:gd name="connsiteX1" fmla="*/ 6584 w 2007543"/>
                <a:gd name="connsiteY1" fmla="*/ 969025 h 1398521"/>
                <a:gd name="connsiteX2" fmla="*/ 1663814 w 2007543"/>
                <a:gd name="connsiteY2" fmla="*/ 0 h 1398521"/>
                <a:gd name="connsiteX3" fmla="*/ 2007543 w 2007543"/>
                <a:gd name="connsiteY3" fmla="*/ 993374 h 1398521"/>
                <a:gd name="connsiteX0" fmla="*/ 1896384 w 1896384"/>
                <a:gd name="connsiteY0" fmla="*/ 882215 h 1398521"/>
                <a:gd name="connsiteX1" fmla="*/ 6584 w 1896384"/>
                <a:gd name="connsiteY1" fmla="*/ 969025 h 1398521"/>
                <a:gd name="connsiteX2" fmla="*/ 1663814 w 1896384"/>
                <a:gd name="connsiteY2" fmla="*/ 0 h 1398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96384" h="1398521">
                  <a:moveTo>
                    <a:pt x="1896384" y="882215"/>
                  </a:moveTo>
                  <a:cubicBezTo>
                    <a:pt x="1034938" y="1831760"/>
                    <a:pt x="-96629" y="1230898"/>
                    <a:pt x="6584" y="969025"/>
                  </a:cubicBezTo>
                  <a:cubicBezTo>
                    <a:pt x="883285" y="1044659"/>
                    <a:pt x="604145" y="179110"/>
                    <a:pt x="1663814" y="0"/>
                  </a:cubicBezTo>
                </a:path>
              </a:pathLst>
            </a:custGeom>
            <a:noFill/>
            <a:ln w="38100" cap="flat" cmpd="sng" algn="ctr">
              <a:solidFill>
                <a:srgbClr val="856C8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FDED410-91E7-084E-E25A-82A0A9A7B0BA}"/>
                </a:ext>
              </a:extLst>
            </p:cNvPr>
            <p:cNvSpPr/>
            <p:nvPr/>
          </p:nvSpPr>
          <p:spPr>
            <a:xfrm>
              <a:off x="2336859" y="3781696"/>
              <a:ext cx="520700" cy="381000"/>
            </a:xfrm>
            <a:prstGeom prst="ellipse">
              <a:avLst/>
            </a:prstGeom>
            <a:solidFill>
              <a:srgbClr val="B5A5BB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2158E83-CD0F-179B-3B81-25CD8BA405BE}"/>
                </a:ext>
              </a:extLst>
            </p:cNvPr>
            <p:cNvGrpSpPr/>
            <p:nvPr/>
          </p:nvGrpSpPr>
          <p:grpSpPr>
            <a:xfrm>
              <a:off x="4219268" y="1976389"/>
              <a:ext cx="1263340" cy="1885984"/>
              <a:chOff x="4219268" y="1976389"/>
              <a:chExt cx="1263340" cy="1885984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E5BF55A-5B69-D2F4-9F5A-93502F3E82D2}"/>
                  </a:ext>
                </a:extLst>
              </p:cNvPr>
              <p:cNvSpPr/>
              <p:nvPr/>
            </p:nvSpPr>
            <p:spPr>
              <a:xfrm>
                <a:off x="4219268" y="2571750"/>
                <a:ext cx="1171881" cy="1290623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Arc 76">
                <a:extLst>
                  <a:ext uri="{FF2B5EF4-FFF2-40B4-BE49-F238E27FC236}">
                    <a16:creationId xmlns:a16="http://schemas.microsoft.com/office/drawing/2014/main" id="{17598208-EEB9-1429-7967-0BEE7FC48721}"/>
                  </a:ext>
                </a:extLst>
              </p:cNvPr>
              <p:cNvSpPr/>
              <p:nvPr/>
            </p:nvSpPr>
            <p:spPr>
              <a:xfrm rot="6933585">
                <a:off x="4951469" y="2268095"/>
                <a:ext cx="391384" cy="391384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Arc 77">
                <a:extLst>
                  <a:ext uri="{FF2B5EF4-FFF2-40B4-BE49-F238E27FC236}">
                    <a16:creationId xmlns:a16="http://schemas.microsoft.com/office/drawing/2014/main" id="{2B03CB3C-4996-0B60-66CC-89BE6EE0E964}"/>
                  </a:ext>
                </a:extLst>
              </p:cNvPr>
              <p:cNvSpPr/>
              <p:nvPr/>
            </p:nvSpPr>
            <p:spPr>
              <a:xfrm rot="6933585">
                <a:off x="5021320" y="2376057"/>
                <a:ext cx="391384" cy="391384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Arc 78">
                <a:extLst>
                  <a:ext uri="{FF2B5EF4-FFF2-40B4-BE49-F238E27FC236}">
                    <a16:creationId xmlns:a16="http://schemas.microsoft.com/office/drawing/2014/main" id="{25D6E3AE-E523-89BB-3770-C71A296DDEF1}"/>
                  </a:ext>
                </a:extLst>
              </p:cNvPr>
              <p:cNvSpPr/>
              <p:nvPr/>
            </p:nvSpPr>
            <p:spPr>
              <a:xfrm rot="7297294">
                <a:off x="5091172" y="2480079"/>
                <a:ext cx="391384" cy="391384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AAAFD8BB-72A7-A3A1-AACF-18DC7F06371A}"/>
                  </a:ext>
                </a:extLst>
              </p:cNvPr>
              <p:cNvSpPr/>
              <p:nvPr/>
            </p:nvSpPr>
            <p:spPr>
              <a:xfrm rot="2926111">
                <a:off x="4741474" y="2775647"/>
                <a:ext cx="486783" cy="342159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55A7A827-720A-F243-2F94-0AA45B4FAB83}"/>
                  </a:ext>
                </a:extLst>
              </p:cNvPr>
              <p:cNvSpPr/>
              <p:nvPr/>
            </p:nvSpPr>
            <p:spPr>
              <a:xfrm rot="18878363">
                <a:off x="4949704" y="3490659"/>
                <a:ext cx="203553" cy="142833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2" name="Arc 81">
                <a:extLst>
                  <a:ext uri="{FF2B5EF4-FFF2-40B4-BE49-F238E27FC236}">
                    <a16:creationId xmlns:a16="http://schemas.microsoft.com/office/drawing/2014/main" id="{A74BD324-EBDB-A026-9951-AB35A56FA0E1}"/>
                  </a:ext>
                </a:extLst>
              </p:cNvPr>
              <p:cNvSpPr/>
              <p:nvPr/>
            </p:nvSpPr>
            <p:spPr>
              <a:xfrm rot="20685091">
                <a:off x="4991610" y="1976389"/>
                <a:ext cx="490998" cy="818137"/>
              </a:xfrm>
              <a:prstGeom prst="arc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D71A071-A4DA-E91D-9D38-5500984A8570}"/>
                </a:ext>
              </a:extLst>
            </p:cNvPr>
            <p:cNvGrpSpPr/>
            <p:nvPr/>
          </p:nvGrpSpPr>
          <p:grpSpPr>
            <a:xfrm flipH="1">
              <a:off x="2336859" y="1825238"/>
              <a:ext cx="1263340" cy="1885984"/>
              <a:chOff x="4219268" y="1976389"/>
              <a:chExt cx="1263340" cy="1885984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7758270C-1AA3-44C7-3758-006277900DF9}"/>
                  </a:ext>
                </a:extLst>
              </p:cNvPr>
              <p:cNvSpPr/>
              <p:nvPr/>
            </p:nvSpPr>
            <p:spPr>
              <a:xfrm>
                <a:off x="4219268" y="2571750"/>
                <a:ext cx="1171881" cy="1290623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Arc 69">
                <a:extLst>
                  <a:ext uri="{FF2B5EF4-FFF2-40B4-BE49-F238E27FC236}">
                    <a16:creationId xmlns:a16="http://schemas.microsoft.com/office/drawing/2014/main" id="{028373A2-BE8B-11B3-AD98-7167E707743F}"/>
                  </a:ext>
                </a:extLst>
              </p:cNvPr>
              <p:cNvSpPr/>
              <p:nvPr/>
            </p:nvSpPr>
            <p:spPr>
              <a:xfrm rot="6933585">
                <a:off x="4951469" y="2268095"/>
                <a:ext cx="391384" cy="391384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Arc 70">
                <a:extLst>
                  <a:ext uri="{FF2B5EF4-FFF2-40B4-BE49-F238E27FC236}">
                    <a16:creationId xmlns:a16="http://schemas.microsoft.com/office/drawing/2014/main" id="{A3F49A3B-3825-3F91-5EA6-18A78A9D1E15}"/>
                  </a:ext>
                </a:extLst>
              </p:cNvPr>
              <p:cNvSpPr/>
              <p:nvPr/>
            </p:nvSpPr>
            <p:spPr>
              <a:xfrm rot="6933585">
                <a:off x="5021320" y="2376057"/>
                <a:ext cx="391384" cy="391384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Arc 71">
                <a:extLst>
                  <a:ext uri="{FF2B5EF4-FFF2-40B4-BE49-F238E27FC236}">
                    <a16:creationId xmlns:a16="http://schemas.microsoft.com/office/drawing/2014/main" id="{DEBCA223-C02F-E1FD-1ACF-AFC630E21189}"/>
                  </a:ext>
                </a:extLst>
              </p:cNvPr>
              <p:cNvSpPr/>
              <p:nvPr/>
            </p:nvSpPr>
            <p:spPr>
              <a:xfrm rot="7297294">
                <a:off x="5091172" y="2480079"/>
                <a:ext cx="391384" cy="391384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682EEB95-C946-6CCE-E073-268BE27E1C1C}"/>
                  </a:ext>
                </a:extLst>
              </p:cNvPr>
              <p:cNvSpPr/>
              <p:nvPr/>
            </p:nvSpPr>
            <p:spPr>
              <a:xfrm rot="2926111">
                <a:off x="4741474" y="2775647"/>
                <a:ext cx="486783" cy="342159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595EA6F5-9FC3-FA68-A3D5-6B3068DFBF06}"/>
                  </a:ext>
                </a:extLst>
              </p:cNvPr>
              <p:cNvSpPr/>
              <p:nvPr/>
            </p:nvSpPr>
            <p:spPr>
              <a:xfrm rot="18878363">
                <a:off x="4949704" y="3490659"/>
                <a:ext cx="203553" cy="142833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Arc 74">
                <a:extLst>
                  <a:ext uri="{FF2B5EF4-FFF2-40B4-BE49-F238E27FC236}">
                    <a16:creationId xmlns:a16="http://schemas.microsoft.com/office/drawing/2014/main" id="{D209D840-DC54-73D3-8227-25B26EF1C2DF}"/>
                  </a:ext>
                </a:extLst>
              </p:cNvPr>
              <p:cNvSpPr/>
              <p:nvPr/>
            </p:nvSpPr>
            <p:spPr>
              <a:xfrm rot="20685091">
                <a:off x="4991610" y="1976389"/>
                <a:ext cx="490998" cy="818137"/>
              </a:xfrm>
              <a:prstGeom prst="arc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836F188A-693E-5976-4C1C-E9B112C83AF9}"/>
                </a:ext>
              </a:extLst>
            </p:cNvPr>
            <p:cNvSpPr/>
            <p:nvPr/>
          </p:nvSpPr>
          <p:spPr>
            <a:xfrm>
              <a:off x="4626461" y="3947657"/>
              <a:ext cx="520700" cy="381000"/>
            </a:xfrm>
            <a:prstGeom prst="ellipse">
              <a:avLst/>
            </a:prstGeom>
            <a:solidFill>
              <a:srgbClr val="B5A5BB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2F2359B2-54FB-C6C6-1C2C-8A3C4560E91D}"/>
                </a:ext>
              </a:extLst>
            </p:cNvPr>
            <p:cNvSpPr/>
            <p:nvPr/>
          </p:nvSpPr>
          <p:spPr>
            <a:xfrm rot="15262294" flipV="1">
              <a:off x="8678869" y="4689583"/>
              <a:ext cx="293890" cy="332101"/>
            </a:xfrm>
            <a:prstGeom prst="ellipse">
              <a:avLst/>
            </a:prstGeom>
            <a:solidFill>
              <a:srgbClr val="A08BA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BE11C40C-3044-6E4F-44CA-573506831B29}"/>
                </a:ext>
              </a:extLst>
            </p:cNvPr>
            <p:cNvSpPr/>
            <p:nvPr/>
          </p:nvSpPr>
          <p:spPr>
            <a:xfrm rot="8687405">
              <a:off x="3351001" y="3335051"/>
              <a:ext cx="914400" cy="914400"/>
            </a:xfrm>
            <a:prstGeom prst="arc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2195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B02DCE1-C318-ED3E-951B-84AFE737D890}"/>
              </a:ext>
            </a:extLst>
          </p:cNvPr>
          <p:cNvGrpSpPr/>
          <p:nvPr/>
        </p:nvGrpSpPr>
        <p:grpSpPr>
          <a:xfrm>
            <a:off x="751833" y="656703"/>
            <a:ext cx="4277367" cy="6239040"/>
            <a:chOff x="2390581" y="381001"/>
            <a:chExt cx="4277367" cy="623904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4374890-02B3-7479-6857-46AC1F286117}"/>
                </a:ext>
              </a:extLst>
            </p:cNvPr>
            <p:cNvSpPr/>
            <p:nvPr/>
          </p:nvSpPr>
          <p:spPr>
            <a:xfrm rot="19307679">
              <a:off x="5846419" y="2641197"/>
              <a:ext cx="821529" cy="1915557"/>
            </a:xfrm>
            <a:prstGeom prst="ellipse">
              <a:avLst/>
            </a:prstGeom>
            <a:solidFill>
              <a:srgbClr val="44435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904065D-0D3C-5FF1-39C4-1E3D833DD1D4}"/>
                </a:ext>
              </a:extLst>
            </p:cNvPr>
            <p:cNvSpPr/>
            <p:nvPr/>
          </p:nvSpPr>
          <p:spPr>
            <a:xfrm rot="2564310">
              <a:off x="2390581" y="2641196"/>
              <a:ext cx="821529" cy="1915557"/>
            </a:xfrm>
            <a:prstGeom prst="ellipse">
              <a:avLst/>
            </a:prstGeom>
            <a:solidFill>
              <a:srgbClr val="44435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AE34AD-FA77-4EB0-5E2F-E566331C340F}"/>
                </a:ext>
              </a:extLst>
            </p:cNvPr>
            <p:cNvSpPr/>
            <p:nvPr/>
          </p:nvSpPr>
          <p:spPr>
            <a:xfrm>
              <a:off x="2948115" y="5685184"/>
              <a:ext cx="1133556" cy="886072"/>
            </a:xfrm>
            <a:custGeom>
              <a:avLst/>
              <a:gdLst>
                <a:gd name="connsiteX0" fmla="*/ 0 w 556592"/>
                <a:gd name="connsiteY0" fmla="*/ 0 h 516834"/>
                <a:gd name="connsiteX1" fmla="*/ 556592 w 556592"/>
                <a:gd name="connsiteY1" fmla="*/ 0 h 516834"/>
                <a:gd name="connsiteX2" fmla="*/ 556592 w 556592"/>
                <a:gd name="connsiteY2" fmla="*/ 516834 h 516834"/>
                <a:gd name="connsiteX3" fmla="*/ 0 w 556592"/>
                <a:gd name="connsiteY3" fmla="*/ 516834 h 516834"/>
                <a:gd name="connsiteX4" fmla="*/ 0 w 556592"/>
                <a:gd name="connsiteY4" fmla="*/ 0 h 516834"/>
                <a:gd name="connsiteX0" fmla="*/ 26504 w 583096"/>
                <a:gd name="connsiteY0" fmla="*/ 0 h 649356"/>
                <a:gd name="connsiteX1" fmla="*/ 583096 w 583096"/>
                <a:gd name="connsiteY1" fmla="*/ 0 h 649356"/>
                <a:gd name="connsiteX2" fmla="*/ 583096 w 583096"/>
                <a:gd name="connsiteY2" fmla="*/ 516834 h 649356"/>
                <a:gd name="connsiteX3" fmla="*/ 0 w 583096"/>
                <a:gd name="connsiteY3" fmla="*/ 649356 h 649356"/>
                <a:gd name="connsiteX4" fmla="*/ 26504 w 583096"/>
                <a:gd name="connsiteY4" fmla="*/ 0 h 649356"/>
                <a:gd name="connsiteX0" fmla="*/ 26504 w 583096"/>
                <a:gd name="connsiteY0" fmla="*/ 0 h 742121"/>
                <a:gd name="connsiteX1" fmla="*/ 583096 w 583096"/>
                <a:gd name="connsiteY1" fmla="*/ 0 h 742121"/>
                <a:gd name="connsiteX2" fmla="*/ 583096 w 583096"/>
                <a:gd name="connsiteY2" fmla="*/ 516834 h 742121"/>
                <a:gd name="connsiteX3" fmla="*/ 344557 w 583096"/>
                <a:gd name="connsiteY3" fmla="*/ 742121 h 742121"/>
                <a:gd name="connsiteX4" fmla="*/ 0 w 583096"/>
                <a:gd name="connsiteY4" fmla="*/ 649356 h 742121"/>
                <a:gd name="connsiteX5" fmla="*/ 26504 w 583096"/>
                <a:gd name="connsiteY5" fmla="*/ 0 h 742121"/>
                <a:gd name="connsiteX0" fmla="*/ 26504 w 795131"/>
                <a:gd name="connsiteY0" fmla="*/ 0 h 742121"/>
                <a:gd name="connsiteX1" fmla="*/ 583096 w 795131"/>
                <a:gd name="connsiteY1" fmla="*/ 0 h 742121"/>
                <a:gd name="connsiteX2" fmla="*/ 795131 w 795131"/>
                <a:gd name="connsiteY2" fmla="*/ 530087 h 742121"/>
                <a:gd name="connsiteX3" fmla="*/ 344557 w 795131"/>
                <a:gd name="connsiteY3" fmla="*/ 742121 h 742121"/>
                <a:gd name="connsiteX4" fmla="*/ 0 w 795131"/>
                <a:gd name="connsiteY4" fmla="*/ 649356 h 742121"/>
                <a:gd name="connsiteX5" fmla="*/ 26504 w 795131"/>
                <a:gd name="connsiteY5" fmla="*/ 0 h 742121"/>
                <a:gd name="connsiteX0" fmla="*/ 26504 w 795131"/>
                <a:gd name="connsiteY0" fmla="*/ 0 h 886072"/>
                <a:gd name="connsiteX1" fmla="*/ 583096 w 795131"/>
                <a:gd name="connsiteY1" fmla="*/ 0 h 886072"/>
                <a:gd name="connsiteX2" fmla="*/ 795131 w 795131"/>
                <a:gd name="connsiteY2" fmla="*/ 530087 h 886072"/>
                <a:gd name="connsiteX3" fmla="*/ 344557 w 795131"/>
                <a:gd name="connsiteY3" fmla="*/ 742121 h 886072"/>
                <a:gd name="connsiteX4" fmla="*/ 0 w 795131"/>
                <a:gd name="connsiteY4" fmla="*/ 649356 h 886072"/>
                <a:gd name="connsiteX5" fmla="*/ 26504 w 795131"/>
                <a:gd name="connsiteY5" fmla="*/ 0 h 886072"/>
                <a:gd name="connsiteX0" fmla="*/ 26504 w 795131"/>
                <a:gd name="connsiteY0" fmla="*/ 0 h 886072"/>
                <a:gd name="connsiteX1" fmla="*/ 583096 w 795131"/>
                <a:gd name="connsiteY1" fmla="*/ 0 h 886072"/>
                <a:gd name="connsiteX2" fmla="*/ 795131 w 795131"/>
                <a:gd name="connsiteY2" fmla="*/ 530087 h 886072"/>
                <a:gd name="connsiteX3" fmla="*/ 344557 w 795131"/>
                <a:gd name="connsiteY3" fmla="*/ 742121 h 886072"/>
                <a:gd name="connsiteX4" fmla="*/ 0 w 795131"/>
                <a:gd name="connsiteY4" fmla="*/ 649356 h 886072"/>
                <a:gd name="connsiteX5" fmla="*/ 26504 w 795131"/>
                <a:gd name="connsiteY5" fmla="*/ 0 h 886072"/>
                <a:gd name="connsiteX0" fmla="*/ 353468 w 1122095"/>
                <a:gd name="connsiteY0" fmla="*/ 0 h 886072"/>
                <a:gd name="connsiteX1" fmla="*/ 910060 w 1122095"/>
                <a:gd name="connsiteY1" fmla="*/ 0 h 886072"/>
                <a:gd name="connsiteX2" fmla="*/ 1122095 w 1122095"/>
                <a:gd name="connsiteY2" fmla="*/ 530087 h 886072"/>
                <a:gd name="connsiteX3" fmla="*/ 671521 w 1122095"/>
                <a:gd name="connsiteY3" fmla="*/ 742121 h 886072"/>
                <a:gd name="connsiteX4" fmla="*/ 326964 w 1122095"/>
                <a:gd name="connsiteY4" fmla="*/ 649356 h 886072"/>
                <a:gd name="connsiteX5" fmla="*/ 353468 w 1122095"/>
                <a:gd name="connsiteY5" fmla="*/ 0 h 886072"/>
                <a:gd name="connsiteX0" fmla="*/ 476778 w 1086379"/>
                <a:gd name="connsiteY0" fmla="*/ 66260 h 886072"/>
                <a:gd name="connsiteX1" fmla="*/ 874344 w 1086379"/>
                <a:gd name="connsiteY1" fmla="*/ 0 h 886072"/>
                <a:gd name="connsiteX2" fmla="*/ 1086379 w 1086379"/>
                <a:gd name="connsiteY2" fmla="*/ 530087 h 886072"/>
                <a:gd name="connsiteX3" fmla="*/ 635805 w 1086379"/>
                <a:gd name="connsiteY3" fmla="*/ 742121 h 886072"/>
                <a:gd name="connsiteX4" fmla="*/ 291248 w 1086379"/>
                <a:gd name="connsiteY4" fmla="*/ 649356 h 886072"/>
                <a:gd name="connsiteX5" fmla="*/ 476778 w 1086379"/>
                <a:gd name="connsiteY5" fmla="*/ 66260 h 886072"/>
                <a:gd name="connsiteX0" fmla="*/ 552402 w 1162003"/>
                <a:gd name="connsiteY0" fmla="*/ 66260 h 886072"/>
                <a:gd name="connsiteX1" fmla="*/ 949968 w 1162003"/>
                <a:gd name="connsiteY1" fmla="*/ 0 h 886072"/>
                <a:gd name="connsiteX2" fmla="*/ 1162003 w 1162003"/>
                <a:gd name="connsiteY2" fmla="*/ 530087 h 886072"/>
                <a:gd name="connsiteX3" fmla="*/ 711429 w 1162003"/>
                <a:gd name="connsiteY3" fmla="*/ 742121 h 886072"/>
                <a:gd name="connsiteX4" fmla="*/ 366872 w 1162003"/>
                <a:gd name="connsiteY4" fmla="*/ 649356 h 886072"/>
                <a:gd name="connsiteX5" fmla="*/ 552402 w 1162003"/>
                <a:gd name="connsiteY5" fmla="*/ 66260 h 886072"/>
                <a:gd name="connsiteX0" fmla="*/ 564934 w 1174535"/>
                <a:gd name="connsiteY0" fmla="*/ 66260 h 886072"/>
                <a:gd name="connsiteX1" fmla="*/ 962500 w 1174535"/>
                <a:gd name="connsiteY1" fmla="*/ 0 h 886072"/>
                <a:gd name="connsiteX2" fmla="*/ 1174535 w 1174535"/>
                <a:gd name="connsiteY2" fmla="*/ 530087 h 886072"/>
                <a:gd name="connsiteX3" fmla="*/ 723961 w 1174535"/>
                <a:gd name="connsiteY3" fmla="*/ 742121 h 886072"/>
                <a:gd name="connsiteX4" fmla="*/ 379404 w 1174535"/>
                <a:gd name="connsiteY4" fmla="*/ 649356 h 886072"/>
                <a:gd name="connsiteX5" fmla="*/ 564934 w 1174535"/>
                <a:gd name="connsiteY5" fmla="*/ 66260 h 886072"/>
                <a:gd name="connsiteX0" fmla="*/ 523955 w 1133556"/>
                <a:gd name="connsiteY0" fmla="*/ 66260 h 886072"/>
                <a:gd name="connsiteX1" fmla="*/ 921521 w 1133556"/>
                <a:gd name="connsiteY1" fmla="*/ 0 h 886072"/>
                <a:gd name="connsiteX2" fmla="*/ 1133556 w 1133556"/>
                <a:gd name="connsiteY2" fmla="*/ 530087 h 886072"/>
                <a:gd name="connsiteX3" fmla="*/ 682982 w 1133556"/>
                <a:gd name="connsiteY3" fmla="*/ 742121 h 886072"/>
                <a:gd name="connsiteX4" fmla="*/ 338425 w 1133556"/>
                <a:gd name="connsiteY4" fmla="*/ 649356 h 886072"/>
                <a:gd name="connsiteX5" fmla="*/ 523955 w 1133556"/>
                <a:gd name="connsiteY5" fmla="*/ 66260 h 886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3556" h="886072">
                  <a:moveTo>
                    <a:pt x="523955" y="66260"/>
                  </a:moveTo>
                  <a:lnTo>
                    <a:pt x="921521" y="0"/>
                  </a:lnTo>
                  <a:lnTo>
                    <a:pt x="1133556" y="530087"/>
                  </a:lnTo>
                  <a:cubicBezTo>
                    <a:pt x="1049625" y="556591"/>
                    <a:pt x="740409" y="1152939"/>
                    <a:pt x="682982" y="742121"/>
                  </a:cubicBezTo>
                  <a:cubicBezTo>
                    <a:pt x="369347" y="883477"/>
                    <a:pt x="453277" y="680278"/>
                    <a:pt x="338425" y="649356"/>
                  </a:cubicBezTo>
                  <a:cubicBezTo>
                    <a:pt x="-487626" y="856974"/>
                    <a:pt x="448859" y="44173"/>
                    <a:pt x="523955" y="66260"/>
                  </a:cubicBezTo>
                  <a:close/>
                </a:path>
              </a:pathLst>
            </a:custGeom>
            <a:solidFill>
              <a:srgbClr val="F8BE87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378F3DED-12C4-8267-EF18-48438A7179FE}"/>
                </a:ext>
              </a:extLst>
            </p:cNvPr>
            <p:cNvSpPr/>
            <p:nvPr/>
          </p:nvSpPr>
          <p:spPr>
            <a:xfrm flipH="1">
              <a:off x="4683541" y="5733969"/>
              <a:ext cx="1133556" cy="886072"/>
            </a:xfrm>
            <a:custGeom>
              <a:avLst/>
              <a:gdLst>
                <a:gd name="connsiteX0" fmla="*/ 0 w 556592"/>
                <a:gd name="connsiteY0" fmla="*/ 0 h 516834"/>
                <a:gd name="connsiteX1" fmla="*/ 556592 w 556592"/>
                <a:gd name="connsiteY1" fmla="*/ 0 h 516834"/>
                <a:gd name="connsiteX2" fmla="*/ 556592 w 556592"/>
                <a:gd name="connsiteY2" fmla="*/ 516834 h 516834"/>
                <a:gd name="connsiteX3" fmla="*/ 0 w 556592"/>
                <a:gd name="connsiteY3" fmla="*/ 516834 h 516834"/>
                <a:gd name="connsiteX4" fmla="*/ 0 w 556592"/>
                <a:gd name="connsiteY4" fmla="*/ 0 h 516834"/>
                <a:gd name="connsiteX0" fmla="*/ 26504 w 583096"/>
                <a:gd name="connsiteY0" fmla="*/ 0 h 649356"/>
                <a:gd name="connsiteX1" fmla="*/ 583096 w 583096"/>
                <a:gd name="connsiteY1" fmla="*/ 0 h 649356"/>
                <a:gd name="connsiteX2" fmla="*/ 583096 w 583096"/>
                <a:gd name="connsiteY2" fmla="*/ 516834 h 649356"/>
                <a:gd name="connsiteX3" fmla="*/ 0 w 583096"/>
                <a:gd name="connsiteY3" fmla="*/ 649356 h 649356"/>
                <a:gd name="connsiteX4" fmla="*/ 26504 w 583096"/>
                <a:gd name="connsiteY4" fmla="*/ 0 h 649356"/>
                <a:gd name="connsiteX0" fmla="*/ 26504 w 583096"/>
                <a:gd name="connsiteY0" fmla="*/ 0 h 742121"/>
                <a:gd name="connsiteX1" fmla="*/ 583096 w 583096"/>
                <a:gd name="connsiteY1" fmla="*/ 0 h 742121"/>
                <a:gd name="connsiteX2" fmla="*/ 583096 w 583096"/>
                <a:gd name="connsiteY2" fmla="*/ 516834 h 742121"/>
                <a:gd name="connsiteX3" fmla="*/ 344557 w 583096"/>
                <a:gd name="connsiteY3" fmla="*/ 742121 h 742121"/>
                <a:gd name="connsiteX4" fmla="*/ 0 w 583096"/>
                <a:gd name="connsiteY4" fmla="*/ 649356 h 742121"/>
                <a:gd name="connsiteX5" fmla="*/ 26504 w 583096"/>
                <a:gd name="connsiteY5" fmla="*/ 0 h 742121"/>
                <a:gd name="connsiteX0" fmla="*/ 26504 w 795131"/>
                <a:gd name="connsiteY0" fmla="*/ 0 h 742121"/>
                <a:gd name="connsiteX1" fmla="*/ 583096 w 795131"/>
                <a:gd name="connsiteY1" fmla="*/ 0 h 742121"/>
                <a:gd name="connsiteX2" fmla="*/ 795131 w 795131"/>
                <a:gd name="connsiteY2" fmla="*/ 530087 h 742121"/>
                <a:gd name="connsiteX3" fmla="*/ 344557 w 795131"/>
                <a:gd name="connsiteY3" fmla="*/ 742121 h 742121"/>
                <a:gd name="connsiteX4" fmla="*/ 0 w 795131"/>
                <a:gd name="connsiteY4" fmla="*/ 649356 h 742121"/>
                <a:gd name="connsiteX5" fmla="*/ 26504 w 795131"/>
                <a:gd name="connsiteY5" fmla="*/ 0 h 742121"/>
                <a:gd name="connsiteX0" fmla="*/ 26504 w 795131"/>
                <a:gd name="connsiteY0" fmla="*/ 0 h 886072"/>
                <a:gd name="connsiteX1" fmla="*/ 583096 w 795131"/>
                <a:gd name="connsiteY1" fmla="*/ 0 h 886072"/>
                <a:gd name="connsiteX2" fmla="*/ 795131 w 795131"/>
                <a:gd name="connsiteY2" fmla="*/ 530087 h 886072"/>
                <a:gd name="connsiteX3" fmla="*/ 344557 w 795131"/>
                <a:gd name="connsiteY3" fmla="*/ 742121 h 886072"/>
                <a:gd name="connsiteX4" fmla="*/ 0 w 795131"/>
                <a:gd name="connsiteY4" fmla="*/ 649356 h 886072"/>
                <a:gd name="connsiteX5" fmla="*/ 26504 w 795131"/>
                <a:gd name="connsiteY5" fmla="*/ 0 h 886072"/>
                <a:gd name="connsiteX0" fmla="*/ 26504 w 795131"/>
                <a:gd name="connsiteY0" fmla="*/ 0 h 886072"/>
                <a:gd name="connsiteX1" fmla="*/ 583096 w 795131"/>
                <a:gd name="connsiteY1" fmla="*/ 0 h 886072"/>
                <a:gd name="connsiteX2" fmla="*/ 795131 w 795131"/>
                <a:gd name="connsiteY2" fmla="*/ 530087 h 886072"/>
                <a:gd name="connsiteX3" fmla="*/ 344557 w 795131"/>
                <a:gd name="connsiteY3" fmla="*/ 742121 h 886072"/>
                <a:gd name="connsiteX4" fmla="*/ 0 w 795131"/>
                <a:gd name="connsiteY4" fmla="*/ 649356 h 886072"/>
                <a:gd name="connsiteX5" fmla="*/ 26504 w 795131"/>
                <a:gd name="connsiteY5" fmla="*/ 0 h 886072"/>
                <a:gd name="connsiteX0" fmla="*/ 353468 w 1122095"/>
                <a:gd name="connsiteY0" fmla="*/ 0 h 886072"/>
                <a:gd name="connsiteX1" fmla="*/ 910060 w 1122095"/>
                <a:gd name="connsiteY1" fmla="*/ 0 h 886072"/>
                <a:gd name="connsiteX2" fmla="*/ 1122095 w 1122095"/>
                <a:gd name="connsiteY2" fmla="*/ 530087 h 886072"/>
                <a:gd name="connsiteX3" fmla="*/ 671521 w 1122095"/>
                <a:gd name="connsiteY3" fmla="*/ 742121 h 886072"/>
                <a:gd name="connsiteX4" fmla="*/ 326964 w 1122095"/>
                <a:gd name="connsiteY4" fmla="*/ 649356 h 886072"/>
                <a:gd name="connsiteX5" fmla="*/ 353468 w 1122095"/>
                <a:gd name="connsiteY5" fmla="*/ 0 h 886072"/>
                <a:gd name="connsiteX0" fmla="*/ 476778 w 1086379"/>
                <a:gd name="connsiteY0" fmla="*/ 66260 h 886072"/>
                <a:gd name="connsiteX1" fmla="*/ 874344 w 1086379"/>
                <a:gd name="connsiteY1" fmla="*/ 0 h 886072"/>
                <a:gd name="connsiteX2" fmla="*/ 1086379 w 1086379"/>
                <a:gd name="connsiteY2" fmla="*/ 530087 h 886072"/>
                <a:gd name="connsiteX3" fmla="*/ 635805 w 1086379"/>
                <a:gd name="connsiteY3" fmla="*/ 742121 h 886072"/>
                <a:gd name="connsiteX4" fmla="*/ 291248 w 1086379"/>
                <a:gd name="connsiteY4" fmla="*/ 649356 h 886072"/>
                <a:gd name="connsiteX5" fmla="*/ 476778 w 1086379"/>
                <a:gd name="connsiteY5" fmla="*/ 66260 h 886072"/>
                <a:gd name="connsiteX0" fmla="*/ 552402 w 1162003"/>
                <a:gd name="connsiteY0" fmla="*/ 66260 h 886072"/>
                <a:gd name="connsiteX1" fmla="*/ 949968 w 1162003"/>
                <a:gd name="connsiteY1" fmla="*/ 0 h 886072"/>
                <a:gd name="connsiteX2" fmla="*/ 1162003 w 1162003"/>
                <a:gd name="connsiteY2" fmla="*/ 530087 h 886072"/>
                <a:gd name="connsiteX3" fmla="*/ 711429 w 1162003"/>
                <a:gd name="connsiteY3" fmla="*/ 742121 h 886072"/>
                <a:gd name="connsiteX4" fmla="*/ 366872 w 1162003"/>
                <a:gd name="connsiteY4" fmla="*/ 649356 h 886072"/>
                <a:gd name="connsiteX5" fmla="*/ 552402 w 1162003"/>
                <a:gd name="connsiteY5" fmla="*/ 66260 h 886072"/>
                <a:gd name="connsiteX0" fmla="*/ 564934 w 1174535"/>
                <a:gd name="connsiteY0" fmla="*/ 66260 h 886072"/>
                <a:gd name="connsiteX1" fmla="*/ 962500 w 1174535"/>
                <a:gd name="connsiteY1" fmla="*/ 0 h 886072"/>
                <a:gd name="connsiteX2" fmla="*/ 1174535 w 1174535"/>
                <a:gd name="connsiteY2" fmla="*/ 530087 h 886072"/>
                <a:gd name="connsiteX3" fmla="*/ 723961 w 1174535"/>
                <a:gd name="connsiteY3" fmla="*/ 742121 h 886072"/>
                <a:gd name="connsiteX4" fmla="*/ 379404 w 1174535"/>
                <a:gd name="connsiteY4" fmla="*/ 649356 h 886072"/>
                <a:gd name="connsiteX5" fmla="*/ 564934 w 1174535"/>
                <a:gd name="connsiteY5" fmla="*/ 66260 h 886072"/>
                <a:gd name="connsiteX0" fmla="*/ 523955 w 1133556"/>
                <a:gd name="connsiteY0" fmla="*/ 66260 h 886072"/>
                <a:gd name="connsiteX1" fmla="*/ 921521 w 1133556"/>
                <a:gd name="connsiteY1" fmla="*/ 0 h 886072"/>
                <a:gd name="connsiteX2" fmla="*/ 1133556 w 1133556"/>
                <a:gd name="connsiteY2" fmla="*/ 530087 h 886072"/>
                <a:gd name="connsiteX3" fmla="*/ 682982 w 1133556"/>
                <a:gd name="connsiteY3" fmla="*/ 742121 h 886072"/>
                <a:gd name="connsiteX4" fmla="*/ 338425 w 1133556"/>
                <a:gd name="connsiteY4" fmla="*/ 649356 h 886072"/>
                <a:gd name="connsiteX5" fmla="*/ 523955 w 1133556"/>
                <a:gd name="connsiteY5" fmla="*/ 66260 h 886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3556" h="886072">
                  <a:moveTo>
                    <a:pt x="523955" y="66260"/>
                  </a:moveTo>
                  <a:lnTo>
                    <a:pt x="921521" y="0"/>
                  </a:lnTo>
                  <a:lnTo>
                    <a:pt x="1133556" y="530087"/>
                  </a:lnTo>
                  <a:cubicBezTo>
                    <a:pt x="1049625" y="556591"/>
                    <a:pt x="740409" y="1152939"/>
                    <a:pt x="682982" y="742121"/>
                  </a:cubicBezTo>
                  <a:cubicBezTo>
                    <a:pt x="369347" y="883477"/>
                    <a:pt x="453277" y="680278"/>
                    <a:pt x="338425" y="649356"/>
                  </a:cubicBezTo>
                  <a:cubicBezTo>
                    <a:pt x="-487626" y="856974"/>
                    <a:pt x="448859" y="44173"/>
                    <a:pt x="523955" y="66260"/>
                  </a:cubicBezTo>
                  <a:close/>
                </a:path>
              </a:pathLst>
            </a:custGeom>
            <a:solidFill>
              <a:srgbClr val="F8BE87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Oval 1">
              <a:extLst>
                <a:ext uri="{FF2B5EF4-FFF2-40B4-BE49-F238E27FC236}">
                  <a16:creationId xmlns:a16="http://schemas.microsoft.com/office/drawing/2014/main" id="{A34BA4C5-FC35-D5B5-2D2F-B569B56820D6}"/>
                </a:ext>
              </a:extLst>
            </p:cNvPr>
            <p:cNvSpPr/>
            <p:nvPr/>
          </p:nvSpPr>
          <p:spPr>
            <a:xfrm>
              <a:off x="2565400" y="2144192"/>
              <a:ext cx="3936999" cy="4190999"/>
            </a:xfrm>
            <a:custGeom>
              <a:avLst/>
              <a:gdLst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1119 w 4027019"/>
                <a:gd name="connsiteY0" fmla="*/ 1524000 h 3048000"/>
                <a:gd name="connsiteX1" fmla="*/ 2014069 w 4027019"/>
                <a:gd name="connsiteY1" fmla="*/ 0 h 3048000"/>
                <a:gd name="connsiteX2" fmla="*/ 4027019 w 4027019"/>
                <a:gd name="connsiteY2" fmla="*/ 1524000 h 3048000"/>
                <a:gd name="connsiteX3" fmla="*/ 2014069 w 4027019"/>
                <a:gd name="connsiteY3" fmla="*/ 3048000 h 3048000"/>
                <a:gd name="connsiteX4" fmla="*/ 1119 w 4027019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510 w 4026410"/>
                <a:gd name="connsiteY0" fmla="*/ 1524000 h 3048000"/>
                <a:gd name="connsiteX1" fmla="*/ 2013460 w 4026410"/>
                <a:gd name="connsiteY1" fmla="*/ 0 h 3048000"/>
                <a:gd name="connsiteX2" fmla="*/ 4026410 w 4026410"/>
                <a:gd name="connsiteY2" fmla="*/ 1524000 h 3048000"/>
                <a:gd name="connsiteX3" fmla="*/ 2013460 w 4026410"/>
                <a:gd name="connsiteY3" fmla="*/ 3048000 h 3048000"/>
                <a:gd name="connsiteX4" fmla="*/ 510 w 4026410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61 w 4026061"/>
                <a:gd name="connsiteY0" fmla="*/ 1524000 h 3048000"/>
                <a:gd name="connsiteX1" fmla="*/ 2013111 w 4026061"/>
                <a:gd name="connsiteY1" fmla="*/ 0 h 3048000"/>
                <a:gd name="connsiteX2" fmla="*/ 4026061 w 4026061"/>
                <a:gd name="connsiteY2" fmla="*/ 1524000 h 3048000"/>
                <a:gd name="connsiteX3" fmla="*/ 2013111 w 4026061"/>
                <a:gd name="connsiteY3" fmla="*/ 3048000 h 3048000"/>
                <a:gd name="connsiteX4" fmla="*/ 161 w 4026061"/>
                <a:gd name="connsiteY4" fmla="*/ 1524000 h 304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26061" h="3048000">
                  <a:moveTo>
                    <a:pt x="161" y="1524000"/>
                  </a:moveTo>
                  <a:cubicBezTo>
                    <a:pt x="12861" y="542618"/>
                    <a:pt x="901389" y="0"/>
                    <a:pt x="2013111" y="0"/>
                  </a:cubicBezTo>
                  <a:cubicBezTo>
                    <a:pt x="3124833" y="0"/>
                    <a:pt x="4026061" y="491818"/>
                    <a:pt x="4026061" y="1524000"/>
                  </a:cubicBezTo>
                  <a:cubicBezTo>
                    <a:pt x="4026061" y="2645082"/>
                    <a:pt x="3302633" y="3048000"/>
                    <a:pt x="2013111" y="3048000"/>
                  </a:cubicBezTo>
                  <a:cubicBezTo>
                    <a:pt x="723589" y="3048000"/>
                    <a:pt x="-12539" y="2505382"/>
                    <a:pt x="161" y="1524000"/>
                  </a:cubicBezTo>
                  <a:close/>
                </a:path>
              </a:pathLst>
            </a:custGeom>
            <a:solidFill>
              <a:srgbClr val="44435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29C76CFE-2BF6-C2A8-DF0D-31DD202F4D3B}"/>
                </a:ext>
              </a:extLst>
            </p:cNvPr>
            <p:cNvSpPr/>
            <p:nvPr/>
          </p:nvSpPr>
          <p:spPr>
            <a:xfrm>
              <a:off x="3167270" y="2484637"/>
              <a:ext cx="2733838" cy="3506374"/>
            </a:xfrm>
            <a:custGeom>
              <a:avLst/>
              <a:gdLst>
                <a:gd name="connsiteX0" fmla="*/ 0 w 2451653"/>
                <a:gd name="connsiteY0" fmla="*/ 1753106 h 3506212"/>
                <a:gd name="connsiteX1" fmla="*/ 1225827 w 2451653"/>
                <a:gd name="connsiteY1" fmla="*/ 0 h 3506212"/>
                <a:gd name="connsiteX2" fmla="*/ 2451654 w 2451653"/>
                <a:gd name="connsiteY2" fmla="*/ 1753106 h 3506212"/>
                <a:gd name="connsiteX3" fmla="*/ 1225827 w 2451653"/>
                <a:gd name="connsiteY3" fmla="*/ 3506212 h 3506212"/>
                <a:gd name="connsiteX4" fmla="*/ 0 w 2451653"/>
                <a:gd name="connsiteY4" fmla="*/ 1753106 h 3506212"/>
                <a:gd name="connsiteX0" fmla="*/ 0 w 2451654"/>
                <a:gd name="connsiteY0" fmla="*/ 1753106 h 3506374"/>
                <a:gd name="connsiteX1" fmla="*/ 1225827 w 2451654"/>
                <a:gd name="connsiteY1" fmla="*/ 0 h 3506374"/>
                <a:gd name="connsiteX2" fmla="*/ 2451654 w 2451654"/>
                <a:gd name="connsiteY2" fmla="*/ 1753106 h 3506374"/>
                <a:gd name="connsiteX3" fmla="*/ 1225827 w 2451654"/>
                <a:gd name="connsiteY3" fmla="*/ 3506212 h 3506374"/>
                <a:gd name="connsiteX4" fmla="*/ 0 w 2451654"/>
                <a:gd name="connsiteY4" fmla="*/ 1753106 h 3506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1654" h="3506374">
                  <a:moveTo>
                    <a:pt x="0" y="1753106"/>
                  </a:moveTo>
                  <a:cubicBezTo>
                    <a:pt x="0" y="784892"/>
                    <a:pt x="548821" y="0"/>
                    <a:pt x="1225827" y="0"/>
                  </a:cubicBezTo>
                  <a:cubicBezTo>
                    <a:pt x="1902833" y="0"/>
                    <a:pt x="2451654" y="784892"/>
                    <a:pt x="2451654" y="1753106"/>
                  </a:cubicBezTo>
                  <a:cubicBezTo>
                    <a:pt x="2451654" y="2721320"/>
                    <a:pt x="2393163" y="3519464"/>
                    <a:pt x="1225827" y="3506212"/>
                  </a:cubicBezTo>
                  <a:cubicBezTo>
                    <a:pt x="58491" y="3492960"/>
                    <a:pt x="0" y="2721320"/>
                    <a:pt x="0" y="1753106"/>
                  </a:cubicBez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5E31999-32A0-52D4-FCA8-E1F2AAAB1A2D}"/>
                </a:ext>
              </a:extLst>
            </p:cNvPr>
            <p:cNvSpPr/>
            <p:nvPr/>
          </p:nvSpPr>
          <p:spPr>
            <a:xfrm rot="20394628">
              <a:off x="6029161" y="2915990"/>
              <a:ext cx="308979" cy="601460"/>
            </a:xfrm>
            <a:prstGeom prst="ellipse">
              <a:avLst/>
            </a:prstGeom>
            <a:solidFill>
              <a:srgbClr val="44435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9BF2EEB-EF15-5A89-11D1-4A2641915601}"/>
                </a:ext>
              </a:extLst>
            </p:cNvPr>
            <p:cNvSpPr/>
            <p:nvPr/>
          </p:nvSpPr>
          <p:spPr>
            <a:xfrm rot="1061487" flipH="1">
              <a:off x="2734892" y="2962747"/>
              <a:ext cx="308979" cy="601460"/>
            </a:xfrm>
            <a:prstGeom prst="ellipse">
              <a:avLst/>
            </a:prstGeom>
            <a:solidFill>
              <a:srgbClr val="44435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">
              <a:extLst>
                <a:ext uri="{FF2B5EF4-FFF2-40B4-BE49-F238E27FC236}">
                  <a16:creationId xmlns:a16="http://schemas.microsoft.com/office/drawing/2014/main" id="{D9FEE0ED-D12B-B110-8A9A-AB712E8F5B1F}"/>
                </a:ext>
              </a:extLst>
            </p:cNvPr>
            <p:cNvSpPr/>
            <p:nvPr/>
          </p:nvSpPr>
          <p:spPr>
            <a:xfrm>
              <a:off x="2476338" y="381001"/>
              <a:ext cx="4026061" cy="3048000"/>
            </a:xfrm>
            <a:custGeom>
              <a:avLst/>
              <a:gdLst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1119 w 4027019"/>
                <a:gd name="connsiteY0" fmla="*/ 1524000 h 3048000"/>
                <a:gd name="connsiteX1" fmla="*/ 2014069 w 4027019"/>
                <a:gd name="connsiteY1" fmla="*/ 0 h 3048000"/>
                <a:gd name="connsiteX2" fmla="*/ 4027019 w 4027019"/>
                <a:gd name="connsiteY2" fmla="*/ 1524000 h 3048000"/>
                <a:gd name="connsiteX3" fmla="*/ 2014069 w 4027019"/>
                <a:gd name="connsiteY3" fmla="*/ 3048000 h 3048000"/>
                <a:gd name="connsiteX4" fmla="*/ 1119 w 4027019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510 w 4026410"/>
                <a:gd name="connsiteY0" fmla="*/ 1524000 h 3048000"/>
                <a:gd name="connsiteX1" fmla="*/ 2013460 w 4026410"/>
                <a:gd name="connsiteY1" fmla="*/ 0 h 3048000"/>
                <a:gd name="connsiteX2" fmla="*/ 4026410 w 4026410"/>
                <a:gd name="connsiteY2" fmla="*/ 1524000 h 3048000"/>
                <a:gd name="connsiteX3" fmla="*/ 2013460 w 4026410"/>
                <a:gd name="connsiteY3" fmla="*/ 3048000 h 3048000"/>
                <a:gd name="connsiteX4" fmla="*/ 510 w 4026410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61 w 4026061"/>
                <a:gd name="connsiteY0" fmla="*/ 1524000 h 3048000"/>
                <a:gd name="connsiteX1" fmla="*/ 2013111 w 4026061"/>
                <a:gd name="connsiteY1" fmla="*/ 0 h 3048000"/>
                <a:gd name="connsiteX2" fmla="*/ 4026061 w 4026061"/>
                <a:gd name="connsiteY2" fmla="*/ 1524000 h 3048000"/>
                <a:gd name="connsiteX3" fmla="*/ 2013111 w 4026061"/>
                <a:gd name="connsiteY3" fmla="*/ 3048000 h 3048000"/>
                <a:gd name="connsiteX4" fmla="*/ 161 w 4026061"/>
                <a:gd name="connsiteY4" fmla="*/ 1524000 h 304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26061" h="3048000">
                  <a:moveTo>
                    <a:pt x="161" y="1524000"/>
                  </a:moveTo>
                  <a:cubicBezTo>
                    <a:pt x="12861" y="542618"/>
                    <a:pt x="901389" y="0"/>
                    <a:pt x="2013111" y="0"/>
                  </a:cubicBezTo>
                  <a:cubicBezTo>
                    <a:pt x="3124833" y="0"/>
                    <a:pt x="4026061" y="491818"/>
                    <a:pt x="4026061" y="1524000"/>
                  </a:cubicBezTo>
                  <a:cubicBezTo>
                    <a:pt x="4026061" y="2645082"/>
                    <a:pt x="3302633" y="3048000"/>
                    <a:pt x="2013111" y="3048000"/>
                  </a:cubicBezTo>
                  <a:cubicBezTo>
                    <a:pt x="723589" y="3048000"/>
                    <a:pt x="-12539" y="2505382"/>
                    <a:pt x="161" y="1524000"/>
                  </a:cubicBezTo>
                  <a:close/>
                </a:path>
              </a:pathLst>
            </a:custGeom>
            <a:solidFill>
              <a:srgbClr val="444352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4E9EA87-11D7-B0D9-20C2-94E8CC0A35B4}"/>
                </a:ext>
              </a:extLst>
            </p:cNvPr>
            <p:cNvSpPr/>
            <p:nvPr/>
          </p:nvSpPr>
          <p:spPr>
            <a:xfrm>
              <a:off x="4609515" y="1351101"/>
              <a:ext cx="1510748" cy="1964431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7C13CA1-A129-FF2D-4BFA-D1940F50ECF4}"/>
                </a:ext>
              </a:extLst>
            </p:cNvPr>
            <p:cNvSpPr/>
            <p:nvPr/>
          </p:nvSpPr>
          <p:spPr>
            <a:xfrm>
              <a:off x="2884467" y="1332199"/>
              <a:ext cx="1510748" cy="1964431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3BA0101-89C8-97A3-88F0-CC8CE3DAB42C}"/>
                </a:ext>
              </a:extLst>
            </p:cNvPr>
            <p:cNvSpPr/>
            <p:nvPr/>
          </p:nvSpPr>
          <p:spPr>
            <a:xfrm>
              <a:off x="5208103" y="1778389"/>
              <a:ext cx="494785" cy="494785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1903227-7752-E8FD-5FEA-D8C24DAE4683}"/>
                </a:ext>
              </a:extLst>
            </p:cNvPr>
            <p:cNvSpPr/>
            <p:nvPr/>
          </p:nvSpPr>
          <p:spPr>
            <a:xfrm>
              <a:off x="5400166" y="1915124"/>
              <a:ext cx="110657" cy="110657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A95427E-392C-0EC8-F797-D88724F5FDE8}"/>
                </a:ext>
              </a:extLst>
            </p:cNvPr>
            <p:cNvSpPr/>
            <p:nvPr/>
          </p:nvSpPr>
          <p:spPr>
            <a:xfrm>
              <a:off x="3315120" y="1808521"/>
              <a:ext cx="494785" cy="494785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68FBF8A-B692-1C79-A032-6A6C17CBB0E1}"/>
                </a:ext>
              </a:extLst>
            </p:cNvPr>
            <p:cNvSpPr/>
            <p:nvPr/>
          </p:nvSpPr>
          <p:spPr>
            <a:xfrm>
              <a:off x="3507183" y="1945256"/>
              <a:ext cx="110657" cy="110657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20">
              <a:extLst>
                <a:ext uri="{FF2B5EF4-FFF2-40B4-BE49-F238E27FC236}">
                  <a16:creationId xmlns:a16="http://schemas.microsoft.com/office/drawing/2014/main" id="{7F9D4B0E-A210-7470-E9F4-29080AD9108A}"/>
                </a:ext>
              </a:extLst>
            </p:cNvPr>
            <p:cNvSpPr/>
            <p:nvPr/>
          </p:nvSpPr>
          <p:spPr>
            <a:xfrm rot="5400000">
              <a:off x="4056301" y="1703628"/>
              <a:ext cx="950436" cy="2500312"/>
            </a:xfrm>
            <a:custGeom>
              <a:avLst/>
              <a:gdLst>
                <a:gd name="connsiteX0" fmla="*/ 0 w 950435"/>
                <a:gd name="connsiteY0" fmla="*/ 1250156 h 2500312"/>
                <a:gd name="connsiteX1" fmla="*/ 475218 w 950435"/>
                <a:gd name="connsiteY1" fmla="*/ 0 h 2500312"/>
                <a:gd name="connsiteX2" fmla="*/ 950436 w 950435"/>
                <a:gd name="connsiteY2" fmla="*/ 1250156 h 2500312"/>
                <a:gd name="connsiteX3" fmla="*/ 475218 w 950435"/>
                <a:gd name="connsiteY3" fmla="*/ 2500312 h 2500312"/>
                <a:gd name="connsiteX4" fmla="*/ 0 w 950435"/>
                <a:gd name="connsiteY4" fmla="*/ 1250156 h 2500312"/>
                <a:gd name="connsiteX0" fmla="*/ 0 w 950436"/>
                <a:gd name="connsiteY0" fmla="*/ 1250156 h 2500312"/>
                <a:gd name="connsiteX1" fmla="*/ 475218 w 950436"/>
                <a:gd name="connsiteY1" fmla="*/ 0 h 2500312"/>
                <a:gd name="connsiteX2" fmla="*/ 950436 w 950436"/>
                <a:gd name="connsiteY2" fmla="*/ 1250156 h 2500312"/>
                <a:gd name="connsiteX3" fmla="*/ 475218 w 950436"/>
                <a:gd name="connsiteY3" fmla="*/ 2500312 h 2500312"/>
                <a:gd name="connsiteX4" fmla="*/ 0 w 950436"/>
                <a:gd name="connsiteY4" fmla="*/ 1250156 h 2500312"/>
                <a:gd name="connsiteX0" fmla="*/ 0 w 950436"/>
                <a:gd name="connsiteY0" fmla="*/ 1250156 h 2500312"/>
                <a:gd name="connsiteX1" fmla="*/ 475218 w 950436"/>
                <a:gd name="connsiteY1" fmla="*/ 0 h 2500312"/>
                <a:gd name="connsiteX2" fmla="*/ 950436 w 950436"/>
                <a:gd name="connsiteY2" fmla="*/ 1250156 h 2500312"/>
                <a:gd name="connsiteX3" fmla="*/ 475218 w 950436"/>
                <a:gd name="connsiteY3" fmla="*/ 2500312 h 2500312"/>
                <a:gd name="connsiteX4" fmla="*/ 0 w 950436"/>
                <a:gd name="connsiteY4" fmla="*/ 1250156 h 2500312"/>
                <a:gd name="connsiteX0" fmla="*/ 0 w 950436"/>
                <a:gd name="connsiteY0" fmla="*/ 1250156 h 2500312"/>
                <a:gd name="connsiteX1" fmla="*/ 475218 w 950436"/>
                <a:gd name="connsiteY1" fmla="*/ 0 h 2500312"/>
                <a:gd name="connsiteX2" fmla="*/ 950436 w 950436"/>
                <a:gd name="connsiteY2" fmla="*/ 1250156 h 2500312"/>
                <a:gd name="connsiteX3" fmla="*/ 475218 w 950436"/>
                <a:gd name="connsiteY3" fmla="*/ 2500312 h 2500312"/>
                <a:gd name="connsiteX4" fmla="*/ 0 w 950436"/>
                <a:gd name="connsiteY4" fmla="*/ 1250156 h 2500312"/>
                <a:gd name="connsiteX0" fmla="*/ 0 w 950436"/>
                <a:gd name="connsiteY0" fmla="*/ 1250156 h 2500312"/>
                <a:gd name="connsiteX1" fmla="*/ 475218 w 950436"/>
                <a:gd name="connsiteY1" fmla="*/ 0 h 2500312"/>
                <a:gd name="connsiteX2" fmla="*/ 950436 w 950436"/>
                <a:gd name="connsiteY2" fmla="*/ 1250156 h 2500312"/>
                <a:gd name="connsiteX3" fmla="*/ 475218 w 950436"/>
                <a:gd name="connsiteY3" fmla="*/ 2500312 h 2500312"/>
                <a:gd name="connsiteX4" fmla="*/ 0 w 950436"/>
                <a:gd name="connsiteY4" fmla="*/ 1250156 h 2500312"/>
                <a:gd name="connsiteX0" fmla="*/ 0 w 950436"/>
                <a:gd name="connsiteY0" fmla="*/ 1250156 h 2500312"/>
                <a:gd name="connsiteX1" fmla="*/ 475218 w 950436"/>
                <a:gd name="connsiteY1" fmla="*/ 0 h 2500312"/>
                <a:gd name="connsiteX2" fmla="*/ 950436 w 950436"/>
                <a:gd name="connsiteY2" fmla="*/ 1250156 h 2500312"/>
                <a:gd name="connsiteX3" fmla="*/ 475218 w 950436"/>
                <a:gd name="connsiteY3" fmla="*/ 2500312 h 2500312"/>
                <a:gd name="connsiteX4" fmla="*/ 0 w 950436"/>
                <a:gd name="connsiteY4" fmla="*/ 1250156 h 2500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436" h="2500312">
                  <a:moveTo>
                    <a:pt x="0" y="1250156"/>
                  </a:moveTo>
                  <a:cubicBezTo>
                    <a:pt x="0" y="559714"/>
                    <a:pt x="212762" y="0"/>
                    <a:pt x="475218" y="0"/>
                  </a:cubicBezTo>
                  <a:cubicBezTo>
                    <a:pt x="737674" y="0"/>
                    <a:pt x="926623" y="254914"/>
                    <a:pt x="950436" y="1250156"/>
                  </a:cubicBezTo>
                  <a:cubicBezTo>
                    <a:pt x="912338" y="2362079"/>
                    <a:pt x="737674" y="2500312"/>
                    <a:pt x="475218" y="2500312"/>
                  </a:cubicBezTo>
                  <a:cubicBezTo>
                    <a:pt x="212762" y="2500312"/>
                    <a:pt x="0" y="1940598"/>
                    <a:pt x="0" y="1250156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26">
              <a:extLst>
                <a:ext uri="{FF2B5EF4-FFF2-40B4-BE49-F238E27FC236}">
                  <a16:creationId xmlns:a16="http://schemas.microsoft.com/office/drawing/2014/main" id="{07296205-CF9C-7230-81EA-883A3C2559DD}"/>
                </a:ext>
              </a:extLst>
            </p:cNvPr>
            <p:cNvSpPr/>
            <p:nvPr/>
          </p:nvSpPr>
          <p:spPr>
            <a:xfrm>
              <a:off x="4123246" y="2310643"/>
              <a:ext cx="680795" cy="648887"/>
            </a:xfrm>
            <a:custGeom>
              <a:avLst/>
              <a:gdLst>
                <a:gd name="connsiteX0" fmla="*/ 0 w 799837"/>
                <a:gd name="connsiteY0" fmla="*/ 457200 h 914400"/>
                <a:gd name="connsiteX1" fmla="*/ 399919 w 799837"/>
                <a:gd name="connsiteY1" fmla="*/ 0 h 914400"/>
                <a:gd name="connsiteX2" fmla="*/ 799838 w 799837"/>
                <a:gd name="connsiteY2" fmla="*/ 457200 h 914400"/>
                <a:gd name="connsiteX3" fmla="*/ 399919 w 799837"/>
                <a:gd name="connsiteY3" fmla="*/ 914400 h 914400"/>
                <a:gd name="connsiteX4" fmla="*/ 0 w 799837"/>
                <a:gd name="connsiteY4" fmla="*/ 457200 h 914400"/>
                <a:gd name="connsiteX0" fmla="*/ 0 w 718875"/>
                <a:gd name="connsiteY0" fmla="*/ 309367 h 920890"/>
                <a:gd name="connsiteX1" fmla="*/ 318956 w 718875"/>
                <a:gd name="connsiteY1" fmla="*/ 4567 h 920890"/>
                <a:gd name="connsiteX2" fmla="*/ 718875 w 718875"/>
                <a:gd name="connsiteY2" fmla="*/ 461767 h 920890"/>
                <a:gd name="connsiteX3" fmla="*/ 318956 w 718875"/>
                <a:gd name="connsiteY3" fmla="*/ 918967 h 920890"/>
                <a:gd name="connsiteX4" fmla="*/ 0 w 718875"/>
                <a:gd name="connsiteY4" fmla="*/ 309367 h 920890"/>
                <a:gd name="connsiteX0" fmla="*/ 0 w 680775"/>
                <a:gd name="connsiteY0" fmla="*/ 305460 h 915123"/>
                <a:gd name="connsiteX1" fmla="*/ 318956 w 680775"/>
                <a:gd name="connsiteY1" fmla="*/ 660 h 915123"/>
                <a:gd name="connsiteX2" fmla="*/ 680775 w 680775"/>
                <a:gd name="connsiteY2" fmla="*/ 272122 h 915123"/>
                <a:gd name="connsiteX3" fmla="*/ 318956 w 680775"/>
                <a:gd name="connsiteY3" fmla="*/ 915060 h 915123"/>
                <a:gd name="connsiteX4" fmla="*/ 0 w 680775"/>
                <a:gd name="connsiteY4" fmla="*/ 305460 h 915123"/>
                <a:gd name="connsiteX0" fmla="*/ 20 w 680795"/>
                <a:gd name="connsiteY0" fmla="*/ 305460 h 819869"/>
                <a:gd name="connsiteX1" fmla="*/ 318976 w 680795"/>
                <a:gd name="connsiteY1" fmla="*/ 660 h 819869"/>
                <a:gd name="connsiteX2" fmla="*/ 680795 w 680795"/>
                <a:gd name="connsiteY2" fmla="*/ 272122 h 819869"/>
                <a:gd name="connsiteX3" fmla="*/ 333264 w 680795"/>
                <a:gd name="connsiteY3" fmla="*/ 819810 h 819869"/>
                <a:gd name="connsiteX4" fmla="*/ 20 w 680795"/>
                <a:gd name="connsiteY4" fmla="*/ 305460 h 819869"/>
                <a:gd name="connsiteX0" fmla="*/ 20 w 680795"/>
                <a:gd name="connsiteY0" fmla="*/ 305460 h 819811"/>
                <a:gd name="connsiteX1" fmla="*/ 318976 w 680795"/>
                <a:gd name="connsiteY1" fmla="*/ 660 h 819811"/>
                <a:gd name="connsiteX2" fmla="*/ 680795 w 680795"/>
                <a:gd name="connsiteY2" fmla="*/ 272122 h 819811"/>
                <a:gd name="connsiteX3" fmla="*/ 333264 w 680795"/>
                <a:gd name="connsiteY3" fmla="*/ 819810 h 819811"/>
                <a:gd name="connsiteX4" fmla="*/ 20 w 680795"/>
                <a:gd name="connsiteY4" fmla="*/ 305460 h 819811"/>
                <a:gd name="connsiteX0" fmla="*/ 20 w 680795"/>
                <a:gd name="connsiteY0" fmla="*/ 305040 h 819391"/>
                <a:gd name="connsiteX1" fmla="*/ 318976 w 680795"/>
                <a:gd name="connsiteY1" fmla="*/ 240 h 819391"/>
                <a:gd name="connsiteX2" fmla="*/ 680795 w 680795"/>
                <a:gd name="connsiteY2" fmla="*/ 271702 h 819391"/>
                <a:gd name="connsiteX3" fmla="*/ 333264 w 680795"/>
                <a:gd name="connsiteY3" fmla="*/ 819390 h 819391"/>
                <a:gd name="connsiteX4" fmla="*/ 20 w 680795"/>
                <a:gd name="connsiteY4" fmla="*/ 305040 h 819391"/>
                <a:gd name="connsiteX0" fmla="*/ 20 w 680795"/>
                <a:gd name="connsiteY0" fmla="*/ 305040 h 819391"/>
                <a:gd name="connsiteX1" fmla="*/ 318976 w 680795"/>
                <a:gd name="connsiteY1" fmla="*/ 240 h 819391"/>
                <a:gd name="connsiteX2" fmla="*/ 680795 w 680795"/>
                <a:gd name="connsiteY2" fmla="*/ 271702 h 819391"/>
                <a:gd name="connsiteX3" fmla="*/ 333264 w 680795"/>
                <a:gd name="connsiteY3" fmla="*/ 819390 h 819391"/>
                <a:gd name="connsiteX4" fmla="*/ 20 w 680795"/>
                <a:gd name="connsiteY4" fmla="*/ 305040 h 81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0795" h="819391">
                  <a:moveTo>
                    <a:pt x="20" y="305040"/>
                  </a:moveTo>
                  <a:cubicBezTo>
                    <a:pt x="-2361" y="187565"/>
                    <a:pt x="205514" y="5796"/>
                    <a:pt x="318976" y="240"/>
                  </a:cubicBezTo>
                  <a:cubicBezTo>
                    <a:pt x="432438" y="-5316"/>
                    <a:pt x="666508" y="85872"/>
                    <a:pt x="680795" y="271702"/>
                  </a:cubicBezTo>
                  <a:cubicBezTo>
                    <a:pt x="680795" y="524207"/>
                    <a:pt x="403864" y="818596"/>
                    <a:pt x="333264" y="819390"/>
                  </a:cubicBezTo>
                  <a:cubicBezTo>
                    <a:pt x="262664" y="820184"/>
                    <a:pt x="2401" y="422515"/>
                    <a:pt x="20" y="305040"/>
                  </a:cubicBezTo>
                  <a:close/>
                </a:path>
              </a:pathLst>
            </a:custGeom>
            <a:solidFill>
              <a:srgbClr val="EDBB8C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A69A89-4F2D-7A11-453E-4D00C67123F7}"/>
              </a:ext>
            </a:extLst>
          </p:cNvPr>
          <p:cNvGrpSpPr/>
          <p:nvPr/>
        </p:nvGrpSpPr>
        <p:grpSpPr>
          <a:xfrm>
            <a:off x="5880053" y="708400"/>
            <a:ext cx="4277367" cy="6239040"/>
            <a:chOff x="2390581" y="381001"/>
            <a:chExt cx="4277367" cy="623904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1795512-5513-E72E-DC33-90C1B998C005}"/>
                </a:ext>
              </a:extLst>
            </p:cNvPr>
            <p:cNvSpPr/>
            <p:nvPr/>
          </p:nvSpPr>
          <p:spPr>
            <a:xfrm rot="19307679">
              <a:off x="5846419" y="2641197"/>
              <a:ext cx="821529" cy="1915557"/>
            </a:xfrm>
            <a:prstGeom prst="ellipse">
              <a:avLst/>
            </a:prstGeom>
            <a:solidFill>
              <a:srgbClr val="44435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C9B3E8D-3088-5BA4-E6F5-7B4F3D85107B}"/>
                </a:ext>
              </a:extLst>
            </p:cNvPr>
            <p:cNvSpPr/>
            <p:nvPr/>
          </p:nvSpPr>
          <p:spPr>
            <a:xfrm rot="2564310">
              <a:off x="2390581" y="2641196"/>
              <a:ext cx="821529" cy="1915557"/>
            </a:xfrm>
            <a:prstGeom prst="ellipse">
              <a:avLst/>
            </a:prstGeom>
            <a:solidFill>
              <a:srgbClr val="44435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id="{ADE63FFC-8545-493F-168E-32BE34454898}"/>
                </a:ext>
              </a:extLst>
            </p:cNvPr>
            <p:cNvSpPr/>
            <p:nvPr/>
          </p:nvSpPr>
          <p:spPr>
            <a:xfrm>
              <a:off x="2948115" y="5685184"/>
              <a:ext cx="1133556" cy="886072"/>
            </a:xfrm>
            <a:custGeom>
              <a:avLst/>
              <a:gdLst>
                <a:gd name="connsiteX0" fmla="*/ 0 w 556592"/>
                <a:gd name="connsiteY0" fmla="*/ 0 h 516834"/>
                <a:gd name="connsiteX1" fmla="*/ 556592 w 556592"/>
                <a:gd name="connsiteY1" fmla="*/ 0 h 516834"/>
                <a:gd name="connsiteX2" fmla="*/ 556592 w 556592"/>
                <a:gd name="connsiteY2" fmla="*/ 516834 h 516834"/>
                <a:gd name="connsiteX3" fmla="*/ 0 w 556592"/>
                <a:gd name="connsiteY3" fmla="*/ 516834 h 516834"/>
                <a:gd name="connsiteX4" fmla="*/ 0 w 556592"/>
                <a:gd name="connsiteY4" fmla="*/ 0 h 516834"/>
                <a:gd name="connsiteX0" fmla="*/ 26504 w 583096"/>
                <a:gd name="connsiteY0" fmla="*/ 0 h 649356"/>
                <a:gd name="connsiteX1" fmla="*/ 583096 w 583096"/>
                <a:gd name="connsiteY1" fmla="*/ 0 h 649356"/>
                <a:gd name="connsiteX2" fmla="*/ 583096 w 583096"/>
                <a:gd name="connsiteY2" fmla="*/ 516834 h 649356"/>
                <a:gd name="connsiteX3" fmla="*/ 0 w 583096"/>
                <a:gd name="connsiteY3" fmla="*/ 649356 h 649356"/>
                <a:gd name="connsiteX4" fmla="*/ 26504 w 583096"/>
                <a:gd name="connsiteY4" fmla="*/ 0 h 649356"/>
                <a:gd name="connsiteX0" fmla="*/ 26504 w 583096"/>
                <a:gd name="connsiteY0" fmla="*/ 0 h 742121"/>
                <a:gd name="connsiteX1" fmla="*/ 583096 w 583096"/>
                <a:gd name="connsiteY1" fmla="*/ 0 h 742121"/>
                <a:gd name="connsiteX2" fmla="*/ 583096 w 583096"/>
                <a:gd name="connsiteY2" fmla="*/ 516834 h 742121"/>
                <a:gd name="connsiteX3" fmla="*/ 344557 w 583096"/>
                <a:gd name="connsiteY3" fmla="*/ 742121 h 742121"/>
                <a:gd name="connsiteX4" fmla="*/ 0 w 583096"/>
                <a:gd name="connsiteY4" fmla="*/ 649356 h 742121"/>
                <a:gd name="connsiteX5" fmla="*/ 26504 w 583096"/>
                <a:gd name="connsiteY5" fmla="*/ 0 h 742121"/>
                <a:gd name="connsiteX0" fmla="*/ 26504 w 795131"/>
                <a:gd name="connsiteY0" fmla="*/ 0 h 742121"/>
                <a:gd name="connsiteX1" fmla="*/ 583096 w 795131"/>
                <a:gd name="connsiteY1" fmla="*/ 0 h 742121"/>
                <a:gd name="connsiteX2" fmla="*/ 795131 w 795131"/>
                <a:gd name="connsiteY2" fmla="*/ 530087 h 742121"/>
                <a:gd name="connsiteX3" fmla="*/ 344557 w 795131"/>
                <a:gd name="connsiteY3" fmla="*/ 742121 h 742121"/>
                <a:gd name="connsiteX4" fmla="*/ 0 w 795131"/>
                <a:gd name="connsiteY4" fmla="*/ 649356 h 742121"/>
                <a:gd name="connsiteX5" fmla="*/ 26504 w 795131"/>
                <a:gd name="connsiteY5" fmla="*/ 0 h 742121"/>
                <a:gd name="connsiteX0" fmla="*/ 26504 w 795131"/>
                <a:gd name="connsiteY0" fmla="*/ 0 h 886072"/>
                <a:gd name="connsiteX1" fmla="*/ 583096 w 795131"/>
                <a:gd name="connsiteY1" fmla="*/ 0 h 886072"/>
                <a:gd name="connsiteX2" fmla="*/ 795131 w 795131"/>
                <a:gd name="connsiteY2" fmla="*/ 530087 h 886072"/>
                <a:gd name="connsiteX3" fmla="*/ 344557 w 795131"/>
                <a:gd name="connsiteY3" fmla="*/ 742121 h 886072"/>
                <a:gd name="connsiteX4" fmla="*/ 0 w 795131"/>
                <a:gd name="connsiteY4" fmla="*/ 649356 h 886072"/>
                <a:gd name="connsiteX5" fmla="*/ 26504 w 795131"/>
                <a:gd name="connsiteY5" fmla="*/ 0 h 886072"/>
                <a:gd name="connsiteX0" fmla="*/ 26504 w 795131"/>
                <a:gd name="connsiteY0" fmla="*/ 0 h 886072"/>
                <a:gd name="connsiteX1" fmla="*/ 583096 w 795131"/>
                <a:gd name="connsiteY1" fmla="*/ 0 h 886072"/>
                <a:gd name="connsiteX2" fmla="*/ 795131 w 795131"/>
                <a:gd name="connsiteY2" fmla="*/ 530087 h 886072"/>
                <a:gd name="connsiteX3" fmla="*/ 344557 w 795131"/>
                <a:gd name="connsiteY3" fmla="*/ 742121 h 886072"/>
                <a:gd name="connsiteX4" fmla="*/ 0 w 795131"/>
                <a:gd name="connsiteY4" fmla="*/ 649356 h 886072"/>
                <a:gd name="connsiteX5" fmla="*/ 26504 w 795131"/>
                <a:gd name="connsiteY5" fmla="*/ 0 h 886072"/>
                <a:gd name="connsiteX0" fmla="*/ 353468 w 1122095"/>
                <a:gd name="connsiteY0" fmla="*/ 0 h 886072"/>
                <a:gd name="connsiteX1" fmla="*/ 910060 w 1122095"/>
                <a:gd name="connsiteY1" fmla="*/ 0 h 886072"/>
                <a:gd name="connsiteX2" fmla="*/ 1122095 w 1122095"/>
                <a:gd name="connsiteY2" fmla="*/ 530087 h 886072"/>
                <a:gd name="connsiteX3" fmla="*/ 671521 w 1122095"/>
                <a:gd name="connsiteY3" fmla="*/ 742121 h 886072"/>
                <a:gd name="connsiteX4" fmla="*/ 326964 w 1122095"/>
                <a:gd name="connsiteY4" fmla="*/ 649356 h 886072"/>
                <a:gd name="connsiteX5" fmla="*/ 353468 w 1122095"/>
                <a:gd name="connsiteY5" fmla="*/ 0 h 886072"/>
                <a:gd name="connsiteX0" fmla="*/ 476778 w 1086379"/>
                <a:gd name="connsiteY0" fmla="*/ 66260 h 886072"/>
                <a:gd name="connsiteX1" fmla="*/ 874344 w 1086379"/>
                <a:gd name="connsiteY1" fmla="*/ 0 h 886072"/>
                <a:gd name="connsiteX2" fmla="*/ 1086379 w 1086379"/>
                <a:gd name="connsiteY2" fmla="*/ 530087 h 886072"/>
                <a:gd name="connsiteX3" fmla="*/ 635805 w 1086379"/>
                <a:gd name="connsiteY3" fmla="*/ 742121 h 886072"/>
                <a:gd name="connsiteX4" fmla="*/ 291248 w 1086379"/>
                <a:gd name="connsiteY4" fmla="*/ 649356 h 886072"/>
                <a:gd name="connsiteX5" fmla="*/ 476778 w 1086379"/>
                <a:gd name="connsiteY5" fmla="*/ 66260 h 886072"/>
                <a:gd name="connsiteX0" fmla="*/ 552402 w 1162003"/>
                <a:gd name="connsiteY0" fmla="*/ 66260 h 886072"/>
                <a:gd name="connsiteX1" fmla="*/ 949968 w 1162003"/>
                <a:gd name="connsiteY1" fmla="*/ 0 h 886072"/>
                <a:gd name="connsiteX2" fmla="*/ 1162003 w 1162003"/>
                <a:gd name="connsiteY2" fmla="*/ 530087 h 886072"/>
                <a:gd name="connsiteX3" fmla="*/ 711429 w 1162003"/>
                <a:gd name="connsiteY3" fmla="*/ 742121 h 886072"/>
                <a:gd name="connsiteX4" fmla="*/ 366872 w 1162003"/>
                <a:gd name="connsiteY4" fmla="*/ 649356 h 886072"/>
                <a:gd name="connsiteX5" fmla="*/ 552402 w 1162003"/>
                <a:gd name="connsiteY5" fmla="*/ 66260 h 886072"/>
                <a:gd name="connsiteX0" fmla="*/ 564934 w 1174535"/>
                <a:gd name="connsiteY0" fmla="*/ 66260 h 886072"/>
                <a:gd name="connsiteX1" fmla="*/ 962500 w 1174535"/>
                <a:gd name="connsiteY1" fmla="*/ 0 h 886072"/>
                <a:gd name="connsiteX2" fmla="*/ 1174535 w 1174535"/>
                <a:gd name="connsiteY2" fmla="*/ 530087 h 886072"/>
                <a:gd name="connsiteX3" fmla="*/ 723961 w 1174535"/>
                <a:gd name="connsiteY3" fmla="*/ 742121 h 886072"/>
                <a:gd name="connsiteX4" fmla="*/ 379404 w 1174535"/>
                <a:gd name="connsiteY4" fmla="*/ 649356 h 886072"/>
                <a:gd name="connsiteX5" fmla="*/ 564934 w 1174535"/>
                <a:gd name="connsiteY5" fmla="*/ 66260 h 886072"/>
                <a:gd name="connsiteX0" fmla="*/ 523955 w 1133556"/>
                <a:gd name="connsiteY0" fmla="*/ 66260 h 886072"/>
                <a:gd name="connsiteX1" fmla="*/ 921521 w 1133556"/>
                <a:gd name="connsiteY1" fmla="*/ 0 h 886072"/>
                <a:gd name="connsiteX2" fmla="*/ 1133556 w 1133556"/>
                <a:gd name="connsiteY2" fmla="*/ 530087 h 886072"/>
                <a:gd name="connsiteX3" fmla="*/ 682982 w 1133556"/>
                <a:gd name="connsiteY3" fmla="*/ 742121 h 886072"/>
                <a:gd name="connsiteX4" fmla="*/ 338425 w 1133556"/>
                <a:gd name="connsiteY4" fmla="*/ 649356 h 886072"/>
                <a:gd name="connsiteX5" fmla="*/ 523955 w 1133556"/>
                <a:gd name="connsiteY5" fmla="*/ 66260 h 886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3556" h="886072">
                  <a:moveTo>
                    <a:pt x="523955" y="66260"/>
                  </a:moveTo>
                  <a:lnTo>
                    <a:pt x="921521" y="0"/>
                  </a:lnTo>
                  <a:lnTo>
                    <a:pt x="1133556" y="530087"/>
                  </a:lnTo>
                  <a:cubicBezTo>
                    <a:pt x="1049625" y="556591"/>
                    <a:pt x="740409" y="1152939"/>
                    <a:pt x="682982" y="742121"/>
                  </a:cubicBezTo>
                  <a:cubicBezTo>
                    <a:pt x="369347" y="883477"/>
                    <a:pt x="453277" y="680278"/>
                    <a:pt x="338425" y="649356"/>
                  </a:cubicBezTo>
                  <a:cubicBezTo>
                    <a:pt x="-487626" y="856974"/>
                    <a:pt x="448859" y="44173"/>
                    <a:pt x="523955" y="66260"/>
                  </a:cubicBezTo>
                  <a:close/>
                </a:path>
              </a:pathLst>
            </a:custGeom>
            <a:solidFill>
              <a:srgbClr val="F8BE87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B48CA287-7B8E-2675-1635-24267B97BF38}"/>
                </a:ext>
              </a:extLst>
            </p:cNvPr>
            <p:cNvSpPr/>
            <p:nvPr/>
          </p:nvSpPr>
          <p:spPr>
            <a:xfrm flipH="1">
              <a:off x="4683541" y="5733969"/>
              <a:ext cx="1133556" cy="886072"/>
            </a:xfrm>
            <a:custGeom>
              <a:avLst/>
              <a:gdLst>
                <a:gd name="connsiteX0" fmla="*/ 0 w 556592"/>
                <a:gd name="connsiteY0" fmla="*/ 0 h 516834"/>
                <a:gd name="connsiteX1" fmla="*/ 556592 w 556592"/>
                <a:gd name="connsiteY1" fmla="*/ 0 h 516834"/>
                <a:gd name="connsiteX2" fmla="*/ 556592 w 556592"/>
                <a:gd name="connsiteY2" fmla="*/ 516834 h 516834"/>
                <a:gd name="connsiteX3" fmla="*/ 0 w 556592"/>
                <a:gd name="connsiteY3" fmla="*/ 516834 h 516834"/>
                <a:gd name="connsiteX4" fmla="*/ 0 w 556592"/>
                <a:gd name="connsiteY4" fmla="*/ 0 h 516834"/>
                <a:gd name="connsiteX0" fmla="*/ 26504 w 583096"/>
                <a:gd name="connsiteY0" fmla="*/ 0 h 649356"/>
                <a:gd name="connsiteX1" fmla="*/ 583096 w 583096"/>
                <a:gd name="connsiteY1" fmla="*/ 0 h 649356"/>
                <a:gd name="connsiteX2" fmla="*/ 583096 w 583096"/>
                <a:gd name="connsiteY2" fmla="*/ 516834 h 649356"/>
                <a:gd name="connsiteX3" fmla="*/ 0 w 583096"/>
                <a:gd name="connsiteY3" fmla="*/ 649356 h 649356"/>
                <a:gd name="connsiteX4" fmla="*/ 26504 w 583096"/>
                <a:gd name="connsiteY4" fmla="*/ 0 h 649356"/>
                <a:gd name="connsiteX0" fmla="*/ 26504 w 583096"/>
                <a:gd name="connsiteY0" fmla="*/ 0 h 742121"/>
                <a:gd name="connsiteX1" fmla="*/ 583096 w 583096"/>
                <a:gd name="connsiteY1" fmla="*/ 0 h 742121"/>
                <a:gd name="connsiteX2" fmla="*/ 583096 w 583096"/>
                <a:gd name="connsiteY2" fmla="*/ 516834 h 742121"/>
                <a:gd name="connsiteX3" fmla="*/ 344557 w 583096"/>
                <a:gd name="connsiteY3" fmla="*/ 742121 h 742121"/>
                <a:gd name="connsiteX4" fmla="*/ 0 w 583096"/>
                <a:gd name="connsiteY4" fmla="*/ 649356 h 742121"/>
                <a:gd name="connsiteX5" fmla="*/ 26504 w 583096"/>
                <a:gd name="connsiteY5" fmla="*/ 0 h 742121"/>
                <a:gd name="connsiteX0" fmla="*/ 26504 w 795131"/>
                <a:gd name="connsiteY0" fmla="*/ 0 h 742121"/>
                <a:gd name="connsiteX1" fmla="*/ 583096 w 795131"/>
                <a:gd name="connsiteY1" fmla="*/ 0 h 742121"/>
                <a:gd name="connsiteX2" fmla="*/ 795131 w 795131"/>
                <a:gd name="connsiteY2" fmla="*/ 530087 h 742121"/>
                <a:gd name="connsiteX3" fmla="*/ 344557 w 795131"/>
                <a:gd name="connsiteY3" fmla="*/ 742121 h 742121"/>
                <a:gd name="connsiteX4" fmla="*/ 0 w 795131"/>
                <a:gd name="connsiteY4" fmla="*/ 649356 h 742121"/>
                <a:gd name="connsiteX5" fmla="*/ 26504 w 795131"/>
                <a:gd name="connsiteY5" fmla="*/ 0 h 742121"/>
                <a:gd name="connsiteX0" fmla="*/ 26504 w 795131"/>
                <a:gd name="connsiteY0" fmla="*/ 0 h 886072"/>
                <a:gd name="connsiteX1" fmla="*/ 583096 w 795131"/>
                <a:gd name="connsiteY1" fmla="*/ 0 h 886072"/>
                <a:gd name="connsiteX2" fmla="*/ 795131 w 795131"/>
                <a:gd name="connsiteY2" fmla="*/ 530087 h 886072"/>
                <a:gd name="connsiteX3" fmla="*/ 344557 w 795131"/>
                <a:gd name="connsiteY3" fmla="*/ 742121 h 886072"/>
                <a:gd name="connsiteX4" fmla="*/ 0 w 795131"/>
                <a:gd name="connsiteY4" fmla="*/ 649356 h 886072"/>
                <a:gd name="connsiteX5" fmla="*/ 26504 w 795131"/>
                <a:gd name="connsiteY5" fmla="*/ 0 h 886072"/>
                <a:gd name="connsiteX0" fmla="*/ 26504 w 795131"/>
                <a:gd name="connsiteY0" fmla="*/ 0 h 886072"/>
                <a:gd name="connsiteX1" fmla="*/ 583096 w 795131"/>
                <a:gd name="connsiteY1" fmla="*/ 0 h 886072"/>
                <a:gd name="connsiteX2" fmla="*/ 795131 w 795131"/>
                <a:gd name="connsiteY2" fmla="*/ 530087 h 886072"/>
                <a:gd name="connsiteX3" fmla="*/ 344557 w 795131"/>
                <a:gd name="connsiteY3" fmla="*/ 742121 h 886072"/>
                <a:gd name="connsiteX4" fmla="*/ 0 w 795131"/>
                <a:gd name="connsiteY4" fmla="*/ 649356 h 886072"/>
                <a:gd name="connsiteX5" fmla="*/ 26504 w 795131"/>
                <a:gd name="connsiteY5" fmla="*/ 0 h 886072"/>
                <a:gd name="connsiteX0" fmla="*/ 353468 w 1122095"/>
                <a:gd name="connsiteY0" fmla="*/ 0 h 886072"/>
                <a:gd name="connsiteX1" fmla="*/ 910060 w 1122095"/>
                <a:gd name="connsiteY1" fmla="*/ 0 h 886072"/>
                <a:gd name="connsiteX2" fmla="*/ 1122095 w 1122095"/>
                <a:gd name="connsiteY2" fmla="*/ 530087 h 886072"/>
                <a:gd name="connsiteX3" fmla="*/ 671521 w 1122095"/>
                <a:gd name="connsiteY3" fmla="*/ 742121 h 886072"/>
                <a:gd name="connsiteX4" fmla="*/ 326964 w 1122095"/>
                <a:gd name="connsiteY4" fmla="*/ 649356 h 886072"/>
                <a:gd name="connsiteX5" fmla="*/ 353468 w 1122095"/>
                <a:gd name="connsiteY5" fmla="*/ 0 h 886072"/>
                <a:gd name="connsiteX0" fmla="*/ 476778 w 1086379"/>
                <a:gd name="connsiteY0" fmla="*/ 66260 h 886072"/>
                <a:gd name="connsiteX1" fmla="*/ 874344 w 1086379"/>
                <a:gd name="connsiteY1" fmla="*/ 0 h 886072"/>
                <a:gd name="connsiteX2" fmla="*/ 1086379 w 1086379"/>
                <a:gd name="connsiteY2" fmla="*/ 530087 h 886072"/>
                <a:gd name="connsiteX3" fmla="*/ 635805 w 1086379"/>
                <a:gd name="connsiteY3" fmla="*/ 742121 h 886072"/>
                <a:gd name="connsiteX4" fmla="*/ 291248 w 1086379"/>
                <a:gd name="connsiteY4" fmla="*/ 649356 h 886072"/>
                <a:gd name="connsiteX5" fmla="*/ 476778 w 1086379"/>
                <a:gd name="connsiteY5" fmla="*/ 66260 h 886072"/>
                <a:gd name="connsiteX0" fmla="*/ 552402 w 1162003"/>
                <a:gd name="connsiteY0" fmla="*/ 66260 h 886072"/>
                <a:gd name="connsiteX1" fmla="*/ 949968 w 1162003"/>
                <a:gd name="connsiteY1" fmla="*/ 0 h 886072"/>
                <a:gd name="connsiteX2" fmla="*/ 1162003 w 1162003"/>
                <a:gd name="connsiteY2" fmla="*/ 530087 h 886072"/>
                <a:gd name="connsiteX3" fmla="*/ 711429 w 1162003"/>
                <a:gd name="connsiteY3" fmla="*/ 742121 h 886072"/>
                <a:gd name="connsiteX4" fmla="*/ 366872 w 1162003"/>
                <a:gd name="connsiteY4" fmla="*/ 649356 h 886072"/>
                <a:gd name="connsiteX5" fmla="*/ 552402 w 1162003"/>
                <a:gd name="connsiteY5" fmla="*/ 66260 h 886072"/>
                <a:gd name="connsiteX0" fmla="*/ 564934 w 1174535"/>
                <a:gd name="connsiteY0" fmla="*/ 66260 h 886072"/>
                <a:gd name="connsiteX1" fmla="*/ 962500 w 1174535"/>
                <a:gd name="connsiteY1" fmla="*/ 0 h 886072"/>
                <a:gd name="connsiteX2" fmla="*/ 1174535 w 1174535"/>
                <a:gd name="connsiteY2" fmla="*/ 530087 h 886072"/>
                <a:gd name="connsiteX3" fmla="*/ 723961 w 1174535"/>
                <a:gd name="connsiteY3" fmla="*/ 742121 h 886072"/>
                <a:gd name="connsiteX4" fmla="*/ 379404 w 1174535"/>
                <a:gd name="connsiteY4" fmla="*/ 649356 h 886072"/>
                <a:gd name="connsiteX5" fmla="*/ 564934 w 1174535"/>
                <a:gd name="connsiteY5" fmla="*/ 66260 h 886072"/>
                <a:gd name="connsiteX0" fmla="*/ 523955 w 1133556"/>
                <a:gd name="connsiteY0" fmla="*/ 66260 h 886072"/>
                <a:gd name="connsiteX1" fmla="*/ 921521 w 1133556"/>
                <a:gd name="connsiteY1" fmla="*/ 0 h 886072"/>
                <a:gd name="connsiteX2" fmla="*/ 1133556 w 1133556"/>
                <a:gd name="connsiteY2" fmla="*/ 530087 h 886072"/>
                <a:gd name="connsiteX3" fmla="*/ 682982 w 1133556"/>
                <a:gd name="connsiteY3" fmla="*/ 742121 h 886072"/>
                <a:gd name="connsiteX4" fmla="*/ 338425 w 1133556"/>
                <a:gd name="connsiteY4" fmla="*/ 649356 h 886072"/>
                <a:gd name="connsiteX5" fmla="*/ 523955 w 1133556"/>
                <a:gd name="connsiteY5" fmla="*/ 66260 h 886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3556" h="886072">
                  <a:moveTo>
                    <a:pt x="523955" y="66260"/>
                  </a:moveTo>
                  <a:lnTo>
                    <a:pt x="921521" y="0"/>
                  </a:lnTo>
                  <a:lnTo>
                    <a:pt x="1133556" y="530087"/>
                  </a:lnTo>
                  <a:cubicBezTo>
                    <a:pt x="1049625" y="556591"/>
                    <a:pt x="740409" y="1152939"/>
                    <a:pt x="682982" y="742121"/>
                  </a:cubicBezTo>
                  <a:cubicBezTo>
                    <a:pt x="369347" y="883477"/>
                    <a:pt x="453277" y="680278"/>
                    <a:pt x="338425" y="649356"/>
                  </a:cubicBezTo>
                  <a:cubicBezTo>
                    <a:pt x="-487626" y="856974"/>
                    <a:pt x="448859" y="44173"/>
                    <a:pt x="523955" y="66260"/>
                  </a:cubicBezTo>
                  <a:close/>
                </a:path>
              </a:pathLst>
            </a:custGeom>
            <a:solidFill>
              <a:srgbClr val="F8BE87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Oval 1">
              <a:extLst>
                <a:ext uri="{FF2B5EF4-FFF2-40B4-BE49-F238E27FC236}">
                  <a16:creationId xmlns:a16="http://schemas.microsoft.com/office/drawing/2014/main" id="{3C12A179-F8DD-6703-E027-974B740FEED2}"/>
                </a:ext>
              </a:extLst>
            </p:cNvPr>
            <p:cNvSpPr/>
            <p:nvPr/>
          </p:nvSpPr>
          <p:spPr>
            <a:xfrm>
              <a:off x="2565400" y="2144192"/>
              <a:ext cx="3936999" cy="4190999"/>
            </a:xfrm>
            <a:custGeom>
              <a:avLst/>
              <a:gdLst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1119 w 4027019"/>
                <a:gd name="connsiteY0" fmla="*/ 1524000 h 3048000"/>
                <a:gd name="connsiteX1" fmla="*/ 2014069 w 4027019"/>
                <a:gd name="connsiteY1" fmla="*/ 0 h 3048000"/>
                <a:gd name="connsiteX2" fmla="*/ 4027019 w 4027019"/>
                <a:gd name="connsiteY2" fmla="*/ 1524000 h 3048000"/>
                <a:gd name="connsiteX3" fmla="*/ 2014069 w 4027019"/>
                <a:gd name="connsiteY3" fmla="*/ 3048000 h 3048000"/>
                <a:gd name="connsiteX4" fmla="*/ 1119 w 4027019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510 w 4026410"/>
                <a:gd name="connsiteY0" fmla="*/ 1524000 h 3048000"/>
                <a:gd name="connsiteX1" fmla="*/ 2013460 w 4026410"/>
                <a:gd name="connsiteY1" fmla="*/ 0 h 3048000"/>
                <a:gd name="connsiteX2" fmla="*/ 4026410 w 4026410"/>
                <a:gd name="connsiteY2" fmla="*/ 1524000 h 3048000"/>
                <a:gd name="connsiteX3" fmla="*/ 2013460 w 4026410"/>
                <a:gd name="connsiteY3" fmla="*/ 3048000 h 3048000"/>
                <a:gd name="connsiteX4" fmla="*/ 510 w 4026410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61 w 4026061"/>
                <a:gd name="connsiteY0" fmla="*/ 1524000 h 3048000"/>
                <a:gd name="connsiteX1" fmla="*/ 2013111 w 4026061"/>
                <a:gd name="connsiteY1" fmla="*/ 0 h 3048000"/>
                <a:gd name="connsiteX2" fmla="*/ 4026061 w 4026061"/>
                <a:gd name="connsiteY2" fmla="*/ 1524000 h 3048000"/>
                <a:gd name="connsiteX3" fmla="*/ 2013111 w 4026061"/>
                <a:gd name="connsiteY3" fmla="*/ 3048000 h 3048000"/>
                <a:gd name="connsiteX4" fmla="*/ 161 w 4026061"/>
                <a:gd name="connsiteY4" fmla="*/ 1524000 h 304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26061" h="3048000">
                  <a:moveTo>
                    <a:pt x="161" y="1524000"/>
                  </a:moveTo>
                  <a:cubicBezTo>
                    <a:pt x="12861" y="542618"/>
                    <a:pt x="901389" y="0"/>
                    <a:pt x="2013111" y="0"/>
                  </a:cubicBezTo>
                  <a:cubicBezTo>
                    <a:pt x="3124833" y="0"/>
                    <a:pt x="4026061" y="491818"/>
                    <a:pt x="4026061" y="1524000"/>
                  </a:cubicBezTo>
                  <a:cubicBezTo>
                    <a:pt x="4026061" y="2645082"/>
                    <a:pt x="3302633" y="3048000"/>
                    <a:pt x="2013111" y="3048000"/>
                  </a:cubicBezTo>
                  <a:cubicBezTo>
                    <a:pt x="723589" y="3048000"/>
                    <a:pt x="-12539" y="2505382"/>
                    <a:pt x="161" y="1524000"/>
                  </a:cubicBezTo>
                  <a:close/>
                </a:path>
              </a:pathLst>
            </a:custGeom>
            <a:solidFill>
              <a:srgbClr val="44435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Oval 13">
              <a:extLst>
                <a:ext uri="{FF2B5EF4-FFF2-40B4-BE49-F238E27FC236}">
                  <a16:creationId xmlns:a16="http://schemas.microsoft.com/office/drawing/2014/main" id="{0494D30D-6F82-166B-8875-EE160A68E47D}"/>
                </a:ext>
              </a:extLst>
            </p:cNvPr>
            <p:cNvSpPr/>
            <p:nvPr/>
          </p:nvSpPr>
          <p:spPr>
            <a:xfrm>
              <a:off x="3167270" y="2484637"/>
              <a:ext cx="2733838" cy="3506374"/>
            </a:xfrm>
            <a:custGeom>
              <a:avLst/>
              <a:gdLst>
                <a:gd name="connsiteX0" fmla="*/ 0 w 2451653"/>
                <a:gd name="connsiteY0" fmla="*/ 1753106 h 3506212"/>
                <a:gd name="connsiteX1" fmla="*/ 1225827 w 2451653"/>
                <a:gd name="connsiteY1" fmla="*/ 0 h 3506212"/>
                <a:gd name="connsiteX2" fmla="*/ 2451654 w 2451653"/>
                <a:gd name="connsiteY2" fmla="*/ 1753106 h 3506212"/>
                <a:gd name="connsiteX3" fmla="*/ 1225827 w 2451653"/>
                <a:gd name="connsiteY3" fmla="*/ 3506212 h 3506212"/>
                <a:gd name="connsiteX4" fmla="*/ 0 w 2451653"/>
                <a:gd name="connsiteY4" fmla="*/ 1753106 h 3506212"/>
                <a:gd name="connsiteX0" fmla="*/ 0 w 2451654"/>
                <a:gd name="connsiteY0" fmla="*/ 1753106 h 3506374"/>
                <a:gd name="connsiteX1" fmla="*/ 1225827 w 2451654"/>
                <a:gd name="connsiteY1" fmla="*/ 0 h 3506374"/>
                <a:gd name="connsiteX2" fmla="*/ 2451654 w 2451654"/>
                <a:gd name="connsiteY2" fmla="*/ 1753106 h 3506374"/>
                <a:gd name="connsiteX3" fmla="*/ 1225827 w 2451654"/>
                <a:gd name="connsiteY3" fmla="*/ 3506212 h 3506374"/>
                <a:gd name="connsiteX4" fmla="*/ 0 w 2451654"/>
                <a:gd name="connsiteY4" fmla="*/ 1753106 h 3506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1654" h="3506374">
                  <a:moveTo>
                    <a:pt x="0" y="1753106"/>
                  </a:moveTo>
                  <a:cubicBezTo>
                    <a:pt x="0" y="784892"/>
                    <a:pt x="548821" y="0"/>
                    <a:pt x="1225827" y="0"/>
                  </a:cubicBezTo>
                  <a:cubicBezTo>
                    <a:pt x="1902833" y="0"/>
                    <a:pt x="2451654" y="784892"/>
                    <a:pt x="2451654" y="1753106"/>
                  </a:cubicBezTo>
                  <a:cubicBezTo>
                    <a:pt x="2451654" y="2721320"/>
                    <a:pt x="2393163" y="3519464"/>
                    <a:pt x="1225827" y="3506212"/>
                  </a:cubicBezTo>
                  <a:cubicBezTo>
                    <a:pt x="58491" y="3492960"/>
                    <a:pt x="0" y="2721320"/>
                    <a:pt x="0" y="1753106"/>
                  </a:cubicBez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1627D40-0630-984B-1DCB-4F9FDD79FFCF}"/>
                </a:ext>
              </a:extLst>
            </p:cNvPr>
            <p:cNvSpPr/>
            <p:nvPr/>
          </p:nvSpPr>
          <p:spPr>
            <a:xfrm rot="20394628">
              <a:off x="6029161" y="2915990"/>
              <a:ext cx="308979" cy="601460"/>
            </a:xfrm>
            <a:prstGeom prst="ellipse">
              <a:avLst/>
            </a:prstGeom>
            <a:solidFill>
              <a:srgbClr val="44435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E8B4E1C-A8D7-25EF-8587-A4E0C91A2AFF}"/>
                </a:ext>
              </a:extLst>
            </p:cNvPr>
            <p:cNvSpPr/>
            <p:nvPr/>
          </p:nvSpPr>
          <p:spPr>
            <a:xfrm rot="1061487" flipH="1">
              <a:off x="2734892" y="2962747"/>
              <a:ext cx="308979" cy="601460"/>
            </a:xfrm>
            <a:prstGeom prst="ellipse">
              <a:avLst/>
            </a:prstGeom>
            <a:solidFill>
              <a:srgbClr val="44435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Oval 1">
              <a:extLst>
                <a:ext uri="{FF2B5EF4-FFF2-40B4-BE49-F238E27FC236}">
                  <a16:creationId xmlns:a16="http://schemas.microsoft.com/office/drawing/2014/main" id="{F3DA8C5E-DB0D-2EED-8285-68136DD5227F}"/>
                </a:ext>
              </a:extLst>
            </p:cNvPr>
            <p:cNvSpPr/>
            <p:nvPr/>
          </p:nvSpPr>
          <p:spPr>
            <a:xfrm>
              <a:off x="2476338" y="381001"/>
              <a:ext cx="4026061" cy="3048000"/>
            </a:xfrm>
            <a:custGeom>
              <a:avLst/>
              <a:gdLst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1119 w 4027019"/>
                <a:gd name="connsiteY0" fmla="*/ 1524000 h 3048000"/>
                <a:gd name="connsiteX1" fmla="*/ 2014069 w 4027019"/>
                <a:gd name="connsiteY1" fmla="*/ 0 h 3048000"/>
                <a:gd name="connsiteX2" fmla="*/ 4027019 w 4027019"/>
                <a:gd name="connsiteY2" fmla="*/ 1524000 h 3048000"/>
                <a:gd name="connsiteX3" fmla="*/ 2014069 w 4027019"/>
                <a:gd name="connsiteY3" fmla="*/ 3048000 h 3048000"/>
                <a:gd name="connsiteX4" fmla="*/ 1119 w 4027019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510 w 4026410"/>
                <a:gd name="connsiteY0" fmla="*/ 1524000 h 3048000"/>
                <a:gd name="connsiteX1" fmla="*/ 2013460 w 4026410"/>
                <a:gd name="connsiteY1" fmla="*/ 0 h 3048000"/>
                <a:gd name="connsiteX2" fmla="*/ 4026410 w 4026410"/>
                <a:gd name="connsiteY2" fmla="*/ 1524000 h 3048000"/>
                <a:gd name="connsiteX3" fmla="*/ 2013460 w 4026410"/>
                <a:gd name="connsiteY3" fmla="*/ 3048000 h 3048000"/>
                <a:gd name="connsiteX4" fmla="*/ 510 w 4026410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61 w 4026061"/>
                <a:gd name="connsiteY0" fmla="*/ 1524000 h 3048000"/>
                <a:gd name="connsiteX1" fmla="*/ 2013111 w 4026061"/>
                <a:gd name="connsiteY1" fmla="*/ 0 h 3048000"/>
                <a:gd name="connsiteX2" fmla="*/ 4026061 w 4026061"/>
                <a:gd name="connsiteY2" fmla="*/ 1524000 h 3048000"/>
                <a:gd name="connsiteX3" fmla="*/ 2013111 w 4026061"/>
                <a:gd name="connsiteY3" fmla="*/ 3048000 h 3048000"/>
                <a:gd name="connsiteX4" fmla="*/ 161 w 4026061"/>
                <a:gd name="connsiteY4" fmla="*/ 1524000 h 304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26061" h="3048000">
                  <a:moveTo>
                    <a:pt x="161" y="1524000"/>
                  </a:moveTo>
                  <a:cubicBezTo>
                    <a:pt x="12861" y="542618"/>
                    <a:pt x="901389" y="0"/>
                    <a:pt x="2013111" y="0"/>
                  </a:cubicBezTo>
                  <a:cubicBezTo>
                    <a:pt x="3124833" y="0"/>
                    <a:pt x="4026061" y="491818"/>
                    <a:pt x="4026061" y="1524000"/>
                  </a:cubicBezTo>
                  <a:cubicBezTo>
                    <a:pt x="4026061" y="2645082"/>
                    <a:pt x="3302633" y="3048000"/>
                    <a:pt x="2013111" y="3048000"/>
                  </a:cubicBezTo>
                  <a:cubicBezTo>
                    <a:pt x="723589" y="3048000"/>
                    <a:pt x="-12539" y="2505382"/>
                    <a:pt x="161" y="1524000"/>
                  </a:cubicBezTo>
                  <a:close/>
                </a:path>
              </a:pathLst>
            </a:custGeom>
            <a:solidFill>
              <a:srgbClr val="444352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0F01F13-97B6-D804-1624-91A1704D5EDB}"/>
                </a:ext>
              </a:extLst>
            </p:cNvPr>
            <p:cNvSpPr/>
            <p:nvPr/>
          </p:nvSpPr>
          <p:spPr>
            <a:xfrm>
              <a:off x="4609515" y="1351101"/>
              <a:ext cx="1510748" cy="1964431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05CCBA7-7C5F-AB8F-02E1-1356205CB2C1}"/>
                </a:ext>
              </a:extLst>
            </p:cNvPr>
            <p:cNvSpPr/>
            <p:nvPr/>
          </p:nvSpPr>
          <p:spPr>
            <a:xfrm>
              <a:off x="2884467" y="1332199"/>
              <a:ext cx="1510748" cy="1964431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EA189B1-0FD3-3757-76EB-7B002CFEEFA1}"/>
                </a:ext>
              </a:extLst>
            </p:cNvPr>
            <p:cNvSpPr/>
            <p:nvPr/>
          </p:nvSpPr>
          <p:spPr>
            <a:xfrm>
              <a:off x="5208103" y="1778389"/>
              <a:ext cx="494785" cy="494785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C17B325-C391-9989-3EE5-47870F0E37FD}"/>
                </a:ext>
              </a:extLst>
            </p:cNvPr>
            <p:cNvSpPr/>
            <p:nvPr/>
          </p:nvSpPr>
          <p:spPr>
            <a:xfrm>
              <a:off x="5400166" y="1915124"/>
              <a:ext cx="110657" cy="110657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254E33E-C03C-2AB8-A198-2508B7410103}"/>
                </a:ext>
              </a:extLst>
            </p:cNvPr>
            <p:cNvSpPr/>
            <p:nvPr/>
          </p:nvSpPr>
          <p:spPr>
            <a:xfrm>
              <a:off x="3315120" y="1808521"/>
              <a:ext cx="494785" cy="494785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8A85424-759A-D82A-BA53-02BDCFF40CC0}"/>
                </a:ext>
              </a:extLst>
            </p:cNvPr>
            <p:cNvSpPr/>
            <p:nvPr/>
          </p:nvSpPr>
          <p:spPr>
            <a:xfrm>
              <a:off x="3507183" y="1945256"/>
              <a:ext cx="110657" cy="110657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Oval 20">
              <a:extLst>
                <a:ext uri="{FF2B5EF4-FFF2-40B4-BE49-F238E27FC236}">
                  <a16:creationId xmlns:a16="http://schemas.microsoft.com/office/drawing/2014/main" id="{64E778FB-6E8A-30DD-8948-1A94FA064FBC}"/>
                </a:ext>
              </a:extLst>
            </p:cNvPr>
            <p:cNvSpPr/>
            <p:nvPr/>
          </p:nvSpPr>
          <p:spPr>
            <a:xfrm rot="5400000">
              <a:off x="4056301" y="1703628"/>
              <a:ext cx="950436" cy="2500312"/>
            </a:xfrm>
            <a:custGeom>
              <a:avLst/>
              <a:gdLst>
                <a:gd name="connsiteX0" fmla="*/ 0 w 950435"/>
                <a:gd name="connsiteY0" fmla="*/ 1250156 h 2500312"/>
                <a:gd name="connsiteX1" fmla="*/ 475218 w 950435"/>
                <a:gd name="connsiteY1" fmla="*/ 0 h 2500312"/>
                <a:gd name="connsiteX2" fmla="*/ 950436 w 950435"/>
                <a:gd name="connsiteY2" fmla="*/ 1250156 h 2500312"/>
                <a:gd name="connsiteX3" fmla="*/ 475218 w 950435"/>
                <a:gd name="connsiteY3" fmla="*/ 2500312 h 2500312"/>
                <a:gd name="connsiteX4" fmla="*/ 0 w 950435"/>
                <a:gd name="connsiteY4" fmla="*/ 1250156 h 2500312"/>
                <a:gd name="connsiteX0" fmla="*/ 0 w 950436"/>
                <a:gd name="connsiteY0" fmla="*/ 1250156 h 2500312"/>
                <a:gd name="connsiteX1" fmla="*/ 475218 w 950436"/>
                <a:gd name="connsiteY1" fmla="*/ 0 h 2500312"/>
                <a:gd name="connsiteX2" fmla="*/ 950436 w 950436"/>
                <a:gd name="connsiteY2" fmla="*/ 1250156 h 2500312"/>
                <a:gd name="connsiteX3" fmla="*/ 475218 w 950436"/>
                <a:gd name="connsiteY3" fmla="*/ 2500312 h 2500312"/>
                <a:gd name="connsiteX4" fmla="*/ 0 w 950436"/>
                <a:gd name="connsiteY4" fmla="*/ 1250156 h 2500312"/>
                <a:gd name="connsiteX0" fmla="*/ 0 w 950436"/>
                <a:gd name="connsiteY0" fmla="*/ 1250156 h 2500312"/>
                <a:gd name="connsiteX1" fmla="*/ 475218 w 950436"/>
                <a:gd name="connsiteY1" fmla="*/ 0 h 2500312"/>
                <a:gd name="connsiteX2" fmla="*/ 950436 w 950436"/>
                <a:gd name="connsiteY2" fmla="*/ 1250156 h 2500312"/>
                <a:gd name="connsiteX3" fmla="*/ 475218 w 950436"/>
                <a:gd name="connsiteY3" fmla="*/ 2500312 h 2500312"/>
                <a:gd name="connsiteX4" fmla="*/ 0 w 950436"/>
                <a:gd name="connsiteY4" fmla="*/ 1250156 h 2500312"/>
                <a:gd name="connsiteX0" fmla="*/ 0 w 950436"/>
                <a:gd name="connsiteY0" fmla="*/ 1250156 h 2500312"/>
                <a:gd name="connsiteX1" fmla="*/ 475218 w 950436"/>
                <a:gd name="connsiteY1" fmla="*/ 0 h 2500312"/>
                <a:gd name="connsiteX2" fmla="*/ 950436 w 950436"/>
                <a:gd name="connsiteY2" fmla="*/ 1250156 h 2500312"/>
                <a:gd name="connsiteX3" fmla="*/ 475218 w 950436"/>
                <a:gd name="connsiteY3" fmla="*/ 2500312 h 2500312"/>
                <a:gd name="connsiteX4" fmla="*/ 0 w 950436"/>
                <a:gd name="connsiteY4" fmla="*/ 1250156 h 2500312"/>
                <a:gd name="connsiteX0" fmla="*/ 0 w 950436"/>
                <a:gd name="connsiteY0" fmla="*/ 1250156 h 2500312"/>
                <a:gd name="connsiteX1" fmla="*/ 475218 w 950436"/>
                <a:gd name="connsiteY1" fmla="*/ 0 h 2500312"/>
                <a:gd name="connsiteX2" fmla="*/ 950436 w 950436"/>
                <a:gd name="connsiteY2" fmla="*/ 1250156 h 2500312"/>
                <a:gd name="connsiteX3" fmla="*/ 475218 w 950436"/>
                <a:gd name="connsiteY3" fmla="*/ 2500312 h 2500312"/>
                <a:gd name="connsiteX4" fmla="*/ 0 w 950436"/>
                <a:gd name="connsiteY4" fmla="*/ 1250156 h 2500312"/>
                <a:gd name="connsiteX0" fmla="*/ 0 w 950436"/>
                <a:gd name="connsiteY0" fmla="*/ 1250156 h 2500312"/>
                <a:gd name="connsiteX1" fmla="*/ 475218 w 950436"/>
                <a:gd name="connsiteY1" fmla="*/ 0 h 2500312"/>
                <a:gd name="connsiteX2" fmla="*/ 950436 w 950436"/>
                <a:gd name="connsiteY2" fmla="*/ 1250156 h 2500312"/>
                <a:gd name="connsiteX3" fmla="*/ 475218 w 950436"/>
                <a:gd name="connsiteY3" fmla="*/ 2500312 h 2500312"/>
                <a:gd name="connsiteX4" fmla="*/ 0 w 950436"/>
                <a:gd name="connsiteY4" fmla="*/ 1250156 h 2500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436" h="2500312">
                  <a:moveTo>
                    <a:pt x="0" y="1250156"/>
                  </a:moveTo>
                  <a:cubicBezTo>
                    <a:pt x="0" y="559714"/>
                    <a:pt x="212762" y="0"/>
                    <a:pt x="475218" y="0"/>
                  </a:cubicBezTo>
                  <a:cubicBezTo>
                    <a:pt x="737674" y="0"/>
                    <a:pt x="926623" y="254914"/>
                    <a:pt x="950436" y="1250156"/>
                  </a:cubicBezTo>
                  <a:cubicBezTo>
                    <a:pt x="912338" y="2362079"/>
                    <a:pt x="737674" y="2500312"/>
                    <a:pt x="475218" y="2500312"/>
                  </a:cubicBezTo>
                  <a:cubicBezTo>
                    <a:pt x="212762" y="2500312"/>
                    <a:pt x="0" y="1940598"/>
                    <a:pt x="0" y="1250156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Oval 26">
              <a:extLst>
                <a:ext uri="{FF2B5EF4-FFF2-40B4-BE49-F238E27FC236}">
                  <a16:creationId xmlns:a16="http://schemas.microsoft.com/office/drawing/2014/main" id="{AAD062FD-5546-CA98-8BC9-A9F8DEAA8570}"/>
                </a:ext>
              </a:extLst>
            </p:cNvPr>
            <p:cNvSpPr/>
            <p:nvPr/>
          </p:nvSpPr>
          <p:spPr>
            <a:xfrm>
              <a:off x="4123246" y="2310643"/>
              <a:ext cx="680795" cy="648887"/>
            </a:xfrm>
            <a:custGeom>
              <a:avLst/>
              <a:gdLst>
                <a:gd name="connsiteX0" fmla="*/ 0 w 799837"/>
                <a:gd name="connsiteY0" fmla="*/ 457200 h 914400"/>
                <a:gd name="connsiteX1" fmla="*/ 399919 w 799837"/>
                <a:gd name="connsiteY1" fmla="*/ 0 h 914400"/>
                <a:gd name="connsiteX2" fmla="*/ 799838 w 799837"/>
                <a:gd name="connsiteY2" fmla="*/ 457200 h 914400"/>
                <a:gd name="connsiteX3" fmla="*/ 399919 w 799837"/>
                <a:gd name="connsiteY3" fmla="*/ 914400 h 914400"/>
                <a:gd name="connsiteX4" fmla="*/ 0 w 799837"/>
                <a:gd name="connsiteY4" fmla="*/ 457200 h 914400"/>
                <a:gd name="connsiteX0" fmla="*/ 0 w 718875"/>
                <a:gd name="connsiteY0" fmla="*/ 309367 h 920890"/>
                <a:gd name="connsiteX1" fmla="*/ 318956 w 718875"/>
                <a:gd name="connsiteY1" fmla="*/ 4567 h 920890"/>
                <a:gd name="connsiteX2" fmla="*/ 718875 w 718875"/>
                <a:gd name="connsiteY2" fmla="*/ 461767 h 920890"/>
                <a:gd name="connsiteX3" fmla="*/ 318956 w 718875"/>
                <a:gd name="connsiteY3" fmla="*/ 918967 h 920890"/>
                <a:gd name="connsiteX4" fmla="*/ 0 w 718875"/>
                <a:gd name="connsiteY4" fmla="*/ 309367 h 920890"/>
                <a:gd name="connsiteX0" fmla="*/ 0 w 680775"/>
                <a:gd name="connsiteY0" fmla="*/ 305460 h 915123"/>
                <a:gd name="connsiteX1" fmla="*/ 318956 w 680775"/>
                <a:gd name="connsiteY1" fmla="*/ 660 h 915123"/>
                <a:gd name="connsiteX2" fmla="*/ 680775 w 680775"/>
                <a:gd name="connsiteY2" fmla="*/ 272122 h 915123"/>
                <a:gd name="connsiteX3" fmla="*/ 318956 w 680775"/>
                <a:gd name="connsiteY3" fmla="*/ 915060 h 915123"/>
                <a:gd name="connsiteX4" fmla="*/ 0 w 680775"/>
                <a:gd name="connsiteY4" fmla="*/ 305460 h 915123"/>
                <a:gd name="connsiteX0" fmla="*/ 20 w 680795"/>
                <a:gd name="connsiteY0" fmla="*/ 305460 h 819869"/>
                <a:gd name="connsiteX1" fmla="*/ 318976 w 680795"/>
                <a:gd name="connsiteY1" fmla="*/ 660 h 819869"/>
                <a:gd name="connsiteX2" fmla="*/ 680795 w 680795"/>
                <a:gd name="connsiteY2" fmla="*/ 272122 h 819869"/>
                <a:gd name="connsiteX3" fmla="*/ 333264 w 680795"/>
                <a:gd name="connsiteY3" fmla="*/ 819810 h 819869"/>
                <a:gd name="connsiteX4" fmla="*/ 20 w 680795"/>
                <a:gd name="connsiteY4" fmla="*/ 305460 h 819869"/>
                <a:gd name="connsiteX0" fmla="*/ 20 w 680795"/>
                <a:gd name="connsiteY0" fmla="*/ 305460 h 819811"/>
                <a:gd name="connsiteX1" fmla="*/ 318976 w 680795"/>
                <a:gd name="connsiteY1" fmla="*/ 660 h 819811"/>
                <a:gd name="connsiteX2" fmla="*/ 680795 w 680795"/>
                <a:gd name="connsiteY2" fmla="*/ 272122 h 819811"/>
                <a:gd name="connsiteX3" fmla="*/ 333264 w 680795"/>
                <a:gd name="connsiteY3" fmla="*/ 819810 h 819811"/>
                <a:gd name="connsiteX4" fmla="*/ 20 w 680795"/>
                <a:gd name="connsiteY4" fmla="*/ 305460 h 819811"/>
                <a:gd name="connsiteX0" fmla="*/ 20 w 680795"/>
                <a:gd name="connsiteY0" fmla="*/ 305040 h 819391"/>
                <a:gd name="connsiteX1" fmla="*/ 318976 w 680795"/>
                <a:gd name="connsiteY1" fmla="*/ 240 h 819391"/>
                <a:gd name="connsiteX2" fmla="*/ 680795 w 680795"/>
                <a:gd name="connsiteY2" fmla="*/ 271702 h 819391"/>
                <a:gd name="connsiteX3" fmla="*/ 333264 w 680795"/>
                <a:gd name="connsiteY3" fmla="*/ 819390 h 819391"/>
                <a:gd name="connsiteX4" fmla="*/ 20 w 680795"/>
                <a:gd name="connsiteY4" fmla="*/ 305040 h 819391"/>
                <a:gd name="connsiteX0" fmla="*/ 20 w 680795"/>
                <a:gd name="connsiteY0" fmla="*/ 305040 h 819391"/>
                <a:gd name="connsiteX1" fmla="*/ 318976 w 680795"/>
                <a:gd name="connsiteY1" fmla="*/ 240 h 819391"/>
                <a:gd name="connsiteX2" fmla="*/ 680795 w 680795"/>
                <a:gd name="connsiteY2" fmla="*/ 271702 h 819391"/>
                <a:gd name="connsiteX3" fmla="*/ 333264 w 680795"/>
                <a:gd name="connsiteY3" fmla="*/ 819390 h 819391"/>
                <a:gd name="connsiteX4" fmla="*/ 20 w 680795"/>
                <a:gd name="connsiteY4" fmla="*/ 305040 h 81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0795" h="819391">
                  <a:moveTo>
                    <a:pt x="20" y="305040"/>
                  </a:moveTo>
                  <a:cubicBezTo>
                    <a:pt x="-2361" y="187565"/>
                    <a:pt x="205514" y="5796"/>
                    <a:pt x="318976" y="240"/>
                  </a:cubicBezTo>
                  <a:cubicBezTo>
                    <a:pt x="432438" y="-5316"/>
                    <a:pt x="666508" y="85872"/>
                    <a:pt x="680795" y="271702"/>
                  </a:cubicBezTo>
                  <a:cubicBezTo>
                    <a:pt x="680795" y="524207"/>
                    <a:pt x="403864" y="818596"/>
                    <a:pt x="333264" y="819390"/>
                  </a:cubicBezTo>
                  <a:cubicBezTo>
                    <a:pt x="262664" y="820184"/>
                    <a:pt x="2401" y="422515"/>
                    <a:pt x="20" y="305040"/>
                  </a:cubicBezTo>
                  <a:close/>
                </a:path>
              </a:pathLst>
            </a:custGeom>
            <a:solidFill>
              <a:srgbClr val="EDBB8C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36E9157-E29F-C73B-FAA5-25A92011CAF4}"/>
              </a:ext>
            </a:extLst>
          </p:cNvPr>
          <p:cNvGrpSpPr/>
          <p:nvPr/>
        </p:nvGrpSpPr>
        <p:grpSpPr>
          <a:xfrm>
            <a:off x="-3525536" y="935673"/>
            <a:ext cx="4277367" cy="6239040"/>
            <a:chOff x="2390581" y="381001"/>
            <a:chExt cx="4277367" cy="6239040"/>
          </a:xfrm>
          <a:solidFill>
            <a:schemeClr val="bg1"/>
          </a:solidFill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12126D3-2487-7FC5-4743-3A4755FFE3DA}"/>
                </a:ext>
              </a:extLst>
            </p:cNvPr>
            <p:cNvSpPr/>
            <p:nvPr/>
          </p:nvSpPr>
          <p:spPr>
            <a:xfrm rot="19307679">
              <a:off x="5846419" y="2641197"/>
              <a:ext cx="821529" cy="1915557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41B6C8F-655B-640E-AFB8-06FC888E3456}"/>
                </a:ext>
              </a:extLst>
            </p:cNvPr>
            <p:cNvSpPr/>
            <p:nvPr/>
          </p:nvSpPr>
          <p:spPr>
            <a:xfrm rot="2564310">
              <a:off x="2390581" y="2641196"/>
              <a:ext cx="821529" cy="1915557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ectangle 4">
              <a:extLst>
                <a:ext uri="{FF2B5EF4-FFF2-40B4-BE49-F238E27FC236}">
                  <a16:creationId xmlns:a16="http://schemas.microsoft.com/office/drawing/2014/main" id="{44D03BD7-8733-5DEF-ECF9-FF7886616E1F}"/>
                </a:ext>
              </a:extLst>
            </p:cNvPr>
            <p:cNvSpPr/>
            <p:nvPr/>
          </p:nvSpPr>
          <p:spPr>
            <a:xfrm>
              <a:off x="2948115" y="5685184"/>
              <a:ext cx="1133556" cy="886072"/>
            </a:xfrm>
            <a:custGeom>
              <a:avLst/>
              <a:gdLst>
                <a:gd name="connsiteX0" fmla="*/ 0 w 556592"/>
                <a:gd name="connsiteY0" fmla="*/ 0 h 516834"/>
                <a:gd name="connsiteX1" fmla="*/ 556592 w 556592"/>
                <a:gd name="connsiteY1" fmla="*/ 0 h 516834"/>
                <a:gd name="connsiteX2" fmla="*/ 556592 w 556592"/>
                <a:gd name="connsiteY2" fmla="*/ 516834 h 516834"/>
                <a:gd name="connsiteX3" fmla="*/ 0 w 556592"/>
                <a:gd name="connsiteY3" fmla="*/ 516834 h 516834"/>
                <a:gd name="connsiteX4" fmla="*/ 0 w 556592"/>
                <a:gd name="connsiteY4" fmla="*/ 0 h 516834"/>
                <a:gd name="connsiteX0" fmla="*/ 26504 w 583096"/>
                <a:gd name="connsiteY0" fmla="*/ 0 h 649356"/>
                <a:gd name="connsiteX1" fmla="*/ 583096 w 583096"/>
                <a:gd name="connsiteY1" fmla="*/ 0 h 649356"/>
                <a:gd name="connsiteX2" fmla="*/ 583096 w 583096"/>
                <a:gd name="connsiteY2" fmla="*/ 516834 h 649356"/>
                <a:gd name="connsiteX3" fmla="*/ 0 w 583096"/>
                <a:gd name="connsiteY3" fmla="*/ 649356 h 649356"/>
                <a:gd name="connsiteX4" fmla="*/ 26504 w 583096"/>
                <a:gd name="connsiteY4" fmla="*/ 0 h 649356"/>
                <a:gd name="connsiteX0" fmla="*/ 26504 w 583096"/>
                <a:gd name="connsiteY0" fmla="*/ 0 h 742121"/>
                <a:gd name="connsiteX1" fmla="*/ 583096 w 583096"/>
                <a:gd name="connsiteY1" fmla="*/ 0 h 742121"/>
                <a:gd name="connsiteX2" fmla="*/ 583096 w 583096"/>
                <a:gd name="connsiteY2" fmla="*/ 516834 h 742121"/>
                <a:gd name="connsiteX3" fmla="*/ 344557 w 583096"/>
                <a:gd name="connsiteY3" fmla="*/ 742121 h 742121"/>
                <a:gd name="connsiteX4" fmla="*/ 0 w 583096"/>
                <a:gd name="connsiteY4" fmla="*/ 649356 h 742121"/>
                <a:gd name="connsiteX5" fmla="*/ 26504 w 583096"/>
                <a:gd name="connsiteY5" fmla="*/ 0 h 742121"/>
                <a:gd name="connsiteX0" fmla="*/ 26504 w 795131"/>
                <a:gd name="connsiteY0" fmla="*/ 0 h 742121"/>
                <a:gd name="connsiteX1" fmla="*/ 583096 w 795131"/>
                <a:gd name="connsiteY1" fmla="*/ 0 h 742121"/>
                <a:gd name="connsiteX2" fmla="*/ 795131 w 795131"/>
                <a:gd name="connsiteY2" fmla="*/ 530087 h 742121"/>
                <a:gd name="connsiteX3" fmla="*/ 344557 w 795131"/>
                <a:gd name="connsiteY3" fmla="*/ 742121 h 742121"/>
                <a:gd name="connsiteX4" fmla="*/ 0 w 795131"/>
                <a:gd name="connsiteY4" fmla="*/ 649356 h 742121"/>
                <a:gd name="connsiteX5" fmla="*/ 26504 w 795131"/>
                <a:gd name="connsiteY5" fmla="*/ 0 h 742121"/>
                <a:gd name="connsiteX0" fmla="*/ 26504 w 795131"/>
                <a:gd name="connsiteY0" fmla="*/ 0 h 886072"/>
                <a:gd name="connsiteX1" fmla="*/ 583096 w 795131"/>
                <a:gd name="connsiteY1" fmla="*/ 0 h 886072"/>
                <a:gd name="connsiteX2" fmla="*/ 795131 w 795131"/>
                <a:gd name="connsiteY2" fmla="*/ 530087 h 886072"/>
                <a:gd name="connsiteX3" fmla="*/ 344557 w 795131"/>
                <a:gd name="connsiteY3" fmla="*/ 742121 h 886072"/>
                <a:gd name="connsiteX4" fmla="*/ 0 w 795131"/>
                <a:gd name="connsiteY4" fmla="*/ 649356 h 886072"/>
                <a:gd name="connsiteX5" fmla="*/ 26504 w 795131"/>
                <a:gd name="connsiteY5" fmla="*/ 0 h 886072"/>
                <a:gd name="connsiteX0" fmla="*/ 26504 w 795131"/>
                <a:gd name="connsiteY0" fmla="*/ 0 h 886072"/>
                <a:gd name="connsiteX1" fmla="*/ 583096 w 795131"/>
                <a:gd name="connsiteY1" fmla="*/ 0 h 886072"/>
                <a:gd name="connsiteX2" fmla="*/ 795131 w 795131"/>
                <a:gd name="connsiteY2" fmla="*/ 530087 h 886072"/>
                <a:gd name="connsiteX3" fmla="*/ 344557 w 795131"/>
                <a:gd name="connsiteY3" fmla="*/ 742121 h 886072"/>
                <a:gd name="connsiteX4" fmla="*/ 0 w 795131"/>
                <a:gd name="connsiteY4" fmla="*/ 649356 h 886072"/>
                <a:gd name="connsiteX5" fmla="*/ 26504 w 795131"/>
                <a:gd name="connsiteY5" fmla="*/ 0 h 886072"/>
                <a:gd name="connsiteX0" fmla="*/ 353468 w 1122095"/>
                <a:gd name="connsiteY0" fmla="*/ 0 h 886072"/>
                <a:gd name="connsiteX1" fmla="*/ 910060 w 1122095"/>
                <a:gd name="connsiteY1" fmla="*/ 0 h 886072"/>
                <a:gd name="connsiteX2" fmla="*/ 1122095 w 1122095"/>
                <a:gd name="connsiteY2" fmla="*/ 530087 h 886072"/>
                <a:gd name="connsiteX3" fmla="*/ 671521 w 1122095"/>
                <a:gd name="connsiteY3" fmla="*/ 742121 h 886072"/>
                <a:gd name="connsiteX4" fmla="*/ 326964 w 1122095"/>
                <a:gd name="connsiteY4" fmla="*/ 649356 h 886072"/>
                <a:gd name="connsiteX5" fmla="*/ 353468 w 1122095"/>
                <a:gd name="connsiteY5" fmla="*/ 0 h 886072"/>
                <a:gd name="connsiteX0" fmla="*/ 476778 w 1086379"/>
                <a:gd name="connsiteY0" fmla="*/ 66260 h 886072"/>
                <a:gd name="connsiteX1" fmla="*/ 874344 w 1086379"/>
                <a:gd name="connsiteY1" fmla="*/ 0 h 886072"/>
                <a:gd name="connsiteX2" fmla="*/ 1086379 w 1086379"/>
                <a:gd name="connsiteY2" fmla="*/ 530087 h 886072"/>
                <a:gd name="connsiteX3" fmla="*/ 635805 w 1086379"/>
                <a:gd name="connsiteY3" fmla="*/ 742121 h 886072"/>
                <a:gd name="connsiteX4" fmla="*/ 291248 w 1086379"/>
                <a:gd name="connsiteY4" fmla="*/ 649356 h 886072"/>
                <a:gd name="connsiteX5" fmla="*/ 476778 w 1086379"/>
                <a:gd name="connsiteY5" fmla="*/ 66260 h 886072"/>
                <a:gd name="connsiteX0" fmla="*/ 552402 w 1162003"/>
                <a:gd name="connsiteY0" fmla="*/ 66260 h 886072"/>
                <a:gd name="connsiteX1" fmla="*/ 949968 w 1162003"/>
                <a:gd name="connsiteY1" fmla="*/ 0 h 886072"/>
                <a:gd name="connsiteX2" fmla="*/ 1162003 w 1162003"/>
                <a:gd name="connsiteY2" fmla="*/ 530087 h 886072"/>
                <a:gd name="connsiteX3" fmla="*/ 711429 w 1162003"/>
                <a:gd name="connsiteY3" fmla="*/ 742121 h 886072"/>
                <a:gd name="connsiteX4" fmla="*/ 366872 w 1162003"/>
                <a:gd name="connsiteY4" fmla="*/ 649356 h 886072"/>
                <a:gd name="connsiteX5" fmla="*/ 552402 w 1162003"/>
                <a:gd name="connsiteY5" fmla="*/ 66260 h 886072"/>
                <a:gd name="connsiteX0" fmla="*/ 564934 w 1174535"/>
                <a:gd name="connsiteY0" fmla="*/ 66260 h 886072"/>
                <a:gd name="connsiteX1" fmla="*/ 962500 w 1174535"/>
                <a:gd name="connsiteY1" fmla="*/ 0 h 886072"/>
                <a:gd name="connsiteX2" fmla="*/ 1174535 w 1174535"/>
                <a:gd name="connsiteY2" fmla="*/ 530087 h 886072"/>
                <a:gd name="connsiteX3" fmla="*/ 723961 w 1174535"/>
                <a:gd name="connsiteY3" fmla="*/ 742121 h 886072"/>
                <a:gd name="connsiteX4" fmla="*/ 379404 w 1174535"/>
                <a:gd name="connsiteY4" fmla="*/ 649356 h 886072"/>
                <a:gd name="connsiteX5" fmla="*/ 564934 w 1174535"/>
                <a:gd name="connsiteY5" fmla="*/ 66260 h 886072"/>
                <a:gd name="connsiteX0" fmla="*/ 523955 w 1133556"/>
                <a:gd name="connsiteY0" fmla="*/ 66260 h 886072"/>
                <a:gd name="connsiteX1" fmla="*/ 921521 w 1133556"/>
                <a:gd name="connsiteY1" fmla="*/ 0 h 886072"/>
                <a:gd name="connsiteX2" fmla="*/ 1133556 w 1133556"/>
                <a:gd name="connsiteY2" fmla="*/ 530087 h 886072"/>
                <a:gd name="connsiteX3" fmla="*/ 682982 w 1133556"/>
                <a:gd name="connsiteY3" fmla="*/ 742121 h 886072"/>
                <a:gd name="connsiteX4" fmla="*/ 338425 w 1133556"/>
                <a:gd name="connsiteY4" fmla="*/ 649356 h 886072"/>
                <a:gd name="connsiteX5" fmla="*/ 523955 w 1133556"/>
                <a:gd name="connsiteY5" fmla="*/ 66260 h 886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3556" h="886072">
                  <a:moveTo>
                    <a:pt x="523955" y="66260"/>
                  </a:moveTo>
                  <a:lnTo>
                    <a:pt x="921521" y="0"/>
                  </a:lnTo>
                  <a:lnTo>
                    <a:pt x="1133556" y="530087"/>
                  </a:lnTo>
                  <a:cubicBezTo>
                    <a:pt x="1049625" y="556591"/>
                    <a:pt x="740409" y="1152939"/>
                    <a:pt x="682982" y="742121"/>
                  </a:cubicBezTo>
                  <a:cubicBezTo>
                    <a:pt x="369347" y="883477"/>
                    <a:pt x="453277" y="680278"/>
                    <a:pt x="338425" y="649356"/>
                  </a:cubicBezTo>
                  <a:cubicBezTo>
                    <a:pt x="-487626" y="856974"/>
                    <a:pt x="448859" y="44173"/>
                    <a:pt x="523955" y="6626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536F5D89-66BC-4878-C392-CD252EF1FF3D}"/>
                </a:ext>
              </a:extLst>
            </p:cNvPr>
            <p:cNvSpPr/>
            <p:nvPr/>
          </p:nvSpPr>
          <p:spPr>
            <a:xfrm flipH="1">
              <a:off x="4683541" y="5733969"/>
              <a:ext cx="1133556" cy="886072"/>
            </a:xfrm>
            <a:custGeom>
              <a:avLst/>
              <a:gdLst>
                <a:gd name="connsiteX0" fmla="*/ 0 w 556592"/>
                <a:gd name="connsiteY0" fmla="*/ 0 h 516834"/>
                <a:gd name="connsiteX1" fmla="*/ 556592 w 556592"/>
                <a:gd name="connsiteY1" fmla="*/ 0 h 516834"/>
                <a:gd name="connsiteX2" fmla="*/ 556592 w 556592"/>
                <a:gd name="connsiteY2" fmla="*/ 516834 h 516834"/>
                <a:gd name="connsiteX3" fmla="*/ 0 w 556592"/>
                <a:gd name="connsiteY3" fmla="*/ 516834 h 516834"/>
                <a:gd name="connsiteX4" fmla="*/ 0 w 556592"/>
                <a:gd name="connsiteY4" fmla="*/ 0 h 516834"/>
                <a:gd name="connsiteX0" fmla="*/ 26504 w 583096"/>
                <a:gd name="connsiteY0" fmla="*/ 0 h 649356"/>
                <a:gd name="connsiteX1" fmla="*/ 583096 w 583096"/>
                <a:gd name="connsiteY1" fmla="*/ 0 h 649356"/>
                <a:gd name="connsiteX2" fmla="*/ 583096 w 583096"/>
                <a:gd name="connsiteY2" fmla="*/ 516834 h 649356"/>
                <a:gd name="connsiteX3" fmla="*/ 0 w 583096"/>
                <a:gd name="connsiteY3" fmla="*/ 649356 h 649356"/>
                <a:gd name="connsiteX4" fmla="*/ 26504 w 583096"/>
                <a:gd name="connsiteY4" fmla="*/ 0 h 649356"/>
                <a:gd name="connsiteX0" fmla="*/ 26504 w 583096"/>
                <a:gd name="connsiteY0" fmla="*/ 0 h 742121"/>
                <a:gd name="connsiteX1" fmla="*/ 583096 w 583096"/>
                <a:gd name="connsiteY1" fmla="*/ 0 h 742121"/>
                <a:gd name="connsiteX2" fmla="*/ 583096 w 583096"/>
                <a:gd name="connsiteY2" fmla="*/ 516834 h 742121"/>
                <a:gd name="connsiteX3" fmla="*/ 344557 w 583096"/>
                <a:gd name="connsiteY3" fmla="*/ 742121 h 742121"/>
                <a:gd name="connsiteX4" fmla="*/ 0 w 583096"/>
                <a:gd name="connsiteY4" fmla="*/ 649356 h 742121"/>
                <a:gd name="connsiteX5" fmla="*/ 26504 w 583096"/>
                <a:gd name="connsiteY5" fmla="*/ 0 h 742121"/>
                <a:gd name="connsiteX0" fmla="*/ 26504 w 795131"/>
                <a:gd name="connsiteY0" fmla="*/ 0 h 742121"/>
                <a:gd name="connsiteX1" fmla="*/ 583096 w 795131"/>
                <a:gd name="connsiteY1" fmla="*/ 0 h 742121"/>
                <a:gd name="connsiteX2" fmla="*/ 795131 w 795131"/>
                <a:gd name="connsiteY2" fmla="*/ 530087 h 742121"/>
                <a:gd name="connsiteX3" fmla="*/ 344557 w 795131"/>
                <a:gd name="connsiteY3" fmla="*/ 742121 h 742121"/>
                <a:gd name="connsiteX4" fmla="*/ 0 w 795131"/>
                <a:gd name="connsiteY4" fmla="*/ 649356 h 742121"/>
                <a:gd name="connsiteX5" fmla="*/ 26504 w 795131"/>
                <a:gd name="connsiteY5" fmla="*/ 0 h 742121"/>
                <a:gd name="connsiteX0" fmla="*/ 26504 w 795131"/>
                <a:gd name="connsiteY0" fmla="*/ 0 h 886072"/>
                <a:gd name="connsiteX1" fmla="*/ 583096 w 795131"/>
                <a:gd name="connsiteY1" fmla="*/ 0 h 886072"/>
                <a:gd name="connsiteX2" fmla="*/ 795131 w 795131"/>
                <a:gd name="connsiteY2" fmla="*/ 530087 h 886072"/>
                <a:gd name="connsiteX3" fmla="*/ 344557 w 795131"/>
                <a:gd name="connsiteY3" fmla="*/ 742121 h 886072"/>
                <a:gd name="connsiteX4" fmla="*/ 0 w 795131"/>
                <a:gd name="connsiteY4" fmla="*/ 649356 h 886072"/>
                <a:gd name="connsiteX5" fmla="*/ 26504 w 795131"/>
                <a:gd name="connsiteY5" fmla="*/ 0 h 886072"/>
                <a:gd name="connsiteX0" fmla="*/ 26504 w 795131"/>
                <a:gd name="connsiteY0" fmla="*/ 0 h 886072"/>
                <a:gd name="connsiteX1" fmla="*/ 583096 w 795131"/>
                <a:gd name="connsiteY1" fmla="*/ 0 h 886072"/>
                <a:gd name="connsiteX2" fmla="*/ 795131 w 795131"/>
                <a:gd name="connsiteY2" fmla="*/ 530087 h 886072"/>
                <a:gd name="connsiteX3" fmla="*/ 344557 w 795131"/>
                <a:gd name="connsiteY3" fmla="*/ 742121 h 886072"/>
                <a:gd name="connsiteX4" fmla="*/ 0 w 795131"/>
                <a:gd name="connsiteY4" fmla="*/ 649356 h 886072"/>
                <a:gd name="connsiteX5" fmla="*/ 26504 w 795131"/>
                <a:gd name="connsiteY5" fmla="*/ 0 h 886072"/>
                <a:gd name="connsiteX0" fmla="*/ 353468 w 1122095"/>
                <a:gd name="connsiteY0" fmla="*/ 0 h 886072"/>
                <a:gd name="connsiteX1" fmla="*/ 910060 w 1122095"/>
                <a:gd name="connsiteY1" fmla="*/ 0 h 886072"/>
                <a:gd name="connsiteX2" fmla="*/ 1122095 w 1122095"/>
                <a:gd name="connsiteY2" fmla="*/ 530087 h 886072"/>
                <a:gd name="connsiteX3" fmla="*/ 671521 w 1122095"/>
                <a:gd name="connsiteY3" fmla="*/ 742121 h 886072"/>
                <a:gd name="connsiteX4" fmla="*/ 326964 w 1122095"/>
                <a:gd name="connsiteY4" fmla="*/ 649356 h 886072"/>
                <a:gd name="connsiteX5" fmla="*/ 353468 w 1122095"/>
                <a:gd name="connsiteY5" fmla="*/ 0 h 886072"/>
                <a:gd name="connsiteX0" fmla="*/ 476778 w 1086379"/>
                <a:gd name="connsiteY0" fmla="*/ 66260 h 886072"/>
                <a:gd name="connsiteX1" fmla="*/ 874344 w 1086379"/>
                <a:gd name="connsiteY1" fmla="*/ 0 h 886072"/>
                <a:gd name="connsiteX2" fmla="*/ 1086379 w 1086379"/>
                <a:gd name="connsiteY2" fmla="*/ 530087 h 886072"/>
                <a:gd name="connsiteX3" fmla="*/ 635805 w 1086379"/>
                <a:gd name="connsiteY3" fmla="*/ 742121 h 886072"/>
                <a:gd name="connsiteX4" fmla="*/ 291248 w 1086379"/>
                <a:gd name="connsiteY4" fmla="*/ 649356 h 886072"/>
                <a:gd name="connsiteX5" fmla="*/ 476778 w 1086379"/>
                <a:gd name="connsiteY5" fmla="*/ 66260 h 886072"/>
                <a:gd name="connsiteX0" fmla="*/ 552402 w 1162003"/>
                <a:gd name="connsiteY0" fmla="*/ 66260 h 886072"/>
                <a:gd name="connsiteX1" fmla="*/ 949968 w 1162003"/>
                <a:gd name="connsiteY1" fmla="*/ 0 h 886072"/>
                <a:gd name="connsiteX2" fmla="*/ 1162003 w 1162003"/>
                <a:gd name="connsiteY2" fmla="*/ 530087 h 886072"/>
                <a:gd name="connsiteX3" fmla="*/ 711429 w 1162003"/>
                <a:gd name="connsiteY3" fmla="*/ 742121 h 886072"/>
                <a:gd name="connsiteX4" fmla="*/ 366872 w 1162003"/>
                <a:gd name="connsiteY4" fmla="*/ 649356 h 886072"/>
                <a:gd name="connsiteX5" fmla="*/ 552402 w 1162003"/>
                <a:gd name="connsiteY5" fmla="*/ 66260 h 886072"/>
                <a:gd name="connsiteX0" fmla="*/ 564934 w 1174535"/>
                <a:gd name="connsiteY0" fmla="*/ 66260 h 886072"/>
                <a:gd name="connsiteX1" fmla="*/ 962500 w 1174535"/>
                <a:gd name="connsiteY1" fmla="*/ 0 h 886072"/>
                <a:gd name="connsiteX2" fmla="*/ 1174535 w 1174535"/>
                <a:gd name="connsiteY2" fmla="*/ 530087 h 886072"/>
                <a:gd name="connsiteX3" fmla="*/ 723961 w 1174535"/>
                <a:gd name="connsiteY3" fmla="*/ 742121 h 886072"/>
                <a:gd name="connsiteX4" fmla="*/ 379404 w 1174535"/>
                <a:gd name="connsiteY4" fmla="*/ 649356 h 886072"/>
                <a:gd name="connsiteX5" fmla="*/ 564934 w 1174535"/>
                <a:gd name="connsiteY5" fmla="*/ 66260 h 886072"/>
                <a:gd name="connsiteX0" fmla="*/ 523955 w 1133556"/>
                <a:gd name="connsiteY0" fmla="*/ 66260 h 886072"/>
                <a:gd name="connsiteX1" fmla="*/ 921521 w 1133556"/>
                <a:gd name="connsiteY1" fmla="*/ 0 h 886072"/>
                <a:gd name="connsiteX2" fmla="*/ 1133556 w 1133556"/>
                <a:gd name="connsiteY2" fmla="*/ 530087 h 886072"/>
                <a:gd name="connsiteX3" fmla="*/ 682982 w 1133556"/>
                <a:gd name="connsiteY3" fmla="*/ 742121 h 886072"/>
                <a:gd name="connsiteX4" fmla="*/ 338425 w 1133556"/>
                <a:gd name="connsiteY4" fmla="*/ 649356 h 886072"/>
                <a:gd name="connsiteX5" fmla="*/ 523955 w 1133556"/>
                <a:gd name="connsiteY5" fmla="*/ 66260 h 886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3556" h="886072">
                  <a:moveTo>
                    <a:pt x="523955" y="66260"/>
                  </a:moveTo>
                  <a:lnTo>
                    <a:pt x="921521" y="0"/>
                  </a:lnTo>
                  <a:lnTo>
                    <a:pt x="1133556" y="530087"/>
                  </a:lnTo>
                  <a:cubicBezTo>
                    <a:pt x="1049625" y="556591"/>
                    <a:pt x="740409" y="1152939"/>
                    <a:pt x="682982" y="742121"/>
                  </a:cubicBezTo>
                  <a:cubicBezTo>
                    <a:pt x="369347" y="883477"/>
                    <a:pt x="453277" y="680278"/>
                    <a:pt x="338425" y="649356"/>
                  </a:cubicBezTo>
                  <a:cubicBezTo>
                    <a:pt x="-487626" y="856974"/>
                    <a:pt x="448859" y="44173"/>
                    <a:pt x="523955" y="6626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Oval 1">
              <a:extLst>
                <a:ext uri="{FF2B5EF4-FFF2-40B4-BE49-F238E27FC236}">
                  <a16:creationId xmlns:a16="http://schemas.microsoft.com/office/drawing/2014/main" id="{D9E88FE5-5070-D0D7-22A6-22824BE6FAB1}"/>
                </a:ext>
              </a:extLst>
            </p:cNvPr>
            <p:cNvSpPr/>
            <p:nvPr/>
          </p:nvSpPr>
          <p:spPr>
            <a:xfrm>
              <a:off x="2565400" y="2144192"/>
              <a:ext cx="3936999" cy="4190999"/>
            </a:xfrm>
            <a:custGeom>
              <a:avLst/>
              <a:gdLst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1119 w 4027019"/>
                <a:gd name="connsiteY0" fmla="*/ 1524000 h 3048000"/>
                <a:gd name="connsiteX1" fmla="*/ 2014069 w 4027019"/>
                <a:gd name="connsiteY1" fmla="*/ 0 h 3048000"/>
                <a:gd name="connsiteX2" fmla="*/ 4027019 w 4027019"/>
                <a:gd name="connsiteY2" fmla="*/ 1524000 h 3048000"/>
                <a:gd name="connsiteX3" fmla="*/ 2014069 w 4027019"/>
                <a:gd name="connsiteY3" fmla="*/ 3048000 h 3048000"/>
                <a:gd name="connsiteX4" fmla="*/ 1119 w 4027019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510 w 4026410"/>
                <a:gd name="connsiteY0" fmla="*/ 1524000 h 3048000"/>
                <a:gd name="connsiteX1" fmla="*/ 2013460 w 4026410"/>
                <a:gd name="connsiteY1" fmla="*/ 0 h 3048000"/>
                <a:gd name="connsiteX2" fmla="*/ 4026410 w 4026410"/>
                <a:gd name="connsiteY2" fmla="*/ 1524000 h 3048000"/>
                <a:gd name="connsiteX3" fmla="*/ 2013460 w 4026410"/>
                <a:gd name="connsiteY3" fmla="*/ 3048000 h 3048000"/>
                <a:gd name="connsiteX4" fmla="*/ 510 w 4026410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61 w 4026061"/>
                <a:gd name="connsiteY0" fmla="*/ 1524000 h 3048000"/>
                <a:gd name="connsiteX1" fmla="*/ 2013111 w 4026061"/>
                <a:gd name="connsiteY1" fmla="*/ 0 h 3048000"/>
                <a:gd name="connsiteX2" fmla="*/ 4026061 w 4026061"/>
                <a:gd name="connsiteY2" fmla="*/ 1524000 h 3048000"/>
                <a:gd name="connsiteX3" fmla="*/ 2013111 w 4026061"/>
                <a:gd name="connsiteY3" fmla="*/ 3048000 h 3048000"/>
                <a:gd name="connsiteX4" fmla="*/ 161 w 4026061"/>
                <a:gd name="connsiteY4" fmla="*/ 1524000 h 304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26061" h="3048000">
                  <a:moveTo>
                    <a:pt x="161" y="1524000"/>
                  </a:moveTo>
                  <a:cubicBezTo>
                    <a:pt x="12861" y="542618"/>
                    <a:pt x="901389" y="0"/>
                    <a:pt x="2013111" y="0"/>
                  </a:cubicBezTo>
                  <a:cubicBezTo>
                    <a:pt x="3124833" y="0"/>
                    <a:pt x="4026061" y="491818"/>
                    <a:pt x="4026061" y="1524000"/>
                  </a:cubicBezTo>
                  <a:cubicBezTo>
                    <a:pt x="4026061" y="2645082"/>
                    <a:pt x="3302633" y="3048000"/>
                    <a:pt x="2013111" y="3048000"/>
                  </a:cubicBezTo>
                  <a:cubicBezTo>
                    <a:pt x="723589" y="3048000"/>
                    <a:pt x="-12539" y="2505382"/>
                    <a:pt x="161" y="152400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Oval 13">
              <a:extLst>
                <a:ext uri="{FF2B5EF4-FFF2-40B4-BE49-F238E27FC236}">
                  <a16:creationId xmlns:a16="http://schemas.microsoft.com/office/drawing/2014/main" id="{AA8BE0B7-B3E3-F766-78F0-539E070A273C}"/>
                </a:ext>
              </a:extLst>
            </p:cNvPr>
            <p:cNvSpPr/>
            <p:nvPr/>
          </p:nvSpPr>
          <p:spPr>
            <a:xfrm>
              <a:off x="3167270" y="2484637"/>
              <a:ext cx="2733838" cy="3506374"/>
            </a:xfrm>
            <a:custGeom>
              <a:avLst/>
              <a:gdLst>
                <a:gd name="connsiteX0" fmla="*/ 0 w 2451653"/>
                <a:gd name="connsiteY0" fmla="*/ 1753106 h 3506212"/>
                <a:gd name="connsiteX1" fmla="*/ 1225827 w 2451653"/>
                <a:gd name="connsiteY1" fmla="*/ 0 h 3506212"/>
                <a:gd name="connsiteX2" fmla="*/ 2451654 w 2451653"/>
                <a:gd name="connsiteY2" fmla="*/ 1753106 h 3506212"/>
                <a:gd name="connsiteX3" fmla="*/ 1225827 w 2451653"/>
                <a:gd name="connsiteY3" fmla="*/ 3506212 h 3506212"/>
                <a:gd name="connsiteX4" fmla="*/ 0 w 2451653"/>
                <a:gd name="connsiteY4" fmla="*/ 1753106 h 3506212"/>
                <a:gd name="connsiteX0" fmla="*/ 0 w 2451654"/>
                <a:gd name="connsiteY0" fmla="*/ 1753106 h 3506374"/>
                <a:gd name="connsiteX1" fmla="*/ 1225827 w 2451654"/>
                <a:gd name="connsiteY1" fmla="*/ 0 h 3506374"/>
                <a:gd name="connsiteX2" fmla="*/ 2451654 w 2451654"/>
                <a:gd name="connsiteY2" fmla="*/ 1753106 h 3506374"/>
                <a:gd name="connsiteX3" fmla="*/ 1225827 w 2451654"/>
                <a:gd name="connsiteY3" fmla="*/ 3506212 h 3506374"/>
                <a:gd name="connsiteX4" fmla="*/ 0 w 2451654"/>
                <a:gd name="connsiteY4" fmla="*/ 1753106 h 3506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1654" h="3506374">
                  <a:moveTo>
                    <a:pt x="0" y="1753106"/>
                  </a:moveTo>
                  <a:cubicBezTo>
                    <a:pt x="0" y="784892"/>
                    <a:pt x="548821" y="0"/>
                    <a:pt x="1225827" y="0"/>
                  </a:cubicBezTo>
                  <a:cubicBezTo>
                    <a:pt x="1902833" y="0"/>
                    <a:pt x="2451654" y="784892"/>
                    <a:pt x="2451654" y="1753106"/>
                  </a:cubicBezTo>
                  <a:cubicBezTo>
                    <a:pt x="2451654" y="2721320"/>
                    <a:pt x="2393163" y="3519464"/>
                    <a:pt x="1225827" y="3506212"/>
                  </a:cubicBezTo>
                  <a:cubicBezTo>
                    <a:pt x="58491" y="3492960"/>
                    <a:pt x="0" y="2721320"/>
                    <a:pt x="0" y="1753106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26CDCA5-3847-603E-1B52-2FB955384EC6}"/>
                </a:ext>
              </a:extLst>
            </p:cNvPr>
            <p:cNvSpPr/>
            <p:nvPr/>
          </p:nvSpPr>
          <p:spPr>
            <a:xfrm rot="20394628">
              <a:off x="6029161" y="2915990"/>
              <a:ext cx="308979" cy="60146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DBDCBE2-4E87-D6A2-04D8-A37584B8DD96}"/>
                </a:ext>
              </a:extLst>
            </p:cNvPr>
            <p:cNvSpPr/>
            <p:nvPr/>
          </p:nvSpPr>
          <p:spPr>
            <a:xfrm rot="1061487" flipH="1">
              <a:off x="2734892" y="2962747"/>
              <a:ext cx="308979" cy="60146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Oval 1">
              <a:extLst>
                <a:ext uri="{FF2B5EF4-FFF2-40B4-BE49-F238E27FC236}">
                  <a16:creationId xmlns:a16="http://schemas.microsoft.com/office/drawing/2014/main" id="{894F7B89-B15B-B2E5-6695-ACD3E9462C80}"/>
                </a:ext>
              </a:extLst>
            </p:cNvPr>
            <p:cNvSpPr/>
            <p:nvPr/>
          </p:nvSpPr>
          <p:spPr>
            <a:xfrm>
              <a:off x="2476338" y="381001"/>
              <a:ext cx="4026061" cy="3048000"/>
            </a:xfrm>
            <a:custGeom>
              <a:avLst/>
              <a:gdLst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0 w 4025900"/>
                <a:gd name="connsiteY0" fmla="*/ 1524000 h 3048000"/>
                <a:gd name="connsiteX1" fmla="*/ 2012950 w 4025900"/>
                <a:gd name="connsiteY1" fmla="*/ 0 h 3048000"/>
                <a:gd name="connsiteX2" fmla="*/ 4025900 w 4025900"/>
                <a:gd name="connsiteY2" fmla="*/ 1524000 h 3048000"/>
                <a:gd name="connsiteX3" fmla="*/ 2012950 w 4025900"/>
                <a:gd name="connsiteY3" fmla="*/ 3048000 h 3048000"/>
                <a:gd name="connsiteX4" fmla="*/ 0 w 4025900"/>
                <a:gd name="connsiteY4" fmla="*/ 1524000 h 3048000"/>
                <a:gd name="connsiteX0" fmla="*/ 1119 w 4027019"/>
                <a:gd name="connsiteY0" fmla="*/ 1524000 h 3048000"/>
                <a:gd name="connsiteX1" fmla="*/ 2014069 w 4027019"/>
                <a:gd name="connsiteY1" fmla="*/ 0 h 3048000"/>
                <a:gd name="connsiteX2" fmla="*/ 4027019 w 4027019"/>
                <a:gd name="connsiteY2" fmla="*/ 1524000 h 3048000"/>
                <a:gd name="connsiteX3" fmla="*/ 2014069 w 4027019"/>
                <a:gd name="connsiteY3" fmla="*/ 3048000 h 3048000"/>
                <a:gd name="connsiteX4" fmla="*/ 1119 w 4027019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510 w 4026410"/>
                <a:gd name="connsiteY0" fmla="*/ 1524000 h 3048000"/>
                <a:gd name="connsiteX1" fmla="*/ 2013460 w 4026410"/>
                <a:gd name="connsiteY1" fmla="*/ 0 h 3048000"/>
                <a:gd name="connsiteX2" fmla="*/ 4026410 w 4026410"/>
                <a:gd name="connsiteY2" fmla="*/ 1524000 h 3048000"/>
                <a:gd name="connsiteX3" fmla="*/ 2013460 w 4026410"/>
                <a:gd name="connsiteY3" fmla="*/ 3048000 h 3048000"/>
                <a:gd name="connsiteX4" fmla="*/ 510 w 4026410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31 w 4026031"/>
                <a:gd name="connsiteY0" fmla="*/ 1524000 h 3048000"/>
                <a:gd name="connsiteX1" fmla="*/ 2013081 w 4026031"/>
                <a:gd name="connsiteY1" fmla="*/ 0 h 3048000"/>
                <a:gd name="connsiteX2" fmla="*/ 4026031 w 4026031"/>
                <a:gd name="connsiteY2" fmla="*/ 1524000 h 3048000"/>
                <a:gd name="connsiteX3" fmla="*/ 2013081 w 4026031"/>
                <a:gd name="connsiteY3" fmla="*/ 3048000 h 3048000"/>
                <a:gd name="connsiteX4" fmla="*/ 131 w 4026031"/>
                <a:gd name="connsiteY4" fmla="*/ 1524000 h 3048000"/>
                <a:gd name="connsiteX0" fmla="*/ 161 w 4026061"/>
                <a:gd name="connsiteY0" fmla="*/ 1524000 h 3048000"/>
                <a:gd name="connsiteX1" fmla="*/ 2013111 w 4026061"/>
                <a:gd name="connsiteY1" fmla="*/ 0 h 3048000"/>
                <a:gd name="connsiteX2" fmla="*/ 4026061 w 4026061"/>
                <a:gd name="connsiteY2" fmla="*/ 1524000 h 3048000"/>
                <a:gd name="connsiteX3" fmla="*/ 2013111 w 4026061"/>
                <a:gd name="connsiteY3" fmla="*/ 3048000 h 3048000"/>
                <a:gd name="connsiteX4" fmla="*/ 161 w 4026061"/>
                <a:gd name="connsiteY4" fmla="*/ 1524000 h 304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26061" h="3048000">
                  <a:moveTo>
                    <a:pt x="161" y="1524000"/>
                  </a:moveTo>
                  <a:cubicBezTo>
                    <a:pt x="12861" y="542618"/>
                    <a:pt x="901389" y="0"/>
                    <a:pt x="2013111" y="0"/>
                  </a:cubicBezTo>
                  <a:cubicBezTo>
                    <a:pt x="3124833" y="0"/>
                    <a:pt x="4026061" y="491818"/>
                    <a:pt x="4026061" y="1524000"/>
                  </a:cubicBezTo>
                  <a:cubicBezTo>
                    <a:pt x="4026061" y="2645082"/>
                    <a:pt x="3302633" y="3048000"/>
                    <a:pt x="2013111" y="3048000"/>
                  </a:cubicBezTo>
                  <a:cubicBezTo>
                    <a:pt x="723589" y="3048000"/>
                    <a:pt x="-12539" y="2505382"/>
                    <a:pt x="161" y="152400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E50D330-6DE2-A335-D870-FF1454CBCF50}"/>
                </a:ext>
              </a:extLst>
            </p:cNvPr>
            <p:cNvSpPr/>
            <p:nvPr/>
          </p:nvSpPr>
          <p:spPr>
            <a:xfrm>
              <a:off x="4609515" y="1351101"/>
              <a:ext cx="1510748" cy="1964431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B4C9B08-B239-D865-BEAD-8F9007842988}"/>
                </a:ext>
              </a:extLst>
            </p:cNvPr>
            <p:cNvSpPr/>
            <p:nvPr/>
          </p:nvSpPr>
          <p:spPr>
            <a:xfrm>
              <a:off x="2884467" y="1332199"/>
              <a:ext cx="1510748" cy="1964431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2B5CDFE-1FA3-BD77-4434-CD48B58EAE02}"/>
                </a:ext>
              </a:extLst>
            </p:cNvPr>
            <p:cNvSpPr/>
            <p:nvPr/>
          </p:nvSpPr>
          <p:spPr>
            <a:xfrm>
              <a:off x="5208103" y="1778389"/>
              <a:ext cx="494785" cy="494785"/>
            </a:xfrm>
            <a:prstGeom prst="ellipse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9DD626-9140-0017-F54D-08243B4CEDD7}"/>
                </a:ext>
              </a:extLst>
            </p:cNvPr>
            <p:cNvSpPr/>
            <p:nvPr/>
          </p:nvSpPr>
          <p:spPr>
            <a:xfrm>
              <a:off x="5400166" y="1915124"/>
              <a:ext cx="110657" cy="110657"/>
            </a:xfrm>
            <a:prstGeom prst="ellipse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9113FFA-F725-7EDC-81BA-E91EBB2E6245}"/>
                </a:ext>
              </a:extLst>
            </p:cNvPr>
            <p:cNvSpPr/>
            <p:nvPr/>
          </p:nvSpPr>
          <p:spPr>
            <a:xfrm>
              <a:off x="3315120" y="1808521"/>
              <a:ext cx="494785" cy="494785"/>
            </a:xfrm>
            <a:prstGeom prst="ellipse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DD1B1801-25C7-E974-BE9E-5DEAB8081B74}"/>
                </a:ext>
              </a:extLst>
            </p:cNvPr>
            <p:cNvSpPr/>
            <p:nvPr/>
          </p:nvSpPr>
          <p:spPr>
            <a:xfrm>
              <a:off x="3507183" y="1945256"/>
              <a:ext cx="110657" cy="110657"/>
            </a:xfrm>
            <a:prstGeom prst="ellipse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Oval 20">
              <a:extLst>
                <a:ext uri="{FF2B5EF4-FFF2-40B4-BE49-F238E27FC236}">
                  <a16:creationId xmlns:a16="http://schemas.microsoft.com/office/drawing/2014/main" id="{51A0CAC0-731F-1B30-E0DD-14864E772A75}"/>
                </a:ext>
              </a:extLst>
            </p:cNvPr>
            <p:cNvSpPr/>
            <p:nvPr/>
          </p:nvSpPr>
          <p:spPr>
            <a:xfrm rot="5400000">
              <a:off x="4056301" y="1703628"/>
              <a:ext cx="950436" cy="2500312"/>
            </a:xfrm>
            <a:custGeom>
              <a:avLst/>
              <a:gdLst>
                <a:gd name="connsiteX0" fmla="*/ 0 w 950435"/>
                <a:gd name="connsiteY0" fmla="*/ 1250156 h 2500312"/>
                <a:gd name="connsiteX1" fmla="*/ 475218 w 950435"/>
                <a:gd name="connsiteY1" fmla="*/ 0 h 2500312"/>
                <a:gd name="connsiteX2" fmla="*/ 950436 w 950435"/>
                <a:gd name="connsiteY2" fmla="*/ 1250156 h 2500312"/>
                <a:gd name="connsiteX3" fmla="*/ 475218 w 950435"/>
                <a:gd name="connsiteY3" fmla="*/ 2500312 h 2500312"/>
                <a:gd name="connsiteX4" fmla="*/ 0 w 950435"/>
                <a:gd name="connsiteY4" fmla="*/ 1250156 h 2500312"/>
                <a:gd name="connsiteX0" fmla="*/ 0 w 950436"/>
                <a:gd name="connsiteY0" fmla="*/ 1250156 h 2500312"/>
                <a:gd name="connsiteX1" fmla="*/ 475218 w 950436"/>
                <a:gd name="connsiteY1" fmla="*/ 0 h 2500312"/>
                <a:gd name="connsiteX2" fmla="*/ 950436 w 950436"/>
                <a:gd name="connsiteY2" fmla="*/ 1250156 h 2500312"/>
                <a:gd name="connsiteX3" fmla="*/ 475218 w 950436"/>
                <a:gd name="connsiteY3" fmla="*/ 2500312 h 2500312"/>
                <a:gd name="connsiteX4" fmla="*/ 0 w 950436"/>
                <a:gd name="connsiteY4" fmla="*/ 1250156 h 2500312"/>
                <a:gd name="connsiteX0" fmla="*/ 0 w 950436"/>
                <a:gd name="connsiteY0" fmla="*/ 1250156 h 2500312"/>
                <a:gd name="connsiteX1" fmla="*/ 475218 w 950436"/>
                <a:gd name="connsiteY1" fmla="*/ 0 h 2500312"/>
                <a:gd name="connsiteX2" fmla="*/ 950436 w 950436"/>
                <a:gd name="connsiteY2" fmla="*/ 1250156 h 2500312"/>
                <a:gd name="connsiteX3" fmla="*/ 475218 w 950436"/>
                <a:gd name="connsiteY3" fmla="*/ 2500312 h 2500312"/>
                <a:gd name="connsiteX4" fmla="*/ 0 w 950436"/>
                <a:gd name="connsiteY4" fmla="*/ 1250156 h 2500312"/>
                <a:gd name="connsiteX0" fmla="*/ 0 w 950436"/>
                <a:gd name="connsiteY0" fmla="*/ 1250156 h 2500312"/>
                <a:gd name="connsiteX1" fmla="*/ 475218 w 950436"/>
                <a:gd name="connsiteY1" fmla="*/ 0 h 2500312"/>
                <a:gd name="connsiteX2" fmla="*/ 950436 w 950436"/>
                <a:gd name="connsiteY2" fmla="*/ 1250156 h 2500312"/>
                <a:gd name="connsiteX3" fmla="*/ 475218 w 950436"/>
                <a:gd name="connsiteY3" fmla="*/ 2500312 h 2500312"/>
                <a:gd name="connsiteX4" fmla="*/ 0 w 950436"/>
                <a:gd name="connsiteY4" fmla="*/ 1250156 h 2500312"/>
                <a:gd name="connsiteX0" fmla="*/ 0 w 950436"/>
                <a:gd name="connsiteY0" fmla="*/ 1250156 h 2500312"/>
                <a:gd name="connsiteX1" fmla="*/ 475218 w 950436"/>
                <a:gd name="connsiteY1" fmla="*/ 0 h 2500312"/>
                <a:gd name="connsiteX2" fmla="*/ 950436 w 950436"/>
                <a:gd name="connsiteY2" fmla="*/ 1250156 h 2500312"/>
                <a:gd name="connsiteX3" fmla="*/ 475218 w 950436"/>
                <a:gd name="connsiteY3" fmla="*/ 2500312 h 2500312"/>
                <a:gd name="connsiteX4" fmla="*/ 0 w 950436"/>
                <a:gd name="connsiteY4" fmla="*/ 1250156 h 2500312"/>
                <a:gd name="connsiteX0" fmla="*/ 0 w 950436"/>
                <a:gd name="connsiteY0" fmla="*/ 1250156 h 2500312"/>
                <a:gd name="connsiteX1" fmla="*/ 475218 w 950436"/>
                <a:gd name="connsiteY1" fmla="*/ 0 h 2500312"/>
                <a:gd name="connsiteX2" fmla="*/ 950436 w 950436"/>
                <a:gd name="connsiteY2" fmla="*/ 1250156 h 2500312"/>
                <a:gd name="connsiteX3" fmla="*/ 475218 w 950436"/>
                <a:gd name="connsiteY3" fmla="*/ 2500312 h 2500312"/>
                <a:gd name="connsiteX4" fmla="*/ 0 w 950436"/>
                <a:gd name="connsiteY4" fmla="*/ 1250156 h 2500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436" h="2500312">
                  <a:moveTo>
                    <a:pt x="0" y="1250156"/>
                  </a:moveTo>
                  <a:cubicBezTo>
                    <a:pt x="0" y="559714"/>
                    <a:pt x="212762" y="0"/>
                    <a:pt x="475218" y="0"/>
                  </a:cubicBezTo>
                  <a:cubicBezTo>
                    <a:pt x="737674" y="0"/>
                    <a:pt x="926623" y="254914"/>
                    <a:pt x="950436" y="1250156"/>
                  </a:cubicBezTo>
                  <a:cubicBezTo>
                    <a:pt x="912338" y="2362079"/>
                    <a:pt x="737674" y="2500312"/>
                    <a:pt x="475218" y="2500312"/>
                  </a:cubicBezTo>
                  <a:cubicBezTo>
                    <a:pt x="212762" y="2500312"/>
                    <a:pt x="0" y="1940598"/>
                    <a:pt x="0" y="1250156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Oval 26">
              <a:extLst>
                <a:ext uri="{FF2B5EF4-FFF2-40B4-BE49-F238E27FC236}">
                  <a16:creationId xmlns:a16="http://schemas.microsoft.com/office/drawing/2014/main" id="{833E459B-80AE-0F15-E91E-78FD9DBBBF3B}"/>
                </a:ext>
              </a:extLst>
            </p:cNvPr>
            <p:cNvSpPr/>
            <p:nvPr/>
          </p:nvSpPr>
          <p:spPr>
            <a:xfrm>
              <a:off x="4123246" y="2310643"/>
              <a:ext cx="680795" cy="648887"/>
            </a:xfrm>
            <a:custGeom>
              <a:avLst/>
              <a:gdLst>
                <a:gd name="connsiteX0" fmla="*/ 0 w 799837"/>
                <a:gd name="connsiteY0" fmla="*/ 457200 h 914400"/>
                <a:gd name="connsiteX1" fmla="*/ 399919 w 799837"/>
                <a:gd name="connsiteY1" fmla="*/ 0 h 914400"/>
                <a:gd name="connsiteX2" fmla="*/ 799838 w 799837"/>
                <a:gd name="connsiteY2" fmla="*/ 457200 h 914400"/>
                <a:gd name="connsiteX3" fmla="*/ 399919 w 799837"/>
                <a:gd name="connsiteY3" fmla="*/ 914400 h 914400"/>
                <a:gd name="connsiteX4" fmla="*/ 0 w 799837"/>
                <a:gd name="connsiteY4" fmla="*/ 457200 h 914400"/>
                <a:gd name="connsiteX0" fmla="*/ 0 w 718875"/>
                <a:gd name="connsiteY0" fmla="*/ 309367 h 920890"/>
                <a:gd name="connsiteX1" fmla="*/ 318956 w 718875"/>
                <a:gd name="connsiteY1" fmla="*/ 4567 h 920890"/>
                <a:gd name="connsiteX2" fmla="*/ 718875 w 718875"/>
                <a:gd name="connsiteY2" fmla="*/ 461767 h 920890"/>
                <a:gd name="connsiteX3" fmla="*/ 318956 w 718875"/>
                <a:gd name="connsiteY3" fmla="*/ 918967 h 920890"/>
                <a:gd name="connsiteX4" fmla="*/ 0 w 718875"/>
                <a:gd name="connsiteY4" fmla="*/ 309367 h 920890"/>
                <a:gd name="connsiteX0" fmla="*/ 0 w 680775"/>
                <a:gd name="connsiteY0" fmla="*/ 305460 h 915123"/>
                <a:gd name="connsiteX1" fmla="*/ 318956 w 680775"/>
                <a:gd name="connsiteY1" fmla="*/ 660 h 915123"/>
                <a:gd name="connsiteX2" fmla="*/ 680775 w 680775"/>
                <a:gd name="connsiteY2" fmla="*/ 272122 h 915123"/>
                <a:gd name="connsiteX3" fmla="*/ 318956 w 680775"/>
                <a:gd name="connsiteY3" fmla="*/ 915060 h 915123"/>
                <a:gd name="connsiteX4" fmla="*/ 0 w 680775"/>
                <a:gd name="connsiteY4" fmla="*/ 305460 h 915123"/>
                <a:gd name="connsiteX0" fmla="*/ 20 w 680795"/>
                <a:gd name="connsiteY0" fmla="*/ 305460 h 819869"/>
                <a:gd name="connsiteX1" fmla="*/ 318976 w 680795"/>
                <a:gd name="connsiteY1" fmla="*/ 660 h 819869"/>
                <a:gd name="connsiteX2" fmla="*/ 680795 w 680795"/>
                <a:gd name="connsiteY2" fmla="*/ 272122 h 819869"/>
                <a:gd name="connsiteX3" fmla="*/ 333264 w 680795"/>
                <a:gd name="connsiteY3" fmla="*/ 819810 h 819869"/>
                <a:gd name="connsiteX4" fmla="*/ 20 w 680795"/>
                <a:gd name="connsiteY4" fmla="*/ 305460 h 819869"/>
                <a:gd name="connsiteX0" fmla="*/ 20 w 680795"/>
                <a:gd name="connsiteY0" fmla="*/ 305460 h 819811"/>
                <a:gd name="connsiteX1" fmla="*/ 318976 w 680795"/>
                <a:gd name="connsiteY1" fmla="*/ 660 h 819811"/>
                <a:gd name="connsiteX2" fmla="*/ 680795 w 680795"/>
                <a:gd name="connsiteY2" fmla="*/ 272122 h 819811"/>
                <a:gd name="connsiteX3" fmla="*/ 333264 w 680795"/>
                <a:gd name="connsiteY3" fmla="*/ 819810 h 819811"/>
                <a:gd name="connsiteX4" fmla="*/ 20 w 680795"/>
                <a:gd name="connsiteY4" fmla="*/ 305460 h 819811"/>
                <a:gd name="connsiteX0" fmla="*/ 20 w 680795"/>
                <a:gd name="connsiteY0" fmla="*/ 305040 h 819391"/>
                <a:gd name="connsiteX1" fmla="*/ 318976 w 680795"/>
                <a:gd name="connsiteY1" fmla="*/ 240 h 819391"/>
                <a:gd name="connsiteX2" fmla="*/ 680795 w 680795"/>
                <a:gd name="connsiteY2" fmla="*/ 271702 h 819391"/>
                <a:gd name="connsiteX3" fmla="*/ 333264 w 680795"/>
                <a:gd name="connsiteY3" fmla="*/ 819390 h 819391"/>
                <a:gd name="connsiteX4" fmla="*/ 20 w 680795"/>
                <a:gd name="connsiteY4" fmla="*/ 305040 h 819391"/>
                <a:gd name="connsiteX0" fmla="*/ 20 w 680795"/>
                <a:gd name="connsiteY0" fmla="*/ 305040 h 819391"/>
                <a:gd name="connsiteX1" fmla="*/ 318976 w 680795"/>
                <a:gd name="connsiteY1" fmla="*/ 240 h 819391"/>
                <a:gd name="connsiteX2" fmla="*/ 680795 w 680795"/>
                <a:gd name="connsiteY2" fmla="*/ 271702 h 819391"/>
                <a:gd name="connsiteX3" fmla="*/ 333264 w 680795"/>
                <a:gd name="connsiteY3" fmla="*/ 819390 h 819391"/>
                <a:gd name="connsiteX4" fmla="*/ 20 w 680795"/>
                <a:gd name="connsiteY4" fmla="*/ 305040 h 819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0795" h="819391">
                  <a:moveTo>
                    <a:pt x="20" y="305040"/>
                  </a:moveTo>
                  <a:cubicBezTo>
                    <a:pt x="-2361" y="187565"/>
                    <a:pt x="205514" y="5796"/>
                    <a:pt x="318976" y="240"/>
                  </a:cubicBezTo>
                  <a:cubicBezTo>
                    <a:pt x="432438" y="-5316"/>
                    <a:pt x="666508" y="85872"/>
                    <a:pt x="680795" y="271702"/>
                  </a:cubicBezTo>
                  <a:cubicBezTo>
                    <a:pt x="680795" y="524207"/>
                    <a:pt x="403864" y="818596"/>
                    <a:pt x="333264" y="819390"/>
                  </a:cubicBezTo>
                  <a:cubicBezTo>
                    <a:pt x="262664" y="820184"/>
                    <a:pt x="2401" y="422515"/>
                    <a:pt x="20" y="30504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1595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0724639-6EE2-EEE0-9506-A6DDE3D453BC}"/>
              </a:ext>
            </a:extLst>
          </p:cNvPr>
          <p:cNvGrpSpPr/>
          <p:nvPr/>
        </p:nvGrpSpPr>
        <p:grpSpPr>
          <a:xfrm rot="17765252" flipH="1">
            <a:off x="-382051" y="1869696"/>
            <a:ext cx="7217676" cy="3651668"/>
            <a:chOff x="2475914" y="1868829"/>
            <a:chExt cx="7599598" cy="3844896"/>
          </a:xfrm>
        </p:grpSpPr>
        <p:sp>
          <p:nvSpPr>
            <p:cNvPr id="3" name="Rectangle 20">
              <a:extLst>
                <a:ext uri="{FF2B5EF4-FFF2-40B4-BE49-F238E27FC236}">
                  <a16:creationId xmlns:a16="http://schemas.microsoft.com/office/drawing/2014/main" id="{3F90EB51-13E0-A110-7C8C-03EF33986224}"/>
                </a:ext>
              </a:extLst>
            </p:cNvPr>
            <p:cNvSpPr/>
            <p:nvPr/>
          </p:nvSpPr>
          <p:spPr>
            <a:xfrm rot="4143027">
              <a:off x="4197943" y="3977632"/>
              <a:ext cx="2458451" cy="1013735"/>
            </a:xfrm>
            <a:custGeom>
              <a:avLst/>
              <a:gdLst>
                <a:gd name="connsiteX0" fmla="*/ 0 w 890731"/>
                <a:gd name="connsiteY0" fmla="*/ 0 h 303004"/>
                <a:gd name="connsiteX1" fmla="*/ 890731 w 890731"/>
                <a:gd name="connsiteY1" fmla="*/ 0 h 303004"/>
                <a:gd name="connsiteX2" fmla="*/ 890731 w 890731"/>
                <a:gd name="connsiteY2" fmla="*/ 303004 h 303004"/>
                <a:gd name="connsiteX3" fmla="*/ 0 w 890731"/>
                <a:gd name="connsiteY3" fmla="*/ 303004 h 303004"/>
                <a:gd name="connsiteX4" fmla="*/ 0 w 890731"/>
                <a:gd name="connsiteY4" fmla="*/ 0 h 303004"/>
                <a:gd name="connsiteX0" fmla="*/ 0 w 1655078"/>
                <a:gd name="connsiteY0" fmla="*/ 0 h 303004"/>
                <a:gd name="connsiteX1" fmla="*/ 890731 w 1655078"/>
                <a:gd name="connsiteY1" fmla="*/ 0 h 303004"/>
                <a:gd name="connsiteX2" fmla="*/ 1655078 w 1655078"/>
                <a:gd name="connsiteY2" fmla="*/ 184148 h 303004"/>
                <a:gd name="connsiteX3" fmla="*/ 0 w 1655078"/>
                <a:gd name="connsiteY3" fmla="*/ 303004 h 303004"/>
                <a:gd name="connsiteX4" fmla="*/ 0 w 1655078"/>
                <a:gd name="connsiteY4" fmla="*/ 0 h 303004"/>
                <a:gd name="connsiteX0" fmla="*/ 0 w 1655078"/>
                <a:gd name="connsiteY0" fmla="*/ 367531 h 670535"/>
                <a:gd name="connsiteX1" fmla="*/ 1173148 w 1655078"/>
                <a:gd name="connsiteY1" fmla="*/ 0 h 670535"/>
                <a:gd name="connsiteX2" fmla="*/ 1655078 w 1655078"/>
                <a:gd name="connsiteY2" fmla="*/ 551679 h 670535"/>
                <a:gd name="connsiteX3" fmla="*/ 0 w 1655078"/>
                <a:gd name="connsiteY3" fmla="*/ 670535 h 670535"/>
                <a:gd name="connsiteX4" fmla="*/ 0 w 1655078"/>
                <a:gd name="connsiteY4" fmla="*/ 367531 h 670535"/>
                <a:gd name="connsiteX0" fmla="*/ 0 w 1891852"/>
                <a:gd name="connsiteY0" fmla="*/ 367531 h 670535"/>
                <a:gd name="connsiteX1" fmla="*/ 1173148 w 1891852"/>
                <a:gd name="connsiteY1" fmla="*/ 0 h 670535"/>
                <a:gd name="connsiteX2" fmla="*/ 1655078 w 1891852"/>
                <a:gd name="connsiteY2" fmla="*/ 551679 h 670535"/>
                <a:gd name="connsiteX3" fmla="*/ 0 w 1891852"/>
                <a:gd name="connsiteY3" fmla="*/ 670535 h 670535"/>
                <a:gd name="connsiteX4" fmla="*/ 0 w 1891852"/>
                <a:gd name="connsiteY4" fmla="*/ 367531 h 670535"/>
                <a:gd name="connsiteX0" fmla="*/ 0 w 1992269"/>
                <a:gd name="connsiteY0" fmla="*/ 367531 h 670535"/>
                <a:gd name="connsiteX1" fmla="*/ 1173148 w 1992269"/>
                <a:gd name="connsiteY1" fmla="*/ 0 h 670535"/>
                <a:gd name="connsiteX2" fmla="*/ 1655078 w 1992269"/>
                <a:gd name="connsiteY2" fmla="*/ 551679 h 670535"/>
                <a:gd name="connsiteX3" fmla="*/ 0 w 1992269"/>
                <a:gd name="connsiteY3" fmla="*/ 670535 h 670535"/>
                <a:gd name="connsiteX4" fmla="*/ 0 w 1992269"/>
                <a:gd name="connsiteY4" fmla="*/ 367531 h 670535"/>
                <a:gd name="connsiteX0" fmla="*/ 0 w 1992269"/>
                <a:gd name="connsiteY0" fmla="*/ 367531 h 826142"/>
                <a:gd name="connsiteX1" fmla="*/ 1173148 w 1992269"/>
                <a:gd name="connsiteY1" fmla="*/ 0 h 826142"/>
                <a:gd name="connsiteX2" fmla="*/ 1655078 w 1992269"/>
                <a:gd name="connsiteY2" fmla="*/ 551679 h 826142"/>
                <a:gd name="connsiteX3" fmla="*/ 0 w 1992269"/>
                <a:gd name="connsiteY3" fmla="*/ 670535 h 826142"/>
                <a:gd name="connsiteX4" fmla="*/ 0 w 1992269"/>
                <a:gd name="connsiteY4" fmla="*/ 367531 h 826142"/>
                <a:gd name="connsiteX0" fmla="*/ 466182 w 2458451"/>
                <a:gd name="connsiteY0" fmla="*/ 367531 h 921924"/>
                <a:gd name="connsiteX1" fmla="*/ 1639330 w 2458451"/>
                <a:gd name="connsiteY1" fmla="*/ 0 h 921924"/>
                <a:gd name="connsiteX2" fmla="*/ 2121260 w 2458451"/>
                <a:gd name="connsiteY2" fmla="*/ 551679 h 921924"/>
                <a:gd name="connsiteX3" fmla="*/ 0 w 2458451"/>
                <a:gd name="connsiteY3" fmla="*/ 896857 h 921924"/>
                <a:gd name="connsiteX4" fmla="*/ 466182 w 2458451"/>
                <a:gd name="connsiteY4" fmla="*/ 367531 h 921924"/>
                <a:gd name="connsiteX0" fmla="*/ 466182 w 2458451"/>
                <a:gd name="connsiteY0" fmla="*/ 367531 h 995897"/>
                <a:gd name="connsiteX1" fmla="*/ 1639330 w 2458451"/>
                <a:gd name="connsiteY1" fmla="*/ 0 h 995897"/>
                <a:gd name="connsiteX2" fmla="*/ 2121260 w 2458451"/>
                <a:gd name="connsiteY2" fmla="*/ 551679 h 995897"/>
                <a:gd name="connsiteX3" fmla="*/ 0 w 2458451"/>
                <a:gd name="connsiteY3" fmla="*/ 896857 h 995897"/>
                <a:gd name="connsiteX4" fmla="*/ 466182 w 2458451"/>
                <a:gd name="connsiteY4" fmla="*/ 367531 h 995897"/>
                <a:gd name="connsiteX0" fmla="*/ 466182 w 2458451"/>
                <a:gd name="connsiteY0" fmla="*/ 367531 h 976043"/>
                <a:gd name="connsiteX1" fmla="*/ 1639330 w 2458451"/>
                <a:gd name="connsiteY1" fmla="*/ 0 h 976043"/>
                <a:gd name="connsiteX2" fmla="*/ 2121260 w 2458451"/>
                <a:gd name="connsiteY2" fmla="*/ 551679 h 976043"/>
                <a:gd name="connsiteX3" fmla="*/ 469461 w 2458451"/>
                <a:gd name="connsiteY3" fmla="*/ 933636 h 976043"/>
                <a:gd name="connsiteX4" fmla="*/ 0 w 2458451"/>
                <a:gd name="connsiteY4" fmla="*/ 896857 h 976043"/>
                <a:gd name="connsiteX5" fmla="*/ 466182 w 2458451"/>
                <a:gd name="connsiteY5" fmla="*/ 367531 h 976043"/>
                <a:gd name="connsiteX0" fmla="*/ 466182 w 2458451"/>
                <a:gd name="connsiteY0" fmla="*/ 367531 h 1013547"/>
                <a:gd name="connsiteX1" fmla="*/ 1639330 w 2458451"/>
                <a:gd name="connsiteY1" fmla="*/ 0 h 1013547"/>
                <a:gd name="connsiteX2" fmla="*/ 2121260 w 2458451"/>
                <a:gd name="connsiteY2" fmla="*/ 551679 h 1013547"/>
                <a:gd name="connsiteX3" fmla="*/ 469461 w 2458451"/>
                <a:gd name="connsiteY3" fmla="*/ 933636 h 1013547"/>
                <a:gd name="connsiteX4" fmla="*/ 0 w 2458451"/>
                <a:gd name="connsiteY4" fmla="*/ 896857 h 1013547"/>
                <a:gd name="connsiteX5" fmla="*/ 466182 w 2458451"/>
                <a:gd name="connsiteY5" fmla="*/ 367531 h 1013547"/>
                <a:gd name="connsiteX0" fmla="*/ 466182 w 2458451"/>
                <a:gd name="connsiteY0" fmla="*/ 367531 h 1013547"/>
                <a:gd name="connsiteX1" fmla="*/ 1071047 w 2458451"/>
                <a:gd name="connsiteY1" fmla="*/ 226816 h 1013547"/>
                <a:gd name="connsiteX2" fmla="*/ 1639330 w 2458451"/>
                <a:gd name="connsiteY2" fmla="*/ 0 h 1013547"/>
                <a:gd name="connsiteX3" fmla="*/ 2121260 w 2458451"/>
                <a:gd name="connsiteY3" fmla="*/ 551679 h 1013547"/>
                <a:gd name="connsiteX4" fmla="*/ 469461 w 2458451"/>
                <a:gd name="connsiteY4" fmla="*/ 933636 h 1013547"/>
                <a:gd name="connsiteX5" fmla="*/ 0 w 2458451"/>
                <a:gd name="connsiteY5" fmla="*/ 896857 h 1013547"/>
                <a:gd name="connsiteX6" fmla="*/ 466182 w 2458451"/>
                <a:gd name="connsiteY6" fmla="*/ 367531 h 1013547"/>
                <a:gd name="connsiteX0" fmla="*/ 466182 w 2458451"/>
                <a:gd name="connsiteY0" fmla="*/ 367531 h 1013547"/>
                <a:gd name="connsiteX1" fmla="*/ 1071047 w 2458451"/>
                <a:gd name="connsiteY1" fmla="*/ 226816 h 1013547"/>
                <a:gd name="connsiteX2" fmla="*/ 1639330 w 2458451"/>
                <a:gd name="connsiteY2" fmla="*/ 0 h 1013547"/>
                <a:gd name="connsiteX3" fmla="*/ 2121260 w 2458451"/>
                <a:gd name="connsiteY3" fmla="*/ 551679 h 1013547"/>
                <a:gd name="connsiteX4" fmla="*/ 469461 w 2458451"/>
                <a:gd name="connsiteY4" fmla="*/ 933636 h 1013547"/>
                <a:gd name="connsiteX5" fmla="*/ 0 w 2458451"/>
                <a:gd name="connsiteY5" fmla="*/ 896857 h 1013547"/>
                <a:gd name="connsiteX6" fmla="*/ 466182 w 2458451"/>
                <a:gd name="connsiteY6" fmla="*/ 367531 h 1013547"/>
                <a:gd name="connsiteX0" fmla="*/ 466182 w 2458451"/>
                <a:gd name="connsiteY0" fmla="*/ 367719 h 1013735"/>
                <a:gd name="connsiteX1" fmla="*/ 1071047 w 2458451"/>
                <a:gd name="connsiteY1" fmla="*/ 227004 h 1013735"/>
                <a:gd name="connsiteX2" fmla="*/ 1639330 w 2458451"/>
                <a:gd name="connsiteY2" fmla="*/ 188 h 1013735"/>
                <a:gd name="connsiteX3" fmla="*/ 2121260 w 2458451"/>
                <a:gd name="connsiteY3" fmla="*/ 551867 h 1013735"/>
                <a:gd name="connsiteX4" fmla="*/ 469461 w 2458451"/>
                <a:gd name="connsiteY4" fmla="*/ 933824 h 1013735"/>
                <a:gd name="connsiteX5" fmla="*/ 0 w 2458451"/>
                <a:gd name="connsiteY5" fmla="*/ 897045 h 1013735"/>
                <a:gd name="connsiteX6" fmla="*/ 466182 w 2458451"/>
                <a:gd name="connsiteY6" fmla="*/ 367719 h 101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8451" h="1013735">
                  <a:moveTo>
                    <a:pt x="466182" y="367719"/>
                  </a:moveTo>
                  <a:cubicBezTo>
                    <a:pt x="677468" y="301383"/>
                    <a:pt x="859761" y="293340"/>
                    <a:pt x="1071047" y="227004"/>
                  </a:cubicBezTo>
                  <a:cubicBezTo>
                    <a:pt x="1252340" y="75635"/>
                    <a:pt x="1468880" y="-4416"/>
                    <a:pt x="1639330" y="188"/>
                  </a:cubicBezTo>
                  <a:cubicBezTo>
                    <a:pt x="3017025" y="70264"/>
                    <a:pt x="2274749" y="481390"/>
                    <a:pt x="2121260" y="551867"/>
                  </a:cubicBezTo>
                  <a:cubicBezTo>
                    <a:pt x="1927763" y="716511"/>
                    <a:pt x="784600" y="1203830"/>
                    <a:pt x="469461" y="933824"/>
                  </a:cubicBezTo>
                  <a:cubicBezTo>
                    <a:pt x="115918" y="991354"/>
                    <a:pt x="2028" y="1000433"/>
                    <a:pt x="0" y="897045"/>
                  </a:cubicBezTo>
                  <a:lnTo>
                    <a:pt x="466182" y="367719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17">
              <a:extLst>
                <a:ext uri="{FF2B5EF4-FFF2-40B4-BE49-F238E27FC236}">
                  <a16:creationId xmlns:a16="http://schemas.microsoft.com/office/drawing/2014/main" id="{2D6CA045-3CBC-0453-E6E7-B59046BA40B0}"/>
                </a:ext>
              </a:extLst>
            </p:cNvPr>
            <p:cNvSpPr/>
            <p:nvPr/>
          </p:nvSpPr>
          <p:spPr>
            <a:xfrm>
              <a:off x="2475914" y="1878239"/>
              <a:ext cx="7599598" cy="2825118"/>
            </a:xfrm>
            <a:custGeom>
              <a:avLst/>
              <a:gdLst>
                <a:gd name="connsiteX0" fmla="*/ 0 w 4557333"/>
                <a:gd name="connsiteY0" fmla="*/ 0 h 1268088"/>
                <a:gd name="connsiteX1" fmla="*/ 4557333 w 4557333"/>
                <a:gd name="connsiteY1" fmla="*/ 0 h 1268088"/>
                <a:gd name="connsiteX2" fmla="*/ 4557333 w 4557333"/>
                <a:gd name="connsiteY2" fmla="*/ 1268088 h 1268088"/>
                <a:gd name="connsiteX3" fmla="*/ 0 w 4557333"/>
                <a:gd name="connsiteY3" fmla="*/ 1268088 h 1268088"/>
                <a:gd name="connsiteX4" fmla="*/ 0 w 4557333"/>
                <a:gd name="connsiteY4" fmla="*/ 0 h 1268088"/>
                <a:gd name="connsiteX0" fmla="*/ 609600 w 4557333"/>
                <a:gd name="connsiteY0" fmla="*/ 0 h 1496688"/>
                <a:gd name="connsiteX1" fmla="*/ 4557333 w 4557333"/>
                <a:gd name="connsiteY1" fmla="*/ 228600 h 1496688"/>
                <a:gd name="connsiteX2" fmla="*/ 4557333 w 4557333"/>
                <a:gd name="connsiteY2" fmla="*/ 1496688 h 1496688"/>
                <a:gd name="connsiteX3" fmla="*/ 0 w 4557333"/>
                <a:gd name="connsiteY3" fmla="*/ 1496688 h 1496688"/>
                <a:gd name="connsiteX4" fmla="*/ 609600 w 4557333"/>
                <a:gd name="connsiteY4" fmla="*/ 0 h 1496688"/>
                <a:gd name="connsiteX0" fmla="*/ 304800 w 4252533"/>
                <a:gd name="connsiteY0" fmla="*/ 0 h 1496688"/>
                <a:gd name="connsiteX1" fmla="*/ 4252533 w 4252533"/>
                <a:gd name="connsiteY1" fmla="*/ 228600 h 1496688"/>
                <a:gd name="connsiteX2" fmla="*/ 4252533 w 4252533"/>
                <a:gd name="connsiteY2" fmla="*/ 1496688 h 1496688"/>
                <a:gd name="connsiteX3" fmla="*/ 0 w 4252533"/>
                <a:gd name="connsiteY3" fmla="*/ 1001388 h 1496688"/>
                <a:gd name="connsiteX4" fmla="*/ 304800 w 4252533"/>
                <a:gd name="connsiteY4" fmla="*/ 0 h 1496688"/>
                <a:gd name="connsiteX0" fmla="*/ 317500 w 4265233"/>
                <a:gd name="connsiteY0" fmla="*/ 0 h 1496688"/>
                <a:gd name="connsiteX1" fmla="*/ 4265233 w 4265233"/>
                <a:gd name="connsiteY1" fmla="*/ 228600 h 1496688"/>
                <a:gd name="connsiteX2" fmla="*/ 4265233 w 4265233"/>
                <a:gd name="connsiteY2" fmla="*/ 1496688 h 1496688"/>
                <a:gd name="connsiteX3" fmla="*/ 0 w 4265233"/>
                <a:gd name="connsiteY3" fmla="*/ 1026788 h 1496688"/>
                <a:gd name="connsiteX4" fmla="*/ 317500 w 4265233"/>
                <a:gd name="connsiteY4" fmla="*/ 0 h 1496688"/>
                <a:gd name="connsiteX0" fmla="*/ 877533 w 4825266"/>
                <a:gd name="connsiteY0" fmla="*/ 0 h 1496688"/>
                <a:gd name="connsiteX1" fmla="*/ 4825266 w 4825266"/>
                <a:gd name="connsiteY1" fmla="*/ 228600 h 1496688"/>
                <a:gd name="connsiteX2" fmla="*/ 4825266 w 4825266"/>
                <a:gd name="connsiteY2" fmla="*/ 1496688 h 1496688"/>
                <a:gd name="connsiteX3" fmla="*/ 560033 w 4825266"/>
                <a:gd name="connsiteY3" fmla="*/ 1026788 h 1496688"/>
                <a:gd name="connsiteX4" fmla="*/ 877533 w 4825266"/>
                <a:gd name="connsiteY4" fmla="*/ 0 h 1496688"/>
                <a:gd name="connsiteX0" fmla="*/ 902286 w 4850019"/>
                <a:gd name="connsiteY0" fmla="*/ 0 h 1496688"/>
                <a:gd name="connsiteX1" fmla="*/ 4850019 w 4850019"/>
                <a:gd name="connsiteY1" fmla="*/ 228600 h 1496688"/>
                <a:gd name="connsiteX2" fmla="*/ 4850019 w 4850019"/>
                <a:gd name="connsiteY2" fmla="*/ 1496688 h 1496688"/>
                <a:gd name="connsiteX3" fmla="*/ 584786 w 4850019"/>
                <a:gd name="connsiteY3" fmla="*/ 1026788 h 1496688"/>
                <a:gd name="connsiteX4" fmla="*/ 902286 w 4850019"/>
                <a:gd name="connsiteY4" fmla="*/ 0 h 1496688"/>
                <a:gd name="connsiteX0" fmla="*/ 902286 w 5827919"/>
                <a:gd name="connsiteY0" fmla="*/ 546100 h 2042788"/>
                <a:gd name="connsiteX1" fmla="*/ 5827919 w 5827919"/>
                <a:gd name="connsiteY1" fmla="*/ 0 h 2042788"/>
                <a:gd name="connsiteX2" fmla="*/ 4850019 w 5827919"/>
                <a:gd name="connsiteY2" fmla="*/ 2042788 h 2042788"/>
                <a:gd name="connsiteX3" fmla="*/ 584786 w 5827919"/>
                <a:gd name="connsiteY3" fmla="*/ 1572888 h 2042788"/>
                <a:gd name="connsiteX4" fmla="*/ 902286 w 5827919"/>
                <a:gd name="connsiteY4" fmla="*/ 546100 h 2042788"/>
                <a:gd name="connsiteX0" fmla="*/ 902286 w 5954919"/>
                <a:gd name="connsiteY0" fmla="*/ 546100 h 1572888"/>
                <a:gd name="connsiteX1" fmla="*/ 5827919 w 5954919"/>
                <a:gd name="connsiteY1" fmla="*/ 0 h 1572888"/>
                <a:gd name="connsiteX2" fmla="*/ 5954919 w 5954919"/>
                <a:gd name="connsiteY2" fmla="*/ 252088 h 1572888"/>
                <a:gd name="connsiteX3" fmla="*/ 584786 w 5954919"/>
                <a:gd name="connsiteY3" fmla="*/ 1572888 h 1572888"/>
                <a:gd name="connsiteX4" fmla="*/ 902286 w 5954919"/>
                <a:gd name="connsiteY4" fmla="*/ 546100 h 1572888"/>
                <a:gd name="connsiteX0" fmla="*/ 902286 w 5954919"/>
                <a:gd name="connsiteY0" fmla="*/ 546100 h 1572888"/>
                <a:gd name="connsiteX1" fmla="*/ 5827919 w 5954919"/>
                <a:gd name="connsiteY1" fmla="*/ 0 h 1572888"/>
                <a:gd name="connsiteX2" fmla="*/ 5954919 w 5954919"/>
                <a:gd name="connsiteY2" fmla="*/ 252088 h 1572888"/>
                <a:gd name="connsiteX3" fmla="*/ 584786 w 5954919"/>
                <a:gd name="connsiteY3" fmla="*/ 1572888 h 1572888"/>
                <a:gd name="connsiteX4" fmla="*/ 902286 w 5954919"/>
                <a:gd name="connsiteY4" fmla="*/ 546100 h 1572888"/>
                <a:gd name="connsiteX0" fmla="*/ 902286 w 5954919"/>
                <a:gd name="connsiteY0" fmla="*/ 584200 h 1610988"/>
                <a:gd name="connsiteX1" fmla="*/ 5827919 w 5954919"/>
                <a:gd name="connsiteY1" fmla="*/ 0 h 1610988"/>
                <a:gd name="connsiteX2" fmla="*/ 5954919 w 5954919"/>
                <a:gd name="connsiteY2" fmla="*/ 290188 h 1610988"/>
                <a:gd name="connsiteX3" fmla="*/ 584786 w 5954919"/>
                <a:gd name="connsiteY3" fmla="*/ 1610988 h 1610988"/>
                <a:gd name="connsiteX4" fmla="*/ 902286 w 5954919"/>
                <a:gd name="connsiteY4" fmla="*/ 584200 h 1610988"/>
                <a:gd name="connsiteX0" fmla="*/ 902286 w 5985399"/>
                <a:gd name="connsiteY0" fmla="*/ 584200 h 1610988"/>
                <a:gd name="connsiteX1" fmla="*/ 5827919 w 5985399"/>
                <a:gd name="connsiteY1" fmla="*/ 0 h 1610988"/>
                <a:gd name="connsiteX2" fmla="*/ 5985399 w 5985399"/>
                <a:gd name="connsiteY2" fmla="*/ 282568 h 1610988"/>
                <a:gd name="connsiteX3" fmla="*/ 584786 w 5985399"/>
                <a:gd name="connsiteY3" fmla="*/ 1610988 h 1610988"/>
                <a:gd name="connsiteX4" fmla="*/ 902286 w 5985399"/>
                <a:gd name="connsiteY4" fmla="*/ 584200 h 1610988"/>
                <a:gd name="connsiteX0" fmla="*/ 902286 w 5985399"/>
                <a:gd name="connsiteY0" fmla="*/ 584200 h 1845089"/>
                <a:gd name="connsiteX1" fmla="*/ 5827919 w 5985399"/>
                <a:gd name="connsiteY1" fmla="*/ 0 h 1845089"/>
                <a:gd name="connsiteX2" fmla="*/ 5985399 w 5985399"/>
                <a:gd name="connsiteY2" fmla="*/ 282568 h 1845089"/>
                <a:gd name="connsiteX3" fmla="*/ 584786 w 5985399"/>
                <a:gd name="connsiteY3" fmla="*/ 1610988 h 1845089"/>
                <a:gd name="connsiteX4" fmla="*/ 902286 w 5985399"/>
                <a:gd name="connsiteY4" fmla="*/ 584200 h 1845089"/>
                <a:gd name="connsiteX0" fmla="*/ 902286 w 5985399"/>
                <a:gd name="connsiteY0" fmla="*/ 584200 h 2087156"/>
                <a:gd name="connsiteX1" fmla="*/ 5827919 w 5985399"/>
                <a:gd name="connsiteY1" fmla="*/ 0 h 2087156"/>
                <a:gd name="connsiteX2" fmla="*/ 5985399 w 5985399"/>
                <a:gd name="connsiteY2" fmla="*/ 282568 h 2087156"/>
                <a:gd name="connsiteX3" fmla="*/ 584786 w 5985399"/>
                <a:gd name="connsiteY3" fmla="*/ 1610988 h 2087156"/>
                <a:gd name="connsiteX4" fmla="*/ 902286 w 5985399"/>
                <a:gd name="connsiteY4" fmla="*/ 584200 h 2087156"/>
                <a:gd name="connsiteX0" fmla="*/ 902286 w 6769687"/>
                <a:gd name="connsiteY0" fmla="*/ 1107854 h 2610810"/>
                <a:gd name="connsiteX1" fmla="*/ 5827919 w 6769687"/>
                <a:gd name="connsiteY1" fmla="*/ 523654 h 2610810"/>
                <a:gd name="connsiteX2" fmla="*/ 6769687 w 6769687"/>
                <a:gd name="connsiteY2" fmla="*/ 2952 h 2610810"/>
                <a:gd name="connsiteX3" fmla="*/ 5985399 w 6769687"/>
                <a:gd name="connsiteY3" fmla="*/ 806222 h 2610810"/>
                <a:gd name="connsiteX4" fmla="*/ 584786 w 6769687"/>
                <a:gd name="connsiteY4" fmla="*/ 2134642 h 2610810"/>
                <a:gd name="connsiteX5" fmla="*/ 902286 w 6769687"/>
                <a:gd name="connsiteY5" fmla="*/ 1107854 h 2610810"/>
                <a:gd name="connsiteX0" fmla="*/ 902286 w 7588448"/>
                <a:gd name="connsiteY0" fmla="*/ 1107854 h 2610810"/>
                <a:gd name="connsiteX1" fmla="*/ 5827919 w 7588448"/>
                <a:gd name="connsiteY1" fmla="*/ 523654 h 2610810"/>
                <a:gd name="connsiteX2" fmla="*/ 6769687 w 7588448"/>
                <a:gd name="connsiteY2" fmla="*/ 2952 h 2610810"/>
                <a:gd name="connsiteX3" fmla="*/ 7569787 w 7588448"/>
                <a:gd name="connsiteY3" fmla="*/ 1044352 h 2610810"/>
                <a:gd name="connsiteX4" fmla="*/ 5985399 w 7588448"/>
                <a:gd name="connsiteY4" fmla="*/ 806222 h 2610810"/>
                <a:gd name="connsiteX5" fmla="*/ 584786 w 7588448"/>
                <a:gd name="connsiteY5" fmla="*/ 2134642 h 2610810"/>
                <a:gd name="connsiteX6" fmla="*/ 902286 w 7588448"/>
                <a:gd name="connsiteY6" fmla="*/ 1107854 h 2610810"/>
                <a:gd name="connsiteX0" fmla="*/ 902286 w 7583936"/>
                <a:gd name="connsiteY0" fmla="*/ 1108326 h 2611282"/>
                <a:gd name="connsiteX1" fmla="*/ 5827919 w 7583936"/>
                <a:gd name="connsiteY1" fmla="*/ 524126 h 2611282"/>
                <a:gd name="connsiteX2" fmla="*/ 6769687 w 7583936"/>
                <a:gd name="connsiteY2" fmla="*/ 3424 h 2611282"/>
                <a:gd name="connsiteX3" fmla="*/ 6439486 w 7583936"/>
                <a:gd name="connsiteY3" fmla="*/ 460624 h 2611282"/>
                <a:gd name="connsiteX4" fmla="*/ 7569787 w 7583936"/>
                <a:gd name="connsiteY4" fmla="*/ 1044824 h 2611282"/>
                <a:gd name="connsiteX5" fmla="*/ 5985399 w 7583936"/>
                <a:gd name="connsiteY5" fmla="*/ 806694 h 2611282"/>
                <a:gd name="connsiteX6" fmla="*/ 584786 w 7583936"/>
                <a:gd name="connsiteY6" fmla="*/ 2135114 h 2611282"/>
                <a:gd name="connsiteX7" fmla="*/ 902286 w 7583936"/>
                <a:gd name="connsiteY7" fmla="*/ 1108326 h 2611282"/>
                <a:gd name="connsiteX0" fmla="*/ 902286 w 7583936"/>
                <a:gd name="connsiteY0" fmla="*/ 1109371 h 2612327"/>
                <a:gd name="connsiteX1" fmla="*/ 5827919 w 7583936"/>
                <a:gd name="connsiteY1" fmla="*/ 525171 h 2612327"/>
                <a:gd name="connsiteX2" fmla="*/ 6769687 w 7583936"/>
                <a:gd name="connsiteY2" fmla="*/ 4469 h 2612327"/>
                <a:gd name="connsiteX3" fmla="*/ 6439486 w 7583936"/>
                <a:gd name="connsiteY3" fmla="*/ 461669 h 2612327"/>
                <a:gd name="connsiteX4" fmla="*/ 7569787 w 7583936"/>
                <a:gd name="connsiteY4" fmla="*/ 1045869 h 2612327"/>
                <a:gd name="connsiteX5" fmla="*/ 5985399 w 7583936"/>
                <a:gd name="connsiteY5" fmla="*/ 807739 h 2612327"/>
                <a:gd name="connsiteX6" fmla="*/ 584786 w 7583936"/>
                <a:gd name="connsiteY6" fmla="*/ 2136159 h 2612327"/>
                <a:gd name="connsiteX7" fmla="*/ 902286 w 7583936"/>
                <a:gd name="connsiteY7" fmla="*/ 1109371 h 2612327"/>
                <a:gd name="connsiteX0" fmla="*/ 902286 w 7583936"/>
                <a:gd name="connsiteY0" fmla="*/ 1275148 h 2778104"/>
                <a:gd name="connsiteX1" fmla="*/ 5827919 w 7583936"/>
                <a:gd name="connsiteY1" fmla="*/ 690948 h 2778104"/>
                <a:gd name="connsiteX2" fmla="*/ 6769687 w 7583936"/>
                <a:gd name="connsiteY2" fmla="*/ 170246 h 2778104"/>
                <a:gd name="connsiteX3" fmla="*/ 6439486 w 7583936"/>
                <a:gd name="connsiteY3" fmla="*/ 627446 h 2778104"/>
                <a:gd name="connsiteX4" fmla="*/ 7569787 w 7583936"/>
                <a:gd name="connsiteY4" fmla="*/ 1211646 h 2778104"/>
                <a:gd name="connsiteX5" fmla="*/ 5985399 w 7583936"/>
                <a:gd name="connsiteY5" fmla="*/ 973516 h 2778104"/>
                <a:gd name="connsiteX6" fmla="*/ 584786 w 7583936"/>
                <a:gd name="connsiteY6" fmla="*/ 2301936 h 2778104"/>
                <a:gd name="connsiteX7" fmla="*/ 902286 w 7583936"/>
                <a:gd name="connsiteY7" fmla="*/ 1275148 h 2778104"/>
                <a:gd name="connsiteX0" fmla="*/ 902286 w 7583936"/>
                <a:gd name="connsiteY0" fmla="*/ 1275148 h 2778104"/>
                <a:gd name="connsiteX1" fmla="*/ 5827919 w 7583936"/>
                <a:gd name="connsiteY1" fmla="*/ 690948 h 2778104"/>
                <a:gd name="connsiteX2" fmla="*/ 6769687 w 7583936"/>
                <a:gd name="connsiteY2" fmla="*/ 170246 h 2778104"/>
                <a:gd name="connsiteX3" fmla="*/ 6439486 w 7583936"/>
                <a:gd name="connsiteY3" fmla="*/ 627446 h 2778104"/>
                <a:gd name="connsiteX4" fmla="*/ 7569787 w 7583936"/>
                <a:gd name="connsiteY4" fmla="*/ 1211646 h 2778104"/>
                <a:gd name="connsiteX5" fmla="*/ 5985399 w 7583936"/>
                <a:gd name="connsiteY5" fmla="*/ 973516 h 2778104"/>
                <a:gd name="connsiteX6" fmla="*/ 584786 w 7583936"/>
                <a:gd name="connsiteY6" fmla="*/ 2301936 h 2778104"/>
                <a:gd name="connsiteX7" fmla="*/ 902286 w 7583936"/>
                <a:gd name="connsiteY7" fmla="*/ 1275148 h 2778104"/>
                <a:gd name="connsiteX0" fmla="*/ 902286 w 7583936"/>
                <a:gd name="connsiteY0" fmla="*/ 1482140 h 2985096"/>
                <a:gd name="connsiteX1" fmla="*/ 5827919 w 7583936"/>
                <a:gd name="connsiteY1" fmla="*/ 897940 h 2985096"/>
                <a:gd name="connsiteX2" fmla="*/ 6795087 w 7583936"/>
                <a:gd name="connsiteY2" fmla="*/ 148638 h 2985096"/>
                <a:gd name="connsiteX3" fmla="*/ 6439486 w 7583936"/>
                <a:gd name="connsiteY3" fmla="*/ 834438 h 2985096"/>
                <a:gd name="connsiteX4" fmla="*/ 7569787 w 7583936"/>
                <a:gd name="connsiteY4" fmla="*/ 1418638 h 2985096"/>
                <a:gd name="connsiteX5" fmla="*/ 5985399 w 7583936"/>
                <a:gd name="connsiteY5" fmla="*/ 1180508 h 2985096"/>
                <a:gd name="connsiteX6" fmla="*/ 584786 w 7583936"/>
                <a:gd name="connsiteY6" fmla="*/ 2508928 h 2985096"/>
                <a:gd name="connsiteX7" fmla="*/ 902286 w 7583936"/>
                <a:gd name="connsiteY7" fmla="*/ 1482140 h 2985096"/>
                <a:gd name="connsiteX0" fmla="*/ 902286 w 7599598"/>
                <a:gd name="connsiteY0" fmla="*/ 1482140 h 2985096"/>
                <a:gd name="connsiteX1" fmla="*/ 5827919 w 7599598"/>
                <a:gd name="connsiteY1" fmla="*/ 897940 h 2985096"/>
                <a:gd name="connsiteX2" fmla="*/ 6795087 w 7599598"/>
                <a:gd name="connsiteY2" fmla="*/ 148638 h 2985096"/>
                <a:gd name="connsiteX3" fmla="*/ 6439486 w 7599598"/>
                <a:gd name="connsiteY3" fmla="*/ 834438 h 2985096"/>
                <a:gd name="connsiteX4" fmla="*/ 7569787 w 7599598"/>
                <a:gd name="connsiteY4" fmla="*/ 1418638 h 2985096"/>
                <a:gd name="connsiteX5" fmla="*/ 5985399 w 7599598"/>
                <a:gd name="connsiteY5" fmla="*/ 1180508 h 2985096"/>
                <a:gd name="connsiteX6" fmla="*/ 584786 w 7599598"/>
                <a:gd name="connsiteY6" fmla="*/ 2508928 h 2985096"/>
                <a:gd name="connsiteX7" fmla="*/ 902286 w 7599598"/>
                <a:gd name="connsiteY7" fmla="*/ 1482140 h 2985096"/>
                <a:gd name="connsiteX0" fmla="*/ 902286 w 7599598"/>
                <a:gd name="connsiteY0" fmla="*/ 1482140 h 2985096"/>
                <a:gd name="connsiteX1" fmla="*/ 5827919 w 7599598"/>
                <a:gd name="connsiteY1" fmla="*/ 897940 h 2985096"/>
                <a:gd name="connsiteX2" fmla="*/ 6795087 w 7599598"/>
                <a:gd name="connsiteY2" fmla="*/ 148638 h 2985096"/>
                <a:gd name="connsiteX3" fmla="*/ 6439486 w 7599598"/>
                <a:gd name="connsiteY3" fmla="*/ 834438 h 2985096"/>
                <a:gd name="connsiteX4" fmla="*/ 7569787 w 7599598"/>
                <a:gd name="connsiteY4" fmla="*/ 1418638 h 2985096"/>
                <a:gd name="connsiteX5" fmla="*/ 5985399 w 7599598"/>
                <a:gd name="connsiteY5" fmla="*/ 1180508 h 2985096"/>
                <a:gd name="connsiteX6" fmla="*/ 584786 w 7599598"/>
                <a:gd name="connsiteY6" fmla="*/ 2508928 h 2985096"/>
                <a:gd name="connsiteX7" fmla="*/ 902286 w 7599598"/>
                <a:gd name="connsiteY7" fmla="*/ 1482140 h 2985096"/>
                <a:gd name="connsiteX0" fmla="*/ 902286 w 7599598"/>
                <a:gd name="connsiteY0" fmla="*/ 1470497 h 2973453"/>
                <a:gd name="connsiteX1" fmla="*/ 5827919 w 7599598"/>
                <a:gd name="connsiteY1" fmla="*/ 886297 h 2973453"/>
                <a:gd name="connsiteX2" fmla="*/ 6795087 w 7599598"/>
                <a:gd name="connsiteY2" fmla="*/ 149695 h 2973453"/>
                <a:gd name="connsiteX3" fmla="*/ 6439486 w 7599598"/>
                <a:gd name="connsiteY3" fmla="*/ 822795 h 2973453"/>
                <a:gd name="connsiteX4" fmla="*/ 7569787 w 7599598"/>
                <a:gd name="connsiteY4" fmla="*/ 1406995 h 2973453"/>
                <a:gd name="connsiteX5" fmla="*/ 5985399 w 7599598"/>
                <a:gd name="connsiteY5" fmla="*/ 1168865 h 2973453"/>
                <a:gd name="connsiteX6" fmla="*/ 584786 w 7599598"/>
                <a:gd name="connsiteY6" fmla="*/ 2497285 h 2973453"/>
                <a:gd name="connsiteX7" fmla="*/ 902286 w 7599598"/>
                <a:gd name="connsiteY7" fmla="*/ 1470497 h 2973453"/>
                <a:gd name="connsiteX0" fmla="*/ 902286 w 7599598"/>
                <a:gd name="connsiteY0" fmla="*/ 1330829 h 2833785"/>
                <a:gd name="connsiteX1" fmla="*/ 5827919 w 7599598"/>
                <a:gd name="connsiteY1" fmla="*/ 746629 h 2833785"/>
                <a:gd name="connsiteX2" fmla="*/ 6795087 w 7599598"/>
                <a:gd name="connsiteY2" fmla="*/ 10027 h 2833785"/>
                <a:gd name="connsiteX3" fmla="*/ 6439486 w 7599598"/>
                <a:gd name="connsiteY3" fmla="*/ 683127 h 2833785"/>
                <a:gd name="connsiteX4" fmla="*/ 7569787 w 7599598"/>
                <a:gd name="connsiteY4" fmla="*/ 1267327 h 2833785"/>
                <a:gd name="connsiteX5" fmla="*/ 5985399 w 7599598"/>
                <a:gd name="connsiteY5" fmla="*/ 1029197 h 2833785"/>
                <a:gd name="connsiteX6" fmla="*/ 584786 w 7599598"/>
                <a:gd name="connsiteY6" fmla="*/ 2357617 h 2833785"/>
                <a:gd name="connsiteX7" fmla="*/ 902286 w 7599598"/>
                <a:gd name="connsiteY7" fmla="*/ 1330829 h 2833785"/>
                <a:gd name="connsiteX0" fmla="*/ 902286 w 7599598"/>
                <a:gd name="connsiteY0" fmla="*/ 1330829 h 2833785"/>
                <a:gd name="connsiteX1" fmla="*/ 5827919 w 7599598"/>
                <a:gd name="connsiteY1" fmla="*/ 746629 h 2833785"/>
                <a:gd name="connsiteX2" fmla="*/ 6795087 w 7599598"/>
                <a:gd name="connsiteY2" fmla="*/ 10027 h 2833785"/>
                <a:gd name="connsiteX3" fmla="*/ 6439486 w 7599598"/>
                <a:gd name="connsiteY3" fmla="*/ 683127 h 2833785"/>
                <a:gd name="connsiteX4" fmla="*/ 7569787 w 7599598"/>
                <a:gd name="connsiteY4" fmla="*/ 1267327 h 2833785"/>
                <a:gd name="connsiteX5" fmla="*/ 5985399 w 7599598"/>
                <a:gd name="connsiteY5" fmla="*/ 1029197 h 2833785"/>
                <a:gd name="connsiteX6" fmla="*/ 584786 w 7599598"/>
                <a:gd name="connsiteY6" fmla="*/ 2357617 h 2833785"/>
                <a:gd name="connsiteX7" fmla="*/ 902286 w 7599598"/>
                <a:gd name="connsiteY7" fmla="*/ 1330829 h 2833785"/>
                <a:gd name="connsiteX0" fmla="*/ 902286 w 7599598"/>
                <a:gd name="connsiteY0" fmla="*/ 1330829 h 2833785"/>
                <a:gd name="connsiteX1" fmla="*/ 5827919 w 7599598"/>
                <a:gd name="connsiteY1" fmla="*/ 746629 h 2833785"/>
                <a:gd name="connsiteX2" fmla="*/ 6795087 w 7599598"/>
                <a:gd name="connsiteY2" fmla="*/ 10027 h 2833785"/>
                <a:gd name="connsiteX3" fmla="*/ 6439486 w 7599598"/>
                <a:gd name="connsiteY3" fmla="*/ 683127 h 2833785"/>
                <a:gd name="connsiteX4" fmla="*/ 7569787 w 7599598"/>
                <a:gd name="connsiteY4" fmla="*/ 1267327 h 2833785"/>
                <a:gd name="connsiteX5" fmla="*/ 5985399 w 7599598"/>
                <a:gd name="connsiteY5" fmla="*/ 1029197 h 2833785"/>
                <a:gd name="connsiteX6" fmla="*/ 584786 w 7599598"/>
                <a:gd name="connsiteY6" fmla="*/ 2357617 h 2833785"/>
                <a:gd name="connsiteX7" fmla="*/ 902286 w 7599598"/>
                <a:gd name="connsiteY7" fmla="*/ 1330829 h 2833785"/>
                <a:gd name="connsiteX0" fmla="*/ 902286 w 7599598"/>
                <a:gd name="connsiteY0" fmla="*/ 1330829 h 2833785"/>
                <a:gd name="connsiteX1" fmla="*/ 5827919 w 7599598"/>
                <a:gd name="connsiteY1" fmla="*/ 746629 h 2833785"/>
                <a:gd name="connsiteX2" fmla="*/ 6795087 w 7599598"/>
                <a:gd name="connsiteY2" fmla="*/ 10027 h 2833785"/>
                <a:gd name="connsiteX3" fmla="*/ 6439486 w 7599598"/>
                <a:gd name="connsiteY3" fmla="*/ 683127 h 2833785"/>
                <a:gd name="connsiteX4" fmla="*/ 7569787 w 7599598"/>
                <a:gd name="connsiteY4" fmla="*/ 1267327 h 2833785"/>
                <a:gd name="connsiteX5" fmla="*/ 5985399 w 7599598"/>
                <a:gd name="connsiteY5" fmla="*/ 1029197 h 2833785"/>
                <a:gd name="connsiteX6" fmla="*/ 584786 w 7599598"/>
                <a:gd name="connsiteY6" fmla="*/ 2357617 h 2833785"/>
                <a:gd name="connsiteX7" fmla="*/ 902286 w 7599598"/>
                <a:gd name="connsiteY7" fmla="*/ 1330829 h 2833785"/>
                <a:gd name="connsiteX0" fmla="*/ 902286 w 7599598"/>
                <a:gd name="connsiteY0" fmla="*/ 1338264 h 2841220"/>
                <a:gd name="connsiteX1" fmla="*/ 5827919 w 7599598"/>
                <a:gd name="connsiteY1" fmla="*/ 754064 h 2841220"/>
                <a:gd name="connsiteX2" fmla="*/ 6795087 w 7599598"/>
                <a:gd name="connsiteY2" fmla="*/ 17462 h 2841220"/>
                <a:gd name="connsiteX3" fmla="*/ 6439486 w 7599598"/>
                <a:gd name="connsiteY3" fmla="*/ 690562 h 2841220"/>
                <a:gd name="connsiteX4" fmla="*/ 7569787 w 7599598"/>
                <a:gd name="connsiteY4" fmla="*/ 1274762 h 2841220"/>
                <a:gd name="connsiteX5" fmla="*/ 5985399 w 7599598"/>
                <a:gd name="connsiteY5" fmla="*/ 1036632 h 2841220"/>
                <a:gd name="connsiteX6" fmla="*/ 584786 w 7599598"/>
                <a:gd name="connsiteY6" fmla="*/ 2365052 h 2841220"/>
                <a:gd name="connsiteX7" fmla="*/ 902286 w 7599598"/>
                <a:gd name="connsiteY7" fmla="*/ 1338264 h 2841220"/>
                <a:gd name="connsiteX0" fmla="*/ 902286 w 7599598"/>
                <a:gd name="connsiteY0" fmla="*/ 1338264 h 2841220"/>
                <a:gd name="connsiteX1" fmla="*/ 5827919 w 7599598"/>
                <a:gd name="connsiteY1" fmla="*/ 754064 h 2841220"/>
                <a:gd name="connsiteX2" fmla="*/ 6795087 w 7599598"/>
                <a:gd name="connsiteY2" fmla="*/ 17462 h 2841220"/>
                <a:gd name="connsiteX3" fmla="*/ 6439486 w 7599598"/>
                <a:gd name="connsiteY3" fmla="*/ 690562 h 2841220"/>
                <a:gd name="connsiteX4" fmla="*/ 7569787 w 7599598"/>
                <a:gd name="connsiteY4" fmla="*/ 1274762 h 2841220"/>
                <a:gd name="connsiteX5" fmla="*/ 5985399 w 7599598"/>
                <a:gd name="connsiteY5" fmla="*/ 1036632 h 2841220"/>
                <a:gd name="connsiteX6" fmla="*/ 584786 w 7599598"/>
                <a:gd name="connsiteY6" fmla="*/ 2365052 h 2841220"/>
                <a:gd name="connsiteX7" fmla="*/ 902286 w 7599598"/>
                <a:gd name="connsiteY7" fmla="*/ 1338264 h 2841220"/>
                <a:gd name="connsiteX0" fmla="*/ 902286 w 7599598"/>
                <a:gd name="connsiteY0" fmla="*/ 1321499 h 2824455"/>
                <a:gd name="connsiteX1" fmla="*/ 5827919 w 7599598"/>
                <a:gd name="connsiteY1" fmla="*/ 737299 h 2824455"/>
                <a:gd name="connsiteX2" fmla="*/ 6795087 w 7599598"/>
                <a:gd name="connsiteY2" fmla="*/ 697 h 2824455"/>
                <a:gd name="connsiteX3" fmla="*/ 6439486 w 7599598"/>
                <a:gd name="connsiteY3" fmla="*/ 673797 h 2824455"/>
                <a:gd name="connsiteX4" fmla="*/ 7569787 w 7599598"/>
                <a:gd name="connsiteY4" fmla="*/ 1257997 h 2824455"/>
                <a:gd name="connsiteX5" fmla="*/ 5985399 w 7599598"/>
                <a:gd name="connsiteY5" fmla="*/ 1019867 h 2824455"/>
                <a:gd name="connsiteX6" fmla="*/ 584786 w 7599598"/>
                <a:gd name="connsiteY6" fmla="*/ 2348287 h 2824455"/>
                <a:gd name="connsiteX7" fmla="*/ 902286 w 7599598"/>
                <a:gd name="connsiteY7" fmla="*/ 1321499 h 2824455"/>
                <a:gd name="connsiteX0" fmla="*/ 902286 w 7599598"/>
                <a:gd name="connsiteY0" fmla="*/ 1322162 h 2825118"/>
                <a:gd name="connsiteX1" fmla="*/ 5827919 w 7599598"/>
                <a:gd name="connsiteY1" fmla="*/ 737962 h 2825118"/>
                <a:gd name="connsiteX2" fmla="*/ 6795087 w 7599598"/>
                <a:gd name="connsiteY2" fmla="*/ 1360 h 2825118"/>
                <a:gd name="connsiteX3" fmla="*/ 6439486 w 7599598"/>
                <a:gd name="connsiteY3" fmla="*/ 674460 h 2825118"/>
                <a:gd name="connsiteX4" fmla="*/ 7569787 w 7599598"/>
                <a:gd name="connsiteY4" fmla="*/ 1258660 h 2825118"/>
                <a:gd name="connsiteX5" fmla="*/ 5985399 w 7599598"/>
                <a:gd name="connsiteY5" fmla="*/ 1020530 h 2825118"/>
                <a:gd name="connsiteX6" fmla="*/ 584786 w 7599598"/>
                <a:gd name="connsiteY6" fmla="*/ 2348950 h 2825118"/>
                <a:gd name="connsiteX7" fmla="*/ 902286 w 7599598"/>
                <a:gd name="connsiteY7" fmla="*/ 1322162 h 2825118"/>
                <a:gd name="connsiteX0" fmla="*/ 902286 w 7599598"/>
                <a:gd name="connsiteY0" fmla="*/ 1322162 h 2825118"/>
                <a:gd name="connsiteX1" fmla="*/ 5827919 w 7599598"/>
                <a:gd name="connsiteY1" fmla="*/ 737962 h 2825118"/>
                <a:gd name="connsiteX2" fmla="*/ 6795087 w 7599598"/>
                <a:gd name="connsiteY2" fmla="*/ 1360 h 2825118"/>
                <a:gd name="connsiteX3" fmla="*/ 6439486 w 7599598"/>
                <a:gd name="connsiteY3" fmla="*/ 674460 h 2825118"/>
                <a:gd name="connsiteX4" fmla="*/ 7569787 w 7599598"/>
                <a:gd name="connsiteY4" fmla="*/ 1258660 h 2825118"/>
                <a:gd name="connsiteX5" fmla="*/ 5985399 w 7599598"/>
                <a:gd name="connsiteY5" fmla="*/ 1020530 h 2825118"/>
                <a:gd name="connsiteX6" fmla="*/ 584786 w 7599598"/>
                <a:gd name="connsiteY6" fmla="*/ 2348950 h 2825118"/>
                <a:gd name="connsiteX7" fmla="*/ 902286 w 7599598"/>
                <a:gd name="connsiteY7" fmla="*/ 1322162 h 282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99598" h="2825118">
                  <a:moveTo>
                    <a:pt x="902286" y="1322162"/>
                  </a:moveTo>
                  <a:cubicBezTo>
                    <a:pt x="2544164" y="1140129"/>
                    <a:pt x="2372481" y="1918215"/>
                    <a:pt x="5827919" y="737962"/>
                  </a:cubicBezTo>
                  <a:cubicBezTo>
                    <a:pt x="5705808" y="160111"/>
                    <a:pt x="6802898" y="-17689"/>
                    <a:pt x="6795087" y="1360"/>
                  </a:cubicBezTo>
                  <a:cubicBezTo>
                    <a:pt x="6822931" y="43693"/>
                    <a:pt x="7017336" y="500893"/>
                    <a:pt x="6439486" y="674460"/>
                  </a:cubicBezTo>
                  <a:cubicBezTo>
                    <a:pt x="7271336" y="467027"/>
                    <a:pt x="7723785" y="1171348"/>
                    <a:pt x="7569787" y="1258660"/>
                  </a:cubicBezTo>
                  <a:cubicBezTo>
                    <a:pt x="7041658" y="1179283"/>
                    <a:pt x="6391608" y="1358987"/>
                    <a:pt x="5985399" y="1020530"/>
                  </a:cubicBezTo>
                  <a:cubicBezTo>
                    <a:pt x="3537495" y="3825537"/>
                    <a:pt x="1013390" y="2584323"/>
                    <a:pt x="584786" y="2348950"/>
                  </a:cubicBezTo>
                  <a:cubicBezTo>
                    <a:pt x="-795281" y="1397087"/>
                    <a:pt x="669453" y="1397725"/>
                    <a:pt x="902286" y="1322162"/>
                  </a:cubicBezTo>
                  <a:close/>
                </a:path>
              </a:pathLst>
            </a:custGeom>
            <a:solidFill>
              <a:srgbClr val="0B0754"/>
            </a:solidFill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18">
              <a:extLst>
                <a:ext uri="{FF2B5EF4-FFF2-40B4-BE49-F238E27FC236}">
                  <a16:creationId xmlns:a16="http://schemas.microsoft.com/office/drawing/2014/main" id="{A204ED72-012A-28A3-1083-A8E1EC1DA569}"/>
                </a:ext>
              </a:extLst>
            </p:cNvPr>
            <p:cNvSpPr/>
            <p:nvPr/>
          </p:nvSpPr>
          <p:spPr>
            <a:xfrm>
              <a:off x="2480171" y="3490515"/>
              <a:ext cx="5095694" cy="1239447"/>
            </a:xfrm>
            <a:custGeom>
              <a:avLst/>
              <a:gdLst>
                <a:gd name="connsiteX0" fmla="*/ 0 w 933607"/>
                <a:gd name="connsiteY0" fmla="*/ 0 h 482674"/>
                <a:gd name="connsiteX1" fmla="*/ 933607 w 933607"/>
                <a:gd name="connsiteY1" fmla="*/ 0 h 482674"/>
                <a:gd name="connsiteX2" fmla="*/ 933607 w 933607"/>
                <a:gd name="connsiteY2" fmla="*/ 482674 h 482674"/>
                <a:gd name="connsiteX3" fmla="*/ 0 w 933607"/>
                <a:gd name="connsiteY3" fmla="*/ 482674 h 482674"/>
                <a:gd name="connsiteX4" fmla="*/ 0 w 933607"/>
                <a:gd name="connsiteY4" fmla="*/ 0 h 482674"/>
                <a:gd name="connsiteX0" fmla="*/ 617220 w 933607"/>
                <a:gd name="connsiteY0" fmla="*/ 0 h 566494"/>
                <a:gd name="connsiteX1" fmla="*/ 933607 w 933607"/>
                <a:gd name="connsiteY1" fmla="*/ 83820 h 566494"/>
                <a:gd name="connsiteX2" fmla="*/ 933607 w 933607"/>
                <a:gd name="connsiteY2" fmla="*/ 566494 h 566494"/>
                <a:gd name="connsiteX3" fmla="*/ 0 w 933607"/>
                <a:gd name="connsiteY3" fmla="*/ 566494 h 566494"/>
                <a:gd name="connsiteX4" fmla="*/ 617220 w 933607"/>
                <a:gd name="connsiteY4" fmla="*/ 0 h 566494"/>
                <a:gd name="connsiteX0" fmla="*/ 441960 w 758347"/>
                <a:gd name="connsiteY0" fmla="*/ 0 h 566494"/>
                <a:gd name="connsiteX1" fmla="*/ 758347 w 758347"/>
                <a:gd name="connsiteY1" fmla="*/ 83820 h 566494"/>
                <a:gd name="connsiteX2" fmla="*/ 758347 w 758347"/>
                <a:gd name="connsiteY2" fmla="*/ 566494 h 566494"/>
                <a:gd name="connsiteX3" fmla="*/ 0 w 758347"/>
                <a:gd name="connsiteY3" fmla="*/ 566494 h 566494"/>
                <a:gd name="connsiteX4" fmla="*/ 441960 w 758347"/>
                <a:gd name="connsiteY4" fmla="*/ 0 h 566494"/>
                <a:gd name="connsiteX0" fmla="*/ 855769 w 1172156"/>
                <a:gd name="connsiteY0" fmla="*/ 0 h 566494"/>
                <a:gd name="connsiteX1" fmla="*/ 1172156 w 1172156"/>
                <a:gd name="connsiteY1" fmla="*/ 83820 h 566494"/>
                <a:gd name="connsiteX2" fmla="*/ 1172156 w 1172156"/>
                <a:gd name="connsiteY2" fmla="*/ 566494 h 566494"/>
                <a:gd name="connsiteX3" fmla="*/ 413809 w 1172156"/>
                <a:gd name="connsiteY3" fmla="*/ 566494 h 566494"/>
                <a:gd name="connsiteX4" fmla="*/ 855769 w 1172156"/>
                <a:gd name="connsiteY4" fmla="*/ 0 h 566494"/>
                <a:gd name="connsiteX0" fmla="*/ 906105 w 1222492"/>
                <a:gd name="connsiteY0" fmla="*/ 81109 h 647603"/>
                <a:gd name="connsiteX1" fmla="*/ 1222492 w 1222492"/>
                <a:gd name="connsiteY1" fmla="*/ 164929 h 647603"/>
                <a:gd name="connsiteX2" fmla="*/ 1222492 w 1222492"/>
                <a:gd name="connsiteY2" fmla="*/ 647603 h 647603"/>
                <a:gd name="connsiteX3" fmla="*/ 464145 w 1222492"/>
                <a:gd name="connsiteY3" fmla="*/ 647603 h 647603"/>
                <a:gd name="connsiteX4" fmla="*/ 906105 w 1222492"/>
                <a:gd name="connsiteY4" fmla="*/ 81109 h 647603"/>
                <a:gd name="connsiteX0" fmla="*/ 906105 w 5085832"/>
                <a:gd name="connsiteY0" fmla="*/ 81109 h 647603"/>
                <a:gd name="connsiteX1" fmla="*/ 5085832 w 5085832"/>
                <a:gd name="connsiteY1" fmla="*/ 279229 h 647603"/>
                <a:gd name="connsiteX2" fmla="*/ 1222492 w 5085832"/>
                <a:gd name="connsiteY2" fmla="*/ 647603 h 647603"/>
                <a:gd name="connsiteX3" fmla="*/ 464145 w 5085832"/>
                <a:gd name="connsiteY3" fmla="*/ 647603 h 647603"/>
                <a:gd name="connsiteX4" fmla="*/ 906105 w 5085832"/>
                <a:gd name="connsiteY4" fmla="*/ 81109 h 647603"/>
                <a:gd name="connsiteX0" fmla="*/ 906105 w 5085832"/>
                <a:gd name="connsiteY0" fmla="*/ 81109 h 921923"/>
                <a:gd name="connsiteX1" fmla="*/ 5085832 w 5085832"/>
                <a:gd name="connsiteY1" fmla="*/ 279229 h 921923"/>
                <a:gd name="connsiteX2" fmla="*/ 3036052 w 5085832"/>
                <a:gd name="connsiteY2" fmla="*/ 921923 h 921923"/>
                <a:gd name="connsiteX3" fmla="*/ 464145 w 5085832"/>
                <a:gd name="connsiteY3" fmla="*/ 647603 h 921923"/>
                <a:gd name="connsiteX4" fmla="*/ 906105 w 5085832"/>
                <a:gd name="connsiteY4" fmla="*/ 81109 h 921923"/>
                <a:gd name="connsiteX0" fmla="*/ 906105 w 5085832"/>
                <a:gd name="connsiteY0" fmla="*/ 81109 h 647603"/>
                <a:gd name="connsiteX1" fmla="*/ 5085832 w 5085832"/>
                <a:gd name="connsiteY1" fmla="*/ 279229 h 647603"/>
                <a:gd name="connsiteX2" fmla="*/ 464145 w 5085832"/>
                <a:gd name="connsiteY2" fmla="*/ 647603 h 647603"/>
                <a:gd name="connsiteX3" fmla="*/ 906105 w 5085832"/>
                <a:gd name="connsiteY3" fmla="*/ 81109 h 647603"/>
                <a:gd name="connsiteX0" fmla="*/ 906105 w 5085832"/>
                <a:gd name="connsiteY0" fmla="*/ 81109 h 647603"/>
                <a:gd name="connsiteX1" fmla="*/ 5085832 w 5085832"/>
                <a:gd name="connsiteY1" fmla="*/ 279229 h 647603"/>
                <a:gd name="connsiteX2" fmla="*/ 464145 w 5085832"/>
                <a:gd name="connsiteY2" fmla="*/ 647603 h 647603"/>
                <a:gd name="connsiteX3" fmla="*/ 906105 w 5085832"/>
                <a:gd name="connsiteY3" fmla="*/ 81109 h 647603"/>
                <a:gd name="connsiteX0" fmla="*/ 906105 w 5085832"/>
                <a:gd name="connsiteY0" fmla="*/ 81109 h 1132288"/>
                <a:gd name="connsiteX1" fmla="*/ 5085832 w 5085832"/>
                <a:gd name="connsiteY1" fmla="*/ 279229 h 1132288"/>
                <a:gd name="connsiteX2" fmla="*/ 464145 w 5085832"/>
                <a:gd name="connsiteY2" fmla="*/ 647603 h 1132288"/>
                <a:gd name="connsiteX3" fmla="*/ 906105 w 5085832"/>
                <a:gd name="connsiteY3" fmla="*/ 81109 h 113228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18349 w 5098076"/>
                <a:gd name="connsiteY0" fmla="*/ 75644 h 1232996"/>
                <a:gd name="connsiteX1" fmla="*/ 5098076 w 5098076"/>
                <a:gd name="connsiteY1" fmla="*/ 273764 h 1232996"/>
                <a:gd name="connsiteX2" fmla="*/ 460514 w 5098076"/>
                <a:gd name="connsiteY2" fmla="*/ 661188 h 1232996"/>
                <a:gd name="connsiteX3" fmla="*/ 918349 w 5098076"/>
                <a:gd name="connsiteY3" fmla="*/ 75644 h 1232996"/>
                <a:gd name="connsiteX0" fmla="*/ 918349 w 5098076"/>
                <a:gd name="connsiteY0" fmla="*/ 75644 h 1230449"/>
                <a:gd name="connsiteX1" fmla="*/ 5098076 w 5098076"/>
                <a:gd name="connsiteY1" fmla="*/ 264239 h 1230449"/>
                <a:gd name="connsiteX2" fmla="*/ 460514 w 5098076"/>
                <a:gd name="connsiteY2" fmla="*/ 661188 h 1230449"/>
                <a:gd name="connsiteX3" fmla="*/ 918349 w 5098076"/>
                <a:gd name="connsiteY3" fmla="*/ 75644 h 1230449"/>
                <a:gd name="connsiteX0" fmla="*/ 918349 w 5098076"/>
                <a:gd name="connsiteY0" fmla="*/ 75644 h 1227922"/>
                <a:gd name="connsiteX1" fmla="*/ 5098076 w 5098076"/>
                <a:gd name="connsiteY1" fmla="*/ 254714 h 1227922"/>
                <a:gd name="connsiteX2" fmla="*/ 460514 w 5098076"/>
                <a:gd name="connsiteY2" fmla="*/ 661188 h 1227922"/>
                <a:gd name="connsiteX3" fmla="*/ 918349 w 5098076"/>
                <a:gd name="connsiteY3" fmla="*/ 75644 h 1227922"/>
                <a:gd name="connsiteX0" fmla="*/ 918349 w 5095694"/>
                <a:gd name="connsiteY0" fmla="*/ 75644 h 1224791"/>
                <a:gd name="connsiteX1" fmla="*/ 5095694 w 5095694"/>
                <a:gd name="connsiteY1" fmla="*/ 242807 h 1224791"/>
                <a:gd name="connsiteX2" fmla="*/ 460514 w 5095694"/>
                <a:gd name="connsiteY2" fmla="*/ 661188 h 1224791"/>
                <a:gd name="connsiteX3" fmla="*/ 918349 w 5095694"/>
                <a:gd name="connsiteY3" fmla="*/ 75644 h 1224791"/>
                <a:gd name="connsiteX0" fmla="*/ 918349 w 5095694"/>
                <a:gd name="connsiteY0" fmla="*/ 75644 h 1239447"/>
                <a:gd name="connsiteX1" fmla="*/ 5095694 w 5095694"/>
                <a:gd name="connsiteY1" fmla="*/ 242807 h 1239447"/>
                <a:gd name="connsiteX2" fmla="*/ 460514 w 5095694"/>
                <a:gd name="connsiteY2" fmla="*/ 661188 h 1239447"/>
                <a:gd name="connsiteX3" fmla="*/ 918349 w 5095694"/>
                <a:gd name="connsiteY3" fmla="*/ 75644 h 1239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95694" h="1239447">
                  <a:moveTo>
                    <a:pt x="918349" y="75644"/>
                  </a:moveTo>
                  <a:cubicBezTo>
                    <a:pt x="1244791" y="179784"/>
                    <a:pt x="2132732" y="1388347"/>
                    <a:pt x="5095694" y="242807"/>
                  </a:cubicBezTo>
                  <a:cubicBezTo>
                    <a:pt x="4297129" y="879471"/>
                    <a:pt x="2481136" y="1887137"/>
                    <a:pt x="460514" y="661188"/>
                  </a:cubicBezTo>
                  <a:cubicBezTo>
                    <a:pt x="-626606" y="-144863"/>
                    <a:pt x="496709" y="-32705"/>
                    <a:pt x="918349" y="75644"/>
                  </a:cubicBezTo>
                  <a:close/>
                </a:path>
              </a:pathLst>
            </a:custGeom>
            <a:solidFill>
              <a:sysClr val="window" lastClr="FFFFFF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1060D9D-9C4B-36CC-149A-1DB6472A5C87}"/>
                </a:ext>
              </a:extLst>
            </p:cNvPr>
            <p:cNvSpPr/>
            <p:nvPr/>
          </p:nvSpPr>
          <p:spPr>
            <a:xfrm>
              <a:off x="3431453" y="3575246"/>
              <a:ext cx="3794070" cy="726811"/>
            </a:xfrm>
            <a:custGeom>
              <a:avLst/>
              <a:gdLst>
                <a:gd name="connsiteX0" fmla="*/ 34462 w 3547282"/>
                <a:gd name="connsiteY0" fmla="*/ 0 h 902955"/>
                <a:gd name="connsiteX1" fmla="*/ 34462 w 3547282"/>
                <a:gd name="connsiteY1" fmla="*/ 182880 h 902955"/>
                <a:gd name="connsiteX2" fmla="*/ 392602 w 3547282"/>
                <a:gd name="connsiteY2" fmla="*/ 548640 h 902955"/>
                <a:gd name="connsiteX3" fmla="*/ 1299382 w 3547282"/>
                <a:gd name="connsiteY3" fmla="*/ 746760 h 902955"/>
                <a:gd name="connsiteX4" fmla="*/ 2084242 w 3547282"/>
                <a:gd name="connsiteY4" fmla="*/ 891540 h 902955"/>
                <a:gd name="connsiteX5" fmla="*/ 3547282 w 3547282"/>
                <a:gd name="connsiteY5" fmla="*/ 434340 h 902955"/>
                <a:gd name="connsiteX6" fmla="*/ 3547282 w 3547282"/>
                <a:gd name="connsiteY6" fmla="*/ 434340 h 902955"/>
                <a:gd name="connsiteX0" fmla="*/ 34462 w 3547282"/>
                <a:gd name="connsiteY0" fmla="*/ 0 h 892594"/>
                <a:gd name="connsiteX1" fmla="*/ 34462 w 3547282"/>
                <a:gd name="connsiteY1" fmla="*/ 182880 h 892594"/>
                <a:gd name="connsiteX2" fmla="*/ 392602 w 3547282"/>
                <a:gd name="connsiteY2" fmla="*/ 548640 h 892594"/>
                <a:gd name="connsiteX3" fmla="*/ 2084242 w 3547282"/>
                <a:gd name="connsiteY3" fmla="*/ 891540 h 892594"/>
                <a:gd name="connsiteX4" fmla="*/ 3547282 w 3547282"/>
                <a:gd name="connsiteY4" fmla="*/ 434340 h 892594"/>
                <a:gd name="connsiteX5" fmla="*/ 3547282 w 3547282"/>
                <a:gd name="connsiteY5" fmla="*/ 434340 h 892594"/>
                <a:gd name="connsiteX0" fmla="*/ 0 w 3512820"/>
                <a:gd name="connsiteY0" fmla="*/ 0 h 892594"/>
                <a:gd name="connsiteX1" fmla="*/ 358140 w 3512820"/>
                <a:gd name="connsiteY1" fmla="*/ 548640 h 892594"/>
                <a:gd name="connsiteX2" fmla="*/ 2049780 w 3512820"/>
                <a:gd name="connsiteY2" fmla="*/ 891540 h 892594"/>
                <a:gd name="connsiteX3" fmla="*/ 3512820 w 3512820"/>
                <a:gd name="connsiteY3" fmla="*/ 434340 h 892594"/>
                <a:gd name="connsiteX4" fmla="*/ 3512820 w 3512820"/>
                <a:gd name="connsiteY4" fmla="*/ 434340 h 892594"/>
                <a:gd name="connsiteX0" fmla="*/ 0 w 3512820"/>
                <a:gd name="connsiteY0" fmla="*/ 0 h 892272"/>
                <a:gd name="connsiteX1" fmla="*/ 358140 w 3512820"/>
                <a:gd name="connsiteY1" fmla="*/ 548640 h 892272"/>
                <a:gd name="connsiteX2" fmla="*/ 350520 w 3512820"/>
                <a:gd name="connsiteY2" fmla="*/ 541020 h 892272"/>
                <a:gd name="connsiteX3" fmla="*/ 2049780 w 3512820"/>
                <a:gd name="connsiteY3" fmla="*/ 891540 h 892272"/>
                <a:gd name="connsiteX4" fmla="*/ 3512820 w 3512820"/>
                <a:gd name="connsiteY4" fmla="*/ 434340 h 892272"/>
                <a:gd name="connsiteX5" fmla="*/ 3512820 w 3512820"/>
                <a:gd name="connsiteY5" fmla="*/ 434340 h 892272"/>
                <a:gd name="connsiteX0" fmla="*/ 0 w 3512820"/>
                <a:gd name="connsiteY0" fmla="*/ 0 h 591045"/>
                <a:gd name="connsiteX1" fmla="*/ 358140 w 3512820"/>
                <a:gd name="connsiteY1" fmla="*/ 548640 h 591045"/>
                <a:gd name="connsiteX2" fmla="*/ 350520 w 3512820"/>
                <a:gd name="connsiteY2" fmla="*/ 541020 h 591045"/>
                <a:gd name="connsiteX3" fmla="*/ 3512820 w 3512820"/>
                <a:gd name="connsiteY3" fmla="*/ 434340 h 591045"/>
                <a:gd name="connsiteX4" fmla="*/ 3512820 w 3512820"/>
                <a:gd name="connsiteY4" fmla="*/ 434340 h 591045"/>
                <a:gd name="connsiteX0" fmla="*/ 0 w 3512820"/>
                <a:gd name="connsiteY0" fmla="*/ 0 h 566675"/>
                <a:gd name="connsiteX1" fmla="*/ 358140 w 3512820"/>
                <a:gd name="connsiteY1" fmla="*/ 548640 h 566675"/>
                <a:gd name="connsiteX2" fmla="*/ 3512820 w 3512820"/>
                <a:gd name="connsiteY2" fmla="*/ 434340 h 566675"/>
                <a:gd name="connsiteX3" fmla="*/ 3512820 w 3512820"/>
                <a:gd name="connsiteY3" fmla="*/ 434340 h 566675"/>
                <a:gd name="connsiteX0" fmla="*/ 0 w 3512820"/>
                <a:gd name="connsiteY0" fmla="*/ 0 h 434340"/>
                <a:gd name="connsiteX1" fmla="*/ 3512820 w 3512820"/>
                <a:gd name="connsiteY1" fmla="*/ 434340 h 434340"/>
                <a:gd name="connsiteX2" fmla="*/ 3512820 w 3512820"/>
                <a:gd name="connsiteY2" fmla="*/ 434340 h 434340"/>
                <a:gd name="connsiteX0" fmla="*/ 32 w 3512852"/>
                <a:gd name="connsiteY0" fmla="*/ 0 h 592614"/>
                <a:gd name="connsiteX1" fmla="*/ 3512852 w 3512852"/>
                <a:gd name="connsiteY1" fmla="*/ 434340 h 592614"/>
                <a:gd name="connsiteX2" fmla="*/ 3512852 w 3512852"/>
                <a:gd name="connsiteY2" fmla="*/ 434340 h 592614"/>
                <a:gd name="connsiteX0" fmla="*/ 31 w 3512851"/>
                <a:gd name="connsiteY0" fmla="*/ 0 h 826919"/>
                <a:gd name="connsiteX1" fmla="*/ 3512851 w 3512851"/>
                <a:gd name="connsiteY1" fmla="*/ 434340 h 826919"/>
                <a:gd name="connsiteX2" fmla="*/ 3512851 w 3512851"/>
                <a:gd name="connsiteY2" fmla="*/ 434340 h 826919"/>
                <a:gd name="connsiteX0" fmla="*/ 92 w 3512912"/>
                <a:gd name="connsiteY0" fmla="*/ 0 h 781653"/>
                <a:gd name="connsiteX1" fmla="*/ 3512912 w 3512912"/>
                <a:gd name="connsiteY1" fmla="*/ 434340 h 781653"/>
                <a:gd name="connsiteX2" fmla="*/ 3512912 w 3512912"/>
                <a:gd name="connsiteY2" fmla="*/ 434340 h 781653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2" fmla="*/ 3512914 w 3512914"/>
                <a:gd name="connsiteY2" fmla="*/ 434340 h 810486"/>
                <a:gd name="connsiteX0" fmla="*/ 94 w 4146327"/>
                <a:gd name="connsiteY0" fmla="*/ 0 h 810486"/>
                <a:gd name="connsiteX1" fmla="*/ 3512914 w 4146327"/>
                <a:gd name="connsiteY1" fmla="*/ 434340 h 810486"/>
                <a:gd name="connsiteX2" fmla="*/ 4146327 w 4146327"/>
                <a:gd name="connsiteY2" fmla="*/ 193833 h 810486"/>
                <a:gd name="connsiteX0" fmla="*/ 94 w 3786758"/>
                <a:gd name="connsiteY0" fmla="*/ 0 h 810486"/>
                <a:gd name="connsiteX1" fmla="*/ 3512914 w 3786758"/>
                <a:gd name="connsiteY1" fmla="*/ 434340 h 810486"/>
                <a:gd name="connsiteX2" fmla="*/ 3786758 w 3786758"/>
                <a:gd name="connsiteY2" fmla="*/ 303370 h 810486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0" fmla="*/ 86 w 3787887"/>
                <a:gd name="connsiteY0" fmla="*/ 0 h 735493"/>
                <a:gd name="connsiteX1" fmla="*/ 3787888 w 3787887"/>
                <a:gd name="connsiteY1" fmla="*/ 305587 h 735493"/>
                <a:gd name="connsiteX0" fmla="*/ 86 w 3794070"/>
                <a:gd name="connsiteY0" fmla="*/ 0 h 726811"/>
                <a:gd name="connsiteX1" fmla="*/ 3794070 w 3794070"/>
                <a:gd name="connsiteY1" fmla="*/ 289712 h 726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4070" h="726811">
                  <a:moveTo>
                    <a:pt x="86" y="0"/>
                  </a:moveTo>
                  <a:cubicBezTo>
                    <a:pt x="-17694" y="975360"/>
                    <a:pt x="2752670" y="861212"/>
                    <a:pt x="3794070" y="289712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4BEEF97-623B-B4E9-76A2-39BE0483D7B0}"/>
                </a:ext>
              </a:extLst>
            </p:cNvPr>
            <p:cNvSpPr/>
            <p:nvPr/>
          </p:nvSpPr>
          <p:spPr>
            <a:xfrm>
              <a:off x="3104064" y="3517590"/>
              <a:ext cx="4433907" cy="982810"/>
            </a:xfrm>
            <a:custGeom>
              <a:avLst/>
              <a:gdLst>
                <a:gd name="connsiteX0" fmla="*/ 34462 w 3547282"/>
                <a:gd name="connsiteY0" fmla="*/ 0 h 902955"/>
                <a:gd name="connsiteX1" fmla="*/ 34462 w 3547282"/>
                <a:gd name="connsiteY1" fmla="*/ 182880 h 902955"/>
                <a:gd name="connsiteX2" fmla="*/ 392602 w 3547282"/>
                <a:gd name="connsiteY2" fmla="*/ 548640 h 902955"/>
                <a:gd name="connsiteX3" fmla="*/ 1299382 w 3547282"/>
                <a:gd name="connsiteY3" fmla="*/ 746760 h 902955"/>
                <a:gd name="connsiteX4" fmla="*/ 2084242 w 3547282"/>
                <a:gd name="connsiteY4" fmla="*/ 891540 h 902955"/>
                <a:gd name="connsiteX5" fmla="*/ 3547282 w 3547282"/>
                <a:gd name="connsiteY5" fmla="*/ 434340 h 902955"/>
                <a:gd name="connsiteX6" fmla="*/ 3547282 w 3547282"/>
                <a:gd name="connsiteY6" fmla="*/ 434340 h 902955"/>
                <a:gd name="connsiteX0" fmla="*/ 34462 w 3547282"/>
                <a:gd name="connsiteY0" fmla="*/ 0 h 892594"/>
                <a:gd name="connsiteX1" fmla="*/ 34462 w 3547282"/>
                <a:gd name="connsiteY1" fmla="*/ 182880 h 892594"/>
                <a:gd name="connsiteX2" fmla="*/ 392602 w 3547282"/>
                <a:gd name="connsiteY2" fmla="*/ 548640 h 892594"/>
                <a:gd name="connsiteX3" fmla="*/ 2084242 w 3547282"/>
                <a:gd name="connsiteY3" fmla="*/ 891540 h 892594"/>
                <a:gd name="connsiteX4" fmla="*/ 3547282 w 3547282"/>
                <a:gd name="connsiteY4" fmla="*/ 434340 h 892594"/>
                <a:gd name="connsiteX5" fmla="*/ 3547282 w 3547282"/>
                <a:gd name="connsiteY5" fmla="*/ 434340 h 892594"/>
                <a:gd name="connsiteX0" fmla="*/ 0 w 3512820"/>
                <a:gd name="connsiteY0" fmla="*/ 0 h 892594"/>
                <a:gd name="connsiteX1" fmla="*/ 358140 w 3512820"/>
                <a:gd name="connsiteY1" fmla="*/ 548640 h 892594"/>
                <a:gd name="connsiteX2" fmla="*/ 2049780 w 3512820"/>
                <a:gd name="connsiteY2" fmla="*/ 891540 h 892594"/>
                <a:gd name="connsiteX3" fmla="*/ 3512820 w 3512820"/>
                <a:gd name="connsiteY3" fmla="*/ 434340 h 892594"/>
                <a:gd name="connsiteX4" fmla="*/ 3512820 w 3512820"/>
                <a:gd name="connsiteY4" fmla="*/ 434340 h 892594"/>
                <a:gd name="connsiteX0" fmla="*/ 0 w 3512820"/>
                <a:gd name="connsiteY0" fmla="*/ 0 h 892272"/>
                <a:gd name="connsiteX1" fmla="*/ 358140 w 3512820"/>
                <a:gd name="connsiteY1" fmla="*/ 548640 h 892272"/>
                <a:gd name="connsiteX2" fmla="*/ 350520 w 3512820"/>
                <a:gd name="connsiteY2" fmla="*/ 541020 h 892272"/>
                <a:gd name="connsiteX3" fmla="*/ 2049780 w 3512820"/>
                <a:gd name="connsiteY3" fmla="*/ 891540 h 892272"/>
                <a:gd name="connsiteX4" fmla="*/ 3512820 w 3512820"/>
                <a:gd name="connsiteY4" fmla="*/ 434340 h 892272"/>
                <a:gd name="connsiteX5" fmla="*/ 3512820 w 3512820"/>
                <a:gd name="connsiteY5" fmla="*/ 434340 h 892272"/>
                <a:gd name="connsiteX0" fmla="*/ 0 w 3512820"/>
                <a:gd name="connsiteY0" fmla="*/ 0 h 591045"/>
                <a:gd name="connsiteX1" fmla="*/ 358140 w 3512820"/>
                <a:gd name="connsiteY1" fmla="*/ 548640 h 591045"/>
                <a:gd name="connsiteX2" fmla="*/ 350520 w 3512820"/>
                <a:gd name="connsiteY2" fmla="*/ 541020 h 591045"/>
                <a:gd name="connsiteX3" fmla="*/ 3512820 w 3512820"/>
                <a:gd name="connsiteY3" fmla="*/ 434340 h 591045"/>
                <a:gd name="connsiteX4" fmla="*/ 3512820 w 3512820"/>
                <a:gd name="connsiteY4" fmla="*/ 434340 h 591045"/>
                <a:gd name="connsiteX0" fmla="*/ 0 w 3512820"/>
                <a:gd name="connsiteY0" fmla="*/ 0 h 566675"/>
                <a:gd name="connsiteX1" fmla="*/ 358140 w 3512820"/>
                <a:gd name="connsiteY1" fmla="*/ 548640 h 566675"/>
                <a:gd name="connsiteX2" fmla="*/ 3512820 w 3512820"/>
                <a:gd name="connsiteY2" fmla="*/ 434340 h 566675"/>
                <a:gd name="connsiteX3" fmla="*/ 3512820 w 3512820"/>
                <a:gd name="connsiteY3" fmla="*/ 434340 h 566675"/>
                <a:gd name="connsiteX0" fmla="*/ 0 w 3512820"/>
                <a:gd name="connsiteY0" fmla="*/ 0 h 434340"/>
                <a:gd name="connsiteX1" fmla="*/ 3512820 w 3512820"/>
                <a:gd name="connsiteY1" fmla="*/ 434340 h 434340"/>
                <a:gd name="connsiteX2" fmla="*/ 3512820 w 3512820"/>
                <a:gd name="connsiteY2" fmla="*/ 434340 h 434340"/>
                <a:gd name="connsiteX0" fmla="*/ 32 w 3512852"/>
                <a:gd name="connsiteY0" fmla="*/ 0 h 592614"/>
                <a:gd name="connsiteX1" fmla="*/ 3512852 w 3512852"/>
                <a:gd name="connsiteY1" fmla="*/ 434340 h 592614"/>
                <a:gd name="connsiteX2" fmla="*/ 3512852 w 3512852"/>
                <a:gd name="connsiteY2" fmla="*/ 434340 h 592614"/>
                <a:gd name="connsiteX0" fmla="*/ 31 w 3512851"/>
                <a:gd name="connsiteY0" fmla="*/ 0 h 826919"/>
                <a:gd name="connsiteX1" fmla="*/ 3512851 w 3512851"/>
                <a:gd name="connsiteY1" fmla="*/ 434340 h 826919"/>
                <a:gd name="connsiteX2" fmla="*/ 3512851 w 3512851"/>
                <a:gd name="connsiteY2" fmla="*/ 434340 h 826919"/>
                <a:gd name="connsiteX0" fmla="*/ 92 w 3512912"/>
                <a:gd name="connsiteY0" fmla="*/ 0 h 781653"/>
                <a:gd name="connsiteX1" fmla="*/ 3512912 w 3512912"/>
                <a:gd name="connsiteY1" fmla="*/ 434340 h 781653"/>
                <a:gd name="connsiteX2" fmla="*/ 3512912 w 3512912"/>
                <a:gd name="connsiteY2" fmla="*/ 434340 h 781653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2" fmla="*/ 3512914 w 3512914"/>
                <a:gd name="connsiteY2" fmla="*/ 434340 h 810486"/>
                <a:gd name="connsiteX0" fmla="*/ 94 w 3520534"/>
                <a:gd name="connsiteY0" fmla="*/ 0 h 810486"/>
                <a:gd name="connsiteX1" fmla="*/ 3512914 w 3520534"/>
                <a:gd name="connsiteY1" fmla="*/ 434340 h 810486"/>
                <a:gd name="connsiteX2" fmla="*/ 3520534 w 3520534"/>
                <a:gd name="connsiteY2" fmla="*/ 769620 h 810486"/>
                <a:gd name="connsiteX0" fmla="*/ 0 w 3520440"/>
                <a:gd name="connsiteY0" fmla="*/ 0 h 769620"/>
                <a:gd name="connsiteX1" fmla="*/ 3520440 w 3520440"/>
                <a:gd name="connsiteY1" fmla="*/ 769620 h 769620"/>
                <a:gd name="connsiteX0" fmla="*/ 0 w 2766060"/>
                <a:gd name="connsiteY0" fmla="*/ 0 h 937260"/>
                <a:gd name="connsiteX1" fmla="*/ 2766060 w 2766060"/>
                <a:gd name="connsiteY1" fmla="*/ 937260 h 937260"/>
                <a:gd name="connsiteX0" fmla="*/ 0 w 2766060"/>
                <a:gd name="connsiteY0" fmla="*/ 0 h 973615"/>
                <a:gd name="connsiteX1" fmla="*/ 2766060 w 2766060"/>
                <a:gd name="connsiteY1" fmla="*/ 937260 h 973615"/>
                <a:gd name="connsiteX0" fmla="*/ 12455 w 2778515"/>
                <a:gd name="connsiteY0" fmla="*/ 0 h 987650"/>
                <a:gd name="connsiteX1" fmla="*/ 2778515 w 2778515"/>
                <a:gd name="connsiteY1" fmla="*/ 937260 h 987650"/>
                <a:gd name="connsiteX0" fmla="*/ 5714 w 4439621"/>
                <a:gd name="connsiteY0" fmla="*/ 0 h 445779"/>
                <a:gd name="connsiteX1" fmla="*/ 4439621 w 4439621"/>
                <a:gd name="connsiteY1" fmla="*/ 259473 h 445779"/>
                <a:gd name="connsiteX0" fmla="*/ 0 w 4433907"/>
                <a:gd name="connsiteY0" fmla="*/ 0 h 747560"/>
                <a:gd name="connsiteX1" fmla="*/ 4433907 w 4433907"/>
                <a:gd name="connsiteY1" fmla="*/ 259473 h 747560"/>
                <a:gd name="connsiteX0" fmla="*/ 0 w 4433907"/>
                <a:gd name="connsiteY0" fmla="*/ 0 h 982810"/>
                <a:gd name="connsiteX1" fmla="*/ 4433907 w 4433907"/>
                <a:gd name="connsiteY1" fmla="*/ 259473 h 98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33907" h="982810">
                  <a:moveTo>
                    <a:pt x="0" y="0"/>
                  </a:moveTo>
                  <a:cubicBezTo>
                    <a:pt x="218015" y="1370186"/>
                    <a:pt x="3183358" y="1163840"/>
                    <a:pt x="4433907" y="259473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AF1EE0C-B92B-380B-B93F-82E91307030D}"/>
                </a:ext>
              </a:extLst>
            </p:cNvPr>
            <p:cNvSpPr/>
            <p:nvPr/>
          </p:nvSpPr>
          <p:spPr>
            <a:xfrm>
              <a:off x="2873652" y="3496850"/>
              <a:ext cx="4158743" cy="1109656"/>
            </a:xfrm>
            <a:custGeom>
              <a:avLst/>
              <a:gdLst>
                <a:gd name="connsiteX0" fmla="*/ 34462 w 3547282"/>
                <a:gd name="connsiteY0" fmla="*/ 0 h 902955"/>
                <a:gd name="connsiteX1" fmla="*/ 34462 w 3547282"/>
                <a:gd name="connsiteY1" fmla="*/ 182880 h 902955"/>
                <a:gd name="connsiteX2" fmla="*/ 392602 w 3547282"/>
                <a:gd name="connsiteY2" fmla="*/ 548640 h 902955"/>
                <a:gd name="connsiteX3" fmla="*/ 1299382 w 3547282"/>
                <a:gd name="connsiteY3" fmla="*/ 746760 h 902955"/>
                <a:gd name="connsiteX4" fmla="*/ 2084242 w 3547282"/>
                <a:gd name="connsiteY4" fmla="*/ 891540 h 902955"/>
                <a:gd name="connsiteX5" fmla="*/ 3547282 w 3547282"/>
                <a:gd name="connsiteY5" fmla="*/ 434340 h 902955"/>
                <a:gd name="connsiteX6" fmla="*/ 3547282 w 3547282"/>
                <a:gd name="connsiteY6" fmla="*/ 434340 h 902955"/>
                <a:gd name="connsiteX0" fmla="*/ 34462 w 3547282"/>
                <a:gd name="connsiteY0" fmla="*/ 0 h 892594"/>
                <a:gd name="connsiteX1" fmla="*/ 34462 w 3547282"/>
                <a:gd name="connsiteY1" fmla="*/ 182880 h 892594"/>
                <a:gd name="connsiteX2" fmla="*/ 392602 w 3547282"/>
                <a:gd name="connsiteY2" fmla="*/ 548640 h 892594"/>
                <a:gd name="connsiteX3" fmla="*/ 2084242 w 3547282"/>
                <a:gd name="connsiteY3" fmla="*/ 891540 h 892594"/>
                <a:gd name="connsiteX4" fmla="*/ 3547282 w 3547282"/>
                <a:gd name="connsiteY4" fmla="*/ 434340 h 892594"/>
                <a:gd name="connsiteX5" fmla="*/ 3547282 w 3547282"/>
                <a:gd name="connsiteY5" fmla="*/ 434340 h 892594"/>
                <a:gd name="connsiteX0" fmla="*/ 0 w 3512820"/>
                <a:gd name="connsiteY0" fmla="*/ 0 h 892594"/>
                <a:gd name="connsiteX1" fmla="*/ 358140 w 3512820"/>
                <a:gd name="connsiteY1" fmla="*/ 548640 h 892594"/>
                <a:gd name="connsiteX2" fmla="*/ 2049780 w 3512820"/>
                <a:gd name="connsiteY2" fmla="*/ 891540 h 892594"/>
                <a:gd name="connsiteX3" fmla="*/ 3512820 w 3512820"/>
                <a:gd name="connsiteY3" fmla="*/ 434340 h 892594"/>
                <a:gd name="connsiteX4" fmla="*/ 3512820 w 3512820"/>
                <a:gd name="connsiteY4" fmla="*/ 434340 h 892594"/>
                <a:gd name="connsiteX0" fmla="*/ 0 w 3512820"/>
                <a:gd name="connsiteY0" fmla="*/ 0 h 892272"/>
                <a:gd name="connsiteX1" fmla="*/ 358140 w 3512820"/>
                <a:gd name="connsiteY1" fmla="*/ 548640 h 892272"/>
                <a:gd name="connsiteX2" fmla="*/ 350520 w 3512820"/>
                <a:gd name="connsiteY2" fmla="*/ 541020 h 892272"/>
                <a:gd name="connsiteX3" fmla="*/ 2049780 w 3512820"/>
                <a:gd name="connsiteY3" fmla="*/ 891540 h 892272"/>
                <a:gd name="connsiteX4" fmla="*/ 3512820 w 3512820"/>
                <a:gd name="connsiteY4" fmla="*/ 434340 h 892272"/>
                <a:gd name="connsiteX5" fmla="*/ 3512820 w 3512820"/>
                <a:gd name="connsiteY5" fmla="*/ 434340 h 892272"/>
                <a:gd name="connsiteX0" fmla="*/ 0 w 3512820"/>
                <a:gd name="connsiteY0" fmla="*/ 0 h 591045"/>
                <a:gd name="connsiteX1" fmla="*/ 358140 w 3512820"/>
                <a:gd name="connsiteY1" fmla="*/ 548640 h 591045"/>
                <a:gd name="connsiteX2" fmla="*/ 350520 w 3512820"/>
                <a:gd name="connsiteY2" fmla="*/ 541020 h 591045"/>
                <a:gd name="connsiteX3" fmla="*/ 3512820 w 3512820"/>
                <a:gd name="connsiteY3" fmla="*/ 434340 h 591045"/>
                <a:gd name="connsiteX4" fmla="*/ 3512820 w 3512820"/>
                <a:gd name="connsiteY4" fmla="*/ 434340 h 591045"/>
                <a:gd name="connsiteX0" fmla="*/ 0 w 3512820"/>
                <a:gd name="connsiteY0" fmla="*/ 0 h 566675"/>
                <a:gd name="connsiteX1" fmla="*/ 358140 w 3512820"/>
                <a:gd name="connsiteY1" fmla="*/ 548640 h 566675"/>
                <a:gd name="connsiteX2" fmla="*/ 3512820 w 3512820"/>
                <a:gd name="connsiteY2" fmla="*/ 434340 h 566675"/>
                <a:gd name="connsiteX3" fmla="*/ 3512820 w 3512820"/>
                <a:gd name="connsiteY3" fmla="*/ 434340 h 566675"/>
                <a:gd name="connsiteX0" fmla="*/ 0 w 3512820"/>
                <a:gd name="connsiteY0" fmla="*/ 0 h 434340"/>
                <a:gd name="connsiteX1" fmla="*/ 3512820 w 3512820"/>
                <a:gd name="connsiteY1" fmla="*/ 434340 h 434340"/>
                <a:gd name="connsiteX2" fmla="*/ 3512820 w 3512820"/>
                <a:gd name="connsiteY2" fmla="*/ 434340 h 434340"/>
                <a:gd name="connsiteX0" fmla="*/ 32 w 3512852"/>
                <a:gd name="connsiteY0" fmla="*/ 0 h 592614"/>
                <a:gd name="connsiteX1" fmla="*/ 3512852 w 3512852"/>
                <a:gd name="connsiteY1" fmla="*/ 434340 h 592614"/>
                <a:gd name="connsiteX2" fmla="*/ 3512852 w 3512852"/>
                <a:gd name="connsiteY2" fmla="*/ 434340 h 592614"/>
                <a:gd name="connsiteX0" fmla="*/ 31 w 3512851"/>
                <a:gd name="connsiteY0" fmla="*/ 0 h 826919"/>
                <a:gd name="connsiteX1" fmla="*/ 3512851 w 3512851"/>
                <a:gd name="connsiteY1" fmla="*/ 434340 h 826919"/>
                <a:gd name="connsiteX2" fmla="*/ 3512851 w 3512851"/>
                <a:gd name="connsiteY2" fmla="*/ 434340 h 826919"/>
                <a:gd name="connsiteX0" fmla="*/ 92 w 3512912"/>
                <a:gd name="connsiteY0" fmla="*/ 0 h 781653"/>
                <a:gd name="connsiteX1" fmla="*/ 3512912 w 3512912"/>
                <a:gd name="connsiteY1" fmla="*/ 434340 h 781653"/>
                <a:gd name="connsiteX2" fmla="*/ 3512912 w 3512912"/>
                <a:gd name="connsiteY2" fmla="*/ 434340 h 781653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2" fmla="*/ 3512914 w 3512914"/>
                <a:gd name="connsiteY2" fmla="*/ 434340 h 810486"/>
                <a:gd name="connsiteX0" fmla="*/ 94 w 3520534"/>
                <a:gd name="connsiteY0" fmla="*/ 0 h 810486"/>
                <a:gd name="connsiteX1" fmla="*/ 3512914 w 3520534"/>
                <a:gd name="connsiteY1" fmla="*/ 434340 h 810486"/>
                <a:gd name="connsiteX2" fmla="*/ 3520534 w 3520534"/>
                <a:gd name="connsiteY2" fmla="*/ 769620 h 810486"/>
                <a:gd name="connsiteX0" fmla="*/ 0 w 3520440"/>
                <a:gd name="connsiteY0" fmla="*/ 0 h 769620"/>
                <a:gd name="connsiteX1" fmla="*/ 3520440 w 3520440"/>
                <a:gd name="connsiteY1" fmla="*/ 769620 h 769620"/>
                <a:gd name="connsiteX0" fmla="*/ 0 w 2766060"/>
                <a:gd name="connsiteY0" fmla="*/ 0 h 937260"/>
                <a:gd name="connsiteX1" fmla="*/ 2766060 w 2766060"/>
                <a:gd name="connsiteY1" fmla="*/ 937260 h 937260"/>
                <a:gd name="connsiteX0" fmla="*/ 0 w 2766060"/>
                <a:gd name="connsiteY0" fmla="*/ 0 h 973615"/>
                <a:gd name="connsiteX1" fmla="*/ 2766060 w 2766060"/>
                <a:gd name="connsiteY1" fmla="*/ 937260 h 973615"/>
                <a:gd name="connsiteX0" fmla="*/ 12455 w 2778515"/>
                <a:gd name="connsiteY0" fmla="*/ 0 h 987650"/>
                <a:gd name="connsiteX1" fmla="*/ 2778515 w 2778515"/>
                <a:gd name="connsiteY1" fmla="*/ 937260 h 987650"/>
                <a:gd name="connsiteX0" fmla="*/ 11147 w 2944847"/>
                <a:gd name="connsiteY0" fmla="*/ 0 h 1052093"/>
                <a:gd name="connsiteX1" fmla="*/ 2944847 w 2944847"/>
                <a:gd name="connsiteY1" fmla="*/ 1005840 h 1052093"/>
                <a:gd name="connsiteX0" fmla="*/ 0 w 2933700"/>
                <a:gd name="connsiteY0" fmla="*/ 0 h 1068214"/>
                <a:gd name="connsiteX1" fmla="*/ 2933700 w 2933700"/>
                <a:gd name="connsiteY1" fmla="*/ 1005840 h 1068214"/>
                <a:gd name="connsiteX0" fmla="*/ 12180 w 2945880"/>
                <a:gd name="connsiteY0" fmla="*/ 0 h 1061539"/>
                <a:gd name="connsiteX1" fmla="*/ 2945880 w 2945880"/>
                <a:gd name="connsiteY1" fmla="*/ 1005840 h 1061539"/>
                <a:gd name="connsiteX0" fmla="*/ 11785 w 2999460"/>
                <a:gd name="connsiteY0" fmla="*/ 0 h 1064469"/>
                <a:gd name="connsiteX1" fmla="*/ 2999460 w 2999460"/>
                <a:gd name="connsiteY1" fmla="*/ 1009015 h 1064469"/>
                <a:gd name="connsiteX0" fmla="*/ 6902 w 4160083"/>
                <a:gd name="connsiteY0" fmla="*/ 0 h 719393"/>
                <a:gd name="connsiteX1" fmla="*/ 4160082 w 4160083"/>
                <a:gd name="connsiteY1" fmla="*/ 607278 h 719393"/>
                <a:gd name="connsiteX0" fmla="*/ 6810 w 4159990"/>
                <a:gd name="connsiteY0" fmla="*/ 0 h 1045079"/>
                <a:gd name="connsiteX1" fmla="*/ 4159990 w 4159990"/>
                <a:gd name="connsiteY1" fmla="*/ 607278 h 1045079"/>
                <a:gd name="connsiteX0" fmla="*/ 7224 w 4160404"/>
                <a:gd name="connsiteY0" fmla="*/ 0 h 1070211"/>
                <a:gd name="connsiteX1" fmla="*/ 4160404 w 4160404"/>
                <a:gd name="connsiteY1" fmla="*/ 607278 h 1070211"/>
                <a:gd name="connsiteX0" fmla="*/ 5563 w 4158743"/>
                <a:gd name="connsiteY0" fmla="*/ 0 h 1109656"/>
                <a:gd name="connsiteX1" fmla="*/ 4158743 w 4158743"/>
                <a:gd name="connsiteY1" fmla="*/ 607278 h 1109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58743" h="1109656">
                  <a:moveTo>
                    <a:pt x="5563" y="0"/>
                  </a:moveTo>
                  <a:cubicBezTo>
                    <a:pt x="-133887" y="942154"/>
                    <a:pt x="2378666" y="1618067"/>
                    <a:pt x="4158743" y="607278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F79B90F-27FB-7B75-AF4C-FBA0D3E6CC68}"/>
                </a:ext>
              </a:extLst>
            </p:cNvPr>
            <p:cNvSpPr/>
            <p:nvPr/>
          </p:nvSpPr>
          <p:spPr>
            <a:xfrm>
              <a:off x="2670335" y="3490587"/>
              <a:ext cx="3303975" cy="1182542"/>
            </a:xfrm>
            <a:custGeom>
              <a:avLst/>
              <a:gdLst>
                <a:gd name="connsiteX0" fmla="*/ 34462 w 3547282"/>
                <a:gd name="connsiteY0" fmla="*/ 0 h 902955"/>
                <a:gd name="connsiteX1" fmla="*/ 34462 w 3547282"/>
                <a:gd name="connsiteY1" fmla="*/ 182880 h 902955"/>
                <a:gd name="connsiteX2" fmla="*/ 392602 w 3547282"/>
                <a:gd name="connsiteY2" fmla="*/ 548640 h 902955"/>
                <a:gd name="connsiteX3" fmla="*/ 1299382 w 3547282"/>
                <a:gd name="connsiteY3" fmla="*/ 746760 h 902955"/>
                <a:gd name="connsiteX4" fmla="*/ 2084242 w 3547282"/>
                <a:gd name="connsiteY4" fmla="*/ 891540 h 902955"/>
                <a:gd name="connsiteX5" fmla="*/ 3547282 w 3547282"/>
                <a:gd name="connsiteY5" fmla="*/ 434340 h 902955"/>
                <a:gd name="connsiteX6" fmla="*/ 3547282 w 3547282"/>
                <a:gd name="connsiteY6" fmla="*/ 434340 h 902955"/>
                <a:gd name="connsiteX0" fmla="*/ 34462 w 3547282"/>
                <a:gd name="connsiteY0" fmla="*/ 0 h 892594"/>
                <a:gd name="connsiteX1" fmla="*/ 34462 w 3547282"/>
                <a:gd name="connsiteY1" fmla="*/ 182880 h 892594"/>
                <a:gd name="connsiteX2" fmla="*/ 392602 w 3547282"/>
                <a:gd name="connsiteY2" fmla="*/ 548640 h 892594"/>
                <a:gd name="connsiteX3" fmla="*/ 2084242 w 3547282"/>
                <a:gd name="connsiteY3" fmla="*/ 891540 h 892594"/>
                <a:gd name="connsiteX4" fmla="*/ 3547282 w 3547282"/>
                <a:gd name="connsiteY4" fmla="*/ 434340 h 892594"/>
                <a:gd name="connsiteX5" fmla="*/ 3547282 w 3547282"/>
                <a:gd name="connsiteY5" fmla="*/ 434340 h 892594"/>
                <a:gd name="connsiteX0" fmla="*/ 0 w 3512820"/>
                <a:gd name="connsiteY0" fmla="*/ 0 h 892594"/>
                <a:gd name="connsiteX1" fmla="*/ 358140 w 3512820"/>
                <a:gd name="connsiteY1" fmla="*/ 548640 h 892594"/>
                <a:gd name="connsiteX2" fmla="*/ 2049780 w 3512820"/>
                <a:gd name="connsiteY2" fmla="*/ 891540 h 892594"/>
                <a:gd name="connsiteX3" fmla="*/ 3512820 w 3512820"/>
                <a:gd name="connsiteY3" fmla="*/ 434340 h 892594"/>
                <a:gd name="connsiteX4" fmla="*/ 3512820 w 3512820"/>
                <a:gd name="connsiteY4" fmla="*/ 434340 h 892594"/>
                <a:gd name="connsiteX0" fmla="*/ 0 w 3512820"/>
                <a:gd name="connsiteY0" fmla="*/ 0 h 892272"/>
                <a:gd name="connsiteX1" fmla="*/ 358140 w 3512820"/>
                <a:gd name="connsiteY1" fmla="*/ 548640 h 892272"/>
                <a:gd name="connsiteX2" fmla="*/ 350520 w 3512820"/>
                <a:gd name="connsiteY2" fmla="*/ 541020 h 892272"/>
                <a:gd name="connsiteX3" fmla="*/ 2049780 w 3512820"/>
                <a:gd name="connsiteY3" fmla="*/ 891540 h 892272"/>
                <a:gd name="connsiteX4" fmla="*/ 3512820 w 3512820"/>
                <a:gd name="connsiteY4" fmla="*/ 434340 h 892272"/>
                <a:gd name="connsiteX5" fmla="*/ 3512820 w 3512820"/>
                <a:gd name="connsiteY5" fmla="*/ 434340 h 892272"/>
                <a:gd name="connsiteX0" fmla="*/ 0 w 3512820"/>
                <a:gd name="connsiteY0" fmla="*/ 0 h 591045"/>
                <a:gd name="connsiteX1" fmla="*/ 358140 w 3512820"/>
                <a:gd name="connsiteY1" fmla="*/ 548640 h 591045"/>
                <a:gd name="connsiteX2" fmla="*/ 350520 w 3512820"/>
                <a:gd name="connsiteY2" fmla="*/ 541020 h 591045"/>
                <a:gd name="connsiteX3" fmla="*/ 3512820 w 3512820"/>
                <a:gd name="connsiteY3" fmla="*/ 434340 h 591045"/>
                <a:gd name="connsiteX4" fmla="*/ 3512820 w 3512820"/>
                <a:gd name="connsiteY4" fmla="*/ 434340 h 591045"/>
                <a:gd name="connsiteX0" fmla="*/ 0 w 3512820"/>
                <a:gd name="connsiteY0" fmla="*/ 0 h 566675"/>
                <a:gd name="connsiteX1" fmla="*/ 358140 w 3512820"/>
                <a:gd name="connsiteY1" fmla="*/ 548640 h 566675"/>
                <a:gd name="connsiteX2" fmla="*/ 3512820 w 3512820"/>
                <a:gd name="connsiteY2" fmla="*/ 434340 h 566675"/>
                <a:gd name="connsiteX3" fmla="*/ 3512820 w 3512820"/>
                <a:gd name="connsiteY3" fmla="*/ 434340 h 566675"/>
                <a:gd name="connsiteX0" fmla="*/ 0 w 3512820"/>
                <a:gd name="connsiteY0" fmla="*/ 0 h 434340"/>
                <a:gd name="connsiteX1" fmla="*/ 3512820 w 3512820"/>
                <a:gd name="connsiteY1" fmla="*/ 434340 h 434340"/>
                <a:gd name="connsiteX2" fmla="*/ 3512820 w 3512820"/>
                <a:gd name="connsiteY2" fmla="*/ 434340 h 434340"/>
                <a:gd name="connsiteX0" fmla="*/ 32 w 3512852"/>
                <a:gd name="connsiteY0" fmla="*/ 0 h 592614"/>
                <a:gd name="connsiteX1" fmla="*/ 3512852 w 3512852"/>
                <a:gd name="connsiteY1" fmla="*/ 434340 h 592614"/>
                <a:gd name="connsiteX2" fmla="*/ 3512852 w 3512852"/>
                <a:gd name="connsiteY2" fmla="*/ 434340 h 592614"/>
                <a:gd name="connsiteX0" fmla="*/ 31 w 3512851"/>
                <a:gd name="connsiteY0" fmla="*/ 0 h 826919"/>
                <a:gd name="connsiteX1" fmla="*/ 3512851 w 3512851"/>
                <a:gd name="connsiteY1" fmla="*/ 434340 h 826919"/>
                <a:gd name="connsiteX2" fmla="*/ 3512851 w 3512851"/>
                <a:gd name="connsiteY2" fmla="*/ 434340 h 826919"/>
                <a:gd name="connsiteX0" fmla="*/ 92 w 3512912"/>
                <a:gd name="connsiteY0" fmla="*/ 0 h 781653"/>
                <a:gd name="connsiteX1" fmla="*/ 3512912 w 3512912"/>
                <a:gd name="connsiteY1" fmla="*/ 434340 h 781653"/>
                <a:gd name="connsiteX2" fmla="*/ 3512912 w 3512912"/>
                <a:gd name="connsiteY2" fmla="*/ 434340 h 781653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2" fmla="*/ 3512914 w 3512914"/>
                <a:gd name="connsiteY2" fmla="*/ 434340 h 810486"/>
                <a:gd name="connsiteX0" fmla="*/ 94 w 3520534"/>
                <a:gd name="connsiteY0" fmla="*/ 0 h 810486"/>
                <a:gd name="connsiteX1" fmla="*/ 3512914 w 3520534"/>
                <a:gd name="connsiteY1" fmla="*/ 434340 h 810486"/>
                <a:gd name="connsiteX2" fmla="*/ 3520534 w 3520534"/>
                <a:gd name="connsiteY2" fmla="*/ 769620 h 810486"/>
                <a:gd name="connsiteX0" fmla="*/ 0 w 3520440"/>
                <a:gd name="connsiteY0" fmla="*/ 0 h 769620"/>
                <a:gd name="connsiteX1" fmla="*/ 3520440 w 3520440"/>
                <a:gd name="connsiteY1" fmla="*/ 769620 h 769620"/>
                <a:gd name="connsiteX0" fmla="*/ 0 w 2766060"/>
                <a:gd name="connsiteY0" fmla="*/ 0 h 937260"/>
                <a:gd name="connsiteX1" fmla="*/ 2766060 w 2766060"/>
                <a:gd name="connsiteY1" fmla="*/ 937260 h 937260"/>
                <a:gd name="connsiteX0" fmla="*/ 0 w 2766060"/>
                <a:gd name="connsiteY0" fmla="*/ 0 h 973615"/>
                <a:gd name="connsiteX1" fmla="*/ 2766060 w 2766060"/>
                <a:gd name="connsiteY1" fmla="*/ 937260 h 973615"/>
                <a:gd name="connsiteX0" fmla="*/ 12455 w 2778515"/>
                <a:gd name="connsiteY0" fmla="*/ 0 h 987650"/>
                <a:gd name="connsiteX1" fmla="*/ 2778515 w 2778515"/>
                <a:gd name="connsiteY1" fmla="*/ 937260 h 987650"/>
                <a:gd name="connsiteX0" fmla="*/ 11147 w 2944847"/>
                <a:gd name="connsiteY0" fmla="*/ 0 h 1052093"/>
                <a:gd name="connsiteX1" fmla="*/ 2944847 w 2944847"/>
                <a:gd name="connsiteY1" fmla="*/ 1005840 h 1052093"/>
                <a:gd name="connsiteX0" fmla="*/ 0 w 2933700"/>
                <a:gd name="connsiteY0" fmla="*/ 0 h 1068214"/>
                <a:gd name="connsiteX1" fmla="*/ 2933700 w 2933700"/>
                <a:gd name="connsiteY1" fmla="*/ 1005840 h 1068214"/>
                <a:gd name="connsiteX0" fmla="*/ 12180 w 2945880"/>
                <a:gd name="connsiteY0" fmla="*/ 0 h 1061539"/>
                <a:gd name="connsiteX1" fmla="*/ 2945880 w 2945880"/>
                <a:gd name="connsiteY1" fmla="*/ 1005840 h 1061539"/>
                <a:gd name="connsiteX0" fmla="*/ 10444 w 3210844"/>
                <a:gd name="connsiteY0" fmla="*/ 0 h 1054516"/>
                <a:gd name="connsiteX1" fmla="*/ 3210844 w 3210844"/>
                <a:gd name="connsiteY1" fmla="*/ 998220 h 1054516"/>
                <a:gd name="connsiteX0" fmla="*/ 10360 w 3210760"/>
                <a:gd name="connsiteY0" fmla="*/ 0 h 1082488"/>
                <a:gd name="connsiteX1" fmla="*/ 3210760 w 3210760"/>
                <a:gd name="connsiteY1" fmla="*/ 998220 h 1082488"/>
                <a:gd name="connsiteX0" fmla="*/ 10104 w 3258129"/>
                <a:gd name="connsiteY0" fmla="*/ 0 h 1140152"/>
                <a:gd name="connsiteX1" fmla="*/ 3258129 w 3258129"/>
                <a:gd name="connsiteY1" fmla="*/ 1061720 h 1140152"/>
                <a:gd name="connsiteX0" fmla="*/ 9842 w 3309198"/>
                <a:gd name="connsiteY0" fmla="*/ 0 h 1148400"/>
                <a:gd name="connsiteX1" fmla="*/ 3309198 w 3309198"/>
                <a:gd name="connsiteY1" fmla="*/ 1070737 h 1148400"/>
                <a:gd name="connsiteX0" fmla="*/ 10386 w 3309742"/>
                <a:gd name="connsiteY0" fmla="*/ 0 h 1186383"/>
                <a:gd name="connsiteX1" fmla="*/ 3309742 w 3309742"/>
                <a:gd name="connsiteY1" fmla="*/ 1070737 h 1186383"/>
                <a:gd name="connsiteX0" fmla="*/ 10383 w 3309739"/>
                <a:gd name="connsiteY0" fmla="*/ 0 h 1180204"/>
                <a:gd name="connsiteX1" fmla="*/ 3309739 w 3309739"/>
                <a:gd name="connsiteY1" fmla="*/ 1070737 h 1180204"/>
                <a:gd name="connsiteX0" fmla="*/ 2949 w 3302305"/>
                <a:gd name="connsiteY0" fmla="*/ 0 h 1173633"/>
                <a:gd name="connsiteX1" fmla="*/ 3302305 w 3302305"/>
                <a:gd name="connsiteY1" fmla="*/ 1070737 h 1173633"/>
                <a:gd name="connsiteX0" fmla="*/ 2946 w 3303974"/>
                <a:gd name="connsiteY0" fmla="*/ 0 h 1182541"/>
                <a:gd name="connsiteX1" fmla="*/ 3303974 w 3303974"/>
                <a:gd name="connsiteY1" fmla="*/ 1080528 h 11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03974" h="1182541">
                  <a:moveTo>
                    <a:pt x="2946" y="0"/>
                  </a:moveTo>
                  <a:cubicBezTo>
                    <a:pt x="-78984" y="695826"/>
                    <a:pt x="1561119" y="1463135"/>
                    <a:pt x="3303974" y="1080528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41B3A21-594B-0E0E-C92A-98F1BBE0BC9A}"/>
                </a:ext>
              </a:extLst>
            </p:cNvPr>
            <p:cNvSpPr/>
            <p:nvPr/>
          </p:nvSpPr>
          <p:spPr>
            <a:xfrm>
              <a:off x="3991548" y="3240960"/>
              <a:ext cx="660349" cy="660349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20">
              <a:extLst>
                <a:ext uri="{FF2B5EF4-FFF2-40B4-BE49-F238E27FC236}">
                  <a16:creationId xmlns:a16="http://schemas.microsoft.com/office/drawing/2014/main" id="{B0D76FEC-B0F5-290F-BF33-370BBF6CD0E8}"/>
                </a:ext>
              </a:extLst>
            </p:cNvPr>
            <p:cNvSpPr/>
            <p:nvPr/>
          </p:nvSpPr>
          <p:spPr>
            <a:xfrm rot="14125111">
              <a:off x="4420748" y="2591187"/>
              <a:ext cx="2458451" cy="1013735"/>
            </a:xfrm>
            <a:custGeom>
              <a:avLst/>
              <a:gdLst>
                <a:gd name="connsiteX0" fmla="*/ 0 w 890731"/>
                <a:gd name="connsiteY0" fmla="*/ 0 h 303004"/>
                <a:gd name="connsiteX1" fmla="*/ 890731 w 890731"/>
                <a:gd name="connsiteY1" fmla="*/ 0 h 303004"/>
                <a:gd name="connsiteX2" fmla="*/ 890731 w 890731"/>
                <a:gd name="connsiteY2" fmla="*/ 303004 h 303004"/>
                <a:gd name="connsiteX3" fmla="*/ 0 w 890731"/>
                <a:gd name="connsiteY3" fmla="*/ 303004 h 303004"/>
                <a:gd name="connsiteX4" fmla="*/ 0 w 890731"/>
                <a:gd name="connsiteY4" fmla="*/ 0 h 303004"/>
                <a:gd name="connsiteX0" fmla="*/ 0 w 1655078"/>
                <a:gd name="connsiteY0" fmla="*/ 0 h 303004"/>
                <a:gd name="connsiteX1" fmla="*/ 890731 w 1655078"/>
                <a:gd name="connsiteY1" fmla="*/ 0 h 303004"/>
                <a:gd name="connsiteX2" fmla="*/ 1655078 w 1655078"/>
                <a:gd name="connsiteY2" fmla="*/ 184148 h 303004"/>
                <a:gd name="connsiteX3" fmla="*/ 0 w 1655078"/>
                <a:gd name="connsiteY3" fmla="*/ 303004 h 303004"/>
                <a:gd name="connsiteX4" fmla="*/ 0 w 1655078"/>
                <a:gd name="connsiteY4" fmla="*/ 0 h 303004"/>
                <a:gd name="connsiteX0" fmla="*/ 0 w 1655078"/>
                <a:gd name="connsiteY0" fmla="*/ 367531 h 670535"/>
                <a:gd name="connsiteX1" fmla="*/ 1173148 w 1655078"/>
                <a:gd name="connsiteY1" fmla="*/ 0 h 670535"/>
                <a:gd name="connsiteX2" fmla="*/ 1655078 w 1655078"/>
                <a:gd name="connsiteY2" fmla="*/ 551679 h 670535"/>
                <a:gd name="connsiteX3" fmla="*/ 0 w 1655078"/>
                <a:gd name="connsiteY3" fmla="*/ 670535 h 670535"/>
                <a:gd name="connsiteX4" fmla="*/ 0 w 1655078"/>
                <a:gd name="connsiteY4" fmla="*/ 367531 h 670535"/>
                <a:gd name="connsiteX0" fmla="*/ 0 w 1891852"/>
                <a:gd name="connsiteY0" fmla="*/ 367531 h 670535"/>
                <a:gd name="connsiteX1" fmla="*/ 1173148 w 1891852"/>
                <a:gd name="connsiteY1" fmla="*/ 0 h 670535"/>
                <a:gd name="connsiteX2" fmla="*/ 1655078 w 1891852"/>
                <a:gd name="connsiteY2" fmla="*/ 551679 h 670535"/>
                <a:gd name="connsiteX3" fmla="*/ 0 w 1891852"/>
                <a:gd name="connsiteY3" fmla="*/ 670535 h 670535"/>
                <a:gd name="connsiteX4" fmla="*/ 0 w 1891852"/>
                <a:gd name="connsiteY4" fmla="*/ 367531 h 670535"/>
                <a:gd name="connsiteX0" fmla="*/ 0 w 1992269"/>
                <a:gd name="connsiteY0" fmla="*/ 367531 h 670535"/>
                <a:gd name="connsiteX1" fmla="*/ 1173148 w 1992269"/>
                <a:gd name="connsiteY1" fmla="*/ 0 h 670535"/>
                <a:gd name="connsiteX2" fmla="*/ 1655078 w 1992269"/>
                <a:gd name="connsiteY2" fmla="*/ 551679 h 670535"/>
                <a:gd name="connsiteX3" fmla="*/ 0 w 1992269"/>
                <a:gd name="connsiteY3" fmla="*/ 670535 h 670535"/>
                <a:gd name="connsiteX4" fmla="*/ 0 w 1992269"/>
                <a:gd name="connsiteY4" fmla="*/ 367531 h 670535"/>
                <a:gd name="connsiteX0" fmla="*/ 0 w 1992269"/>
                <a:gd name="connsiteY0" fmla="*/ 367531 h 826142"/>
                <a:gd name="connsiteX1" fmla="*/ 1173148 w 1992269"/>
                <a:gd name="connsiteY1" fmla="*/ 0 h 826142"/>
                <a:gd name="connsiteX2" fmla="*/ 1655078 w 1992269"/>
                <a:gd name="connsiteY2" fmla="*/ 551679 h 826142"/>
                <a:gd name="connsiteX3" fmla="*/ 0 w 1992269"/>
                <a:gd name="connsiteY3" fmla="*/ 670535 h 826142"/>
                <a:gd name="connsiteX4" fmla="*/ 0 w 1992269"/>
                <a:gd name="connsiteY4" fmla="*/ 367531 h 826142"/>
                <a:gd name="connsiteX0" fmla="*/ 466182 w 2458451"/>
                <a:gd name="connsiteY0" fmla="*/ 367531 h 921924"/>
                <a:gd name="connsiteX1" fmla="*/ 1639330 w 2458451"/>
                <a:gd name="connsiteY1" fmla="*/ 0 h 921924"/>
                <a:gd name="connsiteX2" fmla="*/ 2121260 w 2458451"/>
                <a:gd name="connsiteY2" fmla="*/ 551679 h 921924"/>
                <a:gd name="connsiteX3" fmla="*/ 0 w 2458451"/>
                <a:gd name="connsiteY3" fmla="*/ 896857 h 921924"/>
                <a:gd name="connsiteX4" fmla="*/ 466182 w 2458451"/>
                <a:gd name="connsiteY4" fmla="*/ 367531 h 921924"/>
                <a:gd name="connsiteX0" fmla="*/ 466182 w 2458451"/>
                <a:gd name="connsiteY0" fmla="*/ 367531 h 995897"/>
                <a:gd name="connsiteX1" fmla="*/ 1639330 w 2458451"/>
                <a:gd name="connsiteY1" fmla="*/ 0 h 995897"/>
                <a:gd name="connsiteX2" fmla="*/ 2121260 w 2458451"/>
                <a:gd name="connsiteY2" fmla="*/ 551679 h 995897"/>
                <a:gd name="connsiteX3" fmla="*/ 0 w 2458451"/>
                <a:gd name="connsiteY3" fmla="*/ 896857 h 995897"/>
                <a:gd name="connsiteX4" fmla="*/ 466182 w 2458451"/>
                <a:gd name="connsiteY4" fmla="*/ 367531 h 995897"/>
                <a:gd name="connsiteX0" fmla="*/ 466182 w 2458451"/>
                <a:gd name="connsiteY0" fmla="*/ 367531 h 976043"/>
                <a:gd name="connsiteX1" fmla="*/ 1639330 w 2458451"/>
                <a:gd name="connsiteY1" fmla="*/ 0 h 976043"/>
                <a:gd name="connsiteX2" fmla="*/ 2121260 w 2458451"/>
                <a:gd name="connsiteY2" fmla="*/ 551679 h 976043"/>
                <a:gd name="connsiteX3" fmla="*/ 469461 w 2458451"/>
                <a:gd name="connsiteY3" fmla="*/ 933636 h 976043"/>
                <a:gd name="connsiteX4" fmla="*/ 0 w 2458451"/>
                <a:gd name="connsiteY4" fmla="*/ 896857 h 976043"/>
                <a:gd name="connsiteX5" fmla="*/ 466182 w 2458451"/>
                <a:gd name="connsiteY5" fmla="*/ 367531 h 976043"/>
                <a:gd name="connsiteX0" fmla="*/ 466182 w 2458451"/>
                <a:gd name="connsiteY0" fmla="*/ 367531 h 1013547"/>
                <a:gd name="connsiteX1" fmla="*/ 1639330 w 2458451"/>
                <a:gd name="connsiteY1" fmla="*/ 0 h 1013547"/>
                <a:gd name="connsiteX2" fmla="*/ 2121260 w 2458451"/>
                <a:gd name="connsiteY2" fmla="*/ 551679 h 1013547"/>
                <a:gd name="connsiteX3" fmla="*/ 469461 w 2458451"/>
                <a:gd name="connsiteY3" fmla="*/ 933636 h 1013547"/>
                <a:gd name="connsiteX4" fmla="*/ 0 w 2458451"/>
                <a:gd name="connsiteY4" fmla="*/ 896857 h 1013547"/>
                <a:gd name="connsiteX5" fmla="*/ 466182 w 2458451"/>
                <a:gd name="connsiteY5" fmla="*/ 367531 h 1013547"/>
                <a:gd name="connsiteX0" fmla="*/ 466182 w 2458451"/>
                <a:gd name="connsiteY0" fmla="*/ 367531 h 1013547"/>
                <a:gd name="connsiteX1" fmla="*/ 1071047 w 2458451"/>
                <a:gd name="connsiteY1" fmla="*/ 226816 h 1013547"/>
                <a:gd name="connsiteX2" fmla="*/ 1639330 w 2458451"/>
                <a:gd name="connsiteY2" fmla="*/ 0 h 1013547"/>
                <a:gd name="connsiteX3" fmla="*/ 2121260 w 2458451"/>
                <a:gd name="connsiteY3" fmla="*/ 551679 h 1013547"/>
                <a:gd name="connsiteX4" fmla="*/ 469461 w 2458451"/>
                <a:gd name="connsiteY4" fmla="*/ 933636 h 1013547"/>
                <a:gd name="connsiteX5" fmla="*/ 0 w 2458451"/>
                <a:gd name="connsiteY5" fmla="*/ 896857 h 1013547"/>
                <a:gd name="connsiteX6" fmla="*/ 466182 w 2458451"/>
                <a:gd name="connsiteY6" fmla="*/ 367531 h 1013547"/>
                <a:gd name="connsiteX0" fmla="*/ 466182 w 2458451"/>
                <a:gd name="connsiteY0" fmla="*/ 367531 h 1013547"/>
                <a:gd name="connsiteX1" fmla="*/ 1071047 w 2458451"/>
                <a:gd name="connsiteY1" fmla="*/ 226816 h 1013547"/>
                <a:gd name="connsiteX2" fmla="*/ 1639330 w 2458451"/>
                <a:gd name="connsiteY2" fmla="*/ 0 h 1013547"/>
                <a:gd name="connsiteX3" fmla="*/ 2121260 w 2458451"/>
                <a:gd name="connsiteY3" fmla="*/ 551679 h 1013547"/>
                <a:gd name="connsiteX4" fmla="*/ 469461 w 2458451"/>
                <a:gd name="connsiteY4" fmla="*/ 933636 h 1013547"/>
                <a:gd name="connsiteX5" fmla="*/ 0 w 2458451"/>
                <a:gd name="connsiteY5" fmla="*/ 896857 h 1013547"/>
                <a:gd name="connsiteX6" fmla="*/ 466182 w 2458451"/>
                <a:gd name="connsiteY6" fmla="*/ 367531 h 1013547"/>
                <a:gd name="connsiteX0" fmla="*/ 466182 w 2458451"/>
                <a:gd name="connsiteY0" fmla="*/ 367719 h 1013735"/>
                <a:gd name="connsiteX1" fmla="*/ 1071047 w 2458451"/>
                <a:gd name="connsiteY1" fmla="*/ 227004 h 1013735"/>
                <a:gd name="connsiteX2" fmla="*/ 1639330 w 2458451"/>
                <a:gd name="connsiteY2" fmla="*/ 188 h 1013735"/>
                <a:gd name="connsiteX3" fmla="*/ 2121260 w 2458451"/>
                <a:gd name="connsiteY3" fmla="*/ 551867 h 1013735"/>
                <a:gd name="connsiteX4" fmla="*/ 469461 w 2458451"/>
                <a:gd name="connsiteY4" fmla="*/ 933824 h 1013735"/>
                <a:gd name="connsiteX5" fmla="*/ 0 w 2458451"/>
                <a:gd name="connsiteY5" fmla="*/ 897045 h 1013735"/>
                <a:gd name="connsiteX6" fmla="*/ 466182 w 2458451"/>
                <a:gd name="connsiteY6" fmla="*/ 367719 h 101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8451" h="1013735">
                  <a:moveTo>
                    <a:pt x="466182" y="367719"/>
                  </a:moveTo>
                  <a:cubicBezTo>
                    <a:pt x="677468" y="301383"/>
                    <a:pt x="859761" y="293340"/>
                    <a:pt x="1071047" y="227004"/>
                  </a:cubicBezTo>
                  <a:cubicBezTo>
                    <a:pt x="1252340" y="75635"/>
                    <a:pt x="1468880" y="-4416"/>
                    <a:pt x="1639330" y="188"/>
                  </a:cubicBezTo>
                  <a:cubicBezTo>
                    <a:pt x="3017025" y="70264"/>
                    <a:pt x="2274749" y="481390"/>
                    <a:pt x="2121260" y="551867"/>
                  </a:cubicBezTo>
                  <a:cubicBezTo>
                    <a:pt x="1927763" y="716511"/>
                    <a:pt x="784600" y="1203830"/>
                    <a:pt x="469461" y="933824"/>
                  </a:cubicBezTo>
                  <a:cubicBezTo>
                    <a:pt x="115918" y="991354"/>
                    <a:pt x="2028" y="1000433"/>
                    <a:pt x="0" y="897045"/>
                  </a:cubicBezTo>
                  <a:lnTo>
                    <a:pt x="466182" y="367719"/>
                  </a:lnTo>
                  <a:close/>
                </a:path>
              </a:pathLst>
            </a:custGeom>
            <a:solidFill>
              <a:srgbClr val="0B0754"/>
            </a:solidFill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155944C-A5F1-0D8A-334A-85F40BAB5AA4}"/>
                </a:ext>
              </a:extLst>
            </p:cNvPr>
            <p:cNvSpPr/>
            <p:nvPr/>
          </p:nvSpPr>
          <p:spPr>
            <a:xfrm rot="21171380">
              <a:off x="5011496" y="3281134"/>
              <a:ext cx="2152338" cy="734356"/>
            </a:xfrm>
            <a:prstGeom prst="ellipse">
              <a:avLst/>
            </a:prstGeom>
            <a:solidFill>
              <a:srgbClr val="0B075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C300EBF-E3C5-05FE-B508-C6BBAEB4B2C5}"/>
                </a:ext>
              </a:extLst>
            </p:cNvPr>
            <p:cNvSpPr/>
            <p:nvPr/>
          </p:nvSpPr>
          <p:spPr>
            <a:xfrm>
              <a:off x="4149030" y="3489211"/>
              <a:ext cx="379245" cy="379245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25826D0-DB09-4314-950E-F07D171663B8}"/>
                </a:ext>
              </a:extLst>
            </p:cNvPr>
            <p:cNvSpPr/>
            <p:nvPr/>
          </p:nvSpPr>
          <p:spPr>
            <a:xfrm>
              <a:off x="4288253" y="3640075"/>
              <a:ext cx="169080" cy="16908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5C8FDBB-DA7B-0783-B91D-7C4DF70F7281}"/>
                </a:ext>
              </a:extLst>
            </p:cNvPr>
            <p:cNvSpPr/>
            <p:nvPr/>
          </p:nvSpPr>
          <p:spPr>
            <a:xfrm>
              <a:off x="4267555" y="3624684"/>
              <a:ext cx="36103" cy="36103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0BCB23-3327-A352-F5BE-6898760C5A54}"/>
              </a:ext>
            </a:extLst>
          </p:cNvPr>
          <p:cNvGrpSpPr/>
          <p:nvPr/>
        </p:nvGrpSpPr>
        <p:grpSpPr>
          <a:xfrm rot="232365">
            <a:off x="9966579" y="938411"/>
            <a:ext cx="5332553" cy="2691317"/>
            <a:chOff x="2475914" y="1878239"/>
            <a:chExt cx="7599598" cy="3835486"/>
          </a:xfrm>
        </p:grpSpPr>
        <p:sp>
          <p:nvSpPr>
            <p:cNvPr id="17" name="Rectangle 20">
              <a:extLst>
                <a:ext uri="{FF2B5EF4-FFF2-40B4-BE49-F238E27FC236}">
                  <a16:creationId xmlns:a16="http://schemas.microsoft.com/office/drawing/2014/main" id="{FD9404E8-CD9D-BE29-E0CB-A2F8CAEBD692}"/>
                </a:ext>
              </a:extLst>
            </p:cNvPr>
            <p:cNvSpPr/>
            <p:nvPr/>
          </p:nvSpPr>
          <p:spPr>
            <a:xfrm rot="4143027">
              <a:off x="4197943" y="3977632"/>
              <a:ext cx="2458451" cy="1013735"/>
            </a:xfrm>
            <a:custGeom>
              <a:avLst/>
              <a:gdLst>
                <a:gd name="connsiteX0" fmla="*/ 0 w 890731"/>
                <a:gd name="connsiteY0" fmla="*/ 0 h 303004"/>
                <a:gd name="connsiteX1" fmla="*/ 890731 w 890731"/>
                <a:gd name="connsiteY1" fmla="*/ 0 h 303004"/>
                <a:gd name="connsiteX2" fmla="*/ 890731 w 890731"/>
                <a:gd name="connsiteY2" fmla="*/ 303004 h 303004"/>
                <a:gd name="connsiteX3" fmla="*/ 0 w 890731"/>
                <a:gd name="connsiteY3" fmla="*/ 303004 h 303004"/>
                <a:gd name="connsiteX4" fmla="*/ 0 w 890731"/>
                <a:gd name="connsiteY4" fmla="*/ 0 h 303004"/>
                <a:gd name="connsiteX0" fmla="*/ 0 w 1655078"/>
                <a:gd name="connsiteY0" fmla="*/ 0 h 303004"/>
                <a:gd name="connsiteX1" fmla="*/ 890731 w 1655078"/>
                <a:gd name="connsiteY1" fmla="*/ 0 h 303004"/>
                <a:gd name="connsiteX2" fmla="*/ 1655078 w 1655078"/>
                <a:gd name="connsiteY2" fmla="*/ 184148 h 303004"/>
                <a:gd name="connsiteX3" fmla="*/ 0 w 1655078"/>
                <a:gd name="connsiteY3" fmla="*/ 303004 h 303004"/>
                <a:gd name="connsiteX4" fmla="*/ 0 w 1655078"/>
                <a:gd name="connsiteY4" fmla="*/ 0 h 303004"/>
                <a:gd name="connsiteX0" fmla="*/ 0 w 1655078"/>
                <a:gd name="connsiteY0" fmla="*/ 367531 h 670535"/>
                <a:gd name="connsiteX1" fmla="*/ 1173148 w 1655078"/>
                <a:gd name="connsiteY1" fmla="*/ 0 h 670535"/>
                <a:gd name="connsiteX2" fmla="*/ 1655078 w 1655078"/>
                <a:gd name="connsiteY2" fmla="*/ 551679 h 670535"/>
                <a:gd name="connsiteX3" fmla="*/ 0 w 1655078"/>
                <a:gd name="connsiteY3" fmla="*/ 670535 h 670535"/>
                <a:gd name="connsiteX4" fmla="*/ 0 w 1655078"/>
                <a:gd name="connsiteY4" fmla="*/ 367531 h 670535"/>
                <a:gd name="connsiteX0" fmla="*/ 0 w 1891852"/>
                <a:gd name="connsiteY0" fmla="*/ 367531 h 670535"/>
                <a:gd name="connsiteX1" fmla="*/ 1173148 w 1891852"/>
                <a:gd name="connsiteY1" fmla="*/ 0 h 670535"/>
                <a:gd name="connsiteX2" fmla="*/ 1655078 w 1891852"/>
                <a:gd name="connsiteY2" fmla="*/ 551679 h 670535"/>
                <a:gd name="connsiteX3" fmla="*/ 0 w 1891852"/>
                <a:gd name="connsiteY3" fmla="*/ 670535 h 670535"/>
                <a:gd name="connsiteX4" fmla="*/ 0 w 1891852"/>
                <a:gd name="connsiteY4" fmla="*/ 367531 h 670535"/>
                <a:gd name="connsiteX0" fmla="*/ 0 w 1992269"/>
                <a:gd name="connsiteY0" fmla="*/ 367531 h 670535"/>
                <a:gd name="connsiteX1" fmla="*/ 1173148 w 1992269"/>
                <a:gd name="connsiteY1" fmla="*/ 0 h 670535"/>
                <a:gd name="connsiteX2" fmla="*/ 1655078 w 1992269"/>
                <a:gd name="connsiteY2" fmla="*/ 551679 h 670535"/>
                <a:gd name="connsiteX3" fmla="*/ 0 w 1992269"/>
                <a:gd name="connsiteY3" fmla="*/ 670535 h 670535"/>
                <a:gd name="connsiteX4" fmla="*/ 0 w 1992269"/>
                <a:gd name="connsiteY4" fmla="*/ 367531 h 670535"/>
                <a:gd name="connsiteX0" fmla="*/ 0 w 1992269"/>
                <a:gd name="connsiteY0" fmla="*/ 367531 h 826142"/>
                <a:gd name="connsiteX1" fmla="*/ 1173148 w 1992269"/>
                <a:gd name="connsiteY1" fmla="*/ 0 h 826142"/>
                <a:gd name="connsiteX2" fmla="*/ 1655078 w 1992269"/>
                <a:gd name="connsiteY2" fmla="*/ 551679 h 826142"/>
                <a:gd name="connsiteX3" fmla="*/ 0 w 1992269"/>
                <a:gd name="connsiteY3" fmla="*/ 670535 h 826142"/>
                <a:gd name="connsiteX4" fmla="*/ 0 w 1992269"/>
                <a:gd name="connsiteY4" fmla="*/ 367531 h 826142"/>
                <a:gd name="connsiteX0" fmla="*/ 466182 w 2458451"/>
                <a:gd name="connsiteY0" fmla="*/ 367531 h 921924"/>
                <a:gd name="connsiteX1" fmla="*/ 1639330 w 2458451"/>
                <a:gd name="connsiteY1" fmla="*/ 0 h 921924"/>
                <a:gd name="connsiteX2" fmla="*/ 2121260 w 2458451"/>
                <a:gd name="connsiteY2" fmla="*/ 551679 h 921924"/>
                <a:gd name="connsiteX3" fmla="*/ 0 w 2458451"/>
                <a:gd name="connsiteY3" fmla="*/ 896857 h 921924"/>
                <a:gd name="connsiteX4" fmla="*/ 466182 w 2458451"/>
                <a:gd name="connsiteY4" fmla="*/ 367531 h 921924"/>
                <a:gd name="connsiteX0" fmla="*/ 466182 w 2458451"/>
                <a:gd name="connsiteY0" fmla="*/ 367531 h 995897"/>
                <a:gd name="connsiteX1" fmla="*/ 1639330 w 2458451"/>
                <a:gd name="connsiteY1" fmla="*/ 0 h 995897"/>
                <a:gd name="connsiteX2" fmla="*/ 2121260 w 2458451"/>
                <a:gd name="connsiteY2" fmla="*/ 551679 h 995897"/>
                <a:gd name="connsiteX3" fmla="*/ 0 w 2458451"/>
                <a:gd name="connsiteY3" fmla="*/ 896857 h 995897"/>
                <a:gd name="connsiteX4" fmla="*/ 466182 w 2458451"/>
                <a:gd name="connsiteY4" fmla="*/ 367531 h 995897"/>
                <a:gd name="connsiteX0" fmla="*/ 466182 w 2458451"/>
                <a:gd name="connsiteY0" fmla="*/ 367531 h 976043"/>
                <a:gd name="connsiteX1" fmla="*/ 1639330 w 2458451"/>
                <a:gd name="connsiteY1" fmla="*/ 0 h 976043"/>
                <a:gd name="connsiteX2" fmla="*/ 2121260 w 2458451"/>
                <a:gd name="connsiteY2" fmla="*/ 551679 h 976043"/>
                <a:gd name="connsiteX3" fmla="*/ 469461 w 2458451"/>
                <a:gd name="connsiteY3" fmla="*/ 933636 h 976043"/>
                <a:gd name="connsiteX4" fmla="*/ 0 w 2458451"/>
                <a:gd name="connsiteY4" fmla="*/ 896857 h 976043"/>
                <a:gd name="connsiteX5" fmla="*/ 466182 w 2458451"/>
                <a:gd name="connsiteY5" fmla="*/ 367531 h 976043"/>
                <a:gd name="connsiteX0" fmla="*/ 466182 w 2458451"/>
                <a:gd name="connsiteY0" fmla="*/ 367531 h 1013547"/>
                <a:gd name="connsiteX1" fmla="*/ 1639330 w 2458451"/>
                <a:gd name="connsiteY1" fmla="*/ 0 h 1013547"/>
                <a:gd name="connsiteX2" fmla="*/ 2121260 w 2458451"/>
                <a:gd name="connsiteY2" fmla="*/ 551679 h 1013547"/>
                <a:gd name="connsiteX3" fmla="*/ 469461 w 2458451"/>
                <a:gd name="connsiteY3" fmla="*/ 933636 h 1013547"/>
                <a:gd name="connsiteX4" fmla="*/ 0 w 2458451"/>
                <a:gd name="connsiteY4" fmla="*/ 896857 h 1013547"/>
                <a:gd name="connsiteX5" fmla="*/ 466182 w 2458451"/>
                <a:gd name="connsiteY5" fmla="*/ 367531 h 1013547"/>
                <a:gd name="connsiteX0" fmla="*/ 466182 w 2458451"/>
                <a:gd name="connsiteY0" fmla="*/ 367531 h 1013547"/>
                <a:gd name="connsiteX1" fmla="*/ 1071047 w 2458451"/>
                <a:gd name="connsiteY1" fmla="*/ 226816 h 1013547"/>
                <a:gd name="connsiteX2" fmla="*/ 1639330 w 2458451"/>
                <a:gd name="connsiteY2" fmla="*/ 0 h 1013547"/>
                <a:gd name="connsiteX3" fmla="*/ 2121260 w 2458451"/>
                <a:gd name="connsiteY3" fmla="*/ 551679 h 1013547"/>
                <a:gd name="connsiteX4" fmla="*/ 469461 w 2458451"/>
                <a:gd name="connsiteY4" fmla="*/ 933636 h 1013547"/>
                <a:gd name="connsiteX5" fmla="*/ 0 w 2458451"/>
                <a:gd name="connsiteY5" fmla="*/ 896857 h 1013547"/>
                <a:gd name="connsiteX6" fmla="*/ 466182 w 2458451"/>
                <a:gd name="connsiteY6" fmla="*/ 367531 h 1013547"/>
                <a:gd name="connsiteX0" fmla="*/ 466182 w 2458451"/>
                <a:gd name="connsiteY0" fmla="*/ 367531 h 1013547"/>
                <a:gd name="connsiteX1" fmla="*/ 1071047 w 2458451"/>
                <a:gd name="connsiteY1" fmla="*/ 226816 h 1013547"/>
                <a:gd name="connsiteX2" fmla="*/ 1639330 w 2458451"/>
                <a:gd name="connsiteY2" fmla="*/ 0 h 1013547"/>
                <a:gd name="connsiteX3" fmla="*/ 2121260 w 2458451"/>
                <a:gd name="connsiteY3" fmla="*/ 551679 h 1013547"/>
                <a:gd name="connsiteX4" fmla="*/ 469461 w 2458451"/>
                <a:gd name="connsiteY4" fmla="*/ 933636 h 1013547"/>
                <a:gd name="connsiteX5" fmla="*/ 0 w 2458451"/>
                <a:gd name="connsiteY5" fmla="*/ 896857 h 1013547"/>
                <a:gd name="connsiteX6" fmla="*/ 466182 w 2458451"/>
                <a:gd name="connsiteY6" fmla="*/ 367531 h 1013547"/>
                <a:gd name="connsiteX0" fmla="*/ 466182 w 2458451"/>
                <a:gd name="connsiteY0" fmla="*/ 367719 h 1013735"/>
                <a:gd name="connsiteX1" fmla="*/ 1071047 w 2458451"/>
                <a:gd name="connsiteY1" fmla="*/ 227004 h 1013735"/>
                <a:gd name="connsiteX2" fmla="*/ 1639330 w 2458451"/>
                <a:gd name="connsiteY2" fmla="*/ 188 h 1013735"/>
                <a:gd name="connsiteX3" fmla="*/ 2121260 w 2458451"/>
                <a:gd name="connsiteY3" fmla="*/ 551867 h 1013735"/>
                <a:gd name="connsiteX4" fmla="*/ 469461 w 2458451"/>
                <a:gd name="connsiteY4" fmla="*/ 933824 h 1013735"/>
                <a:gd name="connsiteX5" fmla="*/ 0 w 2458451"/>
                <a:gd name="connsiteY5" fmla="*/ 897045 h 1013735"/>
                <a:gd name="connsiteX6" fmla="*/ 466182 w 2458451"/>
                <a:gd name="connsiteY6" fmla="*/ 367719 h 101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8451" h="1013735">
                  <a:moveTo>
                    <a:pt x="466182" y="367719"/>
                  </a:moveTo>
                  <a:cubicBezTo>
                    <a:pt x="677468" y="301383"/>
                    <a:pt x="859761" y="293340"/>
                    <a:pt x="1071047" y="227004"/>
                  </a:cubicBezTo>
                  <a:cubicBezTo>
                    <a:pt x="1252340" y="75635"/>
                    <a:pt x="1468880" y="-4416"/>
                    <a:pt x="1639330" y="188"/>
                  </a:cubicBezTo>
                  <a:cubicBezTo>
                    <a:pt x="3017025" y="70264"/>
                    <a:pt x="2274749" y="481390"/>
                    <a:pt x="2121260" y="551867"/>
                  </a:cubicBezTo>
                  <a:cubicBezTo>
                    <a:pt x="1927763" y="716511"/>
                    <a:pt x="784600" y="1203830"/>
                    <a:pt x="469461" y="933824"/>
                  </a:cubicBezTo>
                  <a:cubicBezTo>
                    <a:pt x="115918" y="991354"/>
                    <a:pt x="2028" y="1000433"/>
                    <a:pt x="0" y="897045"/>
                  </a:cubicBezTo>
                  <a:lnTo>
                    <a:pt x="466182" y="367719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CA9068B-5A86-BF86-13F2-770D9E4AA4CF}"/>
                </a:ext>
              </a:extLst>
            </p:cNvPr>
            <p:cNvSpPr/>
            <p:nvPr/>
          </p:nvSpPr>
          <p:spPr>
            <a:xfrm>
              <a:off x="2475914" y="1878239"/>
              <a:ext cx="7599598" cy="2825118"/>
            </a:xfrm>
            <a:custGeom>
              <a:avLst/>
              <a:gdLst>
                <a:gd name="connsiteX0" fmla="*/ 0 w 4557333"/>
                <a:gd name="connsiteY0" fmla="*/ 0 h 1268088"/>
                <a:gd name="connsiteX1" fmla="*/ 4557333 w 4557333"/>
                <a:gd name="connsiteY1" fmla="*/ 0 h 1268088"/>
                <a:gd name="connsiteX2" fmla="*/ 4557333 w 4557333"/>
                <a:gd name="connsiteY2" fmla="*/ 1268088 h 1268088"/>
                <a:gd name="connsiteX3" fmla="*/ 0 w 4557333"/>
                <a:gd name="connsiteY3" fmla="*/ 1268088 h 1268088"/>
                <a:gd name="connsiteX4" fmla="*/ 0 w 4557333"/>
                <a:gd name="connsiteY4" fmla="*/ 0 h 1268088"/>
                <a:gd name="connsiteX0" fmla="*/ 609600 w 4557333"/>
                <a:gd name="connsiteY0" fmla="*/ 0 h 1496688"/>
                <a:gd name="connsiteX1" fmla="*/ 4557333 w 4557333"/>
                <a:gd name="connsiteY1" fmla="*/ 228600 h 1496688"/>
                <a:gd name="connsiteX2" fmla="*/ 4557333 w 4557333"/>
                <a:gd name="connsiteY2" fmla="*/ 1496688 h 1496688"/>
                <a:gd name="connsiteX3" fmla="*/ 0 w 4557333"/>
                <a:gd name="connsiteY3" fmla="*/ 1496688 h 1496688"/>
                <a:gd name="connsiteX4" fmla="*/ 609600 w 4557333"/>
                <a:gd name="connsiteY4" fmla="*/ 0 h 1496688"/>
                <a:gd name="connsiteX0" fmla="*/ 304800 w 4252533"/>
                <a:gd name="connsiteY0" fmla="*/ 0 h 1496688"/>
                <a:gd name="connsiteX1" fmla="*/ 4252533 w 4252533"/>
                <a:gd name="connsiteY1" fmla="*/ 228600 h 1496688"/>
                <a:gd name="connsiteX2" fmla="*/ 4252533 w 4252533"/>
                <a:gd name="connsiteY2" fmla="*/ 1496688 h 1496688"/>
                <a:gd name="connsiteX3" fmla="*/ 0 w 4252533"/>
                <a:gd name="connsiteY3" fmla="*/ 1001388 h 1496688"/>
                <a:gd name="connsiteX4" fmla="*/ 304800 w 4252533"/>
                <a:gd name="connsiteY4" fmla="*/ 0 h 1496688"/>
                <a:gd name="connsiteX0" fmla="*/ 317500 w 4265233"/>
                <a:gd name="connsiteY0" fmla="*/ 0 h 1496688"/>
                <a:gd name="connsiteX1" fmla="*/ 4265233 w 4265233"/>
                <a:gd name="connsiteY1" fmla="*/ 228600 h 1496688"/>
                <a:gd name="connsiteX2" fmla="*/ 4265233 w 4265233"/>
                <a:gd name="connsiteY2" fmla="*/ 1496688 h 1496688"/>
                <a:gd name="connsiteX3" fmla="*/ 0 w 4265233"/>
                <a:gd name="connsiteY3" fmla="*/ 1026788 h 1496688"/>
                <a:gd name="connsiteX4" fmla="*/ 317500 w 4265233"/>
                <a:gd name="connsiteY4" fmla="*/ 0 h 1496688"/>
                <a:gd name="connsiteX0" fmla="*/ 877533 w 4825266"/>
                <a:gd name="connsiteY0" fmla="*/ 0 h 1496688"/>
                <a:gd name="connsiteX1" fmla="*/ 4825266 w 4825266"/>
                <a:gd name="connsiteY1" fmla="*/ 228600 h 1496688"/>
                <a:gd name="connsiteX2" fmla="*/ 4825266 w 4825266"/>
                <a:gd name="connsiteY2" fmla="*/ 1496688 h 1496688"/>
                <a:gd name="connsiteX3" fmla="*/ 560033 w 4825266"/>
                <a:gd name="connsiteY3" fmla="*/ 1026788 h 1496688"/>
                <a:gd name="connsiteX4" fmla="*/ 877533 w 4825266"/>
                <a:gd name="connsiteY4" fmla="*/ 0 h 1496688"/>
                <a:gd name="connsiteX0" fmla="*/ 902286 w 4850019"/>
                <a:gd name="connsiteY0" fmla="*/ 0 h 1496688"/>
                <a:gd name="connsiteX1" fmla="*/ 4850019 w 4850019"/>
                <a:gd name="connsiteY1" fmla="*/ 228600 h 1496688"/>
                <a:gd name="connsiteX2" fmla="*/ 4850019 w 4850019"/>
                <a:gd name="connsiteY2" fmla="*/ 1496688 h 1496688"/>
                <a:gd name="connsiteX3" fmla="*/ 584786 w 4850019"/>
                <a:gd name="connsiteY3" fmla="*/ 1026788 h 1496688"/>
                <a:gd name="connsiteX4" fmla="*/ 902286 w 4850019"/>
                <a:gd name="connsiteY4" fmla="*/ 0 h 1496688"/>
                <a:gd name="connsiteX0" fmla="*/ 902286 w 5827919"/>
                <a:gd name="connsiteY0" fmla="*/ 546100 h 2042788"/>
                <a:gd name="connsiteX1" fmla="*/ 5827919 w 5827919"/>
                <a:gd name="connsiteY1" fmla="*/ 0 h 2042788"/>
                <a:gd name="connsiteX2" fmla="*/ 4850019 w 5827919"/>
                <a:gd name="connsiteY2" fmla="*/ 2042788 h 2042788"/>
                <a:gd name="connsiteX3" fmla="*/ 584786 w 5827919"/>
                <a:gd name="connsiteY3" fmla="*/ 1572888 h 2042788"/>
                <a:gd name="connsiteX4" fmla="*/ 902286 w 5827919"/>
                <a:gd name="connsiteY4" fmla="*/ 546100 h 2042788"/>
                <a:gd name="connsiteX0" fmla="*/ 902286 w 5954919"/>
                <a:gd name="connsiteY0" fmla="*/ 546100 h 1572888"/>
                <a:gd name="connsiteX1" fmla="*/ 5827919 w 5954919"/>
                <a:gd name="connsiteY1" fmla="*/ 0 h 1572888"/>
                <a:gd name="connsiteX2" fmla="*/ 5954919 w 5954919"/>
                <a:gd name="connsiteY2" fmla="*/ 252088 h 1572888"/>
                <a:gd name="connsiteX3" fmla="*/ 584786 w 5954919"/>
                <a:gd name="connsiteY3" fmla="*/ 1572888 h 1572888"/>
                <a:gd name="connsiteX4" fmla="*/ 902286 w 5954919"/>
                <a:gd name="connsiteY4" fmla="*/ 546100 h 1572888"/>
                <a:gd name="connsiteX0" fmla="*/ 902286 w 5954919"/>
                <a:gd name="connsiteY0" fmla="*/ 546100 h 1572888"/>
                <a:gd name="connsiteX1" fmla="*/ 5827919 w 5954919"/>
                <a:gd name="connsiteY1" fmla="*/ 0 h 1572888"/>
                <a:gd name="connsiteX2" fmla="*/ 5954919 w 5954919"/>
                <a:gd name="connsiteY2" fmla="*/ 252088 h 1572888"/>
                <a:gd name="connsiteX3" fmla="*/ 584786 w 5954919"/>
                <a:gd name="connsiteY3" fmla="*/ 1572888 h 1572888"/>
                <a:gd name="connsiteX4" fmla="*/ 902286 w 5954919"/>
                <a:gd name="connsiteY4" fmla="*/ 546100 h 1572888"/>
                <a:gd name="connsiteX0" fmla="*/ 902286 w 5954919"/>
                <a:gd name="connsiteY0" fmla="*/ 584200 h 1610988"/>
                <a:gd name="connsiteX1" fmla="*/ 5827919 w 5954919"/>
                <a:gd name="connsiteY1" fmla="*/ 0 h 1610988"/>
                <a:gd name="connsiteX2" fmla="*/ 5954919 w 5954919"/>
                <a:gd name="connsiteY2" fmla="*/ 290188 h 1610988"/>
                <a:gd name="connsiteX3" fmla="*/ 584786 w 5954919"/>
                <a:gd name="connsiteY3" fmla="*/ 1610988 h 1610988"/>
                <a:gd name="connsiteX4" fmla="*/ 902286 w 5954919"/>
                <a:gd name="connsiteY4" fmla="*/ 584200 h 1610988"/>
                <a:gd name="connsiteX0" fmla="*/ 902286 w 5985399"/>
                <a:gd name="connsiteY0" fmla="*/ 584200 h 1610988"/>
                <a:gd name="connsiteX1" fmla="*/ 5827919 w 5985399"/>
                <a:gd name="connsiteY1" fmla="*/ 0 h 1610988"/>
                <a:gd name="connsiteX2" fmla="*/ 5985399 w 5985399"/>
                <a:gd name="connsiteY2" fmla="*/ 282568 h 1610988"/>
                <a:gd name="connsiteX3" fmla="*/ 584786 w 5985399"/>
                <a:gd name="connsiteY3" fmla="*/ 1610988 h 1610988"/>
                <a:gd name="connsiteX4" fmla="*/ 902286 w 5985399"/>
                <a:gd name="connsiteY4" fmla="*/ 584200 h 1610988"/>
                <a:gd name="connsiteX0" fmla="*/ 902286 w 5985399"/>
                <a:gd name="connsiteY0" fmla="*/ 584200 h 1845089"/>
                <a:gd name="connsiteX1" fmla="*/ 5827919 w 5985399"/>
                <a:gd name="connsiteY1" fmla="*/ 0 h 1845089"/>
                <a:gd name="connsiteX2" fmla="*/ 5985399 w 5985399"/>
                <a:gd name="connsiteY2" fmla="*/ 282568 h 1845089"/>
                <a:gd name="connsiteX3" fmla="*/ 584786 w 5985399"/>
                <a:gd name="connsiteY3" fmla="*/ 1610988 h 1845089"/>
                <a:gd name="connsiteX4" fmla="*/ 902286 w 5985399"/>
                <a:gd name="connsiteY4" fmla="*/ 584200 h 1845089"/>
                <a:gd name="connsiteX0" fmla="*/ 902286 w 5985399"/>
                <a:gd name="connsiteY0" fmla="*/ 584200 h 2087156"/>
                <a:gd name="connsiteX1" fmla="*/ 5827919 w 5985399"/>
                <a:gd name="connsiteY1" fmla="*/ 0 h 2087156"/>
                <a:gd name="connsiteX2" fmla="*/ 5985399 w 5985399"/>
                <a:gd name="connsiteY2" fmla="*/ 282568 h 2087156"/>
                <a:gd name="connsiteX3" fmla="*/ 584786 w 5985399"/>
                <a:gd name="connsiteY3" fmla="*/ 1610988 h 2087156"/>
                <a:gd name="connsiteX4" fmla="*/ 902286 w 5985399"/>
                <a:gd name="connsiteY4" fmla="*/ 584200 h 2087156"/>
                <a:gd name="connsiteX0" fmla="*/ 902286 w 6769687"/>
                <a:gd name="connsiteY0" fmla="*/ 1107854 h 2610810"/>
                <a:gd name="connsiteX1" fmla="*/ 5827919 w 6769687"/>
                <a:gd name="connsiteY1" fmla="*/ 523654 h 2610810"/>
                <a:gd name="connsiteX2" fmla="*/ 6769687 w 6769687"/>
                <a:gd name="connsiteY2" fmla="*/ 2952 h 2610810"/>
                <a:gd name="connsiteX3" fmla="*/ 5985399 w 6769687"/>
                <a:gd name="connsiteY3" fmla="*/ 806222 h 2610810"/>
                <a:gd name="connsiteX4" fmla="*/ 584786 w 6769687"/>
                <a:gd name="connsiteY4" fmla="*/ 2134642 h 2610810"/>
                <a:gd name="connsiteX5" fmla="*/ 902286 w 6769687"/>
                <a:gd name="connsiteY5" fmla="*/ 1107854 h 2610810"/>
                <a:gd name="connsiteX0" fmla="*/ 902286 w 7588448"/>
                <a:gd name="connsiteY0" fmla="*/ 1107854 h 2610810"/>
                <a:gd name="connsiteX1" fmla="*/ 5827919 w 7588448"/>
                <a:gd name="connsiteY1" fmla="*/ 523654 h 2610810"/>
                <a:gd name="connsiteX2" fmla="*/ 6769687 w 7588448"/>
                <a:gd name="connsiteY2" fmla="*/ 2952 h 2610810"/>
                <a:gd name="connsiteX3" fmla="*/ 7569787 w 7588448"/>
                <a:gd name="connsiteY3" fmla="*/ 1044352 h 2610810"/>
                <a:gd name="connsiteX4" fmla="*/ 5985399 w 7588448"/>
                <a:gd name="connsiteY4" fmla="*/ 806222 h 2610810"/>
                <a:gd name="connsiteX5" fmla="*/ 584786 w 7588448"/>
                <a:gd name="connsiteY5" fmla="*/ 2134642 h 2610810"/>
                <a:gd name="connsiteX6" fmla="*/ 902286 w 7588448"/>
                <a:gd name="connsiteY6" fmla="*/ 1107854 h 2610810"/>
                <a:gd name="connsiteX0" fmla="*/ 902286 w 7583936"/>
                <a:gd name="connsiteY0" fmla="*/ 1108326 h 2611282"/>
                <a:gd name="connsiteX1" fmla="*/ 5827919 w 7583936"/>
                <a:gd name="connsiteY1" fmla="*/ 524126 h 2611282"/>
                <a:gd name="connsiteX2" fmla="*/ 6769687 w 7583936"/>
                <a:gd name="connsiteY2" fmla="*/ 3424 h 2611282"/>
                <a:gd name="connsiteX3" fmla="*/ 6439486 w 7583936"/>
                <a:gd name="connsiteY3" fmla="*/ 460624 h 2611282"/>
                <a:gd name="connsiteX4" fmla="*/ 7569787 w 7583936"/>
                <a:gd name="connsiteY4" fmla="*/ 1044824 h 2611282"/>
                <a:gd name="connsiteX5" fmla="*/ 5985399 w 7583936"/>
                <a:gd name="connsiteY5" fmla="*/ 806694 h 2611282"/>
                <a:gd name="connsiteX6" fmla="*/ 584786 w 7583936"/>
                <a:gd name="connsiteY6" fmla="*/ 2135114 h 2611282"/>
                <a:gd name="connsiteX7" fmla="*/ 902286 w 7583936"/>
                <a:gd name="connsiteY7" fmla="*/ 1108326 h 2611282"/>
                <a:gd name="connsiteX0" fmla="*/ 902286 w 7583936"/>
                <a:gd name="connsiteY0" fmla="*/ 1109371 h 2612327"/>
                <a:gd name="connsiteX1" fmla="*/ 5827919 w 7583936"/>
                <a:gd name="connsiteY1" fmla="*/ 525171 h 2612327"/>
                <a:gd name="connsiteX2" fmla="*/ 6769687 w 7583936"/>
                <a:gd name="connsiteY2" fmla="*/ 4469 h 2612327"/>
                <a:gd name="connsiteX3" fmla="*/ 6439486 w 7583936"/>
                <a:gd name="connsiteY3" fmla="*/ 461669 h 2612327"/>
                <a:gd name="connsiteX4" fmla="*/ 7569787 w 7583936"/>
                <a:gd name="connsiteY4" fmla="*/ 1045869 h 2612327"/>
                <a:gd name="connsiteX5" fmla="*/ 5985399 w 7583936"/>
                <a:gd name="connsiteY5" fmla="*/ 807739 h 2612327"/>
                <a:gd name="connsiteX6" fmla="*/ 584786 w 7583936"/>
                <a:gd name="connsiteY6" fmla="*/ 2136159 h 2612327"/>
                <a:gd name="connsiteX7" fmla="*/ 902286 w 7583936"/>
                <a:gd name="connsiteY7" fmla="*/ 1109371 h 2612327"/>
                <a:gd name="connsiteX0" fmla="*/ 902286 w 7583936"/>
                <a:gd name="connsiteY0" fmla="*/ 1275148 h 2778104"/>
                <a:gd name="connsiteX1" fmla="*/ 5827919 w 7583936"/>
                <a:gd name="connsiteY1" fmla="*/ 690948 h 2778104"/>
                <a:gd name="connsiteX2" fmla="*/ 6769687 w 7583936"/>
                <a:gd name="connsiteY2" fmla="*/ 170246 h 2778104"/>
                <a:gd name="connsiteX3" fmla="*/ 6439486 w 7583936"/>
                <a:gd name="connsiteY3" fmla="*/ 627446 h 2778104"/>
                <a:gd name="connsiteX4" fmla="*/ 7569787 w 7583936"/>
                <a:gd name="connsiteY4" fmla="*/ 1211646 h 2778104"/>
                <a:gd name="connsiteX5" fmla="*/ 5985399 w 7583936"/>
                <a:gd name="connsiteY5" fmla="*/ 973516 h 2778104"/>
                <a:gd name="connsiteX6" fmla="*/ 584786 w 7583936"/>
                <a:gd name="connsiteY6" fmla="*/ 2301936 h 2778104"/>
                <a:gd name="connsiteX7" fmla="*/ 902286 w 7583936"/>
                <a:gd name="connsiteY7" fmla="*/ 1275148 h 2778104"/>
                <a:gd name="connsiteX0" fmla="*/ 902286 w 7583936"/>
                <a:gd name="connsiteY0" fmla="*/ 1275148 h 2778104"/>
                <a:gd name="connsiteX1" fmla="*/ 5827919 w 7583936"/>
                <a:gd name="connsiteY1" fmla="*/ 690948 h 2778104"/>
                <a:gd name="connsiteX2" fmla="*/ 6769687 w 7583936"/>
                <a:gd name="connsiteY2" fmla="*/ 170246 h 2778104"/>
                <a:gd name="connsiteX3" fmla="*/ 6439486 w 7583936"/>
                <a:gd name="connsiteY3" fmla="*/ 627446 h 2778104"/>
                <a:gd name="connsiteX4" fmla="*/ 7569787 w 7583936"/>
                <a:gd name="connsiteY4" fmla="*/ 1211646 h 2778104"/>
                <a:gd name="connsiteX5" fmla="*/ 5985399 w 7583936"/>
                <a:gd name="connsiteY5" fmla="*/ 973516 h 2778104"/>
                <a:gd name="connsiteX6" fmla="*/ 584786 w 7583936"/>
                <a:gd name="connsiteY6" fmla="*/ 2301936 h 2778104"/>
                <a:gd name="connsiteX7" fmla="*/ 902286 w 7583936"/>
                <a:gd name="connsiteY7" fmla="*/ 1275148 h 2778104"/>
                <a:gd name="connsiteX0" fmla="*/ 902286 w 7583936"/>
                <a:gd name="connsiteY0" fmla="*/ 1482140 h 2985096"/>
                <a:gd name="connsiteX1" fmla="*/ 5827919 w 7583936"/>
                <a:gd name="connsiteY1" fmla="*/ 897940 h 2985096"/>
                <a:gd name="connsiteX2" fmla="*/ 6795087 w 7583936"/>
                <a:gd name="connsiteY2" fmla="*/ 148638 h 2985096"/>
                <a:gd name="connsiteX3" fmla="*/ 6439486 w 7583936"/>
                <a:gd name="connsiteY3" fmla="*/ 834438 h 2985096"/>
                <a:gd name="connsiteX4" fmla="*/ 7569787 w 7583936"/>
                <a:gd name="connsiteY4" fmla="*/ 1418638 h 2985096"/>
                <a:gd name="connsiteX5" fmla="*/ 5985399 w 7583936"/>
                <a:gd name="connsiteY5" fmla="*/ 1180508 h 2985096"/>
                <a:gd name="connsiteX6" fmla="*/ 584786 w 7583936"/>
                <a:gd name="connsiteY6" fmla="*/ 2508928 h 2985096"/>
                <a:gd name="connsiteX7" fmla="*/ 902286 w 7583936"/>
                <a:gd name="connsiteY7" fmla="*/ 1482140 h 2985096"/>
                <a:gd name="connsiteX0" fmla="*/ 902286 w 7599598"/>
                <a:gd name="connsiteY0" fmla="*/ 1482140 h 2985096"/>
                <a:gd name="connsiteX1" fmla="*/ 5827919 w 7599598"/>
                <a:gd name="connsiteY1" fmla="*/ 897940 h 2985096"/>
                <a:gd name="connsiteX2" fmla="*/ 6795087 w 7599598"/>
                <a:gd name="connsiteY2" fmla="*/ 148638 h 2985096"/>
                <a:gd name="connsiteX3" fmla="*/ 6439486 w 7599598"/>
                <a:gd name="connsiteY3" fmla="*/ 834438 h 2985096"/>
                <a:gd name="connsiteX4" fmla="*/ 7569787 w 7599598"/>
                <a:gd name="connsiteY4" fmla="*/ 1418638 h 2985096"/>
                <a:gd name="connsiteX5" fmla="*/ 5985399 w 7599598"/>
                <a:gd name="connsiteY5" fmla="*/ 1180508 h 2985096"/>
                <a:gd name="connsiteX6" fmla="*/ 584786 w 7599598"/>
                <a:gd name="connsiteY6" fmla="*/ 2508928 h 2985096"/>
                <a:gd name="connsiteX7" fmla="*/ 902286 w 7599598"/>
                <a:gd name="connsiteY7" fmla="*/ 1482140 h 2985096"/>
                <a:gd name="connsiteX0" fmla="*/ 902286 w 7599598"/>
                <a:gd name="connsiteY0" fmla="*/ 1482140 h 2985096"/>
                <a:gd name="connsiteX1" fmla="*/ 5827919 w 7599598"/>
                <a:gd name="connsiteY1" fmla="*/ 897940 h 2985096"/>
                <a:gd name="connsiteX2" fmla="*/ 6795087 w 7599598"/>
                <a:gd name="connsiteY2" fmla="*/ 148638 h 2985096"/>
                <a:gd name="connsiteX3" fmla="*/ 6439486 w 7599598"/>
                <a:gd name="connsiteY3" fmla="*/ 834438 h 2985096"/>
                <a:gd name="connsiteX4" fmla="*/ 7569787 w 7599598"/>
                <a:gd name="connsiteY4" fmla="*/ 1418638 h 2985096"/>
                <a:gd name="connsiteX5" fmla="*/ 5985399 w 7599598"/>
                <a:gd name="connsiteY5" fmla="*/ 1180508 h 2985096"/>
                <a:gd name="connsiteX6" fmla="*/ 584786 w 7599598"/>
                <a:gd name="connsiteY6" fmla="*/ 2508928 h 2985096"/>
                <a:gd name="connsiteX7" fmla="*/ 902286 w 7599598"/>
                <a:gd name="connsiteY7" fmla="*/ 1482140 h 2985096"/>
                <a:gd name="connsiteX0" fmla="*/ 902286 w 7599598"/>
                <a:gd name="connsiteY0" fmla="*/ 1470497 h 2973453"/>
                <a:gd name="connsiteX1" fmla="*/ 5827919 w 7599598"/>
                <a:gd name="connsiteY1" fmla="*/ 886297 h 2973453"/>
                <a:gd name="connsiteX2" fmla="*/ 6795087 w 7599598"/>
                <a:gd name="connsiteY2" fmla="*/ 149695 h 2973453"/>
                <a:gd name="connsiteX3" fmla="*/ 6439486 w 7599598"/>
                <a:gd name="connsiteY3" fmla="*/ 822795 h 2973453"/>
                <a:gd name="connsiteX4" fmla="*/ 7569787 w 7599598"/>
                <a:gd name="connsiteY4" fmla="*/ 1406995 h 2973453"/>
                <a:gd name="connsiteX5" fmla="*/ 5985399 w 7599598"/>
                <a:gd name="connsiteY5" fmla="*/ 1168865 h 2973453"/>
                <a:gd name="connsiteX6" fmla="*/ 584786 w 7599598"/>
                <a:gd name="connsiteY6" fmla="*/ 2497285 h 2973453"/>
                <a:gd name="connsiteX7" fmla="*/ 902286 w 7599598"/>
                <a:gd name="connsiteY7" fmla="*/ 1470497 h 2973453"/>
                <a:gd name="connsiteX0" fmla="*/ 902286 w 7599598"/>
                <a:gd name="connsiteY0" fmla="*/ 1330829 h 2833785"/>
                <a:gd name="connsiteX1" fmla="*/ 5827919 w 7599598"/>
                <a:gd name="connsiteY1" fmla="*/ 746629 h 2833785"/>
                <a:gd name="connsiteX2" fmla="*/ 6795087 w 7599598"/>
                <a:gd name="connsiteY2" fmla="*/ 10027 h 2833785"/>
                <a:gd name="connsiteX3" fmla="*/ 6439486 w 7599598"/>
                <a:gd name="connsiteY3" fmla="*/ 683127 h 2833785"/>
                <a:gd name="connsiteX4" fmla="*/ 7569787 w 7599598"/>
                <a:gd name="connsiteY4" fmla="*/ 1267327 h 2833785"/>
                <a:gd name="connsiteX5" fmla="*/ 5985399 w 7599598"/>
                <a:gd name="connsiteY5" fmla="*/ 1029197 h 2833785"/>
                <a:gd name="connsiteX6" fmla="*/ 584786 w 7599598"/>
                <a:gd name="connsiteY6" fmla="*/ 2357617 h 2833785"/>
                <a:gd name="connsiteX7" fmla="*/ 902286 w 7599598"/>
                <a:gd name="connsiteY7" fmla="*/ 1330829 h 2833785"/>
                <a:gd name="connsiteX0" fmla="*/ 902286 w 7599598"/>
                <a:gd name="connsiteY0" fmla="*/ 1330829 h 2833785"/>
                <a:gd name="connsiteX1" fmla="*/ 5827919 w 7599598"/>
                <a:gd name="connsiteY1" fmla="*/ 746629 h 2833785"/>
                <a:gd name="connsiteX2" fmla="*/ 6795087 w 7599598"/>
                <a:gd name="connsiteY2" fmla="*/ 10027 h 2833785"/>
                <a:gd name="connsiteX3" fmla="*/ 6439486 w 7599598"/>
                <a:gd name="connsiteY3" fmla="*/ 683127 h 2833785"/>
                <a:gd name="connsiteX4" fmla="*/ 7569787 w 7599598"/>
                <a:gd name="connsiteY4" fmla="*/ 1267327 h 2833785"/>
                <a:gd name="connsiteX5" fmla="*/ 5985399 w 7599598"/>
                <a:gd name="connsiteY5" fmla="*/ 1029197 h 2833785"/>
                <a:gd name="connsiteX6" fmla="*/ 584786 w 7599598"/>
                <a:gd name="connsiteY6" fmla="*/ 2357617 h 2833785"/>
                <a:gd name="connsiteX7" fmla="*/ 902286 w 7599598"/>
                <a:gd name="connsiteY7" fmla="*/ 1330829 h 2833785"/>
                <a:gd name="connsiteX0" fmla="*/ 902286 w 7599598"/>
                <a:gd name="connsiteY0" fmla="*/ 1330829 h 2833785"/>
                <a:gd name="connsiteX1" fmla="*/ 5827919 w 7599598"/>
                <a:gd name="connsiteY1" fmla="*/ 746629 h 2833785"/>
                <a:gd name="connsiteX2" fmla="*/ 6795087 w 7599598"/>
                <a:gd name="connsiteY2" fmla="*/ 10027 h 2833785"/>
                <a:gd name="connsiteX3" fmla="*/ 6439486 w 7599598"/>
                <a:gd name="connsiteY3" fmla="*/ 683127 h 2833785"/>
                <a:gd name="connsiteX4" fmla="*/ 7569787 w 7599598"/>
                <a:gd name="connsiteY4" fmla="*/ 1267327 h 2833785"/>
                <a:gd name="connsiteX5" fmla="*/ 5985399 w 7599598"/>
                <a:gd name="connsiteY5" fmla="*/ 1029197 h 2833785"/>
                <a:gd name="connsiteX6" fmla="*/ 584786 w 7599598"/>
                <a:gd name="connsiteY6" fmla="*/ 2357617 h 2833785"/>
                <a:gd name="connsiteX7" fmla="*/ 902286 w 7599598"/>
                <a:gd name="connsiteY7" fmla="*/ 1330829 h 2833785"/>
                <a:gd name="connsiteX0" fmla="*/ 902286 w 7599598"/>
                <a:gd name="connsiteY0" fmla="*/ 1330829 h 2833785"/>
                <a:gd name="connsiteX1" fmla="*/ 5827919 w 7599598"/>
                <a:gd name="connsiteY1" fmla="*/ 746629 h 2833785"/>
                <a:gd name="connsiteX2" fmla="*/ 6795087 w 7599598"/>
                <a:gd name="connsiteY2" fmla="*/ 10027 h 2833785"/>
                <a:gd name="connsiteX3" fmla="*/ 6439486 w 7599598"/>
                <a:gd name="connsiteY3" fmla="*/ 683127 h 2833785"/>
                <a:gd name="connsiteX4" fmla="*/ 7569787 w 7599598"/>
                <a:gd name="connsiteY4" fmla="*/ 1267327 h 2833785"/>
                <a:gd name="connsiteX5" fmla="*/ 5985399 w 7599598"/>
                <a:gd name="connsiteY5" fmla="*/ 1029197 h 2833785"/>
                <a:gd name="connsiteX6" fmla="*/ 584786 w 7599598"/>
                <a:gd name="connsiteY6" fmla="*/ 2357617 h 2833785"/>
                <a:gd name="connsiteX7" fmla="*/ 902286 w 7599598"/>
                <a:gd name="connsiteY7" fmla="*/ 1330829 h 2833785"/>
                <a:gd name="connsiteX0" fmla="*/ 902286 w 7599598"/>
                <a:gd name="connsiteY0" fmla="*/ 1338264 h 2841220"/>
                <a:gd name="connsiteX1" fmla="*/ 5827919 w 7599598"/>
                <a:gd name="connsiteY1" fmla="*/ 754064 h 2841220"/>
                <a:gd name="connsiteX2" fmla="*/ 6795087 w 7599598"/>
                <a:gd name="connsiteY2" fmla="*/ 17462 h 2841220"/>
                <a:gd name="connsiteX3" fmla="*/ 6439486 w 7599598"/>
                <a:gd name="connsiteY3" fmla="*/ 690562 h 2841220"/>
                <a:gd name="connsiteX4" fmla="*/ 7569787 w 7599598"/>
                <a:gd name="connsiteY4" fmla="*/ 1274762 h 2841220"/>
                <a:gd name="connsiteX5" fmla="*/ 5985399 w 7599598"/>
                <a:gd name="connsiteY5" fmla="*/ 1036632 h 2841220"/>
                <a:gd name="connsiteX6" fmla="*/ 584786 w 7599598"/>
                <a:gd name="connsiteY6" fmla="*/ 2365052 h 2841220"/>
                <a:gd name="connsiteX7" fmla="*/ 902286 w 7599598"/>
                <a:gd name="connsiteY7" fmla="*/ 1338264 h 2841220"/>
                <a:gd name="connsiteX0" fmla="*/ 902286 w 7599598"/>
                <a:gd name="connsiteY0" fmla="*/ 1338264 h 2841220"/>
                <a:gd name="connsiteX1" fmla="*/ 5827919 w 7599598"/>
                <a:gd name="connsiteY1" fmla="*/ 754064 h 2841220"/>
                <a:gd name="connsiteX2" fmla="*/ 6795087 w 7599598"/>
                <a:gd name="connsiteY2" fmla="*/ 17462 h 2841220"/>
                <a:gd name="connsiteX3" fmla="*/ 6439486 w 7599598"/>
                <a:gd name="connsiteY3" fmla="*/ 690562 h 2841220"/>
                <a:gd name="connsiteX4" fmla="*/ 7569787 w 7599598"/>
                <a:gd name="connsiteY4" fmla="*/ 1274762 h 2841220"/>
                <a:gd name="connsiteX5" fmla="*/ 5985399 w 7599598"/>
                <a:gd name="connsiteY5" fmla="*/ 1036632 h 2841220"/>
                <a:gd name="connsiteX6" fmla="*/ 584786 w 7599598"/>
                <a:gd name="connsiteY6" fmla="*/ 2365052 h 2841220"/>
                <a:gd name="connsiteX7" fmla="*/ 902286 w 7599598"/>
                <a:gd name="connsiteY7" fmla="*/ 1338264 h 2841220"/>
                <a:gd name="connsiteX0" fmla="*/ 902286 w 7599598"/>
                <a:gd name="connsiteY0" fmla="*/ 1321499 h 2824455"/>
                <a:gd name="connsiteX1" fmla="*/ 5827919 w 7599598"/>
                <a:gd name="connsiteY1" fmla="*/ 737299 h 2824455"/>
                <a:gd name="connsiteX2" fmla="*/ 6795087 w 7599598"/>
                <a:gd name="connsiteY2" fmla="*/ 697 h 2824455"/>
                <a:gd name="connsiteX3" fmla="*/ 6439486 w 7599598"/>
                <a:gd name="connsiteY3" fmla="*/ 673797 h 2824455"/>
                <a:gd name="connsiteX4" fmla="*/ 7569787 w 7599598"/>
                <a:gd name="connsiteY4" fmla="*/ 1257997 h 2824455"/>
                <a:gd name="connsiteX5" fmla="*/ 5985399 w 7599598"/>
                <a:gd name="connsiteY5" fmla="*/ 1019867 h 2824455"/>
                <a:gd name="connsiteX6" fmla="*/ 584786 w 7599598"/>
                <a:gd name="connsiteY6" fmla="*/ 2348287 h 2824455"/>
                <a:gd name="connsiteX7" fmla="*/ 902286 w 7599598"/>
                <a:gd name="connsiteY7" fmla="*/ 1321499 h 2824455"/>
                <a:gd name="connsiteX0" fmla="*/ 902286 w 7599598"/>
                <a:gd name="connsiteY0" fmla="*/ 1322162 h 2825118"/>
                <a:gd name="connsiteX1" fmla="*/ 5827919 w 7599598"/>
                <a:gd name="connsiteY1" fmla="*/ 737962 h 2825118"/>
                <a:gd name="connsiteX2" fmla="*/ 6795087 w 7599598"/>
                <a:gd name="connsiteY2" fmla="*/ 1360 h 2825118"/>
                <a:gd name="connsiteX3" fmla="*/ 6439486 w 7599598"/>
                <a:gd name="connsiteY3" fmla="*/ 674460 h 2825118"/>
                <a:gd name="connsiteX4" fmla="*/ 7569787 w 7599598"/>
                <a:gd name="connsiteY4" fmla="*/ 1258660 h 2825118"/>
                <a:gd name="connsiteX5" fmla="*/ 5985399 w 7599598"/>
                <a:gd name="connsiteY5" fmla="*/ 1020530 h 2825118"/>
                <a:gd name="connsiteX6" fmla="*/ 584786 w 7599598"/>
                <a:gd name="connsiteY6" fmla="*/ 2348950 h 2825118"/>
                <a:gd name="connsiteX7" fmla="*/ 902286 w 7599598"/>
                <a:gd name="connsiteY7" fmla="*/ 1322162 h 2825118"/>
                <a:gd name="connsiteX0" fmla="*/ 902286 w 7599598"/>
                <a:gd name="connsiteY0" fmla="*/ 1322162 h 2825118"/>
                <a:gd name="connsiteX1" fmla="*/ 5827919 w 7599598"/>
                <a:gd name="connsiteY1" fmla="*/ 737962 h 2825118"/>
                <a:gd name="connsiteX2" fmla="*/ 6795087 w 7599598"/>
                <a:gd name="connsiteY2" fmla="*/ 1360 h 2825118"/>
                <a:gd name="connsiteX3" fmla="*/ 6439486 w 7599598"/>
                <a:gd name="connsiteY3" fmla="*/ 674460 h 2825118"/>
                <a:gd name="connsiteX4" fmla="*/ 7569787 w 7599598"/>
                <a:gd name="connsiteY4" fmla="*/ 1258660 h 2825118"/>
                <a:gd name="connsiteX5" fmla="*/ 5985399 w 7599598"/>
                <a:gd name="connsiteY5" fmla="*/ 1020530 h 2825118"/>
                <a:gd name="connsiteX6" fmla="*/ 584786 w 7599598"/>
                <a:gd name="connsiteY6" fmla="*/ 2348950 h 2825118"/>
                <a:gd name="connsiteX7" fmla="*/ 902286 w 7599598"/>
                <a:gd name="connsiteY7" fmla="*/ 1322162 h 282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99598" h="2825118">
                  <a:moveTo>
                    <a:pt x="902286" y="1322162"/>
                  </a:moveTo>
                  <a:cubicBezTo>
                    <a:pt x="2544164" y="1140129"/>
                    <a:pt x="2372481" y="1918215"/>
                    <a:pt x="5827919" y="737962"/>
                  </a:cubicBezTo>
                  <a:cubicBezTo>
                    <a:pt x="5705808" y="160111"/>
                    <a:pt x="6802898" y="-17689"/>
                    <a:pt x="6795087" y="1360"/>
                  </a:cubicBezTo>
                  <a:cubicBezTo>
                    <a:pt x="6822931" y="43693"/>
                    <a:pt x="7017336" y="500893"/>
                    <a:pt x="6439486" y="674460"/>
                  </a:cubicBezTo>
                  <a:cubicBezTo>
                    <a:pt x="7271336" y="467027"/>
                    <a:pt x="7723785" y="1171348"/>
                    <a:pt x="7569787" y="1258660"/>
                  </a:cubicBezTo>
                  <a:cubicBezTo>
                    <a:pt x="7041658" y="1179283"/>
                    <a:pt x="6391608" y="1358987"/>
                    <a:pt x="5985399" y="1020530"/>
                  </a:cubicBezTo>
                  <a:cubicBezTo>
                    <a:pt x="3537495" y="3825537"/>
                    <a:pt x="1013390" y="2584323"/>
                    <a:pt x="584786" y="2348950"/>
                  </a:cubicBezTo>
                  <a:cubicBezTo>
                    <a:pt x="-795281" y="1397087"/>
                    <a:pt x="669453" y="1397725"/>
                    <a:pt x="902286" y="1322162"/>
                  </a:cubicBezTo>
                  <a:close/>
                </a:path>
              </a:pathLst>
            </a:custGeom>
            <a:solidFill>
              <a:srgbClr val="0B0754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8EBB850-43D1-A82D-BD87-06A7C1417DA1}"/>
                </a:ext>
              </a:extLst>
            </p:cNvPr>
            <p:cNvSpPr/>
            <p:nvPr/>
          </p:nvSpPr>
          <p:spPr>
            <a:xfrm>
              <a:off x="2480171" y="3490515"/>
              <a:ext cx="5095694" cy="1239447"/>
            </a:xfrm>
            <a:custGeom>
              <a:avLst/>
              <a:gdLst>
                <a:gd name="connsiteX0" fmla="*/ 0 w 933607"/>
                <a:gd name="connsiteY0" fmla="*/ 0 h 482674"/>
                <a:gd name="connsiteX1" fmla="*/ 933607 w 933607"/>
                <a:gd name="connsiteY1" fmla="*/ 0 h 482674"/>
                <a:gd name="connsiteX2" fmla="*/ 933607 w 933607"/>
                <a:gd name="connsiteY2" fmla="*/ 482674 h 482674"/>
                <a:gd name="connsiteX3" fmla="*/ 0 w 933607"/>
                <a:gd name="connsiteY3" fmla="*/ 482674 h 482674"/>
                <a:gd name="connsiteX4" fmla="*/ 0 w 933607"/>
                <a:gd name="connsiteY4" fmla="*/ 0 h 482674"/>
                <a:gd name="connsiteX0" fmla="*/ 617220 w 933607"/>
                <a:gd name="connsiteY0" fmla="*/ 0 h 566494"/>
                <a:gd name="connsiteX1" fmla="*/ 933607 w 933607"/>
                <a:gd name="connsiteY1" fmla="*/ 83820 h 566494"/>
                <a:gd name="connsiteX2" fmla="*/ 933607 w 933607"/>
                <a:gd name="connsiteY2" fmla="*/ 566494 h 566494"/>
                <a:gd name="connsiteX3" fmla="*/ 0 w 933607"/>
                <a:gd name="connsiteY3" fmla="*/ 566494 h 566494"/>
                <a:gd name="connsiteX4" fmla="*/ 617220 w 933607"/>
                <a:gd name="connsiteY4" fmla="*/ 0 h 566494"/>
                <a:gd name="connsiteX0" fmla="*/ 441960 w 758347"/>
                <a:gd name="connsiteY0" fmla="*/ 0 h 566494"/>
                <a:gd name="connsiteX1" fmla="*/ 758347 w 758347"/>
                <a:gd name="connsiteY1" fmla="*/ 83820 h 566494"/>
                <a:gd name="connsiteX2" fmla="*/ 758347 w 758347"/>
                <a:gd name="connsiteY2" fmla="*/ 566494 h 566494"/>
                <a:gd name="connsiteX3" fmla="*/ 0 w 758347"/>
                <a:gd name="connsiteY3" fmla="*/ 566494 h 566494"/>
                <a:gd name="connsiteX4" fmla="*/ 441960 w 758347"/>
                <a:gd name="connsiteY4" fmla="*/ 0 h 566494"/>
                <a:gd name="connsiteX0" fmla="*/ 855769 w 1172156"/>
                <a:gd name="connsiteY0" fmla="*/ 0 h 566494"/>
                <a:gd name="connsiteX1" fmla="*/ 1172156 w 1172156"/>
                <a:gd name="connsiteY1" fmla="*/ 83820 h 566494"/>
                <a:gd name="connsiteX2" fmla="*/ 1172156 w 1172156"/>
                <a:gd name="connsiteY2" fmla="*/ 566494 h 566494"/>
                <a:gd name="connsiteX3" fmla="*/ 413809 w 1172156"/>
                <a:gd name="connsiteY3" fmla="*/ 566494 h 566494"/>
                <a:gd name="connsiteX4" fmla="*/ 855769 w 1172156"/>
                <a:gd name="connsiteY4" fmla="*/ 0 h 566494"/>
                <a:gd name="connsiteX0" fmla="*/ 906105 w 1222492"/>
                <a:gd name="connsiteY0" fmla="*/ 81109 h 647603"/>
                <a:gd name="connsiteX1" fmla="*/ 1222492 w 1222492"/>
                <a:gd name="connsiteY1" fmla="*/ 164929 h 647603"/>
                <a:gd name="connsiteX2" fmla="*/ 1222492 w 1222492"/>
                <a:gd name="connsiteY2" fmla="*/ 647603 h 647603"/>
                <a:gd name="connsiteX3" fmla="*/ 464145 w 1222492"/>
                <a:gd name="connsiteY3" fmla="*/ 647603 h 647603"/>
                <a:gd name="connsiteX4" fmla="*/ 906105 w 1222492"/>
                <a:gd name="connsiteY4" fmla="*/ 81109 h 647603"/>
                <a:gd name="connsiteX0" fmla="*/ 906105 w 5085832"/>
                <a:gd name="connsiteY0" fmla="*/ 81109 h 647603"/>
                <a:gd name="connsiteX1" fmla="*/ 5085832 w 5085832"/>
                <a:gd name="connsiteY1" fmla="*/ 279229 h 647603"/>
                <a:gd name="connsiteX2" fmla="*/ 1222492 w 5085832"/>
                <a:gd name="connsiteY2" fmla="*/ 647603 h 647603"/>
                <a:gd name="connsiteX3" fmla="*/ 464145 w 5085832"/>
                <a:gd name="connsiteY3" fmla="*/ 647603 h 647603"/>
                <a:gd name="connsiteX4" fmla="*/ 906105 w 5085832"/>
                <a:gd name="connsiteY4" fmla="*/ 81109 h 647603"/>
                <a:gd name="connsiteX0" fmla="*/ 906105 w 5085832"/>
                <a:gd name="connsiteY0" fmla="*/ 81109 h 921923"/>
                <a:gd name="connsiteX1" fmla="*/ 5085832 w 5085832"/>
                <a:gd name="connsiteY1" fmla="*/ 279229 h 921923"/>
                <a:gd name="connsiteX2" fmla="*/ 3036052 w 5085832"/>
                <a:gd name="connsiteY2" fmla="*/ 921923 h 921923"/>
                <a:gd name="connsiteX3" fmla="*/ 464145 w 5085832"/>
                <a:gd name="connsiteY3" fmla="*/ 647603 h 921923"/>
                <a:gd name="connsiteX4" fmla="*/ 906105 w 5085832"/>
                <a:gd name="connsiteY4" fmla="*/ 81109 h 921923"/>
                <a:gd name="connsiteX0" fmla="*/ 906105 w 5085832"/>
                <a:gd name="connsiteY0" fmla="*/ 81109 h 647603"/>
                <a:gd name="connsiteX1" fmla="*/ 5085832 w 5085832"/>
                <a:gd name="connsiteY1" fmla="*/ 279229 h 647603"/>
                <a:gd name="connsiteX2" fmla="*/ 464145 w 5085832"/>
                <a:gd name="connsiteY2" fmla="*/ 647603 h 647603"/>
                <a:gd name="connsiteX3" fmla="*/ 906105 w 5085832"/>
                <a:gd name="connsiteY3" fmla="*/ 81109 h 647603"/>
                <a:gd name="connsiteX0" fmla="*/ 906105 w 5085832"/>
                <a:gd name="connsiteY0" fmla="*/ 81109 h 647603"/>
                <a:gd name="connsiteX1" fmla="*/ 5085832 w 5085832"/>
                <a:gd name="connsiteY1" fmla="*/ 279229 h 647603"/>
                <a:gd name="connsiteX2" fmla="*/ 464145 w 5085832"/>
                <a:gd name="connsiteY2" fmla="*/ 647603 h 647603"/>
                <a:gd name="connsiteX3" fmla="*/ 906105 w 5085832"/>
                <a:gd name="connsiteY3" fmla="*/ 81109 h 647603"/>
                <a:gd name="connsiteX0" fmla="*/ 906105 w 5085832"/>
                <a:gd name="connsiteY0" fmla="*/ 81109 h 1132288"/>
                <a:gd name="connsiteX1" fmla="*/ 5085832 w 5085832"/>
                <a:gd name="connsiteY1" fmla="*/ 279229 h 1132288"/>
                <a:gd name="connsiteX2" fmla="*/ 464145 w 5085832"/>
                <a:gd name="connsiteY2" fmla="*/ 647603 h 1132288"/>
                <a:gd name="connsiteX3" fmla="*/ 906105 w 5085832"/>
                <a:gd name="connsiteY3" fmla="*/ 81109 h 113228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18349 w 5098076"/>
                <a:gd name="connsiteY0" fmla="*/ 75644 h 1232996"/>
                <a:gd name="connsiteX1" fmla="*/ 5098076 w 5098076"/>
                <a:gd name="connsiteY1" fmla="*/ 273764 h 1232996"/>
                <a:gd name="connsiteX2" fmla="*/ 460514 w 5098076"/>
                <a:gd name="connsiteY2" fmla="*/ 661188 h 1232996"/>
                <a:gd name="connsiteX3" fmla="*/ 918349 w 5098076"/>
                <a:gd name="connsiteY3" fmla="*/ 75644 h 1232996"/>
                <a:gd name="connsiteX0" fmla="*/ 918349 w 5098076"/>
                <a:gd name="connsiteY0" fmla="*/ 75644 h 1230449"/>
                <a:gd name="connsiteX1" fmla="*/ 5098076 w 5098076"/>
                <a:gd name="connsiteY1" fmla="*/ 264239 h 1230449"/>
                <a:gd name="connsiteX2" fmla="*/ 460514 w 5098076"/>
                <a:gd name="connsiteY2" fmla="*/ 661188 h 1230449"/>
                <a:gd name="connsiteX3" fmla="*/ 918349 w 5098076"/>
                <a:gd name="connsiteY3" fmla="*/ 75644 h 1230449"/>
                <a:gd name="connsiteX0" fmla="*/ 918349 w 5098076"/>
                <a:gd name="connsiteY0" fmla="*/ 75644 h 1227922"/>
                <a:gd name="connsiteX1" fmla="*/ 5098076 w 5098076"/>
                <a:gd name="connsiteY1" fmla="*/ 254714 h 1227922"/>
                <a:gd name="connsiteX2" fmla="*/ 460514 w 5098076"/>
                <a:gd name="connsiteY2" fmla="*/ 661188 h 1227922"/>
                <a:gd name="connsiteX3" fmla="*/ 918349 w 5098076"/>
                <a:gd name="connsiteY3" fmla="*/ 75644 h 1227922"/>
                <a:gd name="connsiteX0" fmla="*/ 918349 w 5095694"/>
                <a:gd name="connsiteY0" fmla="*/ 75644 h 1224791"/>
                <a:gd name="connsiteX1" fmla="*/ 5095694 w 5095694"/>
                <a:gd name="connsiteY1" fmla="*/ 242807 h 1224791"/>
                <a:gd name="connsiteX2" fmla="*/ 460514 w 5095694"/>
                <a:gd name="connsiteY2" fmla="*/ 661188 h 1224791"/>
                <a:gd name="connsiteX3" fmla="*/ 918349 w 5095694"/>
                <a:gd name="connsiteY3" fmla="*/ 75644 h 1224791"/>
                <a:gd name="connsiteX0" fmla="*/ 918349 w 5095694"/>
                <a:gd name="connsiteY0" fmla="*/ 75644 h 1239447"/>
                <a:gd name="connsiteX1" fmla="*/ 5095694 w 5095694"/>
                <a:gd name="connsiteY1" fmla="*/ 242807 h 1239447"/>
                <a:gd name="connsiteX2" fmla="*/ 460514 w 5095694"/>
                <a:gd name="connsiteY2" fmla="*/ 661188 h 1239447"/>
                <a:gd name="connsiteX3" fmla="*/ 918349 w 5095694"/>
                <a:gd name="connsiteY3" fmla="*/ 75644 h 1239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95694" h="1239447">
                  <a:moveTo>
                    <a:pt x="918349" y="75644"/>
                  </a:moveTo>
                  <a:cubicBezTo>
                    <a:pt x="1244791" y="179784"/>
                    <a:pt x="2132732" y="1388347"/>
                    <a:pt x="5095694" y="242807"/>
                  </a:cubicBezTo>
                  <a:cubicBezTo>
                    <a:pt x="4297129" y="879471"/>
                    <a:pt x="2481136" y="1887137"/>
                    <a:pt x="460514" y="661188"/>
                  </a:cubicBezTo>
                  <a:cubicBezTo>
                    <a:pt x="-626606" y="-144863"/>
                    <a:pt x="496709" y="-32705"/>
                    <a:pt x="918349" y="75644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E9DA6F3-D328-40C4-F02E-56A072369E2E}"/>
                </a:ext>
              </a:extLst>
            </p:cNvPr>
            <p:cNvSpPr/>
            <p:nvPr/>
          </p:nvSpPr>
          <p:spPr>
            <a:xfrm>
              <a:off x="3431453" y="3575246"/>
              <a:ext cx="3794070" cy="726811"/>
            </a:xfrm>
            <a:custGeom>
              <a:avLst/>
              <a:gdLst>
                <a:gd name="connsiteX0" fmla="*/ 34462 w 3547282"/>
                <a:gd name="connsiteY0" fmla="*/ 0 h 902955"/>
                <a:gd name="connsiteX1" fmla="*/ 34462 w 3547282"/>
                <a:gd name="connsiteY1" fmla="*/ 182880 h 902955"/>
                <a:gd name="connsiteX2" fmla="*/ 392602 w 3547282"/>
                <a:gd name="connsiteY2" fmla="*/ 548640 h 902955"/>
                <a:gd name="connsiteX3" fmla="*/ 1299382 w 3547282"/>
                <a:gd name="connsiteY3" fmla="*/ 746760 h 902955"/>
                <a:gd name="connsiteX4" fmla="*/ 2084242 w 3547282"/>
                <a:gd name="connsiteY4" fmla="*/ 891540 h 902955"/>
                <a:gd name="connsiteX5" fmla="*/ 3547282 w 3547282"/>
                <a:gd name="connsiteY5" fmla="*/ 434340 h 902955"/>
                <a:gd name="connsiteX6" fmla="*/ 3547282 w 3547282"/>
                <a:gd name="connsiteY6" fmla="*/ 434340 h 902955"/>
                <a:gd name="connsiteX0" fmla="*/ 34462 w 3547282"/>
                <a:gd name="connsiteY0" fmla="*/ 0 h 892594"/>
                <a:gd name="connsiteX1" fmla="*/ 34462 w 3547282"/>
                <a:gd name="connsiteY1" fmla="*/ 182880 h 892594"/>
                <a:gd name="connsiteX2" fmla="*/ 392602 w 3547282"/>
                <a:gd name="connsiteY2" fmla="*/ 548640 h 892594"/>
                <a:gd name="connsiteX3" fmla="*/ 2084242 w 3547282"/>
                <a:gd name="connsiteY3" fmla="*/ 891540 h 892594"/>
                <a:gd name="connsiteX4" fmla="*/ 3547282 w 3547282"/>
                <a:gd name="connsiteY4" fmla="*/ 434340 h 892594"/>
                <a:gd name="connsiteX5" fmla="*/ 3547282 w 3547282"/>
                <a:gd name="connsiteY5" fmla="*/ 434340 h 892594"/>
                <a:gd name="connsiteX0" fmla="*/ 0 w 3512820"/>
                <a:gd name="connsiteY0" fmla="*/ 0 h 892594"/>
                <a:gd name="connsiteX1" fmla="*/ 358140 w 3512820"/>
                <a:gd name="connsiteY1" fmla="*/ 548640 h 892594"/>
                <a:gd name="connsiteX2" fmla="*/ 2049780 w 3512820"/>
                <a:gd name="connsiteY2" fmla="*/ 891540 h 892594"/>
                <a:gd name="connsiteX3" fmla="*/ 3512820 w 3512820"/>
                <a:gd name="connsiteY3" fmla="*/ 434340 h 892594"/>
                <a:gd name="connsiteX4" fmla="*/ 3512820 w 3512820"/>
                <a:gd name="connsiteY4" fmla="*/ 434340 h 892594"/>
                <a:gd name="connsiteX0" fmla="*/ 0 w 3512820"/>
                <a:gd name="connsiteY0" fmla="*/ 0 h 892272"/>
                <a:gd name="connsiteX1" fmla="*/ 358140 w 3512820"/>
                <a:gd name="connsiteY1" fmla="*/ 548640 h 892272"/>
                <a:gd name="connsiteX2" fmla="*/ 350520 w 3512820"/>
                <a:gd name="connsiteY2" fmla="*/ 541020 h 892272"/>
                <a:gd name="connsiteX3" fmla="*/ 2049780 w 3512820"/>
                <a:gd name="connsiteY3" fmla="*/ 891540 h 892272"/>
                <a:gd name="connsiteX4" fmla="*/ 3512820 w 3512820"/>
                <a:gd name="connsiteY4" fmla="*/ 434340 h 892272"/>
                <a:gd name="connsiteX5" fmla="*/ 3512820 w 3512820"/>
                <a:gd name="connsiteY5" fmla="*/ 434340 h 892272"/>
                <a:gd name="connsiteX0" fmla="*/ 0 w 3512820"/>
                <a:gd name="connsiteY0" fmla="*/ 0 h 591045"/>
                <a:gd name="connsiteX1" fmla="*/ 358140 w 3512820"/>
                <a:gd name="connsiteY1" fmla="*/ 548640 h 591045"/>
                <a:gd name="connsiteX2" fmla="*/ 350520 w 3512820"/>
                <a:gd name="connsiteY2" fmla="*/ 541020 h 591045"/>
                <a:gd name="connsiteX3" fmla="*/ 3512820 w 3512820"/>
                <a:gd name="connsiteY3" fmla="*/ 434340 h 591045"/>
                <a:gd name="connsiteX4" fmla="*/ 3512820 w 3512820"/>
                <a:gd name="connsiteY4" fmla="*/ 434340 h 591045"/>
                <a:gd name="connsiteX0" fmla="*/ 0 w 3512820"/>
                <a:gd name="connsiteY0" fmla="*/ 0 h 566675"/>
                <a:gd name="connsiteX1" fmla="*/ 358140 w 3512820"/>
                <a:gd name="connsiteY1" fmla="*/ 548640 h 566675"/>
                <a:gd name="connsiteX2" fmla="*/ 3512820 w 3512820"/>
                <a:gd name="connsiteY2" fmla="*/ 434340 h 566675"/>
                <a:gd name="connsiteX3" fmla="*/ 3512820 w 3512820"/>
                <a:gd name="connsiteY3" fmla="*/ 434340 h 566675"/>
                <a:gd name="connsiteX0" fmla="*/ 0 w 3512820"/>
                <a:gd name="connsiteY0" fmla="*/ 0 h 434340"/>
                <a:gd name="connsiteX1" fmla="*/ 3512820 w 3512820"/>
                <a:gd name="connsiteY1" fmla="*/ 434340 h 434340"/>
                <a:gd name="connsiteX2" fmla="*/ 3512820 w 3512820"/>
                <a:gd name="connsiteY2" fmla="*/ 434340 h 434340"/>
                <a:gd name="connsiteX0" fmla="*/ 32 w 3512852"/>
                <a:gd name="connsiteY0" fmla="*/ 0 h 592614"/>
                <a:gd name="connsiteX1" fmla="*/ 3512852 w 3512852"/>
                <a:gd name="connsiteY1" fmla="*/ 434340 h 592614"/>
                <a:gd name="connsiteX2" fmla="*/ 3512852 w 3512852"/>
                <a:gd name="connsiteY2" fmla="*/ 434340 h 592614"/>
                <a:gd name="connsiteX0" fmla="*/ 31 w 3512851"/>
                <a:gd name="connsiteY0" fmla="*/ 0 h 826919"/>
                <a:gd name="connsiteX1" fmla="*/ 3512851 w 3512851"/>
                <a:gd name="connsiteY1" fmla="*/ 434340 h 826919"/>
                <a:gd name="connsiteX2" fmla="*/ 3512851 w 3512851"/>
                <a:gd name="connsiteY2" fmla="*/ 434340 h 826919"/>
                <a:gd name="connsiteX0" fmla="*/ 92 w 3512912"/>
                <a:gd name="connsiteY0" fmla="*/ 0 h 781653"/>
                <a:gd name="connsiteX1" fmla="*/ 3512912 w 3512912"/>
                <a:gd name="connsiteY1" fmla="*/ 434340 h 781653"/>
                <a:gd name="connsiteX2" fmla="*/ 3512912 w 3512912"/>
                <a:gd name="connsiteY2" fmla="*/ 434340 h 781653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2" fmla="*/ 3512914 w 3512914"/>
                <a:gd name="connsiteY2" fmla="*/ 434340 h 810486"/>
                <a:gd name="connsiteX0" fmla="*/ 94 w 4146327"/>
                <a:gd name="connsiteY0" fmla="*/ 0 h 810486"/>
                <a:gd name="connsiteX1" fmla="*/ 3512914 w 4146327"/>
                <a:gd name="connsiteY1" fmla="*/ 434340 h 810486"/>
                <a:gd name="connsiteX2" fmla="*/ 4146327 w 4146327"/>
                <a:gd name="connsiteY2" fmla="*/ 193833 h 810486"/>
                <a:gd name="connsiteX0" fmla="*/ 94 w 3786758"/>
                <a:gd name="connsiteY0" fmla="*/ 0 h 810486"/>
                <a:gd name="connsiteX1" fmla="*/ 3512914 w 3786758"/>
                <a:gd name="connsiteY1" fmla="*/ 434340 h 810486"/>
                <a:gd name="connsiteX2" fmla="*/ 3786758 w 3786758"/>
                <a:gd name="connsiteY2" fmla="*/ 303370 h 810486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0" fmla="*/ 86 w 3787887"/>
                <a:gd name="connsiteY0" fmla="*/ 0 h 735493"/>
                <a:gd name="connsiteX1" fmla="*/ 3787888 w 3787887"/>
                <a:gd name="connsiteY1" fmla="*/ 305587 h 735493"/>
                <a:gd name="connsiteX0" fmla="*/ 86 w 3794070"/>
                <a:gd name="connsiteY0" fmla="*/ 0 h 726811"/>
                <a:gd name="connsiteX1" fmla="*/ 3794070 w 3794070"/>
                <a:gd name="connsiteY1" fmla="*/ 289712 h 726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4070" h="726811">
                  <a:moveTo>
                    <a:pt x="86" y="0"/>
                  </a:moveTo>
                  <a:cubicBezTo>
                    <a:pt x="-17694" y="975360"/>
                    <a:pt x="2752670" y="861212"/>
                    <a:pt x="3794070" y="289712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065D18D-1FA1-62A6-1A68-8FBB27933216}"/>
                </a:ext>
              </a:extLst>
            </p:cNvPr>
            <p:cNvSpPr/>
            <p:nvPr/>
          </p:nvSpPr>
          <p:spPr>
            <a:xfrm>
              <a:off x="3104064" y="3517590"/>
              <a:ext cx="4433907" cy="982810"/>
            </a:xfrm>
            <a:custGeom>
              <a:avLst/>
              <a:gdLst>
                <a:gd name="connsiteX0" fmla="*/ 34462 w 3547282"/>
                <a:gd name="connsiteY0" fmla="*/ 0 h 902955"/>
                <a:gd name="connsiteX1" fmla="*/ 34462 w 3547282"/>
                <a:gd name="connsiteY1" fmla="*/ 182880 h 902955"/>
                <a:gd name="connsiteX2" fmla="*/ 392602 w 3547282"/>
                <a:gd name="connsiteY2" fmla="*/ 548640 h 902955"/>
                <a:gd name="connsiteX3" fmla="*/ 1299382 w 3547282"/>
                <a:gd name="connsiteY3" fmla="*/ 746760 h 902955"/>
                <a:gd name="connsiteX4" fmla="*/ 2084242 w 3547282"/>
                <a:gd name="connsiteY4" fmla="*/ 891540 h 902955"/>
                <a:gd name="connsiteX5" fmla="*/ 3547282 w 3547282"/>
                <a:gd name="connsiteY5" fmla="*/ 434340 h 902955"/>
                <a:gd name="connsiteX6" fmla="*/ 3547282 w 3547282"/>
                <a:gd name="connsiteY6" fmla="*/ 434340 h 902955"/>
                <a:gd name="connsiteX0" fmla="*/ 34462 w 3547282"/>
                <a:gd name="connsiteY0" fmla="*/ 0 h 892594"/>
                <a:gd name="connsiteX1" fmla="*/ 34462 w 3547282"/>
                <a:gd name="connsiteY1" fmla="*/ 182880 h 892594"/>
                <a:gd name="connsiteX2" fmla="*/ 392602 w 3547282"/>
                <a:gd name="connsiteY2" fmla="*/ 548640 h 892594"/>
                <a:gd name="connsiteX3" fmla="*/ 2084242 w 3547282"/>
                <a:gd name="connsiteY3" fmla="*/ 891540 h 892594"/>
                <a:gd name="connsiteX4" fmla="*/ 3547282 w 3547282"/>
                <a:gd name="connsiteY4" fmla="*/ 434340 h 892594"/>
                <a:gd name="connsiteX5" fmla="*/ 3547282 w 3547282"/>
                <a:gd name="connsiteY5" fmla="*/ 434340 h 892594"/>
                <a:gd name="connsiteX0" fmla="*/ 0 w 3512820"/>
                <a:gd name="connsiteY0" fmla="*/ 0 h 892594"/>
                <a:gd name="connsiteX1" fmla="*/ 358140 w 3512820"/>
                <a:gd name="connsiteY1" fmla="*/ 548640 h 892594"/>
                <a:gd name="connsiteX2" fmla="*/ 2049780 w 3512820"/>
                <a:gd name="connsiteY2" fmla="*/ 891540 h 892594"/>
                <a:gd name="connsiteX3" fmla="*/ 3512820 w 3512820"/>
                <a:gd name="connsiteY3" fmla="*/ 434340 h 892594"/>
                <a:gd name="connsiteX4" fmla="*/ 3512820 w 3512820"/>
                <a:gd name="connsiteY4" fmla="*/ 434340 h 892594"/>
                <a:gd name="connsiteX0" fmla="*/ 0 w 3512820"/>
                <a:gd name="connsiteY0" fmla="*/ 0 h 892272"/>
                <a:gd name="connsiteX1" fmla="*/ 358140 w 3512820"/>
                <a:gd name="connsiteY1" fmla="*/ 548640 h 892272"/>
                <a:gd name="connsiteX2" fmla="*/ 350520 w 3512820"/>
                <a:gd name="connsiteY2" fmla="*/ 541020 h 892272"/>
                <a:gd name="connsiteX3" fmla="*/ 2049780 w 3512820"/>
                <a:gd name="connsiteY3" fmla="*/ 891540 h 892272"/>
                <a:gd name="connsiteX4" fmla="*/ 3512820 w 3512820"/>
                <a:gd name="connsiteY4" fmla="*/ 434340 h 892272"/>
                <a:gd name="connsiteX5" fmla="*/ 3512820 w 3512820"/>
                <a:gd name="connsiteY5" fmla="*/ 434340 h 892272"/>
                <a:gd name="connsiteX0" fmla="*/ 0 w 3512820"/>
                <a:gd name="connsiteY0" fmla="*/ 0 h 591045"/>
                <a:gd name="connsiteX1" fmla="*/ 358140 w 3512820"/>
                <a:gd name="connsiteY1" fmla="*/ 548640 h 591045"/>
                <a:gd name="connsiteX2" fmla="*/ 350520 w 3512820"/>
                <a:gd name="connsiteY2" fmla="*/ 541020 h 591045"/>
                <a:gd name="connsiteX3" fmla="*/ 3512820 w 3512820"/>
                <a:gd name="connsiteY3" fmla="*/ 434340 h 591045"/>
                <a:gd name="connsiteX4" fmla="*/ 3512820 w 3512820"/>
                <a:gd name="connsiteY4" fmla="*/ 434340 h 591045"/>
                <a:gd name="connsiteX0" fmla="*/ 0 w 3512820"/>
                <a:gd name="connsiteY0" fmla="*/ 0 h 566675"/>
                <a:gd name="connsiteX1" fmla="*/ 358140 w 3512820"/>
                <a:gd name="connsiteY1" fmla="*/ 548640 h 566675"/>
                <a:gd name="connsiteX2" fmla="*/ 3512820 w 3512820"/>
                <a:gd name="connsiteY2" fmla="*/ 434340 h 566675"/>
                <a:gd name="connsiteX3" fmla="*/ 3512820 w 3512820"/>
                <a:gd name="connsiteY3" fmla="*/ 434340 h 566675"/>
                <a:gd name="connsiteX0" fmla="*/ 0 w 3512820"/>
                <a:gd name="connsiteY0" fmla="*/ 0 h 434340"/>
                <a:gd name="connsiteX1" fmla="*/ 3512820 w 3512820"/>
                <a:gd name="connsiteY1" fmla="*/ 434340 h 434340"/>
                <a:gd name="connsiteX2" fmla="*/ 3512820 w 3512820"/>
                <a:gd name="connsiteY2" fmla="*/ 434340 h 434340"/>
                <a:gd name="connsiteX0" fmla="*/ 32 w 3512852"/>
                <a:gd name="connsiteY0" fmla="*/ 0 h 592614"/>
                <a:gd name="connsiteX1" fmla="*/ 3512852 w 3512852"/>
                <a:gd name="connsiteY1" fmla="*/ 434340 h 592614"/>
                <a:gd name="connsiteX2" fmla="*/ 3512852 w 3512852"/>
                <a:gd name="connsiteY2" fmla="*/ 434340 h 592614"/>
                <a:gd name="connsiteX0" fmla="*/ 31 w 3512851"/>
                <a:gd name="connsiteY0" fmla="*/ 0 h 826919"/>
                <a:gd name="connsiteX1" fmla="*/ 3512851 w 3512851"/>
                <a:gd name="connsiteY1" fmla="*/ 434340 h 826919"/>
                <a:gd name="connsiteX2" fmla="*/ 3512851 w 3512851"/>
                <a:gd name="connsiteY2" fmla="*/ 434340 h 826919"/>
                <a:gd name="connsiteX0" fmla="*/ 92 w 3512912"/>
                <a:gd name="connsiteY0" fmla="*/ 0 h 781653"/>
                <a:gd name="connsiteX1" fmla="*/ 3512912 w 3512912"/>
                <a:gd name="connsiteY1" fmla="*/ 434340 h 781653"/>
                <a:gd name="connsiteX2" fmla="*/ 3512912 w 3512912"/>
                <a:gd name="connsiteY2" fmla="*/ 434340 h 781653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2" fmla="*/ 3512914 w 3512914"/>
                <a:gd name="connsiteY2" fmla="*/ 434340 h 810486"/>
                <a:gd name="connsiteX0" fmla="*/ 94 w 3520534"/>
                <a:gd name="connsiteY0" fmla="*/ 0 h 810486"/>
                <a:gd name="connsiteX1" fmla="*/ 3512914 w 3520534"/>
                <a:gd name="connsiteY1" fmla="*/ 434340 h 810486"/>
                <a:gd name="connsiteX2" fmla="*/ 3520534 w 3520534"/>
                <a:gd name="connsiteY2" fmla="*/ 769620 h 810486"/>
                <a:gd name="connsiteX0" fmla="*/ 0 w 3520440"/>
                <a:gd name="connsiteY0" fmla="*/ 0 h 769620"/>
                <a:gd name="connsiteX1" fmla="*/ 3520440 w 3520440"/>
                <a:gd name="connsiteY1" fmla="*/ 769620 h 769620"/>
                <a:gd name="connsiteX0" fmla="*/ 0 w 2766060"/>
                <a:gd name="connsiteY0" fmla="*/ 0 h 937260"/>
                <a:gd name="connsiteX1" fmla="*/ 2766060 w 2766060"/>
                <a:gd name="connsiteY1" fmla="*/ 937260 h 937260"/>
                <a:gd name="connsiteX0" fmla="*/ 0 w 2766060"/>
                <a:gd name="connsiteY0" fmla="*/ 0 h 973615"/>
                <a:gd name="connsiteX1" fmla="*/ 2766060 w 2766060"/>
                <a:gd name="connsiteY1" fmla="*/ 937260 h 973615"/>
                <a:gd name="connsiteX0" fmla="*/ 12455 w 2778515"/>
                <a:gd name="connsiteY0" fmla="*/ 0 h 987650"/>
                <a:gd name="connsiteX1" fmla="*/ 2778515 w 2778515"/>
                <a:gd name="connsiteY1" fmla="*/ 937260 h 987650"/>
                <a:gd name="connsiteX0" fmla="*/ 5714 w 4439621"/>
                <a:gd name="connsiteY0" fmla="*/ 0 h 445779"/>
                <a:gd name="connsiteX1" fmla="*/ 4439621 w 4439621"/>
                <a:gd name="connsiteY1" fmla="*/ 259473 h 445779"/>
                <a:gd name="connsiteX0" fmla="*/ 0 w 4433907"/>
                <a:gd name="connsiteY0" fmla="*/ 0 h 747560"/>
                <a:gd name="connsiteX1" fmla="*/ 4433907 w 4433907"/>
                <a:gd name="connsiteY1" fmla="*/ 259473 h 747560"/>
                <a:gd name="connsiteX0" fmla="*/ 0 w 4433907"/>
                <a:gd name="connsiteY0" fmla="*/ 0 h 982810"/>
                <a:gd name="connsiteX1" fmla="*/ 4433907 w 4433907"/>
                <a:gd name="connsiteY1" fmla="*/ 259473 h 98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33907" h="982810">
                  <a:moveTo>
                    <a:pt x="0" y="0"/>
                  </a:moveTo>
                  <a:cubicBezTo>
                    <a:pt x="218015" y="1370186"/>
                    <a:pt x="3183358" y="1163840"/>
                    <a:pt x="4433907" y="259473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8DE2318-3789-F4E8-6A34-04ECD4606892}"/>
                </a:ext>
              </a:extLst>
            </p:cNvPr>
            <p:cNvSpPr/>
            <p:nvPr/>
          </p:nvSpPr>
          <p:spPr>
            <a:xfrm>
              <a:off x="2873652" y="3496850"/>
              <a:ext cx="4158743" cy="1109656"/>
            </a:xfrm>
            <a:custGeom>
              <a:avLst/>
              <a:gdLst>
                <a:gd name="connsiteX0" fmla="*/ 34462 w 3547282"/>
                <a:gd name="connsiteY0" fmla="*/ 0 h 902955"/>
                <a:gd name="connsiteX1" fmla="*/ 34462 w 3547282"/>
                <a:gd name="connsiteY1" fmla="*/ 182880 h 902955"/>
                <a:gd name="connsiteX2" fmla="*/ 392602 w 3547282"/>
                <a:gd name="connsiteY2" fmla="*/ 548640 h 902955"/>
                <a:gd name="connsiteX3" fmla="*/ 1299382 w 3547282"/>
                <a:gd name="connsiteY3" fmla="*/ 746760 h 902955"/>
                <a:gd name="connsiteX4" fmla="*/ 2084242 w 3547282"/>
                <a:gd name="connsiteY4" fmla="*/ 891540 h 902955"/>
                <a:gd name="connsiteX5" fmla="*/ 3547282 w 3547282"/>
                <a:gd name="connsiteY5" fmla="*/ 434340 h 902955"/>
                <a:gd name="connsiteX6" fmla="*/ 3547282 w 3547282"/>
                <a:gd name="connsiteY6" fmla="*/ 434340 h 902955"/>
                <a:gd name="connsiteX0" fmla="*/ 34462 w 3547282"/>
                <a:gd name="connsiteY0" fmla="*/ 0 h 892594"/>
                <a:gd name="connsiteX1" fmla="*/ 34462 w 3547282"/>
                <a:gd name="connsiteY1" fmla="*/ 182880 h 892594"/>
                <a:gd name="connsiteX2" fmla="*/ 392602 w 3547282"/>
                <a:gd name="connsiteY2" fmla="*/ 548640 h 892594"/>
                <a:gd name="connsiteX3" fmla="*/ 2084242 w 3547282"/>
                <a:gd name="connsiteY3" fmla="*/ 891540 h 892594"/>
                <a:gd name="connsiteX4" fmla="*/ 3547282 w 3547282"/>
                <a:gd name="connsiteY4" fmla="*/ 434340 h 892594"/>
                <a:gd name="connsiteX5" fmla="*/ 3547282 w 3547282"/>
                <a:gd name="connsiteY5" fmla="*/ 434340 h 892594"/>
                <a:gd name="connsiteX0" fmla="*/ 0 w 3512820"/>
                <a:gd name="connsiteY0" fmla="*/ 0 h 892594"/>
                <a:gd name="connsiteX1" fmla="*/ 358140 w 3512820"/>
                <a:gd name="connsiteY1" fmla="*/ 548640 h 892594"/>
                <a:gd name="connsiteX2" fmla="*/ 2049780 w 3512820"/>
                <a:gd name="connsiteY2" fmla="*/ 891540 h 892594"/>
                <a:gd name="connsiteX3" fmla="*/ 3512820 w 3512820"/>
                <a:gd name="connsiteY3" fmla="*/ 434340 h 892594"/>
                <a:gd name="connsiteX4" fmla="*/ 3512820 w 3512820"/>
                <a:gd name="connsiteY4" fmla="*/ 434340 h 892594"/>
                <a:gd name="connsiteX0" fmla="*/ 0 w 3512820"/>
                <a:gd name="connsiteY0" fmla="*/ 0 h 892272"/>
                <a:gd name="connsiteX1" fmla="*/ 358140 w 3512820"/>
                <a:gd name="connsiteY1" fmla="*/ 548640 h 892272"/>
                <a:gd name="connsiteX2" fmla="*/ 350520 w 3512820"/>
                <a:gd name="connsiteY2" fmla="*/ 541020 h 892272"/>
                <a:gd name="connsiteX3" fmla="*/ 2049780 w 3512820"/>
                <a:gd name="connsiteY3" fmla="*/ 891540 h 892272"/>
                <a:gd name="connsiteX4" fmla="*/ 3512820 w 3512820"/>
                <a:gd name="connsiteY4" fmla="*/ 434340 h 892272"/>
                <a:gd name="connsiteX5" fmla="*/ 3512820 w 3512820"/>
                <a:gd name="connsiteY5" fmla="*/ 434340 h 892272"/>
                <a:gd name="connsiteX0" fmla="*/ 0 w 3512820"/>
                <a:gd name="connsiteY0" fmla="*/ 0 h 591045"/>
                <a:gd name="connsiteX1" fmla="*/ 358140 w 3512820"/>
                <a:gd name="connsiteY1" fmla="*/ 548640 h 591045"/>
                <a:gd name="connsiteX2" fmla="*/ 350520 w 3512820"/>
                <a:gd name="connsiteY2" fmla="*/ 541020 h 591045"/>
                <a:gd name="connsiteX3" fmla="*/ 3512820 w 3512820"/>
                <a:gd name="connsiteY3" fmla="*/ 434340 h 591045"/>
                <a:gd name="connsiteX4" fmla="*/ 3512820 w 3512820"/>
                <a:gd name="connsiteY4" fmla="*/ 434340 h 591045"/>
                <a:gd name="connsiteX0" fmla="*/ 0 w 3512820"/>
                <a:gd name="connsiteY0" fmla="*/ 0 h 566675"/>
                <a:gd name="connsiteX1" fmla="*/ 358140 w 3512820"/>
                <a:gd name="connsiteY1" fmla="*/ 548640 h 566675"/>
                <a:gd name="connsiteX2" fmla="*/ 3512820 w 3512820"/>
                <a:gd name="connsiteY2" fmla="*/ 434340 h 566675"/>
                <a:gd name="connsiteX3" fmla="*/ 3512820 w 3512820"/>
                <a:gd name="connsiteY3" fmla="*/ 434340 h 566675"/>
                <a:gd name="connsiteX0" fmla="*/ 0 w 3512820"/>
                <a:gd name="connsiteY0" fmla="*/ 0 h 434340"/>
                <a:gd name="connsiteX1" fmla="*/ 3512820 w 3512820"/>
                <a:gd name="connsiteY1" fmla="*/ 434340 h 434340"/>
                <a:gd name="connsiteX2" fmla="*/ 3512820 w 3512820"/>
                <a:gd name="connsiteY2" fmla="*/ 434340 h 434340"/>
                <a:gd name="connsiteX0" fmla="*/ 32 w 3512852"/>
                <a:gd name="connsiteY0" fmla="*/ 0 h 592614"/>
                <a:gd name="connsiteX1" fmla="*/ 3512852 w 3512852"/>
                <a:gd name="connsiteY1" fmla="*/ 434340 h 592614"/>
                <a:gd name="connsiteX2" fmla="*/ 3512852 w 3512852"/>
                <a:gd name="connsiteY2" fmla="*/ 434340 h 592614"/>
                <a:gd name="connsiteX0" fmla="*/ 31 w 3512851"/>
                <a:gd name="connsiteY0" fmla="*/ 0 h 826919"/>
                <a:gd name="connsiteX1" fmla="*/ 3512851 w 3512851"/>
                <a:gd name="connsiteY1" fmla="*/ 434340 h 826919"/>
                <a:gd name="connsiteX2" fmla="*/ 3512851 w 3512851"/>
                <a:gd name="connsiteY2" fmla="*/ 434340 h 826919"/>
                <a:gd name="connsiteX0" fmla="*/ 92 w 3512912"/>
                <a:gd name="connsiteY0" fmla="*/ 0 h 781653"/>
                <a:gd name="connsiteX1" fmla="*/ 3512912 w 3512912"/>
                <a:gd name="connsiteY1" fmla="*/ 434340 h 781653"/>
                <a:gd name="connsiteX2" fmla="*/ 3512912 w 3512912"/>
                <a:gd name="connsiteY2" fmla="*/ 434340 h 781653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2" fmla="*/ 3512914 w 3512914"/>
                <a:gd name="connsiteY2" fmla="*/ 434340 h 810486"/>
                <a:gd name="connsiteX0" fmla="*/ 94 w 3520534"/>
                <a:gd name="connsiteY0" fmla="*/ 0 h 810486"/>
                <a:gd name="connsiteX1" fmla="*/ 3512914 w 3520534"/>
                <a:gd name="connsiteY1" fmla="*/ 434340 h 810486"/>
                <a:gd name="connsiteX2" fmla="*/ 3520534 w 3520534"/>
                <a:gd name="connsiteY2" fmla="*/ 769620 h 810486"/>
                <a:gd name="connsiteX0" fmla="*/ 0 w 3520440"/>
                <a:gd name="connsiteY0" fmla="*/ 0 h 769620"/>
                <a:gd name="connsiteX1" fmla="*/ 3520440 w 3520440"/>
                <a:gd name="connsiteY1" fmla="*/ 769620 h 769620"/>
                <a:gd name="connsiteX0" fmla="*/ 0 w 2766060"/>
                <a:gd name="connsiteY0" fmla="*/ 0 h 937260"/>
                <a:gd name="connsiteX1" fmla="*/ 2766060 w 2766060"/>
                <a:gd name="connsiteY1" fmla="*/ 937260 h 937260"/>
                <a:gd name="connsiteX0" fmla="*/ 0 w 2766060"/>
                <a:gd name="connsiteY0" fmla="*/ 0 h 973615"/>
                <a:gd name="connsiteX1" fmla="*/ 2766060 w 2766060"/>
                <a:gd name="connsiteY1" fmla="*/ 937260 h 973615"/>
                <a:gd name="connsiteX0" fmla="*/ 12455 w 2778515"/>
                <a:gd name="connsiteY0" fmla="*/ 0 h 987650"/>
                <a:gd name="connsiteX1" fmla="*/ 2778515 w 2778515"/>
                <a:gd name="connsiteY1" fmla="*/ 937260 h 987650"/>
                <a:gd name="connsiteX0" fmla="*/ 11147 w 2944847"/>
                <a:gd name="connsiteY0" fmla="*/ 0 h 1052093"/>
                <a:gd name="connsiteX1" fmla="*/ 2944847 w 2944847"/>
                <a:gd name="connsiteY1" fmla="*/ 1005840 h 1052093"/>
                <a:gd name="connsiteX0" fmla="*/ 0 w 2933700"/>
                <a:gd name="connsiteY0" fmla="*/ 0 h 1068214"/>
                <a:gd name="connsiteX1" fmla="*/ 2933700 w 2933700"/>
                <a:gd name="connsiteY1" fmla="*/ 1005840 h 1068214"/>
                <a:gd name="connsiteX0" fmla="*/ 12180 w 2945880"/>
                <a:gd name="connsiteY0" fmla="*/ 0 h 1061539"/>
                <a:gd name="connsiteX1" fmla="*/ 2945880 w 2945880"/>
                <a:gd name="connsiteY1" fmla="*/ 1005840 h 1061539"/>
                <a:gd name="connsiteX0" fmla="*/ 11785 w 2999460"/>
                <a:gd name="connsiteY0" fmla="*/ 0 h 1064469"/>
                <a:gd name="connsiteX1" fmla="*/ 2999460 w 2999460"/>
                <a:gd name="connsiteY1" fmla="*/ 1009015 h 1064469"/>
                <a:gd name="connsiteX0" fmla="*/ 6902 w 4160083"/>
                <a:gd name="connsiteY0" fmla="*/ 0 h 719393"/>
                <a:gd name="connsiteX1" fmla="*/ 4160082 w 4160083"/>
                <a:gd name="connsiteY1" fmla="*/ 607278 h 719393"/>
                <a:gd name="connsiteX0" fmla="*/ 6810 w 4159990"/>
                <a:gd name="connsiteY0" fmla="*/ 0 h 1045079"/>
                <a:gd name="connsiteX1" fmla="*/ 4159990 w 4159990"/>
                <a:gd name="connsiteY1" fmla="*/ 607278 h 1045079"/>
                <a:gd name="connsiteX0" fmla="*/ 7224 w 4160404"/>
                <a:gd name="connsiteY0" fmla="*/ 0 h 1070211"/>
                <a:gd name="connsiteX1" fmla="*/ 4160404 w 4160404"/>
                <a:gd name="connsiteY1" fmla="*/ 607278 h 1070211"/>
                <a:gd name="connsiteX0" fmla="*/ 5563 w 4158743"/>
                <a:gd name="connsiteY0" fmla="*/ 0 h 1109656"/>
                <a:gd name="connsiteX1" fmla="*/ 4158743 w 4158743"/>
                <a:gd name="connsiteY1" fmla="*/ 607278 h 1109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58743" h="1109656">
                  <a:moveTo>
                    <a:pt x="5563" y="0"/>
                  </a:moveTo>
                  <a:cubicBezTo>
                    <a:pt x="-133887" y="942154"/>
                    <a:pt x="2378666" y="1618067"/>
                    <a:pt x="4158743" y="607278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A31EF3B-6AC9-5E36-3CF0-F96425DCDFA0}"/>
                </a:ext>
              </a:extLst>
            </p:cNvPr>
            <p:cNvSpPr/>
            <p:nvPr/>
          </p:nvSpPr>
          <p:spPr>
            <a:xfrm>
              <a:off x="2670335" y="3490587"/>
              <a:ext cx="3303975" cy="1182542"/>
            </a:xfrm>
            <a:custGeom>
              <a:avLst/>
              <a:gdLst>
                <a:gd name="connsiteX0" fmla="*/ 34462 w 3547282"/>
                <a:gd name="connsiteY0" fmla="*/ 0 h 902955"/>
                <a:gd name="connsiteX1" fmla="*/ 34462 w 3547282"/>
                <a:gd name="connsiteY1" fmla="*/ 182880 h 902955"/>
                <a:gd name="connsiteX2" fmla="*/ 392602 w 3547282"/>
                <a:gd name="connsiteY2" fmla="*/ 548640 h 902955"/>
                <a:gd name="connsiteX3" fmla="*/ 1299382 w 3547282"/>
                <a:gd name="connsiteY3" fmla="*/ 746760 h 902955"/>
                <a:gd name="connsiteX4" fmla="*/ 2084242 w 3547282"/>
                <a:gd name="connsiteY4" fmla="*/ 891540 h 902955"/>
                <a:gd name="connsiteX5" fmla="*/ 3547282 w 3547282"/>
                <a:gd name="connsiteY5" fmla="*/ 434340 h 902955"/>
                <a:gd name="connsiteX6" fmla="*/ 3547282 w 3547282"/>
                <a:gd name="connsiteY6" fmla="*/ 434340 h 902955"/>
                <a:gd name="connsiteX0" fmla="*/ 34462 w 3547282"/>
                <a:gd name="connsiteY0" fmla="*/ 0 h 892594"/>
                <a:gd name="connsiteX1" fmla="*/ 34462 w 3547282"/>
                <a:gd name="connsiteY1" fmla="*/ 182880 h 892594"/>
                <a:gd name="connsiteX2" fmla="*/ 392602 w 3547282"/>
                <a:gd name="connsiteY2" fmla="*/ 548640 h 892594"/>
                <a:gd name="connsiteX3" fmla="*/ 2084242 w 3547282"/>
                <a:gd name="connsiteY3" fmla="*/ 891540 h 892594"/>
                <a:gd name="connsiteX4" fmla="*/ 3547282 w 3547282"/>
                <a:gd name="connsiteY4" fmla="*/ 434340 h 892594"/>
                <a:gd name="connsiteX5" fmla="*/ 3547282 w 3547282"/>
                <a:gd name="connsiteY5" fmla="*/ 434340 h 892594"/>
                <a:gd name="connsiteX0" fmla="*/ 0 w 3512820"/>
                <a:gd name="connsiteY0" fmla="*/ 0 h 892594"/>
                <a:gd name="connsiteX1" fmla="*/ 358140 w 3512820"/>
                <a:gd name="connsiteY1" fmla="*/ 548640 h 892594"/>
                <a:gd name="connsiteX2" fmla="*/ 2049780 w 3512820"/>
                <a:gd name="connsiteY2" fmla="*/ 891540 h 892594"/>
                <a:gd name="connsiteX3" fmla="*/ 3512820 w 3512820"/>
                <a:gd name="connsiteY3" fmla="*/ 434340 h 892594"/>
                <a:gd name="connsiteX4" fmla="*/ 3512820 w 3512820"/>
                <a:gd name="connsiteY4" fmla="*/ 434340 h 892594"/>
                <a:gd name="connsiteX0" fmla="*/ 0 w 3512820"/>
                <a:gd name="connsiteY0" fmla="*/ 0 h 892272"/>
                <a:gd name="connsiteX1" fmla="*/ 358140 w 3512820"/>
                <a:gd name="connsiteY1" fmla="*/ 548640 h 892272"/>
                <a:gd name="connsiteX2" fmla="*/ 350520 w 3512820"/>
                <a:gd name="connsiteY2" fmla="*/ 541020 h 892272"/>
                <a:gd name="connsiteX3" fmla="*/ 2049780 w 3512820"/>
                <a:gd name="connsiteY3" fmla="*/ 891540 h 892272"/>
                <a:gd name="connsiteX4" fmla="*/ 3512820 w 3512820"/>
                <a:gd name="connsiteY4" fmla="*/ 434340 h 892272"/>
                <a:gd name="connsiteX5" fmla="*/ 3512820 w 3512820"/>
                <a:gd name="connsiteY5" fmla="*/ 434340 h 892272"/>
                <a:gd name="connsiteX0" fmla="*/ 0 w 3512820"/>
                <a:gd name="connsiteY0" fmla="*/ 0 h 591045"/>
                <a:gd name="connsiteX1" fmla="*/ 358140 w 3512820"/>
                <a:gd name="connsiteY1" fmla="*/ 548640 h 591045"/>
                <a:gd name="connsiteX2" fmla="*/ 350520 w 3512820"/>
                <a:gd name="connsiteY2" fmla="*/ 541020 h 591045"/>
                <a:gd name="connsiteX3" fmla="*/ 3512820 w 3512820"/>
                <a:gd name="connsiteY3" fmla="*/ 434340 h 591045"/>
                <a:gd name="connsiteX4" fmla="*/ 3512820 w 3512820"/>
                <a:gd name="connsiteY4" fmla="*/ 434340 h 591045"/>
                <a:gd name="connsiteX0" fmla="*/ 0 w 3512820"/>
                <a:gd name="connsiteY0" fmla="*/ 0 h 566675"/>
                <a:gd name="connsiteX1" fmla="*/ 358140 w 3512820"/>
                <a:gd name="connsiteY1" fmla="*/ 548640 h 566675"/>
                <a:gd name="connsiteX2" fmla="*/ 3512820 w 3512820"/>
                <a:gd name="connsiteY2" fmla="*/ 434340 h 566675"/>
                <a:gd name="connsiteX3" fmla="*/ 3512820 w 3512820"/>
                <a:gd name="connsiteY3" fmla="*/ 434340 h 566675"/>
                <a:gd name="connsiteX0" fmla="*/ 0 w 3512820"/>
                <a:gd name="connsiteY0" fmla="*/ 0 h 434340"/>
                <a:gd name="connsiteX1" fmla="*/ 3512820 w 3512820"/>
                <a:gd name="connsiteY1" fmla="*/ 434340 h 434340"/>
                <a:gd name="connsiteX2" fmla="*/ 3512820 w 3512820"/>
                <a:gd name="connsiteY2" fmla="*/ 434340 h 434340"/>
                <a:gd name="connsiteX0" fmla="*/ 32 w 3512852"/>
                <a:gd name="connsiteY0" fmla="*/ 0 h 592614"/>
                <a:gd name="connsiteX1" fmla="*/ 3512852 w 3512852"/>
                <a:gd name="connsiteY1" fmla="*/ 434340 h 592614"/>
                <a:gd name="connsiteX2" fmla="*/ 3512852 w 3512852"/>
                <a:gd name="connsiteY2" fmla="*/ 434340 h 592614"/>
                <a:gd name="connsiteX0" fmla="*/ 31 w 3512851"/>
                <a:gd name="connsiteY0" fmla="*/ 0 h 826919"/>
                <a:gd name="connsiteX1" fmla="*/ 3512851 w 3512851"/>
                <a:gd name="connsiteY1" fmla="*/ 434340 h 826919"/>
                <a:gd name="connsiteX2" fmla="*/ 3512851 w 3512851"/>
                <a:gd name="connsiteY2" fmla="*/ 434340 h 826919"/>
                <a:gd name="connsiteX0" fmla="*/ 92 w 3512912"/>
                <a:gd name="connsiteY0" fmla="*/ 0 h 781653"/>
                <a:gd name="connsiteX1" fmla="*/ 3512912 w 3512912"/>
                <a:gd name="connsiteY1" fmla="*/ 434340 h 781653"/>
                <a:gd name="connsiteX2" fmla="*/ 3512912 w 3512912"/>
                <a:gd name="connsiteY2" fmla="*/ 434340 h 781653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2" fmla="*/ 3512914 w 3512914"/>
                <a:gd name="connsiteY2" fmla="*/ 434340 h 810486"/>
                <a:gd name="connsiteX0" fmla="*/ 94 w 3520534"/>
                <a:gd name="connsiteY0" fmla="*/ 0 h 810486"/>
                <a:gd name="connsiteX1" fmla="*/ 3512914 w 3520534"/>
                <a:gd name="connsiteY1" fmla="*/ 434340 h 810486"/>
                <a:gd name="connsiteX2" fmla="*/ 3520534 w 3520534"/>
                <a:gd name="connsiteY2" fmla="*/ 769620 h 810486"/>
                <a:gd name="connsiteX0" fmla="*/ 0 w 3520440"/>
                <a:gd name="connsiteY0" fmla="*/ 0 h 769620"/>
                <a:gd name="connsiteX1" fmla="*/ 3520440 w 3520440"/>
                <a:gd name="connsiteY1" fmla="*/ 769620 h 769620"/>
                <a:gd name="connsiteX0" fmla="*/ 0 w 2766060"/>
                <a:gd name="connsiteY0" fmla="*/ 0 h 937260"/>
                <a:gd name="connsiteX1" fmla="*/ 2766060 w 2766060"/>
                <a:gd name="connsiteY1" fmla="*/ 937260 h 937260"/>
                <a:gd name="connsiteX0" fmla="*/ 0 w 2766060"/>
                <a:gd name="connsiteY0" fmla="*/ 0 h 973615"/>
                <a:gd name="connsiteX1" fmla="*/ 2766060 w 2766060"/>
                <a:gd name="connsiteY1" fmla="*/ 937260 h 973615"/>
                <a:gd name="connsiteX0" fmla="*/ 12455 w 2778515"/>
                <a:gd name="connsiteY0" fmla="*/ 0 h 987650"/>
                <a:gd name="connsiteX1" fmla="*/ 2778515 w 2778515"/>
                <a:gd name="connsiteY1" fmla="*/ 937260 h 987650"/>
                <a:gd name="connsiteX0" fmla="*/ 11147 w 2944847"/>
                <a:gd name="connsiteY0" fmla="*/ 0 h 1052093"/>
                <a:gd name="connsiteX1" fmla="*/ 2944847 w 2944847"/>
                <a:gd name="connsiteY1" fmla="*/ 1005840 h 1052093"/>
                <a:gd name="connsiteX0" fmla="*/ 0 w 2933700"/>
                <a:gd name="connsiteY0" fmla="*/ 0 h 1068214"/>
                <a:gd name="connsiteX1" fmla="*/ 2933700 w 2933700"/>
                <a:gd name="connsiteY1" fmla="*/ 1005840 h 1068214"/>
                <a:gd name="connsiteX0" fmla="*/ 12180 w 2945880"/>
                <a:gd name="connsiteY0" fmla="*/ 0 h 1061539"/>
                <a:gd name="connsiteX1" fmla="*/ 2945880 w 2945880"/>
                <a:gd name="connsiteY1" fmla="*/ 1005840 h 1061539"/>
                <a:gd name="connsiteX0" fmla="*/ 10444 w 3210844"/>
                <a:gd name="connsiteY0" fmla="*/ 0 h 1054516"/>
                <a:gd name="connsiteX1" fmla="*/ 3210844 w 3210844"/>
                <a:gd name="connsiteY1" fmla="*/ 998220 h 1054516"/>
                <a:gd name="connsiteX0" fmla="*/ 10360 w 3210760"/>
                <a:gd name="connsiteY0" fmla="*/ 0 h 1082488"/>
                <a:gd name="connsiteX1" fmla="*/ 3210760 w 3210760"/>
                <a:gd name="connsiteY1" fmla="*/ 998220 h 1082488"/>
                <a:gd name="connsiteX0" fmla="*/ 10104 w 3258129"/>
                <a:gd name="connsiteY0" fmla="*/ 0 h 1140152"/>
                <a:gd name="connsiteX1" fmla="*/ 3258129 w 3258129"/>
                <a:gd name="connsiteY1" fmla="*/ 1061720 h 1140152"/>
                <a:gd name="connsiteX0" fmla="*/ 9842 w 3309198"/>
                <a:gd name="connsiteY0" fmla="*/ 0 h 1148400"/>
                <a:gd name="connsiteX1" fmla="*/ 3309198 w 3309198"/>
                <a:gd name="connsiteY1" fmla="*/ 1070737 h 1148400"/>
                <a:gd name="connsiteX0" fmla="*/ 10386 w 3309742"/>
                <a:gd name="connsiteY0" fmla="*/ 0 h 1186383"/>
                <a:gd name="connsiteX1" fmla="*/ 3309742 w 3309742"/>
                <a:gd name="connsiteY1" fmla="*/ 1070737 h 1186383"/>
                <a:gd name="connsiteX0" fmla="*/ 10383 w 3309739"/>
                <a:gd name="connsiteY0" fmla="*/ 0 h 1180204"/>
                <a:gd name="connsiteX1" fmla="*/ 3309739 w 3309739"/>
                <a:gd name="connsiteY1" fmla="*/ 1070737 h 1180204"/>
                <a:gd name="connsiteX0" fmla="*/ 2949 w 3302305"/>
                <a:gd name="connsiteY0" fmla="*/ 0 h 1173633"/>
                <a:gd name="connsiteX1" fmla="*/ 3302305 w 3302305"/>
                <a:gd name="connsiteY1" fmla="*/ 1070737 h 1173633"/>
                <a:gd name="connsiteX0" fmla="*/ 2946 w 3303974"/>
                <a:gd name="connsiteY0" fmla="*/ 0 h 1182541"/>
                <a:gd name="connsiteX1" fmla="*/ 3303974 w 3303974"/>
                <a:gd name="connsiteY1" fmla="*/ 1080528 h 11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03974" h="1182541">
                  <a:moveTo>
                    <a:pt x="2946" y="0"/>
                  </a:moveTo>
                  <a:cubicBezTo>
                    <a:pt x="-78984" y="695826"/>
                    <a:pt x="1561119" y="1463135"/>
                    <a:pt x="3303974" y="1080528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F704C37-E950-375B-A445-D6C7030FC5BB}"/>
                </a:ext>
              </a:extLst>
            </p:cNvPr>
            <p:cNvSpPr/>
            <p:nvPr/>
          </p:nvSpPr>
          <p:spPr>
            <a:xfrm>
              <a:off x="3991548" y="3240960"/>
              <a:ext cx="660349" cy="660349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 20">
              <a:extLst>
                <a:ext uri="{FF2B5EF4-FFF2-40B4-BE49-F238E27FC236}">
                  <a16:creationId xmlns:a16="http://schemas.microsoft.com/office/drawing/2014/main" id="{5CDB88ED-50E0-5FA4-C984-F10E52D925B5}"/>
                </a:ext>
              </a:extLst>
            </p:cNvPr>
            <p:cNvSpPr/>
            <p:nvPr/>
          </p:nvSpPr>
          <p:spPr>
            <a:xfrm rot="4225747">
              <a:off x="5107008" y="3765189"/>
              <a:ext cx="1892235" cy="1013735"/>
            </a:xfrm>
            <a:custGeom>
              <a:avLst/>
              <a:gdLst>
                <a:gd name="connsiteX0" fmla="*/ 0 w 890731"/>
                <a:gd name="connsiteY0" fmla="*/ 0 h 303004"/>
                <a:gd name="connsiteX1" fmla="*/ 890731 w 890731"/>
                <a:gd name="connsiteY1" fmla="*/ 0 h 303004"/>
                <a:gd name="connsiteX2" fmla="*/ 890731 w 890731"/>
                <a:gd name="connsiteY2" fmla="*/ 303004 h 303004"/>
                <a:gd name="connsiteX3" fmla="*/ 0 w 890731"/>
                <a:gd name="connsiteY3" fmla="*/ 303004 h 303004"/>
                <a:gd name="connsiteX4" fmla="*/ 0 w 890731"/>
                <a:gd name="connsiteY4" fmla="*/ 0 h 303004"/>
                <a:gd name="connsiteX0" fmla="*/ 0 w 1655078"/>
                <a:gd name="connsiteY0" fmla="*/ 0 h 303004"/>
                <a:gd name="connsiteX1" fmla="*/ 890731 w 1655078"/>
                <a:gd name="connsiteY1" fmla="*/ 0 h 303004"/>
                <a:gd name="connsiteX2" fmla="*/ 1655078 w 1655078"/>
                <a:gd name="connsiteY2" fmla="*/ 184148 h 303004"/>
                <a:gd name="connsiteX3" fmla="*/ 0 w 1655078"/>
                <a:gd name="connsiteY3" fmla="*/ 303004 h 303004"/>
                <a:gd name="connsiteX4" fmla="*/ 0 w 1655078"/>
                <a:gd name="connsiteY4" fmla="*/ 0 h 303004"/>
                <a:gd name="connsiteX0" fmla="*/ 0 w 1655078"/>
                <a:gd name="connsiteY0" fmla="*/ 367531 h 670535"/>
                <a:gd name="connsiteX1" fmla="*/ 1173148 w 1655078"/>
                <a:gd name="connsiteY1" fmla="*/ 0 h 670535"/>
                <a:gd name="connsiteX2" fmla="*/ 1655078 w 1655078"/>
                <a:gd name="connsiteY2" fmla="*/ 551679 h 670535"/>
                <a:gd name="connsiteX3" fmla="*/ 0 w 1655078"/>
                <a:gd name="connsiteY3" fmla="*/ 670535 h 670535"/>
                <a:gd name="connsiteX4" fmla="*/ 0 w 1655078"/>
                <a:gd name="connsiteY4" fmla="*/ 367531 h 670535"/>
                <a:gd name="connsiteX0" fmla="*/ 0 w 1891852"/>
                <a:gd name="connsiteY0" fmla="*/ 367531 h 670535"/>
                <a:gd name="connsiteX1" fmla="*/ 1173148 w 1891852"/>
                <a:gd name="connsiteY1" fmla="*/ 0 h 670535"/>
                <a:gd name="connsiteX2" fmla="*/ 1655078 w 1891852"/>
                <a:gd name="connsiteY2" fmla="*/ 551679 h 670535"/>
                <a:gd name="connsiteX3" fmla="*/ 0 w 1891852"/>
                <a:gd name="connsiteY3" fmla="*/ 670535 h 670535"/>
                <a:gd name="connsiteX4" fmla="*/ 0 w 1891852"/>
                <a:gd name="connsiteY4" fmla="*/ 367531 h 670535"/>
                <a:gd name="connsiteX0" fmla="*/ 0 w 1992269"/>
                <a:gd name="connsiteY0" fmla="*/ 367531 h 670535"/>
                <a:gd name="connsiteX1" fmla="*/ 1173148 w 1992269"/>
                <a:gd name="connsiteY1" fmla="*/ 0 h 670535"/>
                <a:gd name="connsiteX2" fmla="*/ 1655078 w 1992269"/>
                <a:gd name="connsiteY2" fmla="*/ 551679 h 670535"/>
                <a:gd name="connsiteX3" fmla="*/ 0 w 1992269"/>
                <a:gd name="connsiteY3" fmla="*/ 670535 h 670535"/>
                <a:gd name="connsiteX4" fmla="*/ 0 w 1992269"/>
                <a:gd name="connsiteY4" fmla="*/ 367531 h 670535"/>
                <a:gd name="connsiteX0" fmla="*/ 0 w 1992269"/>
                <a:gd name="connsiteY0" fmla="*/ 367531 h 826142"/>
                <a:gd name="connsiteX1" fmla="*/ 1173148 w 1992269"/>
                <a:gd name="connsiteY1" fmla="*/ 0 h 826142"/>
                <a:gd name="connsiteX2" fmla="*/ 1655078 w 1992269"/>
                <a:gd name="connsiteY2" fmla="*/ 551679 h 826142"/>
                <a:gd name="connsiteX3" fmla="*/ 0 w 1992269"/>
                <a:gd name="connsiteY3" fmla="*/ 670535 h 826142"/>
                <a:gd name="connsiteX4" fmla="*/ 0 w 1992269"/>
                <a:gd name="connsiteY4" fmla="*/ 367531 h 826142"/>
                <a:gd name="connsiteX0" fmla="*/ 466182 w 2458451"/>
                <a:gd name="connsiteY0" fmla="*/ 367531 h 921924"/>
                <a:gd name="connsiteX1" fmla="*/ 1639330 w 2458451"/>
                <a:gd name="connsiteY1" fmla="*/ 0 h 921924"/>
                <a:gd name="connsiteX2" fmla="*/ 2121260 w 2458451"/>
                <a:gd name="connsiteY2" fmla="*/ 551679 h 921924"/>
                <a:gd name="connsiteX3" fmla="*/ 0 w 2458451"/>
                <a:gd name="connsiteY3" fmla="*/ 896857 h 921924"/>
                <a:gd name="connsiteX4" fmla="*/ 466182 w 2458451"/>
                <a:gd name="connsiteY4" fmla="*/ 367531 h 921924"/>
                <a:gd name="connsiteX0" fmla="*/ 466182 w 2458451"/>
                <a:gd name="connsiteY0" fmla="*/ 367531 h 995897"/>
                <a:gd name="connsiteX1" fmla="*/ 1639330 w 2458451"/>
                <a:gd name="connsiteY1" fmla="*/ 0 h 995897"/>
                <a:gd name="connsiteX2" fmla="*/ 2121260 w 2458451"/>
                <a:gd name="connsiteY2" fmla="*/ 551679 h 995897"/>
                <a:gd name="connsiteX3" fmla="*/ 0 w 2458451"/>
                <a:gd name="connsiteY3" fmla="*/ 896857 h 995897"/>
                <a:gd name="connsiteX4" fmla="*/ 466182 w 2458451"/>
                <a:gd name="connsiteY4" fmla="*/ 367531 h 995897"/>
                <a:gd name="connsiteX0" fmla="*/ 466182 w 2458451"/>
                <a:gd name="connsiteY0" fmla="*/ 367531 h 976043"/>
                <a:gd name="connsiteX1" fmla="*/ 1639330 w 2458451"/>
                <a:gd name="connsiteY1" fmla="*/ 0 h 976043"/>
                <a:gd name="connsiteX2" fmla="*/ 2121260 w 2458451"/>
                <a:gd name="connsiteY2" fmla="*/ 551679 h 976043"/>
                <a:gd name="connsiteX3" fmla="*/ 469461 w 2458451"/>
                <a:gd name="connsiteY3" fmla="*/ 933636 h 976043"/>
                <a:gd name="connsiteX4" fmla="*/ 0 w 2458451"/>
                <a:gd name="connsiteY4" fmla="*/ 896857 h 976043"/>
                <a:gd name="connsiteX5" fmla="*/ 466182 w 2458451"/>
                <a:gd name="connsiteY5" fmla="*/ 367531 h 976043"/>
                <a:gd name="connsiteX0" fmla="*/ 466182 w 2458451"/>
                <a:gd name="connsiteY0" fmla="*/ 367531 h 1013547"/>
                <a:gd name="connsiteX1" fmla="*/ 1639330 w 2458451"/>
                <a:gd name="connsiteY1" fmla="*/ 0 h 1013547"/>
                <a:gd name="connsiteX2" fmla="*/ 2121260 w 2458451"/>
                <a:gd name="connsiteY2" fmla="*/ 551679 h 1013547"/>
                <a:gd name="connsiteX3" fmla="*/ 469461 w 2458451"/>
                <a:gd name="connsiteY3" fmla="*/ 933636 h 1013547"/>
                <a:gd name="connsiteX4" fmla="*/ 0 w 2458451"/>
                <a:gd name="connsiteY4" fmla="*/ 896857 h 1013547"/>
                <a:gd name="connsiteX5" fmla="*/ 466182 w 2458451"/>
                <a:gd name="connsiteY5" fmla="*/ 367531 h 1013547"/>
                <a:gd name="connsiteX0" fmla="*/ 466182 w 2458451"/>
                <a:gd name="connsiteY0" fmla="*/ 367531 h 1013547"/>
                <a:gd name="connsiteX1" fmla="*/ 1071047 w 2458451"/>
                <a:gd name="connsiteY1" fmla="*/ 226816 h 1013547"/>
                <a:gd name="connsiteX2" fmla="*/ 1639330 w 2458451"/>
                <a:gd name="connsiteY2" fmla="*/ 0 h 1013547"/>
                <a:gd name="connsiteX3" fmla="*/ 2121260 w 2458451"/>
                <a:gd name="connsiteY3" fmla="*/ 551679 h 1013547"/>
                <a:gd name="connsiteX4" fmla="*/ 469461 w 2458451"/>
                <a:gd name="connsiteY4" fmla="*/ 933636 h 1013547"/>
                <a:gd name="connsiteX5" fmla="*/ 0 w 2458451"/>
                <a:gd name="connsiteY5" fmla="*/ 896857 h 1013547"/>
                <a:gd name="connsiteX6" fmla="*/ 466182 w 2458451"/>
                <a:gd name="connsiteY6" fmla="*/ 367531 h 1013547"/>
                <a:gd name="connsiteX0" fmla="*/ 466182 w 2458451"/>
                <a:gd name="connsiteY0" fmla="*/ 367531 h 1013547"/>
                <a:gd name="connsiteX1" fmla="*/ 1071047 w 2458451"/>
                <a:gd name="connsiteY1" fmla="*/ 226816 h 1013547"/>
                <a:gd name="connsiteX2" fmla="*/ 1639330 w 2458451"/>
                <a:gd name="connsiteY2" fmla="*/ 0 h 1013547"/>
                <a:gd name="connsiteX3" fmla="*/ 2121260 w 2458451"/>
                <a:gd name="connsiteY3" fmla="*/ 551679 h 1013547"/>
                <a:gd name="connsiteX4" fmla="*/ 469461 w 2458451"/>
                <a:gd name="connsiteY4" fmla="*/ 933636 h 1013547"/>
                <a:gd name="connsiteX5" fmla="*/ 0 w 2458451"/>
                <a:gd name="connsiteY5" fmla="*/ 896857 h 1013547"/>
                <a:gd name="connsiteX6" fmla="*/ 466182 w 2458451"/>
                <a:gd name="connsiteY6" fmla="*/ 367531 h 1013547"/>
                <a:gd name="connsiteX0" fmla="*/ 466182 w 2458451"/>
                <a:gd name="connsiteY0" fmla="*/ 367719 h 1013735"/>
                <a:gd name="connsiteX1" fmla="*/ 1071047 w 2458451"/>
                <a:gd name="connsiteY1" fmla="*/ 227004 h 1013735"/>
                <a:gd name="connsiteX2" fmla="*/ 1639330 w 2458451"/>
                <a:gd name="connsiteY2" fmla="*/ 188 h 1013735"/>
                <a:gd name="connsiteX3" fmla="*/ 2121260 w 2458451"/>
                <a:gd name="connsiteY3" fmla="*/ 551867 h 1013735"/>
                <a:gd name="connsiteX4" fmla="*/ 469461 w 2458451"/>
                <a:gd name="connsiteY4" fmla="*/ 933824 h 1013735"/>
                <a:gd name="connsiteX5" fmla="*/ 0 w 2458451"/>
                <a:gd name="connsiteY5" fmla="*/ 897045 h 1013735"/>
                <a:gd name="connsiteX6" fmla="*/ 466182 w 2458451"/>
                <a:gd name="connsiteY6" fmla="*/ 367719 h 101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8451" h="1013735">
                  <a:moveTo>
                    <a:pt x="466182" y="367719"/>
                  </a:moveTo>
                  <a:cubicBezTo>
                    <a:pt x="677468" y="301383"/>
                    <a:pt x="859761" y="293340"/>
                    <a:pt x="1071047" y="227004"/>
                  </a:cubicBezTo>
                  <a:cubicBezTo>
                    <a:pt x="1252340" y="75635"/>
                    <a:pt x="1468880" y="-4416"/>
                    <a:pt x="1639330" y="188"/>
                  </a:cubicBezTo>
                  <a:cubicBezTo>
                    <a:pt x="3017025" y="70264"/>
                    <a:pt x="2274749" y="481390"/>
                    <a:pt x="2121260" y="551867"/>
                  </a:cubicBezTo>
                  <a:cubicBezTo>
                    <a:pt x="1927763" y="716511"/>
                    <a:pt x="784600" y="1203830"/>
                    <a:pt x="469461" y="933824"/>
                  </a:cubicBezTo>
                  <a:cubicBezTo>
                    <a:pt x="115918" y="991354"/>
                    <a:pt x="2028" y="1000433"/>
                    <a:pt x="0" y="897045"/>
                  </a:cubicBezTo>
                  <a:lnTo>
                    <a:pt x="466182" y="367719"/>
                  </a:lnTo>
                  <a:close/>
                </a:path>
              </a:pathLst>
            </a:custGeom>
            <a:solidFill>
              <a:srgbClr val="0B0754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30F9733-400D-E12F-53E4-E1DB561DF187}"/>
                </a:ext>
              </a:extLst>
            </p:cNvPr>
            <p:cNvSpPr/>
            <p:nvPr/>
          </p:nvSpPr>
          <p:spPr>
            <a:xfrm rot="110406">
              <a:off x="5144481" y="3373956"/>
              <a:ext cx="1230996" cy="867884"/>
            </a:xfrm>
            <a:prstGeom prst="ellipse">
              <a:avLst/>
            </a:prstGeom>
            <a:solidFill>
              <a:srgbClr val="0B075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8D6334D-44E6-C35A-91ED-8380F74FB83F}"/>
                </a:ext>
              </a:extLst>
            </p:cNvPr>
            <p:cNvSpPr/>
            <p:nvPr/>
          </p:nvSpPr>
          <p:spPr>
            <a:xfrm>
              <a:off x="4002726" y="3397678"/>
              <a:ext cx="379245" cy="379245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1E5BB13-BC2E-8102-C069-379161220DAC}"/>
                </a:ext>
              </a:extLst>
            </p:cNvPr>
            <p:cNvSpPr/>
            <p:nvPr/>
          </p:nvSpPr>
          <p:spPr>
            <a:xfrm>
              <a:off x="4021336" y="3514169"/>
              <a:ext cx="169081" cy="169081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C6B847E-2796-C0A6-3E48-454772A3918B}"/>
                </a:ext>
              </a:extLst>
            </p:cNvPr>
            <p:cNvSpPr/>
            <p:nvPr/>
          </p:nvSpPr>
          <p:spPr>
            <a:xfrm>
              <a:off x="4249803" y="3537455"/>
              <a:ext cx="36103" cy="36103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5B04476-6734-43E5-EE79-6426BBCAAD61}"/>
              </a:ext>
            </a:extLst>
          </p:cNvPr>
          <p:cNvGrpSpPr/>
          <p:nvPr/>
        </p:nvGrpSpPr>
        <p:grpSpPr>
          <a:xfrm rot="17765252" flipH="1">
            <a:off x="2915264" y="1844198"/>
            <a:ext cx="7217676" cy="3651668"/>
            <a:chOff x="2475914" y="1868829"/>
            <a:chExt cx="7599598" cy="3844896"/>
          </a:xfrm>
        </p:grpSpPr>
        <p:sp>
          <p:nvSpPr>
            <p:cNvPr id="31" name="Rectangle 20">
              <a:extLst>
                <a:ext uri="{FF2B5EF4-FFF2-40B4-BE49-F238E27FC236}">
                  <a16:creationId xmlns:a16="http://schemas.microsoft.com/office/drawing/2014/main" id="{9A077D7D-F619-55CB-7CB8-11ECA39AE5D1}"/>
                </a:ext>
              </a:extLst>
            </p:cNvPr>
            <p:cNvSpPr/>
            <p:nvPr/>
          </p:nvSpPr>
          <p:spPr>
            <a:xfrm rot="4143027">
              <a:off x="4197943" y="3977632"/>
              <a:ext cx="2458451" cy="1013735"/>
            </a:xfrm>
            <a:custGeom>
              <a:avLst/>
              <a:gdLst>
                <a:gd name="connsiteX0" fmla="*/ 0 w 890731"/>
                <a:gd name="connsiteY0" fmla="*/ 0 h 303004"/>
                <a:gd name="connsiteX1" fmla="*/ 890731 w 890731"/>
                <a:gd name="connsiteY1" fmla="*/ 0 h 303004"/>
                <a:gd name="connsiteX2" fmla="*/ 890731 w 890731"/>
                <a:gd name="connsiteY2" fmla="*/ 303004 h 303004"/>
                <a:gd name="connsiteX3" fmla="*/ 0 w 890731"/>
                <a:gd name="connsiteY3" fmla="*/ 303004 h 303004"/>
                <a:gd name="connsiteX4" fmla="*/ 0 w 890731"/>
                <a:gd name="connsiteY4" fmla="*/ 0 h 303004"/>
                <a:gd name="connsiteX0" fmla="*/ 0 w 1655078"/>
                <a:gd name="connsiteY0" fmla="*/ 0 h 303004"/>
                <a:gd name="connsiteX1" fmla="*/ 890731 w 1655078"/>
                <a:gd name="connsiteY1" fmla="*/ 0 h 303004"/>
                <a:gd name="connsiteX2" fmla="*/ 1655078 w 1655078"/>
                <a:gd name="connsiteY2" fmla="*/ 184148 h 303004"/>
                <a:gd name="connsiteX3" fmla="*/ 0 w 1655078"/>
                <a:gd name="connsiteY3" fmla="*/ 303004 h 303004"/>
                <a:gd name="connsiteX4" fmla="*/ 0 w 1655078"/>
                <a:gd name="connsiteY4" fmla="*/ 0 h 303004"/>
                <a:gd name="connsiteX0" fmla="*/ 0 w 1655078"/>
                <a:gd name="connsiteY0" fmla="*/ 367531 h 670535"/>
                <a:gd name="connsiteX1" fmla="*/ 1173148 w 1655078"/>
                <a:gd name="connsiteY1" fmla="*/ 0 h 670535"/>
                <a:gd name="connsiteX2" fmla="*/ 1655078 w 1655078"/>
                <a:gd name="connsiteY2" fmla="*/ 551679 h 670535"/>
                <a:gd name="connsiteX3" fmla="*/ 0 w 1655078"/>
                <a:gd name="connsiteY3" fmla="*/ 670535 h 670535"/>
                <a:gd name="connsiteX4" fmla="*/ 0 w 1655078"/>
                <a:gd name="connsiteY4" fmla="*/ 367531 h 670535"/>
                <a:gd name="connsiteX0" fmla="*/ 0 w 1891852"/>
                <a:gd name="connsiteY0" fmla="*/ 367531 h 670535"/>
                <a:gd name="connsiteX1" fmla="*/ 1173148 w 1891852"/>
                <a:gd name="connsiteY1" fmla="*/ 0 h 670535"/>
                <a:gd name="connsiteX2" fmla="*/ 1655078 w 1891852"/>
                <a:gd name="connsiteY2" fmla="*/ 551679 h 670535"/>
                <a:gd name="connsiteX3" fmla="*/ 0 w 1891852"/>
                <a:gd name="connsiteY3" fmla="*/ 670535 h 670535"/>
                <a:gd name="connsiteX4" fmla="*/ 0 w 1891852"/>
                <a:gd name="connsiteY4" fmla="*/ 367531 h 670535"/>
                <a:gd name="connsiteX0" fmla="*/ 0 w 1992269"/>
                <a:gd name="connsiteY0" fmla="*/ 367531 h 670535"/>
                <a:gd name="connsiteX1" fmla="*/ 1173148 w 1992269"/>
                <a:gd name="connsiteY1" fmla="*/ 0 h 670535"/>
                <a:gd name="connsiteX2" fmla="*/ 1655078 w 1992269"/>
                <a:gd name="connsiteY2" fmla="*/ 551679 h 670535"/>
                <a:gd name="connsiteX3" fmla="*/ 0 w 1992269"/>
                <a:gd name="connsiteY3" fmla="*/ 670535 h 670535"/>
                <a:gd name="connsiteX4" fmla="*/ 0 w 1992269"/>
                <a:gd name="connsiteY4" fmla="*/ 367531 h 670535"/>
                <a:gd name="connsiteX0" fmla="*/ 0 w 1992269"/>
                <a:gd name="connsiteY0" fmla="*/ 367531 h 826142"/>
                <a:gd name="connsiteX1" fmla="*/ 1173148 w 1992269"/>
                <a:gd name="connsiteY1" fmla="*/ 0 h 826142"/>
                <a:gd name="connsiteX2" fmla="*/ 1655078 w 1992269"/>
                <a:gd name="connsiteY2" fmla="*/ 551679 h 826142"/>
                <a:gd name="connsiteX3" fmla="*/ 0 w 1992269"/>
                <a:gd name="connsiteY3" fmla="*/ 670535 h 826142"/>
                <a:gd name="connsiteX4" fmla="*/ 0 w 1992269"/>
                <a:gd name="connsiteY4" fmla="*/ 367531 h 826142"/>
                <a:gd name="connsiteX0" fmla="*/ 466182 w 2458451"/>
                <a:gd name="connsiteY0" fmla="*/ 367531 h 921924"/>
                <a:gd name="connsiteX1" fmla="*/ 1639330 w 2458451"/>
                <a:gd name="connsiteY1" fmla="*/ 0 h 921924"/>
                <a:gd name="connsiteX2" fmla="*/ 2121260 w 2458451"/>
                <a:gd name="connsiteY2" fmla="*/ 551679 h 921924"/>
                <a:gd name="connsiteX3" fmla="*/ 0 w 2458451"/>
                <a:gd name="connsiteY3" fmla="*/ 896857 h 921924"/>
                <a:gd name="connsiteX4" fmla="*/ 466182 w 2458451"/>
                <a:gd name="connsiteY4" fmla="*/ 367531 h 921924"/>
                <a:gd name="connsiteX0" fmla="*/ 466182 w 2458451"/>
                <a:gd name="connsiteY0" fmla="*/ 367531 h 995897"/>
                <a:gd name="connsiteX1" fmla="*/ 1639330 w 2458451"/>
                <a:gd name="connsiteY1" fmla="*/ 0 h 995897"/>
                <a:gd name="connsiteX2" fmla="*/ 2121260 w 2458451"/>
                <a:gd name="connsiteY2" fmla="*/ 551679 h 995897"/>
                <a:gd name="connsiteX3" fmla="*/ 0 w 2458451"/>
                <a:gd name="connsiteY3" fmla="*/ 896857 h 995897"/>
                <a:gd name="connsiteX4" fmla="*/ 466182 w 2458451"/>
                <a:gd name="connsiteY4" fmla="*/ 367531 h 995897"/>
                <a:gd name="connsiteX0" fmla="*/ 466182 w 2458451"/>
                <a:gd name="connsiteY0" fmla="*/ 367531 h 976043"/>
                <a:gd name="connsiteX1" fmla="*/ 1639330 w 2458451"/>
                <a:gd name="connsiteY1" fmla="*/ 0 h 976043"/>
                <a:gd name="connsiteX2" fmla="*/ 2121260 w 2458451"/>
                <a:gd name="connsiteY2" fmla="*/ 551679 h 976043"/>
                <a:gd name="connsiteX3" fmla="*/ 469461 w 2458451"/>
                <a:gd name="connsiteY3" fmla="*/ 933636 h 976043"/>
                <a:gd name="connsiteX4" fmla="*/ 0 w 2458451"/>
                <a:gd name="connsiteY4" fmla="*/ 896857 h 976043"/>
                <a:gd name="connsiteX5" fmla="*/ 466182 w 2458451"/>
                <a:gd name="connsiteY5" fmla="*/ 367531 h 976043"/>
                <a:gd name="connsiteX0" fmla="*/ 466182 w 2458451"/>
                <a:gd name="connsiteY0" fmla="*/ 367531 h 1013547"/>
                <a:gd name="connsiteX1" fmla="*/ 1639330 w 2458451"/>
                <a:gd name="connsiteY1" fmla="*/ 0 h 1013547"/>
                <a:gd name="connsiteX2" fmla="*/ 2121260 w 2458451"/>
                <a:gd name="connsiteY2" fmla="*/ 551679 h 1013547"/>
                <a:gd name="connsiteX3" fmla="*/ 469461 w 2458451"/>
                <a:gd name="connsiteY3" fmla="*/ 933636 h 1013547"/>
                <a:gd name="connsiteX4" fmla="*/ 0 w 2458451"/>
                <a:gd name="connsiteY4" fmla="*/ 896857 h 1013547"/>
                <a:gd name="connsiteX5" fmla="*/ 466182 w 2458451"/>
                <a:gd name="connsiteY5" fmla="*/ 367531 h 1013547"/>
                <a:gd name="connsiteX0" fmla="*/ 466182 w 2458451"/>
                <a:gd name="connsiteY0" fmla="*/ 367531 h 1013547"/>
                <a:gd name="connsiteX1" fmla="*/ 1071047 w 2458451"/>
                <a:gd name="connsiteY1" fmla="*/ 226816 h 1013547"/>
                <a:gd name="connsiteX2" fmla="*/ 1639330 w 2458451"/>
                <a:gd name="connsiteY2" fmla="*/ 0 h 1013547"/>
                <a:gd name="connsiteX3" fmla="*/ 2121260 w 2458451"/>
                <a:gd name="connsiteY3" fmla="*/ 551679 h 1013547"/>
                <a:gd name="connsiteX4" fmla="*/ 469461 w 2458451"/>
                <a:gd name="connsiteY4" fmla="*/ 933636 h 1013547"/>
                <a:gd name="connsiteX5" fmla="*/ 0 w 2458451"/>
                <a:gd name="connsiteY5" fmla="*/ 896857 h 1013547"/>
                <a:gd name="connsiteX6" fmla="*/ 466182 w 2458451"/>
                <a:gd name="connsiteY6" fmla="*/ 367531 h 1013547"/>
                <a:gd name="connsiteX0" fmla="*/ 466182 w 2458451"/>
                <a:gd name="connsiteY0" fmla="*/ 367531 h 1013547"/>
                <a:gd name="connsiteX1" fmla="*/ 1071047 w 2458451"/>
                <a:gd name="connsiteY1" fmla="*/ 226816 h 1013547"/>
                <a:gd name="connsiteX2" fmla="*/ 1639330 w 2458451"/>
                <a:gd name="connsiteY2" fmla="*/ 0 h 1013547"/>
                <a:gd name="connsiteX3" fmla="*/ 2121260 w 2458451"/>
                <a:gd name="connsiteY3" fmla="*/ 551679 h 1013547"/>
                <a:gd name="connsiteX4" fmla="*/ 469461 w 2458451"/>
                <a:gd name="connsiteY4" fmla="*/ 933636 h 1013547"/>
                <a:gd name="connsiteX5" fmla="*/ 0 w 2458451"/>
                <a:gd name="connsiteY5" fmla="*/ 896857 h 1013547"/>
                <a:gd name="connsiteX6" fmla="*/ 466182 w 2458451"/>
                <a:gd name="connsiteY6" fmla="*/ 367531 h 1013547"/>
                <a:gd name="connsiteX0" fmla="*/ 466182 w 2458451"/>
                <a:gd name="connsiteY0" fmla="*/ 367719 h 1013735"/>
                <a:gd name="connsiteX1" fmla="*/ 1071047 w 2458451"/>
                <a:gd name="connsiteY1" fmla="*/ 227004 h 1013735"/>
                <a:gd name="connsiteX2" fmla="*/ 1639330 w 2458451"/>
                <a:gd name="connsiteY2" fmla="*/ 188 h 1013735"/>
                <a:gd name="connsiteX3" fmla="*/ 2121260 w 2458451"/>
                <a:gd name="connsiteY3" fmla="*/ 551867 h 1013735"/>
                <a:gd name="connsiteX4" fmla="*/ 469461 w 2458451"/>
                <a:gd name="connsiteY4" fmla="*/ 933824 h 1013735"/>
                <a:gd name="connsiteX5" fmla="*/ 0 w 2458451"/>
                <a:gd name="connsiteY5" fmla="*/ 897045 h 1013735"/>
                <a:gd name="connsiteX6" fmla="*/ 466182 w 2458451"/>
                <a:gd name="connsiteY6" fmla="*/ 367719 h 101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8451" h="1013735">
                  <a:moveTo>
                    <a:pt x="466182" y="367719"/>
                  </a:moveTo>
                  <a:cubicBezTo>
                    <a:pt x="677468" y="301383"/>
                    <a:pt x="859761" y="293340"/>
                    <a:pt x="1071047" y="227004"/>
                  </a:cubicBezTo>
                  <a:cubicBezTo>
                    <a:pt x="1252340" y="75635"/>
                    <a:pt x="1468880" y="-4416"/>
                    <a:pt x="1639330" y="188"/>
                  </a:cubicBezTo>
                  <a:cubicBezTo>
                    <a:pt x="3017025" y="70264"/>
                    <a:pt x="2274749" y="481390"/>
                    <a:pt x="2121260" y="551867"/>
                  </a:cubicBezTo>
                  <a:cubicBezTo>
                    <a:pt x="1927763" y="716511"/>
                    <a:pt x="784600" y="1203830"/>
                    <a:pt x="469461" y="933824"/>
                  </a:cubicBezTo>
                  <a:cubicBezTo>
                    <a:pt x="115918" y="991354"/>
                    <a:pt x="2028" y="1000433"/>
                    <a:pt x="0" y="897045"/>
                  </a:cubicBezTo>
                  <a:lnTo>
                    <a:pt x="466182" y="367719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17">
              <a:extLst>
                <a:ext uri="{FF2B5EF4-FFF2-40B4-BE49-F238E27FC236}">
                  <a16:creationId xmlns:a16="http://schemas.microsoft.com/office/drawing/2014/main" id="{13791C96-CE07-EB13-9947-81CEB822959B}"/>
                </a:ext>
              </a:extLst>
            </p:cNvPr>
            <p:cNvSpPr/>
            <p:nvPr/>
          </p:nvSpPr>
          <p:spPr>
            <a:xfrm>
              <a:off x="2475914" y="1878239"/>
              <a:ext cx="7599598" cy="2825118"/>
            </a:xfrm>
            <a:custGeom>
              <a:avLst/>
              <a:gdLst>
                <a:gd name="connsiteX0" fmla="*/ 0 w 4557333"/>
                <a:gd name="connsiteY0" fmla="*/ 0 h 1268088"/>
                <a:gd name="connsiteX1" fmla="*/ 4557333 w 4557333"/>
                <a:gd name="connsiteY1" fmla="*/ 0 h 1268088"/>
                <a:gd name="connsiteX2" fmla="*/ 4557333 w 4557333"/>
                <a:gd name="connsiteY2" fmla="*/ 1268088 h 1268088"/>
                <a:gd name="connsiteX3" fmla="*/ 0 w 4557333"/>
                <a:gd name="connsiteY3" fmla="*/ 1268088 h 1268088"/>
                <a:gd name="connsiteX4" fmla="*/ 0 w 4557333"/>
                <a:gd name="connsiteY4" fmla="*/ 0 h 1268088"/>
                <a:gd name="connsiteX0" fmla="*/ 609600 w 4557333"/>
                <a:gd name="connsiteY0" fmla="*/ 0 h 1496688"/>
                <a:gd name="connsiteX1" fmla="*/ 4557333 w 4557333"/>
                <a:gd name="connsiteY1" fmla="*/ 228600 h 1496688"/>
                <a:gd name="connsiteX2" fmla="*/ 4557333 w 4557333"/>
                <a:gd name="connsiteY2" fmla="*/ 1496688 h 1496688"/>
                <a:gd name="connsiteX3" fmla="*/ 0 w 4557333"/>
                <a:gd name="connsiteY3" fmla="*/ 1496688 h 1496688"/>
                <a:gd name="connsiteX4" fmla="*/ 609600 w 4557333"/>
                <a:gd name="connsiteY4" fmla="*/ 0 h 1496688"/>
                <a:gd name="connsiteX0" fmla="*/ 304800 w 4252533"/>
                <a:gd name="connsiteY0" fmla="*/ 0 h 1496688"/>
                <a:gd name="connsiteX1" fmla="*/ 4252533 w 4252533"/>
                <a:gd name="connsiteY1" fmla="*/ 228600 h 1496688"/>
                <a:gd name="connsiteX2" fmla="*/ 4252533 w 4252533"/>
                <a:gd name="connsiteY2" fmla="*/ 1496688 h 1496688"/>
                <a:gd name="connsiteX3" fmla="*/ 0 w 4252533"/>
                <a:gd name="connsiteY3" fmla="*/ 1001388 h 1496688"/>
                <a:gd name="connsiteX4" fmla="*/ 304800 w 4252533"/>
                <a:gd name="connsiteY4" fmla="*/ 0 h 1496688"/>
                <a:gd name="connsiteX0" fmla="*/ 317500 w 4265233"/>
                <a:gd name="connsiteY0" fmla="*/ 0 h 1496688"/>
                <a:gd name="connsiteX1" fmla="*/ 4265233 w 4265233"/>
                <a:gd name="connsiteY1" fmla="*/ 228600 h 1496688"/>
                <a:gd name="connsiteX2" fmla="*/ 4265233 w 4265233"/>
                <a:gd name="connsiteY2" fmla="*/ 1496688 h 1496688"/>
                <a:gd name="connsiteX3" fmla="*/ 0 w 4265233"/>
                <a:gd name="connsiteY3" fmla="*/ 1026788 h 1496688"/>
                <a:gd name="connsiteX4" fmla="*/ 317500 w 4265233"/>
                <a:gd name="connsiteY4" fmla="*/ 0 h 1496688"/>
                <a:gd name="connsiteX0" fmla="*/ 877533 w 4825266"/>
                <a:gd name="connsiteY0" fmla="*/ 0 h 1496688"/>
                <a:gd name="connsiteX1" fmla="*/ 4825266 w 4825266"/>
                <a:gd name="connsiteY1" fmla="*/ 228600 h 1496688"/>
                <a:gd name="connsiteX2" fmla="*/ 4825266 w 4825266"/>
                <a:gd name="connsiteY2" fmla="*/ 1496688 h 1496688"/>
                <a:gd name="connsiteX3" fmla="*/ 560033 w 4825266"/>
                <a:gd name="connsiteY3" fmla="*/ 1026788 h 1496688"/>
                <a:gd name="connsiteX4" fmla="*/ 877533 w 4825266"/>
                <a:gd name="connsiteY4" fmla="*/ 0 h 1496688"/>
                <a:gd name="connsiteX0" fmla="*/ 902286 w 4850019"/>
                <a:gd name="connsiteY0" fmla="*/ 0 h 1496688"/>
                <a:gd name="connsiteX1" fmla="*/ 4850019 w 4850019"/>
                <a:gd name="connsiteY1" fmla="*/ 228600 h 1496688"/>
                <a:gd name="connsiteX2" fmla="*/ 4850019 w 4850019"/>
                <a:gd name="connsiteY2" fmla="*/ 1496688 h 1496688"/>
                <a:gd name="connsiteX3" fmla="*/ 584786 w 4850019"/>
                <a:gd name="connsiteY3" fmla="*/ 1026788 h 1496688"/>
                <a:gd name="connsiteX4" fmla="*/ 902286 w 4850019"/>
                <a:gd name="connsiteY4" fmla="*/ 0 h 1496688"/>
                <a:gd name="connsiteX0" fmla="*/ 902286 w 5827919"/>
                <a:gd name="connsiteY0" fmla="*/ 546100 h 2042788"/>
                <a:gd name="connsiteX1" fmla="*/ 5827919 w 5827919"/>
                <a:gd name="connsiteY1" fmla="*/ 0 h 2042788"/>
                <a:gd name="connsiteX2" fmla="*/ 4850019 w 5827919"/>
                <a:gd name="connsiteY2" fmla="*/ 2042788 h 2042788"/>
                <a:gd name="connsiteX3" fmla="*/ 584786 w 5827919"/>
                <a:gd name="connsiteY3" fmla="*/ 1572888 h 2042788"/>
                <a:gd name="connsiteX4" fmla="*/ 902286 w 5827919"/>
                <a:gd name="connsiteY4" fmla="*/ 546100 h 2042788"/>
                <a:gd name="connsiteX0" fmla="*/ 902286 w 5954919"/>
                <a:gd name="connsiteY0" fmla="*/ 546100 h 1572888"/>
                <a:gd name="connsiteX1" fmla="*/ 5827919 w 5954919"/>
                <a:gd name="connsiteY1" fmla="*/ 0 h 1572888"/>
                <a:gd name="connsiteX2" fmla="*/ 5954919 w 5954919"/>
                <a:gd name="connsiteY2" fmla="*/ 252088 h 1572888"/>
                <a:gd name="connsiteX3" fmla="*/ 584786 w 5954919"/>
                <a:gd name="connsiteY3" fmla="*/ 1572888 h 1572888"/>
                <a:gd name="connsiteX4" fmla="*/ 902286 w 5954919"/>
                <a:gd name="connsiteY4" fmla="*/ 546100 h 1572888"/>
                <a:gd name="connsiteX0" fmla="*/ 902286 w 5954919"/>
                <a:gd name="connsiteY0" fmla="*/ 546100 h 1572888"/>
                <a:gd name="connsiteX1" fmla="*/ 5827919 w 5954919"/>
                <a:gd name="connsiteY1" fmla="*/ 0 h 1572888"/>
                <a:gd name="connsiteX2" fmla="*/ 5954919 w 5954919"/>
                <a:gd name="connsiteY2" fmla="*/ 252088 h 1572888"/>
                <a:gd name="connsiteX3" fmla="*/ 584786 w 5954919"/>
                <a:gd name="connsiteY3" fmla="*/ 1572888 h 1572888"/>
                <a:gd name="connsiteX4" fmla="*/ 902286 w 5954919"/>
                <a:gd name="connsiteY4" fmla="*/ 546100 h 1572888"/>
                <a:gd name="connsiteX0" fmla="*/ 902286 w 5954919"/>
                <a:gd name="connsiteY0" fmla="*/ 584200 h 1610988"/>
                <a:gd name="connsiteX1" fmla="*/ 5827919 w 5954919"/>
                <a:gd name="connsiteY1" fmla="*/ 0 h 1610988"/>
                <a:gd name="connsiteX2" fmla="*/ 5954919 w 5954919"/>
                <a:gd name="connsiteY2" fmla="*/ 290188 h 1610988"/>
                <a:gd name="connsiteX3" fmla="*/ 584786 w 5954919"/>
                <a:gd name="connsiteY3" fmla="*/ 1610988 h 1610988"/>
                <a:gd name="connsiteX4" fmla="*/ 902286 w 5954919"/>
                <a:gd name="connsiteY4" fmla="*/ 584200 h 1610988"/>
                <a:gd name="connsiteX0" fmla="*/ 902286 w 5985399"/>
                <a:gd name="connsiteY0" fmla="*/ 584200 h 1610988"/>
                <a:gd name="connsiteX1" fmla="*/ 5827919 w 5985399"/>
                <a:gd name="connsiteY1" fmla="*/ 0 h 1610988"/>
                <a:gd name="connsiteX2" fmla="*/ 5985399 w 5985399"/>
                <a:gd name="connsiteY2" fmla="*/ 282568 h 1610988"/>
                <a:gd name="connsiteX3" fmla="*/ 584786 w 5985399"/>
                <a:gd name="connsiteY3" fmla="*/ 1610988 h 1610988"/>
                <a:gd name="connsiteX4" fmla="*/ 902286 w 5985399"/>
                <a:gd name="connsiteY4" fmla="*/ 584200 h 1610988"/>
                <a:gd name="connsiteX0" fmla="*/ 902286 w 5985399"/>
                <a:gd name="connsiteY0" fmla="*/ 584200 h 1845089"/>
                <a:gd name="connsiteX1" fmla="*/ 5827919 w 5985399"/>
                <a:gd name="connsiteY1" fmla="*/ 0 h 1845089"/>
                <a:gd name="connsiteX2" fmla="*/ 5985399 w 5985399"/>
                <a:gd name="connsiteY2" fmla="*/ 282568 h 1845089"/>
                <a:gd name="connsiteX3" fmla="*/ 584786 w 5985399"/>
                <a:gd name="connsiteY3" fmla="*/ 1610988 h 1845089"/>
                <a:gd name="connsiteX4" fmla="*/ 902286 w 5985399"/>
                <a:gd name="connsiteY4" fmla="*/ 584200 h 1845089"/>
                <a:gd name="connsiteX0" fmla="*/ 902286 w 5985399"/>
                <a:gd name="connsiteY0" fmla="*/ 584200 h 2087156"/>
                <a:gd name="connsiteX1" fmla="*/ 5827919 w 5985399"/>
                <a:gd name="connsiteY1" fmla="*/ 0 h 2087156"/>
                <a:gd name="connsiteX2" fmla="*/ 5985399 w 5985399"/>
                <a:gd name="connsiteY2" fmla="*/ 282568 h 2087156"/>
                <a:gd name="connsiteX3" fmla="*/ 584786 w 5985399"/>
                <a:gd name="connsiteY3" fmla="*/ 1610988 h 2087156"/>
                <a:gd name="connsiteX4" fmla="*/ 902286 w 5985399"/>
                <a:gd name="connsiteY4" fmla="*/ 584200 h 2087156"/>
                <a:gd name="connsiteX0" fmla="*/ 902286 w 6769687"/>
                <a:gd name="connsiteY0" fmla="*/ 1107854 h 2610810"/>
                <a:gd name="connsiteX1" fmla="*/ 5827919 w 6769687"/>
                <a:gd name="connsiteY1" fmla="*/ 523654 h 2610810"/>
                <a:gd name="connsiteX2" fmla="*/ 6769687 w 6769687"/>
                <a:gd name="connsiteY2" fmla="*/ 2952 h 2610810"/>
                <a:gd name="connsiteX3" fmla="*/ 5985399 w 6769687"/>
                <a:gd name="connsiteY3" fmla="*/ 806222 h 2610810"/>
                <a:gd name="connsiteX4" fmla="*/ 584786 w 6769687"/>
                <a:gd name="connsiteY4" fmla="*/ 2134642 h 2610810"/>
                <a:gd name="connsiteX5" fmla="*/ 902286 w 6769687"/>
                <a:gd name="connsiteY5" fmla="*/ 1107854 h 2610810"/>
                <a:gd name="connsiteX0" fmla="*/ 902286 w 7588448"/>
                <a:gd name="connsiteY0" fmla="*/ 1107854 h 2610810"/>
                <a:gd name="connsiteX1" fmla="*/ 5827919 w 7588448"/>
                <a:gd name="connsiteY1" fmla="*/ 523654 h 2610810"/>
                <a:gd name="connsiteX2" fmla="*/ 6769687 w 7588448"/>
                <a:gd name="connsiteY2" fmla="*/ 2952 h 2610810"/>
                <a:gd name="connsiteX3" fmla="*/ 7569787 w 7588448"/>
                <a:gd name="connsiteY3" fmla="*/ 1044352 h 2610810"/>
                <a:gd name="connsiteX4" fmla="*/ 5985399 w 7588448"/>
                <a:gd name="connsiteY4" fmla="*/ 806222 h 2610810"/>
                <a:gd name="connsiteX5" fmla="*/ 584786 w 7588448"/>
                <a:gd name="connsiteY5" fmla="*/ 2134642 h 2610810"/>
                <a:gd name="connsiteX6" fmla="*/ 902286 w 7588448"/>
                <a:gd name="connsiteY6" fmla="*/ 1107854 h 2610810"/>
                <a:gd name="connsiteX0" fmla="*/ 902286 w 7583936"/>
                <a:gd name="connsiteY0" fmla="*/ 1108326 h 2611282"/>
                <a:gd name="connsiteX1" fmla="*/ 5827919 w 7583936"/>
                <a:gd name="connsiteY1" fmla="*/ 524126 h 2611282"/>
                <a:gd name="connsiteX2" fmla="*/ 6769687 w 7583936"/>
                <a:gd name="connsiteY2" fmla="*/ 3424 h 2611282"/>
                <a:gd name="connsiteX3" fmla="*/ 6439486 w 7583936"/>
                <a:gd name="connsiteY3" fmla="*/ 460624 h 2611282"/>
                <a:gd name="connsiteX4" fmla="*/ 7569787 w 7583936"/>
                <a:gd name="connsiteY4" fmla="*/ 1044824 h 2611282"/>
                <a:gd name="connsiteX5" fmla="*/ 5985399 w 7583936"/>
                <a:gd name="connsiteY5" fmla="*/ 806694 h 2611282"/>
                <a:gd name="connsiteX6" fmla="*/ 584786 w 7583936"/>
                <a:gd name="connsiteY6" fmla="*/ 2135114 h 2611282"/>
                <a:gd name="connsiteX7" fmla="*/ 902286 w 7583936"/>
                <a:gd name="connsiteY7" fmla="*/ 1108326 h 2611282"/>
                <a:gd name="connsiteX0" fmla="*/ 902286 w 7583936"/>
                <a:gd name="connsiteY0" fmla="*/ 1109371 h 2612327"/>
                <a:gd name="connsiteX1" fmla="*/ 5827919 w 7583936"/>
                <a:gd name="connsiteY1" fmla="*/ 525171 h 2612327"/>
                <a:gd name="connsiteX2" fmla="*/ 6769687 w 7583936"/>
                <a:gd name="connsiteY2" fmla="*/ 4469 h 2612327"/>
                <a:gd name="connsiteX3" fmla="*/ 6439486 w 7583936"/>
                <a:gd name="connsiteY3" fmla="*/ 461669 h 2612327"/>
                <a:gd name="connsiteX4" fmla="*/ 7569787 w 7583936"/>
                <a:gd name="connsiteY4" fmla="*/ 1045869 h 2612327"/>
                <a:gd name="connsiteX5" fmla="*/ 5985399 w 7583936"/>
                <a:gd name="connsiteY5" fmla="*/ 807739 h 2612327"/>
                <a:gd name="connsiteX6" fmla="*/ 584786 w 7583936"/>
                <a:gd name="connsiteY6" fmla="*/ 2136159 h 2612327"/>
                <a:gd name="connsiteX7" fmla="*/ 902286 w 7583936"/>
                <a:gd name="connsiteY7" fmla="*/ 1109371 h 2612327"/>
                <a:gd name="connsiteX0" fmla="*/ 902286 w 7583936"/>
                <a:gd name="connsiteY0" fmla="*/ 1275148 h 2778104"/>
                <a:gd name="connsiteX1" fmla="*/ 5827919 w 7583936"/>
                <a:gd name="connsiteY1" fmla="*/ 690948 h 2778104"/>
                <a:gd name="connsiteX2" fmla="*/ 6769687 w 7583936"/>
                <a:gd name="connsiteY2" fmla="*/ 170246 h 2778104"/>
                <a:gd name="connsiteX3" fmla="*/ 6439486 w 7583936"/>
                <a:gd name="connsiteY3" fmla="*/ 627446 h 2778104"/>
                <a:gd name="connsiteX4" fmla="*/ 7569787 w 7583936"/>
                <a:gd name="connsiteY4" fmla="*/ 1211646 h 2778104"/>
                <a:gd name="connsiteX5" fmla="*/ 5985399 w 7583936"/>
                <a:gd name="connsiteY5" fmla="*/ 973516 h 2778104"/>
                <a:gd name="connsiteX6" fmla="*/ 584786 w 7583936"/>
                <a:gd name="connsiteY6" fmla="*/ 2301936 h 2778104"/>
                <a:gd name="connsiteX7" fmla="*/ 902286 w 7583936"/>
                <a:gd name="connsiteY7" fmla="*/ 1275148 h 2778104"/>
                <a:gd name="connsiteX0" fmla="*/ 902286 w 7583936"/>
                <a:gd name="connsiteY0" fmla="*/ 1275148 h 2778104"/>
                <a:gd name="connsiteX1" fmla="*/ 5827919 w 7583936"/>
                <a:gd name="connsiteY1" fmla="*/ 690948 h 2778104"/>
                <a:gd name="connsiteX2" fmla="*/ 6769687 w 7583936"/>
                <a:gd name="connsiteY2" fmla="*/ 170246 h 2778104"/>
                <a:gd name="connsiteX3" fmla="*/ 6439486 w 7583936"/>
                <a:gd name="connsiteY3" fmla="*/ 627446 h 2778104"/>
                <a:gd name="connsiteX4" fmla="*/ 7569787 w 7583936"/>
                <a:gd name="connsiteY4" fmla="*/ 1211646 h 2778104"/>
                <a:gd name="connsiteX5" fmla="*/ 5985399 w 7583936"/>
                <a:gd name="connsiteY5" fmla="*/ 973516 h 2778104"/>
                <a:gd name="connsiteX6" fmla="*/ 584786 w 7583936"/>
                <a:gd name="connsiteY6" fmla="*/ 2301936 h 2778104"/>
                <a:gd name="connsiteX7" fmla="*/ 902286 w 7583936"/>
                <a:gd name="connsiteY7" fmla="*/ 1275148 h 2778104"/>
                <a:gd name="connsiteX0" fmla="*/ 902286 w 7583936"/>
                <a:gd name="connsiteY0" fmla="*/ 1482140 h 2985096"/>
                <a:gd name="connsiteX1" fmla="*/ 5827919 w 7583936"/>
                <a:gd name="connsiteY1" fmla="*/ 897940 h 2985096"/>
                <a:gd name="connsiteX2" fmla="*/ 6795087 w 7583936"/>
                <a:gd name="connsiteY2" fmla="*/ 148638 h 2985096"/>
                <a:gd name="connsiteX3" fmla="*/ 6439486 w 7583936"/>
                <a:gd name="connsiteY3" fmla="*/ 834438 h 2985096"/>
                <a:gd name="connsiteX4" fmla="*/ 7569787 w 7583936"/>
                <a:gd name="connsiteY4" fmla="*/ 1418638 h 2985096"/>
                <a:gd name="connsiteX5" fmla="*/ 5985399 w 7583936"/>
                <a:gd name="connsiteY5" fmla="*/ 1180508 h 2985096"/>
                <a:gd name="connsiteX6" fmla="*/ 584786 w 7583936"/>
                <a:gd name="connsiteY6" fmla="*/ 2508928 h 2985096"/>
                <a:gd name="connsiteX7" fmla="*/ 902286 w 7583936"/>
                <a:gd name="connsiteY7" fmla="*/ 1482140 h 2985096"/>
                <a:gd name="connsiteX0" fmla="*/ 902286 w 7599598"/>
                <a:gd name="connsiteY0" fmla="*/ 1482140 h 2985096"/>
                <a:gd name="connsiteX1" fmla="*/ 5827919 w 7599598"/>
                <a:gd name="connsiteY1" fmla="*/ 897940 h 2985096"/>
                <a:gd name="connsiteX2" fmla="*/ 6795087 w 7599598"/>
                <a:gd name="connsiteY2" fmla="*/ 148638 h 2985096"/>
                <a:gd name="connsiteX3" fmla="*/ 6439486 w 7599598"/>
                <a:gd name="connsiteY3" fmla="*/ 834438 h 2985096"/>
                <a:gd name="connsiteX4" fmla="*/ 7569787 w 7599598"/>
                <a:gd name="connsiteY4" fmla="*/ 1418638 h 2985096"/>
                <a:gd name="connsiteX5" fmla="*/ 5985399 w 7599598"/>
                <a:gd name="connsiteY5" fmla="*/ 1180508 h 2985096"/>
                <a:gd name="connsiteX6" fmla="*/ 584786 w 7599598"/>
                <a:gd name="connsiteY6" fmla="*/ 2508928 h 2985096"/>
                <a:gd name="connsiteX7" fmla="*/ 902286 w 7599598"/>
                <a:gd name="connsiteY7" fmla="*/ 1482140 h 2985096"/>
                <a:gd name="connsiteX0" fmla="*/ 902286 w 7599598"/>
                <a:gd name="connsiteY0" fmla="*/ 1482140 h 2985096"/>
                <a:gd name="connsiteX1" fmla="*/ 5827919 w 7599598"/>
                <a:gd name="connsiteY1" fmla="*/ 897940 h 2985096"/>
                <a:gd name="connsiteX2" fmla="*/ 6795087 w 7599598"/>
                <a:gd name="connsiteY2" fmla="*/ 148638 h 2985096"/>
                <a:gd name="connsiteX3" fmla="*/ 6439486 w 7599598"/>
                <a:gd name="connsiteY3" fmla="*/ 834438 h 2985096"/>
                <a:gd name="connsiteX4" fmla="*/ 7569787 w 7599598"/>
                <a:gd name="connsiteY4" fmla="*/ 1418638 h 2985096"/>
                <a:gd name="connsiteX5" fmla="*/ 5985399 w 7599598"/>
                <a:gd name="connsiteY5" fmla="*/ 1180508 h 2985096"/>
                <a:gd name="connsiteX6" fmla="*/ 584786 w 7599598"/>
                <a:gd name="connsiteY6" fmla="*/ 2508928 h 2985096"/>
                <a:gd name="connsiteX7" fmla="*/ 902286 w 7599598"/>
                <a:gd name="connsiteY7" fmla="*/ 1482140 h 2985096"/>
                <a:gd name="connsiteX0" fmla="*/ 902286 w 7599598"/>
                <a:gd name="connsiteY0" fmla="*/ 1470497 h 2973453"/>
                <a:gd name="connsiteX1" fmla="*/ 5827919 w 7599598"/>
                <a:gd name="connsiteY1" fmla="*/ 886297 h 2973453"/>
                <a:gd name="connsiteX2" fmla="*/ 6795087 w 7599598"/>
                <a:gd name="connsiteY2" fmla="*/ 149695 h 2973453"/>
                <a:gd name="connsiteX3" fmla="*/ 6439486 w 7599598"/>
                <a:gd name="connsiteY3" fmla="*/ 822795 h 2973453"/>
                <a:gd name="connsiteX4" fmla="*/ 7569787 w 7599598"/>
                <a:gd name="connsiteY4" fmla="*/ 1406995 h 2973453"/>
                <a:gd name="connsiteX5" fmla="*/ 5985399 w 7599598"/>
                <a:gd name="connsiteY5" fmla="*/ 1168865 h 2973453"/>
                <a:gd name="connsiteX6" fmla="*/ 584786 w 7599598"/>
                <a:gd name="connsiteY6" fmla="*/ 2497285 h 2973453"/>
                <a:gd name="connsiteX7" fmla="*/ 902286 w 7599598"/>
                <a:gd name="connsiteY7" fmla="*/ 1470497 h 2973453"/>
                <a:gd name="connsiteX0" fmla="*/ 902286 w 7599598"/>
                <a:gd name="connsiteY0" fmla="*/ 1330829 h 2833785"/>
                <a:gd name="connsiteX1" fmla="*/ 5827919 w 7599598"/>
                <a:gd name="connsiteY1" fmla="*/ 746629 h 2833785"/>
                <a:gd name="connsiteX2" fmla="*/ 6795087 w 7599598"/>
                <a:gd name="connsiteY2" fmla="*/ 10027 h 2833785"/>
                <a:gd name="connsiteX3" fmla="*/ 6439486 w 7599598"/>
                <a:gd name="connsiteY3" fmla="*/ 683127 h 2833785"/>
                <a:gd name="connsiteX4" fmla="*/ 7569787 w 7599598"/>
                <a:gd name="connsiteY4" fmla="*/ 1267327 h 2833785"/>
                <a:gd name="connsiteX5" fmla="*/ 5985399 w 7599598"/>
                <a:gd name="connsiteY5" fmla="*/ 1029197 h 2833785"/>
                <a:gd name="connsiteX6" fmla="*/ 584786 w 7599598"/>
                <a:gd name="connsiteY6" fmla="*/ 2357617 h 2833785"/>
                <a:gd name="connsiteX7" fmla="*/ 902286 w 7599598"/>
                <a:gd name="connsiteY7" fmla="*/ 1330829 h 2833785"/>
                <a:gd name="connsiteX0" fmla="*/ 902286 w 7599598"/>
                <a:gd name="connsiteY0" fmla="*/ 1330829 h 2833785"/>
                <a:gd name="connsiteX1" fmla="*/ 5827919 w 7599598"/>
                <a:gd name="connsiteY1" fmla="*/ 746629 h 2833785"/>
                <a:gd name="connsiteX2" fmla="*/ 6795087 w 7599598"/>
                <a:gd name="connsiteY2" fmla="*/ 10027 h 2833785"/>
                <a:gd name="connsiteX3" fmla="*/ 6439486 w 7599598"/>
                <a:gd name="connsiteY3" fmla="*/ 683127 h 2833785"/>
                <a:gd name="connsiteX4" fmla="*/ 7569787 w 7599598"/>
                <a:gd name="connsiteY4" fmla="*/ 1267327 h 2833785"/>
                <a:gd name="connsiteX5" fmla="*/ 5985399 w 7599598"/>
                <a:gd name="connsiteY5" fmla="*/ 1029197 h 2833785"/>
                <a:gd name="connsiteX6" fmla="*/ 584786 w 7599598"/>
                <a:gd name="connsiteY6" fmla="*/ 2357617 h 2833785"/>
                <a:gd name="connsiteX7" fmla="*/ 902286 w 7599598"/>
                <a:gd name="connsiteY7" fmla="*/ 1330829 h 2833785"/>
                <a:gd name="connsiteX0" fmla="*/ 902286 w 7599598"/>
                <a:gd name="connsiteY0" fmla="*/ 1330829 h 2833785"/>
                <a:gd name="connsiteX1" fmla="*/ 5827919 w 7599598"/>
                <a:gd name="connsiteY1" fmla="*/ 746629 h 2833785"/>
                <a:gd name="connsiteX2" fmla="*/ 6795087 w 7599598"/>
                <a:gd name="connsiteY2" fmla="*/ 10027 h 2833785"/>
                <a:gd name="connsiteX3" fmla="*/ 6439486 w 7599598"/>
                <a:gd name="connsiteY3" fmla="*/ 683127 h 2833785"/>
                <a:gd name="connsiteX4" fmla="*/ 7569787 w 7599598"/>
                <a:gd name="connsiteY4" fmla="*/ 1267327 h 2833785"/>
                <a:gd name="connsiteX5" fmla="*/ 5985399 w 7599598"/>
                <a:gd name="connsiteY5" fmla="*/ 1029197 h 2833785"/>
                <a:gd name="connsiteX6" fmla="*/ 584786 w 7599598"/>
                <a:gd name="connsiteY6" fmla="*/ 2357617 h 2833785"/>
                <a:gd name="connsiteX7" fmla="*/ 902286 w 7599598"/>
                <a:gd name="connsiteY7" fmla="*/ 1330829 h 2833785"/>
                <a:gd name="connsiteX0" fmla="*/ 902286 w 7599598"/>
                <a:gd name="connsiteY0" fmla="*/ 1330829 h 2833785"/>
                <a:gd name="connsiteX1" fmla="*/ 5827919 w 7599598"/>
                <a:gd name="connsiteY1" fmla="*/ 746629 h 2833785"/>
                <a:gd name="connsiteX2" fmla="*/ 6795087 w 7599598"/>
                <a:gd name="connsiteY2" fmla="*/ 10027 h 2833785"/>
                <a:gd name="connsiteX3" fmla="*/ 6439486 w 7599598"/>
                <a:gd name="connsiteY3" fmla="*/ 683127 h 2833785"/>
                <a:gd name="connsiteX4" fmla="*/ 7569787 w 7599598"/>
                <a:gd name="connsiteY4" fmla="*/ 1267327 h 2833785"/>
                <a:gd name="connsiteX5" fmla="*/ 5985399 w 7599598"/>
                <a:gd name="connsiteY5" fmla="*/ 1029197 h 2833785"/>
                <a:gd name="connsiteX6" fmla="*/ 584786 w 7599598"/>
                <a:gd name="connsiteY6" fmla="*/ 2357617 h 2833785"/>
                <a:gd name="connsiteX7" fmla="*/ 902286 w 7599598"/>
                <a:gd name="connsiteY7" fmla="*/ 1330829 h 2833785"/>
                <a:gd name="connsiteX0" fmla="*/ 902286 w 7599598"/>
                <a:gd name="connsiteY0" fmla="*/ 1338264 h 2841220"/>
                <a:gd name="connsiteX1" fmla="*/ 5827919 w 7599598"/>
                <a:gd name="connsiteY1" fmla="*/ 754064 h 2841220"/>
                <a:gd name="connsiteX2" fmla="*/ 6795087 w 7599598"/>
                <a:gd name="connsiteY2" fmla="*/ 17462 h 2841220"/>
                <a:gd name="connsiteX3" fmla="*/ 6439486 w 7599598"/>
                <a:gd name="connsiteY3" fmla="*/ 690562 h 2841220"/>
                <a:gd name="connsiteX4" fmla="*/ 7569787 w 7599598"/>
                <a:gd name="connsiteY4" fmla="*/ 1274762 h 2841220"/>
                <a:gd name="connsiteX5" fmla="*/ 5985399 w 7599598"/>
                <a:gd name="connsiteY5" fmla="*/ 1036632 h 2841220"/>
                <a:gd name="connsiteX6" fmla="*/ 584786 w 7599598"/>
                <a:gd name="connsiteY6" fmla="*/ 2365052 h 2841220"/>
                <a:gd name="connsiteX7" fmla="*/ 902286 w 7599598"/>
                <a:gd name="connsiteY7" fmla="*/ 1338264 h 2841220"/>
                <a:gd name="connsiteX0" fmla="*/ 902286 w 7599598"/>
                <a:gd name="connsiteY0" fmla="*/ 1338264 h 2841220"/>
                <a:gd name="connsiteX1" fmla="*/ 5827919 w 7599598"/>
                <a:gd name="connsiteY1" fmla="*/ 754064 h 2841220"/>
                <a:gd name="connsiteX2" fmla="*/ 6795087 w 7599598"/>
                <a:gd name="connsiteY2" fmla="*/ 17462 h 2841220"/>
                <a:gd name="connsiteX3" fmla="*/ 6439486 w 7599598"/>
                <a:gd name="connsiteY3" fmla="*/ 690562 h 2841220"/>
                <a:gd name="connsiteX4" fmla="*/ 7569787 w 7599598"/>
                <a:gd name="connsiteY4" fmla="*/ 1274762 h 2841220"/>
                <a:gd name="connsiteX5" fmla="*/ 5985399 w 7599598"/>
                <a:gd name="connsiteY5" fmla="*/ 1036632 h 2841220"/>
                <a:gd name="connsiteX6" fmla="*/ 584786 w 7599598"/>
                <a:gd name="connsiteY6" fmla="*/ 2365052 h 2841220"/>
                <a:gd name="connsiteX7" fmla="*/ 902286 w 7599598"/>
                <a:gd name="connsiteY7" fmla="*/ 1338264 h 2841220"/>
                <a:gd name="connsiteX0" fmla="*/ 902286 w 7599598"/>
                <a:gd name="connsiteY0" fmla="*/ 1321499 h 2824455"/>
                <a:gd name="connsiteX1" fmla="*/ 5827919 w 7599598"/>
                <a:gd name="connsiteY1" fmla="*/ 737299 h 2824455"/>
                <a:gd name="connsiteX2" fmla="*/ 6795087 w 7599598"/>
                <a:gd name="connsiteY2" fmla="*/ 697 h 2824455"/>
                <a:gd name="connsiteX3" fmla="*/ 6439486 w 7599598"/>
                <a:gd name="connsiteY3" fmla="*/ 673797 h 2824455"/>
                <a:gd name="connsiteX4" fmla="*/ 7569787 w 7599598"/>
                <a:gd name="connsiteY4" fmla="*/ 1257997 h 2824455"/>
                <a:gd name="connsiteX5" fmla="*/ 5985399 w 7599598"/>
                <a:gd name="connsiteY5" fmla="*/ 1019867 h 2824455"/>
                <a:gd name="connsiteX6" fmla="*/ 584786 w 7599598"/>
                <a:gd name="connsiteY6" fmla="*/ 2348287 h 2824455"/>
                <a:gd name="connsiteX7" fmla="*/ 902286 w 7599598"/>
                <a:gd name="connsiteY7" fmla="*/ 1321499 h 2824455"/>
                <a:gd name="connsiteX0" fmla="*/ 902286 w 7599598"/>
                <a:gd name="connsiteY0" fmla="*/ 1322162 h 2825118"/>
                <a:gd name="connsiteX1" fmla="*/ 5827919 w 7599598"/>
                <a:gd name="connsiteY1" fmla="*/ 737962 h 2825118"/>
                <a:gd name="connsiteX2" fmla="*/ 6795087 w 7599598"/>
                <a:gd name="connsiteY2" fmla="*/ 1360 h 2825118"/>
                <a:gd name="connsiteX3" fmla="*/ 6439486 w 7599598"/>
                <a:gd name="connsiteY3" fmla="*/ 674460 h 2825118"/>
                <a:gd name="connsiteX4" fmla="*/ 7569787 w 7599598"/>
                <a:gd name="connsiteY4" fmla="*/ 1258660 h 2825118"/>
                <a:gd name="connsiteX5" fmla="*/ 5985399 w 7599598"/>
                <a:gd name="connsiteY5" fmla="*/ 1020530 h 2825118"/>
                <a:gd name="connsiteX6" fmla="*/ 584786 w 7599598"/>
                <a:gd name="connsiteY6" fmla="*/ 2348950 h 2825118"/>
                <a:gd name="connsiteX7" fmla="*/ 902286 w 7599598"/>
                <a:gd name="connsiteY7" fmla="*/ 1322162 h 2825118"/>
                <a:gd name="connsiteX0" fmla="*/ 902286 w 7599598"/>
                <a:gd name="connsiteY0" fmla="*/ 1322162 h 2825118"/>
                <a:gd name="connsiteX1" fmla="*/ 5827919 w 7599598"/>
                <a:gd name="connsiteY1" fmla="*/ 737962 h 2825118"/>
                <a:gd name="connsiteX2" fmla="*/ 6795087 w 7599598"/>
                <a:gd name="connsiteY2" fmla="*/ 1360 h 2825118"/>
                <a:gd name="connsiteX3" fmla="*/ 6439486 w 7599598"/>
                <a:gd name="connsiteY3" fmla="*/ 674460 h 2825118"/>
                <a:gd name="connsiteX4" fmla="*/ 7569787 w 7599598"/>
                <a:gd name="connsiteY4" fmla="*/ 1258660 h 2825118"/>
                <a:gd name="connsiteX5" fmla="*/ 5985399 w 7599598"/>
                <a:gd name="connsiteY5" fmla="*/ 1020530 h 2825118"/>
                <a:gd name="connsiteX6" fmla="*/ 584786 w 7599598"/>
                <a:gd name="connsiteY6" fmla="*/ 2348950 h 2825118"/>
                <a:gd name="connsiteX7" fmla="*/ 902286 w 7599598"/>
                <a:gd name="connsiteY7" fmla="*/ 1322162 h 282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99598" h="2825118">
                  <a:moveTo>
                    <a:pt x="902286" y="1322162"/>
                  </a:moveTo>
                  <a:cubicBezTo>
                    <a:pt x="2544164" y="1140129"/>
                    <a:pt x="2372481" y="1918215"/>
                    <a:pt x="5827919" y="737962"/>
                  </a:cubicBezTo>
                  <a:cubicBezTo>
                    <a:pt x="5705808" y="160111"/>
                    <a:pt x="6802898" y="-17689"/>
                    <a:pt x="6795087" y="1360"/>
                  </a:cubicBezTo>
                  <a:cubicBezTo>
                    <a:pt x="6822931" y="43693"/>
                    <a:pt x="7017336" y="500893"/>
                    <a:pt x="6439486" y="674460"/>
                  </a:cubicBezTo>
                  <a:cubicBezTo>
                    <a:pt x="7271336" y="467027"/>
                    <a:pt x="7723785" y="1171348"/>
                    <a:pt x="7569787" y="1258660"/>
                  </a:cubicBezTo>
                  <a:cubicBezTo>
                    <a:pt x="7041658" y="1179283"/>
                    <a:pt x="6391608" y="1358987"/>
                    <a:pt x="5985399" y="1020530"/>
                  </a:cubicBezTo>
                  <a:cubicBezTo>
                    <a:pt x="3537495" y="3825537"/>
                    <a:pt x="1013390" y="2584323"/>
                    <a:pt x="584786" y="2348950"/>
                  </a:cubicBezTo>
                  <a:cubicBezTo>
                    <a:pt x="-795281" y="1397087"/>
                    <a:pt x="669453" y="1397725"/>
                    <a:pt x="902286" y="1322162"/>
                  </a:cubicBezTo>
                  <a:close/>
                </a:path>
              </a:pathLst>
            </a:custGeom>
            <a:solidFill>
              <a:srgbClr val="0B075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18">
              <a:extLst>
                <a:ext uri="{FF2B5EF4-FFF2-40B4-BE49-F238E27FC236}">
                  <a16:creationId xmlns:a16="http://schemas.microsoft.com/office/drawing/2014/main" id="{664697F9-DBFC-7865-2D9F-53AB57A78786}"/>
                </a:ext>
              </a:extLst>
            </p:cNvPr>
            <p:cNvSpPr/>
            <p:nvPr/>
          </p:nvSpPr>
          <p:spPr>
            <a:xfrm>
              <a:off x="2480171" y="3490515"/>
              <a:ext cx="5095694" cy="1239447"/>
            </a:xfrm>
            <a:custGeom>
              <a:avLst/>
              <a:gdLst>
                <a:gd name="connsiteX0" fmla="*/ 0 w 933607"/>
                <a:gd name="connsiteY0" fmla="*/ 0 h 482674"/>
                <a:gd name="connsiteX1" fmla="*/ 933607 w 933607"/>
                <a:gd name="connsiteY1" fmla="*/ 0 h 482674"/>
                <a:gd name="connsiteX2" fmla="*/ 933607 w 933607"/>
                <a:gd name="connsiteY2" fmla="*/ 482674 h 482674"/>
                <a:gd name="connsiteX3" fmla="*/ 0 w 933607"/>
                <a:gd name="connsiteY3" fmla="*/ 482674 h 482674"/>
                <a:gd name="connsiteX4" fmla="*/ 0 w 933607"/>
                <a:gd name="connsiteY4" fmla="*/ 0 h 482674"/>
                <a:gd name="connsiteX0" fmla="*/ 617220 w 933607"/>
                <a:gd name="connsiteY0" fmla="*/ 0 h 566494"/>
                <a:gd name="connsiteX1" fmla="*/ 933607 w 933607"/>
                <a:gd name="connsiteY1" fmla="*/ 83820 h 566494"/>
                <a:gd name="connsiteX2" fmla="*/ 933607 w 933607"/>
                <a:gd name="connsiteY2" fmla="*/ 566494 h 566494"/>
                <a:gd name="connsiteX3" fmla="*/ 0 w 933607"/>
                <a:gd name="connsiteY3" fmla="*/ 566494 h 566494"/>
                <a:gd name="connsiteX4" fmla="*/ 617220 w 933607"/>
                <a:gd name="connsiteY4" fmla="*/ 0 h 566494"/>
                <a:gd name="connsiteX0" fmla="*/ 441960 w 758347"/>
                <a:gd name="connsiteY0" fmla="*/ 0 h 566494"/>
                <a:gd name="connsiteX1" fmla="*/ 758347 w 758347"/>
                <a:gd name="connsiteY1" fmla="*/ 83820 h 566494"/>
                <a:gd name="connsiteX2" fmla="*/ 758347 w 758347"/>
                <a:gd name="connsiteY2" fmla="*/ 566494 h 566494"/>
                <a:gd name="connsiteX3" fmla="*/ 0 w 758347"/>
                <a:gd name="connsiteY3" fmla="*/ 566494 h 566494"/>
                <a:gd name="connsiteX4" fmla="*/ 441960 w 758347"/>
                <a:gd name="connsiteY4" fmla="*/ 0 h 566494"/>
                <a:gd name="connsiteX0" fmla="*/ 855769 w 1172156"/>
                <a:gd name="connsiteY0" fmla="*/ 0 h 566494"/>
                <a:gd name="connsiteX1" fmla="*/ 1172156 w 1172156"/>
                <a:gd name="connsiteY1" fmla="*/ 83820 h 566494"/>
                <a:gd name="connsiteX2" fmla="*/ 1172156 w 1172156"/>
                <a:gd name="connsiteY2" fmla="*/ 566494 h 566494"/>
                <a:gd name="connsiteX3" fmla="*/ 413809 w 1172156"/>
                <a:gd name="connsiteY3" fmla="*/ 566494 h 566494"/>
                <a:gd name="connsiteX4" fmla="*/ 855769 w 1172156"/>
                <a:gd name="connsiteY4" fmla="*/ 0 h 566494"/>
                <a:gd name="connsiteX0" fmla="*/ 906105 w 1222492"/>
                <a:gd name="connsiteY0" fmla="*/ 81109 h 647603"/>
                <a:gd name="connsiteX1" fmla="*/ 1222492 w 1222492"/>
                <a:gd name="connsiteY1" fmla="*/ 164929 h 647603"/>
                <a:gd name="connsiteX2" fmla="*/ 1222492 w 1222492"/>
                <a:gd name="connsiteY2" fmla="*/ 647603 h 647603"/>
                <a:gd name="connsiteX3" fmla="*/ 464145 w 1222492"/>
                <a:gd name="connsiteY3" fmla="*/ 647603 h 647603"/>
                <a:gd name="connsiteX4" fmla="*/ 906105 w 1222492"/>
                <a:gd name="connsiteY4" fmla="*/ 81109 h 647603"/>
                <a:gd name="connsiteX0" fmla="*/ 906105 w 5085832"/>
                <a:gd name="connsiteY0" fmla="*/ 81109 h 647603"/>
                <a:gd name="connsiteX1" fmla="*/ 5085832 w 5085832"/>
                <a:gd name="connsiteY1" fmla="*/ 279229 h 647603"/>
                <a:gd name="connsiteX2" fmla="*/ 1222492 w 5085832"/>
                <a:gd name="connsiteY2" fmla="*/ 647603 h 647603"/>
                <a:gd name="connsiteX3" fmla="*/ 464145 w 5085832"/>
                <a:gd name="connsiteY3" fmla="*/ 647603 h 647603"/>
                <a:gd name="connsiteX4" fmla="*/ 906105 w 5085832"/>
                <a:gd name="connsiteY4" fmla="*/ 81109 h 647603"/>
                <a:gd name="connsiteX0" fmla="*/ 906105 w 5085832"/>
                <a:gd name="connsiteY0" fmla="*/ 81109 h 921923"/>
                <a:gd name="connsiteX1" fmla="*/ 5085832 w 5085832"/>
                <a:gd name="connsiteY1" fmla="*/ 279229 h 921923"/>
                <a:gd name="connsiteX2" fmla="*/ 3036052 w 5085832"/>
                <a:gd name="connsiteY2" fmla="*/ 921923 h 921923"/>
                <a:gd name="connsiteX3" fmla="*/ 464145 w 5085832"/>
                <a:gd name="connsiteY3" fmla="*/ 647603 h 921923"/>
                <a:gd name="connsiteX4" fmla="*/ 906105 w 5085832"/>
                <a:gd name="connsiteY4" fmla="*/ 81109 h 921923"/>
                <a:gd name="connsiteX0" fmla="*/ 906105 w 5085832"/>
                <a:gd name="connsiteY0" fmla="*/ 81109 h 647603"/>
                <a:gd name="connsiteX1" fmla="*/ 5085832 w 5085832"/>
                <a:gd name="connsiteY1" fmla="*/ 279229 h 647603"/>
                <a:gd name="connsiteX2" fmla="*/ 464145 w 5085832"/>
                <a:gd name="connsiteY2" fmla="*/ 647603 h 647603"/>
                <a:gd name="connsiteX3" fmla="*/ 906105 w 5085832"/>
                <a:gd name="connsiteY3" fmla="*/ 81109 h 647603"/>
                <a:gd name="connsiteX0" fmla="*/ 906105 w 5085832"/>
                <a:gd name="connsiteY0" fmla="*/ 81109 h 647603"/>
                <a:gd name="connsiteX1" fmla="*/ 5085832 w 5085832"/>
                <a:gd name="connsiteY1" fmla="*/ 279229 h 647603"/>
                <a:gd name="connsiteX2" fmla="*/ 464145 w 5085832"/>
                <a:gd name="connsiteY2" fmla="*/ 647603 h 647603"/>
                <a:gd name="connsiteX3" fmla="*/ 906105 w 5085832"/>
                <a:gd name="connsiteY3" fmla="*/ 81109 h 647603"/>
                <a:gd name="connsiteX0" fmla="*/ 906105 w 5085832"/>
                <a:gd name="connsiteY0" fmla="*/ 81109 h 1132288"/>
                <a:gd name="connsiteX1" fmla="*/ 5085832 w 5085832"/>
                <a:gd name="connsiteY1" fmla="*/ 279229 h 1132288"/>
                <a:gd name="connsiteX2" fmla="*/ 464145 w 5085832"/>
                <a:gd name="connsiteY2" fmla="*/ 647603 h 1132288"/>
                <a:gd name="connsiteX3" fmla="*/ 906105 w 5085832"/>
                <a:gd name="connsiteY3" fmla="*/ 81109 h 113228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18349 w 5098076"/>
                <a:gd name="connsiteY0" fmla="*/ 75644 h 1232996"/>
                <a:gd name="connsiteX1" fmla="*/ 5098076 w 5098076"/>
                <a:gd name="connsiteY1" fmla="*/ 273764 h 1232996"/>
                <a:gd name="connsiteX2" fmla="*/ 460514 w 5098076"/>
                <a:gd name="connsiteY2" fmla="*/ 661188 h 1232996"/>
                <a:gd name="connsiteX3" fmla="*/ 918349 w 5098076"/>
                <a:gd name="connsiteY3" fmla="*/ 75644 h 1232996"/>
                <a:gd name="connsiteX0" fmla="*/ 918349 w 5098076"/>
                <a:gd name="connsiteY0" fmla="*/ 75644 h 1230449"/>
                <a:gd name="connsiteX1" fmla="*/ 5098076 w 5098076"/>
                <a:gd name="connsiteY1" fmla="*/ 264239 h 1230449"/>
                <a:gd name="connsiteX2" fmla="*/ 460514 w 5098076"/>
                <a:gd name="connsiteY2" fmla="*/ 661188 h 1230449"/>
                <a:gd name="connsiteX3" fmla="*/ 918349 w 5098076"/>
                <a:gd name="connsiteY3" fmla="*/ 75644 h 1230449"/>
                <a:gd name="connsiteX0" fmla="*/ 918349 w 5098076"/>
                <a:gd name="connsiteY0" fmla="*/ 75644 h 1227922"/>
                <a:gd name="connsiteX1" fmla="*/ 5098076 w 5098076"/>
                <a:gd name="connsiteY1" fmla="*/ 254714 h 1227922"/>
                <a:gd name="connsiteX2" fmla="*/ 460514 w 5098076"/>
                <a:gd name="connsiteY2" fmla="*/ 661188 h 1227922"/>
                <a:gd name="connsiteX3" fmla="*/ 918349 w 5098076"/>
                <a:gd name="connsiteY3" fmla="*/ 75644 h 1227922"/>
                <a:gd name="connsiteX0" fmla="*/ 918349 w 5095694"/>
                <a:gd name="connsiteY0" fmla="*/ 75644 h 1224791"/>
                <a:gd name="connsiteX1" fmla="*/ 5095694 w 5095694"/>
                <a:gd name="connsiteY1" fmla="*/ 242807 h 1224791"/>
                <a:gd name="connsiteX2" fmla="*/ 460514 w 5095694"/>
                <a:gd name="connsiteY2" fmla="*/ 661188 h 1224791"/>
                <a:gd name="connsiteX3" fmla="*/ 918349 w 5095694"/>
                <a:gd name="connsiteY3" fmla="*/ 75644 h 1224791"/>
                <a:gd name="connsiteX0" fmla="*/ 918349 w 5095694"/>
                <a:gd name="connsiteY0" fmla="*/ 75644 h 1239447"/>
                <a:gd name="connsiteX1" fmla="*/ 5095694 w 5095694"/>
                <a:gd name="connsiteY1" fmla="*/ 242807 h 1239447"/>
                <a:gd name="connsiteX2" fmla="*/ 460514 w 5095694"/>
                <a:gd name="connsiteY2" fmla="*/ 661188 h 1239447"/>
                <a:gd name="connsiteX3" fmla="*/ 918349 w 5095694"/>
                <a:gd name="connsiteY3" fmla="*/ 75644 h 1239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95694" h="1239447">
                  <a:moveTo>
                    <a:pt x="918349" y="75644"/>
                  </a:moveTo>
                  <a:cubicBezTo>
                    <a:pt x="1244791" y="179784"/>
                    <a:pt x="2132732" y="1388347"/>
                    <a:pt x="5095694" y="242807"/>
                  </a:cubicBezTo>
                  <a:cubicBezTo>
                    <a:pt x="4297129" y="879471"/>
                    <a:pt x="2481136" y="1887137"/>
                    <a:pt x="460514" y="661188"/>
                  </a:cubicBezTo>
                  <a:cubicBezTo>
                    <a:pt x="-626606" y="-144863"/>
                    <a:pt x="496709" y="-32705"/>
                    <a:pt x="918349" y="75644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58C84B3-A3D9-2B9E-9494-01331C739F81}"/>
                </a:ext>
              </a:extLst>
            </p:cNvPr>
            <p:cNvSpPr/>
            <p:nvPr/>
          </p:nvSpPr>
          <p:spPr>
            <a:xfrm>
              <a:off x="3431453" y="3575246"/>
              <a:ext cx="3794070" cy="726811"/>
            </a:xfrm>
            <a:custGeom>
              <a:avLst/>
              <a:gdLst>
                <a:gd name="connsiteX0" fmla="*/ 34462 w 3547282"/>
                <a:gd name="connsiteY0" fmla="*/ 0 h 902955"/>
                <a:gd name="connsiteX1" fmla="*/ 34462 w 3547282"/>
                <a:gd name="connsiteY1" fmla="*/ 182880 h 902955"/>
                <a:gd name="connsiteX2" fmla="*/ 392602 w 3547282"/>
                <a:gd name="connsiteY2" fmla="*/ 548640 h 902955"/>
                <a:gd name="connsiteX3" fmla="*/ 1299382 w 3547282"/>
                <a:gd name="connsiteY3" fmla="*/ 746760 h 902955"/>
                <a:gd name="connsiteX4" fmla="*/ 2084242 w 3547282"/>
                <a:gd name="connsiteY4" fmla="*/ 891540 h 902955"/>
                <a:gd name="connsiteX5" fmla="*/ 3547282 w 3547282"/>
                <a:gd name="connsiteY5" fmla="*/ 434340 h 902955"/>
                <a:gd name="connsiteX6" fmla="*/ 3547282 w 3547282"/>
                <a:gd name="connsiteY6" fmla="*/ 434340 h 902955"/>
                <a:gd name="connsiteX0" fmla="*/ 34462 w 3547282"/>
                <a:gd name="connsiteY0" fmla="*/ 0 h 892594"/>
                <a:gd name="connsiteX1" fmla="*/ 34462 w 3547282"/>
                <a:gd name="connsiteY1" fmla="*/ 182880 h 892594"/>
                <a:gd name="connsiteX2" fmla="*/ 392602 w 3547282"/>
                <a:gd name="connsiteY2" fmla="*/ 548640 h 892594"/>
                <a:gd name="connsiteX3" fmla="*/ 2084242 w 3547282"/>
                <a:gd name="connsiteY3" fmla="*/ 891540 h 892594"/>
                <a:gd name="connsiteX4" fmla="*/ 3547282 w 3547282"/>
                <a:gd name="connsiteY4" fmla="*/ 434340 h 892594"/>
                <a:gd name="connsiteX5" fmla="*/ 3547282 w 3547282"/>
                <a:gd name="connsiteY5" fmla="*/ 434340 h 892594"/>
                <a:gd name="connsiteX0" fmla="*/ 0 w 3512820"/>
                <a:gd name="connsiteY0" fmla="*/ 0 h 892594"/>
                <a:gd name="connsiteX1" fmla="*/ 358140 w 3512820"/>
                <a:gd name="connsiteY1" fmla="*/ 548640 h 892594"/>
                <a:gd name="connsiteX2" fmla="*/ 2049780 w 3512820"/>
                <a:gd name="connsiteY2" fmla="*/ 891540 h 892594"/>
                <a:gd name="connsiteX3" fmla="*/ 3512820 w 3512820"/>
                <a:gd name="connsiteY3" fmla="*/ 434340 h 892594"/>
                <a:gd name="connsiteX4" fmla="*/ 3512820 w 3512820"/>
                <a:gd name="connsiteY4" fmla="*/ 434340 h 892594"/>
                <a:gd name="connsiteX0" fmla="*/ 0 w 3512820"/>
                <a:gd name="connsiteY0" fmla="*/ 0 h 892272"/>
                <a:gd name="connsiteX1" fmla="*/ 358140 w 3512820"/>
                <a:gd name="connsiteY1" fmla="*/ 548640 h 892272"/>
                <a:gd name="connsiteX2" fmla="*/ 350520 w 3512820"/>
                <a:gd name="connsiteY2" fmla="*/ 541020 h 892272"/>
                <a:gd name="connsiteX3" fmla="*/ 2049780 w 3512820"/>
                <a:gd name="connsiteY3" fmla="*/ 891540 h 892272"/>
                <a:gd name="connsiteX4" fmla="*/ 3512820 w 3512820"/>
                <a:gd name="connsiteY4" fmla="*/ 434340 h 892272"/>
                <a:gd name="connsiteX5" fmla="*/ 3512820 w 3512820"/>
                <a:gd name="connsiteY5" fmla="*/ 434340 h 892272"/>
                <a:gd name="connsiteX0" fmla="*/ 0 w 3512820"/>
                <a:gd name="connsiteY0" fmla="*/ 0 h 591045"/>
                <a:gd name="connsiteX1" fmla="*/ 358140 w 3512820"/>
                <a:gd name="connsiteY1" fmla="*/ 548640 h 591045"/>
                <a:gd name="connsiteX2" fmla="*/ 350520 w 3512820"/>
                <a:gd name="connsiteY2" fmla="*/ 541020 h 591045"/>
                <a:gd name="connsiteX3" fmla="*/ 3512820 w 3512820"/>
                <a:gd name="connsiteY3" fmla="*/ 434340 h 591045"/>
                <a:gd name="connsiteX4" fmla="*/ 3512820 w 3512820"/>
                <a:gd name="connsiteY4" fmla="*/ 434340 h 591045"/>
                <a:gd name="connsiteX0" fmla="*/ 0 w 3512820"/>
                <a:gd name="connsiteY0" fmla="*/ 0 h 566675"/>
                <a:gd name="connsiteX1" fmla="*/ 358140 w 3512820"/>
                <a:gd name="connsiteY1" fmla="*/ 548640 h 566675"/>
                <a:gd name="connsiteX2" fmla="*/ 3512820 w 3512820"/>
                <a:gd name="connsiteY2" fmla="*/ 434340 h 566675"/>
                <a:gd name="connsiteX3" fmla="*/ 3512820 w 3512820"/>
                <a:gd name="connsiteY3" fmla="*/ 434340 h 566675"/>
                <a:gd name="connsiteX0" fmla="*/ 0 w 3512820"/>
                <a:gd name="connsiteY0" fmla="*/ 0 h 434340"/>
                <a:gd name="connsiteX1" fmla="*/ 3512820 w 3512820"/>
                <a:gd name="connsiteY1" fmla="*/ 434340 h 434340"/>
                <a:gd name="connsiteX2" fmla="*/ 3512820 w 3512820"/>
                <a:gd name="connsiteY2" fmla="*/ 434340 h 434340"/>
                <a:gd name="connsiteX0" fmla="*/ 32 w 3512852"/>
                <a:gd name="connsiteY0" fmla="*/ 0 h 592614"/>
                <a:gd name="connsiteX1" fmla="*/ 3512852 w 3512852"/>
                <a:gd name="connsiteY1" fmla="*/ 434340 h 592614"/>
                <a:gd name="connsiteX2" fmla="*/ 3512852 w 3512852"/>
                <a:gd name="connsiteY2" fmla="*/ 434340 h 592614"/>
                <a:gd name="connsiteX0" fmla="*/ 31 w 3512851"/>
                <a:gd name="connsiteY0" fmla="*/ 0 h 826919"/>
                <a:gd name="connsiteX1" fmla="*/ 3512851 w 3512851"/>
                <a:gd name="connsiteY1" fmla="*/ 434340 h 826919"/>
                <a:gd name="connsiteX2" fmla="*/ 3512851 w 3512851"/>
                <a:gd name="connsiteY2" fmla="*/ 434340 h 826919"/>
                <a:gd name="connsiteX0" fmla="*/ 92 w 3512912"/>
                <a:gd name="connsiteY0" fmla="*/ 0 h 781653"/>
                <a:gd name="connsiteX1" fmla="*/ 3512912 w 3512912"/>
                <a:gd name="connsiteY1" fmla="*/ 434340 h 781653"/>
                <a:gd name="connsiteX2" fmla="*/ 3512912 w 3512912"/>
                <a:gd name="connsiteY2" fmla="*/ 434340 h 781653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2" fmla="*/ 3512914 w 3512914"/>
                <a:gd name="connsiteY2" fmla="*/ 434340 h 810486"/>
                <a:gd name="connsiteX0" fmla="*/ 94 w 4146327"/>
                <a:gd name="connsiteY0" fmla="*/ 0 h 810486"/>
                <a:gd name="connsiteX1" fmla="*/ 3512914 w 4146327"/>
                <a:gd name="connsiteY1" fmla="*/ 434340 h 810486"/>
                <a:gd name="connsiteX2" fmla="*/ 4146327 w 4146327"/>
                <a:gd name="connsiteY2" fmla="*/ 193833 h 810486"/>
                <a:gd name="connsiteX0" fmla="*/ 94 w 3786758"/>
                <a:gd name="connsiteY0" fmla="*/ 0 h 810486"/>
                <a:gd name="connsiteX1" fmla="*/ 3512914 w 3786758"/>
                <a:gd name="connsiteY1" fmla="*/ 434340 h 810486"/>
                <a:gd name="connsiteX2" fmla="*/ 3786758 w 3786758"/>
                <a:gd name="connsiteY2" fmla="*/ 303370 h 810486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0" fmla="*/ 86 w 3787887"/>
                <a:gd name="connsiteY0" fmla="*/ 0 h 735493"/>
                <a:gd name="connsiteX1" fmla="*/ 3787888 w 3787887"/>
                <a:gd name="connsiteY1" fmla="*/ 305587 h 735493"/>
                <a:gd name="connsiteX0" fmla="*/ 86 w 3794070"/>
                <a:gd name="connsiteY0" fmla="*/ 0 h 726811"/>
                <a:gd name="connsiteX1" fmla="*/ 3794070 w 3794070"/>
                <a:gd name="connsiteY1" fmla="*/ 289712 h 726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4070" h="726811">
                  <a:moveTo>
                    <a:pt x="86" y="0"/>
                  </a:moveTo>
                  <a:cubicBezTo>
                    <a:pt x="-17694" y="975360"/>
                    <a:pt x="2752670" y="861212"/>
                    <a:pt x="3794070" y="289712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3366B5A-392E-D32E-2AE0-CEFF46BBD655}"/>
                </a:ext>
              </a:extLst>
            </p:cNvPr>
            <p:cNvSpPr/>
            <p:nvPr/>
          </p:nvSpPr>
          <p:spPr>
            <a:xfrm>
              <a:off x="3104064" y="3517590"/>
              <a:ext cx="4433907" cy="982810"/>
            </a:xfrm>
            <a:custGeom>
              <a:avLst/>
              <a:gdLst>
                <a:gd name="connsiteX0" fmla="*/ 34462 w 3547282"/>
                <a:gd name="connsiteY0" fmla="*/ 0 h 902955"/>
                <a:gd name="connsiteX1" fmla="*/ 34462 w 3547282"/>
                <a:gd name="connsiteY1" fmla="*/ 182880 h 902955"/>
                <a:gd name="connsiteX2" fmla="*/ 392602 w 3547282"/>
                <a:gd name="connsiteY2" fmla="*/ 548640 h 902955"/>
                <a:gd name="connsiteX3" fmla="*/ 1299382 w 3547282"/>
                <a:gd name="connsiteY3" fmla="*/ 746760 h 902955"/>
                <a:gd name="connsiteX4" fmla="*/ 2084242 w 3547282"/>
                <a:gd name="connsiteY4" fmla="*/ 891540 h 902955"/>
                <a:gd name="connsiteX5" fmla="*/ 3547282 w 3547282"/>
                <a:gd name="connsiteY5" fmla="*/ 434340 h 902955"/>
                <a:gd name="connsiteX6" fmla="*/ 3547282 w 3547282"/>
                <a:gd name="connsiteY6" fmla="*/ 434340 h 902955"/>
                <a:gd name="connsiteX0" fmla="*/ 34462 w 3547282"/>
                <a:gd name="connsiteY0" fmla="*/ 0 h 892594"/>
                <a:gd name="connsiteX1" fmla="*/ 34462 w 3547282"/>
                <a:gd name="connsiteY1" fmla="*/ 182880 h 892594"/>
                <a:gd name="connsiteX2" fmla="*/ 392602 w 3547282"/>
                <a:gd name="connsiteY2" fmla="*/ 548640 h 892594"/>
                <a:gd name="connsiteX3" fmla="*/ 2084242 w 3547282"/>
                <a:gd name="connsiteY3" fmla="*/ 891540 h 892594"/>
                <a:gd name="connsiteX4" fmla="*/ 3547282 w 3547282"/>
                <a:gd name="connsiteY4" fmla="*/ 434340 h 892594"/>
                <a:gd name="connsiteX5" fmla="*/ 3547282 w 3547282"/>
                <a:gd name="connsiteY5" fmla="*/ 434340 h 892594"/>
                <a:gd name="connsiteX0" fmla="*/ 0 w 3512820"/>
                <a:gd name="connsiteY0" fmla="*/ 0 h 892594"/>
                <a:gd name="connsiteX1" fmla="*/ 358140 w 3512820"/>
                <a:gd name="connsiteY1" fmla="*/ 548640 h 892594"/>
                <a:gd name="connsiteX2" fmla="*/ 2049780 w 3512820"/>
                <a:gd name="connsiteY2" fmla="*/ 891540 h 892594"/>
                <a:gd name="connsiteX3" fmla="*/ 3512820 w 3512820"/>
                <a:gd name="connsiteY3" fmla="*/ 434340 h 892594"/>
                <a:gd name="connsiteX4" fmla="*/ 3512820 w 3512820"/>
                <a:gd name="connsiteY4" fmla="*/ 434340 h 892594"/>
                <a:gd name="connsiteX0" fmla="*/ 0 w 3512820"/>
                <a:gd name="connsiteY0" fmla="*/ 0 h 892272"/>
                <a:gd name="connsiteX1" fmla="*/ 358140 w 3512820"/>
                <a:gd name="connsiteY1" fmla="*/ 548640 h 892272"/>
                <a:gd name="connsiteX2" fmla="*/ 350520 w 3512820"/>
                <a:gd name="connsiteY2" fmla="*/ 541020 h 892272"/>
                <a:gd name="connsiteX3" fmla="*/ 2049780 w 3512820"/>
                <a:gd name="connsiteY3" fmla="*/ 891540 h 892272"/>
                <a:gd name="connsiteX4" fmla="*/ 3512820 w 3512820"/>
                <a:gd name="connsiteY4" fmla="*/ 434340 h 892272"/>
                <a:gd name="connsiteX5" fmla="*/ 3512820 w 3512820"/>
                <a:gd name="connsiteY5" fmla="*/ 434340 h 892272"/>
                <a:gd name="connsiteX0" fmla="*/ 0 w 3512820"/>
                <a:gd name="connsiteY0" fmla="*/ 0 h 591045"/>
                <a:gd name="connsiteX1" fmla="*/ 358140 w 3512820"/>
                <a:gd name="connsiteY1" fmla="*/ 548640 h 591045"/>
                <a:gd name="connsiteX2" fmla="*/ 350520 w 3512820"/>
                <a:gd name="connsiteY2" fmla="*/ 541020 h 591045"/>
                <a:gd name="connsiteX3" fmla="*/ 3512820 w 3512820"/>
                <a:gd name="connsiteY3" fmla="*/ 434340 h 591045"/>
                <a:gd name="connsiteX4" fmla="*/ 3512820 w 3512820"/>
                <a:gd name="connsiteY4" fmla="*/ 434340 h 591045"/>
                <a:gd name="connsiteX0" fmla="*/ 0 w 3512820"/>
                <a:gd name="connsiteY0" fmla="*/ 0 h 566675"/>
                <a:gd name="connsiteX1" fmla="*/ 358140 w 3512820"/>
                <a:gd name="connsiteY1" fmla="*/ 548640 h 566675"/>
                <a:gd name="connsiteX2" fmla="*/ 3512820 w 3512820"/>
                <a:gd name="connsiteY2" fmla="*/ 434340 h 566675"/>
                <a:gd name="connsiteX3" fmla="*/ 3512820 w 3512820"/>
                <a:gd name="connsiteY3" fmla="*/ 434340 h 566675"/>
                <a:gd name="connsiteX0" fmla="*/ 0 w 3512820"/>
                <a:gd name="connsiteY0" fmla="*/ 0 h 434340"/>
                <a:gd name="connsiteX1" fmla="*/ 3512820 w 3512820"/>
                <a:gd name="connsiteY1" fmla="*/ 434340 h 434340"/>
                <a:gd name="connsiteX2" fmla="*/ 3512820 w 3512820"/>
                <a:gd name="connsiteY2" fmla="*/ 434340 h 434340"/>
                <a:gd name="connsiteX0" fmla="*/ 32 w 3512852"/>
                <a:gd name="connsiteY0" fmla="*/ 0 h 592614"/>
                <a:gd name="connsiteX1" fmla="*/ 3512852 w 3512852"/>
                <a:gd name="connsiteY1" fmla="*/ 434340 h 592614"/>
                <a:gd name="connsiteX2" fmla="*/ 3512852 w 3512852"/>
                <a:gd name="connsiteY2" fmla="*/ 434340 h 592614"/>
                <a:gd name="connsiteX0" fmla="*/ 31 w 3512851"/>
                <a:gd name="connsiteY0" fmla="*/ 0 h 826919"/>
                <a:gd name="connsiteX1" fmla="*/ 3512851 w 3512851"/>
                <a:gd name="connsiteY1" fmla="*/ 434340 h 826919"/>
                <a:gd name="connsiteX2" fmla="*/ 3512851 w 3512851"/>
                <a:gd name="connsiteY2" fmla="*/ 434340 h 826919"/>
                <a:gd name="connsiteX0" fmla="*/ 92 w 3512912"/>
                <a:gd name="connsiteY0" fmla="*/ 0 h 781653"/>
                <a:gd name="connsiteX1" fmla="*/ 3512912 w 3512912"/>
                <a:gd name="connsiteY1" fmla="*/ 434340 h 781653"/>
                <a:gd name="connsiteX2" fmla="*/ 3512912 w 3512912"/>
                <a:gd name="connsiteY2" fmla="*/ 434340 h 781653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2" fmla="*/ 3512914 w 3512914"/>
                <a:gd name="connsiteY2" fmla="*/ 434340 h 810486"/>
                <a:gd name="connsiteX0" fmla="*/ 94 w 3520534"/>
                <a:gd name="connsiteY0" fmla="*/ 0 h 810486"/>
                <a:gd name="connsiteX1" fmla="*/ 3512914 w 3520534"/>
                <a:gd name="connsiteY1" fmla="*/ 434340 h 810486"/>
                <a:gd name="connsiteX2" fmla="*/ 3520534 w 3520534"/>
                <a:gd name="connsiteY2" fmla="*/ 769620 h 810486"/>
                <a:gd name="connsiteX0" fmla="*/ 0 w 3520440"/>
                <a:gd name="connsiteY0" fmla="*/ 0 h 769620"/>
                <a:gd name="connsiteX1" fmla="*/ 3520440 w 3520440"/>
                <a:gd name="connsiteY1" fmla="*/ 769620 h 769620"/>
                <a:gd name="connsiteX0" fmla="*/ 0 w 2766060"/>
                <a:gd name="connsiteY0" fmla="*/ 0 h 937260"/>
                <a:gd name="connsiteX1" fmla="*/ 2766060 w 2766060"/>
                <a:gd name="connsiteY1" fmla="*/ 937260 h 937260"/>
                <a:gd name="connsiteX0" fmla="*/ 0 w 2766060"/>
                <a:gd name="connsiteY0" fmla="*/ 0 h 973615"/>
                <a:gd name="connsiteX1" fmla="*/ 2766060 w 2766060"/>
                <a:gd name="connsiteY1" fmla="*/ 937260 h 973615"/>
                <a:gd name="connsiteX0" fmla="*/ 12455 w 2778515"/>
                <a:gd name="connsiteY0" fmla="*/ 0 h 987650"/>
                <a:gd name="connsiteX1" fmla="*/ 2778515 w 2778515"/>
                <a:gd name="connsiteY1" fmla="*/ 937260 h 987650"/>
                <a:gd name="connsiteX0" fmla="*/ 5714 w 4439621"/>
                <a:gd name="connsiteY0" fmla="*/ 0 h 445779"/>
                <a:gd name="connsiteX1" fmla="*/ 4439621 w 4439621"/>
                <a:gd name="connsiteY1" fmla="*/ 259473 h 445779"/>
                <a:gd name="connsiteX0" fmla="*/ 0 w 4433907"/>
                <a:gd name="connsiteY0" fmla="*/ 0 h 747560"/>
                <a:gd name="connsiteX1" fmla="*/ 4433907 w 4433907"/>
                <a:gd name="connsiteY1" fmla="*/ 259473 h 747560"/>
                <a:gd name="connsiteX0" fmla="*/ 0 w 4433907"/>
                <a:gd name="connsiteY0" fmla="*/ 0 h 982810"/>
                <a:gd name="connsiteX1" fmla="*/ 4433907 w 4433907"/>
                <a:gd name="connsiteY1" fmla="*/ 259473 h 98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33907" h="982810">
                  <a:moveTo>
                    <a:pt x="0" y="0"/>
                  </a:moveTo>
                  <a:cubicBezTo>
                    <a:pt x="218015" y="1370186"/>
                    <a:pt x="3183358" y="1163840"/>
                    <a:pt x="4433907" y="259473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4E79A26-5F1D-2FA3-6AF3-D3C77B9BB56B}"/>
                </a:ext>
              </a:extLst>
            </p:cNvPr>
            <p:cNvSpPr/>
            <p:nvPr/>
          </p:nvSpPr>
          <p:spPr>
            <a:xfrm>
              <a:off x="2873652" y="3496850"/>
              <a:ext cx="4158743" cy="1109656"/>
            </a:xfrm>
            <a:custGeom>
              <a:avLst/>
              <a:gdLst>
                <a:gd name="connsiteX0" fmla="*/ 34462 w 3547282"/>
                <a:gd name="connsiteY0" fmla="*/ 0 h 902955"/>
                <a:gd name="connsiteX1" fmla="*/ 34462 w 3547282"/>
                <a:gd name="connsiteY1" fmla="*/ 182880 h 902955"/>
                <a:gd name="connsiteX2" fmla="*/ 392602 w 3547282"/>
                <a:gd name="connsiteY2" fmla="*/ 548640 h 902955"/>
                <a:gd name="connsiteX3" fmla="*/ 1299382 w 3547282"/>
                <a:gd name="connsiteY3" fmla="*/ 746760 h 902955"/>
                <a:gd name="connsiteX4" fmla="*/ 2084242 w 3547282"/>
                <a:gd name="connsiteY4" fmla="*/ 891540 h 902955"/>
                <a:gd name="connsiteX5" fmla="*/ 3547282 w 3547282"/>
                <a:gd name="connsiteY5" fmla="*/ 434340 h 902955"/>
                <a:gd name="connsiteX6" fmla="*/ 3547282 w 3547282"/>
                <a:gd name="connsiteY6" fmla="*/ 434340 h 902955"/>
                <a:gd name="connsiteX0" fmla="*/ 34462 w 3547282"/>
                <a:gd name="connsiteY0" fmla="*/ 0 h 892594"/>
                <a:gd name="connsiteX1" fmla="*/ 34462 w 3547282"/>
                <a:gd name="connsiteY1" fmla="*/ 182880 h 892594"/>
                <a:gd name="connsiteX2" fmla="*/ 392602 w 3547282"/>
                <a:gd name="connsiteY2" fmla="*/ 548640 h 892594"/>
                <a:gd name="connsiteX3" fmla="*/ 2084242 w 3547282"/>
                <a:gd name="connsiteY3" fmla="*/ 891540 h 892594"/>
                <a:gd name="connsiteX4" fmla="*/ 3547282 w 3547282"/>
                <a:gd name="connsiteY4" fmla="*/ 434340 h 892594"/>
                <a:gd name="connsiteX5" fmla="*/ 3547282 w 3547282"/>
                <a:gd name="connsiteY5" fmla="*/ 434340 h 892594"/>
                <a:gd name="connsiteX0" fmla="*/ 0 w 3512820"/>
                <a:gd name="connsiteY0" fmla="*/ 0 h 892594"/>
                <a:gd name="connsiteX1" fmla="*/ 358140 w 3512820"/>
                <a:gd name="connsiteY1" fmla="*/ 548640 h 892594"/>
                <a:gd name="connsiteX2" fmla="*/ 2049780 w 3512820"/>
                <a:gd name="connsiteY2" fmla="*/ 891540 h 892594"/>
                <a:gd name="connsiteX3" fmla="*/ 3512820 w 3512820"/>
                <a:gd name="connsiteY3" fmla="*/ 434340 h 892594"/>
                <a:gd name="connsiteX4" fmla="*/ 3512820 w 3512820"/>
                <a:gd name="connsiteY4" fmla="*/ 434340 h 892594"/>
                <a:gd name="connsiteX0" fmla="*/ 0 w 3512820"/>
                <a:gd name="connsiteY0" fmla="*/ 0 h 892272"/>
                <a:gd name="connsiteX1" fmla="*/ 358140 w 3512820"/>
                <a:gd name="connsiteY1" fmla="*/ 548640 h 892272"/>
                <a:gd name="connsiteX2" fmla="*/ 350520 w 3512820"/>
                <a:gd name="connsiteY2" fmla="*/ 541020 h 892272"/>
                <a:gd name="connsiteX3" fmla="*/ 2049780 w 3512820"/>
                <a:gd name="connsiteY3" fmla="*/ 891540 h 892272"/>
                <a:gd name="connsiteX4" fmla="*/ 3512820 w 3512820"/>
                <a:gd name="connsiteY4" fmla="*/ 434340 h 892272"/>
                <a:gd name="connsiteX5" fmla="*/ 3512820 w 3512820"/>
                <a:gd name="connsiteY5" fmla="*/ 434340 h 892272"/>
                <a:gd name="connsiteX0" fmla="*/ 0 w 3512820"/>
                <a:gd name="connsiteY0" fmla="*/ 0 h 591045"/>
                <a:gd name="connsiteX1" fmla="*/ 358140 w 3512820"/>
                <a:gd name="connsiteY1" fmla="*/ 548640 h 591045"/>
                <a:gd name="connsiteX2" fmla="*/ 350520 w 3512820"/>
                <a:gd name="connsiteY2" fmla="*/ 541020 h 591045"/>
                <a:gd name="connsiteX3" fmla="*/ 3512820 w 3512820"/>
                <a:gd name="connsiteY3" fmla="*/ 434340 h 591045"/>
                <a:gd name="connsiteX4" fmla="*/ 3512820 w 3512820"/>
                <a:gd name="connsiteY4" fmla="*/ 434340 h 591045"/>
                <a:gd name="connsiteX0" fmla="*/ 0 w 3512820"/>
                <a:gd name="connsiteY0" fmla="*/ 0 h 566675"/>
                <a:gd name="connsiteX1" fmla="*/ 358140 w 3512820"/>
                <a:gd name="connsiteY1" fmla="*/ 548640 h 566675"/>
                <a:gd name="connsiteX2" fmla="*/ 3512820 w 3512820"/>
                <a:gd name="connsiteY2" fmla="*/ 434340 h 566675"/>
                <a:gd name="connsiteX3" fmla="*/ 3512820 w 3512820"/>
                <a:gd name="connsiteY3" fmla="*/ 434340 h 566675"/>
                <a:gd name="connsiteX0" fmla="*/ 0 w 3512820"/>
                <a:gd name="connsiteY0" fmla="*/ 0 h 434340"/>
                <a:gd name="connsiteX1" fmla="*/ 3512820 w 3512820"/>
                <a:gd name="connsiteY1" fmla="*/ 434340 h 434340"/>
                <a:gd name="connsiteX2" fmla="*/ 3512820 w 3512820"/>
                <a:gd name="connsiteY2" fmla="*/ 434340 h 434340"/>
                <a:gd name="connsiteX0" fmla="*/ 32 w 3512852"/>
                <a:gd name="connsiteY0" fmla="*/ 0 h 592614"/>
                <a:gd name="connsiteX1" fmla="*/ 3512852 w 3512852"/>
                <a:gd name="connsiteY1" fmla="*/ 434340 h 592614"/>
                <a:gd name="connsiteX2" fmla="*/ 3512852 w 3512852"/>
                <a:gd name="connsiteY2" fmla="*/ 434340 h 592614"/>
                <a:gd name="connsiteX0" fmla="*/ 31 w 3512851"/>
                <a:gd name="connsiteY0" fmla="*/ 0 h 826919"/>
                <a:gd name="connsiteX1" fmla="*/ 3512851 w 3512851"/>
                <a:gd name="connsiteY1" fmla="*/ 434340 h 826919"/>
                <a:gd name="connsiteX2" fmla="*/ 3512851 w 3512851"/>
                <a:gd name="connsiteY2" fmla="*/ 434340 h 826919"/>
                <a:gd name="connsiteX0" fmla="*/ 92 w 3512912"/>
                <a:gd name="connsiteY0" fmla="*/ 0 h 781653"/>
                <a:gd name="connsiteX1" fmla="*/ 3512912 w 3512912"/>
                <a:gd name="connsiteY1" fmla="*/ 434340 h 781653"/>
                <a:gd name="connsiteX2" fmla="*/ 3512912 w 3512912"/>
                <a:gd name="connsiteY2" fmla="*/ 434340 h 781653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2" fmla="*/ 3512914 w 3512914"/>
                <a:gd name="connsiteY2" fmla="*/ 434340 h 810486"/>
                <a:gd name="connsiteX0" fmla="*/ 94 w 3520534"/>
                <a:gd name="connsiteY0" fmla="*/ 0 h 810486"/>
                <a:gd name="connsiteX1" fmla="*/ 3512914 w 3520534"/>
                <a:gd name="connsiteY1" fmla="*/ 434340 h 810486"/>
                <a:gd name="connsiteX2" fmla="*/ 3520534 w 3520534"/>
                <a:gd name="connsiteY2" fmla="*/ 769620 h 810486"/>
                <a:gd name="connsiteX0" fmla="*/ 0 w 3520440"/>
                <a:gd name="connsiteY0" fmla="*/ 0 h 769620"/>
                <a:gd name="connsiteX1" fmla="*/ 3520440 w 3520440"/>
                <a:gd name="connsiteY1" fmla="*/ 769620 h 769620"/>
                <a:gd name="connsiteX0" fmla="*/ 0 w 2766060"/>
                <a:gd name="connsiteY0" fmla="*/ 0 h 937260"/>
                <a:gd name="connsiteX1" fmla="*/ 2766060 w 2766060"/>
                <a:gd name="connsiteY1" fmla="*/ 937260 h 937260"/>
                <a:gd name="connsiteX0" fmla="*/ 0 w 2766060"/>
                <a:gd name="connsiteY0" fmla="*/ 0 h 973615"/>
                <a:gd name="connsiteX1" fmla="*/ 2766060 w 2766060"/>
                <a:gd name="connsiteY1" fmla="*/ 937260 h 973615"/>
                <a:gd name="connsiteX0" fmla="*/ 12455 w 2778515"/>
                <a:gd name="connsiteY0" fmla="*/ 0 h 987650"/>
                <a:gd name="connsiteX1" fmla="*/ 2778515 w 2778515"/>
                <a:gd name="connsiteY1" fmla="*/ 937260 h 987650"/>
                <a:gd name="connsiteX0" fmla="*/ 11147 w 2944847"/>
                <a:gd name="connsiteY0" fmla="*/ 0 h 1052093"/>
                <a:gd name="connsiteX1" fmla="*/ 2944847 w 2944847"/>
                <a:gd name="connsiteY1" fmla="*/ 1005840 h 1052093"/>
                <a:gd name="connsiteX0" fmla="*/ 0 w 2933700"/>
                <a:gd name="connsiteY0" fmla="*/ 0 h 1068214"/>
                <a:gd name="connsiteX1" fmla="*/ 2933700 w 2933700"/>
                <a:gd name="connsiteY1" fmla="*/ 1005840 h 1068214"/>
                <a:gd name="connsiteX0" fmla="*/ 12180 w 2945880"/>
                <a:gd name="connsiteY0" fmla="*/ 0 h 1061539"/>
                <a:gd name="connsiteX1" fmla="*/ 2945880 w 2945880"/>
                <a:gd name="connsiteY1" fmla="*/ 1005840 h 1061539"/>
                <a:gd name="connsiteX0" fmla="*/ 11785 w 2999460"/>
                <a:gd name="connsiteY0" fmla="*/ 0 h 1064469"/>
                <a:gd name="connsiteX1" fmla="*/ 2999460 w 2999460"/>
                <a:gd name="connsiteY1" fmla="*/ 1009015 h 1064469"/>
                <a:gd name="connsiteX0" fmla="*/ 6902 w 4160083"/>
                <a:gd name="connsiteY0" fmla="*/ 0 h 719393"/>
                <a:gd name="connsiteX1" fmla="*/ 4160082 w 4160083"/>
                <a:gd name="connsiteY1" fmla="*/ 607278 h 719393"/>
                <a:gd name="connsiteX0" fmla="*/ 6810 w 4159990"/>
                <a:gd name="connsiteY0" fmla="*/ 0 h 1045079"/>
                <a:gd name="connsiteX1" fmla="*/ 4159990 w 4159990"/>
                <a:gd name="connsiteY1" fmla="*/ 607278 h 1045079"/>
                <a:gd name="connsiteX0" fmla="*/ 7224 w 4160404"/>
                <a:gd name="connsiteY0" fmla="*/ 0 h 1070211"/>
                <a:gd name="connsiteX1" fmla="*/ 4160404 w 4160404"/>
                <a:gd name="connsiteY1" fmla="*/ 607278 h 1070211"/>
                <a:gd name="connsiteX0" fmla="*/ 5563 w 4158743"/>
                <a:gd name="connsiteY0" fmla="*/ 0 h 1109656"/>
                <a:gd name="connsiteX1" fmla="*/ 4158743 w 4158743"/>
                <a:gd name="connsiteY1" fmla="*/ 607278 h 1109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58743" h="1109656">
                  <a:moveTo>
                    <a:pt x="5563" y="0"/>
                  </a:moveTo>
                  <a:cubicBezTo>
                    <a:pt x="-133887" y="942154"/>
                    <a:pt x="2378666" y="1618067"/>
                    <a:pt x="4158743" y="607278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50BF4E4-B881-94DA-9D81-FC074844F5C3}"/>
                </a:ext>
              </a:extLst>
            </p:cNvPr>
            <p:cNvSpPr/>
            <p:nvPr/>
          </p:nvSpPr>
          <p:spPr>
            <a:xfrm>
              <a:off x="2670335" y="3490587"/>
              <a:ext cx="3303975" cy="1182542"/>
            </a:xfrm>
            <a:custGeom>
              <a:avLst/>
              <a:gdLst>
                <a:gd name="connsiteX0" fmla="*/ 34462 w 3547282"/>
                <a:gd name="connsiteY0" fmla="*/ 0 h 902955"/>
                <a:gd name="connsiteX1" fmla="*/ 34462 w 3547282"/>
                <a:gd name="connsiteY1" fmla="*/ 182880 h 902955"/>
                <a:gd name="connsiteX2" fmla="*/ 392602 w 3547282"/>
                <a:gd name="connsiteY2" fmla="*/ 548640 h 902955"/>
                <a:gd name="connsiteX3" fmla="*/ 1299382 w 3547282"/>
                <a:gd name="connsiteY3" fmla="*/ 746760 h 902955"/>
                <a:gd name="connsiteX4" fmla="*/ 2084242 w 3547282"/>
                <a:gd name="connsiteY4" fmla="*/ 891540 h 902955"/>
                <a:gd name="connsiteX5" fmla="*/ 3547282 w 3547282"/>
                <a:gd name="connsiteY5" fmla="*/ 434340 h 902955"/>
                <a:gd name="connsiteX6" fmla="*/ 3547282 w 3547282"/>
                <a:gd name="connsiteY6" fmla="*/ 434340 h 902955"/>
                <a:gd name="connsiteX0" fmla="*/ 34462 w 3547282"/>
                <a:gd name="connsiteY0" fmla="*/ 0 h 892594"/>
                <a:gd name="connsiteX1" fmla="*/ 34462 w 3547282"/>
                <a:gd name="connsiteY1" fmla="*/ 182880 h 892594"/>
                <a:gd name="connsiteX2" fmla="*/ 392602 w 3547282"/>
                <a:gd name="connsiteY2" fmla="*/ 548640 h 892594"/>
                <a:gd name="connsiteX3" fmla="*/ 2084242 w 3547282"/>
                <a:gd name="connsiteY3" fmla="*/ 891540 h 892594"/>
                <a:gd name="connsiteX4" fmla="*/ 3547282 w 3547282"/>
                <a:gd name="connsiteY4" fmla="*/ 434340 h 892594"/>
                <a:gd name="connsiteX5" fmla="*/ 3547282 w 3547282"/>
                <a:gd name="connsiteY5" fmla="*/ 434340 h 892594"/>
                <a:gd name="connsiteX0" fmla="*/ 0 w 3512820"/>
                <a:gd name="connsiteY0" fmla="*/ 0 h 892594"/>
                <a:gd name="connsiteX1" fmla="*/ 358140 w 3512820"/>
                <a:gd name="connsiteY1" fmla="*/ 548640 h 892594"/>
                <a:gd name="connsiteX2" fmla="*/ 2049780 w 3512820"/>
                <a:gd name="connsiteY2" fmla="*/ 891540 h 892594"/>
                <a:gd name="connsiteX3" fmla="*/ 3512820 w 3512820"/>
                <a:gd name="connsiteY3" fmla="*/ 434340 h 892594"/>
                <a:gd name="connsiteX4" fmla="*/ 3512820 w 3512820"/>
                <a:gd name="connsiteY4" fmla="*/ 434340 h 892594"/>
                <a:gd name="connsiteX0" fmla="*/ 0 w 3512820"/>
                <a:gd name="connsiteY0" fmla="*/ 0 h 892272"/>
                <a:gd name="connsiteX1" fmla="*/ 358140 w 3512820"/>
                <a:gd name="connsiteY1" fmla="*/ 548640 h 892272"/>
                <a:gd name="connsiteX2" fmla="*/ 350520 w 3512820"/>
                <a:gd name="connsiteY2" fmla="*/ 541020 h 892272"/>
                <a:gd name="connsiteX3" fmla="*/ 2049780 w 3512820"/>
                <a:gd name="connsiteY3" fmla="*/ 891540 h 892272"/>
                <a:gd name="connsiteX4" fmla="*/ 3512820 w 3512820"/>
                <a:gd name="connsiteY4" fmla="*/ 434340 h 892272"/>
                <a:gd name="connsiteX5" fmla="*/ 3512820 w 3512820"/>
                <a:gd name="connsiteY5" fmla="*/ 434340 h 892272"/>
                <a:gd name="connsiteX0" fmla="*/ 0 w 3512820"/>
                <a:gd name="connsiteY0" fmla="*/ 0 h 591045"/>
                <a:gd name="connsiteX1" fmla="*/ 358140 w 3512820"/>
                <a:gd name="connsiteY1" fmla="*/ 548640 h 591045"/>
                <a:gd name="connsiteX2" fmla="*/ 350520 w 3512820"/>
                <a:gd name="connsiteY2" fmla="*/ 541020 h 591045"/>
                <a:gd name="connsiteX3" fmla="*/ 3512820 w 3512820"/>
                <a:gd name="connsiteY3" fmla="*/ 434340 h 591045"/>
                <a:gd name="connsiteX4" fmla="*/ 3512820 w 3512820"/>
                <a:gd name="connsiteY4" fmla="*/ 434340 h 591045"/>
                <a:gd name="connsiteX0" fmla="*/ 0 w 3512820"/>
                <a:gd name="connsiteY0" fmla="*/ 0 h 566675"/>
                <a:gd name="connsiteX1" fmla="*/ 358140 w 3512820"/>
                <a:gd name="connsiteY1" fmla="*/ 548640 h 566675"/>
                <a:gd name="connsiteX2" fmla="*/ 3512820 w 3512820"/>
                <a:gd name="connsiteY2" fmla="*/ 434340 h 566675"/>
                <a:gd name="connsiteX3" fmla="*/ 3512820 w 3512820"/>
                <a:gd name="connsiteY3" fmla="*/ 434340 h 566675"/>
                <a:gd name="connsiteX0" fmla="*/ 0 w 3512820"/>
                <a:gd name="connsiteY0" fmla="*/ 0 h 434340"/>
                <a:gd name="connsiteX1" fmla="*/ 3512820 w 3512820"/>
                <a:gd name="connsiteY1" fmla="*/ 434340 h 434340"/>
                <a:gd name="connsiteX2" fmla="*/ 3512820 w 3512820"/>
                <a:gd name="connsiteY2" fmla="*/ 434340 h 434340"/>
                <a:gd name="connsiteX0" fmla="*/ 32 w 3512852"/>
                <a:gd name="connsiteY0" fmla="*/ 0 h 592614"/>
                <a:gd name="connsiteX1" fmla="*/ 3512852 w 3512852"/>
                <a:gd name="connsiteY1" fmla="*/ 434340 h 592614"/>
                <a:gd name="connsiteX2" fmla="*/ 3512852 w 3512852"/>
                <a:gd name="connsiteY2" fmla="*/ 434340 h 592614"/>
                <a:gd name="connsiteX0" fmla="*/ 31 w 3512851"/>
                <a:gd name="connsiteY0" fmla="*/ 0 h 826919"/>
                <a:gd name="connsiteX1" fmla="*/ 3512851 w 3512851"/>
                <a:gd name="connsiteY1" fmla="*/ 434340 h 826919"/>
                <a:gd name="connsiteX2" fmla="*/ 3512851 w 3512851"/>
                <a:gd name="connsiteY2" fmla="*/ 434340 h 826919"/>
                <a:gd name="connsiteX0" fmla="*/ 92 w 3512912"/>
                <a:gd name="connsiteY0" fmla="*/ 0 h 781653"/>
                <a:gd name="connsiteX1" fmla="*/ 3512912 w 3512912"/>
                <a:gd name="connsiteY1" fmla="*/ 434340 h 781653"/>
                <a:gd name="connsiteX2" fmla="*/ 3512912 w 3512912"/>
                <a:gd name="connsiteY2" fmla="*/ 434340 h 781653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2" fmla="*/ 3512914 w 3512914"/>
                <a:gd name="connsiteY2" fmla="*/ 434340 h 810486"/>
                <a:gd name="connsiteX0" fmla="*/ 94 w 3520534"/>
                <a:gd name="connsiteY0" fmla="*/ 0 h 810486"/>
                <a:gd name="connsiteX1" fmla="*/ 3512914 w 3520534"/>
                <a:gd name="connsiteY1" fmla="*/ 434340 h 810486"/>
                <a:gd name="connsiteX2" fmla="*/ 3520534 w 3520534"/>
                <a:gd name="connsiteY2" fmla="*/ 769620 h 810486"/>
                <a:gd name="connsiteX0" fmla="*/ 0 w 3520440"/>
                <a:gd name="connsiteY0" fmla="*/ 0 h 769620"/>
                <a:gd name="connsiteX1" fmla="*/ 3520440 w 3520440"/>
                <a:gd name="connsiteY1" fmla="*/ 769620 h 769620"/>
                <a:gd name="connsiteX0" fmla="*/ 0 w 2766060"/>
                <a:gd name="connsiteY0" fmla="*/ 0 h 937260"/>
                <a:gd name="connsiteX1" fmla="*/ 2766060 w 2766060"/>
                <a:gd name="connsiteY1" fmla="*/ 937260 h 937260"/>
                <a:gd name="connsiteX0" fmla="*/ 0 w 2766060"/>
                <a:gd name="connsiteY0" fmla="*/ 0 h 973615"/>
                <a:gd name="connsiteX1" fmla="*/ 2766060 w 2766060"/>
                <a:gd name="connsiteY1" fmla="*/ 937260 h 973615"/>
                <a:gd name="connsiteX0" fmla="*/ 12455 w 2778515"/>
                <a:gd name="connsiteY0" fmla="*/ 0 h 987650"/>
                <a:gd name="connsiteX1" fmla="*/ 2778515 w 2778515"/>
                <a:gd name="connsiteY1" fmla="*/ 937260 h 987650"/>
                <a:gd name="connsiteX0" fmla="*/ 11147 w 2944847"/>
                <a:gd name="connsiteY0" fmla="*/ 0 h 1052093"/>
                <a:gd name="connsiteX1" fmla="*/ 2944847 w 2944847"/>
                <a:gd name="connsiteY1" fmla="*/ 1005840 h 1052093"/>
                <a:gd name="connsiteX0" fmla="*/ 0 w 2933700"/>
                <a:gd name="connsiteY0" fmla="*/ 0 h 1068214"/>
                <a:gd name="connsiteX1" fmla="*/ 2933700 w 2933700"/>
                <a:gd name="connsiteY1" fmla="*/ 1005840 h 1068214"/>
                <a:gd name="connsiteX0" fmla="*/ 12180 w 2945880"/>
                <a:gd name="connsiteY0" fmla="*/ 0 h 1061539"/>
                <a:gd name="connsiteX1" fmla="*/ 2945880 w 2945880"/>
                <a:gd name="connsiteY1" fmla="*/ 1005840 h 1061539"/>
                <a:gd name="connsiteX0" fmla="*/ 10444 w 3210844"/>
                <a:gd name="connsiteY0" fmla="*/ 0 h 1054516"/>
                <a:gd name="connsiteX1" fmla="*/ 3210844 w 3210844"/>
                <a:gd name="connsiteY1" fmla="*/ 998220 h 1054516"/>
                <a:gd name="connsiteX0" fmla="*/ 10360 w 3210760"/>
                <a:gd name="connsiteY0" fmla="*/ 0 h 1082488"/>
                <a:gd name="connsiteX1" fmla="*/ 3210760 w 3210760"/>
                <a:gd name="connsiteY1" fmla="*/ 998220 h 1082488"/>
                <a:gd name="connsiteX0" fmla="*/ 10104 w 3258129"/>
                <a:gd name="connsiteY0" fmla="*/ 0 h 1140152"/>
                <a:gd name="connsiteX1" fmla="*/ 3258129 w 3258129"/>
                <a:gd name="connsiteY1" fmla="*/ 1061720 h 1140152"/>
                <a:gd name="connsiteX0" fmla="*/ 9842 w 3309198"/>
                <a:gd name="connsiteY0" fmla="*/ 0 h 1148400"/>
                <a:gd name="connsiteX1" fmla="*/ 3309198 w 3309198"/>
                <a:gd name="connsiteY1" fmla="*/ 1070737 h 1148400"/>
                <a:gd name="connsiteX0" fmla="*/ 10386 w 3309742"/>
                <a:gd name="connsiteY0" fmla="*/ 0 h 1186383"/>
                <a:gd name="connsiteX1" fmla="*/ 3309742 w 3309742"/>
                <a:gd name="connsiteY1" fmla="*/ 1070737 h 1186383"/>
                <a:gd name="connsiteX0" fmla="*/ 10383 w 3309739"/>
                <a:gd name="connsiteY0" fmla="*/ 0 h 1180204"/>
                <a:gd name="connsiteX1" fmla="*/ 3309739 w 3309739"/>
                <a:gd name="connsiteY1" fmla="*/ 1070737 h 1180204"/>
                <a:gd name="connsiteX0" fmla="*/ 2949 w 3302305"/>
                <a:gd name="connsiteY0" fmla="*/ 0 h 1173633"/>
                <a:gd name="connsiteX1" fmla="*/ 3302305 w 3302305"/>
                <a:gd name="connsiteY1" fmla="*/ 1070737 h 1173633"/>
                <a:gd name="connsiteX0" fmla="*/ 2946 w 3303974"/>
                <a:gd name="connsiteY0" fmla="*/ 0 h 1182541"/>
                <a:gd name="connsiteX1" fmla="*/ 3303974 w 3303974"/>
                <a:gd name="connsiteY1" fmla="*/ 1080528 h 11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03974" h="1182541">
                  <a:moveTo>
                    <a:pt x="2946" y="0"/>
                  </a:moveTo>
                  <a:cubicBezTo>
                    <a:pt x="-78984" y="695826"/>
                    <a:pt x="1561119" y="1463135"/>
                    <a:pt x="3303974" y="1080528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300C80A-60AA-ABCD-0FE4-76DA2BDA32FE}"/>
                </a:ext>
              </a:extLst>
            </p:cNvPr>
            <p:cNvSpPr/>
            <p:nvPr/>
          </p:nvSpPr>
          <p:spPr>
            <a:xfrm>
              <a:off x="3991548" y="3240960"/>
              <a:ext cx="660349" cy="660349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Rectangle 20">
              <a:extLst>
                <a:ext uri="{FF2B5EF4-FFF2-40B4-BE49-F238E27FC236}">
                  <a16:creationId xmlns:a16="http://schemas.microsoft.com/office/drawing/2014/main" id="{CEFF4842-3585-7012-F4BF-81481F7D2E87}"/>
                </a:ext>
              </a:extLst>
            </p:cNvPr>
            <p:cNvSpPr/>
            <p:nvPr/>
          </p:nvSpPr>
          <p:spPr>
            <a:xfrm rot="14125111">
              <a:off x="4420748" y="2591187"/>
              <a:ext cx="2458451" cy="1013735"/>
            </a:xfrm>
            <a:custGeom>
              <a:avLst/>
              <a:gdLst>
                <a:gd name="connsiteX0" fmla="*/ 0 w 890731"/>
                <a:gd name="connsiteY0" fmla="*/ 0 h 303004"/>
                <a:gd name="connsiteX1" fmla="*/ 890731 w 890731"/>
                <a:gd name="connsiteY1" fmla="*/ 0 h 303004"/>
                <a:gd name="connsiteX2" fmla="*/ 890731 w 890731"/>
                <a:gd name="connsiteY2" fmla="*/ 303004 h 303004"/>
                <a:gd name="connsiteX3" fmla="*/ 0 w 890731"/>
                <a:gd name="connsiteY3" fmla="*/ 303004 h 303004"/>
                <a:gd name="connsiteX4" fmla="*/ 0 w 890731"/>
                <a:gd name="connsiteY4" fmla="*/ 0 h 303004"/>
                <a:gd name="connsiteX0" fmla="*/ 0 w 1655078"/>
                <a:gd name="connsiteY0" fmla="*/ 0 h 303004"/>
                <a:gd name="connsiteX1" fmla="*/ 890731 w 1655078"/>
                <a:gd name="connsiteY1" fmla="*/ 0 h 303004"/>
                <a:gd name="connsiteX2" fmla="*/ 1655078 w 1655078"/>
                <a:gd name="connsiteY2" fmla="*/ 184148 h 303004"/>
                <a:gd name="connsiteX3" fmla="*/ 0 w 1655078"/>
                <a:gd name="connsiteY3" fmla="*/ 303004 h 303004"/>
                <a:gd name="connsiteX4" fmla="*/ 0 w 1655078"/>
                <a:gd name="connsiteY4" fmla="*/ 0 h 303004"/>
                <a:gd name="connsiteX0" fmla="*/ 0 w 1655078"/>
                <a:gd name="connsiteY0" fmla="*/ 367531 h 670535"/>
                <a:gd name="connsiteX1" fmla="*/ 1173148 w 1655078"/>
                <a:gd name="connsiteY1" fmla="*/ 0 h 670535"/>
                <a:gd name="connsiteX2" fmla="*/ 1655078 w 1655078"/>
                <a:gd name="connsiteY2" fmla="*/ 551679 h 670535"/>
                <a:gd name="connsiteX3" fmla="*/ 0 w 1655078"/>
                <a:gd name="connsiteY3" fmla="*/ 670535 h 670535"/>
                <a:gd name="connsiteX4" fmla="*/ 0 w 1655078"/>
                <a:gd name="connsiteY4" fmla="*/ 367531 h 670535"/>
                <a:gd name="connsiteX0" fmla="*/ 0 w 1891852"/>
                <a:gd name="connsiteY0" fmla="*/ 367531 h 670535"/>
                <a:gd name="connsiteX1" fmla="*/ 1173148 w 1891852"/>
                <a:gd name="connsiteY1" fmla="*/ 0 h 670535"/>
                <a:gd name="connsiteX2" fmla="*/ 1655078 w 1891852"/>
                <a:gd name="connsiteY2" fmla="*/ 551679 h 670535"/>
                <a:gd name="connsiteX3" fmla="*/ 0 w 1891852"/>
                <a:gd name="connsiteY3" fmla="*/ 670535 h 670535"/>
                <a:gd name="connsiteX4" fmla="*/ 0 w 1891852"/>
                <a:gd name="connsiteY4" fmla="*/ 367531 h 670535"/>
                <a:gd name="connsiteX0" fmla="*/ 0 w 1992269"/>
                <a:gd name="connsiteY0" fmla="*/ 367531 h 670535"/>
                <a:gd name="connsiteX1" fmla="*/ 1173148 w 1992269"/>
                <a:gd name="connsiteY1" fmla="*/ 0 h 670535"/>
                <a:gd name="connsiteX2" fmla="*/ 1655078 w 1992269"/>
                <a:gd name="connsiteY2" fmla="*/ 551679 h 670535"/>
                <a:gd name="connsiteX3" fmla="*/ 0 w 1992269"/>
                <a:gd name="connsiteY3" fmla="*/ 670535 h 670535"/>
                <a:gd name="connsiteX4" fmla="*/ 0 w 1992269"/>
                <a:gd name="connsiteY4" fmla="*/ 367531 h 670535"/>
                <a:gd name="connsiteX0" fmla="*/ 0 w 1992269"/>
                <a:gd name="connsiteY0" fmla="*/ 367531 h 826142"/>
                <a:gd name="connsiteX1" fmla="*/ 1173148 w 1992269"/>
                <a:gd name="connsiteY1" fmla="*/ 0 h 826142"/>
                <a:gd name="connsiteX2" fmla="*/ 1655078 w 1992269"/>
                <a:gd name="connsiteY2" fmla="*/ 551679 h 826142"/>
                <a:gd name="connsiteX3" fmla="*/ 0 w 1992269"/>
                <a:gd name="connsiteY3" fmla="*/ 670535 h 826142"/>
                <a:gd name="connsiteX4" fmla="*/ 0 w 1992269"/>
                <a:gd name="connsiteY4" fmla="*/ 367531 h 826142"/>
                <a:gd name="connsiteX0" fmla="*/ 466182 w 2458451"/>
                <a:gd name="connsiteY0" fmla="*/ 367531 h 921924"/>
                <a:gd name="connsiteX1" fmla="*/ 1639330 w 2458451"/>
                <a:gd name="connsiteY1" fmla="*/ 0 h 921924"/>
                <a:gd name="connsiteX2" fmla="*/ 2121260 w 2458451"/>
                <a:gd name="connsiteY2" fmla="*/ 551679 h 921924"/>
                <a:gd name="connsiteX3" fmla="*/ 0 w 2458451"/>
                <a:gd name="connsiteY3" fmla="*/ 896857 h 921924"/>
                <a:gd name="connsiteX4" fmla="*/ 466182 w 2458451"/>
                <a:gd name="connsiteY4" fmla="*/ 367531 h 921924"/>
                <a:gd name="connsiteX0" fmla="*/ 466182 w 2458451"/>
                <a:gd name="connsiteY0" fmla="*/ 367531 h 995897"/>
                <a:gd name="connsiteX1" fmla="*/ 1639330 w 2458451"/>
                <a:gd name="connsiteY1" fmla="*/ 0 h 995897"/>
                <a:gd name="connsiteX2" fmla="*/ 2121260 w 2458451"/>
                <a:gd name="connsiteY2" fmla="*/ 551679 h 995897"/>
                <a:gd name="connsiteX3" fmla="*/ 0 w 2458451"/>
                <a:gd name="connsiteY3" fmla="*/ 896857 h 995897"/>
                <a:gd name="connsiteX4" fmla="*/ 466182 w 2458451"/>
                <a:gd name="connsiteY4" fmla="*/ 367531 h 995897"/>
                <a:gd name="connsiteX0" fmla="*/ 466182 w 2458451"/>
                <a:gd name="connsiteY0" fmla="*/ 367531 h 976043"/>
                <a:gd name="connsiteX1" fmla="*/ 1639330 w 2458451"/>
                <a:gd name="connsiteY1" fmla="*/ 0 h 976043"/>
                <a:gd name="connsiteX2" fmla="*/ 2121260 w 2458451"/>
                <a:gd name="connsiteY2" fmla="*/ 551679 h 976043"/>
                <a:gd name="connsiteX3" fmla="*/ 469461 w 2458451"/>
                <a:gd name="connsiteY3" fmla="*/ 933636 h 976043"/>
                <a:gd name="connsiteX4" fmla="*/ 0 w 2458451"/>
                <a:gd name="connsiteY4" fmla="*/ 896857 h 976043"/>
                <a:gd name="connsiteX5" fmla="*/ 466182 w 2458451"/>
                <a:gd name="connsiteY5" fmla="*/ 367531 h 976043"/>
                <a:gd name="connsiteX0" fmla="*/ 466182 w 2458451"/>
                <a:gd name="connsiteY0" fmla="*/ 367531 h 1013547"/>
                <a:gd name="connsiteX1" fmla="*/ 1639330 w 2458451"/>
                <a:gd name="connsiteY1" fmla="*/ 0 h 1013547"/>
                <a:gd name="connsiteX2" fmla="*/ 2121260 w 2458451"/>
                <a:gd name="connsiteY2" fmla="*/ 551679 h 1013547"/>
                <a:gd name="connsiteX3" fmla="*/ 469461 w 2458451"/>
                <a:gd name="connsiteY3" fmla="*/ 933636 h 1013547"/>
                <a:gd name="connsiteX4" fmla="*/ 0 w 2458451"/>
                <a:gd name="connsiteY4" fmla="*/ 896857 h 1013547"/>
                <a:gd name="connsiteX5" fmla="*/ 466182 w 2458451"/>
                <a:gd name="connsiteY5" fmla="*/ 367531 h 1013547"/>
                <a:gd name="connsiteX0" fmla="*/ 466182 w 2458451"/>
                <a:gd name="connsiteY0" fmla="*/ 367531 h 1013547"/>
                <a:gd name="connsiteX1" fmla="*/ 1071047 w 2458451"/>
                <a:gd name="connsiteY1" fmla="*/ 226816 h 1013547"/>
                <a:gd name="connsiteX2" fmla="*/ 1639330 w 2458451"/>
                <a:gd name="connsiteY2" fmla="*/ 0 h 1013547"/>
                <a:gd name="connsiteX3" fmla="*/ 2121260 w 2458451"/>
                <a:gd name="connsiteY3" fmla="*/ 551679 h 1013547"/>
                <a:gd name="connsiteX4" fmla="*/ 469461 w 2458451"/>
                <a:gd name="connsiteY4" fmla="*/ 933636 h 1013547"/>
                <a:gd name="connsiteX5" fmla="*/ 0 w 2458451"/>
                <a:gd name="connsiteY5" fmla="*/ 896857 h 1013547"/>
                <a:gd name="connsiteX6" fmla="*/ 466182 w 2458451"/>
                <a:gd name="connsiteY6" fmla="*/ 367531 h 1013547"/>
                <a:gd name="connsiteX0" fmla="*/ 466182 w 2458451"/>
                <a:gd name="connsiteY0" fmla="*/ 367531 h 1013547"/>
                <a:gd name="connsiteX1" fmla="*/ 1071047 w 2458451"/>
                <a:gd name="connsiteY1" fmla="*/ 226816 h 1013547"/>
                <a:gd name="connsiteX2" fmla="*/ 1639330 w 2458451"/>
                <a:gd name="connsiteY2" fmla="*/ 0 h 1013547"/>
                <a:gd name="connsiteX3" fmla="*/ 2121260 w 2458451"/>
                <a:gd name="connsiteY3" fmla="*/ 551679 h 1013547"/>
                <a:gd name="connsiteX4" fmla="*/ 469461 w 2458451"/>
                <a:gd name="connsiteY4" fmla="*/ 933636 h 1013547"/>
                <a:gd name="connsiteX5" fmla="*/ 0 w 2458451"/>
                <a:gd name="connsiteY5" fmla="*/ 896857 h 1013547"/>
                <a:gd name="connsiteX6" fmla="*/ 466182 w 2458451"/>
                <a:gd name="connsiteY6" fmla="*/ 367531 h 1013547"/>
                <a:gd name="connsiteX0" fmla="*/ 466182 w 2458451"/>
                <a:gd name="connsiteY0" fmla="*/ 367719 h 1013735"/>
                <a:gd name="connsiteX1" fmla="*/ 1071047 w 2458451"/>
                <a:gd name="connsiteY1" fmla="*/ 227004 h 1013735"/>
                <a:gd name="connsiteX2" fmla="*/ 1639330 w 2458451"/>
                <a:gd name="connsiteY2" fmla="*/ 188 h 1013735"/>
                <a:gd name="connsiteX3" fmla="*/ 2121260 w 2458451"/>
                <a:gd name="connsiteY3" fmla="*/ 551867 h 1013735"/>
                <a:gd name="connsiteX4" fmla="*/ 469461 w 2458451"/>
                <a:gd name="connsiteY4" fmla="*/ 933824 h 1013735"/>
                <a:gd name="connsiteX5" fmla="*/ 0 w 2458451"/>
                <a:gd name="connsiteY5" fmla="*/ 897045 h 1013735"/>
                <a:gd name="connsiteX6" fmla="*/ 466182 w 2458451"/>
                <a:gd name="connsiteY6" fmla="*/ 367719 h 101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8451" h="1013735">
                  <a:moveTo>
                    <a:pt x="466182" y="367719"/>
                  </a:moveTo>
                  <a:cubicBezTo>
                    <a:pt x="677468" y="301383"/>
                    <a:pt x="859761" y="293340"/>
                    <a:pt x="1071047" y="227004"/>
                  </a:cubicBezTo>
                  <a:cubicBezTo>
                    <a:pt x="1252340" y="75635"/>
                    <a:pt x="1468880" y="-4416"/>
                    <a:pt x="1639330" y="188"/>
                  </a:cubicBezTo>
                  <a:cubicBezTo>
                    <a:pt x="3017025" y="70264"/>
                    <a:pt x="2274749" y="481390"/>
                    <a:pt x="2121260" y="551867"/>
                  </a:cubicBezTo>
                  <a:cubicBezTo>
                    <a:pt x="1927763" y="716511"/>
                    <a:pt x="784600" y="1203830"/>
                    <a:pt x="469461" y="933824"/>
                  </a:cubicBezTo>
                  <a:cubicBezTo>
                    <a:pt x="115918" y="991354"/>
                    <a:pt x="2028" y="1000433"/>
                    <a:pt x="0" y="897045"/>
                  </a:cubicBezTo>
                  <a:lnTo>
                    <a:pt x="466182" y="367719"/>
                  </a:lnTo>
                  <a:close/>
                </a:path>
              </a:pathLst>
            </a:custGeom>
            <a:solidFill>
              <a:srgbClr val="0B075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D8F0FB3-C8AD-1E60-4CCC-B3CB011744C6}"/>
                </a:ext>
              </a:extLst>
            </p:cNvPr>
            <p:cNvSpPr/>
            <p:nvPr/>
          </p:nvSpPr>
          <p:spPr>
            <a:xfrm rot="21171380">
              <a:off x="5011496" y="3281134"/>
              <a:ext cx="2152338" cy="734356"/>
            </a:xfrm>
            <a:prstGeom prst="ellipse">
              <a:avLst/>
            </a:prstGeom>
            <a:solidFill>
              <a:srgbClr val="0B075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5EAC355-4A6D-3256-FB6D-2560E868672A}"/>
                </a:ext>
              </a:extLst>
            </p:cNvPr>
            <p:cNvSpPr/>
            <p:nvPr/>
          </p:nvSpPr>
          <p:spPr>
            <a:xfrm>
              <a:off x="4149030" y="3489211"/>
              <a:ext cx="379245" cy="379245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09F83AA-3D47-0BEA-DC02-779C3B7E3C0A}"/>
                </a:ext>
              </a:extLst>
            </p:cNvPr>
            <p:cNvSpPr/>
            <p:nvPr/>
          </p:nvSpPr>
          <p:spPr>
            <a:xfrm>
              <a:off x="4288253" y="3640075"/>
              <a:ext cx="169080" cy="16908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CAD6E55-3A92-62C0-794D-E7D58BE74BF9}"/>
                </a:ext>
              </a:extLst>
            </p:cNvPr>
            <p:cNvSpPr/>
            <p:nvPr/>
          </p:nvSpPr>
          <p:spPr>
            <a:xfrm>
              <a:off x="4267555" y="3624684"/>
              <a:ext cx="36103" cy="36103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4A2D2B4-81B5-B2B3-EDBD-64670E09ED6F}"/>
              </a:ext>
            </a:extLst>
          </p:cNvPr>
          <p:cNvGrpSpPr/>
          <p:nvPr/>
        </p:nvGrpSpPr>
        <p:grpSpPr>
          <a:xfrm rot="17765252" flipH="1">
            <a:off x="-3605542" y="1848128"/>
            <a:ext cx="7217676" cy="3651668"/>
            <a:chOff x="2475914" y="1868829"/>
            <a:chExt cx="7599598" cy="3844896"/>
          </a:xfrm>
        </p:grpSpPr>
        <p:sp>
          <p:nvSpPr>
            <p:cNvPr id="45" name="Rectangle 20">
              <a:extLst>
                <a:ext uri="{FF2B5EF4-FFF2-40B4-BE49-F238E27FC236}">
                  <a16:creationId xmlns:a16="http://schemas.microsoft.com/office/drawing/2014/main" id="{890B5C04-E866-B1F1-924F-C6A0B5B8B7DF}"/>
                </a:ext>
              </a:extLst>
            </p:cNvPr>
            <p:cNvSpPr/>
            <p:nvPr/>
          </p:nvSpPr>
          <p:spPr>
            <a:xfrm rot="4143027">
              <a:off x="4197943" y="3977632"/>
              <a:ext cx="2458451" cy="1013735"/>
            </a:xfrm>
            <a:custGeom>
              <a:avLst/>
              <a:gdLst>
                <a:gd name="connsiteX0" fmla="*/ 0 w 890731"/>
                <a:gd name="connsiteY0" fmla="*/ 0 h 303004"/>
                <a:gd name="connsiteX1" fmla="*/ 890731 w 890731"/>
                <a:gd name="connsiteY1" fmla="*/ 0 h 303004"/>
                <a:gd name="connsiteX2" fmla="*/ 890731 w 890731"/>
                <a:gd name="connsiteY2" fmla="*/ 303004 h 303004"/>
                <a:gd name="connsiteX3" fmla="*/ 0 w 890731"/>
                <a:gd name="connsiteY3" fmla="*/ 303004 h 303004"/>
                <a:gd name="connsiteX4" fmla="*/ 0 w 890731"/>
                <a:gd name="connsiteY4" fmla="*/ 0 h 303004"/>
                <a:gd name="connsiteX0" fmla="*/ 0 w 1655078"/>
                <a:gd name="connsiteY0" fmla="*/ 0 h 303004"/>
                <a:gd name="connsiteX1" fmla="*/ 890731 w 1655078"/>
                <a:gd name="connsiteY1" fmla="*/ 0 h 303004"/>
                <a:gd name="connsiteX2" fmla="*/ 1655078 w 1655078"/>
                <a:gd name="connsiteY2" fmla="*/ 184148 h 303004"/>
                <a:gd name="connsiteX3" fmla="*/ 0 w 1655078"/>
                <a:gd name="connsiteY3" fmla="*/ 303004 h 303004"/>
                <a:gd name="connsiteX4" fmla="*/ 0 w 1655078"/>
                <a:gd name="connsiteY4" fmla="*/ 0 h 303004"/>
                <a:gd name="connsiteX0" fmla="*/ 0 w 1655078"/>
                <a:gd name="connsiteY0" fmla="*/ 367531 h 670535"/>
                <a:gd name="connsiteX1" fmla="*/ 1173148 w 1655078"/>
                <a:gd name="connsiteY1" fmla="*/ 0 h 670535"/>
                <a:gd name="connsiteX2" fmla="*/ 1655078 w 1655078"/>
                <a:gd name="connsiteY2" fmla="*/ 551679 h 670535"/>
                <a:gd name="connsiteX3" fmla="*/ 0 w 1655078"/>
                <a:gd name="connsiteY3" fmla="*/ 670535 h 670535"/>
                <a:gd name="connsiteX4" fmla="*/ 0 w 1655078"/>
                <a:gd name="connsiteY4" fmla="*/ 367531 h 670535"/>
                <a:gd name="connsiteX0" fmla="*/ 0 w 1891852"/>
                <a:gd name="connsiteY0" fmla="*/ 367531 h 670535"/>
                <a:gd name="connsiteX1" fmla="*/ 1173148 w 1891852"/>
                <a:gd name="connsiteY1" fmla="*/ 0 h 670535"/>
                <a:gd name="connsiteX2" fmla="*/ 1655078 w 1891852"/>
                <a:gd name="connsiteY2" fmla="*/ 551679 h 670535"/>
                <a:gd name="connsiteX3" fmla="*/ 0 w 1891852"/>
                <a:gd name="connsiteY3" fmla="*/ 670535 h 670535"/>
                <a:gd name="connsiteX4" fmla="*/ 0 w 1891852"/>
                <a:gd name="connsiteY4" fmla="*/ 367531 h 670535"/>
                <a:gd name="connsiteX0" fmla="*/ 0 w 1992269"/>
                <a:gd name="connsiteY0" fmla="*/ 367531 h 670535"/>
                <a:gd name="connsiteX1" fmla="*/ 1173148 w 1992269"/>
                <a:gd name="connsiteY1" fmla="*/ 0 h 670535"/>
                <a:gd name="connsiteX2" fmla="*/ 1655078 w 1992269"/>
                <a:gd name="connsiteY2" fmla="*/ 551679 h 670535"/>
                <a:gd name="connsiteX3" fmla="*/ 0 w 1992269"/>
                <a:gd name="connsiteY3" fmla="*/ 670535 h 670535"/>
                <a:gd name="connsiteX4" fmla="*/ 0 w 1992269"/>
                <a:gd name="connsiteY4" fmla="*/ 367531 h 670535"/>
                <a:gd name="connsiteX0" fmla="*/ 0 w 1992269"/>
                <a:gd name="connsiteY0" fmla="*/ 367531 h 826142"/>
                <a:gd name="connsiteX1" fmla="*/ 1173148 w 1992269"/>
                <a:gd name="connsiteY1" fmla="*/ 0 h 826142"/>
                <a:gd name="connsiteX2" fmla="*/ 1655078 w 1992269"/>
                <a:gd name="connsiteY2" fmla="*/ 551679 h 826142"/>
                <a:gd name="connsiteX3" fmla="*/ 0 w 1992269"/>
                <a:gd name="connsiteY3" fmla="*/ 670535 h 826142"/>
                <a:gd name="connsiteX4" fmla="*/ 0 w 1992269"/>
                <a:gd name="connsiteY4" fmla="*/ 367531 h 826142"/>
                <a:gd name="connsiteX0" fmla="*/ 466182 w 2458451"/>
                <a:gd name="connsiteY0" fmla="*/ 367531 h 921924"/>
                <a:gd name="connsiteX1" fmla="*/ 1639330 w 2458451"/>
                <a:gd name="connsiteY1" fmla="*/ 0 h 921924"/>
                <a:gd name="connsiteX2" fmla="*/ 2121260 w 2458451"/>
                <a:gd name="connsiteY2" fmla="*/ 551679 h 921924"/>
                <a:gd name="connsiteX3" fmla="*/ 0 w 2458451"/>
                <a:gd name="connsiteY3" fmla="*/ 896857 h 921924"/>
                <a:gd name="connsiteX4" fmla="*/ 466182 w 2458451"/>
                <a:gd name="connsiteY4" fmla="*/ 367531 h 921924"/>
                <a:gd name="connsiteX0" fmla="*/ 466182 w 2458451"/>
                <a:gd name="connsiteY0" fmla="*/ 367531 h 995897"/>
                <a:gd name="connsiteX1" fmla="*/ 1639330 w 2458451"/>
                <a:gd name="connsiteY1" fmla="*/ 0 h 995897"/>
                <a:gd name="connsiteX2" fmla="*/ 2121260 w 2458451"/>
                <a:gd name="connsiteY2" fmla="*/ 551679 h 995897"/>
                <a:gd name="connsiteX3" fmla="*/ 0 w 2458451"/>
                <a:gd name="connsiteY3" fmla="*/ 896857 h 995897"/>
                <a:gd name="connsiteX4" fmla="*/ 466182 w 2458451"/>
                <a:gd name="connsiteY4" fmla="*/ 367531 h 995897"/>
                <a:gd name="connsiteX0" fmla="*/ 466182 w 2458451"/>
                <a:gd name="connsiteY0" fmla="*/ 367531 h 976043"/>
                <a:gd name="connsiteX1" fmla="*/ 1639330 w 2458451"/>
                <a:gd name="connsiteY1" fmla="*/ 0 h 976043"/>
                <a:gd name="connsiteX2" fmla="*/ 2121260 w 2458451"/>
                <a:gd name="connsiteY2" fmla="*/ 551679 h 976043"/>
                <a:gd name="connsiteX3" fmla="*/ 469461 w 2458451"/>
                <a:gd name="connsiteY3" fmla="*/ 933636 h 976043"/>
                <a:gd name="connsiteX4" fmla="*/ 0 w 2458451"/>
                <a:gd name="connsiteY4" fmla="*/ 896857 h 976043"/>
                <a:gd name="connsiteX5" fmla="*/ 466182 w 2458451"/>
                <a:gd name="connsiteY5" fmla="*/ 367531 h 976043"/>
                <a:gd name="connsiteX0" fmla="*/ 466182 w 2458451"/>
                <a:gd name="connsiteY0" fmla="*/ 367531 h 1013547"/>
                <a:gd name="connsiteX1" fmla="*/ 1639330 w 2458451"/>
                <a:gd name="connsiteY1" fmla="*/ 0 h 1013547"/>
                <a:gd name="connsiteX2" fmla="*/ 2121260 w 2458451"/>
                <a:gd name="connsiteY2" fmla="*/ 551679 h 1013547"/>
                <a:gd name="connsiteX3" fmla="*/ 469461 w 2458451"/>
                <a:gd name="connsiteY3" fmla="*/ 933636 h 1013547"/>
                <a:gd name="connsiteX4" fmla="*/ 0 w 2458451"/>
                <a:gd name="connsiteY4" fmla="*/ 896857 h 1013547"/>
                <a:gd name="connsiteX5" fmla="*/ 466182 w 2458451"/>
                <a:gd name="connsiteY5" fmla="*/ 367531 h 1013547"/>
                <a:gd name="connsiteX0" fmla="*/ 466182 w 2458451"/>
                <a:gd name="connsiteY0" fmla="*/ 367531 h 1013547"/>
                <a:gd name="connsiteX1" fmla="*/ 1071047 w 2458451"/>
                <a:gd name="connsiteY1" fmla="*/ 226816 h 1013547"/>
                <a:gd name="connsiteX2" fmla="*/ 1639330 w 2458451"/>
                <a:gd name="connsiteY2" fmla="*/ 0 h 1013547"/>
                <a:gd name="connsiteX3" fmla="*/ 2121260 w 2458451"/>
                <a:gd name="connsiteY3" fmla="*/ 551679 h 1013547"/>
                <a:gd name="connsiteX4" fmla="*/ 469461 w 2458451"/>
                <a:gd name="connsiteY4" fmla="*/ 933636 h 1013547"/>
                <a:gd name="connsiteX5" fmla="*/ 0 w 2458451"/>
                <a:gd name="connsiteY5" fmla="*/ 896857 h 1013547"/>
                <a:gd name="connsiteX6" fmla="*/ 466182 w 2458451"/>
                <a:gd name="connsiteY6" fmla="*/ 367531 h 1013547"/>
                <a:gd name="connsiteX0" fmla="*/ 466182 w 2458451"/>
                <a:gd name="connsiteY0" fmla="*/ 367531 h 1013547"/>
                <a:gd name="connsiteX1" fmla="*/ 1071047 w 2458451"/>
                <a:gd name="connsiteY1" fmla="*/ 226816 h 1013547"/>
                <a:gd name="connsiteX2" fmla="*/ 1639330 w 2458451"/>
                <a:gd name="connsiteY2" fmla="*/ 0 h 1013547"/>
                <a:gd name="connsiteX3" fmla="*/ 2121260 w 2458451"/>
                <a:gd name="connsiteY3" fmla="*/ 551679 h 1013547"/>
                <a:gd name="connsiteX4" fmla="*/ 469461 w 2458451"/>
                <a:gd name="connsiteY4" fmla="*/ 933636 h 1013547"/>
                <a:gd name="connsiteX5" fmla="*/ 0 w 2458451"/>
                <a:gd name="connsiteY5" fmla="*/ 896857 h 1013547"/>
                <a:gd name="connsiteX6" fmla="*/ 466182 w 2458451"/>
                <a:gd name="connsiteY6" fmla="*/ 367531 h 1013547"/>
                <a:gd name="connsiteX0" fmla="*/ 466182 w 2458451"/>
                <a:gd name="connsiteY0" fmla="*/ 367719 h 1013735"/>
                <a:gd name="connsiteX1" fmla="*/ 1071047 w 2458451"/>
                <a:gd name="connsiteY1" fmla="*/ 227004 h 1013735"/>
                <a:gd name="connsiteX2" fmla="*/ 1639330 w 2458451"/>
                <a:gd name="connsiteY2" fmla="*/ 188 h 1013735"/>
                <a:gd name="connsiteX3" fmla="*/ 2121260 w 2458451"/>
                <a:gd name="connsiteY3" fmla="*/ 551867 h 1013735"/>
                <a:gd name="connsiteX4" fmla="*/ 469461 w 2458451"/>
                <a:gd name="connsiteY4" fmla="*/ 933824 h 1013735"/>
                <a:gd name="connsiteX5" fmla="*/ 0 w 2458451"/>
                <a:gd name="connsiteY5" fmla="*/ 897045 h 1013735"/>
                <a:gd name="connsiteX6" fmla="*/ 466182 w 2458451"/>
                <a:gd name="connsiteY6" fmla="*/ 367719 h 101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8451" h="1013735">
                  <a:moveTo>
                    <a:pt x="466182" y="367719"/>
                  </a:moveTo>
                  <a:cubicBezTo>
                    <a:pt x="677468" y="301383"/>
                    <a:pt x="859761" y="293340"/>
                    <a:pt x="1071047" y="227004"/>
                  </a:cubicBezTo>
                  <a:cubicBezTo>
                    <a:pt x="1252340" y="75635"/>
                    <a:pt x="1468880" y="-4416"/>
                    <a:pt x="1639330" y="188"/>
                  </a:cubicBezTo>
                  <a:cubicBezTo>
                    <a:pt x="3017025" y="70264"/>
                    <a:pt x="2274749" y="481390"/>
                    <a:pt x="2121260" y="551867"/>
                  </a:cubicBezTo>
                  <a:cubicBezTo>
                    <a:pt x="1927763" y="716511"/>
                    <a:pt x="784600" y="1203830"/>
                    <a:pt x="469461" y="933824"/>
                  </a:cubicBezTo>
                  <a:cubicBezTo>
                    <a:pt x="115918" y="991354"/>
                    <a:pt x="2028" y="1000433"/>
                    <a:pt x="0" y="897045"/>
                  </a:cubicBezTo>
                  <a:lnTo>
                    <a:pt x="466182" y="367719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Rectangle 17">
              <a:extLst>
                <a:ext uri="{FF2B5EF4-FFF2-40B4-BE49-F238E27FC236}">
                  <a16:creationId xmlns:a16="http://schemas.microsoft.com/office/drawing/2014/main" id="{4A617BD4-B34D-05B4-ED5C-5534F52F435B}"/>
                </a:ext>
              </a:extLst>
            </p:cNvPr>
            <p:cNvSpPr/>
            <p:nvPr/>
          </p:nvSpPr>
          <p:spPr>
            <a:xfrm>
              <a:off x="2475914" y="1878239"/>
              <a:ext cx="7599598" cy="2825118"/>
            </a:xfrm>
            <a:custGeom>
              <a:avLst/>
              <a:gdLst>
                <a:gd name="connsiteX0" fmla="*/ 0 w 4557333"/>
                <a:gd name="connsiteY0" fmla="*/ 0 h 1268088"/>
                <a:gd name="connsiteX1" fmla="*/ 4557333 w 4557333"/>
                <a:gd name="connsiteY1" fmla="*/ 0 h 1268088"/>
                <a:gd name="connsiteX2" fmla="*/ 4557333 w 4557333"/>
                <a:gd name="connsiteY2" fmla="*/ 1268088 h 1268088"/>
                <a:gd name="connsiteX3" fmla="*/ 0 w 4557333"/>
                <a:gd name="connsiteY3" fmla="*/ 1268088 h 1268088"/>
                <a:gd name="connsiteX4" fmla="*/ 0 w 4557333"/>
                <a:gd name="connsiteY4" fmla="*/ 0 h 1268088"/>
                <a:gd name="connsiteX0" fmla="*/ 609600 w 4557333"/>
                <a:gd name="connsiteY0" fmla="*/ 0 h 1496688"/>
                <a:gd name="connsiteX1" fmla="*/ 4557333 w 4557333"/>
                <a:gd name="connsiteY1" fmla="*/ 228600 h 1496688"/>
                <a:gd name="connsiteX2" fmla="*/ 4557333 w 4557333"/>
                <a:gd name="connsiteY2" fmla="*/ 1496688 h 1496688"/>
                <a:gd name="connsiteX3" fmla="*/ 0 w 4557333"/>
                <a:gd name="connsiteY3" fmla="*/ 1496688 h 1496688"/>
                <a:gd name="connsiteX4" fmla="*/ 609600 w 4557333"/>
                <a:gd name="connsiteY4" fmla="*/ 0 h 1496688"/>
                <a:gd name="connsiteX0" fmla="*/ 304800 w 4252533"/>
                <a:gd name="connsiteY0" fmla="*/ 0 h 1496688"/>
                <a:gd name="connsiteX1" fmla="*/ 4252533 w 4252533"/>
                <a:gd name="connsiteY1" fmla="*/ 228600 h 1496688"/>
                <a:gd name="connsiteX2" fmla="*/ 4252533 w 4252533"/>
                <a:gd name="connsiteY2" fmla="*/ 1496688 h 1496688"/>
                <a:gd name="connsiteX3" fmla="*/ 0 w 4252533"/>
                <a:gd name="connsiteY3" fmla="*/ 1001388 h 1496688"/>
                <a:gd name="connsiteX4" fmla="*/ 304800 w 4252533"/>
                <a:gd name="connsiteY4" fmla="*/ 0 h 1496688"/>
                <a:gd name="connsiteX0" fmla="*/ 317500 w 4265233"/>
                <a:gd name="connsiteY0" fmla="*/ 0 h 1496688"/>
                <a:gd name="connsiteX1" fmla="*/ 4265233 w 4265233"/>
                <a:gd name="connsiteY1" fmla="*/ 228600 h 1496688"/>
                <a:gd name="connsiteX2" fmla="*/ 4265233 w 4265233"/>
                <a:gd name="connsiteY2" fmla="*/ 1496688 h 1496688"/>
                <a:gd name="connsiteX3" fmla="*/ 0 w 4265233"/>
                <a:gd name="connsiteY3" fmla="*/ 1026788 h 1496688"/>
                <a:gd name="connsiteX4" fmla="*/ 317500 w 4265233"/>
                <a:gd name="connsiteY4" fmla="*/ 0 h 1496688"/>
                <a:gd name="connsiteX0" fmla="*/ 877533 w 4825266"/>
                <a:gd name="connsiteY0" fmla="*/ 0 h 1496688"/>
                <a:gd name="connsiteX1" fmla="*/ 4825266 w 4825266"/>
                <a:gd name="connsiteY1" fmla="*/ 228600 h 1496688"/>
                <a:gd name="connsiteX2" fmla="*/ 4825266 w 4825266"/>
                <a:gd name="connsiteY2" fmla="*/ 1496688 h 1496688"/>
                <a:gd name="connsiteX3" fmla="*/ 560033 w 4825266"/>
                <a:gd name="connsiteY3" fmla="*/ 1026788 h 1496688"/>
                <a:gd name="connsiteX4" fmla="*/ 877533 w 4825266"/>
                <a:gd name="connsiteY4" fmla="*/ 0 h 1496688"/>
                <a:gd name="connsiteX0" fmla="*/ 902286 w 4850019"/>
                <a:gd name="connsiteY0" fmla="*/ 0 h 1496688"/>
                <a:gd name="connsiteX1" fmla="*/ 4850019 w 4850019"/>
                <a:gd name="connsiteY1" fmla="*/ 228600 h 1496688"/>
                <a:gd name="connsiteX2" fmla="*/ 4850019 w 4850019"/>
                <a:gd name="connsiteY2" fmla="*/ 1496688 h 1496688"/>
                <a:gd name="connsiteX3" fmla="*/ 584786 w 4850019"/>
                <a:gd name="connsiteY3" fmla="*/ 1026788 h 1496688"/>
                <a:gd name="connsiteX4" fmla="*/ 902286 w 4850019"/>
                <a:gd name="connsiteY4" fmla="*/ 0 h 1496688"/>
                <a:gd name="connsiteX0" fmla="*/ 902286 w 5827919"/>
                <a:gd name="connsiteY0" fmla="*/ 546100 h 2042788"/>
                <a:gd name="connsiteX1" fmla="*/ 5827919 w 5827919"/>
                <a:gd name="connsiteY1" fmla="*/ 0 h 2042788"/>
                <a:gd name="connsiteX2" fmla="*/ 4850019 w 5827919"/>
                <a:gd name="connsiteY2" fmla="*/ 2042788 h 2042788"/>
                <a:gd name="connsiteX3" fmla="*/ 584786 w 5827919"/>
                <a:gd name="connsiteY3" fmla="*/ 1572888 h 2042788"/>
                <a:gd name="connsiteX4" fmla="*/ 902286 w 5827919"/>
                <a:gd name="connsiteY4" fmla="*/ 546100 h 2042788"/>
                <a:gd name="connsiteX0" fmla="*/ 902286 w 5954919"/>
                <a:gd name="connsiteY0" fmla="*/ 546100 h 1572888"/>
                <a:gd name="connsiteX1" fmla="*/ 5827919 w 5954919"/>
                <a:gd name="connsiteY1" fmla="*/ 0 h 1572888"/>
                <a:gd name="connsiteX2" fmla="*/ 5954919 w 5954919"/>
                <a:gd name="connsiteY2" fmla="*/ 252088 h 1572888"/>
                <a:gd name="connsiteX3" fmla="*/ 584786 w 5954919"/>
                <a:gd name="connsiteY3" fmla="*/ 1572888 h 1572888"/>
                <a:gd name="connsiteX4" fmla="*/ 902286 w 5954919"/>
                <a:gd name="connsiteY4" fmla="*/ 546100 h 1572888"/>
                <a:gd name="connsiteX0" fmla="*/ 902286 w 5954919"/>
                <a:gd name="connsiteY0" fmla="*/ 546100 h 1572888"/>
                <a:gd name="connsiteX1" fmla="*/ 5827919 w 5954919"/>
                <a:gd name="connsiteY1" fmla="*/ 0 h 1572888"/>
                <a:gd name="connsiteX2" fmla="*/ 5954919 w 5954919"/>
                <a:gd name="connsiteY2" fmla="*/ 252088 h 1572888"/>
                <a:gd name="connsiteX3" fmla="*/ 584786 w 5954919"/>
                <a:gd name="connsiteY3" fmla="*/ 1572888 h 1572888"/>
                <a:gd name="connsiteX4" fmla="*/ 902286 w 5954919"/>
                <a:gd name="connsiteY4" fmla="*/ 546100 h 1572888"/>
                <a:gd name="connsiteX0" fmla="*/ 902286 w 5954919"/>
                <a:gd name="connsiteY0" fmla="*/ 584200 h 1610988"/>
                <a:gd name="connsiteX1" fmla="*/ 5827919 w 5954919"/>
                <a:gd name="connsiteY1" fmla="*/ 0 h 1610988"/>
                <a:gd name="connsiteX2" fmla="*/ 5954919 w 5954919"/>
                <a:gd name="connsiteY2" fmla="*/ 290188 h 1610988"/>
                <a:gd name="connsiteX3" fmla="*/ 584786 w 5954919"/>
                <a:gd name="connsiteY3" fmla="*/ 1610988 h 1610988"/>
                <a:gd name="connsiteX4" fmla="*/ 902286 w 5954919"/>
                <a:gd name="connsiteY4" fmla="*/ 584200 h 1610988"/>
                <a:gd name="connsiteX0" fmla="*/ 902286 w 5985399"/>
                <a:gd name="connsiteY0" fmla="*/ 584200 h 1610988"/>
                <a:gd name="connsiteX1" fmla="*/ 5827919 w 5985399"/>
                <a:gd name="connsiteY1" fmla="*/ 0 h 1610988"/>
                <a:gd name="connsiteX2" fmla="*/ 5985399 w 5985399"/>
                <a:gd name="connsiteY2" fmla="*/ 282568 h 1610988"/>
                <a:gd name="connsiteX3" fmla="*/ 584786 w 5985399"/>
                <a:gd name="connsiteY3" fmla="*/ 1610988 h 1610988"/>
                <a:gd name="connsiteX4" fmla="*/ 902286 w 5985399"/>
                <a:gd name="connsiteY4" fmla="*/ 584200 h 1610988"/>
                <a:gd name="connsiteX0" fmla="*/ 902286 w 5985399"/>
                <a:gd name="connsiteY0" fmla="*/ 584200 h 1845089"/>
                <a:gd name="connsiteX1" fmla="*/ 5827919 w 5985399"/>
                <a:gd name="connsiteY1" fmla="*/ 0 h 1845089"/>
                <a:gd name="connsiteX2" fmla="*/ 5985399 w 5985399"/>
                <a:gd name="connsiteY2" fmla="*/ 282568 h 1845089"/>
                <a:gd name="connsiteX3" fmla="*/ 584786 w 5985399"/>
                <a:gd name="connsiteY3" fmla="*/ 1610988 h 1845089"/>
                <a:gd name="connsiteX4" fmla="*/ 902286 w 5985399"/>
                <a:gd name="connsiteY4" fmla="*/ 584200 h 1845089"/>
                <a:gd name="connsiteX0" fmla="*/ 902286 w 5985399"/>
                <a:gd name="connsiteY0" fmla="*/ 584200 h 2087156"/>
                <a:gd name="connsiteX1" fmla="*/ 5827919 w 5985399"/>
                <a:gd name="connsiteY1" fmla="*/ 0 h 2087156"/>
                <a:gd name="connsiteX2" fmla="*/ 5985399 w 5985399"/>
                <a:gd name="connsiteY2" fmla="*/ 282568 h 2087156"/>
                <a:gd name="connsiteX3" fmla="*/ 584786 w 5985399"/>
                <a:gd name="connsiteY3" fmla="*/ 1610988 h 2087156"/>
                <a:gd name="connsiteX4" fmla="*/ 902286 w 5985399"/>
                <a:gd name="connsiteY4" fmla="*/ 584200 h 2087156"/>
                <a:gd name="connsiteX0" fmla="*/ 902286 w 6769687"/>
                <a:gd name="connsiteY0" fmla="*/ 1107854 h 2610810"/>
                <a:gd name="connsiteX1" fmla="*/ 5827919 w 6769687"/>
                <a:gd name="connsiteY1" fmla="*/ 523654 h 2610810"/>
                <a:gd name="connsiteX2" fmla="*/ 6769687 w 6769687"/>
                <a:gd name="connsiteY2" fmla="*/ 2952 h 2610810"/>
                <a:gd name="connsiteX3" fmla="*/ 5985399 w 6769687"/>
                <a:gd name="connsiteY3" fmla="*/ 806222 h 2610810"/>
                <a:gd name="connsiteX4" fmla="*/ 584786 w 6769687"/>
                <a:gd name="connsiteY4" fmla="*/ 2134642 h 2610810"/>
                <a:gd name="connsiteX5" fmla="*/ 902286 w 6769687"/>
                <a:gd name="connsiteY5" fmla="*/ 1107854 h 2610810"/>
                <a:gd name="connsiteX0" fmla="*/ 902286 w 7588448"/>
                <a:gd name="connsiteY0" fmla="*/ 1107854 h 2610810"/>
                <a:gd name="connsiteX1" fmla="*/ 5827919 w 7588448"/>
                <a:gd name="connsiteY1" fmla="*/ 523654 h 2610810"/>
                <a:gd name="connsiteX2" fmla="*/ 6769687 w 7588448"/>
                <a:gd name="connsiteY2" fmla="*/ 2952 h 2610810"/>
                <a:gd name="connsiteX3" fmla="*/ 7569787 w 7588448"/>
                <a:gd name="connsiteY3" fmla="*/ 1044352 h 2610810"/>
                <a:gd name="connsiteX4" fmla="*/ 5985399 w 7588448"/>
                <a:gd name="connsiteY4" fmla="*/ 806222 h 2610810"/>
                <a:gd name="connsiteX5" fmla="*/ 584786 w 7588448"/>
                <a:gd name="connsiteY5" fmla="*/ 2134642 h 2610810"/>
                <a:gd name="connsiteX6" fmla="*/ 902286 w 7588448"/>
                <a:gd name="connsiteY6" fmla="*/ 1107854 h 2610810"/>
                <a:gd name="connsiteX0" fmla="*/ 902286 w 7583936"/>
                <a:gd name="connsiteY0" fmla="*/ 1108326 h 2611282"/>
                <a:gd name="connsiteX1" fmla="*/ 5827919 w 7583936"/>
                <a:gd name="connsiteY1" fmla="*/ 524126 h 2611282"/>
                <a:gd name="connsiteX2" fmla="*/ 6769687 w 7583936"/>
                <a:gd name="connsiteY2" fmla="*/ 3424 h 2611282"/>
                <a:gd name="connsiteX3" fmla="*/ 6439486 w 7583936"/>
                <a:gd name="connsiteY3" fmla="*/ 460624 h 2611282"/>
                <a:gd name="connsiteX4" fmla="*/ 7569787 w 7583936"/>
                <a:gd name="connsiteY4" fmla="*/ 1044824 h 2611282"/>
                <a:gd name="connsiteX5" fmla="*/ 5985399 w 7583936"/>
                <a:gd name="connsiteY5" fmla="*/ 806694 h 2611282"/>
                <a:gd name="connsiteX6" fmla="*/ 584786 w 7583936"/>
                <a:gd name="connsiteY6" fmla="*/ 2135114 h 2611282"/>
                <a:gd name="connsiteX7" fmla="*/ 902286 w 7583936"/>
                <a:gd name="connsiteY7" fmla="*/ 1108326 h 2611282"/>
                <a:gd name="connsiteX0" fmla="*/ 902286 w 7583936"/>
                <a:gd name="connsiteY0" fmla="*/ 1109371 h 2612327"/>
                <a:gd name="connsiteX1" fmla="*/ 5827919 w 7583936"/>
                <a:gd name="connsiteY1" fmla="*/ 525171 h 2612327"/>
                <a:gd name="connsiteX2" fmla="*/ 6769687 w 7583936"/>
                <a:gd name="connsiteY2" fmla="*/ 4469 h 2612327"/>
                <a:gd name="connsiteX3" fmla="*/ 6439486 w 7583936"/>
                <a:gd name="connsiteY3" fmla="*/ 461669 h 2612327"/>
                <a:gd name="connsiteX4" fmla="*/ 7569787 w 7583936"/>
                <a:gd name="connsiteY4" fmla="*/ 1045869 h 2612327"/>
                <a:gd name="connsiteX5" fmla="*/ 5985399 w 7583936"/>
                <a:gd name="connsiteY5" fmla="*/ 807739 h 2612327"/>
                <a:gd name="connsiteX6" fmla="*/ 584786 w 7583936"/>
                <a:gd name="connsiteY6" fmla="*/ 2136159 h 2612327"/>
                <a:gd name="connsiteX7" fmla="*/ 902286 w 7583936"/>
                <a:gd name="connsiteY7" fmla="*/ 1109371 h 2612327"/>
                <a:gd name="connsiteX0" fmla="*/ 902286 w 7583936"/>
                <a:gd name="connsiteY0" fmla="*/ 1275148 h 2778104"/>
                <a:gd name="connsiteX1" fmla="*/ 5827919 w 7583936"/>
                <a:gd name="connsiteY1" fmla="*/ 690948 h 2778104"/>
                <a:gd name="connsiteX2" fmla="*/ 6769687 w 7583936"/>
                <a:gd name="connsiteY2" fmla="*/ 170246 h 2778104"/>
                <a:gd name="connsiteX3" fmla="*/ 6439486 w 7583936"/>
                <a:gd name="connsiteY3" fmla="*/ 627446 h 2778104"/>
                <a:gd name="connsiteX4" fmla="*/ 7569787 w 7583936"/>
                <a:gd name="connsiteY4" fmla="*/ 1211646 h 2778104"/>
                <a:gd name="connsiteX5" fmla="*/ 5985399 w 7583936"/>
                <a:gd name="connsiteY5" fmla="*/ 973516 h 2778104"/>
                <a:gd name="connsiteX6" fmla="*/ 584786 w 7583936"/>
                <a:gd name="connsiteY6" fmla="*/ 2301936 h 2778104"/>
                <a:gd name="connsiteX7" fmla="*/ 902286 w 7583936"/>
                <a:gd name="connsiteY7" fmla="*/ 1275148 h 2778104"/>
                <a:gd name="connsiteX0" fmla="*/ 902286 w 7583936"/>
                <a:gd name="connsiteY0" fmla="*/ 1275148 h 2778104"/>
                <a:gd name="connsiteX1" fmla="*/ 5827919 w 7583936"/>
                <a:gd name="connsiteY1" fmla="*/ 690948 h 2778104"/>
                <a:gd name="connsiteX2" fmla="*/ 6769687 w 7583936"/>
                <a:gd name="connsiteY2" fmla="*/ 170246 h 2778104"/>
                <a:gd name="connsiteX3" fmla="*/ 6439486 w 7583936"/>
                <a:gd name="connsiteY3" fmla="*/ 627446 h 2778104"/>
                <a:gd name="connsiteX4" fmla="*/ 7569787 w 7583936"/>
                <a:gd name="connsiteY4" fmla="*/ 1211646 h 2778104"/>
                <a:gd name="connsiteX5" fmla="*/ 5985399 w 7583936"/>
                <a:gd name="connsiteY5" fmla="*/ 973516 h 2778104"/>
                <a:gd name="connsiteX6" fmla="*/ 584786 w 7583936"/>
                <a:gd name="connsiteY6" fmla="*/ 2301936 h 2778104"/>
                <a:gd name="connsiteX7" fmla="*/ 902286 w 7583936"/>
                <a:gd name="connsiteY7" fmla="*/ 1275148 h 2778104"/>
                <a:gd name="connsiteX0" fmla="*/ 902286 w 7583936"/>
                <a:gd name="connsiteY0" fmla="*/ 1482140 h 2985096"/>
                <a:gd name="connsiteX1" fmla="*/ 5827919 w 7583936"/>
                <a:gd name="connsiteY1" fmla="*/ 897940 h 2985096"/>
                <a:gd name="connsiteX2" fmla="*/ 6795087 w 7583936"/>
                <a:gd name="connsiteY2" fmla="*/ 148638 h 2985096"/>
                <a:gd name="connsiteX3" fmla="*/ 6439486 w 7583936"/>
                <a:gd name="connsiteY3" fmla="*/ 834438 h 2985096"/>
                <a:gd name="connsiteX4" fmla="*/ 7569787 w 7583936"/>
                <a:gd name="connsiteY4" fmla="*/ 1418638 h 2985096"/>
                <a:gd name="connsiteX5" fmla="*/ 5985399 w 7583936"/>
                <a:gd name="connsiteY5" fmla="*/ 1180508 h 2985096"/>
                <a:gd name="connsiteX6" fmla="*/ 584786 w 7583936"/>
                <a:gd name="connsiteY6" fmla="*/ 2508928 h 2985096"/>
                <a:gd name="connsiteX7" fmla="*/ 902286 w 7583936"/>
                <a:gd name="connsiteY7" fmla="*/ 1482140 h 2985096"/>
                <a:gd name="connsiteX0" fmla="*/ 902286 w 7599598"/>
                <a:gd name="connsiteY0" fmla="*/ 1482140 h 2985096"/>
                <a:gd name="connsiteX1" fmla="*/ 5827919 w 7599598"/>
                <a:gd name="connsiteY1" fmla="*/ 897940 h 2985096"/>
                <a:gd name="connsiteX2" fmla="*/ 6795087 w 7599598"/>
                <a:gd name="connsiteY2" fmla="*/ 148638 h 2985096"/>
                <a:gd name="connsiteX3" fmla="*/ 6439486 w 7599598"/>
                <a:gd name="connsiteY3" fmla="*/ 834438 h 2985096"/>
                <a:gd name="connsiteX4" fmla="*/ 7569787 w 7599598"/>
                <a:gd name="connsiteY4" fmla="*/ 1418638 h 2985096"/>
                <a:gd name="connsiteX5" fmla="*/ 5985399 w 7599598"/>
                <a:gd name="connsiteY5" fmla="*/ 1180508 h 2985096"/>
                <a:gd name="connsiteX6" fmla="*/ 584786 w 7599598"/>
                <a:gd name="connsiteY6" fmla="*/ 2508928 h 2985096"/>
                <a:gd name="connsiteX7" fmla="*/ 902286 w 7599598"/>
                <a:gd name="connsiteY7" fmla="*/ 1482140 h 2985096"/>
                <a:gd name="connsiteX0" fmla="*/ 902286 w 7599598"/>
                <a:gd name="connsiteY0" fmla="*/ 1482140 h 2985096"/>
                <a:gd name="connsiteX1" fmla="*/ 5827919 w 7599598"/>
                <a:gd name="connsiteY1" fmla="*/ 897940 h 2985096"/>
                <a:gd name="connsiteX2" fmla="*/ 6795087 w 7599598"/>
                <a:gd name="connsiteY2" fmla="*/ 148638 h 2985096"/>
                <a:gd name="connsiteX3" fmla="*/ 6439486 w 7599598"/>
                <a:gd name="connsiteY3" fmla="*/ 834438 h 2985096"/>
                <a:gd name="connsiteX4" fmla="*/ 7569787 w 7599598"/>
                <a:gd name="connsiteY4" fmla="*/ 1418638 h 2985096"/>
                <a:gd name="connsiteX5" fmla="*/ 5985399 w 7599598"/>
                <a:gd name="connsiteY5" fmla="*/ 1180508 h 2985096"/>
                <a:gd name="connsiteX6" fmla="*/ 584786 w 7599598"/>
                <a:gd name="connsiteY6" fmla="*/ 2508928 h 2985096"/>
                <a:gd name="connsiteX7" fmla="*/ 902286 w 7599598"/>
                <a:gd name="connsiteY7" fmla="*/ 1482140 h 2985096"/>
                <a:gd name="connsiteX0" fmla="*/ 902286 w 7599598"/>
                <a:gd name="connsiteY0" fmla="*/ 1470497 h 2973453"/>
                <a:gd name="connsiteX1" fmla="*/ 5827919 w 7599598"/>
                <a:gd name="connsiteY1" fmla="*/ 886297 h 2973453"/>
                <a:gd name="connsiteX2" fmla="*/ 6795087 w 7599598"/>
                <a:gd name="connsiteY2" fmla="*/ 149695 h 2973453"/>
                <a:gd name="connsiteX3" fmla="*/ 6439486 w 7599598"/>
                <a:gd name="connsiteY3" fmla="*/ 822795 h 2973453"/>
                <a:gd name="connsiteX4" fmla="*/ 7569787 w 7599598"/>
                <a:gd name="connsiteY4" fmla="*/ 1406995 h 2973453"/>
                <a:gd name="connsiteX5" fmla="*/ 5985399 w 7599598"/>
                <a:gd name="connsiteY5" fmla="*/ 1168865 h 2973453"/>
                <a:gd name="connsiteX6" fmla="*/ 584786 w 7599598"/>
                <a:gd name="connsiteY6" fmla="*/ 2497285 h 2973453"/>
                <a:gd name="connsiteX7" fmla="*/ 902286 w 7599598"/>
                <a:gd name="connsiteY7" fmla="*/ 1470497 h 2973453"/>
                <a:gd name="connsiteX0" fmla="*/ 902286 w 7599598"/>
                <a:gd name="connsiteY0" fmla="*/ 1330829 h 2833785"/>
                <a:gd name="connsiteX1" fmla="*/ 5827919 w 7599598"/>
                <a:gd name="connsiteY1" fmla="*/ 746629 h 2833785"/>
                <a:gd name="connsiteX2" fmla="*/ 6795087 w 7599598"/>
                <a:gd name="connsiteY2" fmla="*/ 10027 h 2833785"/>
                <a:gd name="connsiteX3" fmla="*/ 6439486 w 7599598"/>
                <a:gd name="connsiteY3" fmla="*/ 683127 h 2833785"/>
                <a:gd name="connsiteX4" fmla="*/ 7569787 w 7599598"/>
                <a:gd name="connsiteY4" fmla="*/ 1267327 h 2833785"/>
                <a:gd name="connsiteX5" fmla="*/ 5985399 w 7599598"/>
                <a:gd name="connsiteY5" fmla="*/ 1029197 h 2833785"/>
                <a:gd name="connsiteX6" fmla="*/ 584786 w 7599598"/>
                <a:gd name="connsiteY6" fmla="*/ 2357617 h 2833785"/>
                <a:gd name="connsiteX7" fmla="*/ 902286 w 7599598"/>
                <a:gd name="connsiteY7" fmla="*/ 1330829 h 2833785"/>
                <a:gd name="connsiteX0" fmla="*/ 902286 w 7599598"/>
                <a:gd name="connsiteY0" fmla="*/ 1330829 h 2833785"/>
                <a:gd name="connsiteX1" fmla="*/ 5827919 w 7599598"/>
                <a:gd name="connsiteY1" fmla="*/ 746629 h 2833785"/>
                <a:gd name="connsiteX2" fmla="*/ 6795087 w 7599598"/>
                <a:gd name="connsiteY2" fmla="*/ 10027 h 2833785"/>
                <a:gd name="connsiteX3" fmla="*/ 6439486 w 7599598"/>
                <a:gd name="connsiteY3" fmla="*/ 683127 h 2833785"/>
                <a:gd name="connsiteX4" fmla="*/ 7569787 w 7599598"/>
                <a:gd name="connsiteY4" fmla="*/ 1267327 h 2833785"/>
                <a:gd name="connsiteX5" fmla="*/ 5985399 w 7599598"/>
                <a:gd name="connsiteY5" fmla="*/ 1029197 h 2833785"/>
                <a:gd name="connsiteX6" fmla="*/ 584786 w 7599598"/>
                <a:gd name="connsiteY6" fmla="*/ 2357617 h 2833785"/>
                <a:gd name="connsiteX7" fmla="*/ 902286 w 7599598"/>
                <a:gd name="connsiteY7" fmla="*/ 1330829 h 2833785"/>
                <a:gd name="connsiteX0" fmla="*/ 902286 w 7599598"/>
                <a:gd name="connsiteY0" fmla="*/ 1330829 h 2833785"/>
                <a:gd name="connsiteX1" fmla="*/ 5827919 w 7599598"/>
                <a:gd name="connsiteY1" fmla="*/ 746629 h 2833785"/>
                <a:gd name="connsiteX2" fmla="*/ 6795087 w 7599598"/>
                <a:gd name="connsiteY2" fmla="*/ 10027 h 2833785"/>
                <a:gd name="connsiteX3" fmla="*/ 6439486 w 7599598"/>
                <a:gd name="connsiteY3" fmla="*/ 683127 h 2833785"/>
                <a:gd name="connsiteX4" fmla="*/ 7569787 w 7599598"/>
                <a:gd name="connsiteY4" fmla="*/ 1267327 h 2833785"/>
                <a:gd name="connsiteX5" fmla="*/ 5985399 w 7599598"/>
                <a:gd name="connsiteY5" fmla="*/ 1029197 h 2833785"/>
                <a:gd name="connsiteX6" fmla="*/ 584786 w 7599598"/>
                <a:gd name="connsiteY6" fmla="*/ 2357617 h 2833785"/>
                <a:gd name="connsiteX7" fmla="*/ 902286 w 7599598"/>
                <a:gd name="connsiteY7" fmla="*/ 1330829 h 2833785"/>
                <a:gd name="connsiteX0" fmla="*/ 902286 w 7599598"/>
                <a:gd name="connsiteY0" fmla="*/ 1330829 h 2833785"/>
                <a:gd name="connsiteX1" fmla="*/ 5827919 w 7599598"/>
                <a:gd name="connsiteY1" fmla="*/ 746629 h 2833785"/>
                <a:gd name="connsiteX2" fmla="*/ 6795087 w 7599598"/>
                <a:gd name="connsiteY2" fmla="*/ 10027 h 2833785"/>
                <a:gd name="connsiteX3" fmla="*/ 6439486 w 7599598"/>
                <a:gd name="connsiteY3" fmla="*/ 683127 h 2833785"/>
                <a:gd name="connsiteX4" fmla="*/ 7569787 w 7599598"/>
                <a:gd name="connsiteY4" fmla="*/ 1267327 h 2833785"/>
                <a:gd name="connsiteX5" fmla="*/ 5985399 w 7599598"/>
                <a:gd name="connsiteY5" fmla="*/ 1029197 h 2833785"/>
                <a:gd name="connsiteX6" fmla="*/ 584786 w 7599598"/>
                <a:gd name="connsiteY6" fmla="*/ 2357617 h 2833785"/>
                <a:gd name="connsiteX7" fmla="*/ 902286 w 7599598"/>
                <a:gd name="connsiteY7" fmla="*/ 1330829 h 2833785"/>
                <a:gd name="connsiteX0" fmla="*/ 902286 w 7599598"/>
                <a:gd name="connsiteY0" fmla="*/ 1338264 h 2841220"/>
                <a:gd name="connsiteX1" fmla="*/ 5827919 w 7599598"/>
                <a:gd name="connsiteY1" fmla="*/ 754064 h 2841220"/>
                <a:gd name="connsiteX2" fmla="*/ 6795087 w 7599598"/>
                <a:gd name="connsiteY2" fmla="*/ 17462 h 2841220"/>
                <a:gd name="connsiteX3" fmla="*/ 6439486 w 7599598"/>
                <a:gd name="connsiteY3" fmla="*/ 690562 h 2841220"/>
                <a:gd name="connsiteX4" fmla="*/ 7569787 w 7599598"/>
                <a:gd name="connsiteY4" fmla="*/ 1274762 h 2841220"/>
                <a:gd name="connsiteX5" fmla="*/ 5985399 w 7599598"/>
                <a:gd name="connsiteY5" fmla="*/ 1036632 h 2841220"/>
                <a:gd name="connsiteX6" fmla="*/ 584786 w 7599598"/>
                <a:gd name="connsiteY6" fmla="*/ 2365052 h 2841220"/>
                <a:gd name="connsiteX7" fmla="*/ 902286 w 7599598"/>
                <a:gd name="connsiteY7" fmla="*/ 1338264 h 2841220"/>
                <a:gd name="connsiteX0" fmla="*/ 902286 w 7599598"/>
                <a:gd name="connsiteY0" fmla="*/ 1338264 h 2841220"/>
                <a:gd name="connsiteX1" fmla="*/ 5827919 w 7599598"/>
                <a:gd name="connsiteY1" fmla="*/ 754064 h 2841220"/>
                <a:gd name="connsiteX2" fmla="*/ 6795087 w 7599598"/>
                <a:gd name="connsiteY2" fmla="*/ 17462 h 2841220"/>
                <a:gd name="connsiteX3" fmla="*/ 6439486 w 7599598"/>
                <a:gd name="connsiteY3" fmla="*/ 690562 h 2841220"/>
                <a:gd name="connsiteX4" fmla="*/ 7569787 w 7599598"/>
                <a:gd name="connsiteY4" fmla="*/ 1274762 h 2841220"/>
                <a:gd name="connsiteX5" fmla="*/ 5985399 w 7599598"/>
                <a:gd name="connsiteY5" fmla="*/ 1036632 h 2841220"/>
                <a:gd name="connsiteX6" fmla="*/ 584786 w 7599598"/>
                <a:gd name="connsiteY6" fmla="*/ 2365052 h 2841220"/>
                <a:gd name="connsiteX7" fmla="*/ 902286 w 7599598"/>
                <a:gd name="connsiteY7" fmla="*/ 1338264 h 2841220"/>
                <a:gd name="connsiteX0" fmla="*/ 902286 w 7599598"/>
                <a:gd name="connsiteY0" fmla="*/ 1321499 h 2824455"/>
                <a:gd name="connsiteX1" fmla="*/ 5827919 w 7599598"/>
                <a:gd name="connsiteY1" fmla="*/ 737299 h 2824455"/>
                <a:gd name="connsiteX2" fmla="*/ 6795087 w 7599598"/>
                <a:gd name="connsiteY2" fmla="*/ 697 h 2824455"/>
                <a:gd name="connsiteX3" fmla="*/ 6439486 w 7599598"/>
                <a:gd name="connsiteY3" fmla="*/ 673797 h 2824455"/>
                <a:gd name="connsiteX4" fmla="*/ 7569787 w 7599598"/>
                <a:gd name="connsiteY4" fmla="*/ 1257997 h 2824455"/>
                <a:gd name="connsiteX5" fmla="*/ 5985399 w 7599598"/>
                <a:gd name="connsiteY5" fmla="*/ 1019867 h 2824455"/>
                <a:gd name="connsiteX6" fmla="*/ 584786 w 7599598"/>
                <a:gd name="connsiteY6" fmla="*/ 2348287 h 2824455"/>
                <a:gd name="connsiteX7" fmla="*/ 902286 w 7599598"/>
                <a:gd name="connsiteY7" fmla="*/ 1321499 h 2824455"/>
                <a:gd name="connsiteX0" fmla="*/ 902286 w 7599598"/>
                <a:gd name="connsiteY0" fmla="*/ 1322162 h 2825118"/>
                <a:gd name="connsiteX1" fmla="*/ 5827919 w 7599598"/>
                <a:gd name="connsiteY1" fmla="*/ 737962 h 2825118"/>
                <a:gd name="connsiteX2" fmla="*/ 6795087 w 7599598"/>
                <a:gd name="connsiteY2" fmla="*/ 1360 h 2825118"/>
                <a:gd name="connsiteX3" fmla="*/ 6439486 w 7599598"/>
                <a:gd name="connsiteY3" fmla="*/ 674460 h 2825118"/>
                <a:gd name="connsiteX4" fmla="*/ 7569787 w 7599598"/>
                <a:gd name="connsiteY4" fmla="*/ 1258660 h 2825118"/>
                <a:gd name="connsiteX5" fmla="*/ 5985399 w 7599598"/>
                <a:gd name="connsiteY5" fmla="*/ 1020530 h 2825118"/>
                <a:gd name="connsiteX6" fmla="*/ 584786 w 7599598"/>
                <a:gd name="connsiteY6" fmla="*/ 2348950 h 2825118"/>
                <a:gd name="connsiteX7" fmla="*/ 902286 w 7599598"/>
                <a:gd name="connsiteY7" fmla="*/ 1322162 h 2825118"/>
                <a:gd name="connsiteX0" fmla="*/ 902286 w 7599598"/>
                <a:gd name="connsiteY0" fmla="*/ 1322162 h 2825118"/>
                <a:gd name="connsiteX1" fmla="*/ 5827919 w 7599598"/>
                <a:gd name="connsiteY1" fmla="*/ 737962 h 2825118"/>
                <a:gd name="connsiteX2" fmla="*/ 6795087 w 7599598"/>
                <a:gd name="connsiteY2" fmla="*/ 1360 h 2825118"/>
                <a:gd name="connsiteX3" fmla="*/ 6439486 w 7599598"/>
                <a:gd name="connsiteY3" fmla="*/ 674460 h 2825118"/>
                <a:gd name="connsiteX4" fmla="*/ 7569787 w 7599598"/>
                <a:gd name="connsiteY4" fmla="*/ 1258660 h 2825118"/>
                <a:gd name="connsiteX5" fmla="*/ 5985399 w 7599598"/>
                <a:gd name="connsiteY5" fmla="*/ 1020530 h 2825118"/>
                <a:gd name="connsiteX6" fmla="*/ 584786 w 7599598"/>
                <a:gd name="connsiteY6" fmla="*/ 2348950 h 2825118"/>
                <a:gd name="connsiteX7" fmla="*/ 902286 w 7599598"/>
                <a:gd name="connsiteY7" fmla="*/ 1322162 h 2825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99598" h="2825118">
                  <a:moveTo>
                    <a:pt x="902286" y="1322162"/>
                  </a:moveTo>
                  <a:cubicBezTo>
                    <a:pt x="2544164" y="1140129"/>
                    <a:pt x="2372481" y="1918215"/>
                    <a:pt x="5827919" y="737962"/>
                  </a:cubicBezTo>
                  <a:cubicBezTo>
                    <a:pt x="5705808" y="160111"/>
                    <a:pt x="6802898" y="-17689"/>
                    <a:pt x="6795087" y="1360"/>
                  </a:cubicBezTo>
                  <a:cubicBezTo>
                    <a:pt x="6822931" y="43693"/>
                    <a:pt x="7017336" y="500893"/>
                    <a:pt x="6439486" y="674460"/>
                  </a:cubicBezTo>
                  <a:cubicBezTo>
                    <a:pt x="7271336" y="467027"/>
                    <a:pt x="7723785" y="1171348"/>
                    <a:pt x="7569787" y="1258660"/>
                  </a:cubicBezTo>
                  <a:cubicBezTo>
                    <a:pt x="7041658" y="1179283"/>
                    <a:pt x="6391608" y="1358987"/>
                    <a:pt x="5985399" y="1020530"/>
                  </a:cubicBezTo>
                  <a:cubicBezTo>
                    <a:pt x="3537495" y="3825537"/>
                    <a:pt x="1013390" y="2584323"/>
                    <a:pt x="584786" y="2348950"/>
                  </a:cubicBezTo>
                  <a:cubicBezTo>
                    <a:pt x="-795281" y="1397087"/>
                    <a:pt x="669453" y="1397725"/>
                    <a:pt x="902286" y="1322162"/>
                  </a:cubicBezTo>
                  <a:close/>
                </a:path>
              </a:pathLst>
            </a:custGeom>
            <a:solidFill>
              <a:schemeClr val="bg1"/>
            </a:solidFill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ectangle 18">
              <a:extLst>
                <a:ext uri="{FF2B5EF4-FFF2-40B4-BE49-F238E27FC236}">
                  <a16:creationId xmlns:a16="http://schemas.microsoft.com/office/drawing/2014/main" id="{1A6674D7-CD8F-753B-322C-E504440DE4BD}"/>
                </a:ext>
              </a:extLst>
            </p:cNvPr>
            <p:cNvSpPr/>
            <p:nvPr/>
          </p:nvSpPr>
          <p:spPr>
            <a:xfrm>
              <a:off x="2480171" y="3490515"/>
              <a:ext cx="5095694" cy="1239447"/>
            </a:xfrm>
            <a:custGeom>
              <a:avLst/>
              <a:gdLst>
                <a:gd name="connsiteX0" fmla="*/ 0 w 933607"/>
                <a:gd name="connsiteY0" fmla="*/ 0 h 482674"/>
                <a:gd name="connsiteX1" fmla="*/ 933607 w 933607"/>
                <a:gd name="connsiteY1" fmla="*/ 0 h 482674"/>
                <a:gd name="connsiteX2" fmla="*/ 933607 w 933607"/>
                <a:gd name="connsiteY2" fmla="*/ 482674 h 482674"/>
                <a:gd name="connsiteX3" fmla="*/ 0 w 933607"/>
                <a:gd name="connsiteY3" fmla="*/ 482674 h 482674"/>
                <a:gd name="connsiteX4" fmla="*/ 0 w 933607"/>
                <a:gd name="connsiteY4" fmla="*/ 0 h 482674"/>
                <a:gd name="connsiteX0" fmla="*/ 617220 w 933607"/>
                <a:gd name="connsiteY0" fmla="*/ 0 h 566494"/>
                <a:gd name="connsiteX1" fmla="*/ 933607 w 933607"/>
                <a:gd name="connsiteY1" fmla="*/ 83820 h 566494"/>
                <a:gd name="connsiteX2" fmla="*/ 933607 w 933607"/>
                <a:gd name="connsiteY2" fmla="*/ 566494 h 566494"/>
                <a:gd name="connsiteX3" fmla="*/ 0 w 933607"/>
                <a:gd name="connsiteY3" fmla="*/ 566494 h 566494"/>
                <a:gd name="connsiteX4" fmla="*/ 617220 w 933607"/>
                <a:gd name="connsiteY4" fmla="*/ 0 h 566494"/>
                <a:gd name="connsiteX0" fmla="*/ 441960 w 758347"/>
                <a:gd name="connsiteY0" fmla="*/ 0 h 566494"/>
                <a:gd name="connsiteX1" fmla="*/ 758347 w 758347"/>
                <a:gd name="connsiteY1" fmla="*/ 83820 h 566494"/>
                <a:gd name="connsiteX2" fmla="*/ 758347 w 758347"/>
                <a:gd name="connsiteY2" fmla="*/ 566494 h 566494"/>
                <a:gd name="connsiteX3" fmla="*/ 0 w 758347"/>
                <a:gd name="connsiteY3" fmla="*/ 566494 h 566494"/>
                <a:gd name="connsiteX4" fmla="*/ 441960 w 758347"/>
                <a:gd name="connsiteY4" fmla="*/ 0 h 566494"/>
                <a:gd name="connsiteX0" fmla="*/ 855769 w 1172156"/>
                <a:gd name="connsiteY0" fmla="*/ 0 h 566494"/>
                <a:gd name="connsiteX1" fmla="*/ 1172156 w 1172156"/>
                <a:gd name="connsiteY1" fmla="*/ 83820 h 566494"/>
                <a:gd name="connsiteX2" fmla="*/ 1172156 w 1172156"/>
                <a:gd name="connsiteY2" fmla="*/ 566494 h 566494"/>
                <a:gd name="connsiteX3" fmla="*/ 413809 w 1172156"/>
                <a:gd name="connsiteY3" fmla="*/ 566494 h 566494"/>
                <a:gd name="connsiteX4" fmla="*/ 855769 w 1172156"/>
                <a:gd name="connsiteY4" fmla="*/ 0 h 566494"/>
                <a:gd name="connsiteX0" fmla="*/ 906105 w 1222492"/>
                <a:gd name="connsiteY0" fmla="*/ 81109 h 647603"/>
                <a:gd name="connsiteX1" fmla="*/ 1222492 w 1222492"/>
                <a:gd name="connsiteY1" fmla="*/ 164929 h 647603"/>
                <a:gd name="connsiteX2" fmla="*/ 1222492 w 1222492"/>
                <a:gd name="connsiteY2" fmla="*/ 647603 h 647603"/>
                <a:gd name="connsiteX3" fmla="*/ 464145 w 1222492"/>
                <a:gd name="connsiteY3" fmla="*/ 647603 h 647603"/>
                <a:gd name="connsiteX4" fmla="*/ 906105 w 1222492"/>
                <a:gd name="connsiteY4" fmla="*/ 81109 h 647603"/>
                <a:gd name="connsiteX0" fmla="*/ 906105 w 5085832"/>
                <a:gd name="connsiteY0" fmla="*/ 81109 h 647603"/>
                <a:gd name="connsiteX1" fmla="*/ 5085832 w 5085832"/>
                <a:gd name="connsiteY1" fmla="*/ 279229 h 647603"/>
                <a:gd name="connsiteX2" fmla="*/ 1222492 w 5085832"/>
                <a:gd name="connsiteY2" fmla="*/ 647603 h 647603"/>
                <a:gd name="connsiteX3" fmla="*/ 464145 w 5085832"/>
                <a:gd name="connsiteY3" fmla="*/ 647603 h 647603"/>
                <a:gd name="connsiteX4" fmla="*/ 906105 w 5085832"/>
                <a:gd name="connsiteY4" fmla="*/ 81109 h 647603"/>
                <a:gd name="connsiteX0" fmla="*/ 906105 w 5085832"/>
                <a:gd name="connsiteY0" fmla="*/ 81109 h 921923"/>
                <a:gd name="connsiteX1" fmla="*/ 5085832 w 5085832"/>
                <a:gd name="connsiteY1" fmla="*/ 279229 h 921923"/>
                <a:gd name="connsiteX2" fmla="*/ 3036052 w 5085832"/>
                <a:gd name="connsiteY2" fmla="*/ 921923 h 921923"/>
                <a:gd name="connsiteX3" fmla="*/ 464145 w 5085832"/>
                <a:gd name="connsiteY3" fmla="*/ 647603 h 921923"/>
                <a:gd name="connsiteX4" fmla="*/ 906105 w 5085832"/>
                <a:gd name="connsiteY4" fmla="*/ 81109 h 921923"/>
                <a:gd name="connsiteX0" fmla="*/ 906105 w 5085832"/>
                <a:gd name="connsiteY0" fmla="*/ 81109 h 647603"/>
                <a:gd name="connsiteX1" fmla="*/ 5085832 w 5085832"/>
                <a:gd name="connsiteY1" fmla="*/ 279229 h 647603"/>
                <a:gd name="connsiteX2" fmla="*/ 464145 w 5085832"/>
                <a:gd name="connsiteY2" fmla="*/ 647603 h 647603"/>
                <a:gd name="connsiteX3" fmla="*/ 906105 w 5085832"/>
                <a:gd name="connsiteY3" fmla="*/ 81109 h 647603"/>
                <a:gd name="connsiteX0" fmla="*/ 906105 w 5085832"/>
                <a:gd name="connsiteY0" fmla="*/ 81109 h 647603"/>
                <a:gd name="connsiteX1" fmla="*/ 5085832 w 5085832"/>
                <a:gd name="connsiteY1" fmla="*/ 279229 h 647603"/>
                <a:gd name="connsiteX2" fmla="*/ 464145 w 5085832"/>
                <a:gd name="connsiteY2" fmla="*/ 647603 h 647603"/>
                <a:gd name="connsiteX3" fmla="*/ 906105 w 5085832"/>
                <a:gd name="connsiteY3" fmla="*/ 81109 h 647603"/>
                <a:gd name="connsiteX0" fmla="*/ 906105 w 5085832"/>
                <a:gd name="connsiteY0" fmla="*/ 81109 h 1132288"/>
                <a:gd name="connsiteX1" fmla="*/ 5085832 w 5085832"/>
                <a:gd name="connsiteY1" fmla="*/ 279229 h 1132288"/>
                <a:gd name="connsiteX2" fmla="*/ 464145 w 5085832"/>
                <a:gd name="connsiteY2" fmla="*/ 647603 h 1132288"/>
                <a:gd name="connsiteX3" fmla="*/ 906105 w 5085832"/>
                <a:gd name="connsiteY3" fmla="*/ 81109 h 113228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06105 w 5085832"/>
                <a:gd name="connsiteY0" fmla="*/ 81109 h 1224568"/>
                <a:gd name="connsiteX1" fmla="*/ 5085832 w 5085832"/>
                <a:gd name="connsiteY1" fmla="*/ 279229 h 1224568"/>
                <a:gd name="connsiteX2" fmla="*/ 464145 w 5085832"/>
                <a:gd name="connsiteY2" fmla="*/ 647603 h 1224568"/>
                <a:gd name="connsiteX3" fmla="*/ 906105 w 5085832"/>
                <a:gd name="connsiteY3" fmla="*/ 81109 h 1224568"/>
                <a:gd name="connsiteX0" fmla="*/ 918349 w 5098076"/>
                <a:gd name="connsiteY0" fmla="*/ 75644 h 1232996"/>
                <a:gd name="connsiteX1" fmla="*/ 5098076 w 5098076"/>
                <a:gd name="connsiteY1" fmla="*/ 273764 h 1232996"/>
                <a:gd name="connsiteX2" fmla="*/ 460514 w 5098076"/>
                <a:gd name="connsiteY2" fmla="*/ 661188 h 1232996"/>
                <a:gd name="connsiteX3" fmla="*/ 918349 w 5098076"/>
                <a:gd name="connsiteY3" fmla="*/ 75644 h 1232996"/>
                <a:gd name="connsiteX0" fmla="*/ 918349 w 5098076"/>
                <a:gd name="connsiteY0" fmla="*/ 75644 h 1230449"/>
                <a:gd name="connsiteX1" fmla="*/ 5098076 w 5098076"/>
                <a:gd name="connsiteY1" fmla="*/ 264239 h 1230449"/>
                <a:gd name="connsiteX2" fmla="*/ 460514 w 5098076"/>
                <a:gd name="connsiteY2" fmla="*/ 661188 h 1230449"/>
                <a:gd name="connsiteX3" fmla="*/ 918349 w 5098076"/>
                <a:gd name="connsiteY3" fmla="*/ 75644 h 1230449"/>
                <a:gd name="connsiteX0" fmla="*/ 918349 w 5098076"/>
                <a:gd name="connsiteY0" fmla="*/ 75644 h 1227922"/>
                <a:gd name="connsiteX1" fmla="*/ 5098076 w 5098076"/>
                <a:gd name="connsiteY1" fmla="*/ 254714 h 1227922"/>
                <a:gd name="connsiteX2" fmla="*/ 460514 w 5098076"/>
                <a:gd name="connsiteY2" fmla="*/ 661188 h 1227922"/>
                <a:gd name="connsiteX3" fmla="*/ 918349 w 5098076"/>
                <a:gd name="connsiteY3" fmla="*/ 75644 h 1227922"/>
                <a:gd name="connsiteX0" fmla="*/ 918349 w 5095694"/>
                <a:gd name="connsiteY0" fmla="*/ 75644 h 1224791"/>
                <a:gd name="connsiteX1" fmla="*/ 5095694 w 5095694"/>
                <a:gd name="connsiteY1" fmla="*/ 242807 h 1224791"/>
                <a:gd name="connsiteX2" fmla="*/ 460514 w 5095694"/>
                <a:gd name="connsiteY2" fmla="*/ 661188 h 1224791"/>
                <a:gd name="connsiteX3" fmla="*/ 918349 w 5095694"/>
                <a:gd name="connsiteY3" fmla="*/ 75644 h 1224791"/>
                <a:gd name="connsiteX0" fmla="*/ 918349 w 5095694"/>
                <a:gd name="connsiteY0" fmla="*/ 75644 h 1239447"/>
                <a:gd name="connsiteX1" fmla="*/ 5095694 w 5095694"/>
                <a:gd name="connsiteY1" fmla="*/ 242807 h 1239447"/>
                <a:gd name="connsiteX2" fmla="*/ 460514 w 5095694"/>
                <a:gd name="connsiteY2" fmla="*/ 661188 h 1239447"/>
                <a:gd name="connsiteX3" fmla="*/ 918349 w 5095694"/>
                <a:gd name="connsiteY3" fmla="*/ 75644 h 1239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95694" h="1239447">
                  <a:moveTo>
                    <a:pt x="918349" y="75644"/>
                  </a:moveTo>
                  <a:cubicBezTo>
                    <a:pt x="1244791" y="179784"/>
                    <a:pt x="2132732" y="1388347"/>
                    <a:pt x="5095694" y="242807"/>
                  </a:cubicBezTo>
                  <a:cubicBezTo>
                    <a:pt x="4297129" y="879471"/>
                    <a:pt x="2481136" y="1887137"/>
                    <a:pt x="460514" y="661188"/>
                  </a:cubicBezTo>
                  <a:cubicBezTo>
                    <a:pt x="-626606" y="-144863"/>
                    <a:pt x="496709" y="-32705"/>
                    <a:pt x="918349" y="75644"/>
                  </a:cubicBezTo>
                  <a:close/>
                </a:path>
              </a:pathLst>
            </a:custGeom>
            <a:solidFill>
              <a:sysClr val="window" lastClr="FFFFFF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320ABBC-9480-A89D-90A8-7A6E51099585}"/>
                </a:ext>
              </a:extLst>
            </p:cNvPr>
            <p:cNvSpPr/>
            <p:nvPr/>
          </p:nvSpPr>
          <p:spPr>
            <a:xfrm>
              <a:off x="3431453" y="3575246"/>
              <a:ext cx="3794070" cy="726811"/>
            </a:xfrm>
            <a:custGeom>
              <a:avLst/>
              <a:gdLst>
                <a:gd name="connsiteX0" fmla="*/ 34462 w 3547282"/>
                <a:gd name="connsiteY0" fmla="*/ 0 h 902955"/>
                <a:gd name="connsiteX1" fmla="*/ 34462 w 3547282"/>
                <a:gd name="connsiteY1" fmla="*/ 182880 h 902955"/>
                <a:gd name="connsiteX2" fmla="*/ 392602 w 3547282"/>
                <a:gd name="connsiteY2" fmla="*/ 548640 h 902955"/>
                <a:gd name="connsiteX3" fmla="*/ 1299382 w 3547282"/>
                <a:gd name="connsiteY3" fmla="*/ 746760 h 902955"/>
                <a:gd name="connsiteX4" fmla="*/ 2084242 w 3547282"/>
                <a:gd name="connsiteY4" fmla="*/ 891540 h 902955"/>
                <a:gd name="connsiteX5" fmla="*/ 3547282 w 3547282"/>
                <a:gd name="connsiteY5" fmla="*/ 434340 h 902955"/>
                <a:gd name="connsiteX6" fmla="*/ 3547282 w 3547282"/>
                <a:gd name="connsiteY6" fmla="*/ 434340 h 902955"/>
                <a:gd name="connsiteX0" fmla="*/ 34462 w 3547282"/>
                <a:gd name="connsiteY0" fmla="*/ 0 h 892594"/>
                <a:gd name="connsiteX1" fmla="*/ 34462 w 3547282"/>
                <a:gd name="connsiteY1" fmla="*/ 182880 h 892594"/>
                <a:gd name="connsiteX2" fmla="*/ 392602 w 3547282"/>
                <a:gd name="connsiteY2" fmla="*/ 548640 h 892594"/>
                <a:gd name="connsiteX3" fmla="*/ 2084242 w 3547282"/>
                <a:gd name="connsiteY3" fmla="*/ 891540 h 892594"/>
                <a:gd name="connsiteX4" fmla="*/ 3547282 w 3547282"/>
                <a:gd name="connsiteY4" fmla="*/ 434340 h 892594"/>
                <a:gd name="connsiteX5" fmla="*/ 3547282 w 3547282"/>
                <a:gd name="connsiteY5" fmla="*/ 434340 h 892594"/>
                <a:gd name="connsiteX0" fmla="*/ 0 w 3512820"/>
                <a:gd name="connsiteY0" fmla="*/ 0 h 892594"/>
                <a:gd name="connsiteX1" fmla="*/ 358140 w 3512820"/>
                <a:gd name="connsiteY1" fmla="*/ 548640 h 892594"/>
                <a:gd name="connsiteX2" fmla="*/ 2049780 w 3512820"/>
                <a:gd name="connsiteY2" fmla="*/ 891540 h 892594"/>
                <a:gd name="connsiteX3" fmla="*/ 3512820 w 3512820"/>
                <a:gd name="connsiteY3" fmla="*/ 434340 h 892594"/>
                <a:gd name="connsiteX4" fmla="*/ 3512820 w 3512820"/>
                <a:gd name="connsiteY4" fmla="*/ 434340 h 892594"/>
                <a:gd name="connsiteX0" fmla="*/ 0 w 3512820"/>
                <a:gd name="connsiteY0" fmla="*/ 0 h 892272"/>
                <a:gd name="connsiteX1" fmla="*/ 358140 w 3512820"/>
                <a:gd name="connsiteY1" fmla="*/ 548640 h 892272"/>
                <a:gd name="connsiteX2" fmla="*/ 350520 w 3512820"/>
                <a:gd name="connsiteY2" fmla="*/ 541020 h 892272"/>
                <a:gd name="connsiteX3" fmla="*/ 2049780 w 3512820"/>
                <a:gd name="connsiteY3" fmla="*/ 891540 h 892272"/>
                <a:gd name="connsiteX4" fmla="*/ 3512820 w 3512820"/>
                <a:gd name="connsiteY4" fmla="*/ 434340 h 892272"/>
                <a:gd name="connsiteX5" fmla="*/ 3512820 w 3512820"/>
                <a:gd name="connsiteY5" fmla="*/ 434340 h 892272"/>
                <a:gd name="connsiteX0" fmla="*/ 0 w 3512820"/>
                <a:gd name="connsiteY0" fmla="*/ 0 h 591045"/>
                <a:gd name="connsiteX1" fmla="*/ 358140 w 3512820"/>
                <a:gd name="connsiteY1" fmla="*/ 548640 h 591045"/>
                <a:gd name="connsiteX2" fmla="*/ 350520 w 3512820"/>
                <a:gd name="connsiteY2" fmla="*/ 541020 h 591045"/>
                <a:gd name="connsiteX3" fmla="*/ 3512820 w 3512820"/>
                <a:gd name="connsiteY3" fmla="*/ 434340 h 591045"/>
                <a:gd name="connsiteX4" fmla="*/ 3512820 w 3512820"/>
                <a:gd name="connsiteY4" fmla="*/ 434340 h 591045"/>
                <a:gd name="connsiteX0" fmla="*/ 0 w 3512820"/>
                <a:gd name="connsiteY0" fmla="*/ 0 h 566675"/>
                <a:gd name="connsiteX1" fmla="*/ 358140 w 3512820"/>
                <a:gd name="connsiteY1" fmla="*/ 548640 h 566675"/>
                <a:gd name="connsiteX2" fmla="*/ 3512820 w 3512820"/>
                <a:gd name="connsiteY2" fmla="*/ 434340 h 566675"/>
                <a:gd name="connsiteX3" fmla="*/ 3512820 w 3512820"/>
                <a:gd name="connsiteY3" fmla="*/ 434340 h 566675"/>
                <a:gd name="connsiteX0" fmla="*/ 0 w 3512820"/>
                <a:gd name="connsiteY0" fmla="*/ 0 h 434340"/>
                <a:gd name="connsiteX1" fmla="*/ 3512820 w 3512820"/>
                <a:gd name="connsiteY1" fmla="*/ 434340 h 434340"/>
                <a:gd name="connsiteX2" fmla="*/ 3512820 w 3512820"/>
                <a:gd name="connsiteY2" fmla="*/ 434340 h 434340"/>
                <a:gd name="connsiteX0" fmla="*/ 32 w 3512852"/>
                <a:gd name="connsiteY0" fmla="*/ 0 h 592614"/>
                <a:gd name="connsiteX1" fmla="*/ 3512852 w 3512852"/>
                <a:gd name="connsiteY1" fmla="*/ 434340 h 592614"/>
                <a:gd name="connsiteX2" fmla="*/ 3512852 w 3512852"/>
                <a:gd name="connsiteY2" fmla="*/ 434340 h 592614"/>
                <a:gd name="connsiteX0" fmla="*/ 31 w 3512851"/>
                <a:gd name="connsiteY0" fmla="*/ 0 h 826919"/>
                <a:gd name="connsiteX1" fmla="*/ 3512851 w 3512851"/>
                <a:gd name="connsiteY1" fmla="*/ 434340 h 826919"/>
                <a:gd name="connsiteX2" fmla="*/ 3512851 w 3512851"/>
                <a:gd name="connsiteY2" fmla="*/ 434340 h 826919"/>
                <a:gd name="connsiteX0" fmla="*/ 92 w 3512912"/>
                <a:gd name="connsiteY0" fmla="*/ 0 h 781653"/>
                <a:gd name="connsiteX1" fmla="*/ 3512912 w 3512912"/>
                <a:gd name="connsiteY1" fmla="*/ 434340 h 781653"/>
                <a:gd name="connsiteX2" fmla="*/ 3512912 w 3512912"/>
                <a:gd name="connsiteY2" fmla="*/ 434340 h 781653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2" fmla="*/ 3512914 w 3512914"/>
                <a:gd name="connsiteY2" fmla="*/ 434340 h 810486"/>
                <a:gd name="connsiteX0" fmla="*/ 94 w 4146327"/>
                <a:gd name="connsiteY0" fmla="*/ 0 h 810486"/>
                <a:gd name="connsiteX1" fmla="*/ 3512914 w 4146327"/>
                <a:gd name="connsiteY1" fmla="*/ 434340 h 810486"/>
                <a:gd name="connsiteX2" fmla="*/ 4146327 w 4146327"/>
                <a:gd name="connsiteY2" fmla="*/ 193833 h 810486"/>
                <a:gd name="connsiteX0" fmla="*/ 94 w 3786758"/>
                <a:gd name="connsiteY0" fmla="*/ 0 h 810486"/>
                <a:gd name="connsiteX1" fmla="*/ 3512914 w 3786758"/>
                <a:gd name="connsiteY1" fmla="*/ 434340 h 810486"/>
                <a:gd name="connsiteX2" fmla="*/ 3786758 w 3786758"/>
                <a:gd name="connsiteY2" fmla="*/ 303370 h 810486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0" fmla="*/ 86 w 3787887"/>
                <a:gd name="connsiteY0" fmla="*/ 0 h 735493"/>
                <a:gd name="connsiteX1" fmla="*/ 3787888 w 3787887"/>
                <a:gd name="connsiteY1" fmla="*/ 305587 h 735493"/>
                <a:gd name="connsiteX0" fmla="*/ 86 w 3794070"/>
                <a:gd name="connsiteY0" fmla="*/ 0 h 726811"/>
                <a:gd name="connsiteX1" fmla="*/ 3794070 w 3794070"/>
                <a:gd name="connsiteY1" fmla="*/ 289712 h 726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4070" h="726811">
                  <a:moveTo>
                    <a:pt x="86" y="0"/>
                  </a:moveTo>
                  <a:cubicBezTo>
                    <a:pt x="-17694" y="975360"/>
                    <a:pt x="2752670" y="861212"/>
                    <a:pt x="3794070" y="289712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0B05DAB-DA8B-85DC-4FB4-71C82464CC05}"/>
                </a:ext>
              </a:extLst>
            </p:cNvPr>
            <p:cNvSpPr/>
            <p:nvPr/>
          </p:nvSpPr>
          <p:spPr>
            <a:xfrm>
              <a:off x="3104064" y="3517590"/>
              <a:ext cx="4433907" cy="982810"/>
            </a:xfrm>
            <a:custGeom>
              <a:avLst/>
              <a:gdLst>
                <a:gd name="connsiteX0" fmla="*/ 34462 w 3547282"/>
                <a:gd name="connsiteY0" fmla="*/ 0 h 902955"/>
                <a:gd name="connsiteX1" fmla="*/ 34462 w 3547282"/>
                <a:gd name="connsiteY1" fmla="*/ 182880 h 902955"/>
                <a:gd name="connsiteX2" fmla="*/ 392602 w 3547282"/>
                <a:gd name="connsiteY2" fmla="*/ 548640 h 902955"/>
                <a:gd name="connsiteX3" fmla="*/ 1299382 w 3547282"/>
                <a:gd name="connsiteY3" fmla="*/ 746760 h 902955"/>
                <a:gd name="connsiteX4" fmla="*/ 2084242 w 3547282"/>
                <a:gd name="connsiteY4" fmla="*/ 891540 h 902955"/>
                <a:gd name="connsiteX5" fmla="*/ 3547282 w 3547282"/>
                <a:gd name="connsiteY5" fmla="*/ 434340 h 902955"/>
                <a:gd name="connsiteX6" fmla="*/ 3547282 w 3547282"/>
                <a:gd name="connsiteY6" fmla="*/ 434340 h 902955"/>
                <a:gd name="connsiteX0" fmla="*/ 34462 w 3547282"/>
                <a:gd name="connsiteY0" fmla="*/ 0 h 892594"/>
                <a:gd name="connsiteX1" fmla="*/ 34462 w 3547282"/>
                <a:gd name="connsiteY1" fmla="*/ 182880 h 892594"/>
                <a:gd name="connsiteX2" fmla="*/ 392602 w 3547282"/>
                <a:gd name="connsiteY2" fmla="*/ 548640 h 892594"/>
                <a:gd name="connsiteX3" fmla="*/ 2084242 w 3547282"/>
                <a:gd name="connsiteY3" fmla="*/ 891540 h 892594"/>
                <a:gd name="connsiteX4" fmla="*/ 3547282 w 3547282"/>
                <a:gd name="connsiteY4" fmla="*/ 434340 h 892594"/>
                <a:gd name="connsiteX5" fmla="*/ 3547282 w 3547282"/>
                <a:gd name="connsiteY5" fmla="*/ 434340 h 892594"/>
                <a:gd name="connsiteX0" fmla="*/ 0 w 3512820"/>
                <a:gd name="connsiteY0" fmla="*/ 0 h 892594"/>
                <a:gd name="connsiteX1" fmla="*/ 358140 w 3512820"/>
                <a:gd name="connsiteY1" fmla="*/ 548640 h 892594"/>
                <a:gd name="connsiteX2" fmla="*/ 2049780 w 3512820"/>
                <a:gd name="connsiteY2" fmla="*/ 891540 h 892594"/>
                <a:gd name="connsiteX3" fmla="*/ 3512820 w 3512820"/>
                <a:gd name="connsiteY3" fmla="*/ 434340 h 892594"/>
                <a:gd name="connsiteX4" fmla="*/ 3512820 w 3512820"/>
                <a:gd name="connsiteY4" fmla="*/ 434340 h 892594"/>
                <a:gd name="connsiteX0" fmla="*/ 0 w 3512820"/>
                <a:gd name="connsiteY0" fmla="*/ 0 h 892272"/>
                <a:gd name="connsiteX1" fmla="*/ 358140 w 3512820"/>
                <a:gd name="connsiteY1" fmla="*/ 548640 h 892272"/>
                <a:gd name="connsiteX2" fmla="*/ 350520 w 3512820"/>
                <a:gd name="connsiteY2" fmla="*/ 541020 h 892272"/>
                <a:gd name="connsiteX3" fmla="*/ 2049780 w 3512820"/>
                <a:gd name="connsiteY3" fmla="*/ 891540 h 892272"/>
                <a:gd name="connsiteX4" fmla="*/ 3512820 w 3512820"/>
                <a:gd name="connsiteY4" fmla="*/ 434340 h 892272"/>
                <a:gd name="connsiteX5" fmla="*/ 3512820 w 3512820"/>
                <a:gd name="connsiteY5" fmla="*/ 434340 h 892272"/>
                <a:gd name="connsiteX0" fmla="*/ 0 w 3512820"/>
                <a:gd name="connsiteY0" fmla="*/ 0 h 591045"/>
                <a:gd name="connsiteX1" fmla="*/ 358140 w 3512820"/>
                <a:gd name="connsiteY1" fmla="*/ 548640 h 591045"/>
                <a:gd name="connsiteX2" fmla="*/ 350520 w 3512820"/>
                <a:gd name="connsiteY2" fmla="*/ 541020 h 591045"/>
                <a:gd name="connsiteX3" fmla="*/ 3512820 w 3512820"/>
                <a:gd name="connsiteY3" fmla="*/ 434340 h 591045"/>
                <a:gd name="connsiteX4" fmla="*/ 3512820 w 3512820"/>
                <a:gd name="connsiteY4" fmla="*/ 434340 h 591045"/>
                <a:gd name="connsiteX0" fmla="*/ 0 w 3512820"/>
                <a:gd name="connsiteY0" fmla="*/ 0 h 566675"/>
                <a:gd name="connsiteX1" fmla="*/ 358140 w 3512820"/>
                <a:gd name="connsiteY1" fmla="*/ 548640 h 566675"/>
                <a:gd name="connsiteX2" fmla="*/ 3512820 w 3512820"/>
                <a:gd name="connsiteY2" fmla="*/ 434340 h 566675"/>
                <a:gd name="connsiteX3" fmla="*/ 3512820 w 3512820"/>
                <a:gd name="connsiteY3" fmla="*/ 434340 h 566675"/>
                <a:gd name="connsiteX0" fmla="*/ 0 w 3512820"/>
                <a:gd name="connsiteY0" fmla="*/ 0 h 434340"/>
                <a:gd name="connsiteX1" fmla="*/ 3512820 w 3512820"/>
                <a:gd name="connsiteY1" fmla="*/ 434340 h 434340"/>
                <a:gd name="connsiteX2" fmla="*/ 3512820 w 3512820"/>
                <a:gd name="connsiteY2" fmla="*/ 434340 h 434340"/>
                <a:gd name="connsiteX0" fmla="*/ 32 w 3512852"/>
                <a:gd name="connsiteY0" fmla="*/ 0 h 592614"/>
                <a:gd name="connsiteX1" fmla="*/ 3512852 w 3512852"/>
                <a:gd name="connsiteY1" fmla="*/ 434340 h 592614"/>
                <a:gd name="connsiteX2" fmla="*/ 3512852 w 3512852"/>
                <a:gd name="connsiteY2" fmla="*/ 434340 h 592614"/>
                <a:gd name="connsiteX0" fmla="*/ 31 w 3512851"/>
                <a:gd name="connsiteY0" fmla="*/ 0 h 826919"/>
                <a:gd name="connsiteX1" fmla="*/ 3512851 w 3512851"/>
                <a:gd name="connsiteY1" fmla="*/ 434340 h 826919"/>
                <a:gd name="connsiteX2" fmla="*/ 3512851 w 3512851"/>
                <a:gd name="connsiteY2" fmla="*/ 434340 h 826919"/>
                <a:gd name="connsiteX0" fmla="*/ 92 w 3512912"/>
                <a:gd name="connsiteY0" fmla="*/ 0 h 781653"/>
                <a:gd name="connsiteX1" fmla="*/ 3512912 w 3512912"/>
                <a:gd name="connsiteY1" fmla="*/ 434340 h 781653"/>
                <a:gd name="connsiteX2" fmla="*/ 3512912 w 3512912"/>
                <a:gd name="connsiteY2" fmla="*/ 434340 h 781653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2" fmla="*/ 3512914 w 3512914"/>
                <a:gd name="connsiteY2" fmla="*/ 434340 h 810486"/>
                <a:gd name="connsiteX0" fmla="*/ 94 w 3520534"/>
                <a:gd name="connsiteY0" fmla="*/ 0 h 810486"/>
                <a:gd name="connsiteX1" fmla="*/ 3512914 w 3520534"/>
                <a:gd name="connsiteY1" fmla="*/ 434340 h 810486"/>
                <a:gd name="connsiteX2" fmla="*/ 3520534 w 3520534"/>
                <a:gd name="connsiteY2" fmla="*/ 769620 h 810486"/>
                <a:gd name="connsiteX0" fmla="*/ 0 w 3520440"/>
                <a:gd name="connsiteY0" fmla="*/ 0 h 769620"/>
                <a:gd name="connsiteX1" fmla="*/ 3520440 w 3520440"/>
                <a:gd name="connsiteY1" fmla="*/ 769620 h 769620"/>
                <a:gd name="connsiteX0" fmla="*/ 0 w 2766060"/>
                <a:gd name="connsiteY0" fmla="*/ 0 h 937260"/>
                <a:gd name="connsiteX1" fmla="*/ 2766060 w 2766060"/>
                <a:gd name="connsiteY1" fmla="*/ 937260 h 937260"/>
                <a:gd name="connsiteX0" fmla="*/ 0 w 2766060"/>
                <a:gd name="connsiteY0" fmla="*/ 0 h 973615"/>
                <a:gd name="connsiteX1" fmla="*/ 2766060 w 2766060"/>
                <a:gd name="connsiteY1" fmla="*/ 937260 h 973615"/>
                <a:gd name="connsiteX0" fmla="*/ 12455 w 2778515"/>
                <a:gd name="connsiteY0" fmla="*/ 0 h 987650"/>
                <a:gd name="connsiteX1" fmla="*/ 2778515 w 2778515"/>
                <a:gd name="connsiteY1" fmla="*/ 937260 h 987650"/>
                <a:gd name="connsiteX0" fmla="*/ 5714 w 4439621"/>
                <a:gd name="connsiteY0" fmla="*/ 0 h 445779"/>
                <a:gd name="connsiteX1" fmla="*/ 4439621 w 4439621"/>
                <a:gd name="connsiteY1" fmla="*/ 259473 h 445779"/>
                <a:gd name="connsiteX0" fmla="*/ 0 w 4433907"/>
                <a:gd name="connsiteY0" fmla="*/ 0 h 747560"/>
                <a:gd name="connsiteX1" fmla="*/ 4433907 w 4433907"/>
                <a:gd name="connsiteY1" fmla="*/ 259473 h 747560"/>
                <a:gd name="connsiteX0" fmla="*/ 0 w 4433907"/>
                <a:gd name="connsiteY0" fmla="*/ 0 h 982810"/>
                <a:gd name="connsiteX1" fmla="*/ 4433907 w 4433907"/>
                <a:gd name="connsiteY1" fmla="*/ 259473 h 98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33907" h="982810">
                  <a:moveTo>
                    <a:pt x="0" y="0"/>
                  </a:moveTo>
                  <a:cubicBezTo>
                    <a:pt x="218015" y="1370186"/>
                    <a:pt x="3183358" y="1163840"/>
                    <a:pt x="4433907" y="259473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CDB03D2-449D-7F29-6B20-5924BE9B4E31}"/>
                </a:ext>
              </a:extLst>
            </p:cNvPr>
            <p:cNvSpPr/>
            <p:nvPr/>
          </p:nvSpPr>
          <p:spPr>
            <a:xfrm>
              <a:off x="2873652" y="3496850"/>
              <a:ext cx="4158743" cy="1109656"/>
            </a:xfrm>
            <a:custGeom>
              <a:avLst/>
              <a:gdLst>
                <a:gd name="connsiteX0" fmla="*/ 34462 w 3547282"/>
                <a:gd name="connsiteY0" fmla="*/ 0 h 902955"/>
                <a:gd name="connsiteX1" fmla="*/ 34462 w 3547282"/>
                <a:gd name="connsiteY1" fmla="*/ 182880 h 902955"/>
                <a:gd name="connsiteX2" fmla="*/ 392602 w 3547282"/>
                <a:gd name="connsiteY2" fmla="*/ 548640 h 902955"/>
                <a:gd name="connsiteX3" fmla="*/ 1299382 w 3547282"/>
                <a:gd name="connsiteY3" fmla="*/ 746760 h 902955"/>
                <a:gd name="connsiteX4" fmla="*/ 2084242 w 3547282"/>
                <a:gd name="connsiteY4" fmla="*/ 891540 h 902955"/>
                <a:gd name="connsiteX5" fmla="*/ 3547282 w 3547282"/>
                <a:gd name="connsiteY5" fmla="*/ 434340 h 902955"/>
                <a:gd name="connsiteX6" fmla="*/ 3547282 w 3547282"/>
                <a:gd name="connsiteY6" fmla="*/ 434340 h 902955"/>
                <a:gd name="connsiteX0" fmla="*/ 34462 w 3547282"/>
                <a:gd name="connsiteY0" fmla="*/ 0 h 892594"/>
                <a:gd name="connsiteX1" fmla="*/ 34462 w 3547282"/>
                <a:gd name="connsiteY1" fmla="*/ 182880 h 892594"/>
                <a:gd name="connsiteX2" fmla="*/ 392602 w 3547282"/>
                <a:gd name="connsiteY2" fmla="*/ 548640 h 892594"/>
                <a:gd name="connsiteX3" fmla="*/ 2084242 w 3547282"/>
                <a:gd name="connsiteY3" fmla="*/ 891540 h 892594"/>
                <a:gd name="connsiteX4" fmla="*/ 3547282 w 3547282"/>
                <a:gd name="connsiteY4" fmla="*/ 434340 h 892594"/>
                <a:gd name="connsiteX5" fmla="*/ 3547282 w 3547282"/>
                <a:gd name="connsiteY5" fmla="*/ 434340 h 892594"/>
                <a:gd name="connsiteX0" fmla="*/ 0 w 3512820"/>
                <a:gd name="connsiteY0" fmla="*/ 0 h 892594"/>
                <a:gd name="connsiteX1" fmla="*/ 358140 w 3512820"/>
                <a:gd name="connsiteY1" fmla="*/ 548640 h 892594"/>
                <a:gd name="connsiteX2" fmla="*/ 2049780 w 3512820"/>
                <a:gd name="connsiteY2" fmla="*/ 891540 h 892594"/>
                <a:gd name="connsiteX3" fmla="*/ 3512820 w 3512820"/>
                <a:gd name="connsiteY3" fmla="*/ 434340 h 892594"/>
                <a:gd name="connsiteX4" fmla="*/ 3512820 w 3512820"/>
                <a:gd name="connsiteY4" fmla="*/ 434340 h 892594"/>
                <a:gd name="connsiteX0" fmla="*/ 0 w 3512820"/>
                <a:gd name="connsiteY0" fmla="*/ 0 h 892272"/>
                <a:gd name="connsiteX1" fmla="*/ 358140 w 3512820"/>
                <a:gd name="connsiteY1" fmla="*/ 548640 h 892272"/>
                <a:gd name="connsiteX2" fmla="*/ 350520 w 3512820"/>
                <a:gd name="connsiteY2" fmla="*/ 541020 h 892272"/>
                <a:gd name="connsiteX3" fmla="*/ 2049780 w 3512820"/>
                <a:gd name="connsiteY3" fmla="*/ 891540 h 892272"/>
                <a:gd name="connsiteX4" fmla="*/ 3512820 w 3512820"/>
                <a:gd name="connsiteY4" fmla="*/ 434340 h 892272"/>
                <a:gd name="connsiteX5" fmla="*/ 3512820 w 3512820"/>
                <a:gd name="connsiteY5" fmla="*/ 434340 h 892272"/>
                <a:gd name="connsiteX0" fmla="*/ 0 w 3512820"/>
                <a:gd name="connsiteY0" fmla="*/ 0 h 591045"/>
                <a:gd name="connsiteX1" fmla="*/ 358140 w 3512820"/>
                <a:gd name="connsiteY1" fmla="*/ 548640 h 591045"/>
                <a:gd name="connsiteX2" fmla="*/ 350520 w 3512820"/>
                <a:gd name="connsiteY2" fmla="*/ 541020 h 591045"/>
                <a:gd name="connsiteX3" fmla="*/ 3512820 w 3512820"/>
                <a:gd name="connsiteY3" fmla="*/ 434340 h 591045"/>
                <a:gd name="connsiteX4" fmla="*/ 3512820 w 3512820"/>
                <a:gd name="connsiteY4" fmla="*/ 434340 h 591045"/>
                <a:gd name="connsiteX0" fmla="*/ 0 w 3512820"/>
                <a:gd name="connsiteY0" fmla="*/ 0 h 566675"/>
                <a:gd name="connsiteX1" fmla="*/ 358140 w 3512820"/>
                <a:gd name="connsiteY1" fmla="*/ 548640 h 566675"/>
                <a:gd name="connsiteX2" fmla="*/ 3512820 w 3512820"/>
                <a:gd name="connsiteY2" fmla="*/ 434340 h 566675"/>
                <a:gd name="connsiteX3" fmla="*/ 3512820 w 3512820"/>
                <a:gd name="connsiteY3" fmla="*/ 434340 h 566675"/>
                <a:gd name="connsiteX0" fmla="*/ 0 w 3512820"/>
                <a:gd name="connsiteY0" fmla="*/ 0 h 434340"/>
                <a:gd name="connsiteX1" fmla="*/ 3512820 w 3512820"/>
                <a:gd name="connsiteY1" fmla="*/ 434340 h 434340"/>
                <a:gd name="connsiteX2" fmla="*/ 3512820 w 3512820"/>
                <a:gd name="connsiteY2" fmla="*/ 434340 h 434340"/>
                <a:gd name="connsiteX0" fmla="*/ 32 w 3512852"/>
                <a:gd name="connsiteY0" fmla="*/ 0 h 592614"/>
                <a:gd name="connsiteX1" fmla="*/ 3512852 w 3512852"/>
                <a:gd name="connsiteY1" fmla="*/ 434340 h 592614"/>
                <a:gd name="connsiteX2" fmla="*/ 3512852 w 3512852"/>
                <a:gd name="connsiteY2" fmla="*/ 434340 h 592614"/>
                <a:gd name="connsiteX0" fmla="*/ 31 w 3512851"/>
                <a:gd name="connsiteY0" fmla="*/ 0 h 826919"/>
                <a:gd name="connsiteX1" fmla="*/ 3512851 w 3512851"/>
                <a:gd name="connsiteY1" fmla="*/ 434340 h 826919"/>
                <a:gd name="connsiteX2" fmla="*/ 3512851 w 3512851"/>
                <a:gd name="connsiteY2" fmla="*/ 434340 h 826919"/>
                <a:gd name="connsiteX0" fmla="*/ 92 w 3512912"/>
                <a:gd name="connsiteY0" fmla="*/ 0 h 781653"/>
                <a:gd name="connsiteX1" fmla="*/ 3512912 w 3512912"/>
                <a:gd name="connsiteY1" fmla="*/ 434340 h 781653"/>
                <a:gd name="connsiteX2" fmla="*/ 3512912 w 3512912"/>
                <a:gd name="connsiteY2" fmla="*/ 434340 h 781653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2" fmla="*/ 3512914 w 3512914"/>
                <a:gd name="connsiteY2" fmla="*/ 434340 h 810486"/>
                <a:gd name="connsiteX0" fmla="*/ 94 w 3520534"/>
                <a:gd name="connsiteY0" fmla="*/ 0 h 810486"/>
                <a:gd name="connsiteX1" fmla="*/ 3512914 w 3520534"/>
                <a:gd name="connsiteY1" fmla="*/ 434340 h 810486"/>
                <a:gd name="connsiteX2" fmla="*/ 3520534 w 3520534"/>
                <a:gd name="connsiteY2" fmla="*/ 769620 h 810486"/>
                <a:gd name="connsiteX0" fmla="*/ 0 w 3520440"/>
                <a:gd name="connsiteY0" fmla="*/ 0 h 769620"/>
                <a:gd name="connsiteX1" fmla="*/ 3520440 w 3520440"/>
                <a:gd name="connsiteY1" fmla="*/ 769620 h 769620"/>
                <a:gd name="connsiteX0" fmla="*/ 0 w 2766060"/>
                <a:gd name="connsiteY0" fmla="*/ 0 h 937260"/>
                <a:gd name="connsiteX1" fmla="*/ 2766060 w 2766060"/>
                <a:gd name="connsiteY1" fmla="*/ 937260 h 937260"/>
                <a:gd name="connsiteX0" fmla="*/ 0 w 2766060"/>
                <a:gd name="connsiteY0" fmla="*/ 0 h 973615"/>
                <a:gd name="connsiteX1" fmla="*/ 2766060 w 2766060"/>
                <a:gd name="connsiteY1" fmla="*/ 937260 h 973615"/>
                <a:gd name="connsiteX0" fmla="*/ 12455 w 2778515"/>
                <a:gd name="connsiteY0" fmla="*/ 0 h 987650"/>
                <a:gd name="connsiteX1" fmla="*/ 2778515 w 2778515"/>
                <a:gd name="connsiteY1" fmla="*/ 937260 h 987650"/>
                <a:gd name="connsiteX0" fmla="*/ 11147 w 2944847"/>
                <a:gd name="connsiteY0" fmla="*/ 0 h 1052093"/>
                <a:gd name="connsiteX1" fmla="*/ 2944847 w 2944847"/>
                <a:gd name="connsiteY1" fmla="*/ 1005840 h 1052093"/>
                <a:gd name="connsiteX0" fmla="*/ 0 w 2933700"/>
                <a:gd name="connsiteY0" fmla="*/ 0 h 1068214"/>
                <a:gd name="connsiteX1" fmla="*/ 2933700 w 2933700"/>
                <a:gd name="connsiteY1" fmla="*/ 1005840 h 1068214"/>
                <a:gd name="connsiteX0" fmla="*/ 12180 w 2945880"/>
                <a:gd name="connsiteY0" fmla="*/ 0 h 1061539"/>
                <a:gd name="connsiteX1" fmla="*/ 2945880 w 2945880"/>
                <a:gd name="connsiteY1" fmla="*/ 1005840 h 1061539"/>
                <a:gd name="connsiteX0" fmla="*/ 11785 w 2999460"/>
                <a:gd name="connsiteY0" fmla="*/ 0 h 1064469"/>
                <a:gd name="connsiteX1" fmla="*/ 2999460 w 2999460"/>
                <a:gd name="connsiteY1" fmla="*/ 1009015 h 1064469"/>
                <a:gd name="connsiteX0" fmla="*/ 6902 w 4160083"/>
                <a:gd name="connsiteY0" fmla="*/ 0 h 719393"/>
                <a:gd name="connsiteX1" fmla="*/ 4160082 w 4160083"/>
                <a:gd name="connsiteY1" fmla="*/ 607278 h 719393"/>
                <a:gd name="connsiteX0" fmla="*/ 6810 w 4159990"/>
                <a:gd name="connsiteY0" fmla="*/ 0 h 1045079"/>
                <a:gd name="connsiteX1" fmla="*/ 4159990 w 4159990"/>
                <a:gd name="connsiteY1" fmla="*/ 607278 h 1045079"/>
                <a:gd name="connsiteX0" fmla="*/ 7224 w 4160404"/>
                <a:gd name="connsiteY0" fmla="*/ 0 h 1070211"/>
                <a:gd name="connsiteX1" fmla="*/ 4160404 w 4160404"/>
                <a:gd name="connsiteY1" fmla="*/ 607278 h 1070211"/>
                <a:gd name="connsiteX0" fmla="*/ 5563 w 4158743"/>
                <a:gd name="connsiteY0" fmla="*/ 0 h 1109656"/>
                <a:gd name="connsiteX1" fmla="*/ 4158743 w 4158743"/>
                <a:gd name="connsiteY1" fmla="*/ 607278 h 1109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58743" h="1109656">
                  <a:moveTo>
                    <a:pt x="5563" y="0"/>
                  </a:moveTo>
                  <a:cubicBezTo>
                    <a:pt x="-133887" y="942154"/>
                    <a:pt x="2378666" y="1618067"/>
                    <a:pt x="4158743" y="607278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1E40C39-2232-B3E5-26D5-277B783297B6}"/>
                </a:ext>
              </a:extLst>
            </p:cNvPr>
            <p:cNvSpPr/>
            <p:nvPr/>
          </p:nvSpPr>
          <p:spPr>
            <a:xfrm>
              <a:off x="2670335" y="3490587"/>
              <a:ext cx="3303975" cy="1182542"/>
            </a:xfrm>
            <a:custGeom>
              <a:avLst/>
              <a:gdLst>
                <a:gd name="connsiteX0" fmla="*/ 34462 w 3547282"/>
                <a:gd name="connsiteY0" fmla="*/ 0 h 902955"/>
                <a:gd name="connsiteX1" fmla="*/ 34462 w 3547282"/>
                <a:gd name="connsiteY1" fmla="*/ 182880 h 902955"/>
                <a:gd name="connsiteX2" fmla="*/ 392602 w 3547282"/>
                <a:gd name="connsiteY2" fmla="*/ 548640 h 902955"/>
                <a:gd name="connsiteX3" fmla="*/ 1299382 w 3547282"/>
                <a:gd name="connsiteY3" fmla="*/ 746760 h 902955"/>
                <a:gd name="connsiteX4" fmla="*/ 2084242 w 3547282"/>
                <a:gd name="connsiteY4" fmla="*/ 891540 h 902955"/>
                <a:gd name="connsiteX5" fmla="*/ 3547282 w 3547282"/>
                <a:gd name="connsiteY5" fmla="*/ 434340 h 902955"/>
                <a:gd name="connsiteX6" fmla="*/ 3547282 w 3547282"/>
                <a:gd name="connsiteY6" fmla="*/ 434340 h 902955"/>
                <a:gd name="connsiteX0" fmla="*/ 34462 w 3547282"/>
                <a:gd name="connsiteY0" fmla="*/ 0 h 892594"/>
                <a:gd name="connsiteX1" fmla="*/ 34462 w 3547282"/>
                <a:gd name="connsiteY1" fmla="*/ 182880 h 892594"/>
                <a:gd name="connsiteX2" fmla="*/ 392602 w 3547282"/>
                <a:gd name="connsiteY2" fmla="*/ 548640 h 892594"/>
                <a:gd name="connsiteX3" fmla="*/ 2084242 w 3547282"/>
                <a:gd name="connsiteY3" fmla="*/ 891540 h 892594"/>
                <a:gd name="connsiteX4" fmla="*/ 3547282 w 3547282"/>
                <a:gd name="connsiteY4" fmla="*/ 434340 h 892594"/>
                <a:gd name="connsiteX5" fmla="*/ 3547282 w 3547282"/>
                <a:gd name="connsiteY5" fmla="*/ 434340 h 892594"/>
                <a:gd name="connsiteX0" fmla="*/ 0 w 3512820"/>
                <a:gd name="connsiteY0" fmla="*/ 0 h 892594"/>
                <a:gd name="connsiteX1" fmla="*/ 358140 w 3512820"/>
                <a:gd name="connsiteY1" fmla="*/ 548640 h 892594"/>
                <a:gd name="connsiteX2" fmla="*/ 2049780 w 3512820"/>
                <a:gd name="connsiteY2" fmla="*/ 891540 h 892594"/>
                <a:gd name="connsiteX3" fmla="*/ 3512820 w 3512820"/>
                <a:gd name="connsiteY3" fmla="*/ 434340 h 892594"/>
                <a:gd name="connsiteX4" fmla="*/ 3512820 w 3512820"/>
                <a:gd name="connsiteY4" fmla="*/ 434340 h 892594"/>
                <a:gd name="connsiteX0" fmla="*/ 0 w 3512820"/>
                <a:gd name="connsiteY0" fmla="*/ 0 h 892272"/>
                <a:gd name="connsiteX1" fmla="*/ 358140 w 3512820"/>
                <a:gd name="connsiteY1" fmla="*/ 548640 h 892272"/>
                <a:gd name="connsiteX2" fmla="*/ 350520 w 3512820"/>
                <a:gd name="connsiteY2" fmla="*/ 541020 h 892272"/>
                <a:gd name="connsiteX3" fmla="*/ 2049780 w 3512820"/>
                <a:gd name="connsiteY3" fmla="*/ 891540 h 892272"/>
                <a:gd name="connsiteX4" fmla="*/ 3512820 w 3512820"/>
                <a:gd name="connsiteY4" fmla="*/ 434340 h 892272"/>
                <a:gd name="connsiteX5" fmla="*/ 3512820 w 3512820"/>
                <a:gd name="connsiteY5" fmla="*/ 434340 h 892272"/>
                <a:gd name="connsiteX0" fmla="*/ 0 w 3512820"/>
                <a:gd name="connsiteY0" fmla="*/ 0 h 591045"/>
                <a:gd name="connsiteX1" fmla="*/ 358140 w 3512820"/>
                <a:gd name="connsiteY1" fmla="*/ 548640 h 591045"/>
                <a:gd name="connsiteX2" fmla="*/ 350520 w 3512820"/>
                <a:gd name="connsiteY2" fmla="*/ 541020 h 591045"/>
                <a:gd name="connsiteX3" fmla="*/ 3512820 w 3512820"/>
                <a:gd name="connsiteY3" fmla="*/ 434340 h 591045"/>
                <a:gd name="connsiteX4" fmla="*/ 3512820 w 3512820"/>
                <a:gd name="connsiteY4" fmla="*/ 434340 h 591045"/>
                <a:gd name="connsiteX0" fmla="*/ 0 w 3512820"/>
                <a:gd name="connsiteY0" fmla="*/ 0 h 566675"/>
                <a:gd name="connsiteX1" fmla="*/ 358140 w 3512820"/>
                <a:gd name="connsiteY1" fmla="*/ 548640 h 566675"/>
                <a:gd name="connsiteX2" fmla="*/ 3512820 w 3512820"/>
                <a:gd name="connsiteY2" fmla="*/ 434340 h 566675"/>
                <a:gd name="connsiteX3" fmla="*/ 3512820 w 3512820"/>
                <a:gd name="connsiteY3" fmla="*/ 434340 h 566675"/>
                <a:gd name="connsiteX0" fmla="*/ 0 w 3512820"/>
                <a:gd name="connsiteY0" fmla="*/ 0 h 434340"/>
                <a:gd name="connsiteX1" fmla="*/ 3512820 w 3512820"/>
                <a:gd name="connsiteY1" fmla="*/ 434340 h 434340"/>
                <a:gd name="connsiteX2" fmla="*/ 3512820 w 3512820"/>
                <a:gd name="connsiteY2" fmla="*/ 434340 h 434340"/>
                <a:gd name="connsiteX0" fmla="*/ 32 w 3512852"/>
                <a:gd name="connsiteY0" fmla="*/ 0 h 592614"/>
                <a:gd name="connsiteX1" fmla="*/ 3512852 w 3512852"/>
                <a:gd name="connsiteY1" fmla="*/ 434340 h 592614"/>
                <a:gd name="connsiteX2" fmla="*/ 3512852 w 3512852"/>
                <a:gd name="connsiteY2" fmla="*/ 434340 h 592614"/>
                <a:gd name="connsiteX0" fmla="*/ 31 w 3512851"/>
                <a:gd name="connsiteY0" fmla="*/ 0 h 826919"/>
                <a:gd name="connsiteX1" fmla="*/ 3512851 w 3512851"/>
                <a:gd name="connsiteY1" fmla="*/ 434340 h 826919"/>
                <a:gd name="connsiteX2" fmla="*/ 3512851 w 3512851"/>
                <a:gd name="connsiteY2" fmla="*/ 434340 h 826919"/>
                <a:gd name="connsiteX0" fmla="*/ 92 w 3512912"/>
                <a:gd name="connsiteY0" fmla="*/ 0 h 781653"/>
                <a:gd name="connsiteX1" fmla="*/ 3512912 w 3512912"/>
                <a:gd name="connsiteY1" fmla="*/ 434340 h 781653"/>
                <a:gd name="connsiteX2" fmla="*/ 3512912 w 3512912"/>
                <a:gd name="connsiteY2" fmla="*/ 434340 h 781653"/>
                <a:gd name="connsiteX0" fmla="*/ 94 w 3512914"/>
                <a:gd name="connsiteY0" fmla="*/ 0 h 810486"/>
                <a:gd name="connsiteX1" fmla="*/ 3512914 w 3512914"/>
                <a:gd name="connsiteY1" fmla="*/ 434340 h 810486"/>
                <a:gd name="connsiteX2" fmla="*/ 3512914 w 3512914"/>
                <a:gd name="connsiteY2" fmla="*/ 434340 h 810486"/>
                <a:gd name="connsiteX0" fmla="*/ 94 w 3520534"/>
                <a:gd name="connsiteY0" fmla="*/ 0 h 810486"/>
                <a:gd name="connsiteX1" fmla="*/ 3512914 w 3520534"/>
                <a:gd name="connsiteY1" fmla="*/ 434340 h 810486"/>
                <a:gd name="connsiteX2" fmla="*/ 3520534 w 3520534"/>
                <a:gd name="connsiteY2" fmla="*/ 769620 h 810486"/>
                <a:gd name="connsiteX0" fmla="*/ 0 w 3520440"/>
                <a:gd name="connsiteY0" fmla="*/ 0 h 769620"/>
                <a:gd name="connsiteX1" fmla="*/ 3520440 w 3520440"/>
                <a:gd name="connsiteY1" fmla="*/ 769620 h 769620"/>
                <a:gd name="connsiteX0" fmla="*/ 0 w 2766060"/>
                <a:gd name="connsiteY0" fmla="*/ 0 h 937260"/>
                <a:gd name="connsiteX1" fmla="*/ 2766060 w 2766060"/>
                <a:gd name="connsiteY1" fmla="*/ 937260 h 937260"/>
                <a:gd name="connsiteX0" fmla="*/ 0 w 2766060"/>
                <a:gd name="connsiteY0" fmla="*/ 0 h 973615"/>
                <a:gd name="connsiteX1" fmla="*/ 2766060 w 2766060"/>
                <a:gd name="connsiteY1" fmla="*/ 937260 h 973615"/>
                <a:gd name="connsiteX0" fmla="*/ 12455 w 2778515"/>
                <a:gd name="connsiteY0" fmla="*/ 0 h 987650"/>
                <a:gd name="connsiteX1" fmla="*/ 2778515 w 2778515"/>
                <a:gd name="connsiteY1" fmla="*/ 937260 h 987650"/>
                <a:gd name="connsiteX0" fmla="*/ 11147 w 2944847"/>
                <a:gd name="connsiteY0" fmla="*/ 0 h 1052093"/>
                <a:gd name="connsiteX1" fmla="*/ 2944847 w 2944847"/>
                <a:gd name="connsiteY1" fmla="*/ 1005840 h 1052093"/>
                <a:gd name="connsiteX0" fmla="*/ 0 w 2933700"/>
                <a:gd name="connsiteY0" fmla="*/ 0 h 1068214"/>
                <a:gd name="connsiteX1" fmla="*/ 2933700 w 2933700"/>
                <a:gd name="connsiteY1" fmla="*/ 1005840 h 1068214"/>
                <a:gd name="connsiteX0" fmla="*/ 12180 w 2945880"/>
                <a:gd name="connsiteY0" fmla="*/ 0 h 1061539"/>
                <a:gd name="connsiteX1" fmla="*/ 2945880 w 2945880"/>
                <a:gd name="connsiteY1" fmla="*/ 1005840 h 1061539"/>
                <a:gd name="connsiteX0" fmla="*/ 10444 w 3210844"/>
                <a:gd name="connsiteY0" fmla="*/ 0 h 1054516"/>
                <a:gd name="connsiteX1" fmla="*/ 3210844 w 3210844"/>
                <a:gd name="connsiteY1" fmla="*/ 998220 h 1054516"/>
                <a:gd name="connsiteX0" fmla="*/ 10360 w 3210760"/>
                <a:gd name="connsiteY0" fmla="*/ 0 h 1082488"/>
                <a:gd name="connsiteX1" fmla="*/ 3210760 w 3210760"/>
                <a:gd name="connsiteY1" fmla="*/ 998220 h 1082488"/>
                <a:gd name="connsiteX0" fmla="*/ 10104 w 3258129"/>
                <a:gd name="connsiteY0" fmla="*/ 0 h 1140152"/>
                <a:gd name="connsiteX1" fmla="*/ 3258129 w 3258129"/>
                <a:gd name="connsiteY1" fmla="*/ 1061720 h 1140152"/>
                <a:gd name="connsiteX0" fmla="*/ 9842 w 3309198"/>
                <a:gd name="connsiteY0" fmla="*/ 0 h 1148400"/>
                <a:gd name="connsiteX1" fmla="*/ 3309198 w 3309198"/>
                <a:gd name="connsiteY1" fmla="*/ 1070737 h 1148400"/>
                <a:gd name="connsiteX0" fmla="*/ 10386 w 3309742"/>
                <a:gd name="connsiteY0" fmla="*/ 0 h 1186383"/>
                <a:gd name="connsiteX1" fmla="*/ 3309742 w 3309742"/>
                <a:gd name="connsiteY1" fmla="*/ 1070737 h 1186383"/>
                <a:gd name="connsiteX0" fmla="*/ 10383 w 3309739"/>
                <a:gd name="connsiteY0" fmla="*/ 0 h 1180204"/>
                <a:gd name="connsiteX1" fmla="*/ 3309739 w 3309739"/>
                <a:gd name="connsiteY1" fmla="*/ 1070737 h 1180204"/>
                <a:gd name="connsiteX0" fmla="*/ 2949 w 3302305"/>
                <a:gd name="connsiteY0" fmla="*/ 0 h 1173633"/>
                <a:gd name="connsiteX1" fmla="*/ 3302305 w 3302305"/>
                <a:gd name="connsiteY1" fmla="*/ 1070737 h 1173633"/>
                <a:gd name="connsiteX0" fmla="*/ 2946 w 3303974"/>
                <a:gd name="connsiteY0" fmla="*/ 0 h 1182541"/>
                <a:gd name="connsiteX1" fmla="*/ 3303974 w 3303974"/>
                <a:gd name="connsiteY1" fmla="*/ 1080528 h 118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03974" h="1182541">
                  <a:moveTo>
                    <a:pt x="2946" y="0"/>
                  </a:moveTo>
                  <a:cubicBezTo>
                    <a:pt x="-78984" y="695826"/>
                    <a:pt x="1561119" y="1463135"/>
                    <a:pt x="3303974" y="1080528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AE57600-DB88-CD16-51CB-BC8B2F4DD0D9}"/>
                </a:ext>
              </a:extLst>
            </p:cNvPr>
            <p:cNvSpPr/>
            <p:nvPr/>
          </p:nvSpPr>
          <p:spPr>
            <a:xfrm>
              <a:off x="3991548" y="3240960"/>
              <a:ext cx="660349" cy="660349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Rectangle 20">
              <a:extLst>
                <a:ext uri="{FF2B5EF4-FFF2-40B4-BE49-F238E27FC236}">
                  <a16:creationId xmlns:a16="http://schemas.microsoft.com/office/drawing/2014/main" id="{F81B34A6-13F3-1B3F-128A-1756F57D8471}"/>
                </a:ext>
              </a:extLst>
            </p:cNvPr>
            <p:cNvSpPr/>
            <p:nvPr/>
          </p:nvSpPr>
          <p:spPr>
            <a:xfrm rot="14125111">
              <a:off x="4420748" y="2591187"/>
              <a:ext cx="2458451" cy="1013735"/>
            </a:xfrm>
            <a:custGeom>
              <a:avLst/>
              <a:gdLst>
                <a:gd name="connsiteX0" fmla="*/ 0 w 890731"/>
                <a:gd name="connsiteY0" fmla="*/ 0 h 303004"/>
                <a:gd name="connsiteX1" fmla="*/ 890731 w 890731"/>
                <a:gd name="connsiteY1" fmla="*/ 0 h 303004"/>
                <a:gd name="connsiteX2" fmla="*/ 890731 w 890731"/>
                <a:gd name="connsiteY2" fmla="*/ 303004 h 303004"/>
                <a:gd name="connsiteX3" fmla="*/ 0 w 890731"/>
                <a:gd name="connsiteY3" fmla="*/ 303004 h 303004"/>
                <a:gd name="connsiteX4" fmla="*/ 0 w 890731"/>
                <a:gd name="connsiteY4" fmla="*/ 0 h 303004"/>
                <a:gd name="connsiteX0" fmla="*/ 0 w 1655078"/>
                <a:gd name="connsiteY0" fmla="*/ 0 h 303004"/>
                <a:gd name="connsiteX1" fmla="*/ 890731 w 1655078"/>
                <a:gd name="connsiteY1" fmla="*/ 0 h 303004"/>
                <a:gd name="connsiteX2" fmla="*/ 1655078 w 1655078"/>
                <a:gd name="connsiteY2" fmla="*/ 184148 h 303004"/>
                <a:gd name="connsiteX3" fmla="*/ 0 w 1655078"/>
                <a:gd name="connsiteY3" fmla="*/ 303004 h 303004"/>
                <a:gd name="connsiteX4" fmla="*/ 0 w 1655078"/>
                <a:gd name="connsiteY4" fmla="*/ 0 h 303004"/>
                <a:gd name="connsiteX0" fmla="*/ 0 w 1655078"/>
                <a:gd name="connsiteY0" fmla="*/ 367531 h 670535"/>
                <a:gd name="connsiteX1" fmla="*/ 1173148 w 1655078"/>
                <a:gd name="connsiteY1" fmla="*/ 0 h 670535"/>
                <a:gd name="connsiteX2" fmla="*/ 1655078 w 1655078"/>
                <a:gd name="connsiteY2" fmla="*/ 551679 h 670535"/>
                <a:gd name="connsiteX3" fmla="*/ 0 w 1655078"/>
                <a:gd name="connsiteY3" fmla="*/ 670535 h 670535"/>
                <a:gd name="connsiteX4" fmla="*/ 0 w 1655078"/>
                <a:gd name="connsiteY4" fmla="*/ 367531 h 670535"/>
                <a:gd name="connsiteX0" fmla="*/ 0 w 1891852"/>
                <a:gd name="connsiteY0" fmla="*/ 367531 h 670535"/>
                <a:gd name="connsiteX1" fmla="*/ 1173148 w 1891852"/>
                <a:gd name="connsiteY1" fmla="*/ 0 h 670535"/>
                <a:gd name="connsiteX2" fmla="*/ 1655078 w 1891852"/>
                <a:gd name="connsiteY2" fmla="*/ 551679 h 670535"/>
                <a:gd name="connsiteX3" fmla="*/ 0 w 1891852"/>
                <a:gd name="connsiteY3" fmla="*/ 670535 h 670535"/>
                <a:gd name="connsiteX4" fmla="*/ 0 w 1891852"/>
                <a:gd name="connsiteY4" fmla="*/ 367531 h 670535"/>
                <a:gd name="connsiteX0" fmla="*/ 0 w 1992269"/>
                <a:gd name="connsiteY0" fmla="*/ 367531 h 670535"/>
                <a:gd name="connsiteX1" fmla="*/ 1173148 w 1992269"/>
                <a:gd name="connsiteY1" fmla="*/ 0 h 670535"/>
                <a:gd name="connsiteX2" fmla="*/ 1655078 w 1992269"/>
                <a:gd name="connsiteY2" fmla="*/ 551679 h 670535"/>
                <a:gd name="connsiteX3" fmla="*/ 0 w 1992269"/>
                <a:gd name="connsiteY3" fmla="*/ 670535 h 670535"/>
                <a:gd name="connsiteX4" fmla="*/ 0 w 1992269"/>
                <a:gd name="connsiteY4" fmla="*/ 367531 h 670535"/>
                <a:gd name="connsiteX0" fmla="*/ 0 w 1992269"/>
                <a:gd name="connsiteY0" fmla="*/ 367531 h 826142"/>
                <a:gd name="connsiteX1" fmla="*/ 1173148 w 1992269"/>
                <a:gd name="connsiteY1" fmla="*/ 0 h 826142"/>
                <a:gd name="connsiteX2" fmla="*/ 1655078 w 1992269"/>
                <a:gd name="connsiteY2" fmla="*/ 551679 h 826142"/>
                <a:gd name="connsiteX3" fmla="*/ 0 w 1992269"/>
                <a:gd name="connsiteY3" fmla="*/ 670535 h 826142"/>
                <a:gd name="connsiteX4" fmla="*/ 0 w 1992269"/>
                <a:gd name="connsiteY4" fmla="*/ 367531 h 826142"/>
                <a:gd name="connsiteX0" fmla="*/ 466182 w 2458451"/>
                <a:gd name="connsiteY0" fmla="*/ 367531 h 921924"/>
                <a:gd name="connsiteX1" fmla="*/ 1639330 w 2458451"/>
                <a:gd name="connsiteY1" fmla="*/ 0 h 921924"/>
                <a:gd name="connsiteX2" fmla="*/ 2121260 w 2458451"/>
                <a:gd name="connsiteY2" fmla="*/ 551679 h 921924"/>
                <a:gd name="connsiteX3" fmla="*/ 0 w 2458451"/>
                <a:gd name="connsiteY3" fmla="*/ 896857 h 921924"/>
                <a:gd name="connsiteX4" fmla="*/ 466182 w 2458451"/>
                <a:gd name="connsiteY4" fmla="*/ 367531 h 921924"/>
                <a:gd name="connsiteX0" fmla="*/ 466182 w 2458451"/>
                <a:gd name="connsiteY0" fmla="*/ 367531 h 995897"/>
                <a:gd name="connsiteX1" fmla="*/ 1639330 w 2458451"/>
                <a:gd name="connsiteY1" fmla="*/ 0 h 995897"/>
                <a:gd name="connsiteX2" fmla="*/ 2121260 w 2458451"/>
                <a:gd name="connsiteY2" fmla="*/ 551679 h 995897"/>
                <a:gd name="connsiteX3" fmla="*/ 0 w 2458451"/>
                <a:gd name="connsiteY3" fmla="*/ 896857 h 995897"/>
                <a:gd name="connsiteX4" fmla="*/ 466182 w 2458451"/>
                <a:gd name="connsiteY4" fmla="*/ 367531 h 995897"/>
                <a:gd name="connsiteX0" fmla="*/ 466182 w 2458451"/>
                <a:gd name="connsiteY0" fmla="*/ 367531 h 976043"/>
                <a:gd name="connsiteX1" fmla="*/ 1639330 w 2458451"/>
                <a:gd name="connsiteY1" fmla="*/ 0 h 976043"/>
                <a:gd name="connsiteX2" fmla="*/ 2121260 w 2458451"/>
                <a:gd name="connsiteY2" fmla="*/ 551679 h 976043"/>
                <a:gd name="connsiteX3" fmla="*/ 469461 w 2458451"/>
                <a:gd name="connsiteY3" fmla="*/ 933636 h 976043"/>
                <a:gd name="connsiteX4" fmla="*/ 0 w 2458451"/>
                <a:gd name="connsiteY4" fmla="*/ 896857 h 976043"/>
                <a:gd name="connsiteX5" fmla="*/ 466182 w 2458451"/>
                <a:gd name="connsiteY5" fmla="*/ 367531 h 976043"/>
                <a:gd name="connsiteX0" fmla="*/ 466182 w 2458451"/>
                <a:gd name="connsiteY0" fmla="*/ 367531 h 1013547"/>
                <a:gd name="connsiteX1" fmla="*/ 1639330 w 2458451"/>
                <a:gd name="connsiteY1" fmla="*/ 0 h 1013547"/>
                <a:gd name="connsiteX2" fmla="*/ 2121260 w 2458451"/>
                <a:gd name="connsiteY2" fmla="*/ 551679 h 1013547"/>
                <a:gd name="connsiteX3" fmla="*/ 469461 w 2458451"/>
                <a:gd name="connsiteY3" fmla="*/ 933636 h 1013547"/>
                <a:gd name="connsiteX4" fmla="*/ 0 w 2458451"/>
                <a:gd name="connsiteY4" fmla="*/ 896857 h 1013547"/>
                <a:gd name="connsiteX5" fmla="*/ 466182 w 2458451"/>
                <a:gd name="connsiteY5" fmla="*/ 367531 h 1013547"/>
                <a:gd name="connsiteX0" fmla="*/ 466182 w 2458451"/>
                <a:gd name="connsiteY0" fmla="*/ 367531 h 1013547"/>
                <a:gd name="connsiteX1" fmla="*/ 1071047 w 2458451"/>
                <a:gd name="connsiteY1" fmla="*/ 226816 h 1013547"/>
                <a:gd name="connsiteX2" fmla="*/ 1639330 w 2458451"/>
                <a:gd name="connsiteY2" fmla="*/ 0 h 1013547"/>
                <a:gd name="connsiteX3" fmla="*/ 2121260 w 2458451"/>
                <a:gd name="connsiteY3" fmla="*/ 551679 h 1013547"/>
                <a:gd name="connsiteX4" fmla="*/ 469461 w 2458451"/>
                <a:gd name="connsiteY4" fmla="*/ 933636 h 1013547"/>
                <a:gd name="connsiteX5" fmla="*/ 0 w 2458451"/>
                <a:gd name="connsiteY5" fmla="*/ 896857 h 1013547"/>
                <a:gd name="connsiteX6" fmla="*/ 466182 w 2458451"/>
                <a:gd name="connsiteY6" fmla="*/ 367531 h 1013547"/>
                <a:gd name="connsiteX0" fmla="*/ 466182 w 2458451"/>
                <a:gd name="connsiteY0" fmla="*/ 367531 h 1013547"/>
                <a:gd name="connsiteX1" fmla="*/ 1071047 w 2458451"/>
                <a:gd name="connsiteY1" fmla="*/ 226816 h 1013547"/>
                <a:gd name="connsiteX2" fmla="*/ 1639330 w 2458451"/>
                <a:gd name="connsiteY2" fmla="*/ 0 h 1013547"/>
                <a:gd name="connsiteX3" fmla="*/ 2121260 w 2458451"/>
                <a:gd name="connsiteY3" fmla="*/ 551679 h 1013547"/>
                <a:gd name="connsiteX4" fmla="*/ 469461 w 2458451"/>
                <a:gd name="connsiteY4" fmla="*/ 933636 h 1013547"/>
                <a:gd name="connsiteX5" fmla="*/ 0 w 2458451"/>
                <a:gd name="connsiteY5" fmla="*/ 896857 h 1013547"/>
                <a:gd name="connsiteX6" fmla="*/ 466182 w 2458451"/>
                <a:gd name="connsiteY6" fmla="*/ 367531 h 1013547"/>
                <a:gd name="connsiteX0" fmla="*/ 466182 w 2458451"/>
                <a:gd name="connsiteY0" fmla="*/ 367719 h 1013735"/>
                <a:gd name="connsiteX1" fmla="*/ 1071047 w 2458451"/>
                <a:gd name="connsiteY1" fmla="*/ 227004 h 1013735"/>
                <a:gd name="connsiteX2" fmla="*/ 1639330 w 2458451"/>
                <a:gd name="connsiteY2" fmla="*/ 188 h 1013735"/>
                <a:gd name="connsiteX3" fmla="*/ 2121260 w 2458451"/>
                <a:gd name="connsiteY3" fmla="*/ 551867 h 1013735"/>
                <a:gd name="connsiteX4" fmla="*/ 469461 w 2458451"/>
                <a:gd name="connsiteY4" fmla="*/ 933824 h 1013735"/>
                <a:gd name="connsiteX5" fmla="*/ 0 w 2458451"/>
                <a:gd name="connsiteY5" fmla="*/ 897045 h 1013735"/>
                <a:gd name="connsiteX6" fmla="*/ 466182 w 2458451"/>
                <a:gd name="connsiteY6" fmla="*/ 367719 h 101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8451" h="1013735">
                  <a:moveTo>
                    <a:pt x="466182" y="367719"/>
                  </a:moveTo>
                  <a:cubicBezTo>
                    <a:pt x="677468" y="301383"/>
                    <a:pt x="859761" y="293340"/>
                    <a:pt x="1071047" y="227004"/>
                  </a:cubicBezTo>
                  <a:cubicBezTo>
                    <a:pt x="1252340" y="75635"/>
                    <a:pt x="1468880" y="-4416"/>
                    <a:pt x="1639330" y="188"/>
                  </a:cubicBezTo>
                  <a:cubicBezTo>
                    <a:pt x="3017025" y="70264"/>
                    <a:pt x="2274749" y="481390"/>
                    <a:pt x="2121260" y="551867"/>
                  </a:cubicBezTo>
                  <a:cubicBezTo>
                    <a:pt x="1927763" y="716511"/>
                    <a:pt x="784600" y="1203830"/>
                    <a:pt x="469461" y="933824"/>
                  </a:cubicBezTo>
                  <a:cubicBezTo>
                    <a:pt x="115918" y="991354"/>
                    <a:pt x="2028" y="1000433"/>
                    <a:pt x="0" y="897045"/>
                  </a:cubicBezTo>
                  <a:lnTo>
                    <a:pt x="466182" y="367719"/>
                  </a:lnTo>
                  <a:close/>
                </a:path>
              </a:pathLst>
            </a:custGeom>
            <a:solidFill>
              <a:schemeClr val="bg1"/>
            </a:solidFill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6216309-121A-CC75-860A-5C55A1D7BAED}"/>
                </a:ext>
              </a:extLst>
            </p:cNvPr>
            <p:cNvSpPr/>
            <p:nvPr/>
          </p:nvSpPr>
          <p:spPr>
            <a:xfrm rot="21171380">
              <a:off x="5011496" y="3281134"/>
              <a:ext cx="2152338" cy="734356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A7A2B6F-2DE7-497C-9910-4472299838A4}"/>
                </a:ext>
              </a:extLst>
            </p:cNvPr>
            <p:cNvSpPr/>
            <p:nvPr/>
          </p:nvSpPr>
          <p:spPr>
            <a:xfrm>
              <a:off x="4149030" y="3489211"/>
              <a:ext cx="379245" cy="379245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9F85A32-767E-46E9-4BC3-0795022A9293}"/>
                </a:ext>
              </a:extLst>
            </p:cNvPr>
            <p:cNvSpPr/>
            <p:nvPr/>
          </p:nvSpPr>
          <p:spPr>
            <a:xfrm>
              <a:off x="4288253" y="3640075"/>
              <a:ext cx="169080" cy="16908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D8CCB07-503E-4A5A-F136-2B33BA95C810}"/>
                </a:ext>
              </a:extLst>
            </p:cNvPr>
            <p:cNvSpPr/>
            <p:nvPr/>
          </p:nvSpPr>
          <p:spPr>
            <a:xfrm>
              <a:off x="4267555" y="3624684"/>
              <a:ext cx="36103" cy="36103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1330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6D00E76-33FB-8B86-5466-6F0ECFC859B2}"/>
              </a:ext>
            </a:extLst>
          </p:cNvPr>
          <p:cNvGrpSpPr/>
          <p:nvPr/>
        </p:nvGrpSpPr>
        <p:grpSpPr>
          <a:xfrm flipH="1">
            <a:off x="-6289131" y="215900"/>
            <a:ext cx="8621889" cy="6065017"/>
            <a:chOff x="2650882" y="894745"/>
            <a:chExt cx="7226543" cy="5083470"/>
          </a:xfrm>
        </p:grpSpPr>
        <p:sp>
          <p:nvSpPr>
            <p:cNvPr id="3" name="Rectangle 36">
              <a:extLst>
                <a:ext uri="{FF2B5EF4-FFF2-40B4-BE49-F238E27FC236}">
                  <a16:creationId xmlns:a16="http://schemas.microsoft.com/office/drawing/2014/main" id="{0AF3FB51-9473-1BC7-792D-63178209DB98}"/>
                </a:ext>
              </a:extLst>
            </p:cNvPr>
            <p:cNvSpPr/>
            <p:nvPr/>
          </p:nvSpPr>
          <p:spPr>
            <a:xfrm rot="313031" flipH="1">
              <a:off x="2650882" y="4621839"/>
              <a:ext cx="1834881" cy="1121194"/>
            </a:xfrm>
            <a:custGeom>
              <a:avLst/>
              <a:gdLst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796319 w 796319"/>
                <a:gd name="connsiteY2" fmla="*/ 77120 h 77120"/>
                <a:gd name="connsiteX3" fmla="*/ 0 w 796319"/>
                <a:gd name="connsiteY3" fmla="*/ 77120 h 77120"/>
                <a:gd name="connsiteX4" fmla="*/ 0 w 796319"/>
                <a:gd name="connsiteY4" fmla="*/ 0 h 77120"/>
                <a:gd name="connsiteX0" fmla="*/ 0 w 796319"/>
                <a:gd name="connsiteY0" fmla="*/ 0 h 89820"/>
                <a:gd name="connsiteX1" fmla="*/ 796319 w 796319"/>
                <a:gd name="connsiteY1" fmla="*/ 0 h 89820"/>
                <a:gd name="connsiteX2" fmla="*/ 542319 w 796319"/>
                <a:gd name="connsiteY2" fmla="*/ 89820 h 89820"/>
                <a:gd name="connsiteX3" fmla="*/ 0 w 796319"/>
                <a:gd name="connsiteY3" fmla="*/ 77120 h 89820"/>
                <a:gd name="connsiteX4" fmla="*/ 0 w 796319"/>
                <a:gd name="connsiteY4" fmla="*/ 0 h 89820"/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0 w 796319"/>
                <a:gd name="connsiteY2" fmla="*/ 77120 h 77120"/>
                <a:gd name="connsiteX3" fmla="*/ 0 w 796319"/>
                <a:gd name="connsiteY3" fmla="*/ 0 h 77120"/>
                <a:gd name="connsiteX0" fmla="*/ 1498600 w 1498600"/>
                <a:gd name="connsiteY0" fmla="*/ 1117600 h 1117600"/>
                <a:gd name="connsiteX1" fmla="*/ 796319 w 1498600"/>
                <a:gd name="connsiteY1" fmla="*/ 0 h 1117600"/>
                <a:gd name="connsiteX2" fmla="*/ 0 w 1498600"/>
                <a:gd name="connsiteY2" fmla="*/ 77120 h 1117600"/>
                <a:gd name="connsiteX3" fmla="*/ 1498600 w 1498600"/>
                <a:gd name="connsiteY3" fmla="*/ 1117600 h 1117600"/>
                <a:gd name="connsiteX0" fmla="*/ 1498600 w 1498600"/>
                <a:gd name="connsiteY0" fmla="*/ 1117600 h 1122379"/>
                <a:gd name="connsiteX1" fmla="*/ 796319 w 1498600"/>
                <a:gd name="connsiteY1" fmla="*/ 0 h 1122379"/>
                <a:gd name="connsiteX2" fmla="*/ 0 w 1498600"/>
                <a:gd name="connsiteY2" fmla="*/ 77120 h 1122379"/>
                <a:gd name="connsiteX3" fmla="*/ 1498600 w 1498600"/>
                <a:gd name="connsiteY3" fmla="*/ 1117600 h 1122379"/>
                <a:gd name="connsiteX0" fmla="*/ 1498600 w 1498600"/>
                <a:gd name="connsiteY0" fmla="*/ 1117600 h 1122687"/>
                <a:gd name="connsiteX1" fmla="*/ 796319 w 1498600"/>
                <a:gd name="connsiteY1" fmla="*/ 0 h 1122687"/>
                <a:gd name="connsiteX2" fmla="*/ 0 w 1498600"/>
                <a:gd name="connsiteY2" fmla="*/ 77120 h 1122687"/>
                <a:gd name="connsiteX3" fmla="*/ 1498600 w 1498600"/>
                <a:gd name="connsiteY3" fmla="*/ 1117600 h 1122687"/>
                <a:gd name="connsiteX0" fmla="*/ 1498600 w 1504941"/>
                <a:gd name="connsiteY0" fmla="*/ 1117600 h 1122687"/>
                <a:gd name="connsiteX1" fmla="*/ 796319 w 1504941"/>
                <a:gd name="connsiteY1" fmla="*/ 0 h 1122687"/>
                <a:gd name="connsiteX2" fmla="*/ 0 w 1504941"/>
                <a:gd name="connsiteY2" fmla="*/ 77120 h 1122687"/>
                <a:gd name="connsiteX3" fmla="*/ 1498600 w 1504941"/>
                <a:gd name="connsiteY3" fmla="*/ 1117600 h 1122687"/>
                <a:gd name="connsiteX0" fmla="*/ 1498600 w 1514907"/>
                <a:gd name="connsiteY0" fmla="*/ 1117600 h 1122687"/>
                <a:gd name="connsiteX1" fmla="*/ 796319 w 1514907"/>
                <a:gd name="connsiteY1" fmla="*/ 0 h 1122687"/>
                <a:gd name="connsiteX2" fmla="*/ 0 w 1514907"/>
                <a:gd name="connsiteY2" fmla="*/ 77120 h 1122687"/>
                <a:gd name="connsiteX3" fmla="*/ 1498600 w 1514907"/>
                <a:gd name="connsiteY3" fmla="*/ 1117600 h 1122687"/>
                <a:gd name="connsiteX0" fmla="*/ 1498600 w 1527654"/>
                <a:gd name="connsiteY0" fmla="*/ 1117600 h 1122687"/>
                <a:gd name="connsiteX1" fmla="*/ 796319 w 1527654"/>
                <a:gd name="connsiteY1" fmla="*/ 0 h 1122687"/>
                <a:gd name="connsiteX2" fmla="*/ 0 w 1527654"/>
                <a:gd name="connsiteY2" fmla="*/ 77120 h 1122687"/>
                <a:gd name="connsiteX3" fmla="*/ 1498600 w 1527654"/>
                <a:gd name="connsiteY3" fmla="*/ 1117600 h 1122687"/>
                <a:gd name="connsiteX0" fmla="*/ 1498600 w 1527654"/>
                <a:gd name="connsiteY0" fmla="*/ 1117600 h 1135911"/>
                <a:gd name="connsiteX1" fmla="*/ 796319 w 1527654"/>
                <a:gd name="connsiteY1" fmla="*/ 0 h 1135911"/>
                <a:gd name="connsiteX2" fmla="*/ 0 w 1527654"/>
                <a:gd name="connsiteY2" fmla="*/ 77120 h 1135911"/>
                <a:gd name="connsiteX3" fmla="*/ 1498600 w 1527654"/>
                <a:gd name="connsiteY3" fmla="*/ 1117600 h 1135911"/>
                <a:gd name="connsiteX0" fmla="*/ 1498600 w 1532064"/>
                <a:gd name="connsiteY0" fmla="*/ 1117600 h 1135911"/>
                <a:gd name="connsiteX1" fmla="*/ 796319 w 1532064"/>
                <a:gd name="connsiteY1" fmla="*/ 0 h 1135911"/>
                <a:gd name="connsiteX2" fmla="*/ 0 w 1532064"/>
                <a:gd name="connsiteY2" fmla="*/ 77120 h 1135911"/>
                <a:gd name="connsiteX3" fmla="*/ 1498600 w 1532064"/>
                <a:gd name="connsiteY3" fmla="*/ 1117600 h 1135911"/>
                <a:gd name="connsiteX0" fmla="*/ 1498600 w 1532064"/>
                <a:gd name="connsiteY0" fmla="*/ 1117600 h 1150870"/>
                <a:gd name="connsiteX1" fmla="*/ 796319 w 1532064"/>
                <a:gd name="connsiteY1" fmla="*/ 0 h 1150870"/>
                <a:gd name="connsiteX2" fmla="*/ 0 w 1532064"/>
                <a:gd name="connsiteY2" fmla="*/ 77120 h 1150870"/>
                <a:gd name="connsiteX3" fmla="*/ 1498600 w 1532064"/>
                <a:gd name="connsiteY3" fmla="*/ 1117600 h 1150870"/>
                <a:gd name="connsiteX0" fmla="*/ 1772898 w 1806362"/>
                <a:gd name="connsiteY0" fmla="*/ 1117600 h 1157672"/>
                <a:gd name="connsiteX1" fmla="*/ 1070617 w 1806362"/>
                <a:gd name="connsiteY1" fmla="*/ 0 h 1157672"/>
                <a:gd name="connsiteX2" fmla="*/ 0 w 1806362"/>
                <a:gd name="connsiteY2" fmla="*/ 252931 h 1157672"/>
                <a:gd name="connsiteX3" fmla="*/ 1772898 w 1806362"/>
                <a:gd name="connsiteY3" fmla="*/ 1117600 h 1157672"/>
                <a:gd name="connsiteX0" fmla="*/ 1772898 w 1797588"/>
                <a:gd name="connsiteY0" fmla="*/ 1134098 h 1174170"/>
                <a:gd name="connsiteX1" fmla="*/ 785185 w 1797588"/>
                <a:gd name="connsiteY1" fmla="*/ 0 h 1174170"/>
                <a:gd name="connsiteX2" fmla="*/ 0 w 1797588"/>
                <a:gd name="connsiteY2" fmla="*/ 269429 h 1174170"/>
                <a:gd name="connsiteX3" fmla="*/ 1772898 w 1797588"/>
                <a:gd name="connsiteY3" fmla="*/ 1134098 h 1174170"/>
                <a:gd name="connsiteX0" fmla="*/ 1805685 w 1829650"/>
                <a:gd name="connsiteY0" fmla="*/ 1089269 h 1131529"/>
                <a:gd name="connsiteX1" fmla="*/ 785185 w 1829650"/>
                <a:gd name="connsiteY1" fmla="*/ 0 h 1131529"/>
                <a:gd name="connsiteX2" fmla="*/ 0 w 1829650"/>
                <a:gd name="connsiteY2" fmla="*/ 269429 h 1131529"/>
                <a:gd name="connsiteX3" fmla="*/ 1805685 w 1829650"/>
                <a:gd name="connsiteY3" fmla="*/ 1089269 h 1131529"/>
                <a:gd name="connsiteX0" fmla="*/ 1805685 w 1834881"/>
                <a:gd name="connsiteY0" fmla="*/ 1089269 h 1131529"/>
                <a:gd name="connsiteX1" fmla="*/ 785185 w 1834881"/>
                <a:gd name="connsiteY1" fmla="*/ 0 h 1131529"/>
                <a:gd name="connsiteX2" fmla="*/ 0 w 1834881"/>
                <a:gd name="connsiteY2" fmla="*/ 269429 h 1131529"/>
                <a:gd name="connsiteX3" fmla="*/ 1805685 w 1834881"/>
                <a:gd name="connsiteY3" fmla="*/ 1089269 h 1131529"/>
                <a:gd name="connsiteX0" fmla="*/ 1805685 w 1834881"/>
                <a:gd name="connsiteY0" fmla="*/ 1089269 h 1131958"/>
                <a:gd name="connsiteX1" fmla="*/ 785185 w 1834881"/>
                <a:gd name="connsiteY1" fmla="*/ 0 h 1131958"/>
                <a:gd name="connsiteX2" fmla="*/ 0 w 1834881"/>
                <a:gd name="connsiteY2" fmla="*/ 269429 h 1131958"/>
                <a:gd name="connsiteX3" fmla="*/ 1805685 w 1834881"/>
                <a:gd name="connsiteY3" fmla="*/ 1089269 h 1131958"/>
                <a:gd name="connsiteX0" fmla="*/ 1805685 w 1834881"/>
                <a:gd name="connsiteY0" fmla="*/ 1089269 h 1121194"/>
                <a:gd name="connsiteX1" fmla="*/ 785185 w 1834881"/>
                <a:gd name="connsiteY1" fmla="*/ 0 h 1121194"/>
                <a:gd name="connsiteX2" fmla="*/ 0 w 1834881"/>
                <a:gd name="connsiteY2" fmla="*/ 269429 h 1121194"/>
                <a:gd name="connsiteX3" fmla="*/ 1805685 w 1834881"/>
                <a:gd name="connsiteY3" fmla="*/ 1089269 h 1121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881" h="1121194">
                  <a:moveTo>
                    <a:pt x="1805685" y="1089269"/>
                  </a:moveTo>
                  <a:cubicBezTo>
                    <a:pt x="1993866" y="964386"/>
                    <a:pt x="1227755" y="917623"/>
                    <a:pt x="785185" y="0"/>
                  </a:cubicBezTo>
                  <a:lnTo>
                    <a:pt x="0" y="269429"/>
                  </a:lnTo>
                  <a:cubicBezTo>
                    <a:pt x="204296" y="675759"/>
                    <a:pt x="1215151" y="1265115"/>
                    <a:pt x="1805685" y="1089269"/>
                  </a:cubicBezTo>
                  <a:close/>
                </a:path>
              </a:pathLst>
            </a:custGeom>
            <a:solidFill>
              <a:srgbClr val="D4976E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10">
              <a:extLst>
                <a:ext uri="{FF2B5EF4-FFF2-40B4-BE49-F238E27FC236}">
                  <a16:creationId xmlns:a16="http://schemas.microsoft.com/office/drawing/2014/main" id="{474C9B07-6F6B-4534-1AE3-EE4B48BAC645}"/>
                </a:ext>
              </a:extLst>
            </p:cNvPr>
            <p:cNvSpPr/>
            <p:nvPr/>
          </p:nvSpPr>
          <p:spPr>
            <a:xfrm>
              <a:off x="7972425" y="4343400"/>
              <a:ext cx="1905000" cy="696985"/>
            </a:xfrm>
            <a:custGeom>
              <a:avLst/>
              <a:gdLst>
                <a:gd name="connsiteX0" fmla="*/ 0 w 438150"/>
                <a:gd name="connsiteY0" fmla="*/ 0 h 571500"/>
                <a:gd name="connsiteX1" fmla="*/ 438150 w 438150"/>
                <a:gd name="connsiteY1" fmla="*/ 0 h 571500"/>
                <a:gd name="connsiteX2" fmla="*/ 438150 w 438150"/>
                <a:gd name="connsiteY2" fmla="*/ 571500 h 571500"/>
                <a:gd name="connsiteX3" fmla="*/ 0 w 438150"/>
                <a:gd name="connsiteY3" fmla="*/ 571500 h 571500"/>
                <a:gd name="connsiteX4" fmla="*/ 0 w 438150"/>
                <a:gd name="connsiteY4" fmla="*/ 0 h 571500"/>
                <a:gd name="connsiteX0" fmla="*/ 0 w 1905000"/>
                <a:gd name="connsiteY0" fmla="*/ 0 h 571500"/>
                <a:gd name="connsiteX1" fmla="*/ 438150 w 1905000"/>
                <a:gd name="connsiteY1" fmla="*/ 0 h 571500"/>
                <a:gd name="connsiteX2" fmla="*/ 1905000 w 1905000"/>
                <a:gd name="connsiteY2" fmla="*/ 171450 h 571500"/>
                <a:gd name="connsiteX3" fmla="*/ 0 w 1905000"/>
                <a:gd name="connsiteY3" fmla="*/ 571500 h 571500"/>
                <a:gd name="connsiteX4" fmla="*/ 0 w 1905000"/>
                <a:gd name="connsiteY4" fmla="*/ 0 h 571500"/>
                <a:gd name="connsiteX0" fmla="*/ 0 w 1905000"/>
                <a:gd name="connsiteY0" fmla="*/ 0 h 616113"/>
                <a:gd name="connsiteX1" fmla="*/ 438150 w 1905000"/>
                <a:gd name="connsiteY1" fmla="*/ 0 h 616113"/>
                <a:gd name="connsiteX2" fmla="*/ 1905000 w 1905000"/>
                <a:gd name="connsiteY2" fmla="*/ 171450 h 616113"/>
                <a:gd name="connsiteX3" fmla="*/ 0 w 1905000"/>
                <a:gd name="connsiteY3" fmla="*/ 571500 h 616113"/>
                <a:gd name="connsiteX4" fmla="*/ 0 w 1905000"/>
                <a:gd name="connsiteY4" fmla="*/ 0 h 616113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905000 w 1905000"/>
                <a:gd name="connsiteY2" fmla="*/ 171450 h 726139"/>
                <a:gd name="connsiteX3" fmla="*/ 0 w 1905000"/>
                <a:gd name="connsiteY3" fmla="*/ 571500 h 726139"/>
                <a:gd name="connsiteX4" fmla="*/ 0 w 1905000"/>
                <a:gd name="connsiteY4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583055 w 1905000"/>
                <a:gd name="connsiteY2" fmla="*/ 220980 h 726139"/>
                <a:gd name="connsiteX3" fmla="*/ 1905000 w 1905000"/>
                <a:gd name="connsiteY3" fmla="*/ 171450 h 726139"/>
                <a:gd name="connsiteX4" fmla="*/ 0 w 1905000"/>
                <a:gd name="connsiteY4" fmla="*/ 571500 h 726139"/>
                <a:gd name="connsiteX5" fmla="*/ 0 w 1905000"/>
                <a:gd name="connsiteY5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696985"/>
                <a:gd name="connsiteX1" fmla="*/ 438150 w 1905000"/>
                <a:gd name="connsiteY1" fmla="*/ 0 h 696985"/>
                <a:gd name="connsiteX2" fmla="*/ 1644015 w 1905000"/>
                <a:gd name="connsiteY2" fmla="*/ 76200 h 696985"/>
                <a:gd name="connsiteX3" fmla="*/ 1583055 w 1905000"/>
                <a:gd name="connsiteY3" fmla="*/ 220980 h 696985"/>
                <a:gd name="connsiteX4" fmla="*/ 1905000 w 1905000"/>
                <a:gd name="connsiteY4" fmla="*/ 171450 h 696985"/>
                <a:gd name="connsiteX5" fmla="*/ 0 w 1905000"/>
                <a:gd name="connsiteY5" fmla="*/ 571500 h 696985"/>
                <a:gd name="connsiteX6" fmla="*/ 0 w 1905000"/>
                <a:gd name="connsiteY6" fmla="*/ 0 h 69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5000" h="696985">
                  <a:moveTo>
                    <a:pt x="0" y="0"/>
                  </a:moveTo>
                  <a:lnTo>
                    <a:pt x="438150" y="0"/>
                  </a:lnTo>
                  <a:cubicBezTo>
                    <a:pt x="676592" y="227330"/>
                    <a:pt x="1399857" y="191770"/>
                    <a:pt x="1644015" y="76200"/>
                  </a:cubicBezTo>
                  <a:cubicBezTo>
                    <a:pt x="1834833" y="113030"/>
                    <a:pt x="1511618" y="191135"/>
                    <a:pt x="1583055" y="220980"/>
                  </a:cubicBezTo>
                  <a:cubicBezTo>
                    <a:pt x="1659890" y="288290"/>
                    <a:pt x="1828165" y="104140"/>
                    <a:pt x="1905000" y="171450"/>
                  </a:cubicBezTo>
                  <a:cubicBezTo>
                    <a:pt x="1628140" y="861060"/>
                    <a:pt x="246380" y="727710"/>
                    <a:pt x="0" y="5715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4976E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4FCBF963-949B-F04F-D193-68E5C6FDD93F}"/>
                </a:ext>
              </a:extLst>
            </p:cNvPr>
            <p:cNvSpPr/>
            <p:nvPr/>
          </p:nvSpPr>
          <p:spPr>
            <a:xfrm>
              <a:off x="3660132" y="894745"/>
              <a:ext cx="5151719" cy="4685821"/>
            </a:xfrm>
            <a:custGeom>
              <a:avLst/>
              <a:gdLst>
                <a:gd name="connsiteX0" fmla="*/ 0 w 1959428"/>
                <a:gd name="connsiteY0" fmla="*/ 0 h 3904343"/>
                <a:gd name="connsiteX1" fmla="*/ 1959428 w 1959428"/>
                <a:gd name="connsiteY1" fmla="*/ 0 h 3904343"/>
                <a:gd name="connsiteX2" fmla="*/ 1959428 w 1959428"/>
                <a:gd name="connsiteY2" fmla="*/ 3904343 h 3904343"/>
                <a:gd name="connsiteX3" fmla="*/ 0 w 1959428"/>
                <a:gd name="connsiteY3" fmla="*/ 3904343 h 3904343"/>
                <a:gd name="connsiteX4" fmla="*/ 0 w 1959428"/>
                <a:gd name="connsiteY4" fmla="*/ 0 h 3904343"/>
                <a:gd name="connsiteX0" fmla="*/ 0 w 2394856"/>
                <a:gd name="connsiteY0" fmla="*/ 1422400 h 3904343"/>
                <a:gd name="connsiteX1" fmla="*/ 2394856 w 2394856"/>
                <a:gd name="connsiteY1" fmla="*/ 0 h 3904343"/>
                <a:gd name="connsiteX2" fmla="*/ 2394856 w 2394856"/>
                <a:gd name="connsiteY2" fmla="*/ 3904343 h 3904343"/>
                <a:gd name="connsiteX3" fmla="*/ 435428 w 2394856"/>
                <a:gd name="connsiteY3" fmla="*/ 3904343 h 3904343"/>
                <a:gd name="connsiteX4" fmla="*/ 0 w 2394856"/>
                <a:gd name="connsiteY4" fmla="*/ 1422400 h 3904343"/>
                <a:gd name="connsiteX0" fmla="*/ 0 w 2394856"/>
                <a:gd name="connsiteY0" fmla="*/ 362857 h 2844800"/>
                <a:gd name="connsiteX1" fmla="*/ 2090056 w 2394856"/>
                <a:gd name="connsiteY1" fmla="*/ 0 h 2844800"/>
                <a:gd name="connsiteX2" fmla="*/ 2394856 w 2394856"/>
                <a:gd name="connsiteY2" fmla="*/ 2844800 h 2844800"/>
                <a:gd name="connsiteX3" fmla="*/ 435428 w 2394856"/>
                <a:gd name="connsiteY3" fmla="*/ 2844800 h 2844800"/>
                <a:gd name="connsiteX4" fmla="*/ 0 w 2394856"/>
                <a:gd name="connsiteY4" fmla="*/ 362857 h 2844800"/>
                <a:gd name="connsiteX0" fmla="*/ 0 w 2394856"/>
                <a:gd name="connsiteY0" fmla="*/ 1992818 h 4474761"/>
                <a:gd name="connsiteX1" fmla="*/ 2090056 w 2394856"/>
                <a:gd name="connsiteY1" fmla="*/ 1629961 h 4474761"/>
                <a:gd name="connsiteX2" fmla="*/ 2394856 w 2394856"/>
                <a:gd name="connsiteY2" fmla="*/ 4474761 h 4474761"/>
                <a:gd name="connsiteX3" fmla="*/ 435428 w 2394856"/>
                <a:gd name="connsiteY3" fmla="*/ 4474761 h 4474761"/>
                <a:gd name="connsiteX4" fmla="*/ 0 w 2394856"/>
                <a:gd name="connsiteY4" fmla="*/ 1992818 h 4474761"/>
                <a:gd name="connsiteX0" fmla="*/ 108246 w 2503102"/>
                <a:gd name="connsiteY0" fmla="*/ 2269429 h 4751372"/>
                <a:gd name="connsiteX1" fmla="*/ 2198302 w 2503102"/>
                <a:gd name="connsiteY1" fmla="*/ 1906572 h 4751372"/>
                <a:gd name="connsiteX2" fmla="*/ 2503102 w 2503102"/>
                <a:gd name="connsiteY2" fmla="*/ 4751372 h 4751372"/>
                <a:gd name="connsiteX3" fmla="*/ 543674 w 2503102"/>
                <a:gd name="connsiteY3" fmla="*/ 4751372 h 4751372"/>
                <a:gd name="connsiteX4" fmla="*/ 108246 w 2503102"/>
                <a:gd name="connsiteY4" fmla="*/ 2269429 h 4751372"/>
                <a:gd name="connsiteX0" fmla="*/ 94806 w 2489662"/>
                <a:gd name="connsiteY0" fmla="*/ 2110094 h 4592037"/>
                <a:gd name="connsiteX1" fmla="*/ 2184862 w 2489662"/>
                <a:gd name="connsiteY1" fmla="*/ 1747237 h 4592037"/>
                <a:gd name="connsiteX2" fmla="*/ 2489662 w 2489662"/>
                <a:gd name="connsiteY2" fmla="*/ 4592037 h 4592037"/>
                <a:gd name="connsiteX3" fmla="*/ 530234 w 2489662"/>
                <a:gd name="connsiteY3" fmla="*/ 4592037 h 4592037"/>
                <a:gd name="connsiteX4" fmla="*/ 94806 w 2489662"/>
                <a:gd name="connsiteY4" fmla="*/ 2110094 h 4592037"/>
                <a:gd name="connsiteX0" fmla="*/ 164427 w 2559283"/>
                <a:gd name="connsiteY0" fmla="*/ 2208237 h 4690180"/>
                <a:gd name="connsiteX1" fmla="*/ 2254483 w 2559283"/>
                <a:gd name="connsiteY1" fmla="*/ 1845380 h 4690180"/>
                <a:gd name="connsiteX2" fmla="*/ 2559283 w 2559283"/>
                <a:gd name="connsiteY2" fmla="*/ 4690180 h 4690180"/>
                <a:gd name="connsiteX3" fmla="*/ 599855 w 2559283"/>
                <a:gd name="connsiteY3" fmla="*/ 4690180 h 4690180"/>
                <a:gd name="connsiteX4" fmla="*/ 164427 w 2559283"/>
                <a:gd name="connsiteY4" fmla="*/ 2208237 h 4690180"/>
                <a:gd name="connsiteX0" fmla="*/ 228702 w 2623558"/>
                <a:gd name="connsiteY0" fmla="*/ 2208237 h 4690180"/>
                <a:gd name="connsiteX1" fmla="*/ 2318758 w 2623558"/>
                <a:gd name="connsiteY1" fmla="*/ 1845380 h 4690180"/>
                <a:gd name="connsiteX2" fmla="*/ 2623558 w 2623558"/>
                <a:gd name="connsiteY2" fmla="*/ 4690180 h 4690180"/>
                <a:gd name="connsiteX3" fmla="*/ 664130 w 2623558"/>
                <a:gd name="connsiteY3" fmla="*/ 4690180 h 4690180"/>
                <a:gd name="connsiteX4" fmla="*/ 228702 w 2623558"/>
                <a:gd name="connsiteY4" fmla="*/ 2208237 h 4690180"/>
                <a:gd name="connsiteX0" fmla="*/ 228702 w 5214358"/>
                <a:gd name="connsiteY0" fmla="*/ 2208237 h 4690180"/>
                <a:gd name="connsiteX1" fmla="*/ 2318758 w 5214358"/>
                <a:gd name="connsiteY1" fmla="*/ 1845380 h 4690180"/>
                <a:gd name="connsiteX2" fmla="*/ 5214358 w 5214358"/>
                <a:gd name="connsiteY2" fmla="*/ 3832930 h 4690180"/>
                <a:gd name="connsiteX3" fmla="*/ 664130 w 5214358"/>
                <a:gd name="connsiteY3" fmla="*/ 4690180 h 4690180"/>
                <a:gd name="connsiteX4" fmla="*/ 228702 w 5214358"/>
                <a:gd name="connsiteY4" fmla="*/ 2208237 h 4690180"/>
                <a:gd name="connsiteX0" fmla="*/ 228702 w 5214358"/>
                <a:gd name="connsiteY0" fmla="*/ 2208237 h 4690180"/>
                <a:gd name="connsiteX1" fmla="*/ 2318758 w 5214358"/>
                <a:gd name="connsiteY1" fmla="*/ 1845380 h 4690180"/>
                <a:gd name="connsiteX2" fmla="*/ 5214358 w 5214358"/>
                <a:gd name="connsiteY2" fmla="*/ 3832930 h 4690180"/>
                <a:gd name="connsiteX3" fmla="*/ 664130 w 5214358"/>
                <a:gd name="connsiteY3" fmla="*/ 4690180 h 4690180"/>
                <a:gd name="connsiteX4" fmla="*/ 228702 w 5214358"/>
                <a:gd name="connsiteY4" fmla="*/ 2208237 h 4690180"/>
                <a:gd name="connsiteX0" fmla="*/ 228702 w 5223296"/>
                <a:gd name="connsiteY0" fmla="*/ 2208237 h 4690180"/>
                <a:gd name="connsiteX1" fmla="*/ 2318758 w 5223296"/>
                <a:gd name="connsiteY1" fmla="*/ 1845380 h 4690180"/>
                <a:gd name="connsiteX2" fmla="*/ 5214358 w 5223296"/>
                <a:gd name="connsiteY2" fmla="*/ 3832930 h 4690180"/>
                <a:gd name="connsiteX3" fmla="*/ 664130 w 5223296"/>
                <a:gd name="connsiteY3" fmla="*/ 4690180 h 4690180"/>
                <a:gd name="connsiteX4" fmla="*/ 228702 w 5223296"/>
                <a:gd name="connsiteY4" fmla="*/ 2208237 h 4690180"/>
                <a:gd name="connsiteX0" fmla="*/ 206740 w 5201334"/>
                <a:gd name="connsiteY0" fmla="*/ 2208237 h 4537780"/>
                <a:gd name="connsiteX1" fmla="*/ 2296796 w 5201334"/>
                <a:gd name="connsiteY1" fmla="*/ 1845380 h 4537780"/>
                <a:gd name="connsiteX2" fmla="*/ 5192396 w 5201334"/>
                <a:gd name="connsiteY2" fmla="*/ 3832930 h 4537780"/>
                <a:gd name="connsiteX3" fmla="*/ 794568 w 5201334"/>
                <a:gd name="connsiteY3" fmla="*/ 4537780 h 4537780"/>
                <a:gd name="connsiteX4" fmla="*/ 206740 w 5201334"/>
                <a:gd name="connsiteY4" fmla="*/ 2208237 h 4537780"/>
                <a:gd name="connsiteX0" fmla="*/ 213735 w 5208329"/>
                <a:gd name="connsiteY0" fmla="*/ 2208237 h 4537780"/>
                <a:gd name="connsiteX1" fmla="*/ 2303791 w 5208329"/>
                <a:gd name="connsiteY1" fmla="*/ 1845380 h 4537780"/>
                <a:gd name="connsiteX2" fmla="*/ 5199391 w 5208329"/>
                <a:gd name="connsiteY2" fmla="*/ 3832930 h 4537780"/>
                <a:gd name="connsiteX3" fmla="*/ 801563 w 5208329"/>
                <a:gd name="connsiteY3" fmla="*/ 4537780 h 4537780"/>
                <a:gd name="connsiteX4" fmla="*/ 213735 w 5208329"/>
                <a:gd name="connsiteY4" fmla="*/ 2208237 h 4537780"/>
                <a:gd name="connsiteX0" fmla="*/ 213735 w 5208329"/>
                <a:gd name="connsiteY0" fmla="*/ 2208237 h 4660343"/>
                <a:gd name="connsiteX1" fmla="*/ 2303791 w 5208329"/>
                <a:gd name="connsiteY1" fmla="*/ 1845380 h 4660343"/>
                <a:gd name="connsiteX2" fmla="*/ 5199391 w 5208329"/>
                <a:gd name="connsiteY2" fmla="*/ 3832930 h 4660343"/>
                <a:gd name="connsiteX3" fmla="*/ 801563 w 5208329"/>
                <a:gd name="connsiteY3" fmla="*/ 4537780 h 4660343"/>
                <a:gd name="connsiteX4" fmla="*/ 213735 w 5208329"/>
                <a:gd name="connsiteY4" fmla="*/ 2208237 h 4660343"/>
                <a:gd name="connsiteX0" fmla="*/ 213735 w 5208329"/>
                <a:gd name="connsiteY0" fmla="*/ 2208237 h 4726289"/>
                <a:gd name="connsiteX1" fmla="*/ 2303791 w 5208329"/>
                <a:gd name="connsiteY1" fmla="*/ 1845380 h 4726289"/>
                <a:gd name="connsiteX2" fmla="*/ 5199391 w 5208329"/>
                <a:gd name="connsiteY2" fmla="*/ 3832930 h 4726289"/>
                <a:gd name="connsiteX3" fmla="*/ 801563 w 5208329"/>
                <a:gd name="connsiteY3" fmla="*/ 4537780 h 4726289"/>
                <a:gd name="connsiteX4" fmla="*/ 213735 w 5208329"/>
                <a:gd name="connsiteY4" fmla="*/ 2208237 h 4726289"/>
                <a:gd name="connsiteX0" fmla="*/ 213735 w 5208329"/>
                <a:gd name="connsiteY0" fmla="*/ 2208237 h 4726289"/>
                <a:gd name="connsiteX1" fmla="*/ 2303791 w 5208329"/>
                <a:gd name="connsiteY1" fmla="*/ 1845380 h 4726289"/>
                <a:gd name="connsiteX2" fmla="*/ 5199391 w 5208329"/>
                <a:gd name="connsiteY2" fmla="*/ 3832930 h 4726289"/>
                <a:gd name="connsiteX3" fmla="*/ 801563 w 5208329"/>
                <a:gd name="connsiteY3" fmla="*/ 4537780 h 4726289"/>
                <a:gd name="connsiteX4" fmla="*/ 213735 w 5208329"/>
                <a:gd name="connsiteY4" fmla="*/ 2208237 h 4726289"/>
                <a:gd name="connsiteX0" fmla="*/ 213735 w 5208329"/>
                <a:gd name="connsiteY0" fmla="*/ 2133771 h 4651823"/>
                <a:gd name="connsiteX1" fmla="*/ 2303791 w 5208329"/>
                <a:gd name="connsiteY1" fmla="*/ 1770914 h 4651823"/>
                <a:gd name="connsiteX2" fmla="*/ 5199391 w 5208329"/>
                <a:gd name="connsiteY2" fmla="*/ 3758464 h 4651823"/>
                <a:gd name="connsiteX3" fmla="*/ 801563 w 5208329"/>
                <a:gd name="connsiteY3" fmla="*/ 4463314 h 4651823"/>
                <a:gd name="connsiteX4" fmla="*/ 213735 w 5208329"/>
                <a:gd name="connsiteY4" fmla="*/ 2133771 h 4651823"/>
                <a:gd name="connsiteX0" fmla="*/ 213735 w 5208329"/>
                <a:gd name="connsiteY0" fmla="*/ 2216663 h 4734715"/>
                <a:gd name="connsiteX1" fmla="*/ 2303791 w 5208329"/>
                <a:gd name="connsiteY1" fmla="*/ 1853806 h 4734715"/>
                <a:gd name="connsiteX2" fmla="*/ 5199391 w 5208329"/>
                <a:gd name="connsiteY2" fmla="*/ 3841356 h 4734715"/>
                <a:gd name="connsiteX3" fmla="*/ 801563 w 5208329"/>
                <a:gd name="connsiteY3" fmla="*/ 4546206 h 4734715"/>
                <a:gd name="connsiteX4" fmla="*/ 213735 w 5208329"/>
                <a:gd name="connsiteY4" fmla="*/ 2216663 h 4734715"/>
                <a:gd name="connsiteX0" fmla="*/ 213735 w 5208329"/>
                <a:gd name="connsiteY0" fmla="*/ 2159633 h 4677685"/>
                <a:gd name="connsiteX1" fmla="*/ 2303791 w 5208329"/>
                <a:gd name="connsiteY1" fmla="*/ 1796776 h 4677685"/>
                <a:gd name="connsiteX2" fmla="*/ 5199391 w 5208329"/>
                <a:gd name="connsiteY2" fmla="*/ 3784326 h 4677685"/>
                <a:gd name="connsiteX3" fmla="*/ 801563 w 5208329"/>
                <a:gd name="connsiteY3" fmla="*/ 4489176 h 4677685"/>
                <a:gd name="connsiteX4" fmla="*/ 213735 w 5208329"/>
                <a:gd name="connsiteY4" fmla="*/ 2159633 h 4677685"/>
                <a:gd name="connsiteX0" fmla="*/ 213735 w 5208329"/>
                <a:gd name="connsiteY0" fmla="*/ 2167769 h 4685821"/>
                <a:gd name="connsiteX1" fmla="*/ 2303791 w 5208329"/>
                <a:gd name="connsiteY1" fmla="*/ 1804912 h 4685821"/>
                <a:gd name="connsiteX2" fmla="*/ 5199391 w 5208329"/>
                <a:gd name="connsiteY2" fmla="*/ 3792462 h 4685821"/>
                <a:gd name="connsiteX3" fmla="*/ 801563 w 5208329"/>
                <a:gd name="connsiteY3" fmla="*/ 4497312 h 4685821"/>
                <a:gd name="connsiteX4" fmla="*/ 213735 w 5208329"/>
                <a:gd name="connsiteY4" fmla="*/ 2167769 h 4685821"/>
                <a:gd name="connsiteX0" fmla="*/ 213735 w 5208329"/>
                <a:gd name="connsiteY0" fmla="*/ 2167769 h 4685821"/>
                <a:gd name="connsiteX1" fmla="*/ 2303791 w 5208329"/>
                <a:gd name="connsiteY1" fmla="*/ 1804912 h 4685821"/>
                <a:gd name="connsiteX2" fmla="*/ 5199391 w 5208329"/>
                <a:gd name="connsiteY2" fmla="*/ 3792462 h 4685821"/>
                <a:gd name="connsiteX3" fmla="*/ 801563 w 5208329"/>
                <a:gd name="connsiteY3" fmla="*/ 4497312 h 4685821"/>
                <a:gd name="connsiteX4" fmla="*/ 213735 w 5208329"/>
                <a:gd name="connsiteY4" fmla="*/ 2167769 h 4685821"/>
                <a:gd name="connsiteX0" fmla="*/ 161784 w 5156378"/>
                <a:gd name="connsiteY0" fmla="*/ 2167769 h 4685821"/>
                <a:gd name="connsiteX1" fmla="*/ 2251840 w 5156378"/>
                <a:gd name="connsiteY1" fmla="*/ 1804912 h 4685821"/>
                <a:gd name="connsiteX2" fmla="*/ 5147440 w 5156378"/>
                <a:gd name="connsiteY2" fmla="*/ 3792462 h 4685821"/>
                <a:gd name="connsiteX3" fmla="*/ 749612 w 5156378"/>
                <a:gd name="connsiteY3" fmla="*/ 4497312 h 4685821"/>
                <a:gd name="connsiteX4" fmla="*/ 161784 w 5156378"/>
                <a:gd name="connsiteY4" fmla="*/ 2167769 h 4685821"/>
                <a:gd name="connsiteX0" fmla="*/ 161784 w 5156378"/>
                <a:gd name="connsiteY0" fmla="*/ 2167769 h 4685821"/>
                <a:gd name="connsiteX1" fmla="*/ 2251840 w 5156378"/>
                <a:gd name="connsiteY1" fmla="*/ 1804912 h 4685821"/>
                <a:gd name="connsiteX2" fmla="*/ 5147440 w 5156378"/>
                <a:gd name="connsiteY2" fmla="*/ 3792462 h 4685821"/>
                <a:gd name="connsiteX3" fmla="*/ 749612 w 5156378"/>
                <a:gd name="connsiteY3" fmla="*/ 4497312 h 4685821"/>
                <a:gd name="connsiteX4" fmla="*/ 161784 w 5156378"/>
                <a:gd name="connsiteY4" fmla="*/ 2167769 h 4685821"/>
                <a:gd name="connsiteX0" fmla="*/ 157125 w 5151719"/>
                <a:gd name="connsiteY0" fmla="*/ 2167769 h 4685821"/>
                <a:gd name="connsiteX1" fmla="*/ 2247181 w 5151719"/>
                <a:gd name="connsiteY1" fmla="*/ 1804912 h 4685821"/>
                <a:gd name="connsiteX2" fmla="*/ 5142781 w 5151719"/>
                <a:gd name="connsiteY2" fmla="*/ 3792462 h 4685821"/>
                <a:gd name="connsiteX3" fmla="*/ 744953 w 5151719"/>
                <a:gd name="connsiteY3" fmla="*/ 4497312 h 4685821"/>
                <a:gd name="connsiteX4" fmla="*/ 157125 w 5151719"/>
                <a:gd name="connsiteY4" fmla="*/ 2167769 h 468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719" h="4685821">
                  <a:moveTo>
                    <a:pt x="157125" y="2167769"/>
                  </a:moveTo>
                  <a:cubicBezTo>
                    <a:pt x="-589454" y="208945"/>
                    <a:pt x="1621253" y="-1359808"/>
                    <a:pt x="2247181" y="1804912"/>
                  </a:cubicBezTo>
                  <a:cubicBezTo>
                    <a:pt x="2793281" y="2486479"/>
                    <a:pt x="5320581" y="2882295"/>
                    <a:pt x="5142781" y="3792462"/>
                  </a:cubicBezTo>
                  <a:cubicBezTo>
                    <a:pt x="4381688" y="4541762"/>
                    <a:pt x="2382346" y="4948162"/>
                    <a:pt x="744953" y="4497312"/>
                  </a:cubicBezTo>
                  <a:cubicBezTo>
                    <a:pt x="585239" y="4415740"/>
                    <a:pt x="-370096" y="4277079"/>
                    <a:pt x="157125" y="2167769"/>
                  </a:cubicBezTo>
                  <a:close/>
                </a:path>
              </a:pathLst>
            </a:custGeom>
            <a:solidFill>
              <a:srgbClr val="D4976E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Isosceles Triangle 31">
              <a:extLst>
                <a:ext uri="{FF2B5EF4-FFF2-40B4-BE49-F238E27FC236}">
                  <a16:creationId xmlns:a16="http://schemas.microsoft.com/office/drawing/2014/main" id="{AF3CEB38-23BF-236D-A713-E6DCF7A21BCA}"/>
                </a:ext>
              </a:extLst>
            </p:cNvPr>
            <p:cNvSpPr/>
            <p:nvPr/>
          </p:nvSpPr>
          <p:spPr>
            <a:xfrm rot="11781574">
              <a:off x="4656845" y="2167809"/>
              <a:ext cx="425121" cy="1119172"/>
            </a:xfrm>
            <a:custGeom>
              <a:avLst/>
              <a:gdLst>
                <a:gd name="connsiteX0" fmla="*/ 0 w 271671"/>
                <a:gd name="connsiteY0" fmla="*/ 1117600 h 1117600"/>
                <a:gd name="connsiteX1" fmla="*/ 135836 w 271671"/>
                <a:gd name="connsiteY1" fmla="*/ 0 h 1117600"/>
                <a:gd name="connsiteX2" fmla="*/ 271671 w 271671"/>
                <a:gd name="connsiteY2" fmla="*/ 1117600 h 1117600"/>
                <a:gd name="connsiteX3" fmla="*/ 0 w 271671"/>
                <a:gd name="connsiteY3" fmla="*/ 1117600 h 1117600"/>
                <a:gd name="connsiteX0" fmla="*/ 0 w 478830"/>
                <a:gd name="connsiteY0" fmla="*/ 1117600 h 1117600"/>
                <a:gd name="connsiteX1" fmla="*/ 135836 w 478830"/>
                <a:gd name="connsiteY1" fmla="*/ 0 h 1117600"/>
                <a:gd name="connsiteX2" fmla="*/ 478830 w 478830"/>
                <a:gd name="connsiteY2" fmla="*/ 1056789 h 1117600"/>
                <a:gd name="connsiteX3" fmla="*/ 0 w 478830"/>
                <a:gd name="connsiteY3" fmla="*/ 1117600 h 1117600"/>
                <a:gd name="connsiteX0" fmla="*/ 129343 w 342994"/>
                <a:gd name="connsiteY0" fmla="*/ 1119172 h 1119172"/>
                <a:gd name="connsiteX1" fmla="*/ 0 w 342994"/>
                <a:gd name="connsiteY1" fmla="*/ 0 h 1119172"/>
                <a:gd name="connsiteX2" fmla="*/ 342994 w 342994"/>
                <a:gd name="connsiteY2" fmla="*/ 1056789 h 1119172"/>
                <a:gd name="connsiteX3" fmla="*/ 129343 w 342994"/>
                <a:gd name="connsiteY3" fmla="*/ 1119172 h 1119172"/>
                <a:gd name="connsiteX0" fmla="*/ 151571 w 365222"/>
                <a:gd name="connsiteY0" fmla="*/ 1119172 h 1119172"/>
                <a:gd name="connsiteX1" fmla="*/ 22228 w 365222"/>
                <a:gd name="connsiteY1" fmla="*/ 0 h 1119172"/>
                <a:gd name="connsiteX2" fmla="*/ 365222 w 365222"/>
                <a:gd name="connsiteY2" fmla="*/ 1056789 h 1119172"/>
                <a:gd name="connsiteX3" fmla="*/ 151571 w 365222"/>
                <a:gd name="connsiteY3" fmla="*/ 1119172 h 1119172"/>
                <a:gd name="connsiteX0" fmla="*/ 211470 w 425121"/>
                <a:gd name="connsiteY0" fmla="*/ 1119172 h 1119172"/>
                <a:gd name="connsiteX1" fmla="*/ 82127 w 425121"/>
                <a:gd name="connsiteY1" fmla="*/ 0 h 1119172"/>
                <a:gd name="connsiteX2" fmla="*/ 425121 w 425121"/>
                <a:gd name="connsiteY2" fmla="*/ 1056789 h 1119172"/>
                <a:gd name="connsiteX3" fmla="*/ 211470 w 425121"/>
                <a:gd name="connsiteY3" fmla="*/ 1119172 h 1119172"/>
                <a:gd name="connsiteX0" fmla="*/ 211470 w 425121"/>
                <a:gd name="connsiteY0" fmla="*/ 1119172 h 1119172"/>
                <a:gd name="connsiteX1" fmla="*/ 82127 w 425121"/>
                <a:gd name="connsiteY1" fmla="*/ 0 h 1119172"/>
                <a:gd name="connsiteX2" fmla="*/ 425121 w 425121"/>
                <a:gd name="connsiteY2" fmla="*/ 1056789 h 1119172"/>
                <a:gd name="connsiteX3" fmla="*/ 211470 w 425121"/>
                <a:gd name="connsiteY3" fmla="*/ 1119172 h 1119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5121" h="1119172">
                  <a:moveTo>
                    <a:pt x="211470" y="1119172"/>
                  </a:moveTo>
                  <a:cubicBezTo>
                    <a:pt x="-60266" y="733812"/>
                    <a:pt x="-30934" y="246836"/>
                    <a:pt x="82127" y="0"/>
                  </a:cubicBezTo>
                  <a:cubicBezTo>
                    <a:pt x="128374" y="345777"/>
                    <a:pt x="310790" y="704526"/>
                    <a:pt x="425121" y="1056789"/>
                  </a:cubicBezTo>
                  <a:lnTo>
                    <a:pt x="211470" y="1119172"/>
                  </a:lnTo>
                  <a:close/>
                </a:path>
              </a:pathLst>
            </a:custGeom>
            <a:solidFill>
              <a:srgbClr val="FBFCFC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Isosceles Triangle 31">
              <a:extLst>
                <a:ext uri="{FF2B5EF4-FFF2-40B4-BE49-F238E27FC236}">
                  <a16:creationId xmlns:a16="http://schemas.microsoft.com/office/drawing/2014/main" id="{7B2CFAF5-6423-E3DA-25A4-26164345A5A9}"/>
                </a:ext>
              </a:extLst>
            </p:cNvPr>
            <p:cNvSpPr/>
            <p:nvPr/>
          </p:nvSpPr>
          <p:spPr>
            <a:xfrm rot="9818426" flipH="1">
              <a:off x="3808663" y="2190835"/>
              <a:ext cx="425121" cy="1119172"/>
            </a:xfrm>
            <a:custGeom>
              <a:avLst/>
              <a:gdLst>
                <a:gd name="connsiteX0" fmla="*/ 0 w 271671"/>
                <a:gd name="connsiteY0" fmla="*/ 1117600 h 1117600"/>
                <a:gd name="connsiteX1" fmla="*/ 135836 w 271671"/>
                <a:gd name="connsiteY1" fmla="*/ 0 h 1117600"/>
                <a:gd name="connsiteX2" fmla="*/ 271671 w 271671"/>
                <a:gd name="connsiteY2" fmla="*/ 1117600 h 1117600"/>
                <a:gd name="connsiteX3" fmla="*/ 0 w 271671"/>
                <a:gd name="connsiteY3" fmla="*/ 1117600 h 1117600"/>
                <a:gd name="connsiteX0" fmla="*/ 0 w 478830"/>
                <a:gd name="connsiteY0" fmla="*/ 1117600 h 1117600"/>
                <a:gd name="connsiteX1" fmla="*/ 135836 w 478830"/>
                <a:gd name="connsiteY1" fmla="*/ 0 h 1117600"/>
                <a:gd name="connsiteX2" fmla="*/ 478830 w 478830"/>
                <a:gd name="connsiteY2" fmla="*/ 1056789 h 1117600"/>
                <a:gd name="connsiteX3" fmla="*/ 0 w 478830"/>
                <a:gd name="connsiteY3" fmla="*/ 1117600 h 1117600"/>
                <a:gd name="connsiteX0" fmla="*/ 129343 w 342994"/>
                <a:gd name="connsiteY0" fmla="*/ 1119172 h 1119172"/>
                <a:gd name="connsiteX1" fmla="*/ 0 w 342994"/>
                <a:gd name="connsiteY1" fmla="*/ 0 h 1119172"/>
                <a:gd name="connsiteX2" fmla="*/ 342994 w 342994"/>
                <a:gd name="connsiteY2" fmla="*/ 1056789 h 1119172"/>
                <a:gd name="connsiteX3" fmla="*/ 129343 w 342994"/>
                <a:gd name="connsiteY3" fmla="*/ 1119172 h 1119172"/>
                <a:gd name="connsiteX0" fmla="*/ 151571 w 365222"/>
                <a:gd name="connsiteY0" fmla="*/ 1119172 h 1119172"/>
                <a:gd name="connsiteX1" fmla="*/ 22228 w 365222"/>
                <a:gd name="connsiteY1" fmla="*/ 0 h 1119172"/>
                <a:gd name="connsiteX2" fmla="*/ 365222 w 365222"/>
                <a:gd name="connsiteY2" fmla="*/ 1056789 h 1119172"/>
                <a:gd name="connsiteX3" fmla="*/ 151571 w 365222"/>
                <a:gd name="connsiteY3" fmla="*/ 1119172 h 1119172"/>
                <a:gd name="connsiteX0" fmla="*/ 211470 w 425121"/>
                <a:gd name="connsiteY0" fmla="*/ 1119172 h 1119172"/>
                <a:gd name="connsiteX1" fmla="*/ 82127 w 425121"/>
                <a:gd name="connsiteY1" fmla="*/ 0 h 1119172"/>
                <a:gd name="connsiteX2" fmla="*/ 425121 w 425121"/>
                <a:gd name="connsiteY2" fmla="*/ 1056789 h 1119172"/>
                <a:gd name="connsiteX3" fmla="*/ 211470 w 425121"/>
                <a:gd name="connsiteY3" fmla="*/ 1119172 h 1119172"/>
                <a:gd name="connsiteX0" fmla="*/ 211470 w 425121"/>
                <a:gd name="connsiteY0" fmla="*/ 1119172 h 1119172"/>
                <a:gd name="connsiteX1" fmla="*/ 82127 w 425121"/>
                <a:gd name="connsiteY1" fmla="*/ 0 h 1119172"/>
                <a:gd name="connsiteX2" fmla="*/ 425121 w 425121"/>
                <a:gd name="connsiteY2" fmla="*/ 1056789 h 1119172"/>
                <a:gd name="connsiteX3" fmla="*/ 211470 w 425121"/>
                <a:gd name="connsiteY3" fmla="*/ 1119172 h 1119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5121" h="1119172">
                  <a:moveTo>
                    <a:pt x="211470" y="1119172"/>
                  </a:moveTo>
                  <a:cubicBezTo>
                    <a:pt x="-60266" y="733812"/>
                    <a:pt x="-30934" y="246836"/>
                    <a:pt x="82127" y="0"/>
                  </a:cubicBezTo>
                  <a:cubicBezTo>
                    <a:pt x="128374" y="345777"/>
                    <a:pt x="310790" y="704526"/>
                    <a:pt x="425121" y="1056789"/>
                  </a:cubicBezTo>
                  <a:lnTo>
                    <a:pt x="211470" y="1119172"/>
                  </a:lnTo>
                  <a:close/>
                </a:path>
              </a:pathLst>
            </a:custGeom>
            <a:solidFill>
              <a:srgbClr val="FBFCFC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36">
              <a:extLst>
                <a:ext uri="{FF2B5EF4-FFF2-40B4-BE49-F238E27FC236}">
                  <a16:creationId xmlns:a16="http://schemas.microsoft.com/office/drawing/2014/main" id="{A6C8B0B7-0E7E-DCD8-0AA1-F4D125F6C232}"/>
                </a:ext>
              </a:extLst>
            </p:cNvPr>
            <p:cNvSpPr/>
            <p:nvPr/>
          </p:nvSpPr>
          <p:spPr>
            <a:xfrm>
              <a:off x="5505450" y="4827345"/>
              <a:ext cx="1532064" cy="1150870"/>
            </a:xfrm>
            <a:custGeom>
              <a:avLst/>
              <a:gdLst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796319 w 796319"/>
                <a:gd name="connsiteY2" fmla="*/ 77120 h 77120"/>
                <a:gd name="connsiteX3" fmla="*/ 0 w 796319"/>
                <a:gd name="connsiteY3" fmla="*/ 77120 h 77120"/>
                <a:gd name="connsiteX4" fmla="*/ 0 w 796319"/>
                <a:gd name="connsiteY4" fmla="*/ 0 h 77120"/>
                <a:gd name="connsiteX0" fmla="*/ 0 w 796319"/>
                <a:gd name="connsiteY0" fmla="*/ 0 h 89820"/>
                <a:gd name="connsiteX1" fmla="*/ 796319 w 796319"/>
                <a:gd name="connsiteY1" fmla="*/ 0 h 89820"/>
                <a:gd name="connsiteX2" fmla="*/ 542319 w 796319"/>
                <a:gd name="connsiteY2" fmla="*/ 89820 h 89820"/>
                <a:gd name="connsiteX3" fmla="*/ 0 w 796319"/>
                <a:gd name="connsiteY3" fmla="*/ 77120 h 89820"/>
                <a:gd name="connsiteX4" fmla="*/ 0 w 796319"/>
                <a:gd name="connsiteY4" fmla="*/ 0 h 89820"/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0 w 796319"/>
                <a:gd name="connsiteY2" fmla="*/ 77120 h 77120"/>
                <a:gd name="connsiteX3" fmla="*/ 0 w 796319"/>
                <a:gd name="connsiteY3" fmla="*/ 0 h 77120"/>
                <a:gd name="connsiteX0" fmla="*/ 1498600 w 1498600"/>
                <a:gd name="connsiteY0" fmla="*/ 1117600 h 1117600"/>
                <a:gd name="connsiteX1" fmla="*/ 796319 w 1498600"/>
                <a:gd name="connsiteY1" fmla="*/ 0 h 1117600"/>
                <a:gd name="connsiteX2" fmla="*/ 0 w 1498600"/>
                <a:gd name="connsiteY2" fmla="*/ 77120 h 1117600"/>
                <a:gd name="connsiteX3" fmla="*/ 1498600 w 1498600"/>
                <a:gd name="connsiteY3" fmla="*/ 1117600 h 1117600"/>
                <a:gd name="connsiteX0" fmla="*/ 1498600 w 1498600"/>
                <a:gd name="connsiteY0" fmla="*/ 1117600 h 1122379"/>
                <a:gd name="connsiteX1" fmla="*/ 796319 w 1498600"/>
                <a:gd name="connsiteY1" fmla="*/ 0 h 1122379"/>
                <a:gd name="connsiteX2" fmla="*/ 0 w 1498600"/>
                <a:gd name="connsiteY2" fmla="*/ 77120 h 1122379"/>
                <a:gd name="connsiteX3" fmla="*/ 1498600 w 1498600"/>
                <a:gd name="connsiteY3" fmla="*/ 1117600 h 1122379"/>
                <a:gd name="connsiteX0" fmla="*/ 1498600 w 1498600"/>
                <a:gd name="connsiteY0" fmla="*/ 1117600 h 1122687"/>
                <a:gd name="connsiteX1" fmla="*/ 796319 w 1498600"/>
                <a:gd name="connsiteY1" fmla="*/ 0 h 1122687"/>
                <a:gd name="connsiteX2" fmla="*/ 0 w 1498600"/>
                <a:gd name="connsiteY2" fmla="*/ 77120 h 1122687"/>
                <a:gd name="connsiteX3" fmla="*/ 1498600 w 1498600"/>
                <a:gd name="connsiteY3" fmla="*/ 1117600 h 1122687"/>
                <a:gd name="connsiteX0" fmla="*/ 1498600 w 1504941"/>
                <a:gd name="connsiteY0" fmla="*/ 1117600 h 1122687"/>
                <a:gd name="connsiteX1" fmla="*/ 796319 w 1504941"/>
                <a:gd name="connsiteY1" fmla="*/ 0 h 1122687"/>
                <a:gd name="connsiteX2" fmla="*/ 0 w 1504941"/>
                <a:gd name="connsiteY2" fmla="*/ 77120 h 1122687"/>
                <a:gd name="connsiteX3" fmla="*/ 1498600 w 1504941"/>
                <a:gd name="connsiteY3" fmla="*/ 1117600 h 1122687"/>
                <a:gd name="connsiteX0" fmla="*/ 1498600 w 1514907"/>
                <a:gd name="connsiteY0" fmla="*/ 1117600 h 1122687"/>
                <a:gd name="connsiteX1" fmla="*/ 796319 w 1514907"/>
                <a:gd name="connsiteY1" fmla="*/ 0 h 1122687"/>
                <a:gd name="connsiteX2" fmla="*/ 0 w 1514907"/>
                <a:gd name="connsiteY2" fmla="*/ 77120 h 1122687"/>
                <a:gd name="connsiteX3" fmla="*/ 1498600 w 1514907"/>
                <a:gd name="connsiteY3" fmla="*/ 1117600 h 1122687"/>
                <a:gd name="connsiteX0" fmla="*/ 1498600 w 1527654"/>
                <a:gd name="connsiteY0" fmla="*/ 1117600 h 1122687"/>
                <a:gd name="connsiteX1" fmla="*/ 796319 w 1527654"/>
                <a:gd name="connsiteY1" fmla="*/ 0 h 1122687"/>
                <a:gd name="connsiteX2" fmla="*/ 0 w 1527654"/>
                <a:gd name="connsiteY2" fmla="*/ 77120 h 1122687"/>
                <a:gd name="connsiteX3" fmla="*/ 1498600 w 1527654"/>
                <a:gd name="connsiteY3" fmla="*/ 1117600 h 1122687"/>
                <a:gd name="connsiteX0" fmla="*/ 1498600 w 1527654"/>
                <a:gd name="connsiteY0" fmla="*/ 1117600 h 1135911"/>
                <a:gd name="connsiteX1" fmla="*/ 796319 w 1527654"/>
                <a:gd name="connsiteY1" fmla="*/ 0 h 1135911"/>
                <a:gd name="connsiteX2" fmla="*/ 0 w 1527654"/>
                <a:gd name="connsiteY2" fmla="*/ 77120 h 1135911"/>
                <a:gd name="connsiteX3" fmla="*/ 1498600 w 1527654"/>
                <a:gd name="connsiteY3" fmla="*/ 1117600 h 1135911"/>
                <a:gd name="connsiteX0" fmla="*/ 1498600 w 1532064"/>
                <a:gd name="connsiteY0" fmla="*/ 1117600 h 1135911"/>
                <a:gd name="connsiteX1" fmla="*/ 796319 w 1532064"/>
                <a:gd name="connsiteY1" fmla="*/ 0 h 1135911"/>
                <a:gd name="connsiteX2" fmla="*/ 0 w 1532064"/>
                <a:gd name="connsiteY2" fmla="*/ 77120 h 1135911"/>
                <a:gd name="connsiteX3" fmla="*/ 1498600 w 1532064"/>
                <a:gd name="connsiteY3" fmla="*/ 1117600 h 1135911"/>
                <a:gd name="connsiteX0" fmla="*/ 1498600 w 1532064"/>
                <a:gd name="connsiteY0" fmla="*/ 1117600 h 1150870"/>
                <a:gd name="connsiteX1" fmla="*/ 796319 w 1532064"/>
                <a:gd name="connsiteY1" fmla="*/ 0 h 1150870"/>
                <a:gd name="connsiteX2" fmla="*/ 0 w 1532064"/>
                <a:gd name="connsiteY2" fmla="*/ 77120 h 1150870"/>
                <a:gd name="connsiteX3" fmla="*/ 1498600 w 1532064"/>
                <a:gd name="connsiteY3" fmla="*/ 1117600 h 11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2064" h="1150870">
                  <a:moveTo>
                    <a:pt x="1498600" y="1117600"/>
                  </a:moveTo>
                  <a:cubicBezTo>
                    <a:pt x="1686781" y="992717"/>
                    <a:pt x="1030413" y="372533"/>
                    <a:pt x="796319" y="0"/>
                  </a:cubicBezTo>
                  <a:lnTo>
                    <a:pt x="0" y="77120"/>
                  </a:lnTo>
                  <a:cubicBezTo>
                    <a:pt x="4233" y="474747"/>
                    <a:pt x="675217" y="1329573"/>
                    <a:pt x="1498600" y="1117600"/>
                  </a:cubicBezTo>
                  <a:close/>
                </a:path>
              </a:pathLst>
            </a:custGeom>
            <a:solidFill>
              <a:srgbClr val="D4976E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AF85B692-6B92-4699-2582-513BBEE1968D}"/>
                </a:ext>
              </a:extLst>
            </p:cNvPr>
            <p:cNvSpPr/>
            <p:nvPr/>
          </p:nvSpPr>
          <p:spPr>
            <a:xfrm>
              <a:off x="3603062" y="1602409"/>
              <a:ext cx="1567530" cy="791289"/>
            </a:xfrm>
            <a:custGeom>
              <a:avLst/>
              <a:gdLst>
                <a:gd name="connsiteX0" fmla="*/ 0 w 1003300"/>
                <a:gd name="connsiteY0" fmla="*/ 0 h 152400"/>
                <a:gd name="connsiteX1" fmla="*/ 1003300 w 1003300"/>
                <a:gd name="connsiteY1" fmla="*/ 0 h 152400"/>
                <a:gd name="connsiteX2" fmla="*/ 1003300 w 1003300"/>
                <a:gd name="connsiteY2" fmla="*/ 152400 h 152400"/>
                <a:gd name="connsiteX3" fmla="*/ 0 w 1003300"/>
                <a:gd name="connsiteY3" fmla="*/ 152400 h 152400"/>
                <a:gd name="connsiteX4" fmla="*/ 0 w 1003300"/>
                <a:gd name="connsiteY4" fmla="*/ 0 h 152400"/>
                <a:gd name="connsiteX0" fmla="*/ 0 w 1003300"/>
                <a:gd name="connsiteY0" fmla="*/ 0 h 558800"/>
                <a:gd name="connsiteX1" fmla="*/ 1003300 w 1003300"/>
                <a:gd name="connsiteY1" fmla="*/ 0 h 558800"/>
                <a:gd name="connsiteX2" fmla="*/ 1003300 w 1003300"/>
                <a:gd name="connsiteY2" fmla="*/ 152400 h 558800"/>
                <a:gd name="connsiteX3" fmla="*/ 444500 w 1003300"/>
                <a:gd name="connsiteY3" fmla="*/ 558800 h 558800"/>
                <a:gd name="connsiteX4" fmla="*/ 0 w 1003300"/>
                <a:gd name="connsiteY4" fmla="*/ 0 h 558800"/>
                <a:gd name="connsiteX0" fmla="*/ 296745 w 1300045"/>
                <a:gd name="connsiteY0" fmla="*/ 0 h 565184"/>
                <a:gd name="connsiteX1" fmla="*/ 1300045 w 1300045"/>
                <a:gd name="connsiteY1" fmla="*/ 0 h 565184"/>
                <a:gd name="connsiteX2" fmla="*/ 1300045 w 1300045"/>
                <a:gd name="connsiteY2" fmla="*/ 152400 h 565184"/>
                <a:gd name="connsiteX3" fmla="*/ 741245 w 1300045"/>
                <a:gd name="connsiteY3" fmla="*/ 558800 h 565184"/>
                <a:gd name="connsiteX4" fmla="*/ 296745 w 1300045"/>
                <a:gd name="connsiteY4" fmla="*/ 0 h 565184"/>
                <a:gd name="connsiteX0" fmla="*/ 302697 w 1305997"/>
                <a:gd name="connsiteY0" fmla="*/ 0 h 735868"/>
                <a:gd name="connsiteX1" fmla="*/ 1305997 w 1305997"/>
                <a:gd name="connsiteY1" fmla="*/ 0 h 735868"/>
                <a:gd name="connsiteX2" fmla="*/ 1305997 w 1305997"/>
                <a:gd name="connsiteY2" fmla="*/ 152400 h 735868"/>
                <a:gd name="connsiteX3" fmla="*/ 747197 w 1305997"/>
                <a:gd name="connsiteY3" fmla="*/ 558800 h 735868"/>
                <a:gd name="connsiteX4" fmla="*/ 302697 w 1305997"/>
                <a:gd name="connsiteY4" fmla="*/ 0 h 735868"/>
                <a:gd name="connsiteX0" fmla="*/ 346637 w 1349937"/>
                <a:gd name="connsiteY0" fmla="*/ 0 h 707562"/>
                <a:gd name="connsiteX1" fmla="*/ 1349937 w 1349937"/>
                <a:gd name="connsiteY1" fmla="*/ 0 h 707562"/>
                <a:gd name="connsiteX2" fmla="*/ 1349937 w 1349937"/>
                <a:gd name="connsiteY2" fmla="*/ 152400 h 707562"/>
                <a:gd name="connsiteX3" fmla="*/ 791137 w 1349937"/>
                <a:gd name="connsiteY3" fmla="*/ 558800 h 707562"/>
                <a:gd name="connsiteX4" fmla="*/ 346637 w 1349937"/>
                <a:gd name="connsiteY4" fmla="*/ 0 h 707562"/>
                <a:gd name="connsiteX0" fmla="*/ 346637 w 1349937"/>
                <a:gd name="connsiteY0" fmla="*/ 0 h 707562"/>
                <a:gd name="connsiteX1" fmla="*/ 1349937 w 1349937"/>
                <a:gd name="connsiteY1" fmla="*/ 0 h 707562"/>
                <a:gd name="connsiteX2" fmla="*/ 791137 w 1349937"/>
                <a:gd name="connsiteY2" fmla="*/ 558800 h 707562"/>
                <a:gd name="connsiteX3" fmla="*/ 346637 w 1349937"/>
                <a:gd name="connsiteY3" fmla="*/ 0 h 707562"/>
                <a:gd name="connsiteX0" fmla="*/ 346637 w 1580253"/>
                <a:gd name="connsiteY0" fmla="*/ 0 h 707562"/>
                <a:gd name="connsiteX1" fmla="*/ 1349937 w 1580253"/>
                <a:gd name="connsiteY1" fmla="*/ 0 h 707562"/>
                <a:gd name="connsiteX2" fmla="*/ 791137 w 1580253"/>
                <a:gd name="connsiteY2" fmla="*/ 558800 h 707562"/>
                <a:gd name="connsiteX3" fmla="*/ 346637 w 1580253"/>
                <a:gd name="connsiteY3" fmla="*/ 0 h 707562"/>
                <a:gd name="connsiteX0" fmla="*/ 346637 w 1567530"/>
                <a:gd name="connsiteY0" fmla="*/ 0 h 717299"/>
                <a:gd name="connsiteX1" fmla="*/ 1349937 w 1567530"/>
                <a:gd name="connsiteY1" fmla="*/ 0 h 717299"/>
                <a:gd name="connsiteX2" fmla="*/ 791137 w 1567530"/>
                <a:gd name="connsiteY2" fmla="*/ 558800 h 717299"/>
                <a:gd name="connsiteX3" fmla="*/ 346637 w 1567530"/>
                <a:gd name="connsiteY3" fmla="*/ 0 h 717299"/>
                <a:gd name="connsiteX0" fmla="*/ 346637 w 1567530"/>
                <a:gd name="connsiteY0" fmla="*/ 39511 h 756810"/>
                <a:gd name="connsiteX1" fmla="*/ 1349937 w 1567530"/>
                <a:gd name="connsiteY1" fmla="*/ 39511 h 756810"/>
                <a:gd name="connsiteX2" fmla="*/ 791137 w 1567530"/>
                <a:gd name="connsiteY2" fmla="*/ 598311 h 756810"/>
                <a:gd name="connsiteX3" fmla="*/ 346637 w 1567530"/>
                <a:gd name="connsiteY3" fmla="*/ 39511 h 756810"/>
                <a:gd name="connsiteX0" fmla="*/ 346637 w 1567530"/>
                <a:gd name="connsiteY0" fmla="*/ 73990 h 791289"/>
                <a:gd name="connsiteX1" fmla="*/ 1349937 w 1567530"/>
                <a:gd name="connsiteY1" fmla="*/ 73990 h 791289"/>
                <a:gd name="connsiteX2" fmla="*/ 791137 w 1567530"/>
                <a:gd name="connsiteY2" fmla="*/ 632790 h 791289"/>
                <a:gd name="connsiteX3" fmla="*/ 346637 w 1567530"/>
                <a:gd name="connsiteY3" fmla="*/ 73990 h 79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7530" h="791289">
                  <a:moveTo>
                    <a:pt x="346637" y="73990"/>
                  </a:moveTo>
                  <a:cubicBezTo>
                    <a:pt x="744570" y="-33960"/>
                    <a:pt x="977404" y="-14910"/>
                    <a:pt x="1349937" y="73990"/>
                  </a:cubicBezTo>
                  <a:cubicBezTo>
                    <a:pt x="2039970" y="869857"/>
                    <a:pt x="875804" y="916423"/>
                    <a:pt x="791137" y="632790"/>
                  </a:cubicBezTo>
                  <a:cubicBezTo>
                    <a:pt x="604870" y="865623"/>
                    <a:pt x="-571996" y="920657"/>
                    <a:pt x="346637" y="73990"/>
                  </a:cubicBezTo>
                  <a:close/>
                </a:path>
              </a:pathLst>
            </a:custGeom>
            <a:solidFill>
              <a:srgbClr val="8D6E56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33">
              <a:extLst>
                <a:ext uri="{FF2B5EF4-FFF2-40B4-BE49-F238E27FC236}">
                  <a16:creationId xmlns:a16="http://schemas.microsoft.com/office/drawing/2014/main" id="{AA3621F8-1E90-603C-CE1C-0EAF2B5FC170}"/>
                </a:ext>
              </a:extLst>
            </p:cNvPr>
            <p:cNvSpPr/>
            <p:nvPr/>
          </p:nvSpPr>
          <p:spPr>
            <a:xfrm rot="10800000">
              <a:off x="4267792" y="1881856"/>
              <a:ext cx="212961" cy="210966"/>
            </a:xfrm>
            <a:custGeom>
              <a:avLst/>
              <a:gdLst>
                <a:gd name="connsiteX0" fmla="*/ 0 w 914400"/>
                <a:gd name="connsiteY0" fmla="*/ 457200 h 914400"/>
                <a:gd name="connsiteX1" fmla="*/ 457200 w 914400"/>
                <a:gd name="connsiteY1" fmla="*/ 0 h 914400"/>
                <a:gd name="connsiteX2" fmla="*/ 914400 w 914400"/>
                <a:gd name="connsiteY2" fmla="*/ 457200 h 914400"/>
                <a:gd name="connsiteX3" fmla="*/ 457200 w 914400"/>
                <a:gd name="connsiteY3" fmla="*/ 914400 h 914400"/>
                <a:gd name="connsiteX4" fmla="*/ 0 w 914400"/>
                <a:gd name="connsiteY4" fmla="*/ 457200 h 914400"/>
                <a:gd name="connsiteX0" fmla="*/ 0 w 914400"/>
                <a:gd name="connsiteY0" fmla="*/ 457200 h 514350"/>
                <a:gd name="connsiteX1" fmla="*/ 457200 w 914400"/>
                <a:gd name="connsiteY1" fmla="*/ 0 h 514350"/>
                <a:gd name="connsiteX2" fmla="*/ 914400 w 914400"/>
                <a:gd name="connsiteY2" fmla="*/ 457200 h 514350"/>
                <a:gd name="connsiteX3" fmla="*/ 0 w 914400"/>
                <a:gd name="connsiteY3" fmla="*/ 457200 h 514350"/>
                <a:gd name="connsiteX0" fmla="*/ 3587 w 727487"/>
                <a:gd name="connsiteY0" fmla="*/ 457208 h 521829"/>
                <a:gd name="connsiteX1" fmla="*/ 460787 w 727487"/>
                <a:gd name="connsiteY1" fmla="*/ 8 h 521829"/>
                <a:gd name="connsiteX2" fmla="*/ 727487 w 727487"/>
                <a:gd name="connsiteY2" fmla="*/ 469908 h 521829"/>
                <a:gd name="connsiteX3" fmla="*/ 3587 w 727487"/>
                <a:gd name="connsiteY3" fmla="*/ 457208 h 521829"/>
                <a:gd name="connsiteX0" fmla="*/ 6063 w 526763"/>
                <a:gd name="connsiteY0" fmla="*/ 457208 h 521829"/>
                <a:gd name="connsiteX1" fmla="*/ 260063 w 526763"/>
                <a:gd name="connsiteY1" fmla="*/ 8 h 521829"/>
                <a:gd name="connsiteX2" fmla="*/ 526763 w 526763"/>
                <a:gd name="connsiteY2" fmla="*/ 469908 h 521829"/>
                <a:gd name="connsiteX3" fmla="*/ 6063 w 526763"/>
                <a:gd name="connsiteY3" fmla="*/ 457208 h 521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6763" h="521829">
                  <a:moveTo>
                    <a:pt x="6063" y="457208"/>
                  </a:moveTo>
                  <a:cubicBezTo>
                    <a:pt x="-38387" y="378891"/>
                    <a:pt x="173280" y="-2109"/>
                    <a:pt x="260063" y="8"/>
                  </a:cubicBezTo>
                  <a:cubicBezTo>
                    <a:pt x="346846" y="2125"/>
                    <a:pt x="526763" y="217403"/>
                    <a:pt x="526763" y="469908"/>
                  </a:cubicBezTo>
                  <a:cubicBezTo>
                    <a:pt x="450563" y="546108"/>
                    <a:pt x="50513" y="535525"/>
                    <a:pt x="6063" y="457208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7366EF4-2445-14D0-0489-E7F82509030A}"/>
                </a:ext>
              </a:extLst>
            </p:cNvPr>
            <p:cNvSpPr/>
            <p:nvPr/>
          </p:nvSpPr>
          <p:spPr>
            <a:xfrm>
              <a:off x="4752069" y="1379580"/>
              <a:ext cx="298923" cy="298923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4CD1804-562B-8D07-9298-B328F3508CFC}"/>
                </a:ext>
              </a:extLst>
            </p:cNvPr>
            <p:cNvSpPr/>
            <p:nvPr/>
          </p:nvSpPr>
          <p:spPr>
            <a:xfrm>
              <a:off x="3859380" y="1379745"/>
              <a:ext cx="298923" cy="298923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633AB4F-EEF5-A80A-0168-5DEFF10A621C}"/>
                </a:ext>
              </a:extLst>
            </p:cNvPr>
            <p:cNvSpPr/>
            <p:nvPr/>
          </p:nvSpPr>
          <p:spPr>
            <a:xfrm flipV="1">
              <a:off x="3970874" y="1431670"/>
              <a:ext cx="127707" cy="127707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721B52B-225C-F9AE-C9BD-24386211E1D5}"/>
                </a:ext>
              </a:extLst>
            </p:cNvPr>
            <p:cNvSpPr/>
            <p:nvPr/>
          </p:nvSpPr>
          <p:spPr>
            <a:xfrm flipV="1">
              <a:off x="4893455" y="1424009"/>
              <a:ext cx="127707" cy="127707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A2F9373-DF0A-D18A-1F0E-F3C583C4FA1C}"/>
                </a:ext>
              </a:extLst>
            </p:cNvPr>
            <p:cNvSpPr/>
            <p:nvPr/>
          </p:nvSpPr>
          <p:spPr>
            <a:xfrm>
              <a:off x="4738764" y="2053520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1FF6D7D-735C-90F1-D19C-21FA17823483}"/>
                </a:ext>
              </a:extLst>
            </p:cNvPr>
            <p:cNvSpPr/>
            <p:nvPr/>
          </p:nvSpPr>
          <p:spPr>
            <a:xfrm>
              <a:off x="4612468" y="2055032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3A50AA0-9EF7-756D-626C-D2006A941FD3}"/>
                </a:ext>
              </a:extLst>
            </p:cNvPr>
            <p:cNvSpPr/>
            <p:nvPr/>
          </p:nvSpPr>
          <p:spPr>
            <a:xfrm>
              <a:off x="4677281" y="2014697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FC39599-9834-F014-CAAD-0FE1D46F42D7}"/>
                </a:ext>
              </a:extLst>
            </p:cNvPr>
            <p:cNvSpPr/>
            <p:nvPr/>
          </p:nvSpPr>
          <p:spPr>
            <a:xfrm>
              <a:off x="4112584" y="2017974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A00B1EF-6AAB-436F-0FBD-A8C1D4CC080E}"/>
                </a:ext>
              </a:extLst>
            </p:cNvPr>
            <p:cNvSpPr/>
            <p:nvPr/>
          </p:nvSpPr>
          <p:spPr>
            <a:xfrm>
              <a:off x="4051101" y="1979151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36">
              <a:extLst>
                <a:ext uri="{FF2B5EF4-FFF2-40B4-BE49-F238E27FC236}">
                  <a16:creationId xmlns:a16="http://schemas.microsoft.com/office/drawing/2014/main" id="{818274D7-3DBF-2A10-3A49-F17FAE787E5F}"/>
                </a:ext>
              </a:extLst>
            </p:cNvPr>
            <p:cNvSpPr/>
            <p:nvPr/>
          </p:nvSpPr>
          <p:spPr>
            <a:xfrm rot="18230375">
              <a:off x="5171485" y="4316337"/>
              <a:ext cx="1532064" cy="1150870"/>
            </a:xfrm>
            <a:custGeom>
              <a:avLst/>
              <a:gdLst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796319 w 796319"/>
                <a:gd name="connsiteY2" fmla="*/ 77120 h 77120"/>
                <a:gd name="connsiteX3" fmla="*/ 0 w 796319"/>
                <a:gd name="connsiteY3" fmla="*/ 77120 h 77120"/>
                <a:gd name="connsiteX4" fmla="*/ 0 w 796319"/>
                <a:gd name="connsiteY4" fmla="*/ 0 h 77120"/>
                <a:gd name="connsiteX0" fmla="*/ 0 w 796319"/>
                <a:gd name="connsiteY0" fmla="*/ 0 h 89820"/>
                <a:gd name="connsiteX1" fmla="*/ 796319 w 796319"/>
                <a:gd name="connsiteY1" fmla="*/ 0 h 89820"/>
                <a:gd name="connsiteX2" fmla="*/ 542319 w 796319"/>
                <a:gd name="connsiteY2" fmla="*/ 89820 h 89820"/>
                <a:gd name="connsiteX3" fmla="*/ 0 w 796319"/>
                <a:gd name="connsiteY3" fmla="*/ 77120 h 89820"/>
                <a:gd name="connsiteX4" fmla="*/ 0 w 796319"/>
                <a:gd name="connsiteY4" fmla="*/ 0 h 89820"/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0 w 796319"/>
                <a:gd name="connsiteY2" fmla="*/ 77120 h 77120"/>
                <a:gd name="connsiteX3" fmla="*/ 0 w 796319"/>
                <a:gd name="connsiteY3" fmla="*/ 0 h 77120"/>
                <a:gd name="connsiteX0" fmla="*/ 1498600 w 1498600"/>
                <a:gd name="connsiteY0" fmla="*/ 1117600 h 1117600"/>
                <a:gd name="connsiteX1" fmla="*/ 796319 w 1498600"/>
                <a:gd name="connsiteY1" fmla="*/ 0 h 1117600"/>
                <a:gd name="connsiteX2" fmla="*/ 0 w 1498600"/>
                <a:gd name="connsiteY2" fmla="*/ 77120 h 1117600"/>
                <a:gd name="connsiteX3" fmla="*/ 1498600 w 1498600"/>
                <a:gd name="connsiteY3" fmla="*/ 1117600 h 1117600"/>
                <a:gd name="connsiteX0" fmla="*/ 1498600 w 1498600"/>
                <a:gd name="connsiteY0" fmla="*/ 1117600 h 1122379"/>
                <a:gd name="connsiteX1" fmla="*/ 796319 w 1498600"/>
                <a:gd name="connsiteY1" fmla="*/ 0 h 1122379"/>
                <a:gd name="connsiteX2" fmla="*/ 0 w 1498600"/>
                <a:gd name="connsiteY2" fmla="*/ 77120 h 1122379"/>
                <a:gd name="connsiteX3" fmla="*/ 1498600 w 1498600"/>
                <a:gd name="connsiteY3" fmla="*/ 1117600 h 1122379"/>
                <a:gd name="connsiteX0" fmla="*/ 1498600 w 1498600"/>
                <a:gd name="connsiteY0" fmla="*/ 1117600 h 1122687"/>
                <a:gd name="connsiteX1" fmla="*/ 796319 w 1498600"/>
                <a:gd name="connsiteY1" fmla="*/ 0 h 1122687"/>
                <a:gd name="connsiteX2" fmla="*/ 0 w 1498600"/>
                <a:gd name="connsiteY2" fmla="*/ 77120 h 1122687"/>
                <a:gd name="connsiteX3" fmla="*/ 1498600 w 1498600"/>
                <a:gd name="connsiteY3" fmla="*/ 1117600 h 1122687"/>
                <a:gd name="connsiteX0" fmla="*/ 1498600 w 1504941"/>
                <a:gd name="connsiteY0" fmla="*/ 1117600 h 1122687"/>
                <a:gd name="connsiteX1" fmla="*/ 796319 w 1504941"/>
                <a:gd name="connsiteY1" fmla="*/ 0 h 1122687"/>
                <a:gd name="connsiteX2" fmla="*/ 0 w 1504941"/>
                <a:gd name="connsiteY2" fmla="*/ 77120 h 1122687"/>
                <a:gd name="connsiteX3" fmla="*/ 1498600 w 1504941"/>
                <a:gd name="connsiteY3" fmla="*/ 1117600 h 1122687"/>
                <a:gd name="connsiteX0" fmla="*/ 1498600 w 1514907"/>
                <a:gd name="connsiteY0" fmla="*/ 1117600 h 1122687"/>
                <a:gd name="connsiteX1" fmla="*/ 796319 w 1514907"/>
                <a:gd name="connsiteY1" fmla="*/ 0 h 1122687"/>
                <a:gd name="connsiteX2" fmla="*/ 0 w 1514907"/>
                <a:gd name="connsiteY2" fmla="*/ 77120 h 1122687"/>
                <a:gd name="connsiteX3" fmla="*/ 1498600 w 1514907"/>
                <a:gd name="connsiteY3" fmla="*/ 1117600 h 1122687"/>
                <a:gd name="connsiteX0" fmla="*/ 1498600 w 1527654"/>
                <a:gd name="connsiteY0" fmla="*/ 1117600 h 1122687"/>
                <a:gd name="connsiteX1" fmla="*/ 796319 w 1527654"/>
                <a:gd name="connsiteY1" fmla="*/ 0 h 1122687"/>
                <a:gd name="connsiteX2" fmla="*/ 0 w 1527654"/>
                <a:gd name="connsiteY2" fmla="*/ 77120 h 1122687"/>
                <a:gd name="connsiteX3" fmla="*/ 1498600 w 1527654"/>
                <a:gd name="connsiteY3" fmla="*/ 1117600 h 1122687"/>
                <a:gd name="connsiteX0" fmla="*/ 1498600 w 1527654"/>
                <a:gd name="connsiteY0" fmla="*/ 1117600 h 1135911"/>
                <a:gd name="connsiteX1" fmla="*/ 796319 w 1527654"/>
                <a:gd name="connsiteY1" fmla="*/ 0 h 1135911"/>
                <a:gd name="connsiteX2" fmla="*/ 0 w 1527654"/>
                <a:gd name="connsiteY2" fmla="*/ 77120 h 1135911"/>
                <a:gd name="connsiteX3" fmla="*/ 1498600 w 1527654"/>
                <a:gd name="connsiteY3" fmla="*/ 1117600 h 1135911"/>
                <a:gd name="connsiteX0" fmla="*/ 1498600 w 1532064"/>
                <a:gd name="connsiteY0" fmla="*/ 1117600 h 1135911"/>
                <a:gd name="connsiteX1" fmla="*/ 796319 w 1532064"/>
                <a:gd name="connsiteY1" fmla="*/ 0 h 1135911"/>
                <a:gd name="connsiteX2" fmla="*/ 0 w 1532064"/>
                <a:gd name="connsiteY2" fmla="*/ 77120 h 1135911"/>
                <a:gd name="connsiteX3" fmla="*/ 1498600 w 1532064"/>
                <a:gd name="connsiteY3" fmla="*/ 1117600 h 1135911"/>
                <a:gd name="connsiteX0" fmla="*/ 1498600 w 1532064"/>
                <a:gd name="connsiteY0" fmla="*/ 1117600 h 1150870"/>
                <a:gd name="connsiteX1" fmla="*/ 796319 w 1532064"/>
                <a:gd name="connsiteY1" fmla="*/ 0 h 1150870"/>
                <a:gd name="connsiteX2" fmla="*/ 0 w 1532064"/>
                <a:gd name="connsiteY2" fmla="*/ 77120 h 1150870"/>
                <a:gd name="connsiteX3" fmla="*/ 1498600 w 1532064"/>
                <a:gd name="connsiteY3" fmla="*/ 1117600 h 11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2064" h="1150870">
                  <a:moveTo>
                    <a:pt x="1498600" y="1117600"/>
                  </a:moveTo>
                  <a:cubicBezTo>
                    <a:pt x="1686781" y="992717"/>
                    <a:pt x="1030413" y="372533"/>
                    <a:pt x="796319" y="0"/>
                  </a:cubicBezTo>
                  <a:lnTo>
                    <a:pt x="0" y="77120"/>
                  </a:lnTo>
                  <a:cubicBezTo>
                    <a:pt x="4233" y="474747"/>
                    <a:pt x="675217" y="1329573"/>
                    <a:pt x="1498600" y="1117600"/>
                  </a:cubicBezTo>
                  <a:close/>
                </a:path>
              </a:pathLst>
            </a:custGeom>
            <a:solidFill>
              <a:srgbClr val="D497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36">
              <a:extLst>
                <a:ext uri="{FF2B5EF4-FFF2-40B4-BE49-F238E27FC236}">
                  <a16:creationId xmlns:a16="http://schemas.microsoft.com/office/drawing/2014/main" id="{A9B5A9AE-5BEF-5E89-215A-3B0D1E93AEBB}"/>
                </a:ext>
              </a:extLst>
            </p:cNvPr>
            <p:cNvSpPr/>
            <p:nvPr/>
          </p:nvSpPr>
          <p:spPr>
            <a:xfrm rot="20274620">
              <a:off x="7356501" y="3976902"/>
              <a:ext cx="1532064" cy="1150870"/>
            </a:xfrm>
            <a:custGeom>
              <a:avLst/>
              <a:gdLst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796319 w 796319"/>
                <a:gd name="connsiteY2" fmla="*/ 77120 h 77120"/>
                <a:gd name="connsiteX3" fmla="*/ 0 w 796319"/>
                <a:gd name="connsiteY3" fmla="*/ 77120 h 77120"/>
                <a:gd name="connsiteX4" fmla="*/ 0 w 796319"/>
                <a:gd name="connsiteY4" fmla="*/ 0 h 77120"/>
                <a:gd name="connsiteX0" fmla="*/ 0 w 796319"/>
                <a:gd name="connsiteY0" fmla="*/ 0 h 89820"/>
                <a:gd name="connsiteX1" fmla="*/ 796319 w 796319"/>
                <a:gd name="connsiteY1" fmla="*/ 0 h 89820"/>
                <a:gd name="connsiteX2" fmla="*/ 542319 w 796319"/>
                <a:gd name="connsiteY2" fmla="*/ 89820 h 89820"/>
                <a:gd name="connsiteX3" fmla="*/ 0 w 796319"/>
                <a:gd name="connsiteY3" fmla="*/ 77120 h 89820"/>
                <a:gd name="connsiteX4" fmla="*/ 0 w 796319"/>
                <a:gd name="connsiteY4" fmla="*/ 0 h 89820"/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0 w 796319"/>
                <a:gd name="connsiteY2" fmla="*/ 77120 h 77120"/>
                <a:gd name="connsiteX3" fmla="*/ 0 w 796319"/>
                <a:gd name="connsiteY3" fmla="*/ 0 h 77120"/>
                <a:gd name="connsiteX0" fmla="*/ 1498600 w 1498600"/>
                <a:gd name="connsiteY0" fmla="*/ 1117600 h 1117600"/>
                <a:gd name="connsiteX1" fmla="*/ 796319 w 1498600"/>
                <a:gd name="connsiteY1" fmla="*/ 0 h 1117600"/>
                <a:gd name="connsiteX2" fmla="*/ 0 w 1498600"/>
                <a:gd name="connsiteY2" fmla="*/ 77120 h 1117600"/>
                <a:gd name="connsiteX3" fmla="*/ 1498600 w 1498600"/>
                <a:gd name="connsiteY3" fmla="*/ 1117600 h 1117600"/>
                <a:gd name="connsiteX0" fmla="*/ 1498600 w 1498600"/>
                <a:gd name="connsiteY0" fmla="*/ 1117600 h 1122379"/>
                <a:gd name="connsiteX1" fmla="*/ 796319 w 1498600"/>
                <a:gd name="connsiteY1" fmla="*/ 0 h 1122379"/>
                <a:gd name="connsiteX2" fmla="*/ 0 w 1498600"/>
                <a:gd name="connsiteY2" fmla="*/ 77120 h 1122379"/>
                <a:gd name="connsiteX3" fmla="*/ 1498600 w 1498600"/>
                <a:gd name="connsiteY3" fmla="*/ 1117600 h 1122379"/>
                <a:gd name="connsiteX0" fmla="*/ 1498600 w 1498600"/>
                <a:gd name="connsiteY0" fmla="*/ 1117600 h 1122687"/>
                <a:gd name="connsiteX1" fmla="*/ 796319 w 1498600"/>
                <a:gd name="connsiteY1" fmla="*/ 0 h 1122687"/>
                <a:gd name="connsiteX2" fmla="*/ 0 w 1498600"/>
                <a:gd name="connsiteY2" fmla="*/ 77120 h 1122687"/>
                <a:gd name="connsiteX3" fmla="*/ 1498600 w 1498600"/>
                <a:gd name="connsiteY3" fmla="*/ 1117600 h 1122687"/>
                <a:gd name="connsiteX0" fmla="*/ 1498600 w 1504941"/>
                <a:gd name="connsiteY0" fmla="*/ 1117600 h 1122687"/>
                <a:gd name="connsiteX1" fmla="*/ 796319 w 1504941"/>
                <a:gd name="connsiteY1" fmla="*/ 0 h 1122687"/>
                <a:gd name="connsiteX2" fmla="*/ 0 w 1504941"/>
                <a:gd name="connsiteY2" fmla="*/ 77120 h 1122687"/>
                <a:gd name="connsiteX3" fmla="*/ 1498600 w 1504941"/>
                <a:gd name="connsiteY3" fmla="*/ 1117600 h 1122687"/>
                <a:gd name="connsiteX0" fmla="*/ 1498600 w 1514907"/>
                <a:gd name="connsiteY0" fmla="*/ 1117600 h 1122687"/>
                <a:gd name="connsiteX1" fmla="*/ 796319 w 1514907"/>
                <a:gd name="connsiteY1" fmla="*/ 0 h 1122687"/>
                <a:gd name="connsiteX2" fmla="*/ 0 w 1514907"/>
                <a:gd name="connsiteY2" fmla="*/ 77120 h 1122687"/>
                <a:gd name="connsiteX3" fmla="*/ 1498600 w 1514907"/>
                <a:gd name="connsiteY3" fmla="*/ 1117600 h 1122687"/>
                <a:gd name="connsiteX0" fmla="*/ 1498600 w 1527654"/>
                <a:gd name="connsiteY0" fmla="*/ 1117600 h 1122687"/>
                <a:gd name="connsiteX1" fmla="*/ 796319 w 1527654"/>
                <a:gd name="connsiteY1" fmla="*/ 0 h 1122687"/>
                <a:gd name="connsiteX2" fmla="*/ 0 w 1527654"/>
                <a:gd name="connsiteY2" fmla="*/ 77120 h 1122687"/>
                <a:gd name="connsiteX3" fmla="*/ 1498600 w 1527654"/>
                <a:gd name="connsiteY3" fmla="*/ 1117600 h 1122687"/>
                <a:gd name="connsiteX0" fmla="*/ 1498600 w 1527654"/>
                <a:gd name="connsiteY0" fmla="*/ 1117600 h 1135911"/>
                <a:gd name="connsiteX1" fmla="*/ 796319 w 1527654"/>
                <a:gd name="connsiteY1" fmla="*/ 0 h 1135911"/>
                <a:gd name="connsiteX2" fmla="*/ 0 w 1527654"/>
                <a:gd name="connsiteY2" fmla="*/ 77120 h 1135911"/>
                <a:gd name="connsiteX3" fmla="*/ 1498600 w 1527654"/>
                <a:gd name="connsiteY3" fmla="*/ 1117600 h 1135911"/>
                <a:gd name="connsiteX0" fmla="*/ 1498600 w 1532064"/>
                <a:gd name="connsiteY0" fmla="*/ 1117600 h 1135911"/>
                <a:gd name="connsiteX1" fmla="*/ 796319 w 1532064"/>
                <a:gd name="connsiteY1" fmla="*/ 0 h 1135911"/>
                <a:gd name="connsiteX2" fmla="*/ 0 w 1532064"/>
                <a:gd name="connsiteY2" fmla="*/ 77120 h 1135911"/>
                <a:gd name="connsiteX3" fmla="*/ 1498600 w 1532064"/>
                <a:gd name="connsiteY3" fmla="*/ 1117600 h 1135911"/>
                <a:gd name="connsiteX0" fmla="*/ 1498600 w 1532064"/>
                <a:gd name="connsiteY0" fmla="*/ 1117600 h 1150870"/>
                <a:gd name="connsiteX1" fmla="*/ 796319 w 1532064"/>
                <a:gd name="connsiteY1" fmla="*/ 0 h 1150870"/>
                <a:gd name="connsiteX2" fmla="*/ 0 w 1532064"/>
                <a:gd name="connsiteY2" fmla="*/ 77120 h 1150870"/>
                <a:gd name="connsiteX3" fmla="*/ 1498600 w 1532064"/>
                <a:gd name="connsiteY3" fmla="*/ 1117600 h 11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2064" h="1150870">
                  <a:moveTo>
                    <a:pt x="1498600" y="1117600"/>
                  </a:moveTo>
                  <a:cubicBezTo>
                    <a:pt x="1686781" y="992717"/>
                    <a:pt x="1030413" y="372533"/>
                    <a:pt x="796319" y="0"/>
                  </a:cubicBezTo>
                  <a:lnTo>
                    <a:pt x="0" y="77120"/>
                  </a:lnTo>
                  <a:cubicBezTo>
                    <a:pt x="4233" y="474747"/>
                    <a:pt x="675217" y="1329573"/>
                    <a:pt x="1498600" y="1117600"/>
                  </a:cubicBezTo>
                  <a:close/>
                </a:path>
              </a:pathLst>
            </a:custGeom>
            <a:solidFill>
              <a:srgbClr val="D497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36">
              <a:extLst>
                <a:ext uri="{FF2B5EF4-FFF2-40B4-BE49-F238E27FC236}">
                  <a16:creationId xmlns:a16="http://schemas.microsoft.com/office/drawing/2014/main" id="{434D134D-172B-B24B-9D3A-5F7FDC4BC078}"/>
                </a:ext>
              </a:extLst>
            </p:cNvPr>
            <p:cNvSpPr/>
            <p:nvPr/>
          </p:nvSpPr>
          <p:spPr>
            <a:xfrm rot="18283353">
              <a:off x="3334405" y="4483892"/>
              <a:ext cx="1532064" cy="835551"/>
            </a:xfrm>
            <a:custGeom>
              <a:avLst/>
              <a:gdLst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796319 w 796319"/>
                <a:gd name="connsiteY2" fmla="*/ 77120 h 77120"/>
                <a:gd name="connsiteX3" fmla="*/ 0 w 796319"/>
                <a:gd name="connsiteY3" fmla="*/ 77120 h 77120"/>
                <a:gd name="connsiteX4" fmla="*/ 0 w 796319"/>
                <a:gd name="connsiteY4" fmla="*/ 0 h 77120"/>
                <a:gd name="connsiteX0" fmla="*/ 0 w 796319"/>
                <a:gd name="connsiteY0" fmla="*/ 0 h 89820"/>
                <a:gd name="connsiteX1" fmla="*/ 796319 w 796319"/>
                <a:gd name="connsiteY1" fmla="*/ 0 h 89820"/>
                <a:gd name="connsiteX2" fmla="*/ 542319 w 796319"/>
                <a:gd name="connsiteY2" fmla="*/ 89820 h 89820"/>
                <a:gd name="connsiteX3" fmla="*/ 0 w 796319"/>
                <a:gd name="connsiteY3" fmla="*/ 77120 h 89820"/>
                <a:gd name="connsiteX4" fmla="*/ 0 w 796319"/>
                <a:gd name="connsiteY4" fmla="*/ 0 h 89820"/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0 w 796319"/>
                <a:gd name="connsiteY2" fmla="*/ 77120 h 77120"/>
                <a:gd name="connsiteX3" fmla="*/ 0 w 796319"/>
                <a:gd name="connsiteY3" fmla="*/ 0 h 77120"/>
                <a:gd name="connsiteX0" fmla="*/ 1498600 w 1498600"/>
                <a:gd name="connsiteY0" fmla="*/ 1117600 h 1117600"/>
                <a:gd name="connsiteX1" fmla="*/ 796319 w 1498600"/>
                <a:gd name="connsiteY1" fmla="*/ 0 h 1117600"/>
                <a:gd name="connsiteX2" fmla="*/ 0 w 1498600"/>
                <a:gd name="connsiteY2" fmla="*/ 77120 h 1117600"/>
                <a:gd name="connsiteX3" fmla="*/ 1498600 w 1498600"/>
                <a:gd name="connsiteY3" fmla="*/ 1117600 h 1117600"/>
                <a:gd name="connsiteX0" fmla="*/ 1498600 w 1498600"/>
                <a:gd name="connsiteY0" fmla="*/ 1117600 h 1122379"/>
                <a:gd name="connsiteX1" fmla="*/ 796319 w 1498600"/>
                <a:gd name="connsiteY1" fmla="*/ 0 h 1122379"/>
                <a:gd name="connsiteX2" fmla="*/ 0 w 1498600"/>
                <a:gd name="connsiteY2" fmla="*/ 77120 h 1122379"/>
                <a:gd name="connsiteX3" fmla="*/ 1498600 w 1498600"/>
                <a:gd name="connsiteY3" fmla="*/ 1117600 h 1122379"/>
                <a:gd name="connsiteX0" fmla="*/ 1498600 w 1498600"/>
                <a:gd name="connsiteY0" fmla="*/ 1117600 h 1122687"/>
                <a:gd name="connsiteX1" fmla="*/ 796319 w 1498600"/>
                <a:gd name="connsiteY1" fmla="*/ 0 h 1122687"/>
                <a:gd name="connsiteX2" fmla="*/ 0 w 1498600"/>
                <a:gd name="connsiteY2" fmla="*/ 77120 h 1122687"/>
                <a:gd name="connsiteX3" fmla="*/ 1498600 w 1498600"/>
                <a:gd name="connsiteY3" fmla="*/ 1117600 h 1122687"/>
                <a:gd name="connsiteX0" fmla="*/ 1498600 w 1504941"/>
                <a:gd name="connsiteY0" fmla="*/ 1117600 h 1122687"/>
                <a:gd name="connsiteX1" fmla="*/ 796319 w 1504941"/>
                <a:gd name="connsiteY1" fmla="*/ 0 h 1122687"/>
                <a:gd name="connsiteX2" fmla="*/ 0 w 1504941"/>
                <a:gd name="connsiteY2" fmla="*/ 77120 h 1122687"/>
                <a:gd name="connsiteX3" fmla="*/ 1498600 w 1504941"/>
                <a:gd name="connsiteY3" fmla="*/ 1117600 h 1122687"/>
                <a:gd name="connsiteX0" fmla="*/ 1498600 w 1514907"/>
                <a:gd name="connsiteY0" fmla="*/ 1117600 h 1122687"/>
                <a:gd name="connsiteX1" fmla="*/ 796319 w 1514907"/>
                <a:gd name="connsiteY1" fmla="*/ 0 h 1122687"/>
                <a:gd name="connsiteX2" fmla="*/ 0 w 1514907"/>
                <a:gd name="connsiteY2" fmla="*/ 77120 h 1122687"/>
                <a:gd name="connsiteX3" fmla="*/ 1498600 w 1514907"/>
                <a:gd name="connsiteY3" fmla="*/ 1117600 h 1122687"/>
                <a:gd name="connsiteX0" fmla="*/ 1498600 w 1527654"/>
                <a:gd name="connsiteY0" fmla="*/ 1117600 h 1122687"/>
                <a:gd name="connsiteX1" fmla="*/ 796319 w 1527654"/>
                <a:gd name="connsiteY1" fmla="*/ 0 h 1122687"/>
                <a:gd name="connsiteX2" fmla="*/ 0 w 1527654"/>
                <a:gd name="connsiteY2" fmla="*/ 77120 h 1122687"/>
                <a:gd name="connsiteX3" fmla="*/ 1498600 w 1527654"/>
                <a:gd name="connsiteY3" fmla="*/ 1117600 h 1122687"/>
                <a:gd name="connsiteX0" fmla="*/ 1498600 w 1527654"/>
                <a:gd name="connsiteY0" fmla="*/ 1117600 h 1135911"/>
                <a:gd name="connsiteX1" fmla="*/ 796319 w 1527654"/>
                <a:gd name="connsiteY1" fmla="*/ 0 h 1135911"/>
                <a:gd name="connsiteX2" fmla="*/ 0 w 1527654"/>
                <a:gd name="connsiteY2" fmla="*/ 77120 h 1135911"/>
                <a:gd name="connsiteX3" fmla="*/ 1498600 w 1527654"/>
                <a:gd name="connsiteY3" fmla="*/ 1117600 h 1135911"/>
                <a:gd name="connsiteX0" fmla="*/ 1498600 w 1532064"/>
                <a:gd name="connsiteY0" fmla="*/ 1117600 h 1135911"/>
                <a:gd name="connsiteX1" fmla="*/ 796319 w 1532064"/>
                <a:gd name="connsiteY1" fmla="*/ 0 h 1135911"/>
                <a:gd name="connsiteX2" fmla="*/ 0 w 1532064"/>
                <a:gd name="connsiteY2" fmla="*/ 77120 h 1135911"/>
                <a:gd name="connsiteX3" fmla="*/ 1498600 w 1532064"/>
                <a:gd name="connsiteY3" fmla="*/ 1117600 h 1135911"/>
                <a:gd name="connsiteX0" fmla="*/ 1498600 w 1532064"/>
                <a:gd name="connsiteY0" fmla="*/ 1117600 h 1150870"/>
                <a:gd name="connsiteX1" fmla="*/ 796319 w 1532064"/>
                <a:gd name="connsiteY1" fmla="*/ 0 h 1150870"/>
                <a:gd name="connsiteX2" fmla="*/ 0 w 1532064"/>
                <a:gd name="connsiteY2" fmla="*/ 77120 h 1150870"/>
                <a:gd name="connsiteX3" fmla="*/ 1498600 w 1532064"/>
                <a:gd name="connsiteY3" fmla="*/ 1117600 h 11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2064" h="1150870">
                  <a:moveTo>
                    <a:pt x="1498600" y="1117600"/>
                  </a:moveTo>
                  <a:cubicBezTo>
                    <a:pt x="1686781" y="992717"/>
                    <a:pt x="1030413" y="372533"/>
                    <a:pt x="796319" y="0"/>
                  </a:cubicBezTo>
                  <a:lnTo>
                    <a:pt x="0" y="77120"/>
                  </a:lnTo>
                  <a:cubicBezTo>
                    <a:pt x="4233" y="474747"/>
                    <a:pt x="675217" y="1329573"/>
                    <a:pt x="1498600" y="1117600"/>
                  </a:cubicBezTo>
                  <a:close/>
                </a:path>
              </a:pathLst>
            </a:custGeom>
            <a:solidFill>
              <a:srgbClr val="D497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38E4DEA-B8BF-BB5E-A9CE-37BABAF7CC62}"/>
                </a:ext>
              </a:extLst>
            </p:cNvPr>
            <p:cNvSpPr/>
            <p:nvPr/>
          </p:nvSpPr>
          <p:spPr>
            <a:xfrm rot="20687640">
              <a:off x="4749738" y="1903727"/>
              <a:ext cx="787400" cy="65499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2A93DD-C19C-989A-CE08-51AEA3790AA2}"/>
                </a:ext>
              </a:extLst>
            </p:cNvPr>
            <p:cNvSpPr/>
            <p:nvPr/>
          </p:nvSpPr>
          <p:spPr>
            <a:xfrm>
              <a:off x="4767426" y="1998053"/>
              <a:ext cx="927100" cy="77120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45F4E51-411B-69FD-A360-8CA7183E6C6E}"/>
                </a:ext>
              </a:extLst>
            </p:cNvPr>
            <p:cNvSpPr/>
            <p:nvPr/>
          </p:nvSpPr>
          <p:spPr>
            <a:xfrm rot="700285" flipV="1">
              <a:off x="4760085" y="2159056"/>
              <a:ext cx="799395" cy="66497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3EBF4E2-175C-8F70-192B-10EB5A47C2C4}"/>
                </a:ext>
              </a:extLst>
            </p:cNvPr>
            <p:cNvSpPr/>
            <p:nvPr/>
          </p:nvSpPr>
          <p:spPr>
            <a:xfrm rot="648597" flipH="1">
              <a:off x="3237311" y="1909959"/>
              <a:ext cx="787400" cy="65499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0B68CBB-71B7-3987-6C78-0929FA007FFE}"/>
                </a:ext>
              </a:extLst>
            </p:cNvPr>
            <p:cNvSpPr/>
            <p:nvPr/>
          </p:nvSpPr>
          <p:spPr>
            <a:xfrm rot="21092179" flipH="1">
              <a:off x="3086594" y="2039329"/>
              <a:ext cx="927100" cy="77120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98D63B2-0473-885D-F70A-96BE57F3055F}"/>
                </a:ext>
              </a:extLst>
            </p:cNvPr>
            <p:cNvSpPr/>
            <p:nvPr/>
          </p:nvSpPr>
          <p:spPr>
            <a:xfrm rot="20899715" flipH="1" flipV="1">
              <a:off x="3228483" y="2131151"/>
              <a:ext cx="799395" cy="66497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B3AE34D-313F-0176-2311-1702C0EF7518}"/>
                </a:ext>
              </a:extLst>
            </p:cNvPr>
            <p:cNvSpPr/>
            <p:nvPr/>
          </p:nvSpPr>
          <p:spPr>
            <a:xfrm>
              <a:off x="3983787" y="2024870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7154344-0A8B-44A5-21A6-8FFEF0813BD1}"/>
              </a:ext>
            </a:extLst>
          </p:cNvPr>
          <p:cNvGrpSpPr/>
          <p:nvPr/>
        </p:nvGrpSpPr>
        <p:grpSpPr>
          <a:xfrm flipH="1">
            <a:off x="-669381" y="0"/>
            <a:ext cx="8621889" cy="6065017"/>
            <a:chOff x="2650882" y="894745"/>
            <a:chExt cx="7226543" cy="5083470"/>
          </a:xfrm>
          <a:solidFill>
            <a:schemeClr val="bg1"/>
          </a:solidFill>
        </p:grpSpPr>
        <p:sp>
          <p:nvSpPr>
            <p:cNvPr id="31" name="Rectangle 36">
              <a:extLst>
                <a:ext uri="{FF2B5EF4-FFF2-40B4-BE49-F238E27FC236}">
                  <a16:creationId xmlns:a16="http://schemas.microsoft.com/office/drawing/2014/main" id="{340DA8D6-B720-EAB8-AD8D-53B4D3541270}"/>
                </a:ext>
              </a:extLst>
            </p:cNvPr>
            <p:cNvSpPr/>
            <p:nvPr/>
          </p:nvSpPr>
          <p:spPr>
            <a:xfrm rot="313031" flipH="1">
              <a:off x="2650882" y="4621839"/>
              <a:ext cx="1834881" cy="1121194"/>
            </a:xfrm>
            <a:custGeom>
              <a:avLst/>
              <a:gdLst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796319 w 796319"/>
                <a:gd name="connsiteY2" fmla="*/ 77120 h 77120"/>
                <a:gd name="connsiteX3" fmla="*/ 0 w 796319"/>
                <a:gd name="connsiteY3" fmla="*/ 77120 h 77120"/>
                <a:gd name="connsiteX4" fmla="*/ 0 w 796319"/>
                <a:gd name="connsiteY4" fmla="*/ 0 h 77120"/>
                <a:gd name="connsiteX0" fmla="*/ 0 w 796319"/>
                <a:gd name="connsiteY0" fmla="*/ 0 h 89820"/>
                <a:gd name="connsiteX1" fmla="*/ 796319 w 796319"/>
                <a:gd name="connsiteY1" fmla="*/ 0 h 89820"/>
                <a:gd name="connsiteX2" fmla="*/ 542319 w 796319"/>
                <a:gd name="connsiteY2" fmla="*/ 89820 h 89820"/>
                <a:gd name="connsiteX3" fmla="*/ 0 w 796319"/>
                <a:gd name="connsiteY3" fmla="*/ 77120 h 89820"/>
                <a:gd name="connsiteX4" fmla="*/ 0 w 796319"/>
                <a:gd name="connsiteY4" fmla="*/ 0 h 89820"/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0 w 796319"/>
                <a:gd name="connsiteY2" fmla="*/ 77120 h 77120"/>
                <a:gd name="connsiteX3" fmla="*/ 0 w 796319"/>
                <a:gd name="connsiteY3" fmla="*/ 0 h 77120"/>
                <a:gd name="connsiteX0" fmla="*/ 1498600 w 1498600"/>
                <a:gd name="connsiteY0" fmla="*/ 1117600 h 1117600"/>
                <a:gd name="connsiteX1" fmla="*/ 796319 w 1498600"/>
                <a:gd name="connsiteY1" fmla="*/ 0 h 1117600"/>
                <a:gd name="connsiteX2" fmla="*/ 0 w 1498600"/>
                <a:gd name="connsiteY2" fmla="*/ 77120 h 1117600"/>
                <a:gd name="connsiteX3" fmla="*/ 1498600 w 1498600"/>
                <a:gd name="connsiteY3" fmla="*/ 1117600 h 1117600"/>
                <a:gd name="connsiteX0" fmla="*/ 1498600 w 1498600"/>
                <a:gd name="connsiteY0" fmla="*/ 1117600 h 1122379"/>
                <a:gd name="connsiteX1" fmla="*/ 796319 w 1498600"/>
                <a:gd name="connsiteY1" fmla="*/ 0 h 1122379"/>
                <a:gd name="connsiteX2" fmla="*/ 0 w 1498600"/>
                <a:gd name="connsiteY2" fmla="*/ 77120 h 1122379"/>
                <a:gd name="connsiteX3" fmla="*/ 1498600 w 1498600"/>
                <a:gd name="connsiteY3" fmla="*/ 1117600 h 1122379"/>
                <a:gd name="connsiteX0" fmla="*/ 1498600 w 1498600"/>
                <a:gd name="connsiteY0" fmla="*/ 1117600 h 1122687"/>
                <a:gd name="connsiteX1" fmla="*/ 796319 w 1498600"/>
                <a:gd name="connsiteY1" fmla="*/ 0 h 1122687"/>
                <a:gd name="connsiteX2" fmla="*/ 0 w 1498600"/>
                <a:gd name="connsiteY2" fmla="*/ 77120 h 1122687"/>
                <a:gd name="connsiteX3" fmla="*/ 1498600 w 1498600"/>
                <a:gd name="connsiteY3" fmla="*/ 1117600 h 1122687"/>
                <a:gd name="connsiteX0" fmla="*/ 1498600 w 1504941"/>
                <a:gd name="connsiteY0" fmla="*/ 1117600 h 1122687"/>
                <a:gd name="connsiteX1" fmla="*/ 796319 w 1504941"/>
                <a:gd name="connsiteY1" fmla="*/ 0 h 1122687"/>
                <a:gd name="connsiteX2" fmla="*/ 0 w 1504941"/>
                <a:gd name="connsiteY2" fmla="*/ 77120 h 1122687"/>
                <a:gd name="connsiteX3" fmla="*/ 1498600 w 1504941"/>
                <a:gd name="connsiteY3" fmla="*/ 1117600 h 1122687"/>
                <a:gd name="connsiteX0" fmla="*/ 1498600 w 1514907"/>
                <a:gd name="connsiteY0" fmla="*/ 1117600 h 1122687"/>
                <a:gd name="connsiteX1" fmla="*/ 796319 w 1514907"/>
                <a:gd name="connsiteY1" fmla="*/ 0 h 1122687"/>
                <a:gd name="connsiteX2" fmla="*/ 0 w 1514907"/>
                <a:gd name="connsiteY2" fmla="*/ 77120 h 1122687"/>
                <a:gd name="connsiteX3" fmla="*/ 1498600 w 1514907"/>
                <a:gd name="connsiteY3" fmla="*/ 1117600 h 1122687"/>
                <a:gd name="connsiteX0" fmla="*/ 1498600 w 1527654"/>
                <a:gd name="connsiteY0" fmla="*/ 1117600 h 1122687"/>
                <a:gd name="connsiteX1" fmla="*/ 796319 w 1527654"/>
                <a:gd name="connsiteY1" fmla="*/ 0 h 1122687"/>
                <a:gd name="connsiteX2" fmla="*/ 0 w 1527654"/>
                <a:gd name="connsiteY2" fmla="*/ 77120 h 1122687"/>
                <a:gd name="connsiteX3" fmla="*/ 1498600 w 1527654"/>
                <a:gd name="connsiteY3" fmla="*/ 1117600 h 1122687"/>
                <a:gd name="connsiteX0" fmla="*/ 1498600 w 1527654"/>
                <a:gd name="connsiteY0" fmla="*/ 1117600 h 1135911"/>
                <a:gd name="connsiteX1" fmla="*/ 796319 w 1527654"/>
                <a:gd name="connsiteY1" fmla="*/ 0 h 1135911"/>
                <a:gd name="connsiteX2" fmla="*/ 0 w 1527654"/>
                <a:gd name="connsiteY2" fmla="*/ 77120 h 1135911"/>
                <a:gd name="connsiteX3" fmla="*/ 1498600 w 1527654"/>
                <a:gd name="connsiteY3" fmla="*/ 1117600 h 1135911"/>
                <a:gd name="connsiteX0" fmla="*/ 1498600 w 1532064"/>
                <a:gd name="connsiteY0" fmla="*/ 1117600 h 1135911"/>
                <a:gd name="connsiteX1" fmla="*/ 796319 w 1532064"/>
                <a:gd name="connsiteY1" fmla="*/ 0 h 1135911"/>
                <a:gd name="connsiteX2" fmla="*/ 0 w 1532064"/>
                <a:gd name="connsiteY2" fmla="*/ 77120 h 1135911"/>
                <a:gd name="connsiteX3" fmla="*/ 1498600 w 1532064"/>
                <a:gd name="connsiteY3" fmla="*/ 1117600 h 1135911"/>
                <a:gd name="connsiteX0" fmla="*/ 1498600 w 1532064"/>
                <a:gd name="connsiteY0" fmla="*/ 1117600 h 1150870"/>
                <a:gd name="connsiteX1" fmla="*/ 796319 w 1532064"/>
                <a:gd name="connsiteY1" fmla="*/ 0 h 1150870"/>
                <a:gd name="connsiteX2" fmla="*/ 0 w 1532064"/>
                <a:gd name="connsiteY2" fmla="*/ 77120 h 1150870"/>
                <a:gd name="connsiteX3" fmla="*/ 1498600 w 1532064"/>
                <a:gd name="connsiteY3" fmla="*/ 1117600 h 1150870"/>
                <a:gd name="connsiteX0" fmla="*/ 1772898 w 1806362"/>
                <a:gd name="connsiteY0" fmla="*/ 1117600 h 1157672"/>
                <a:gd name="connsiteX1" fmla="*/ 1070617 w 1806362"/>
                <a:gd name="connsiteY1" fmla="*/ 0 h 1157672"/>
                <a:gd name="connsiteX2" fmla="*/ 0 w 1806362"/>
                <a:gd name="connsiteY2" fmla="*/ 252931 h 1157672"/>
                <a:gd name="connsiteX3" fmla="*/ 1772898 w 1806362"/>
                <a:gd name="connsiteY3" fmla="*/ 1117600 h 1157672"/>
                <a:gd name="connsiteX0" fmla="*/ 1772898 w 1797588"/>
                <a:gd name="connsiteY0" fmla="*/ 1134098 h 1174170"/>
                <a:gd name="connsiteX1" fmla="*/ 785185 w 1797588"/>
                <a:gd name="connsiteY1" fmla="*/ 0 h 1174170"/>
                <a:gd name="connsiteX2" fmla="*/ 0 w 1797588"/>
                <a:gd name="connsiteY2" fmla="*/ 269429 h 1174170"/>
                <a:gd name="connsiteX3" fmla="*/ 1772898 w 1797588"/>
                <a:gd name="connsiteY3" fmla="*/ 1134098 h 1174170"/>
                <a:gd name="connsiteX0" fmla="*/ 1805685 w 1829650"/>
                <a:gd name="connsiteY0" fmla="*/ 1089269 h 1131529"/>
                <a:gd name="connsiteX1" fmla="*/ 785185 w 1829650"/>
                <a:gd name="connsiteY1" fmla="*/ 0 h 1131529"/>
                <a:gd name="connsiteX2" fmla="*/ 0 w 1829650"/>
                <a:gd name="connsiteY2" fmla="*/ 269429 h 1131529"/>
                <a:gd name="connsiteX3" fmla="*/ 1805685 w 1829650"/>
                <a:gd name="connsiteY3" fmla="*/ 1089269 h 1131529"/>
                <a:gd name="connsiteX0" fmla="*/ 1805685 w 1834881"/>
                <a:gd name="connsiteY0" fmla="*/ 1089269 h 1131529"/>
                <a:gd name="connsiteX1" fmla="*/ 785185 w 1834881"/>
                <a:gd name="connsiteY1" fmla="*/ 0 h 1131529"/>
                <a:gd name="connsiteX2" fmla="*/ 0 w 1834881"/>
                <a:gd name="connsiteY2" fmla="*/ 269429 h 1131529"/>
                <a:gd name="connsiteX3" fmla="*/ 1805685 w 1834881"/>
                <a:gd name="connsiteY3" fmla="*/ 1089269 h 1131529"/>
                <a:gd name="connsiteX0" fmla="*/ 1805685 w 1834881"/>
                <a:gd name="connsiteY0" fmla="*/ 1089269 h 1131958"/>
                <a:gd name="connsiteX1" fmla="*/ 785185 w 1834881"/>
                <a:gd name="connsiteY1" fmla="*/ 0 h 1131958"/>
                <a:gd name="connsiteX2" fmla="*/ 0 w 1834881"/>
                <a:gd name="connsiteY2" fmla="*/ 269429 h 1131958"/>
                <a:gd name="connsiteX3" fmla="*/ 1805685 w 1834881"/>
                <a:gd name="connsiteY3" fmla="*/ 1089269 h 1131958"/>
                <a:gd name="connsiteX0" fmla="*/ 1805685 w 1834881"/>
                <a:gd name="connsiteY0" fmla="*/ 1089269 h 1121194"/>
                <a:gd name="connsiteX1" fmla="*/ 785185 w 1834881"/>
                <a:gd name="connsiteY1" fmla="*/ 0 h 1121194"/>
                <a:gd name="connsiteX2" fmla="*/ 0 w 1834881"/>
                <a:gd name="connsiteY2" fmla="*/ 269429 h 1121194"/>
                <a:gd name="connsiteX3" fmla="*/ 1805685 w 1834881"/>
                <a:gd name="connsiteY3" fmla="*/ 1089269 h 1121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881" h="1121194">
                  <a:moveTo>
                    <a:pt x="1805685" y="1089269"/>
                  </a:moveTo>
                  <a:cubicBezTo>
                    <a:pt x="1993866" y="964386"/>
                    <a:pt x="1227755" y="917623"/>
                    <a:pt x="785185" y="0"/>
                  </a:cubicBezTo>
                  <a:lnTo>
                    <a:pt x="0" y="269429"/>
                  </a:lnTo>
                  <a:cubicBezTo>
                    <a:pt x="204296" y="675759"/>
                    <a:pt x="1215151" y="1265115"/>
                    <a:pt x="1805685" y="1089269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10">
              <a:extLst>
                <a:ext uri="{FF2B5EF4-FFF2-40B4-BE49-F238E27FC236}">
                  <a16:creationId xmlns:a16="http://schemas.microsoft.com/office/drawing/2014/main" id="{8F2C87E4-37D1-60A7-1634-B0DC70B63B11}"/>
                </a:ext>
              </a:extLst>
            </p:cNvPr>
            <p:cNvSpPr/>
            <p:nvPr/>
          </p:nvSpPr>
          <p:spPr>
            <a:xfrm>
              <a:off x="7972425" y="4343400"/>
              <a:ext cx="1905000" cy="696985"/>
            </a:xfrm>
            <a:custGeom>
              <a:avLst/>
              <a:gdLst>
                <a:gd name="connsiteX0" fmla="*/ 0 w 438150"/>
                <a:gd name="connsiteY0" fmla="*/ 0 h 571500"/>
                <a:gd name="connsiteX1" fmla="*/ 438150 w 438150"/>
                <a:gd name="connsiteY1" fmla="*/ 0 h 571500"/>
                <a:gd name="connsiteX2" fmla="*/ 438150 w 438150"/>
                <a:gd name="connsiteY2" fmla="*/ 571500 h 571500"/>
                <a:gd name="connsiteX3" fmla="*/ 0 w 438150"/>
                <a:gd name="connsiteY3" fmla="*/ 571500 h 571500"/>
                <a:gd name="connsiteX4" fmla="*/ 0 w 438150"/>
                <a:gd name="connsiteY4" fmla="*/ 0 h 571500"/>
                <a:gd name="connsiteX0" fmla="*/ 0 w 1905000"/>
                <a:gd name="connsiteY0" fmla="*/ 0 h 571500"/>
                <a:gd name="connsiteX1" fmla="*/ 438150 w 1905000"/>
                <a:gd name="connsiteY1" fmla="*/ 0 h 571500"/>
                <a:gd name="connsiteX2" fmla="*/ 1905000 w 1905000"/>
                <a:gd name="connsiteY2" fmla="*/ 171450 h 571500"/>
                <a:gd name="connsiteX3" fmla="*/ 0 w 1905000"/>
                <a:gd name="connsiteY3" fmla="*/ 571500 h 571500"/>
                <a:gd name="connsiteX4" fmla="*/ 0 w 1905000"/>
                <a:gd name="connsiteY4" fmla="*/ 0 h 571500"/>
                <a:gd name="connsiteX0" fmla="*/ 0 w 1905000"/>
                <a:gd name="connsiteY0" fmla="*/ 0 h 616113"/>
                <a:gd name="connsiteX1" fmla="*/ 438150 w 1905000"/>
                <a:gd name="connsiteY1" fmla="*/ 0 h 616113"/>
                <a:gd name="connsiteX2" fmla="*/ 1905000 w 1905000"/>
                <a:gd name="connsiteY2" fmla="*/ 171450 h 616113"/>
                <a:gd name="connsiteX3" fmla="*/ 0 w 1905000"/>
                <a:gd name="connsiteY3" fmla="*/ 571500 h 616113"/>
                <a:gd name="connsiteX4" fmla="*/ 0 w 1905000"/>
                <a:gd name="connsiteY4" fmla="*/ 0 h 616113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905000 w 1905000"/>
                <a:gd name="connsiteY2" fmla="*/ 171450 h 726139"/>
                <a:gd name="connsiteX3" fmla="*/ 0 w 1905000"/>
                <a:gd name="connsiteY3" fmla="*/ 571500 h 726139"/>
                <a:gd name="connsiteX4" fmla="*/ 0 w 1905000"/>
                <a:gd name="connsiteY4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583055 w 1905000"/>
                <a:gd name="connsiteY2" fmla="*/ 220980 h 726139"/>
                <a:gd name="connsiteX3" fmla="*/ 1905000 w 1905000"/>
                <a:gd name="connsiteY3" fmla="*/ 171450 h 726139"/>
                <a:gd name="connsiteX4" fmla="*/ 0 w 1905000"/>
                <a:gd name="connsiteY4" fmla="*/ 571500 h 726139"/>
                <a:gd name="connsiteX5" fmla="*/ 0 w 1905000"/>
                <a:gd name="connsiteY5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696985"/>
                <a:gd name="connsiteX1" fmla="*/ 438150 w 1905000"/>
                <a:gd name="connsiteY1" fmla="*/ 0 h 696985"/>
                <a:gd name="connsiteX2" fmla="*/ 1644015 w 1905000"/>
                <a:gd name="connsiteY2" fmla="*/ 76200 h 696985"/>
                <a:gd name="connsiteX3" fmla="*/ 1583055 w 1905000"/>
                <a:gd name="connsiteY3" fmla="*/ 220980 h 696985"/>
                <a:gd name="connsiteX4" fmla="*/ 1905000 w 1905000"/>
                <a:gd name="connsiteY4" fmla="*/ 171450 h 696985"/>
                <a:gd name="connsiteX5" fmla="*/ 0 w 1905000"/>
                <a:gd name="connsiteY5" fmla="*/ 571500 h 696985"/>
                <a:gd name="connsiteX6" fmla="*/ 0 w 1905000"/>
                <a:gd name="connsiteY6" fmla="*/ 0 h 69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5000" h="696985">
                  <a:moveTo>
                    <a:pt x="0" y="0"/>
                  </a:moveTo>
                  <a:lnTo>
                    <a:pt x="438150" y="0"/>
                  </a:lnTo>
                  <a:cubicBezTo>
                    <a:pt x="676592" y="227330"/>
                    <a:pt x="1399857" y="191770"/>
                    <a:pt x="1644015" y="76200"/>
                  </a:cubicBezTo>
                  <a:cubicBezTo>
                    <a:pt x="1834833" y="113030"/>
                    <a:pt x="1511618" y="191135"/>
                    <a:pt x="1583055" y="220980"/>
                  </a:cubicBezTo>
                  <a:cubicBezTo>
                    <a:pt x="1659890" y="288290"/>
                    <a:pt x="1828165" y="104140"/>
                    <a:pt x="1905000" y="171450"/>
                  </a:cubicBezTo>
                  <a:cubicBezTo>
                    <a:pt x="1628140" y="861060"/>
                    <a:pt x="246380" y="727710"/>
                    <a:pt x="0" y="57150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2">
              <a:extLst>
                <a:ext uri="{FF2B5EF4-FFF2-40B4-BE49-F238E27FC236}">
                  <a16:creationId xmlns:a16="http://schemas.microsoft.com/office/drawing/2014/main" id="{884FBA91-7152-44ED-413C-90786BA455C8}"/>
                </a:ext>
              </a:extLst>
            </p:cNvPr>
            <p:cNvSpPr/>
            <p:nvPr/>
          </p:nvSpPr>
          <p:spPr>
            <a:xfrm>
              <a:off x="3660132" y="894745"/>
              <a:ext cx="5151719" cy="4685821"/>
            </a:xfrm>
            <a:custGeom>
              <a:avLst/>
              <a:gdLst>
                <a:gd name="connsiteX0" fmla="*/ 0 w 1959428"/>
                <a:gd name="connsiteY0" fmla="*/ 0 h 3904343"/>
                <a:gd name="connsiteX1" fmla="*/ 1959428 w 1959428"/>
                <a:gd name="connsiteY1" fmla="*/ 0 h 3904343"/>
                <a:gd name="connsiteX2" fmla="*/ 1959428 w 1959428"/>
                <a:gd name="connsiteY2" fmla="*/ 3904343 h 3904343"/>
                <a:gd name="connsiteX3" fmla="*/ 0 w 1959428"/>
                <a:gd name="connsiteY3" fmla="*/ 3904343 h 3904343"/>
                <a:gd name="connsiteX4" fmla="*/ 0 w 1959428"/>
                <a:gd name="connsiteY4" fmla="*/ 0 h 3904343"/>
                <a:gd name="connsiteX0" fmla="*/ 0 w 2394856"/>
                <a:gd name="connsiteY0" fmla="*/ 1422400 h 3904343"/>
                <a:gd name="connsiteX1" fmla="*/ 2394856 w 2394856"/>
                <a:gd name="connsiteY1" fmla="*/ 0 h 3904343"/>
                <a:gd name="connsiteX2" fmla="*/ 2394856 w 2394856"/>
                <a:gd name="connsiteY2" fmla="*/ 3904343 h 3904343"/>
                <a:gd name="connsiteX3" fmla="*/ 435428 w 2394856"/>
                <a:gd name="connsiteY3" fmla="*/ 3904343 h 3904343"/>
                <a:gd name="connsiteX4" fmla="*/ 0 w 2394856"/>
                <a:gd name="connsiteY4" fmla="*/ 1422400 h 3904343"/>
                <a:gd name="connsiteX0" fmla="*/ 0 w 2394856"/>
                <a:gd name="connsiteY0" fmla="*/ 362857 h 2844800"/>
                <a:gd name="connsiteX1" fmla="*/ 2090056 w 2394856"/>
                <a:gd name="connsiteY1" fmla="*/ 0 h 2844800"/>
                <a:gd name="connsiteX2" fmla="*/ 2394856 w 2394856"/>
                <a:gd name="connsiteY2" fmla="*/ 2844800 h 2844800"/>
                <a:gd name="connsiteX3" fmla="*/ 435428 w 2394856"/>
                <a:gd name="connsiteY3" fmla="*/ 2844800 h 2844800"/>
                <a:gd name="connsiteX4" fmla="*/ 0 w 2394856"/>
                <a:gd name="connsiteY4" fmla="*/ 362857 h 2844800"/>
                <a:gd name="connsiteX0" fmla="*/ 0 w 2394856"/>
                <a:gd name="connsiteY0" fmla="*/ 1992818 h 4474761"/>
                <a:gd name="connsiteX1" fmla="*/ 2090056 w 2394856"/>
                <a:gd name="connsiteY1" fmla="*/ 1629961 h 4474761"/>
                <a:gd name="connsiteX2" fmla="*/ 2394856 w 2394856"/>
                <a:gd name="connsiteY2" fmla="*/ 4474761 h 4474761"/>
                <a:gd name="connsiteX3" fmla="*/ 435428 w 2394856"/>
                <a:gd name="connsiteY3" fmla="*/ 4474761 h 4474761"/>
                <a:gd name="connsiteX4" fmla="*/ 0 w 2394856"/>
                <a:gd name="connsiteY4" fmla="*/ 1992818 h 4474761"/>
                <a:gd name="connsiteX0" fmla="*/ 108246 w 2503102"/>
                <a:gd name="connsiteY0" fmla="*/ 2269429 h 4751372"/>
                <a:gd name="connsiteX1" fmla="*/ 2198302 w 2503102"/>
                <a:gd name="connsiteY1" fmla="*/ 1906572 h 4751372"/>
                <a:gd name="connsiteX2" fmla="*/ 2503102 w 2503102"/>
                <a:gd name="connsiteY2" fmla="*/ 4751372 h 4751372"/>
                <a:gd name="connsiteX3" fmla="*/ 543674 w 2503102"/>
                <a:gd name="connsiteY3" fmla="*/ 4751372 h 4751372"/>
                <a:gd name="connsiteX4" fmla="*/ 108246 w 2503102"/>
                <a:gd name="connsiteY4" fmla="*/ 2269429 h 4751372"/>
                <a:gd name="connsiteX0" fmla="*/ 94806 w 2489662"/>
                <a:gd name="connsiteY0" fmla="*/ 2110094 h 4592037"/>
                <a:gd name="connsiteX1" fmla="*/ 2184862 w 2489662"/>
                <a:gd name="connsiteY1" fmla="*/ 1747237 h 4592037"/>
                <a:gd name="connsiteX2" fmla="*/ 2489662 w 2489662"/>
                <a:gd name="connsiteY2" fmla="*/ 4592037 h 4592037"/>
                <a:gd name="connsiteX3" fmla="*/ 530234 w 2489662"/>
                <a:gd name="connsiteY3" fmla="*/ 4592037 h 4592037"/>
                <a:gd name="connsiteX4" fmla="*/ 94806 w 2489662"/>
                <a:gd name="connsiteY4" fmla="*/ 2110094 h 4592037"/>
                <a:gd name="connsiteX0" fmla="*/ 164427 w 2559283"/>
                <a:gd name="connsiteY0" fmla="*/ 2208237 h 4690180"/>
                <a:gd name="connsiteX1" fmla="*/ 2254483 w 2559283"/>
                <a:gd name="connsiteY1" fmla="*/ 1845380 h 4690180"/>
                <a:gd name="connsiteX2" fmla="*/ 2559283 w 2559283"/>
                <a:gd name="connsiteY2" fmla="*/ 4690180 h 4690180"/>
                <a:gd name="connsiteX3" fmla="*/ 599855 w 2559283"/>
                <a:gd name="connsiteY3" fmla="*/ 4690180 h 4690180"/>
                <a:gd name="connsiteX4" fmla="*/ 164427 w 2559283"/>
                <a:gd name="connsiteY4" fmla="*/ 2208237 h 4690180"/>
                <a:gd name="connsiteX0" fmla="*/ 228702 w 2623558"/>
                <a:gd name="connsiteY0" fmla="*/ 2208237 h 4690180"/>
                <a:gd name="connsiteX1" fmla="*/ 2318758 w 2623558"/>
                <a:gd name="connsiteY1" fmla="*/ 1845380 h 4690180"/>
                <a:gd name="connsiteX2" fmla="*/ 2623558 w 2623558"/>
                <a:gd name="connsiteY2" fmla="*/ 4690180 h 4690180"/>
                <a:gd name="connsiteX3" fmla="*/ 664130 w 2623558"/>
                <a:gd name="connsiteY3" fmla="*/ 4690180 h 4690180"/>
                <a:gd name="connsiteX4" fmla="*/ 228702 w 2623558"/>
                <a:gd name="connsiteY4" fmla="*/ 2208237 h 4690180"/>
                <a:gd name="connsiteX0" fmla="*/ 228702 w 5214358"/>
                <a:gd name="connsiteY0" fmla="*/ 2208237 h 4690180"/>
                <a:gd name="connsiteX1" fmla="*/ 2318758 w 5214358"/>
                <a:gd name="connsiteY1" fmla="*/ 1845380 h 4690180"/>
                <a:gd name="connsiteX2" fmla="*/ 5214358 w 5214358"/>
                <a:gd name="connsiteY2" fmla="*/ 3832930 h 4690180"/>
                <a:gd name="connsiteX3" fmla="*/ 664130 w 5214358"/>
                <a:gd name="connsiteY3" fmla="*/ 4690180 h 4690180"/>
                <a:gd name="connsiteX4" fmla="*/ 228702 w 5214358"/>
                <a:gd name="connsiteY4" fmla="*/ 2208237 h 4690180"/>
                <a:gd name="connsiteX0" fmla="*/ 228702 w 5214358"/>
                <a:gd name="connsiteY0" fmla="*/ 2208237 h 4690180"/>
                <a:gd name="connsiteX1" fmla="*/ 2318758 w 5214358"/>
                <a:gd name="connsiteY1" fmla="*/ 1845380 h 4690180"/>
                <a:gd name="connsiteX2" fmla="*/ 5214358 w 5214358"/>
                <a:gd name="connsiteY2" fmla="*/ 3832930 h 4690180"/>
                <a:gd name="connsiteX3" fmla="*/ 664130 w 5214358"/>
                <a:gd name="connsiteY3" fmla="*/ 4690180 h 4690180"/>
                <a:gd name="connsiteX4" fmla="*/ 228702 w 5214358"/>
                <a:gd name="connsiteY4" fmla="*/ 2208237 h 4690180"/>
                <a:gd name="connsiteX0" fmla="*/ 228702 w 5223296"/>
                <a:gd name="connsiteY0" fmla="*/ 2208237 h 4690180"/>
                <a:gd name="connsiteX1" fmla="*/ 2318758 w 5223296"/>
                <a:gd name="connsiteY1" fmla="*/ 1845380 h 4690180"/>
                <a:gd name="connsiteX2" fmla="*/ 5214358 w 5223296"/>
                <a:gd name="connsiteY2" fmla="*/ 3832930 h 4690180"/>
                <a:gd name="connsiteX3" fmla="*/ 664130 w 5223296"/>
                <a:gd name="connsiteY3" fmla="*/ 4690180 h 4690180"/>
                <a:gd name="connsiteX4" fmla="*/ 228702 w 5223296"/>
                <a:gd name="connsiteY4" fmla="*/ 2208237 h 4690180"/>
                <a:gd name="connsiteX0" fmla="*/ 206740 w 5201334"/>
                <a:gd name="connsiteY0" fmla="*/ 2208237 h 4537780"/>
                <a:gd name="connsiteX1" fmla="*/ 2296796 w 5201334"/>
                <a:gd name="connsiteY1" fmla="*/ 1845380 h 4537780"/>
                <a:gd name="connsiteX2" fmla="*/ 5192396 w 5201334"/>
                <a:gd name="connsiteY2" fmla="*/ 3832930 h 4537780"/>
                <a:gd name="connsiteX3" fmla="*/ 794568 w 5201334"/>
                <a:gd name="connsiteY3" fmla="*/ 4537780 h 4537780"/>
                <a:gd name="connsiteX4" fmla="*/ 206740 w 5201334"/>
                <a:gd name="connsiteY4" fmla="*/ 2208237 h 4537780"/>
                <a:gd name="connsiteX0" fmla="*/ 213735 w 5208329"/>
                <a:gd name="connsiteY0" fmla="*/ 2208237 h 4537780"/>
                <a:gd name="connsiteX1" fmla="*/ 2303791 w 5208329"/>
                <a:gd name="connsiteY1" fmla="*/ 1845380 h 4537780"/>
                <a:gd name="connsiteX2" fmla="*/ 5199391 w 5208329"/>
                <a:gd name="connsiteY2" fmla="*/ 3832930 h 4537780"/>
                <a:gd name="connsiteX3" fmla="*/ 801563 w 5208329"/>
                <a:gd name="connsiteY3" fmla="*/ 4537780 h 4537780"/>
                <a:gd name="connsiteX4" fmla="*/ 213735 w 5208329"/>
                <a:gd name="connsiteY4" fmla="*/ 2208237 h 4537780"/>
                <a:gd name="connsiteX0" fmla="*/ 213735 w 5208329"/>
                <a:gd name="connsiteY0" fmla="*/ 2208237 h 4660343"/>
                <a:gd name="connsiteX1" fmla="*/ 2303791 w 5208329"/>
                <a:gd name="connsiteY1" fmla="*/ 1845380 h 4660343"/>
                <a:gd name="connsiteX2" fmla="*/ 5199391 w 5208329"/>
                <a:gd name="connsiteY2" fmla="*/ 3832930 h 4660343"/>
                <a:gd name="connsiteX3" fmla="*/ 801563 w 5208329"/>
                <a:gd name="connsiteY3" fmla="*/ 4537780 h 4660343"/>
                <a:gd name="connsiteX4" fmla="*/ 213735 w 5208329"/>
                <a:gd name="connsiteY4" fmla="*/ 2208237 h 4660343"/>
                <a:gd name="connsiteX0" fmla="*/ 213735 w 5208329"/>
                <a:gd name="connsiteY0" fmla="*/ 2208237 h 4726289"/>
                <a:gd name="connsiteX1" fmla="*/ 2303791 w 5208329"/>
                <a:gd name="connsiteY1" fmla="*/ 1845380 h 4726289"/>
                <a:gd name="connsiteX2" fmla="*/ 5199391 w 5208329"/>
                <a:gd name="connsiteY2" fmla="*/ 3832930 h 4726289"/>
                <a:gd name="connsiteX3" fmla="*/ 801563 w 5208329"/>
                <a:gd name="connsiteY3" fmla="*/ 4537780 h 4726289"/>
                <a:gd name="connsiteX4" fmla="*/ 213735 w 5208329"/>
                <a:gd name="connsiteY4" fmla="*/ 2208237 h 4726289"/>
                <a:gd name="connsiteX0" fmla="*/ 213735 w 5208329"/>
                <a:gd name="connsiteY0" fmla="*/ 2208237 h 4726289"/>
                <a:gd name="connsiteX1" fmla="*/ 2303791 w 5208329"/>
                <a:gd name="connsiteY1" fmla="*/ 1845380 h 4726289"/>
                <a:gd name="connsiteX2" fmla="*/ 5199391 w 5208329"/>
                <a:gd name="connsiteY2" fmla="*/ 3832930 h 4726289"/>
                <a:gd name="connsiteX3" fmla="*/ 801563 w 5208329"/>
                <a:gd name="connsiteY3" fmla="*/ 4537780 h 4726289"/>
                <a:gd name="connsiteX4" fmla="*/ 213735 w 5208329"/>
                <a:gd name="connsiteY4" fmla="*/ 2208237 h 4726289"/>
                <a:gd name="connsiteX0" fmla="*/ 213735 w 5208329"/>
                <a:gd name="connsiteY0" fmla="*/ 2133771 h 4651823"/>
                <a:gd name="connsiteX1" fmla="*/ 2303791 w 5208329"/>
                <a:gd name="connsiteY1" fmla="*/ 1770914 h 4651823"/>
                <a:gd name="connsiteX2" fmla="*/ 5199391 w 5208329"/>
                <a:gd name="connsiteY2" fmla="*/ 3758464 h 4651823"/>
                <a:gd name="connsiteX3" fmla="*/ 801563 w 5208329"/>
                <a:gd name="connsiteY3" fmla="*/ 4463314 h 4651823"/>
                <a:gd name="connsiteX4" fmla="*/ 213735 w 5208329"/>
                <a:gd name="connsiteY4" fmla="*/ 2133771 h 4651823"/>
                <a:gd name="connsiteX0" fmla="*/ 213735 w 5208329"/>
                <a:gd name="connsiteY0" fmla="*/ 2216663 h 4734715"/>
                <a:gd name="connsiteX1" fmla="*/ 2303791 w 5208329"/>
                <a:gd name="connsiteY1" fmla="*/ 1853806 h 4734715"/>
                <a:gd name="connsiteX2" fmla="*/ 5199391 w 5208329"/>
                <a:gd name="connsiteY2" fmla="*/ 3841356 h 4734715"/>
                <a:gd name="connsiteX3" fmla="*/ 801563 w 5208329"/>
                <a:gd name="connsiteY3" fmla="*/ 4546206 h 4734715"/>
                <a:gd name="connsiteX4" fmla="*/ 213735 w 5208329"/>
                <a:gd name="connsiteY4" fmla="*/ 2216663 h 4734715"/>
                <a:gd name="connsiteX0" fmla="*/ 213735 w 5208329"/>
                <a:gd name="connsiteY0" fmla="*/ 2159633 h 4677685"/>
                <a:gd name="connsiteX1" fmla="*/ 2303791 w 5208329"/>
                <a:gd name="connsiteY1" fmla="*/ 1796776 h 4677685"/>
                <a:gd name="connsiteX2" fmla="*/ 5199391 w 5208329"/>
                <a:gd name="connsiteY2" fmla="*/ 3784326 h 4677685"/>
                <a:gd name="connsiteX3" fmla="*/ 801563 w 5208329"/>
                <a:gd name="connsiteY3" fmla="*/ 4489176 h 4677685"/>
                <a:gd name="connsiteX4" fmla="*/ 213735 w 5208329"/>
                <a:gd name="connsiteY4" fmla="*/ 2159633 h 4677685"/>
                <a:gd name="connsiteX0" fmla="*/ 213735 w 5208329"/>
                <a:gd name="connsiteY0" fmla="*/ 2167769 h 4685821"/>
                <a:gd name="connsiteX1" fmla="*/ 2303791 w 5208329"/>
                <a:gd name="connsiteY1" fmla="*/ 1804912 h 4685821"/>
                <a:gd name="connsiteX2" fmla="*/ 5199391 w 5208329"/>
                <a:gd name="connsiteY2" fmla="*/ 3792462 h 4685821"/>
                <a:gd name="connsiteX3" fmla="*/ 801563 w 5208329"/>
                <a:gd name="connsiteY3" fmla="*/ 4497312 h 4685821"/>
                <a:gd name="connsiteX4" fmla="*/ 213735 w 5208329"/>
                <a:gd name="connsiteY4" fmla="*/ 2167769 h 4685821"/>
                <a:gd name="connsiteX0" fmla="*/ 213735 w 5208329"/>
                <a:gd name="connsiteY0" fmla="*/ 2167769 h 4685821"/>
                <a:gd name="connsiteX1" fmla="*/ 2303791 w 5208329"/>
                <a:gd name="connsiteY1" fmla="*/ 1804912 h 4685821"/>
                <a:gd name="connsiteX2" fmla="*/ 5199391 w 5208329"/>
                <a:gd name="connsiteY2" fmla="*/ 3792462 h 4685821"/>
                <a:gd name="connsiteX3" fmla="*/ 801563 w 5208329"/>
                <a:gd name="connsiteY3" fmla="*/ 4497312 h 4685821"/>
                <a:gd name="connsiteX4" fmla="*/ 213735 w 5208329"/>
                <a:gd name="connsiteY4" fmla="*/ 2167769 h 4685821"/>
                <a:gd name="connsiteX0" fmla="*/ 161784 w 5156378"/>
                <a:gd name="connsiteY0" fmla="*/ 2167769 h 4685821"/>
                <a:gd name="connsiteX1" fmla="*/ 2251840 w 5156378"/>
                <a:gd name="connsiteY1" fmla="*/ 1804912 h 4685821"/>
                <a:gd name="connsiteX2" fmla="*/ 5147440 w 5156378"/>
                <a:gd name="connsiteY2" fmla="*/ 3792462 h 4685821"/>
                <a:gd name="connsiteX3" fmla="*/ 749612 w 5156378"/>
                <a:gd name="connsiteY3" fmla="*/ 4497312 h 4685821"/>
                <a:gd name="connsiteX4" fmla="*/ 161784 w 5156378"/>
                <a:gd name="connsiteY4" fmla="*/ 2167769 h 4685821"/>
                <a:gd name="connsiteX0" fmla="*/ 161784 w 5156378"/>
                <a:gd name="connsiteY0" fmla="*/ 2167769 h 4685821"/>
                <a:gd name="connsiteX1" fmla="*/ 2251840 w 5156378"/>
                <a:gd name="connsiteY1" fmla="*/ 1804912 h 4685821"/>
                <a:gd name="connsiteX2" fmla="*/ 5147440 w 5156378"/>
                <a:gd name="connsiteY2" fmla="*/ 3792462 h 4685821"/>
                <a:gd name="connsiteX3" fmla="*/ 749612 w 5156378"/>
                <a:gd name="connsiteY3" fmla="*/ 4497312 h 4685821"/>
                <a:gd name="connsiteX4" fmla="*/ 161784 w 5156378"/>
                <a:gd name="connsiteY4" fmla="*/ 2167769 h 4685821"/>
                <a:gd name="connsiteX0" fmla="*/ 157125 w 5151719"/>
                <a:gd name="connsiteY0" fmla="*/ 2167769 h 4685821"/>
                <a:gd name="connsiteX1" fmla="*/ 2247181 w 5151719"/>
                <a:gd name="connsiteY1" fmla="*/ 1804912 h 4685821"/>
                <a:gd name="connsiteX2" fmla="*/ 5142781 w 5151719"/>
                <a:gd name="connsiteY2" fmla="*/ 3792462 h 4685821"/>
                <a:gd name="connsiteX3" fmla="*/ 744953 w 5151719"/>
                <a:gd name="connsiteY3" fmla="*/ 4497312 h 4685821"/>
                <a:gd name="connsiteX4" fmla="*/ 157125 w 5151719"/>
                <a:gd name="connsiteY4" fmla="*/ 2167769 h 468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719" h="4685821">
                  <a:moveTo>
                    <a:pt x="157125" y="2167769"/>
                  </a:moveTo>
                  <a:cubicBezTo>
                    <a:pt x="-589454" y="208945"/>
                    <a:pt x="1621253" y="-1359808"/>
                    <a:pt x="2247181" y="1804912"/>
                  </a:cubicBezTo>
                  <a:cubicBezTo>
                    <a:pt x="2793281" y="2486479"/>
                    <a:pt x="5320581" y="2882295"/>
                    <a:pt x="5142781" y="3792462"/>
                  </a:cubicBezTo>
                  <a:cubicBezTo>
                    <a:pt x="4381688" y="4541762"/>
                    <a:pt x="2382346" y="4948162"/>
                    <a:pt x="744953" y="4497312"/>
                  </a:cubicBezTo>
                  <a:cubicBezTo>
                    <a:pt x="585239" y="4415740"/>
                    <a:pt x="-370096" y="4277079"/>
                    <a:pt x="157125" y="2167769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Isosceles Triangle 31">
              <a:extLst>
                <a:ext uri="{FF2B5EF4-FFF2-40B4-BE49-F238E27FC236}">
                  <a16:creationId xmlns:a16="http://schemas.microsoft.com/office/drawing/2014/main" id="{A7881008-C2E5-782B-2DB5-6FA858ABD4C7}"/>
                </a:ext>
              </a:extLst>
            </p:cNvPr>
            <p:cNvSpPr/>
            <p:nvPr/>
          </p:nvSpPr>
          <p:spPr>
            <a:xfrm rot="11781574">
              <a:off x="4656845" y="2167809"/>
              <a:ext cx="425121" cy="1119172"/>
            </a:xfrm>
            <a:custGeom>
              <a:avLst/>
              <a:gdLst>
                <a:gd name="connsiteX0" fmla="*/ 0 w 271671"/>
                <a:gd name="connsiteY0" fmla="*/ 1117600 h 1117600"/>
                <a:gd name="connsiteX1" fmla="*/ 135836 w 271671"/>
                <a:gd name="connsiteY1" fmla="*/ 0 h 1117600"/>
                <a:gd name="connsiteX2" fmla="*/ 271671 w 271671"/>
                <a:gd name="connsiteY2" fmla="*/ 1117600 h 1117600"/>
                <a:gd name="connsiteX3" fmla="*/ 0 w 271671"/>
                <a:gd name="connsiteY3" fmla="*/ 1117600 h 1117600"/>
                <a:gd name="connsiteX0" fmla="*/ 0 w 478830"/>
                <a:gd name="connsiteY0" fmla="*/ 1117600 h 1117600"/>
                <a:gd name="connsiteX1" fmla="*/ 135836 w 478830"/>
                <a:gd name="connsiteY1" fmla="*/ 0 h 1117600"/>
                <a:gd name="connsiteX2" fmla="*/ 478830 w 478830"/>
                <a:gd name="connsiteY2" fmla="*/ 1056789 h 1117600"/>
                <a:gd name="connsiteX3" fmla="*/ 0 w 478830"/>
                <a:gd name="connsiteY3" fmla="*/ 1117600 h 1117600"/>
                <a:gd name="connsiteX0" fmla="*/ 129343 w 342994"/>
                <a:gd name="connsiteY0" fmla="*/ 1119172 h 1119172"/>
                <a:gd name="connsiteX1" fmla="*/ 0 w 342994"/>
                <a:gd name="connsiteY1" fmla="*/ 0 h 1119172"/>
                <a:gd name="connsiteX2" fmla="*/ 342994 w 342994"/>
                <a:gd name="connsiteY2" fmla="*/ 1056789 h 1119172"/>
                <a:gd name="connsiteX3" fmla="*/ 129343 w 342994"/>
                <a:gd name="connsiteY3" fmla="*/ 1119172 h 1119172"/>
                <a:gd name="connsiteX0" fmla="*/ 151571 w 365222"/>
                <a:gd name="connsiteY0" fmla="*/ 1119172 h 1119172"/>
                <a:gd name="connsiteX1" fmla="*/ 22228 w 365222"/>
                <a:gd name="connsiteY1" fmla="*/ 0 h 1119172"/>
                <a:gd name="connsiteX2" fmla="*/ 365222 w 365222"/>
                <a:gd name="connsiteY2" fmla="*/ 1056789 h 1119172"/>
                <a:gd name="connsiteX3" fmla="*/ 151571 w 365222"/>
                <a:gd name="connsiteY3" fmla="*/ 1119172 h 1119172"/>
                <a:gd name="connsiteX0" fmla="*/ 211470 w 425121"/>
                <a:gd name="connsiteY0" fmla="*/ 1119172 h 1119172"/>
                <a:gd name="connsiteX1" fmla="*/ 82127 w 425121"/>
                <a:gd name="connsiteY1" fmla="*/ 0 h 1119172"/>
                <a:gd name="connsiteX2" fmla="*/ 425121 w 425121"/>
                <a:gd name="connsiteY2" fmla="*/ 1056789 h 1119172"/>
                <a:gd name="connsiteX3" fmla="*/ 211470 w 425121"/>
                <a:gd name="connsiteY3" fmla="*/ 1119172 h 1119172"/>
                <a:gd name="connsiteX0" fmla="*/ 211470 w 425121"/>
                <a:gd name="connsiteY0" fmla="*/ 1119172 h 1119172"/>
                <a:gd name="connsiteX1" fmla="*/ 82127 w 425121"/>
                <a:gd name="connsiteY1" fmla="*/ 0 h 1119172"/>
                <a:gd name="connsiteX2" fmla="*/ 425121 w 425121"/>
                <a:gd name="connsiteY2" fmla="*/ 1056789 h 1119172"/>
                <a:gd name="connsiteX3" fmla="*/ 211470 w 425121"/>
                <a:gd name="connsiteY3" fmla="*/ 1119172 h 1119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5121" h="1119172">
                  <a:moveTo>
                    <a:pt x="211470" y="1119172"/>
                  </a:moveTo>
                  <a:cubicBezTo>
                    <a:pt x="-60266" y="733812"/>
                    <a:pt x="-30934" y="246836"/>
                    <a:pt x="82127" y="0"/>
                  </a:cubicBezTo>
                  <a:cubicBezTo>
                    <a:pt x="128374" y="345777"/>
                    <a:pt x="310790" y="704526"/>
                    <a:pt x="425121" y="1056789"/>
                  </a:cubicBezTo>
                  <a:lnTo>
                    <a:pt x="211470" y="1119172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Isosceles Triangle 31">
              <a:extLst>
                <a:ext uri="{FF2B5EF4-FFF2-40B4-BE49-F238E27FC236}">
                  <a16:creationId xmlns:a16="http://schemas.microsoft.com/office/drawing/2014/main" id="{96FB8FDE-B04C-892E-3071-091C828DF315}"/>
                </a:ext>
              </a:extLst>
            </p:cNvPr>
            <p:cNvSpPr/>
            <p:nvPr/>
          </p:nvSpPr>
          <p:spPr>
            <a:xfrm rot="9818426" flipH="1">
              <a:off x="3808663" y="2190835"/>
              <a:ext cx="425121" cy="1119172"/>
            </a:xfrm>
            <a:custGeom>
              <a:avLst/>
              <a:gdLst>
                <a:gd name="connsiteX0" fmla="*/ 0 w 271671"/>
                <a:gd name="connsiteY0" fmla="*/ 1117600 h 1117600"/>
                <a:gd name="connsiteX1" fmla="*/ 135836 w 271671"/>
                <a:gd name="connsiteY1" fmla="*/ 0 h 1117600"/>
                <a:gd name="connsiteX2" fmla="*/ 271671 w 271671"/>
                <a:gd name="connsiteY2" fmla="*/ 1117600 h 1117600"/>
                <a:gd name="connsiteX3" fmla="*/ 0 w 271671"/>
                <a:gd name="connsiteY3" fmla="*/ 1117600 h 1117600"/>
                <a:gd name="connsiteX0" fmla="*/ 0 w 478830"/>
                <a:gd name="connsiteY0" fmla="*/ 1117600 h 1117600"/>
                <a:gd name="connsiteX1" fmla="*/ 135836 w 478830"/>
                <a:gd name="connsiteY1" fmla="*/ 0 h 1117600"/>
                <a:gd name="connsiteX2" fmla="*/ 478830 w 478830"/>
                <a:gd name="connsiteY2" fmla="*/ 1056789 h 1117600"/>
                <a:gd name="connsiteX3" fmla="*/ 0 w 478830"/>
                <a:gd name="connsiteY3" fmla="*/ 1117600 h 1117600"/>
                <a:gd name="connsiteX0" fmla="*/ 129343 w 342994"/>
                <a:gd name="connsiteY0" fmla="*/ 1119172 h 1119172"/>
                <a:gd name="connsiteX1" fmla="*/ 0 w 342994"/>
                <a:gd name="connsiteY1" fmla="*/ 0 h 1119172"/>
                <a:gd name="connsiteX2" fmla="*/ 342994 w 342994"/>
                <a:gd name="connsiteY2" fmla="*/ 1056789 h 1119172"/>
                <a:gd name="connsiteX3" fmla="*/ 129343 w 342994"/>
                <a:gd name="connsiteY3" fmla="*/ 1119172 h 1119172"/>
                <a:gd name="connsiteX0" fmla="*/ 151571 w 365222"/>
                <a:gd name="connsiteY0" fmla="*/ 1119172 h 1119172"/>
                <a:gd name="connsiteX1" fmla="*/ 22228 w 365222"/>
                <a:gd name="connsiteY1" fmla="*/ 0 h 1119172"/>
                <a:gd name="connsiteX2" fmla="*/ 365222 w 365222"/>
                <a:gd name="connsiteY2" fmla="*/ 1056789 h 1119172"/>
                <a:gd name="connsiteX3" fmla="*/ 151571 w 365222"/>
                <a:gd name="connsiteY3" fmla="*/ 1119172 h 1119172"/>
                <a:gd name="connsiteX0" fmla="*/ 211470 w 425121"/>
                <a:gd name="connsiteY0" fmla="*/ 1119172 h 1119172"/>
                <a:gd name="connsiteX1" fmla="*/ 82127 w 425121"/>
                <a:gd name="connsiteY1" fmla="*/ 0 h 1119172"/>
                <a:gd name="connsiteX2" fmla="*/ 425121 w 425121"/>
                <a:gd name="connsiteY2" fmla="*/ 1056789 h 1119172"/>
                <a:gd name="connsiteX3" fmla="*/ 211470 w 425121"/>
                <a:gd name="connsiteY3" fmla="*/ 1119172 h 1119172"/>
                <a:gd name="connsiteX0" fmla="*/ 211470 w 425121"/>
                <a:gd name="connsiteY0" fmla="*/ 1119172 h 1119172"/>
                <a:gd name="connsiteX1" fmla="*/ 82127 w 425121"/>
                <a:gd name="connsiteY1" fmla="*/ 0 h 1119172"/>
                <a:gd name="connsiteX2" fmla="*/ 425121 w 425121"/>
                <a:gd name="connsiteY2" fmla="*/ 1056789 h 1119172"/>
                <a:gd name="connsiteX3" fmla="*/ 211470 w 425121"/>
                <a:gd name="connsiteY3" fmla="*/ 1119172 h 1119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5121" h="1119172">
                  <a:moveTo>
                    <a:pt x="211470" y="1119172"/>
                  </a:moveTo>
                  <a:cubicBezTo>
                    <a:pt x="-60266" y="733812"/>
                    <a:pt x="-30934" y="246836"/>
                    <a:pt x="82127" y="0"/>
                  </a:cubicBezTo>
                  <a:cubicBezTo>
                    <a:pt x="128374" y="345777"/>
                    <a:pt x="310790" y="704526"/>
                    <a:pt x="425121" y="1056789"/>
                  </a:cubicBezTo>
                  <a:lnTo>
                    <a:pt x="211470" y="1119172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E9426B31-AACD-2D92-FF8C-E9D9A97FFF65}"/>
                </a:ext>
              </a:extLst>
            </p:cNvPr>
            <p:cNvSpPr/>
            <p:nvPr/>
          </p:nvSpPr>
          <p:spPr>
            <a:xfrm>
              <a:off x="5505450" y="4827345"/>
              <a:ext cx="1532064" cy="1150870"/>
            </a:xfrm>
            <a:custGeom>
              <a:avLst/>
              <a:gdLst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796319 w 796319"/>
                <a:gd name="connsiteY2" fmla="*/ 77120 h 77120"/>
                <a:gd name="connsiteX3" fmla="*/ 0 w 796319"/>
                <a:gd name="connsiteY3" fmla="*/ 77120 h 77120"/>
                <a:gd name="connsiteX4" fmla="*/ 0 w 796319"/>
                <a:gd name="connsiteY4" fmla="*/ 0 h 77120"/>
                <a:gd name="connsiteX0" fmla="*/ 0 w 796319"/>
                <a:gd name="connsiteY0" fmla="*/ 0 h 89820"/>
                <a:gd name="connsiteX1" fmla="*/ 796319 w 796319"/>
                <a:gd name="connsiteY1" fmla="*/ 0 h 89820"/>
                <a:gd name="connsiteX2" fmla="*/ 542319 w 796319"/>
                <a:gd name="connsiteY2" fmla="*/ 89820 h 89820"/>
                <a:gd name="connsiteX3" fmla="*/ 0 w 796319"/>
                <a:gd name="connsiteY3" fmla="*/ 77120 h 89820"/>
                <a:gd name="connsiteX4" fmla="*/ 0 w 796319"/>
                <a:gd name="connsiteY4" fmla="*/ 0 h 89820"/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0 w 796319"/>
                <a:gd name="connsiteY2" fmla="*/ 77120 h 77120"/>
                <a:gd name="connsiteX3" fmla="*/ 0 w 796319"/>
                <a:gd name="connsiteY3" fmla="*/ 0 h 77120"/>
                <a:gd name="connsiteX0" fmla="*/ 1498600 w 1498600"/>
                <a:gd name="connsiteY0" fmla="*/ 1117600 h 1117600"/>
                <a:gd name="connsiteX1" fmla="*/ 796319 w 1498600"/>
                <a:gd name="connsiteY1" fmla="*/ 0 h 1117600"/>
                <a:gd name="connsiteX2" fmla="*/ 0 w 1498600"/>
                <a:gd name="connsiteY2" fmla="*/ 77120 h 1117600"/>
                <a:gd name="connsiteX3" fmla="*/ 1498600 w 1498600"/>
                <a:gd name="connsiteY3" fmla="*/ 1117600 h 1117600"/>
                <a:gd name="connsiteX0" fmla="*/ 1498600 w 1498600"/>
                <a:gd name="connsiteY0" fmla="*/ 1117600 h 1122379"/>
                <a:gd name="connsiteX1" fmla="*/ 796319 w 1498600"/>
                <a:gd name="connsiteY1" fmla="*/ 0 h 1122379"/>
                <a:gd name="connsiteX2" fmla="*/ 0 w 1498600"/>
                <a:gd name="connsiteY2" fmla="*/ 77120 h 1122379"/>
                <a:gd name="connsiteX3" fmla="*/ 1498600 w 1498600"/>
                <a:gd name="connsiteY3" fmla="*/ 1117600 h 1122379"/>
                <a:gd name="connsiteX0" fmla="*/ 1498600 w 1498600"/>
                <a:gd name="connsiteY0" fmla="*/ 1117600 h 1122687"/>
                <a:gd name="connsiteX1" fmla="*/ 796319 w 1498600"/>
                <a:gd name="connsiteY1" fmla="*/ 0 h 1122687"/>
                <a:gd name="connsiteX2" fmla="*/ 0 w 1498600"/>
                <a:gd name="connsiteY2" fmla="*/ 77120 h 1122687"/>
                <a:gd name="connsiteX3" fmla="*/ 1498600 w 1498600"/>
                <a:gd name="connsiteY3" fmla="*/ 1117600 h 1122687"/>
                <a:gd name="connsiteX0" fmla="*/ 1498600 w 1504941"/>
                <a:gd name="connsiteY0" fmla="*/ 1117600 h 1122687"/>
                <a:gd name="connsiteX1" fmla="*/ 796319 w 1504941"/>
                <a:gd name="connsiteY1" fmla="*/ 0 h 1122687"/>
                <a:gd name="connsiteX2" fmla="*/ 0 w 1504941"/>
                <a:gd name="connsiteY2" fmla="*/ 77120 h 1122687"/>
                <a:gd name="connsiteX3" fmla="*/ 1498600 w 1504941"/>
                <a:gd name="connsiteY3" fmla="*/ 1117600 h 1122687"/>
                <a:gd name="connsiteX0" fmla="*/ 1498600 w 1514907"/>
                <a:gd name="connsiteY0" fmla="*/ 1117600 h 1122687"/>
                <a:gd name="connsiteX1" fmla="*/ 796319 w 1514907"/>
                <a:gd name="connsiteY1" fmla="*/ 0 h 1122687"/>
                <a:gd name="connsiteX2" fmla="*/ 0 w 1514907"/>
                <a:gd name="connsiteY2" fmla="*/ 77120 h 1122687"/>
                <a:gd name="connsiteX3" fmla="*/ 1498600 w 1514907"/>
                <a:gd name="connsiteY3" fmla="*/ 1117600 h 1122687"/>
                <a:gd name="connsiteX0" fmla="*/ 1498600 w 1527654"/>
                <a:gd name="connsiteY0" fmla="*/ 1117600 h 1122687"/>
                <a:gd name="connsiteX1" fmla="*/ 796319 w 1527654"/>
                <a:gd name="connsiteY1" fmla="*/ 0 h 1122687"/>
                <a:gd name="connsiteX2" fmla="*/ 0 w 1527654"/>
                <a:gd name="connsiteY2" fmla="*/ 77120 h 1122687"/>
                <a:gd name="connsiteX3" fmla="*/ 1498600 w 1527654"/>
                <a:gd name="connsiteY3" fmla="*/ 1117600 h 1122687"/>
                <a:gd name="connsiteX0" fmla="*/ 1498600 w 1527654"/>
                <a:gd name="connsiteY0" fmla="*/ 1117600 h 1135911"/>
                <a:gd name="connsiteX1" fmla="*/ 796319 w 1527654"/>
                <a:gd name="connsiteY1" fmla="*/ 0 h 1135911"/>
                <a:gd name="connsiteX2" fmla="*/ 0 w 1527654"/>
                <a:gd name="connsiteY2" fmla="*/ 77120 h 1135911"/>
                <a:gd name="connsiteX3" fmla="*/ 1498600 w 1527654"/>
                <a:gd name="connsiteY3" fmla="*/ 1117600 h 1135911"/>
                <a:gd name="connsiteX0" fmla="*/ 1498600 w 1532064"/>
                <a:gd name="connsiteY0" fmla="*/ 1117600 h 1135911"/>
                <a:gd name="connsiteX1" fmla="*/ 796319 w 1532064"/>
                <a:gd name="connsiteY1" fmla="*/ 0 h 1135911"/>
                <a:gd name="connsiteX2" fmla="*/ 0 w 1532064"/>
                <a:gd name="connsiteY2" fmla="*/ 77120 h 1135911"/>
                <a:gd name="connsiteX3" fmla="*/ 1498600 w 1532064"/>
                <a:gd name="connsiteY3" fmla="*/ 1117600 h 1135911"/>
                <a:gd name="connsiteX0" fmla="*/ 1498600 w 1532064"/>
                <a:gd name="connsiteY0" fmla="*/ 1117600 h 1150870"/>
                <a:gd name="connsiteX1" fmla="*/ 796319 w 1532064"/>
                <a:gd name="connsiteY1" fmla="*/ 0 h 1150870"/>
                <a:gd name="connsiteX2" fmla="*/ 0 w 1532064"/>
                <a:gd name="connsiteY2" fmla="*/ 77120 h 1150870"/>
                <a:gd name="connsiteX3" fmla="*/ 1498600 w 1532064"/>
                <a:gd name="connsiteY3" fmla="*/ 1117600 h 11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2064" h="1150870">
                  <a:moveTo>
                    <a:pt x="1498600" y="1117600"/>
                  </a:moveTo>
                  <a:cubicBezTo>
                    <a:pt x="1686781" y="992717"/>
                    <a:pt x="1030413" y="372533"/>
                    <a:pt x="796319" y="0"/>
                  </a:cubicBezTo>
                  <a:lnTo>
                    <a:pt x="0" y="77120"/>
                  </a:lnTo>
                  <a:cubicBezTo>
                    <a:pt x="4233" y="474747"/>
                    <a:pt x="675217" y="1329573"/>
                    <a:pt x="1498600" y="111760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D7CEAEF6-96B6-359A-7D2A-84588BAB2115}"/>
                </a:ext>
              </a:extLst>
            </p:cNvPr>
            <p:cNvSpPr/>
            <p:nvPr/>
          </p:nvSpPr>
          <p:spPr>
            <a:xfrm>
              <a:off x="3603062" y="1602409"/>
              <a:ext cx="1567530" cy="791289"/>
            </a:xfrm>
            <a:custGeom>
              <a:avLst/>
              <a:gdLst>
                <a:gd name="connsiteX0" fmla="*/ 0 w 1003300"/>
                <a:gd name="connsiteY0" fmla="*/ 0 h 152400"/>
                <a:gd name="connsiteX1" fmla="*/ 1003300 w 1003300"/>
                <a:gd name="connsiteY1" fmla="*/ 0 h 152400"/>
                <a:gd name="connsiteX2" fmla="*/ 1003300 w 1003300"/>
                <a:gd name="connsiteY2" fmla="*/ 152400 h 152400"/>
                <a:gd name="connsiteX3" fmla="*/ 0 w 1003300"/>
                <a:gd name="connsiteY3" fmla="*/ 152400 h 152400"/>
                <a:gd name="connsiteX4" fmla="*/ 0 w 1003300"/>
                <a:gd name="connsiteY4" fmla="*/ 0 h 152400"/>
                <a:gd name="connsiteX0" fmla="*/ 0 w 1003300"/>
                <a:gd name="connsiteY0" fmla="*/ 0 h 558800"/>
                <a:gd name="connsiteX1" fmla="*/ 1003300 w 1003300"/>
                <a:gd name="connsiteY1" fmla="*/ 0 h 558800"/>
                <a:gd name="connsiteX2" fmla="*/ 1003300 w 1003300"/>
                <a:gd name="connsiteY2" fmla="*/ 152400 h 558800"/>
                <a:gd name="connsiteX3" fmla="*/ 444500 w 1003300"/>
                <a:gd name="connsiteY3" fmla="*/ 558800 h 558800"/>
                <a:gd name="connsiteX4" fmla="*/ 0 w 1003300"/>
                <a:gd name="connsiteY4" fmla="*/ 0 h 558800"/>
                <a:gd name="connsiteX0" fmla="*/ 296745 w 1300045"/>
                <a:gd name="connsiteY0" fmla="*/ 0 h 565184"/>
                <a:gd name="connsiteX1" fmla="*/ 1300045 w 1300045"/>
                <a:gd name="connsiteY1" fmla="*/ 0 h 565184"/>
                <a:gd name="connsiteX2" fmla="*/ 1300045 w 1300045"/>
                <a:gd name="connsiteY2" fmla="*/ 152400 h 565184"/>
                <a:gd name="connsiteX3" fmla="*/ 741245 w 1300045"/>
                <a:gd name="connsiteY3" fmla="*/ 558800 h 565184"/>
                <a:gd name="connsiteX4" fmla="*/ 296745 w 1300045"/>
                <a:gd name="connsiteY4" fmla="*/ 0 h 565184"/>
                <a:gd name="connsiteX0" fmla="*/ 302697 w 1305997"/>
                <a:gd name="connsiteY0" fmla="*/ 0 h 735868"/>
                <a:gd name="connsiteX1" fmla="*/ 1305997 w 1305997"/>
                <a:gd name="connsiteY1" fmla="*/ 0 h 735868"/>
                <a:gd name="connsiteX2" fmla="*/ 1305997 w 1305997"/>
                <a:gd name="connsiteY2" fmla="*/ 152400 h 735868"/>
                <a:gd name="connsiteX3" fmla="*/ 747197 w 1305997"/>
                <a:gd name="connsiteY3" fmla="*/ 558800 h 735868"/>
                <a:gd name="connsiteX4" fmla="*/ 302697 w 1305997"/>
                <a:gd name="connsiteY4" fmla="*/ 0 h 735868"/>
                <a:gd name="connsiteX0" fmla="*/ 346637 w 1349937"/>
                <a:gd name="connsiteY0" fmla="*/ 0 h 707562"/>
                <a:gd name="connsiteX1" fmla="*/ 1349937 w 1349937"/>
                <a:gd name="connsiteY1" fmla="*/ 0 h 707562"/>
                <a:gd name="connsiteX2" fmla="*/ 1349937 w 1349937"/>
                <a:gd name="connsiteY2" fmla="*/ 152400 h 707562"/>
                <a:gd name="connsiteX3" fmla="*/ 791137 w 1349937"/>
                <a:gd name="connsiteY3" fmla="*/ 558800 h 707562"/>
                <a:gd name="connsiteX4" fmla="*/ 346637 w 1349937"/>
                <a:gd name="connsiteY4" fmla="*/ 0 h 707562"/>
                <a:gd name="connsiteX0" fmla="*/ 346637 w 1349937"/>
                <a:gd name="connsiteY0" fmla="*/ 0 h 707562"/>
                <a:gd name="connsiteX1" fmla="*/ 1349937 w 1349937"/>
                <a:gd name="connsiteY1" fmla="*/ 0 h 707562"/>
                <a:gd name="connsiteX2" fmla="*/ 791137 w 1349937"/>
                <a:gd name="connsiteY2" fmla="*/ 558800 h 707562"/>
                <a:gd name="connsiteX3" fmla="*/ 346637 w 1349937"/>
                <a:gd name="connsiteY3" fmla="*/ 0 h 707562"/>
                <a:gd name="connsiteX0" fmla="*/ 346637 w 1580253"/>
                <a:gd name="connsiteY0" fmla="*/ 0 h 707562"/>
                <a:gd name="connsiteX1" fmla="*/ 1349937 w 1580253"/>
                <a:gd name="connsiteY1" fmla="*/ 0 h 707562"/>
                <a:gd name="connsiteX2" fmla="*/ 791137 w 1580253"/>
                <a:gd name="connsiteY2" fmla="*/ 558800 h 707562"/>
                <a:gd name="connsiteX3" fmla="*/ 346637 w 1580253"/>
                <a:gd name="connsiteY3" fmla="*/ 0 h 707562"/>
                <a:gd name="connsiteX0" fmla="*/ 346637 w 1567530"/>
                <a:gd name="connsiteY0" fmla="*/ 0 h 717299"/>
                <a:gd name="connsiteX1" fmla="*/ 1349937 w 1567530"/>
                <a:gd name="connsiteY1" fmla="*/ 0 h 717299"/>
                <a:gd name="connsiteX2" fmla="*/ 791137 w 1567530"/>
                <a:gd name="connsiteY2" fmla="*/ 558800 h 717299"/>
                <a:gd name="connsiteX3" fmla="*/ 346637 w 1567530"/>
                <a:gd name="connsiteY3" fmla="*/ 0 h 717299"/>
                <a:gd name="connsiteX0" fmla="*/ 346637 w 1567530"/>
                <a:gd name="connsiteY0" fmla="*/ 39511 h 756810"/>
                <a:gd name="connsiteX1" fmla="*/ 1349937 w 1567530"/>
                <a:gd name="connsiteY1" fmla="*/ 39511 h 756810"/>
                <a:gd name="connsiteX2" fmla="*/ 791137 w 1567530"/>
                <a:gd name="connsiteY2" fmla="*/ 598311 h 756810"/>
                <a:gd name="connsiteX3" fmla="*/ 346637 w 1567530"/>
                <a:gd name="connsiteY3" fmla="*/ 39511 h 756810"/>
                <a:gd name="connsiteX0" fmla="*/ 346637 w 1567530"/>
                <a:gd name="connsiteY0" fmla="*/ 73990 h 791289"/>
                <a:gd name="connsiteX1" fmla="*/ 1349937 w 1567530"/>
                <a:gd name="connsiteY1" fmla="*/ 73990 h 791289"/>
                <a:gd name="connsiteX2" fmla="*/ 791137 w 1567530"/>
                <a:gd name="connsiteY2" fmla="*/ 632790 h 791289"/>
                <a:gd name="connsiteX3" fmla="*/ 346637 w 1567530"/>
                <a:gd name="connsiteY3" fmla="*/ 73990 h 79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7530" h="791289">
                  <a:moveTo>
                    <a:pt x="346637" y="73990"/>
                  </a:moveTo>
                  <a:cubicBezTo>
                    <a:pt x="744570" y="-33960"/>
                    <a:pt x="977404" y="-14910"/>
                    <a:pt x="1349937" y="73990"/>
                  </a:cubicBezTo>
                  <a:cubicBezTo>
                    <a:pt x="2039970" y="869857"/>
                    <a:pt x="875804" y="916423"/>
                    <a:pt x="791137" y="632790"/>
                  </a:cubicBezTo>
                  <a:cubicBezTo>
                    <a:pt x="604870" y="865623"/>
                    <a:pt x="-571996" y="920657"/>
                    <a:pt x="346637" y="7399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Oval 33">
              <a:extLst>
                <a:ext uri="{FF2B5EF4-FFF2-40B4-BE49-F238E27FC236}">
                  <a16:creationId xmlns:a16="http://schemas.microsoft.com/office/drawing/2014/main" id="{0FCEB69C-A443-F3A8-A912-5AE53248F6EA}"/>
                </a:ext>
              </a:extLst>
            </p:cNvPr>
            <p:cNvSpPr/>
            <p:nvPr/>
          </p:nvSpPr>
          <p:spPr>
            <a:xfrm rot="10800000">
              <a:off x="4267792" y="1881856"/>
              <a:ext cx="212961" cy="210966"/>
            </a:xfrm>
            <a:custGeom>
              <a:avLst/>
              <a:gdLst>
                <a:gd name="connsiteX0" fmla="*/ 0 w 914400"/>
                <a:gd name="connsiteY0" fmla="*/ 457200 h 914400"/>
                <a:gd name="connsiteX1" fmla="*/ 457200 w 914400"/>
                <a:gd name="connsiteY1" fmla="*/ 0 h 914400"/>
                <a:gd name="connsiteX2" fmla="*/ 914400 w 914400"/>
                <a:gd name="connsiteY2" fmla="*/ 457200 h 914400"/>
                <a:gd name="connsiteX3" fmla="*/ 457200 w 914400"/>
                <a:gd name="connsiteY3" fmla="*/ 914400 h 914400"/>
                <a:gd name="connsiteX4" fmla="*/ 0 w 914400"/>
                <a:gd name="connsiteY4" fmla="*/ 457200 h 914400"/>
                <a:gd name="connsiteX0" fmla="*/ 0 w 914400"/>
                <a:gd name="connsiteY0" fmla="*/ 457200 h 514350"/>
                <a:gd name="connsiteX1" fmla="*/ 457200 w 914400"/>
                <a:gd name="connsiteY1" fmla="*/ 0 h 514350"/>
                <a:gd name="connsiteX2" fmla="*/ 914400 w 914400"/>
                <a:gd name="connsiteY2" fmla="*/ 457200 h 514350"/>
                <a:gd name="connsiteX3" fmla="*/ 0 w 914400"/>
                <a:gd name="connsiteY3" fmla="*/ 457200 h 514350"/>
                <a:gd name="connsiteX0" fmla="*/ 3587 w 727487"/>
                <a:gd name="connsiteY0" fmla="*/ 457208 h 521829"/>
                <a:gd name="connsiteX1" fmla="*/ 460787 w 727487"/>
                <a:gd name="connsiteY1" fmla="*/ 8 h 521829"/>
                <a:gd name="connsiteX2" fmla="*/ 727487 w 727487"/>
                <a:gd name="connsiteY2" fmla="*/ 469908 h 521829"/>
                <a:gd name="connsiteX3" fmla="*/ 3587 w 727487"/>
                <a:gd name="connsiteY3" fmla="*/ 457208 h 521829"/>
                <a:gd name="connsiteX0" fmla="*/ 6063 w 526763"/>
                <a:gd name="connsiteY0" fmla="*/ 457208 h 521829"/>
                <a:gd name="connsiteX1" fmla="*/ 260063 w 526763"/>
                <a:gd name="connsiteY1" fmla="*/ 8 h 521829"/>
                <a:gd name="connsiteX2" fmla="*/ 526763 w 526763"/>
                <a:gd name="connsiteY2" fmla="*/ 469908 h 521829"/>
                <a:gd name="connsiteX3" fmla="*/ 6063 w 526763"/>
                <a:gd name="connsiteY3" fmla="*/ 457208 h 521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6763" h="521829">
                  <a:moveTo>
                    <a:pt x="6063" y="457208"/>
                  </a:moveTo>
                  <a:cubicBezTo>
                    <a:pt x="-38387" y="378891"/>
                    <a:pt x="173280" y="-2109"/>
                    <a:pt x="260063" y="8"/>
                  </a:cubicBezTo>
                  <a:cubicBezTo>
                    <a:pt x="346846" y="2125"/>
                    <a:pt x="526763" y="217403"/>
                    <a:pt x="526763" y="469908"/>
                  </a:cubicBezTo>
                  <a:cubicBezTo>
                    <a:pt x="450563" y="546108"/>
                    <a:pt x="50513" y="535525"/>
                    <a:pt x="6063" y="457208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A5D9DF1-651D-C551-DF64-26DA76C653DD}"/>
                </a:ext>
              </a:extLst>
            </p:cNvPr>
            <p:cNvSpPr/>
            <p:nvPr/>
          </p:nvSpPr>
          <p:spPr>
            <a:xfrm>
              <a:off x="4752069" y="1379580"/>
              <a:ext cx="298923" cy="298923"/>
            </a:xfrm>
            <a:prstGeom prst="ellipse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CC6B5D0-0EC2-48B3-89A1-0EDE03165903}"/>
                </a:ext>
              </a:extLst>
            </p:cNvPr>
            <p:cNvSpPr/>
            <p:nvPr/>
          </p:nvSpPr>
          <p:spPr>
            <a:xfrm>
              <a:off x="3859380" y="1379745"/>
              <a:ext cx="298923" cy="298923"/>
            </a:xfrm>
            <a:prstGeom prst="ellipse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A388D44-2C56-64DC-5333-2ED08D8685A0}"/>
                </a:ext>
              </a:extLst>
            </p:cNvPr>
            <p:cNvSpPr/>
            <p:nvPr/>
          </p:nvSpPr>
          <p:spPr>
            <a:xfrm flipV="1">
              <a:off x="3970874" y="1431670"/>
              <a:ext cx="127707" cy="127707"/>
            </a:xfrm>
            <a:prstGeom prst="ellipse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F1EE183-F68C-547F-F097-924FBA705839}"/>
                </a:ext>
              </a:extLst>
            </p:cNvPr>
            <p:cNvSpPr/>
            <p:nvPr/>
          </p:nvSpPr>
          <p:spPr>
            <a:xfrm flipV="1">
              <a:off x="4893455" y="1424009"/>
              <a:ext cx="127707" cy="127707"/>
            </a:xfrm>
            <a:prstGeom prst="ellipse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84C5458-2DBA-E155-C491-FDF1251BAC4F}"/>
                </a:ext>
              </a:extLst>
            </p:cNvPr>
            <p:cNvSpPr/>
            <p:nvPr/>
          </p:nvSpPr>
          <p:spPr>
            <a:xfrm>
              <a:off x="4738764" y="2053520"/>
              <a:ext cx="45719" cy="45719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BB93A23-90D1-F304-5B0D-5D1510630161}"/>
                </a:ext>
              </a:extLst>
            </p:cNvPr>
            <p:cNvSpPr/>
            <p:nvPr/>
          </p:nvSpPr>
          <p:spPr>
            <a:xfrm>
              <a:off x="4612468" y="2055032"/>
              <a:ext cx="45719" cy="45719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22657C4-3622-77C4-A8A9-8FF912A3727D}"/>
                </a:ext>
              </a:extLst>
            </p:cNvPr>
            <p:cNvSpPr/>
            <p:nvPr/>
          </p:nvSpPr>
          <p:spPr>
            <a:xfrm>
              <a:off x="4677281" y="2014697"/>
              <a:ext cx="45719" cy="45719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96D5985-E4FC-D1F2-796D-7BD505224AF5}"/>
                </a:ext>
              </a:extLst>
            </p:cNvPr>
            <p:cNvSpPr/>
            <p:nvPr/>
          </p:nvSpPr>
          <p:spPr>
            <a:xfrm>
              <a:off x="4112584" y="2017974"/>
              <a:ext cx="45719" cy="45719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7AD10F5-50C3-6933-7611-10E92A486B60}"/>
                </a:ext>
              </a:extLst>
            </p:cNvPr>
            <p:cNvSpPr/>
            <p:nvPr/>
          </p:nvSpPr>
          <p:spPr>
            <a:xfrm>
              <a:off x="4051101" y="1979151"/>
              <a:ext cx="45719" cy="45719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 36">
              <a:extLst>
                <a:ext uri="{FF2B5EF4-FFF2-40B4-BE49-F238E27FC236}">
                  <a16:creationId xmlns:a16="http://schemas.microsoft.com/office/drawing/2014/main" id="{18140750-2E38-C495-A6C7-A39A25D500CD}"/>
                </a:ext>
              </a:extLst>
            </p:cNvPr>
            <p:cNvSpPr/>
            <p:nvPr/>
          </p:nvSpPr>
          <p:spPr>
            <a:xfrm rot="18230375">
              <a:off x="5171485" y="4316337"/>
              <a:ext cx="1532064" cy="1150870"/>
            </a:xfrm>
            <a:custGeom>
              <a:avLst/>
              <a:gdLst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796319 w 796319"/>
                <a:gd name="connsiteY2" fmla="*/ 77120 h 77120"/>
                <a:gd name="connsiteX3" fmla="*/ 0 w 796319"/>
                <a:gd name="connsiteY3" fmla="*/ 77120 h 77120"/>
                <a:gd name="connsiteX4" fmla="*/ 0 w 796319"/>
                <a:gd name="connsiteY4" fmla="*/ 0 h 77120"/>
                <a:gd name="connsiteX0" fmla="*/ 0 w 796319"/>
                <a:gd name="connsiteY0" fmla="*/ 0 h 89820"/>
                <a:gd name="connsiteX1" fmla="*/ 796319 w 796319"/>
                <a:gd name="connsiteY1" fmla="*/ 0 h 89820"/>
                <a:gd name="connsiteX2" fmla="*/ 542319 w 796319"/>
                <a:gd name="connsiteY2" fmla="*/ 89820 h 89820"/>
                <a:gd name="connsiteX3" fmla="*/ 0 w 796319"/>
                <a:gd name="connsiteY3" fmla="*/ 77120 h 89820"/>
                <a:gd name="connsiteX4" fmla="*/ 0 w 796319"/>
                <a:gd name="connsiteY4" fmla="*/ 0 h 89820"/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0 w 796319"/>
                <a:gd name="connsiteY2" fmla="*/ 77120 h 77120"/>
                <a:gd name="connsiteX3" fmla="*/ 0 w 796319"/>
                <a:gd name="connsiteY3" fmla="*/ 0 h 77120"/>
                <a:gd name="connsiteX0" fmla="*/ 1498600 w 1498600"/>
                <a:gd name="connsiteY0" fmla="*/ 1117600 h 1117600"/>
                <a:gd name="connsiteX1" fmla="*/ 796319 w 1498600"/>
                <a:gd name="connsiteY1" fmla="*/ 0 h 1117600"/>
                <a:gd name="connsiteX2" fmla="*/ 0 w 1498600"/>
                <a:gd name="connsiteY2" fmla="*/ 77120 h 1117600"/>
                <a:gd name="connsiteX3" fmla="*/ 1498600 w 1498600"/>
                <a:gd name="connsiteY3" fmla="*/ 1117600 h 1117600"/>
                <a:gd name="connsiteX0" fmla="*/ 1498600 w 1498600"/>
                <a:gd name="connsiteY0" fmla="*/ 1117600 h 1122379"/>
                <a:gd name="connsiteX1" fmla="*/ 796319 w 1498600"/>
                <a:gd name="connsiteY1" fmla="*/ 0 h 1122379"/>
                <a:gd name="connsiteX2" fmla="*/ 0 w 1498600"/>
                <a:gd name="connsiteY2" fmla="*/ 77120 h 1122379"/>
                <a:gd name="connsiteX3" fmla="*/ 1498600 w 1498600"/>
                <a:gd name="connsiteY3" fmla="*/ 1117600 h 1122379"/>
                <a:gd name="connsiteX0" fmla="*/ 1498600 w 1498600"/>
                <a:gd name="connsiteY0" fmla="*/ 1117600 h 1122687"/>
                <a:gd name="connsiteX1" fmla="*/ 796319 w 1498600"/>
                <a:gd name="connsiteY1" fmla="*/ 0 h 1122687"/>
                <a:gd name="connsiteX2" fmla="*/ 0 w 1498600"/>
                <a:gd name="connsiteY2" fmla="*/ 77120 h 1122687"/>
                <a:gd name="connsiteX3" fmla="*/ 1498600 w 1498600"/>
                <a:gd name="connsiteY3" fmla="*/ 1117600 h 1122687"/>
                <a:gd name="connsiteX0" fmla="*/ 1498600 w 1504941"/>
                <a:gd name="connsiteY0" fmla="*/ 1117600 h 1122687"/>
                <a:gd name="connsiteX1" fmla="*/ 796319 w 1504941"/>
                <a:gd name="connsiteY1" fmla="*/ 0 h 1122687"/>
                <a:gd name="connsiteX2" fmla="*/ 0 w 1504941"/>
                <a:gd name="connsiteY2" fmla="*/ 77120 h 1122687"/>
                <a:gd name="connsiteX3" fmla="*/ 1498600 w 1504941"/>
                <a:gd name="connsiteY3" fmla="*/ 1117600 h 1122687"/>
                <a:gd name="connsiteX0" fmla="*/ 1498600 w 1514907"/>
                <a:gd name="connsiteY0" fmla="*/ 1117600 h 1122687"/>
                <a:gd name="connsiteX1" fmla="*/ 796319 w 1514907"/>
                <a:gd name="connsiteY1" fmla="*/ 0 h 1122687"/>
                <a:gd name="connsiteX2" fmla="*/ 0 w 1514907"/>
                <a:gd name="connsiteY2" fmla="*/ 77120 h 1122687"/>
                <a:gd name="connsiteX3" fmla="*/ 1498600 w 1514907"/>
                <a:gd name="connsiteY3" fmla="*/ 1117600 h 1122687"/>
                <a:gd name="connsiteX0" fmla="*/ 1498600 w 1527654"/>
                <a:gd name="connsiteY0" fmla="*/ 1117600 h 1122687"/>
                <a:gd name="connsiteX1" fmla="*/ 796319 w 1527654"/>
                <a:gd name="connsiteY1" fmla="*/ 0 h 1122687"/>
                <a:gd name="connsiteX2" fmla="*/ 0 w 1527654"/>
                <a:gd name="connsiteY2" fmla="*/ 77120 h 1122687"/>
                <a:gd name="connsiteX3" fmla="*/ 1498600 w 1527654"/>
                <a:gd name="connsiteY3" fmla="*/ 1117600 h 1122687"/>
                <a:gd name="connsiteX0" fmla="*/ 1498600 w 1527654"/>
                <a:gd name="connsiteY0" fmla="*/ 1117600 h 1135911"/>
                <a:gd name="connsiteX1" fmla="*/ 796319 w 1527654"/>
                <a:gd name="connsiteY1" fmla="*/ 0 h 1135911"/>
                <a:gd name="connsiteX2" fmla="*/ 0 w 1527654"/>
                <a:gd name="connsiteY2" fmla="*/ 77120 h 1135911"/>
                <a:gd name="connsiteX3" fmla="*/ 1498600 w 1527654"/>
                <a:gd name="connsiteY3" fmla="*/ 1117600 h 1135911"/>
                <a:gd name="connsiteX0" fmla="*/ 1498600 w 1532064"/>
                <a:gd name="connsiteY0" fmla="*/ 1117600 h 1135911"/>
                <a:gd name="connsiteX1" fmla="*/ 796319 w 1532064"/>
                <a:gd name="connsiteY1" fmla="*/ 0 h 1135911"/>
                <a:gd name="connsiteX2" fmla="*/ 0 w 1532064"/>
                <a:gd name="connsiteY2" fmla="*/ 77120 h 1135911"/>
                <a:gd name="connsiteX3" fmla="*/ 1498600 w 1532064"/>
                <a:gd name="connsiteY3" fmla="*/ 1117600 h 1135911"/>
                <a:gd name="connsiteX0" fmla="*/ 1498600 w 1532064"/>
                <a:gd name="connsiteY0" fmla="*/ 1117600 h 1150870"/>
                <a:gd name="connsiteX1" fmla="*/ 796319 w 1532064"/>
                <a:gd name="connsiteY1" fmla="*/ 0 h 1150870"/>
                <a:gd name="connsiteX2" fmla="*/ 0 w 1532064"/>
                <a:gd name="connsiteY2" fmla="*/ 77120 h 1150870"/>
                <a:gd name="connsiteX3" fmla="*/ 1498600 w 1532064"/>
                <a:gd name="connsiteY3" fmla="*/ 1117600 h 11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2064" h="1150870">
                  <a:moveTo>
                    <a:pt x="1498600" y="1117600"/>
                  </a:moveTo>
                  <a:cubicBezTo>
                    <a:pt x="1686781" y="992717"/>
                    <a:pt x="1030413" y="372533"/>
                    <a:pt x="796319" y="0"/>
                  </a:cubicBezTo>
                  <a:lnTo>
                    <a:pt x="0" y="77120"/>
                  </a:lnTo>
                  <a:cubicBezTo>
                    <a:pt x="4233" y="474747"/>
                    <a:pt x="675217" y="1329573"/>
                    <a:pt x="1498600" y="1117600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Rectangle 36">
              <a:extLst>
                <a:ext uri="{FF2B5EF4-FFF2-40B4-BE49-F238E27FC236}">
                  <a16:creationId xmlns:a16="http://schemas.microsoft.com/office/drawing/2014/main" id="{3DDDA7CC-A1D7-A46B-507F-FEC825A48574}"/>
                </a:ext>
              </a:extLst>
            </p:cNvPr>
            <p:cNvSpPr/>
            <p:nvPr/>
          </p:nvSpPr>
          <p:spPr>
            <a:xfrm rot="20274620">
              <a:off x="7356501" y="3976902"/>
              <a:ext cx="1532064" cy="1150870"/>
            </a:xfrm>
            <a:custGeom>
              <a:avLst/>
              <a:gdLst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796319 w 796319"/>
                <a:gd name="connsiteY2" fmla="*/ 77120 h 77120"/>
                <a:gd name="connsiteX3" fmla="*/ 0 w 796319"/>
                <a:gd name="connsiteY3" fmla="*/ 77120 h 77120"/>
                <a:gd name="connsiteX4" fmla="*/ 0 w 796319"/>
                <a:gd name="connsiteY4" fmla="*/ 0 h 77120"/>
                <a:gd name="connsiteX0" fmla="*/ 0 w 796319"/>
                <a:gd name="connsiteY0" fmla="*/ 0 h 89820"/>
                <a:gd name="connsiteX1" fmla="*/ 796319 w 796319"/>
                <a:gd name="connsiteY1" fmla="*/ 0 h 89820"/>
                <a:gd name="connsiteX2" fmla="*/ 542319 w 796319"/>
                <a:gd name="connsiteY2" fmla="*/ 89820 h 89820"/>
                <a:gd name="connsiteX3" fmla="*/ 0 w 796319"/>
                <a:gd name="connsiteY3" fmla="*/ 77120 h 89820"/>
                <a:gd name="connsiteX4" fmla="*/ 0 w 796319"/>
                <a:gd name="connsiteY4" fmla="*/ 0 h 89820"/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0 w 796319"/>
                <a:gd name="connsiteY2" fmla="*/ 77120 h 77120"/>
                <a:gd name="connsiteX3" fmla="*/ 0 w 796319"/>
                <a:gd name="connsiteY3" fmla="*/ 0 h 77120"/>
                <a:gd name="connsiteX0" fmla="*/ 1498600 w 1498600"/>
                <a:gd name="connsiteY0" fmla="*/ 1117600 h 1117600"/>
                <a:gd name="connsiteX1" fmla="*/ 796319 w 1498600"/>
                <a:gd name="connsiteY1" fmla="*/ 0 h 1117600"/>
                <a:gd name="connsiteX2" fmla="*/ 0 w 1498600"/>
                <a:gd name="connsiteY2" fmla="*/ 77120 h 1117600"/>
                <a:gd name="connsiteX3" fmla="*/ 1498600 w 1498600"/>
                <a:gd name="connsiteY3" fmla="*/ 1117600 h 1117600"/>
                <a:gd name="connsiteX0" fmla="*/ 1498600 w 1498600"/>
                <a:gd name="connsiteY0" fmla="*/ 1117600 h 1122379"/>
                <a:gd name="connsiteX1" fmla="*/ 796319 w 1498600"/>
                <a:gd name="connsiteY1" fmla="*/ 0 h 1122379"/>
                <a:gd name="connsiteX2" fmla="*/ 0 w 1498600"/>
                <a:gd name="connsiteY2" fmla="*/ 77120 h 1122379"/>
                <a:gd name="connsiteX3" fmla="*/ 1498600 w 1498600"/>
                <a:gd name="connsiteY3" fmla="*/ 1117600 h 1122379"/>
                <a:gd name="connsiteX0" fmla="*/ 1498600 w 1498600"/>
                <a:gd name="connsiteY0" fmla="*/ 1117600 h 1122687"/>
                <a:gd name="connsiteX1" fmla="*/ 796319 w 1498600"/>
                <a:gd name="connsiteY1" fmla="*/ 0 h 1122687"/>
                <a:gd name="connsiteX2" fmla="*/ 0 w 1498600"/>
                <a:gd name="connsiteY2" fmla="*/ 77120 h 1122687"/>
                <a:gd name="connsiteX3" fmla="*/ 1498600 w 1498600"/>
                <a:gd name="connsiteY3" fmla="*/ 1117600 h 1122687"/>
                <a:gd name="connsiteX0" fmla="*/ 1498600 w 1504941"/>
                <a:gd name="connsiteY0" fmla="*/ 1117600 h 1122687"/>
                <a:gd name="connsiteX1" fmla="*/ 796319 w 1504941"/>
                <a:gd name="connsiteY1" fmla="*/ 0 h 1122687"/>
                <a:gd name="connsiteX2" fmla="*/ 0 w 1504941"/>
                <a:gd name="connsiteY2" fmla="*/ 77120 h 1122687"/>
                <a:gd name="connsiteX3" fmla="*/ 1498600 w 1504941"/>
                <a:gd name="connsiteY3" fmla="*/ 1117600 h 1122687"/>
                <a:gd name="connsiteX0" fmla="*/ 1498600 w 1514907"/>
                <a:gd name="connsiteY0" fmla="*/ 1117600 h 1122687"/>
                <a:gd name="connsiteX1" fmla="*/ 796319 w 1514907"/>
                <a:gd name="connsiteY1" fmla="*/ 0 h 1122687"/>
                <a:gd name="connsiteX2" fmla="*/ 0 w 1514907"/>
                <a:gd name="connsiteY2" fmla="*/ 77120 h 1122687"/>
                <a:gd name="connsiteX3" fmla="*/ 1498600 w 1514907"/>
                <a:gd name="connsiteY3" fmla="*/ 1117600 h 1122687"/>
                <a:gd name="connsiteX0" fmla="*/ 1498600 w 1527654"/>
                <a:gd name="connsiteY0" fmla="*/ 1117600 h 1122687"/>
                <a:gd name="connsiteX1" fmla="*/ 796319 w 1527654"/>
                <a:gd name="connsiteY1" fmla="*/ 0 h 1122687"/>
                <a:gd name="connsiteX2" fmla="*/ 0 w 1527654"/>
                <a:gd name="connsiteY2" fmla="*/ 77120 h 1122687"/>
                <a:gd name="connsiteX3" fmla="*/ 1498600 w 1527654"/>
                <a:gd name="connsiteY3" fmla="*/ 1117600 h 1122687"/>
                <a:gd name="connsiteX0" fmla="*/ 1498600 w 1527654"/>
                <a:gd name="connsiteY0" fmla="*/ 1117600 h 1135911"/>
                <a:gd name="connsiteX1" fmla="*/ 796319 w 1527654"/>
                <a:gd name="connsiteY1" fmla="*/ 0 h 1135911"/>
                <a:gd name="connsiteX2" fmla="*/ 0 w 1527654"/>
                <a:gd name="connsiteY2" fmla="*/ 77120 h 1135911"/>
                <a:gd name="connsiteX3" fmla="*/ 1498600 w 1527654"/>
                <a:gd name="connsiteY3" fmla="*/ 1117600 h 1135911"/>
                <a:gd name="connsiteX0" fmla="*/ 1498600 w 1532064"/>
                <a:gd name="connsiteY0" fmla="*/ 1117600 h 1135911"/>
                <a:gd name="connsiteX1" fmla="*/ 796319 w 1532064"/>
                <a:gd name="connsiteY1" fmla="*/ 0 h 1135911"/>
                <a:gd name="connsiteX2" fmla="*/ 0 w 1532064"/>
                <a:gd name="connsiteY2" fmla="*/ 77120 h 1135911"/>
                <a:gd name="connsiteX3" fmla="*/ 1498600 w 1532064"/>
                <a:gd name="connsiteY3" fmla="*/ 1117600 h 1135911"/>
                <a:gd name="connsiteX0" fmla="*/ 1498600 w 1532064"/>
                <a:gd name="connsiteY0" fmla="*/ 1117600 h 1150870"/>
                <a:gd name="connsiteX1" fmla="*/ 796319 w 1532064"/>
                <a:gd name="connsiteY1" fmla="*/ 0 h 1150870"/>
                <a:gd name="connsiteX2" fmla="*/ 0 w 1532064"/>
                <a:gd name="connsiteY2" fmla="*/ 77120 h 1150870"/>
                <a:gd name="connsiteX3" fmla="*/ 1498600 w 1532064"/>
                <a:gd name="connsiteY3" fmla="*/ 1117600 h 11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2064" h="1150870">
                  <a:moveTo>
                    <a:pt x="1498600" y="1117600"/>
                  </a:moveTo>
                  <a:cubicBezTo>
                    <a:pt x="1686781" y="992717"/>
                    <a:pt x="1030413" y="372533"/>
                    <a:pt x="796319" y="0"/>
                  </a:cubicBezTo>
                  <a:lnTo>
                    <a:pt x="0" y="77120"/>
                  </a:lnTo>
                  <a:cubicBezTo>
                    <a:pt x="4233" y="474747"/>
                    <a:pt x="675217" y="1329573"/>
                    <a:pt x="1498600" y="1117600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E9A60DCD-0A51-407E-FAE4-491C7FF3F191}"/>
                </a:ext>
              </a:extLst>
            </p:cNvPr>
            <p:cNvSpPr/>
            <p:nvPr/>
          </p:nvSpPr>
          <p:spPr>
            <a:xfrm rot="18283353">
              <a:off x="3334405" y="4483892"/>
              <a:ext cx="1532064" cy="835551"/>
            </a:xfrm>
            <a:custGeom>
              <a:avLst/>
              <a:gdLst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796319 w 796319"/>
                <a:gd name="connsiteY2" fmla="*/ 77120 h 77120"/>
                <a:gd name="connsiteX3" fmla="*/ 0 w 796319"/>
                <a:gd name="connsiteY3" fmla="*/ 77120 h 77120"/>
                <a:gd name="connsiteX4" fmla="*/ 0 w 796319"/>
                <a:gd name="connsiteY4" fmla="*/ 0 h 77120"/>
                <a:gd name="connsiteX0" fmla="*/ 0 w 796319"/>
                <a:gd name="connsiteY0" fmla="*/ 0 h 89820"/>
                <a:gd name="connsiteX1" fmla="*/ 796319 w 796319"/>
                <a:gd name="connsiteY1" fmla="*/ 0 h 89820"/>
                <a:gd name="connsiteX2" fmla="*/ 542319 w 796319"/>
                <a:gd name="connsiteY2" fmla="*/ 89820 h 89820"/>
                <a:gd name="connsiteX3" fmla="*/ 0 w 796319"/>
                <a:gd name="connsiteY3" fmla="*/ 77120 h 89820"/>
                <a:gd name="connsiteX4" fmla="*/ 0 w 796319"/>
                <a:gd name="connsiteY4" fmla="*/ 0 h 89820"/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0 w 796319"/>
                <a:gd name="connsiteY2" fmla="*/ 77120 h 77120"/>
                <a:gd name="connsiteX3" fmla="*/ 0 w 796319"/>
                <a:gd name="connsiteY3" fmla="*/ 0 h 77120"/>
                <a:gd name="connsiteX0" fmla="*/ 1498600 w 1498600"/>
                <a:gd name="connsiteY0" fmla="*/ 1117600 h 1117600"/>
                <a:gd name="connsiteX1" fmla="*/ 796319 w 1498600"/>
                <a:gd name="connsiteY1" fmla="*/ 0 h 1117600"/>
                <a:gd name="connsiteX2" fmla="*/ 0 w 1498600"/>
                <a:gd name="connsiteY2" fmla="*/ 77120 h 1117600"/>
                <a:gd name="connsiteX3" fmla="*/ 1498600 w 1498600"/>
                <a:gd name="connsiteY3" fmla="*/ 1117600 h 1117600"/>
                <a:gd name="connsiteX0" fmla="*/ 1498600 w 1498600"/>
                <a:gd name="connsiteY0" fmla="*/ 1117600 h 1122379"/>
                <a:gd name="connsiteX1" fmla="*/ 796319 w 1498600"/>
                <a:gd name="connsiteY1" fmla="*/ 0 h 1122379"/>
                <a:gd name="connsiteX2" fmla="*/ 0 w 1498600"/>
                <a:gd name="connsiteY2" fmla="*/ 77120 h 1122379"/>
                <a:gd name="connsiteX3" fmla="*/ 1498600 w 1498600"/>
                <a:gd name="connsiteY3" fmla="*/ 1117600 h 1122379"/>
                <a:gd name="connsiteX0" fmla="*/ 1498600 w 1498600"/>
                <a:gd name="connsiteY0" fmla="*/ 1117600 h 1122687"/>
                <a:gd name="connsiteX1" fmla="*/ 796319 w 1498600"/>
                <a:gd name="connsiteY1" fmla="*/ 0 h 1122687"/>
                <a:gd name="connsiteX2" fmla="*/ 0 w 1498600"/>
                <a:gd name="connsiteY2" fmla="*/ 77120 h 1122687"/>
                <a:gd name="connsiteX3" fmla="*/ 1498600 w 1498600"/>
                <a:gd name="connsiteY3" fmla="*/ 1117600 h 1122687"/>
                <a:gd name="connsiteX0" fmla="*/ 1498600 w 1504941"/>
                <a:gd name="connsiteY0" fmla="*/ 1117600 h 1122687"/>
                <a:gd name="connsiteX1" fmla="*/ 796319 w 1504941"/>
                <a:gd name="connsiteY1" fmla="*/ 0 h 1122687"/>
                <a:gd name="connsiteX2" fmla="*/ 0 w 1504941"/>
                <a:gd name="connsiteY2" fmla="*/ 77120 h 1122687"/>
                <a:gd name="connsiteX3" fmla="*/ 1498600 w 1504941"/>
                <a:gd name="connsiteY3" fmla="*/ 1117600 h 1122687"/>
                <a:gd name="connsiteX0" fmla="*/ 1498600 w 1514907"/>
                <a:gd name="connsiteY0" fmla="*/ 1117600 h 1122687"/>
                <a:gd name="connsiteX1" fmla="*/ 796319 w 1514907"/>
                <a:gd name="connsiteY1" fmla="*/ 0 h 1122687"/>
                <a:gd name="connsiteX2" fmla="*/ 0 w 1514907"/>
                <a:gd name="connsiteY2" fmla="*/ 77120 h 1122687"/>
                <a:gd name="connsiteX3" fmla="*/ 1498600 w 1514907"/>
                <a:gd name="connsiteY3" fmla="*/ 1117600 h 1122687"/>
                <a:gd name="connsiteX0" fmla="*/ 1498600 w 1527654"/>
                <a:gd name="connsiteY0" fmla="*/ 1117600 h 1122687"/>
                <a:gd name="connsiteX1" fmla="*/ 796319 w 1527654"/>
                <a:gd name="connsiteY1" fmla="*/ 0 h 1122687"/>
                <a:gd name="connsiteX2" fmla="*/ 0 w 1527654"/>
                <a:gd name="connsiteY2" fmla="*/ 77120 h 1122687"/>
                <a:gd name="connsiteX3" fmla="*/ 1498600 w 1527654"/>
                <a:gd name="connsiteY3" fmla="*/ 1117600 h 1122687"/>
                <a:gd name="connsiteX0" fmla="*/ 1498600 w 1527654"/>
                <a:gd name="connsiteY0" fmla="*/ 1117600 h 1135911"/>
                <a:gd name="connsiteX1" fmla="*/ 796319 w 1527654"/>
                <a:gd name="connsiteY1" fmla="*/ 0 h 1135911"/>
                <a:gd name="connsiteX2" fmla="*/ 0 w 1527654"/>
                <a:gd name="connsiteY2" fmla="*/ 77120 h 1135911"/>
                <a:gd name="connsiteX3" fmla="*/ 1498600 w 1527654"/>
                <a:gd name="connsiteY3" fmla="*/ 1117600 h 1135911"/>
                <a:gd name="connsiteX0" fmla="*/ 1498600 w 1532064"/>
                <a:gd name="connsiteY0" fmla="*/ 1117600 h 1135911"/>
                <a:gd name="connsiteX1" fmla="*/ 796319 w 1532064"/>
                <a:gd name="connsiteY1" fmla="*/ 0 h 1135911"/>
                <a:gd name="connsiteX2" fmla="*/ 0 w 1532064"/>
                <a:gd name="connsiteY2" fmla="*/ 77120 h 1135911"/>
                <a:gd name="connsiteX3" fmla="*/ 1498600 w 1532064"/>
                <a:gd name="connsiteY3" fmla="*/ 1117600 h 1135911"/>
                <a:gd name="connsiteX0" fmla="*/ 1498600 w 1532064"/>
                <a:gd name="connsiteY0" fmla="*/ 1117600 h 1150870"/>
                <a:gd name="connsiteX1" fmla="*/ 796319 w 1532064"/>
                <a:gd name="connsiteY1" fmla="*/ 0 h 1150870"/>
                <a:gd name="connsiteX2" fmla="*/ 0 w 1532064"/>
                <a:gd name="connsiteY2" fmla="*/ 77120 h 1150870"/>
                <a:gd name="connsiteX3" fmla="*/ 1498600 w 1532064"/>
                <a:gd name="connsiteY3" fmla="*/ 1117600 h 11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2064" h="1150870">
                  <a:moveTo>
                    <a:pt x="1498600" y="1117600"/>
                  </a:moveTo>
                  <a:cubicBezTo>
                    <a:pt x="1686781" y="992717"/>
                    <a:pt x="1030413" y="372533"/>
                    <a:pt x="796319" y="0"/>
                  </a:cubicBezTo>
                  <a:lnTo>
                    <a:pt x="0" y="77120"/>
                  </a:lnTo>
                  <a:cubicBezTo>
                    <a:pt x="4233" y="474747"/>
                    <a:pt x="675217" y="1329573"/>
                    <a:pt x="1498600" y="1117600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C08E4DE-7D63-1B92-B986-91571A2285F0}"/>
                </a:ext>
              </a:extLst>
            </p:cNvPr>
            <p:cNvSpPr/>
            <p:nvPr/>
          </p:nvSpPr>
          <p:spPr>
            <a:xfrm rot="20687640">
              <a:off x="4749738" y="1903727"/>
              <a:ext cx="787400" cy="65499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DA88E9C-3B0E-6991-ED01-29BEA4B25AD9}"/>
                </a:ext>
              </a:extLst>
            </p:cNvPr>
            <p:cNvSpPr/>
            <p:nvPr/>
          </p:nvSpPr>
          <p:spPr>
            <a:xfrm>
              <a:off x="4767426" y="1998053"/>
              <a:ext cx="927100" cy="77120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A93504D-E2C8-BDB4-7B98-6DFFD4893C78}"/>
                </a:ext>
              </a:extLst>
            </p:cNvPr>
            <p:cNvSpPr/>
            <p:nvPr/>
          </p:nvSpPr>
          <p:spPr>
            <a:xfrm rot="700285" flipV="1">
              <a:off x="4760085" y="2159056"/>
              <a:ext cx="799395" cy="66497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C0B997B-3A2E-D22D-E636-27628DE613A4}"/>
                </a:ext>
              </a:extLst>
            </p:cNvPr>
            <p:cNvSpPr/>
            <p:nvPr/>
          </p:nvSpPr>
          <p:spPr>
            <a:xfrm rot="648597" flipH="1">
              <a:off x="3237311" y="1909959"/>
              <a:ext cx="787400" cy="65499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AD90265-04B7-7664-B639-DF3570763380}"/>
                </a:ext>
              </a:extLst>
            </p:cNvPr>
            <p:cNvSpPr/>
            <p:nvPr/>
          </p:nvSpPr>
          <p:spPr>
            <a:xfrm rot="21092179" flipH="1">
              <a:off x="3086594" y="2039329"/>
              <a:ext cx="927100" cy="77120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BE5D6B5-1F1E-53FC-1F9E-A49E0746D902}"/>
                </a:ext>
              </a:extLst>
            </p:cNvPr>
            <p:cNvSpPr/>
            <p:nvPr/>
          </p:nvSpPr>
          <p:spPr>
            <a:xfrm rot="20899715" flipH="1" flipV="1">
              <a:off x="3228483" y="2131151"/>
              <a:ext cx="799395" cy="66497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6BAB78D-FD5F-8DBA-E853-AB7F4DE31CDE}"/>
                </a:ext>
              </a:extLst>
            </p:cNvPr>
            <p:cNvSpPr/>
            <p:nvPr/>
          </p:nvSpPr>
          <p:spPr>
            <a:xfrm>
              <a:off x="3983787" y="2024870"/>
              <a:ext cx="45719" cy="45719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CE9D405-7741-D421-C82D-17500DC01419}"/>
              </a:ext>
            </a:extLst>
          </p:cNvPr>
          <p:cNvGrpSpPr/>
          <p:nvPr/>
        </p:nvGrpSpPr>
        <p:grpSpPr>
          <a:xfrm flipH="1">
            <a:off x="1656986" y="1128736"/>
            <a:ext cx="8621889" cy="6065017"/>
            <a:chOff x="2650882" y="894745"/>
            <a:chExt cx="7226543" cy="5083470"/>
          </a:xfrm>
        </p:grpSpPr>
        <p:sp>
          <p:nvSpPr>
            <p:cNvPr id="59" name="Rectangle 36">
              <a:extLst>
                <a:ext uri="{FF2B5EF4-FFF2-40B4-BE49-F238E27FC236}">
                  <a16:creationId xmlns:a16="http://schemas.microsoft.com/office/drawing/2014/main" id="{92C053C2-1329-3572-9433-97D1A25318D6}"/>
                </a:ext>
              </a:extLst>
            </p:cNvPr>
            <p:cNvSpPr/>
            <p:nvPr/>
          </p:nvSpPr>
          <p:spPr>
            <a:xfrm rot="313031" flipH="1">
              <a:off x="2650882" y="4621839"/>
              <a:ext cx="1834881" cy="1121194"/>
            </a:xfrm>
            <a:custGeom>
              <a:avLst/>
              <a:gdLst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796319 w 796319"/>
                <a:gd name="connsiteY2" fmla="*/ 77120 h 77120"/>
                <a:gd name="connsiteX3" fmla="*/ 0 w 796319"/>
                <a:gd name="connsiteY3" fmla="*/ 77120 h 77120"/>
                <a:gd name="connsiteX4" fmla="*/ 0 w 796319"/>
                <a:gd name="connsiteY4" fmla="*/ 0 h 77120"/>
                <a:gd name="connsiteX0" fmla="*/ 0 w 796319"/>
                <a:gd name="connsiteY0" fmla="*/ 0 h 89820"/>
                <a:gd name="connsiteX1" fmla="*/ 796319 w 796319"/>
                <a:gd name="connsiteY1" fmla="*/ 0 h 89820"/>
                <a:gd name="connsiteX2" fmla="*/ 542319 w 796319"/>
                <a:gd name="connsiteY2" fmla="*/ 89820 h 89820"/>
                <a:gd name="connsiteX3" fmla="*/ 0 w 796319"/>
                <a:gd name="connsiteY3" fmla="*/ 77120 h 89820"/>
                <a:gd name="connsiteX4" fmla="*/ 0 w 796319"/>
                <a:gd name="connsiteY4" fmla="*/ 0 h 89820"/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0 w 796319"/>
                <a:gd name="connsiteY2" fmla="*/ 77120 h 77120"/>
                <a:gd name="connsiteX3" fmla="*/ 0 w 796319"/>
                <a:gd name="connsiteY3" fmla="*/ 0 h 77120"/>
                <a:gd name="connsiteX0" fmla="*/ 1498600 w 1498600"/>
                <a:gd name="connsiteY0" fmla="*/ 1117600 h 1117600"/>
                <a:gd name="connsiteX1" fmla="*/ 796319 w 1498600"/>
                <a:gd name="connsiteY1" fmla="*/ 0 h 1117600"/>
                <a:gd name="connsiteX2" fmla="*/ 0 w 1498600"/>
                <a:gd name="connsiteY2" fmla="*/ 77120 h 1117600"/>
                <a:gd name="connsiteX3" fmla="*/ 1498600 w 1498600"/>
                <a:gd name="connsiteY3" fmla="*/ 1117600 h 1117600"/>
                <a:gd name="connsiteX0" fmla="*/ 1498600 w 1498600"/>
                <a:gd name="connsiteY0" fmla="*/ 1117600 h 1122379"/>
                <a:gd name="connsiteX1" fmla="*/ 796319 w 1498600"/>
                <a:gd name="connsiteY1" fmla="*/ 0 h 1122379"/>
                <a:gd name="connsiteX2" fmla="*/ 0 w 1498600"/>
                <a:gd name="connsiteY2" fmla="*/ 77120 h 1122379"/>
                <a:gd name="connsiteX3" fmla="*/ 1498600 w 1498600"/>
                <a:gd name="connsiteY3" fmla="*/ 1117600 h 1122379"/>
                <a:gd name="connsiteX0" fmla="*/ 1498600 w 1498600"/>
                <a:gd name="connsiteY0" fmla="*/ 1117600 h 1122687"/>
                <a:gd name="connsiteX1" fmla="*/ 796319 w 1498600"/>
                <a:gd name="connsiteY1" fmla="*/ 0 h 1122687"/>
                <a:gd name="connsiteX2" fmla="*/ 0 w 1498600"/>
                <a:gd name="connsiteY2" fmla="*/ 77120 h 1122687"/>
                <a:gd name="connsiteX3" fmla="*/ 1498600 w 1498600"/>
                <a:gd name="connsiteY3" fmla="*/ 1117600 h 1122687"/>
                <a:gd name="connsiteX0" fmla="*/ 1498600 w 1504941"/>
                <a:gd name="connsiteY0" fmla="*/ 1117600 h 1122687"/>
                <a:gd name="connsiteX1" fmla="*/ 796319 w 1504941"/>
                <a:gd name="connsiteY1" fmla="*/ 0 h 1122687"/>
                <a:gd name="connsiteX2" fmla="*/ 0 w 1504941"/>
                <a:gd name="connsiteY2" fmla="*/ 77120 h 1122687"/>
                <a:gd name="connsiteX3" fmla="*/ 1498600 w 1504941"/>
                <a:gd name="connsiteY3" fmla="*/ 1117600 h 1122687"/>
                <a:gd name="connsiteX0" fmla="*/ 1498600 w 1514907"/>
                <a:gd name="connsiteY0" fmla="*/ 1117600 h 1122687"/>
                <a:gd name="connsiteX1" fmla="*/ 796319 w 1514907"/>
                <a:gd name="connsiteY1" fmla="*/ 0 h 1122687"/>
                <a:gd name="connsiteX2" fmla="*/ 0 w 1514907"/>
                <a:gd name="connsiteY2" fmla="*/ 77120 h 1122687"/>
                <a:gd name="connsiteX3" fmla="*/ 1498600 w 1514907"/>
                <a:gd name="connsiteY3" fmla="*/ 1117600 h 1122687"/>
                <a:gd name="connsiteX0" fmla="*/ 1498600 w 1527654"/>
                <a:gd name="connsiteY0" fmla="*/ 1117600 h 1122687"/>
                <a:gd name="connsiteX1" fmla="*/ 796319 w 1527654"/>
                <a:gd name="connsiteY1" fmla="*/ 0 h 1122687"/>
                <a:gd name="connsiteX2" fmla="*/ 0 w 1527654"/>
                <a:gd name="connsiteY2" fmla="*/ 77120 h 1122687"/>
                <a:gd name="connsiteX3" fmla="*/ 1498600 w 1527654"/>
                <a:gd name="connsiteY3" fmla="*/ 1117600 h 1122687"/>
                <a:gd name="connsiteX0" fmla="*/ 1498600 w 1527654"/>
                <a:gd name="connsiteY0" fmla="*/ 1117600 h 1135911"/>
                <a:gd name="connsiteX1" fmla="*/ 796319 w 1527654"/>
                <a:gd name="connsiteY1" fmla="*/ 0 h 1135911"/>
                <a:gd name="connsiteX2" fmla="*/ 0 w 1527654"/>
                <a:gd name="connsiteY2" fmla="*/ 77120 h 1135911"/>
                <a:gd name="connsiteX3" fmla="*/ 1498600 w 1527654"/>
                <a:gd name="connsiteY3" fmla="*/ 1117600 h 1135911"/>
                <a:gd name="connsiteX0" fmla="*/ 1498600 w 1532064"/>
                <a:gd name="connsiteY0" fmla="*/ 1117600 h 1135911"/>
                <a:gd name="connsiteX1" fmla="*/ 796319 w 1532064"/>
                <a:gd name="connsiteY1" fmla="*/ 0 h 1135911"/>
                <a:gd name="connsiteX2" fmla="*/ 0 w 1532064"/>
                <a:gd name="connsiteY2" fmla="*/ 77120 h 1135911"/>
                <a:gd name="connsiteX3" fmla="*/ 1498600 w 1532064"/>
                <a:gd name="connsiteY3" fmla="*/ 1117600 h 1135911"/>
                <a:gd name="connsiteX0" fmla="*/ 1498600 w 1532064"/>
                <a:gd name="connsiteY0" fmla="*/ 1117600 h 1150870"/>
                <a:gd name="connsiteX1" fmla="*/ 796319 w 1532064"/>
                <a:gd name="connsiteY1" fmla="*/ 0 h 1150870"/>
                <a:gd name="connsiteX2" fmla="*/ 0 w 1532064"/>
                <a:gd name="connsiteY2" fmla="*/ 77120 h 1150870"/>
                <a:gd name="connsiteX3" fmla="*/ 1498600 w 1532064"/>
                <a:gd name="connsiteY3" fmla="*/ 1117600 h 1150870"/>
                <a:gd name="connsiteX0" fmla="*/ 1772898 w 1806362"/>
                <a:gd name="connsiteY0" fmla="*/ 1117600 h 1157672"/>
                <a:gd name="connsiteX1" fmla="*/ 1070617 w 1806362"/>
                <a:gd name="connsiteY1" fmla="*/ 0 h 1157672"/>
                <a:gd name="connsiteX2" fmla="*/ 0 w 1806362"/>
                <a:gd name="connsiteY2" fmla="*/ 252931 h 1157672"/>
                <a:gd name="connsiteX3" fmla="*/ 1772898 w 1806362"/>
                <a:gd name="connsiteY3" fmla="*/ 1117600 h 1157672"/>
                <a:gd name="connsiteX0" fmla="*/ 1772898 w 1797588"/>
                <a:gd name="connsiteY0" fmla="*/ 1134098 h 1174170"/>
                <a:gd name="connsiteX1" fmla="*/ 785185 w 1797588"/>
                <a:gd name="connsiteY1" fmla="*/ 0 h 1174170"/>
                <a:gd name="connsiteX2" fmla="*/ 0 w 1797588"/>
                <a:gd name="connsiteY2" fmla="*/ 269429 h 1174170"/>
                <a:gd name="connsiteX3" fmla="*/ 1772898 w 1797588"/>
                <a:gd name="connsiteY3" fmla="*/ 1134098 h 1174170"/>
                <a:gd name="connsiteX0" fmla="*/ 1805685 w 1829650"/>
                <a:gd name="connsiteY0" fmla="*/ 1089269 h 1131529"/>
                <a:gd name="connsiteX1" fmla="*/ 785185 w 1829650"/>
                <a:gd name="connsiteY1" fmla="*/ 0 h 1131529"/>
                <a:gd name="connsiteX2" fmla="*/ 0 w 1829650"/>
                <a:gd name="connsiteY2" fmla="*/ 269429 h 1131529"/>
                <a:gd name="connsiteX3" fmla="*/ 1805685 w 1829650"/>
                <a:gd name="connsiteY3" fmla="*/ 1089269 h 1131529"/>
                <a:gd name="connsiteX0" fmla="*/ 1805685 w 1834881"/>
                <a:gd name="connsiteY0" fmla="*/ 1089269 h 1131529"/>
                <a:gd name="connsiteX1" fmla="*/ 785185 w 1834881"/>
                <a:gd name="connsiteY1" fmla="*/ 0 h 1131529"/>
                <a:gd name="connsiteX2" fmla="*/ 0 w 1834881"/>
                <a:gd name="connsiteY2" fmla="*/ 269429 h 1131529"/>
                <a:gd name="connsiteX3" fmla="*/ 1805685 w 1834881"/>
                <a:gd name="connsiteY3" fmla="*/ 1089269 h 1131529"/>
                <a:gd name="connsiteX0" fmla="*/ 1805685 w 1834881"/>
                <a:gd name="connsiteY0" fmla="*/ 1089269 h 1131958"/>
                <a:gd name="connsiteX1" fmla="*/ 785185 w 1834881"/>
                <a:gd name="connsiteY1" fmla="*/ 0 h 1131958"/>
                <a:gd name="connsiteX2" fmla="*/ 0 w 1834881"/>
                <a:gd name="connsiteY2" fmla="*/ 269429 h 1131958"/>
                <a:gd name="connsiteX3" fmla="*/ 1805685 w 1834881"/>
                <a:gd name="connsiteY3" fmla="*/ 1089269 h 1131958"/>
                <a:gd name="connsiteX0" fmla="*/ 1805685 w 1834881"/>
                <a:gd name="connsiteY0" fmla="*/ 1089269 h 1121194"/>
                <a:gd name="connsiteX1" fmla="*/ 785185 w 1834881"/>
                <a:gd name="connsiteY1" fmla="*/ 0 h 1121194"/>
                <a:gd name="connsiteX2" fmla="*/ 0 w 1834881"/>
                <a:gd name="connsiteY2" fmla="*/ 269429 h 1121194"/>
                <a:gd name="connsiteX3" fmla="*/ 1805685 w 1834881"/>
                <a:gd name="connsiteY3" fmla="*/ 1089269 h 1121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4881" h="1121194">
                  <a:moveTo>
                    <a:pt x="1805685" y="1089269"/>
                  </a:moveTo>
                  <a:cubicBezTo>
                    <a:pt x="1993866" y="964386"/>
                    <a:pt x="1227755" y="917623"/>
                    <a:pt x="785185" y="0"/>
                  </a:cubicBezTo>
                  <a:lnTo>
                    <a:pt x="0" y="269429"/>
                  </a:lnTo>
                  <a:cubicBezTo>
                    <a:pt x="204296" y="675759"/>
                    <a:pt x="1215151" y="1265115"/>
                    <a:pt x="1805685" y="1089269"/>
                  </a:cubicBezTo>
                  <a:close/>
                </a:path>
              </a:pathLst>
            </a:custGeom>
            <a:solidFill>
              <a:srgbClr val="D4976E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Rectangle 10">
              <a:extLst>
                <a:ext uri="{FF2B5EF4-FFF2-40B4-BE49-F238E27FC236}">
                  <a16:creationId xmlns:a16="http://schemas.microsoft.com/office/drawing/2014/main" id="{1D4B23AD-EE55-C3F9-44A5-C1ACFB7B6695}"/>
                </a:ext>
              </a:extLst>
            </p:cNvPr>
            <p:cNvSpPr/>
            <p:nvPr/>
          </p:nvSpPr>
          <p:spPr>
            <a:xfrm>
              <a:off x="7972425" y="4343400"/>
              <a:ext cx="1905000" cy="696985"/>
            </a:xfrm>
            <a:custGeom>
              <a:avLst/>
              <a:gdLst>
                <a:gd name="connsiteX0" fmla="*/ 0 w 438150"/>
                <a:gd name="connsiteY0" fmla="*/ 0 h 571500"/>
                <a:gd name="connsiteX1" fmla="*/ 438150 w 438150"/>
                <a:gd name="connsiteY1" fmla="*/ 0 h 571500"/>
                <a:gd name="connsiteX2" fmla="*/ 438150 w 438150"/>
                <a:gd name="connsiteY2" fmla="*/ 571500 h 571500"/>
                <a:gd name="connsiteX3" fmla="*/ 0 w 438150"/>
                <a:gd name="connsiteY3" fmla="*/ 571500 h 571500"/>
                <a:gd name="connsiteX4" fmla="*/ 0 w 438150"/>
                <a:gd name="connsiteY4" fmla="*/ 0 h 571500"/>
                <a:gd name="connsiteX0" fmla="*/ 0 w 1905000"/>
                <a:gd name="connsiteY0" fmla="*/ 0 h 571500"/>
                <a:gd name="connsiteX1" fmla="*/ 438150 w 1905000"/>
                <a:gd name="connsiteY1" fmla="*/ 0 h 571500"/>
                <a:gd name="connsiteX2" fmla="*/ 1905000 w 1905000"/>
                <a:gd name="connsiteY2" fmla="*/ 171450 h 571500"/>
                <a:gd name="connsiteX3" fmla="*/ 0 w 1905000"/>
                <a:gd name="connsiteY3" fmla="*/ 571500 h 571500"/>
                <a:gd name="connsiteX4" fmla="*/ 0 w 1905000"/>
                <a:gd name="connsiteY4" fmla="*/ 0 h 571500"/>
                <a:gd name="connsiteX0" fmla="*/ 0 w 1905000"/>
                <a:gd name="connsiteY0" fmla="*/ 0 h 616113"/>
                <a:gd name="connsiteX1" fmla="*/ 438150 w 1905000"/>
                <a:gd name="connsiteY1" fmla="*/ 0 h 616113"/>
                <a:gd name="connsiteX2" fmla="*/ 1905000 w 1905000"/>
                <a:gd name="connsiteY2" fmla="*/ 171450 h 616113"/>
                <a:gd name="connsiteX3" fmla="*/ 0 w 1905000"/>
                <a:gd name="connsiteY3" fmla="*/ 571500 h 616113"/>
                <a:gd name="connsiteX4" fmla="*/ 0 w 1905000"/>
                <a:gd name="connsiteY4" fmla="*/ 0 h 616113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905000 w 1905000"/>
                <a:gd name="connsiteY2" fmla="*/ 171450 h 726139"/>
                <a:gd name="connsiteX3" fmla="*/ 0 w 1905000"/>
                <a:gd name="connsiteY3" fmla="*/ 571500 h 726139"/>
                <a:gd name="connsiteX4" fmla="*/ 0 w 1905000"/>
                <a:gd name="connsiteY4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583055 w 1905000"/>
                <a:gd name="connsiteY2" fmla="*/ 220980 h 726139"/>
                <a:gd name="connsiteX3" fmla="*/ 1905000 w 1905000"/>
                <a:gd name="connsiteY3" fmla="*/ 171450 h 726139"/>
                <a:gd name="connsiteX4" fmla="*/ 0 w 1905000"/>
                <a:gd name="connsiteY4" fmla="*/ 571500 h 726139"/>
                <a:gd name="connsiteX5" fmla="*/ 0 w 1905000"/>
                <a:gd name="connsiteY5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726139"/>
                <a:gd name="connsiteX1" fmla="*/ 438150 w 1905000"/>
                <a:gd name="connsiteY1" fmla="*/ 0 h 726139"/>
                <a:gd name="connsiteX2" fmla="*/ 1644015 w 1905000"/>
                <a:gd name="connsiteY2" fmla="*/ 76200 h 726139"/>
                <a:gd name="connsiteX3" fmla="*/ 1583055 w 1905000"/>
                <a:gd name="connsiteY3" fmla="*/ 220980 h 726139"/>
                <a:gd name="connsiteX4" fmla="*/ 1905000 w 1905000"/>
                <a:gd name="connsiteY4" fmla="*/ 171450 h 726139"/>
                <a:gd name="connsiteX5" fmla="*/ 0 w 1905000"/>
                <a:gd name="connsiteY5" fmla="*/ 571500 h 726139"/>
                <a:gd name="connsiteX6" fmla="*/ 0 w 1905000"/>
                <a:gd name="connsiteY6" fmla="*/ 0 h 726139"/>
                <a:gd name="connsiteX0" fmla="*/ 0 w 1905000"/>
                <a:gd name="connsiteY0" fmla="*/ 0 h 696985"/>
                <a:gd name="connsiteX1" fmla="*/ 438150 w 1905000"/>
                <a:gd name="connsiteY1" fmla="*/ 0 h 696985"/>
                <a:gd name="connsiteX2" fmla="*/ 1644015 w 1905000"/>
                <a:gd name="connsiteY2" fmla="*/ 76200 h 696985"/>
                <a:gd name="connsiteX3" fmla="*/ 1583055 w 1905000"/>
                <a:gd name="connsiteY3" fmla="*/ 220980 h 696985"/>
                <a:gd name="connsiteX4" fmla="*/ 1905000 w 1905000"/>
                <a:gd name="connsiteY4" fmla="*/ 171450 h 696985"/>
                <a:gd name="connsiteX5" fmla="*/ 0 w 1905000"/>
                <a:gd name="connsiteY5" fmla="*/ 571500 h 696985"/>
                <a:gd name="connsiteX6" fmla="*/ 0 w 1905000"/>
                <a:gd name="connsiteY6" fmla="*/ 0 h 69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05000" h="696985">
                  <a:moveTo>
                    <a:pt x="0" y="0"/>
                  </a:moveTo>
                  <a:lnTo>
                    <a:pt x="438150" y="0"/>
                  </a:lnTo>
                  <a:cubicBezTo>
                    <a:pt x="676592" y="227330"/>
                    <a:pt x="1399857" y="191770"/>
                    <a:pt x="1644015" y="76200"/>
                  </a:cubicBezTo>
                  <a:cubicBezTo>
                    <a:pt x="1834833" y="113030"/>
                    <a:pt x="1511618" y="191135"/>
                    <a:pt x="1583055" y="220980"/>
                  </a:cubicBezTo>
                  <a:cubicBezTo>
                    <a:pt x="1659890" y="288290"/>
                    <a:pt x="1828165" y="104140"/>
                    <a:pt x="1905000" y="171450"/>
                  </a:cubicBezTo>
                  <a:cubicBezTo>
                    <a:pt x="1628140" y="861060"/>
                    <a:pt x="246380" y="727710"/>
                    <a:pt x="0" y="5715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4976E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Rectangle 2">
              <a:extLst>
                <a:ext uri="{FF2B5EF4-FFF2-40B4-BE49-F238E27FC236}">
                  <a16:creationId xmlns:a16="http://schemas.microsoft.com/office/drawing/2014/main" id="{741B115D-10C1-E554-7EB5-B67DE1C5FAA1}"/>
                </a:ext>
              </a:extLst>
            </p:cNvPr>
            <p:cNvSpPr/>
            <p:nvPr/>
          </p:nvSpPr>
          <p:spPr>
            <a:xfrm>
              <a:off x="3660132" y="894745"/>
              <a:ext cx="5151719" cy="4685821"/>
            </a:xfrm>
            <a:custGeom>
              <a:avLst/>
              <a:gdLst>
                <a:gd name="connsiteX0" fmla="*/ 0 w 1959428"/>
                <a:gd name="connsiteY0" fmla="*/ 0 h 3904343"/>
                <a:gd name="connsiteX1" fmla="*/ 1959428 w 1959428"/>
                <a:gd name="connsiteY1" fmla="*/ 0 h 3904343"/>
                <a:gd name="connsiteX2" fmla="*/ 1959428 w 1959428"/>
                <a:gd name="connsiteY2" fmla="*/ 3904343 h 3904343"/>
                <a:gd name="connsiteX3" fmla="*/ 0 w 1959428"/>
                <a:gd name="connsiteY3" fmla="*/ 3904343 h 3904343"/>
                <a:gd name="connsiteX4" fmla="*/ 0 w 1959428"/>
                <a:gd name="connsiteY4" fmla="*/ 0 h 3904343"/>
                <a:gd name="connsiteX0" fmla="*/ 0 w 2394856"/>
                <a:gd name="connsiteY0" fmla="*/ 1422400 h 3904343"/>
                <a:gd name="connsiteX1" fmla="*/ 2394856 w 2394856"/>
                <a:gd name="connsiteY1" fmla="*/ 0 h 3904343"/>
                <a:gd name="connsiteX2" fmla="*/ 2394856 w 2394856"/>
                <a:gd name="connsiteY2" fmla="*/ 3904343 h 3904343"/>
                <a:gd name="connsiteX3" fmla="*/ 435428 w 2394856"/>
                <a:gd name="connsiteY3" fmla="*/ 3904343 h 3904343"/>
                <a:gd name="connsiteX4" fmla="*/ 0 w 2394856"/>
                <a:gd name="connsiteY4" fmla="*/ 1422400 h 3904343"/>
                <a:gd name="connsiteX0" fmla="*/ 0 w 2394856"/>
                <a:gd name="connsiteY0" fmla="*/ 362857 h 2844800"/>
                <a:gd name="connsiteX1" fmla="*/ 2090056 w 2394856"/>
                <a:gd name="connsiteY1" fmla="*/ 0 h 2844800"/>
                <a:gd name="connsiteX2" fmla="*/ 2394856 w 2394856"/>
                <a:gd name="connsiteY2" fmla="*/ 2844800 h 2844800"/>
                <a:gd name="connsiteX3" fmla="*/ 435428 w 2394856"/>
                <a:gd name="connsiteY3" fmla="*/ 2844800 h 2844800"/>
                <a:gd name="connsiteX4" fmla="*/ 0 w 2394856"/>
                <a:gd name="connsiteY4" fmla="*/ 362857 h 2844800"/>
                <a:gd name="connsiteX0" fmla="*/ 0 w 2394856"/>
                <a:gd name="connsiteY0" fmla="*/ 1992818 h 4474761"/>
                <a:gd name="connsiteX1" fmla="*/ 2090056 w 2394856"/>
                <a:gd name="connsiteY1" fmla="*/ 1629961 h 4474761"/>
                <a:gd name="connsiteX2" fmla="*/ 2394856 w 2394856"/>
                <a:gd name="connsiteY2" fmla="*/ 4474761 h 4474761"/>
                <a:gd name="connsiteX3" fmla="*/ 435428 w 2394856"/>
                <a:gd name="connsiteY3" fmla="*/ 4474761 h 4474761"/>
                <a:gd name="connsiteX4" fmla="*/ 0 w 2394856"/>
                <a:gd name="connsiteY4" fmla="*/ 1992818 h 4474761"/>
                <a:gd name="connsiteX0" fmla="*/ 108246 w 2503102"/>
                <a:gd name="connsiteY0" fmla="*/ 2269429 h 4751372"/>
                <a:gd name="connsiteX1" fmla="*/ 2198302 w 2503102"/>
                <a:gd name="connsiteY1" fmla="*/ 1906572 h 4751372"/>
                <a:gd name="connsiteX2" fmla="*/ 2503102 w 2503102"/>
                <a:gd name="connsiteY2" fmla="*/ 4751372 h 4751372"/>
                <a:gd name="connsiteX3" fmla="*/ 543674 w 2503102"/>
                <a:gd name="connsiteY3" fmla="*/ 4751372 h 4751372"/>
                <a:gd name="connsiteX4" fmla="*/ 108246 w 2503102"/>
                <a:gd name="connsiteY4" fmla="*/ 2269429 h 4751372"/>
                <a:gd name="connsiteX0" fmla="*/ 94806 w 2489662"/>
                <a:gd name="connsiteY0" fmla="*/ 2110094 h 4592037"/>
                <a:gd name="connsiteX1" fmla="*/ 2184862 w 2489662"/>
                <a:gd name="connsiteY1" fmla="*/ 1747237 h 4592037"/>
                <a:gd name="connsiteX2" fmla="*/ 2489662 w 2489662"/>
                <a:gd name="connsiteY2" fmla="*/ 4592037 h 4592037"/>
                <a:gd name="connsiteX3" fmla="*/ 530234 w 2489662"/>
                <a:gd name="connsiteY3" fmla="*/ 4592037 h 4592037"/>
                <a:gd name="connsiteX4" fmla="*/ 94806 w 2489662"/>
                <a:gd name="connsiteY4" fmla="*/ 2110094 h 4592037"/>
                <a:gd name="connsiteX0" fmla="*/ 164427 w 2559283"/>
                <a:gd name="connsiteY0" fmla="*/ 2208237 h 4690180"/>
                <a:gd name="connsiteX1" fmla="*/ 2254483 w 2559283"/>
                <a:gd name="connsiteY1" fmla="*/ 1845380 h 4690180"/>
                <a:gd name="connsiteX2" fmla="*/ 2559283 w 2559283"/>
                <a:gd name="connsiteY2" fmla="*/ 4690180 h 4690180"/>
                <a:gd name="connsiteX3" fmla="*/ 599855 w 2559283"/>
                <a:gd name="connsiteY3" fmla="*/ 4690180 h 4690180"/>
                <a:gd name="connsiteX4" fmla="*/ 164427 w 2559283"/>
                <a:gd name="connsiteY4" fmla="*/ 2208237 h 4690180"/>
                <a:gd name="connsiteX0" fmla="*/ 228702 w 2623558"/>
                <a:gd name="connsiteY0" fmla="*/ 2208237 h 4690180"/>
                <a:gd name="connsiteX1" fmla="*/ 2318758 w 2623558"/>
                <a:gd name="connsiteY1" fmla="*/ 1845380 h 4690180"/>
                <a:gd name="connsiteX2" fmla="*/ 2623558 w 2623558"/>
                <a:gd name="connsiteY2" fmla="*/ 4690180 h 4690180"/>
                <a:gd name="connsiteX3" fmla="*/ 664130 w 2623558"/>
                <a:gd name="connsiteY3" fmla="*/ 4690180 h 4690180"/>
                <a:gd name="connsiteX4" fmla="*/ 228702 w 2623558"/>
                <a:gd name="connsiteY4" fmla="*/ 2208237 h 4690180"/>
                <a:gd name="connsiteX0" fmla="*/ 228702 w 5214358"/>
                <a:gd name="connsiteY0" fmla="*/ 2208237 h 4690180"/>
                <a:gd name="connsiteX1" fmla="*/ 2318758 w 5214358"/>
                <a:gd name="connsiteY1" fmla="*/ 1845380 h 4690180"/>
                <a:gd name="connsiteX2" fmla="*/ 5214358 w 5214358"/>
                <a:gd name="connsiteY2" fmla="*/ 3832930 h 4690180"/>
                <a:gd name="connsiteX3" fmla="*/ 664130 w 5214358"/>
                <a:gd name="connsiteY3" fmla="*/ 4690180 h 4690180"/>
                <a:gd name="connsiteX4" fmla="*/ 228702 w 5214358"/>
                <a:gd name="connsiteY4" fmla="*/ 2208237 h 4690180"/>
                <a:gd name="connsiteX0" fmla="*/ 228702 w 5214358"/>
                <a:gd name="connsiteY0" fmla="*/ 2208237 h 4690180"/>
                <a:gd name="connsiteX1" fmla="*/ 2318758 w 5214358"/>
                <a:gd name="connsiteY1" fmla="*/ 1845380 h 4690180"/>
                <a:gd name="connsiteX2" fmla="*/ 5214358 w 5214358"/>
                <a:gd name="connsiteY2" fmla="*/ 3832930 h 4690180"/>
                <a:gd name="connsiteX3" fmla="*/ 664130 w 5214358"/>
                <a:gd name="connsiteY3" fmla="*/ 4690180 h 4690180"/>
                <a:gd name="connsiteX4" fmla="*/ 228702 w 5214358"/>
                <a:gd name="connsiteY4" fmla="*/ 2208237 h 4690180"/>
                <a:gd name="connsiteX0" fmla="*/ 228702 w 5223296"/>
                <a:gd name="connsiteY0" fmla="*/ 2208237 h 4690180"/>
                <a:gd name="connsiteX1" fmla="*/ 2318758 w 5223296"/>
                <a:gd name="connsiteY1" fmla="*/ 1845380 h 4690180"/>
                <a:gd name="connsiteX2" fmla="*/ 5214358 w 5223296"/>
                <a:gd name="connsiteY2" fmla="*/ 3832930 h 4690180"/>
                <a:gd name="connsiteX3" fmla="*/ 664130 w 5223296"/>
                <a:gd name="connsiteY3" fmla="*/ 4690180 h 4690180"/>
                <a:gd name="connsiteX4" fmla="*/ 228702 w 5223296"/>
                <a:gd name="connsiteY4" fmla="*/ 2208237 h 4690180"/>
                <a:gd name="connsiteX0" fmla="*/ 206740 w 5201334"/>
                <a:gd name="connsiteY0" fmla="*/ 2208237 h 4537780"/>
                <a:gd name="connsiteX1" fmla="*/ 2296796 w 5201334"/>
                <a:gd name="connsiteY1" fmla="*/ 1845380 h 4537780"/>
                <a:gd name="connsiteX2" fmla="*/ 5192396 w 5201334"/>
                <a:gd name="connsiteY2" fmla="*/ 3832930 h 4537780"/>
                <a:gd name="connsiteX3" fmla="*/ 794568 w 5201334"/>
                <a:gd name="connsiteY3" fmla="*/ 4537780 h 4537780"/>
                <a:gd name="connsiteX4" fmla="*/ 206740 w 5201334"/>
                <a:gd name="connsiteY4" fmla="*/ 2208237 h 4537780"/>
                <a:gd name="connsiteX0" fmla="*/ 213735 w 5208329"/>
                <a:gd name="connsiteY0" fmla="*/ 2208237 h 4537780"/>
                <a:gd name="connsiteX1" fmla="*/ 2303791 w 5208329"/>
                <a:gd name="connsiteY1" fmla="*/ 1845380 h 4537780"/>
                <a:gd name="connsiteX2" fmla="*/ 5199391 w 5208329"/>
                <a:gd name="connsiteY2" fmla="*/ 3832930 h 4537780"/>
                <a:gd name="connsiteX3" fmla="*/ 801563 w 5208329"/>
                <a:gd name="connsiteY3" fmla="*/ 4537780 h 4537780"/>
                <a:gd name="connsiteX4" fmla="*/ 213735 w 5208329"/>
                <a:gd name="connsiteY4" fmla="*/ 2208237 h 4537780"/>
                <a:gd name="connsiteX0" fmla="*/ 213735 w 5208329"/>
                <a:gd name="connsiteY0" fmla="*/ 2208237 h 4660343"/>
                <a:gd name="connsiteX1" fmla="*/ 2303791 w 5208329"/>
                <a:gd name="connsiteY1" fmla="*/ 1845380 h 4660343"/>
                <a:gd name="connsiteX2" fmla="*/ 5199391 w 5208329"/>
                <a:gd name="connsiteY2" fmla="*/ 3832930 h 4660343"/>
                <a:gd name="connsiteX3" fmla="*/ 801563 w 5208329"/>
                <a:gd name="connsiteY3" fmla="*/ 4537780 h 4660343"/>
                <a:gd name="connsiteX4" fmla="*/ 213735 w 5208329"/>
                <a:gd name="connsiteY4" fmla="*/ 2208237 h 4660343"/>
                <a:gd name="connsiteX0" fmla="*/ 213735 w 5208329"/>
                <a:gd name="connsiteY0" fmla="*/ 2208237 h 4726289"/>
                <a:gd name="connsiteX1" fmla="*/ 2303791 w 5208329"/>
                <a:gd name="connsiteY1" fmla="*/ 1845380 h 4726289"/>
                <a:gd name="connsiteX2" fmla="*/ 5199391 w 5208329"/>
                <a:gd name="connsiteY2" fmla="*/ 3832930 h 4726289"/>
                <a:gd name="connsiteX3" fmla="*/ 801563 w 5208329"/>
                <a:gd name="connsiteY3" fmla="*/ 4537780 h 4726289"/>
                <a:gd name="connsiteX4" fmla="*/ 213735 w 5208329"/>
                <a:gd name="connsiteY4" fmla="*/ 2208237 h 4726289"/>
                <a:gd name="connsiteX0" fmla="*/ 213735 w 5208329"/>
                <a:gd name="connsiteY0" fmla="*/ 2208237 h 4726289"/>
                <a:gd name="connsiteX1" fmla="*/ 2303791 w 5208329"/>
                <a:gd name="connsiteY1" fmla="*/ 1845380 h 4726289"/>
                <a:gd name="connsiteX2" fmla="*/ 5199391 w 5208329"/>
                <a:gd name="connsiteY2" fmla="*/ 3832930 h 4726289"/>
                <a:gd name="connsiteX3" fmla="*/ 801563 w 5208329"/>
                <a:gd name="connsiteY3" fmla="*/ 4537780 h 4726289"/>
                <a:gd name="connsiteX4" fmla="*/ 213735 w 5208329"/>
                <a:gd name="connsiteY4" fmla="*/ 2208237 h 4726289"/>
                <a:gd name="connsiteX0" fmla="*/ 213735 w 5208329"/>
                <a:gd name="connsiteY0" fmla="*/ 2133771 h 4651823"/>
                <a:gd name="connsiteX1" fmla="*/ 2303791 w 5208329"/>
                <a:gd name="connsiteY1" fmla="*/ 1770914 h 4651823"/>
                <a:gd name="connsiteX2" fmla="*/ 5199391 w 5208329"/>
                <a:gd name="connsiteY2" fmla="*/ 3758464 h 4651823"/>
                <a:gd name="connsiteX3" fmla="*/ 801563 w 5208329"/>
                <a:gd name="connsiteY3" fmla="*/ 4463314 h 4651823"/>
                <a:gd name="connsiteX4" fmla="*/ 213735 w 5208329"/>
                <a:gd name="connsiteY4" fmla="*/ 2133771 h 4651823"/>
                <a:gd name="connsiteX0" fmla="*/ 213735 w 5208329"/>
                <a:gd name="connsiteY0" fmla="*/ 2216663 h 4734715"/>
                <a:gd name="connsiteX1" fmla="*/ 2303791 w 5208329"/>
                <a:gd name="connsiteY1" fmla="*/ 1853806 h 4734715"/>
                <a:gd name="connsiteX2" fmla="*/ 5199391 w 5208329"/>
                <a:gd name="connsiteY2" fmla="*/ 3841356 h 4734715"/>
                <a:gd name="connsiteX3" fmla="*/ 801563 w 5208329"/>
                <a:gd name="connsiteY3" fmla="*/ 4546206 h 4734715"/>
                <a:gd name="connsiteX4" fmla="*/ 213735 w 5208329"/>
                <a:gd name="connsiteY4" fmla="*/ 2216663 h 4734715"/>
                <a:gd name="connsiteX0" fmla="*/ 213735 w 5208329"/>
                <a:gd name="connsiteY0" fmla="*/ 2159633 h 4677685"/>
                <a:gd name="connsiteX1" fmla="*/ 2303791 w 5208329"/>
                <a:gd name="connsiteY1" fmla="*/ 1796776 h 4677685"/>
                <a:gd name="connsiteX2" fmla="*/ 5199391 w 5208329"/>
                <a:gd name="connsiteY2" fmla="*/ 3784326 h 4677685"/>
                <a:gd name="connsiteX3" fmla="*/ 801563 w 5208329"/>
                <a:gd name="connsiteY3" fmla="*/ 4489176 h 4677685"/>
                <a:gd name="connsiteX4" fmla="*/ 213735 w 5208329"/>
                <a:gd name="connsiteY4" fmla="*/ 2159633 h 4677685"/>
                <a:gd name="connsiteX0" fmla="*/ 213735 w 5208329"/>
                <a:gd name="connsiteY0" fmla="*/ 2167769 h 4685821"/>
                <a:gd name="connsiteX1" fmla="*/ 2303791 w 5208329"/>
                <a:gd name="connsiteY1" fmla="*/ 1804912 h 4685821"/>
                <a:gd name="connsiteX2" fmla="*/ 5199391 w 5208329"/>
                <a:gd name="connsiteY2" fmla="*/ 3792462 h 4685821"/>
                <a:gd name="connsiteX3" fmla="*/ 801563 w 5208329"/>
                <a:gd name="connsiteY3" fmla="*/ 4497312 h 4685821"/>
                <a:gd name="connsiteX4" fmla="*/ 213735 w 5208329"/>
                <a:gd name="connsiteY4" fmla="*/ 2167769 h 4685821"/>
                <a:gd name="connsiteX0" fmla="*/ 213735 w 5208329"/>
                <a:gd name="connsiteY0" fmla="*/ 2167769 h 4685821"/>
                <a:gd name="connsiteX1" fmla="*/ 2303791 w 5208329"/>
                <a:gd name="connsiteY1" fmla="*/ 1804912 h 4685821"/>
                <a:gd name="connsiteX2" fmla="*/ 5199391 w 5208329"/>
                <a:gd name="connsiteY2" fmla="*/ 3792462 h 4685821"/>
                <a:gd name="connsiteX3" fmla="*/ 801563 w 5208329"/>
                <a:gd name="connsiteY3" fmla="*/ 4497312 h 4685821"/>
                <a:gd name="connsiteX4" fmla="*/ 213735 w 5208329"/>
                <a:gd name="connsiteY4" fmla="*/ 2167769 h 4685821"/>
                <a:gd name="connsiteX0" fmla="*/ 161784 w 5156378"/>
                <a:gd name="connsiteY0" fmla="*/ 2167769 h 4685821"/>
                <a:gd name="connsiteX1" fmla="*/ 2251840 w 5156378"/>
                <a:gd name="connsiteY1" fmla="*/ 1804912 h 4685821"/>
                <a:gd name="connsiteX2" fmla="*/ 5147440 w 5156378"/>
                <a:gd name="connsiteY2" fmla="*/ 3792462 h 4685821"/>
                <a:gd name="connsiteX3" fmla="*/ 749612 w 5156378"/>
                <a:gd name="connsiteY3" fmla="*/ 4497312 h 4685821"/>
                <a:gd name="connsiteX4" fmla="*/ 161784 w 5156378"/>
                <a:gd name="connsiteY4" fmla="*/ 2167769 h 4685821"/>
                <a:gd name="connsiteX0" fmla="*/ 161784 w 5156378"/>
                <a:gd name="connsiteY0" fmla="*/ 2167769 h 4685821"/>
                <a:gd name="connsiteX1" fmla="*/ 2251840 w 5156378"/>
                <a:gd name="connsiteY1" fmla="*/ 1804912 h 4685821"/>
                <a:gd name="connsiteX2" fmla="*/ 5147440 w 5156378"/>
                <a:gd name="connsiteY2" fmla="*/ 3792462 h 4685821"/>
                <a:gd name="connsiteX3" fmla="*/ 749612 w 5156378"/>
                <a:gd name="connsiteY3" fmla="*/ 4497312 h 4685821"/>
                <a:gd name="connsiteX4" fmla="*/ 161784 w 5156378"/>
                <a:gd name="connsiteY4" fmla="*/ 2167769 h 4685821"/>
                <a:gd name="connsiteX0" fmla="*/ 157125 w 5151719"/>
                <a:gd name="connsiteY0" fmla="*/ 2167769 h 4685821"/>
                <a:gd name="connsiteX1" fmla="*/ 2247181 w 5151719"/>
                <a:gd name="connsiteY1" fmla="*/ 1804912 h 4685821"/>
                <a:gd name="connsiteX2" fmla="*/ 5142781 w 5151719"/>
                <a:gd name="connsiteY2" fmla="*/ 3792462 h 4685821"/>
                <a:gd name="connsiteX3" fmla="*/ 744953 w 5151719"/>
                <a:gd name="connsiteY3" fmla="*/ 4497312 h 4685821"/>
                <a:gd name="connsiteX4" fmla="*/ 157125 w 5151719"/>
                <a:gd name="connsiteY4" fmla="*/ 2167769 h 468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1719" h="4685821">
                  <a:moveTo>
                    <a:pt x="157125" y="2167769"/>
                  </a:moveTo>
                  <a:cubicBezTo>
                    <a:pt x="-589454" y="208945"/>
                    <a:pt x="1621253" y="-1359808"/>
                    <a:pt x="2247181" y="1804912"/>
                  </a:cubicBezTo>
                  <a:cubicBezTo>
                    <a:pt x="2793281" y="2486479"/>
                    <a:pt x="5320581" y="2882295"/>
                    <a:pt x="5142781" y="3792462"/>
                  </a:cubicBezTo>
                  <a:cubicBezTo>
                    <a:pt x="4381688" y="4541762"/>
                    <a:pt x="2382346" y="4948162"/>
                    <a:pt x="744953" y="4497312"/>
                  </a:cubicBezTo>
                  <a:cubicBezTo>
                    <a:pt x="585239" y="4415740"/>
                    <a:pt x="-370096" y="4277079"/>
                    <a:pt x="157125" y="2167769"/>
                  </a:cubicBezTo>
                  <a:close/>
                </a:path>
              </a:pathLst>
            </a:custGeom>
            <a:solidFill>
              <a:srgbClr val="D4976E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Isosceles Triangle 31">
              <a:extLst>
                <a:ext uri="{FF2B5EF4-FFF2-40B4-BE49-F238E27FC236}">
                  <a16:creationId xmlns:a16="http://schemas.microsoft.com/office/drawing/2014/main" id="{F3199F34-EFFD-5420-5F65-F25A8C46B6BC}"/>
                </a:ext>
              </a:extLst>
            </p:cNvPr>
            <p:cNvSpPr/>
            <p:nvPr/>
          </p:nvSpPr>
          <p:spPr>
            <a:xfrm rot="11781574">
              <a:off x="4656845" y="2167809"/>
              <a:ext cx="425121" cy="1119172"/>
            </a:xfrm>
            <a:custGeom>
              <a:avLst/>
              <a:gdLst>
                <a:gd name="connsiteX0" fmla="*/ 0 w 271671"/>
                <a:gd name="connsiteY0" fmla="*/ 1117600 h 1117600"/>
                <a:gd name="connsiteX1" fmla="*/ 135836 w 271671"/>
                <a:gd name="connsiteY1" fmla="*/ 0 h 1117600"/>
                <a:gd name="connsiteX2" fmla="*/ 271671 w 271671"/>
                <a:gd name="connsiteY2" fmla="*/ 1117600 h 1117600"/>
                <a:gd name="connsiteX3" fmla="*/ 0 w 271671"/>
                <a:gd name="connsiteY3" fmla="*/ 1117600 h 1117600"/>
                <a:gd name="connsiteX0" fmla="*/ 0 w 478830"/>
                <a:gd name="connsiteY0" fmla="*/ 1117600 h 1117600"/>
                <a:gd name="connsiteX1" fmla="*/ 135836 w 478830"/>
                <a:gd name="connsiteY1" fmla="*/ 0 h 1117600"/>
                <a:gd name="connsiteX2" fmla="*/ 478830 w 478830"/>
                <a:gd name="connsiteY2" fmla="*/ 1056789 h 1117600"/>
                <a:gd name="connsiteX3" fmla="*/ 0 w 478830"/>
                <a:gd name="connsiteY3" fmla="*/ 1117600 h 1117600"/>
                <a:gd name="connsiteX0" fmla="*/ 129343 w 342994"/>
                <a:gd name="connsiteY0" fmla="*/ 1119172 h 1119172"/>
                <a:gd name="connsiteX1" fmla="*/ 0 w 342994"/>
                <a:gd name="connsiteY1" fmla="*/ 0 h 1119172"/>
                <a:gd name="connsiteX2" fmla="*/ 342994 w 342994"/>
                <a:gd name="connsiteY2" fmla="*/ 1056789 h 1119172"/>
                <a:gd name="connsiteX3" fmla="*/ 129343 w 342994"/>
                <a:gd name="connsiteY3" fmla="*/ 1119172 h 1119172"/>
                <a:gd name="connsiteX0" fmla="*/ 151571 w 365222"/>
                <a:gd name="connsiteY0" fmla="*/ 1119172 h 1119172"/>
                <a:gd name="connsiteX1" fmla="*/ 22228 w 365222"/>
                <a:gd name="connsiteY1" fmla="*/ 0 h 1119172"/>
                <a:gd name="connsiteX2" fmla="*/ 365222 w 365222"/>
                <a:gd name="connsiteY2" fmla="*/ 1056789 h 1119172"/>
                <a:gd name="connsiteX3" fmla="*/ 151571 w 365222"/>
                <a:gd name="connsiteY3" fmla="*/ 1119172 h 1119172"/>
                <a:gd name="connsiteX0" fmla="*/ 211470 w 425121"/>
                <a:gd name="connsiteY0" fmla="*/ 1119172 h 1119172"/>
                <a:gd name="connsiteX1" fmla="*/ 82127 w 425121"/>
                <a:gd name="connsiteY1" fmla="*/ 0 h 1119172"/>
                <a:gd name="connsiteX2" fmla="*/ 425121 w 425121"/>
                <a:gd name="connsiteY2" fmla="*/ 1056789 h 1119172"/>
                <a:gd name="connsiteX3" fmla="*/ 211470 w 425121"/>
                <a:gd name="connsiteY3" fmla="*/ 1119172 h 1119172"/>
                <a:gd name="connsiteX0" fmla="*/ 211470 w 425121"/>
                <a:gd name="connsiteY0" fmla="*/ 1119172 h 1119172"/>
                <a:gd name="connsiteX1" fmla="*/ 82127 w 425121"/>
                <a:gd name="connsiteY1" fmla="*/ 0 h 1119172"/>
                <a:gd name="connsiteX2" fmla="*/ 425121 w 425121"/>
                <a:gd name="connsiteY2" fmla="*/ 1056789 h 1119172"/>
                <a:gd name="connsiteX3" fmla="*/ 211470 w 425121"/>
                <a:gd name="connsiteY3" fmla="*/ 1119172 h 1119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5121" h="1119172">
                  <a:moveTo>
                    <a:pt x="211470" y="1119172"/>
                  </a:moveTo>
                  <a:cubicBezTo>
                    <a:pt x="-60266" y="733812"/>
                    <a:pt x="-30934" y="246836"/>
                    <a:pt x="82127" y="0"/>
                  </a:cubicBezTo>
                  <a:cubicBezTo>
                    <a:pt x="128374" y="345777"/>
                    <a:pt x="310790" y="704526"/>
                    <a:pt x="425121" y="1056789"/>
                  </a:cubicBezTo>
                  <a:lnTo>
                    <a:pt x="211470" y="1119172"/>
                  </a:lnTo>
                  <a:close/>
                </a:path>
              </a:pathLst>
            </a:custGeom>
            <a:solidFill>
              <a:srgbClr val="FBFCFC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Isosceles Triangle 31">
              <a:extLst>
                <a:ext uri="{FF2B5EF4-FFF2-40B4-BE49-F238E27FC236}">
                  <a16:creationId xmlns:a16="http://schemas.microsoft.com/office/drawing/2014/main" id="{E1A8CA85-7F5C-AA5C-8ABE-EBCF47CCB4D9}"/>
                </a:ext>
              </a:extLst>
            </p:cNvPr>
            <p:cNvSpPr/>
            <p:nvPr/>
          </p:nvSpPr>
          <p:spPr>
            <a:xfrm rot="9818426" flipH="1">
              <a:off x="3808663" y="2190835"/>
              <a:ext cx="425121" cy="1119172"/>
            </a:xfrm>
            <a:custGeom>
              <a:avLst/>
              <a:gdLst>
                <a:gd name="connsiteX0" fmla="*/ 0 w 271671"/>
                <a:gd name="connsiteY0" fmla="*/ 1117600 h 1117600"/>
                <a:gd name="connsiteX1" fmla="*/ 135836 w 271671"/>
                <a:gd name="connsiteY1" fmla="*/ 0 h 1117600"/>
                <a:gd name="connsiteX2" fmla="*/ 271671 w 271671"/>
                <a:gd name="connsiteY2" fmla="*/ 1117600 h 1117600"/>
                <a:gd name="connsiteX3" fmla="*/ 0 w 271671"/>
                <a:gd name="connsiteY3" fmla="*/ 1117600 h 1117600"/>
                <a:gd name="connsiteX0" fmla="*/ 0 w 478830"/>
                <a:gd name="connsiteY0" fmla="*/ 1117600 h 1117600"/>
                <a:gd name="connsiteX1" fmla="*/ 135836 w 478830"/>
                <a:gd name="connsiteY1" fmla="*/ 0 h 1117600"/>
                <a:gd name="connsiteX2" fmla="*/ 478830 w 478830"/>
                <a:gd name="connsiteY2" fmla="*/ 1056789 h 1117600"/>
                <a:gd name="connsiteX3" fmla="*/ 0 w 478830"/>
                <a:gd name="connsiteY3" fmla="*/ 1117600 h 1117600"/>
                <a:gd name="connsiteX0" fmla="*/ 129343 w 342994"/>
                <a:gd name="connsiteY0" fmla="*/ 1119172 h 1119172"/>
                <a:gd name="connsiteX1" fmla="*/ 0 w 342994"/>
                <a:gd name="connsiteY1" fmla="*/ 0 h 1119172"/>
                <a:gd name="connsiteX2" fmla="*/ 342994 w 342994"/>
                <a:gd name="connsiteY2" fmla="*/ 1056789 h 1119172"/>
                <a:gd name="connsiteX3" fmla="*/ 129343 w 342994"/>
                <a:gd name="connsiteY3" fmla="*/ 1119172 h 1119172"/>
                <a:gd name="connsiteX0" fmla="*/ 151571 w 365222"/>
                <a:gd name="connsiteY0" fmla="*/ 1119172 h 1119172"/>
                <a:gd name="connsiteX1" fmla="*/ 22228 w 365222"/>
                <a:gd name="connsiteY1" fmla="*/ 0 h 1119172"/>
                <a:gd name="connsiteX2" fmla="*/ 365222 w 365222"/>
                <a:gd name="connsiteY2" fmla="*/ 1056789 h 1119172"/>
                <a:gd name="connsiteX3" fmla="*/ 151571 w 365222"/>
                <a:gd name="connsiteY3" fmla="*/ 1119172 h 1119172"/>
                <a:gd name="connsiteX0" fmla="*/ 211470 w 425121"/>
                <a:gd name="connsiteY0" fmla="*/ 1119172 h 1119172"/>
                <a:gd name="connsiteX1" fmla="*/ 82127 w 425121"/>
                <a:gd name="connsiteY1" fmla="*/ 0 h 1119172"/>
                <a:gd name="connsiteX2" fmla="*/ 425121 w 425121"/>
                <a:gd name="connsiteY2" fmla="*/ 1056789 h 1119172"/>
                <a:gd name="connsiteX3" fmla="*/ 211470 w 425121"/>
                <a:gd name="connsiteY3" fmla="*/ 1119172 h 1119172"/>
                <a:gd name="connsiteX0" fmla="*/ 211470 w 425121"/>
                <a:gd name="connsiteY0" fmla="*/ 1119172 h 1119172"/>
                <a:gd name="connsiteX1" fmla="*/ 82127 w 425121"/>
                <a:gd name="connsiteY1" fmla="*/ 0 h 1119172"/>
                <a:gd name="connsiteX2" fmla="*/ 425121 w 425121"/>
                <a:gd name="connsiteY2" fmla="*/ 1056789 h 1119172"/>
                <a:gd name="connsiteX3" fmla="*/ 211470 w 425121"/>
                <a:gd name="connsiteY3" fmla="*/ 1119172 h 1119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5121" h="1119172">
                  <a:moveTo>
                    <a:pt x="211470" y="1119172"/>
                  </a:moveTo>
                  <a:cubicBezTo>
                    <a:pt x="-60266" y="733812"/>
                    <a:pt x="-30934" y="246836"/>
                    <a:pt x="82127" y="0"/>
                  </a:cubicBezTo>
                  <a:cubicBezTo>
                    <a:pt x="128374" y="345777"/>
                    <a:pt x="310790" y="704526"/>
                    <a:pt x="425121" y="1056789"/>
                  </a:cubicBezTo>
                  <a:lnTo>
                    <a:pt x="211470" y="1119172"/>
                  </a:lnTo>
                  <a:close/>
                </a:path>
              </a:pathLst>
            </a:custGeom>
            <a:solidFill>
              <a:srgbClr val="FBFCFC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Rectangle 36">
              <a:extLst>
                <a:ext uri="{FF2B5EF4-FFF2-40B4-BE49-F238E27FC236}">
                  <a16:creationId xmlns:a16="http://schemas.microsoft.com/office/drawing/2014/main" id="{FEE7932C-3F00-3AFD-51D3-17983E4DFCDF}"/>
                </a:ext>
              </a:extLst>
            </p:cNvPr>
            <p:cNvSpPr/>
            <p:nvPr/>
          </p:nvSpPr>
          <p:spPr>
            <a:xfrm>
              <a:off x="5505450" y="4827345"/>
              <a:ext cx="1532064" cy="1150870"/>
            </a:xfrm>
            <a:custGeom>
              <a:avLst/>
              <a:gdLst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796319 w 796319"/>
                <a:gd name="connsiteY2" fmla="*/ 77120 h 77120"/>
                <a:gd name="connsiteX3" fmla="*/ 0 w 796319"/>
                <a:gd name="connsiteY3" fmla="*/ 77120 h 77120"/>
                <a:gd name="connsiteX4" fmla="*/ 0 w 796319"/>
                <a:gd name="connsiteY4" fmla="*/ 0 h 77120"/>
                <a:gd name="connsiteX0" fmla="*/ 0 w 796319"/>
                <a:gd name="connsiteY0" fmla="*/ 0 h 89820"/>
                <a:gd name="connsiteX1" fmla="*/ 796319 w 796319"/>
                <a:gd name="connsiteY1" fmla="*/ 0 h 89820"/>
                <a:gd name="connsiteX2" fmla="*/ 542319 w 796319"/>
                <a:gd name="connsiteY2" fmla="*/ 89820 h 89820"/>
                <a:gd name="connsiteX3" fmla="*/ 0 w 796319"/>
                <a:gd name="connsiteY3" fmla="*/ 77120 h 89820"/>
                <a:gd name="connsiteX4" fmla="*/ 0 w 796319"/>
                <a:gd name="connsiteY4" fmla="*/ 0 h 89820"/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0 w 796319"/>
                <a:gd name="connsiteY2" fmla="*/ 77120 h 77120"/>
                <a:gd name="connsiteX3" fmla="*/ 0 w 796319"/>
                <a:gd name="connsiteY3" fmla="*/ 0 h 77120"/>
                <a:gd name="connsiteX0" fmla="*/ 1498600 w 1498600"/>
                <a:gd name="connsiteY0" fmla="*/ 1117600 h 1117600"/>
                <a:gd name="connsiteX1" fmla="*/ 796319 w 1498600"/>
                <a:gd name="connsiteY1" fmla="*/ 0 h 1117600"/>
                <a:gd name="connsiteX2" fmla="*/ 0 w 1498600"/>
                <a:gd name="connsiteY2" fmla="*/ 77120 h 1117600"/>
                <a:gd name="connsiteX3" fmla="*/ 1498600 w 1498600"/>
                <a:gd name="connsiteY3" fmla="*/ 1117600 h 1117600"/>
                <a:gd name="connsiteX0" fmla="*/ 1498600 w 1498600"/>
                <a:gd name="connsiteY0" fmla="*/ 1117600 h 1122379"/>
                <a:gd name="connsiteX1" fmla="*/ 796319 w 1498600"/>
                <a:gd name="connsiteY1" fmla="*/ 0 h 1122379"/>
                <a:gd name="connsiteX2" fmla="*/ 0 w 1498600"/>
                <a:gd name="connsiteY2" fmla="*/ 77120 h 1122379"/>
                <a:gd name="connsiteX3" fmla="*/ 1498600 w 1498600"/>
                <a:gd name="connsiteY3" fmla="*/ 1117600 h 1122379"/>
                <a:gd name="connsiteX0" fmla="*/ 1498600 w 1498600"/>
                <a:gd name="connsiteY0" fmla="*/ 1117600 h 1122687"/>
                <a:gd name="connsiteX1" fmla="*/ 796319 w 1498600"/>
                <a:gd name="connsiteY1" fmla="*/ 0 h 1122687"/>
                <a:gd name="connsiteX2" fmla="*/ 0 w 1498600"/>
                <a:gd name="connsiteY2" fmla="*/ 77120 h 1122687"/>
                <a:gd name="connsiteX3" fmla="*/ 1498600 w 1498600"/>
                <a:gd name="connsiteY3" fmla="*/ 1117600 h 1122687"/>
                <a:gd name="connsiteX0" fmla="*/ 1498600 w 1504941"/>
                <a:gd name="connsiteY0" fmla="*/ 1117600 h 1122687"/>
                <a:gd name="connsiteX1" fmla="*/ 796319 w 1504941"/>
                <a:gd name="connsiteY1" fmla="*/ 0 h 1122687"/>
                <a:gd name="connsiteX2" fmla="*/ 0 w 1504941"/>
                <a:gd name="connsiteY2" fmla="*/ 77120 h 1122687"/>
                <a:gd name="connsiteX3" fmla="*/ 1498600 w 1504941"/>
                <a:gd name="connsiteY3" fmla="*/ 1117600 h 1122687"/>
                <a:gd name="connsiteX0" fmla="*/ 1498600 w 1514907"/>
                <a:gd name="connsiteY0" fmla="*/ 1117600 h 1122687"/>
                <a:gd name="connsiteX1" fmla="*/ 796319 w 1514907"/>
                <a:gd name="connsiteY1" fmla="*/ 0 h 1122687"/>
                <a:gd name="connsiteX2" fmla="*/ 0 w 1514907"/>
                <a:gd name="connsiteY2" fmla="*/ 77120 h 1122687"/>
                <a:gd name="connsiteX3" fmla="*/ 1498600 w 1514907"/>
                <a:gd name="connsiteY3" fmla="*/ 1117600 h 1122687"/>
                <a:gd name="connsiteX0" fmla="*/ 1498600 w 1527654"/>
                <a:gd name="connsiteY0" fmla="*/ 1117600 h 1122687"/>
                <a:gd name="connsiteX1" fmla="*/ 796319 w 1527654"/>
                <a:gd name="connsiteY1" fmla="*/ 0 h 1122687"/>
                <a:gd name="connsiteX2" fmla="*/ 0 w 1527654"/>
                <a:gd name="connsiteY2" fmla="*/ 77120 h 1122687"/>
                <a:gd name="connsiteX3" fmla="*/ 1498600 w 1527654"/>
                <a:gd name="connsiteY3" fmla="*/ 1117600 h 1122687"/>
                <a:gd name="connsiteX0" fmla="*/ 1498600 w 1527654"/>
                <a:gd name="connsiteY0" fmla="*/ 1117600 h 1135911"/>
                <a:gd name="connsiteX1" fmla="*/ 796319 w 1527654"/>
                <a:gd name="connsiteY1" fmla="*/ 0 h 1135911"/>
                <a:gd name="connsiteX2" fmla="*/ 0 w 1527654"/>
                <a:gd name="connsiteY2" fmla="*/ 77120 h 1135911"/>
                <a:gd name="connsiteX3" fmla="*/ 1498600 w 1527654"/>
                <a:gd name="connsiteY3" fmla="*/ 1117600 h 1135911"/>
                <a:gd name="connsiteX0" fmla="*/ 1498600 w 1532064"/>
                <a:gd name="connsiteY0" fmla="*/ 1117600 h 1135911"/>
                <a:gd name="connsiteX1" fmla="*/ 796319 w 1532064"/>
                <a:gd name="connsiteY1" fmla="*/ 0 h 1135911"/>
                <a:gd name="connsiteX2" fmla="*/ 0 w 1532064"/>
                <a:gd name="connsiteY2" fmla="*/ 77120 h 1135911"/>
                <a:gd name="connsiteX3" fmla="*/ 1498600 w 1532064"/>
                <a:gd name="connsiteY3" fmla="*/ 1117600 h 1135911"/>
                <a:gd name="connsiteX0" fmla="*/ 1498600 w 1532064"/>
                <a:gd name="connsiteY0" fmla="*/ 1117600 h 1150870"/>
                <a:gd name="connsiteX1" fmla="*/ 796319 w 1532064"/>
                <a:gd name="connsiteY1" fmla="*/ 0 h 1150870"/>
                <a:gd name="connsiteX2" fmla="*/ 0 w 1532064"/>
                <a:gd name="connsiteY2" fmla="*/ 77120 h 1150870"/>
                <a:gd name="connsiteX3" fmla="*/ 1498600 w 1532064"/>
                <a:gd name="connsiteY3" fmla="*/ 1117600 h 11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2064" h="1150870">
                  <a:moveTo>
                    <a:pt x="1498600" y="1117600"/>
                  </a:moveTo>
                  <a:cubicBezTo>
                    <a:pt x="1686781" y="992717"/>
                    <a:pt x="1030413" y="372533"/>
                    <a:pt x="796319" y="0"/>
                  </a:cubicBezTo>
                  <a:lnTo>
                    <a:pt x="0" y="77120"/>
                  </a:lnTo>
                  <a:cubicBezTo>
                    <a:pt x="4233" y="474747"/>
                    <a:pt x="675217" y="1329573"/>
                    <a:pt x="1498600" y="1117600"/>
                  </a:cubicBezTo>
                  <a:close/>
                </a:path>
              </a:pathLst>
            </a:custGeom>
            <a:solidFill>
              <a:srgbClr val="D4976E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Rectangle 15">
              <a:extLst>
                <a:ext uri="{FF2B5EF4-FFF2-40B4-BE49-F238E27FC236}">
                  <a16:creationId xmlns:a16="http://schemas.microsoft.com/office/drawing/2014/main" id="{0B4656D3-C259-B11F-C85C-9AD89B6E5E5F}"/>
                </a:ext>
              </a:extLst>
            </p:cNvPr>
            <p:cNvSpPr/>
            <p:nvPr/>
          </p:nvSpPr>
          <p:spPr>
            <a:xfrm>
              <a:off x="3603062" y="1602409"/>
              <a:ext cx="1567530" cy="791289"/>
            </a:xfrm>
            <a:custGeom>
              <a:avLst/>
              <a:gdLst>
                <a:gd name="connsiteX0" fmla="*/ 0 w 1003300"/>
                <a:gd name="connsiteY0" fmla="*/ 0 h 152400"/>
                <a:gd name="connsiteX1" fmla="*/ 1003300 w 1003300"/>
                <a:gd name="connsiteY1" fmla="*/ 0 h 152400"/>
                <a:gd name="connsiteX2" fmla="*/ 1003300 w 1003300"/>
                <a:gd name="connsiteY2" fmla="*/ 152400 h 152400"/>
                <a:gd name="connsiteX3" fmla="*/ 0 w 1003300"/>
                <a:gd name="connsiteY3" fmla="*/ 152400 h 152400"/>
                <a:gd name="connsiteX4" fmla="*/ 0 w 1003300"/>
                <a:gd name="connsiteY4" fmla="*/ 0 h 152400"/>
                <a:gd name="connsiteX0" fmla="*/ 0 w 1003300"/>
                <a:gd name="connsiteY0" fmla="*/ 0 h 558800"/>
                <a:gd name="connsiteX1" fmla="*/ 1003300 w 1003300"/>
                <a:gd name="connsiteY1" fmla="*/ 0 h 558800"/>
                <a:gd name="connsiteX2" fmla="*/ 1003300 w 1003300"/>
                <a:gd name="connsiteY2" fmla="*/ 152400 h 558800"/>
                <a:gd name="connsiteX3" fmla="*/ 444500 w 1003300"/>
                <a:gd name="connsiteY3" fmla="*/ 558800 h 558800"/>
                <a:gd name="connsiteX4" fmla="*/ 0 w 1003300"/>
                <a:gd name="connsiteY4" fmla="*/ 0 h 558800"/>
                <a:gd name="connsiteX0" fmla="*/ 296745 w 1300045"/>
                <a:gd name="connsiteY0" fmla="*/ 0 h 565184"/>
                <a:gd name="connsiteX1" fmla="*/ 1300045 w 1300045"/>
                <a:gd name="connsiteY1" fmla="*/ 0 h 565184"/>
                <a:gd name="connsiteX2" fmla="*/ 1300045 w 1300045"/>
                <a:gd name="connsiteY2" fmla="*/ 152400 h 565184"/>
                <a:gd name="connsiteX3" fmla="*/ 741245 w 1300045"/>
                <a:gd name="connsiteY3" fmla="*/ 558800 h 565184"/>
                <a:gd name="connsiteX4" fmla="*/ 296745 w 1300045"/>
                <a:gd name="connsiteY4" fmla="*/ 0 h 565184"/>
                <a:gd name="connsiteX0" fmla="*/ 302697 w 1305997"/>
                <a:gd name="connsiteY0" fmla="*/ 0 h 735868"/>
                <a:gd name="connsiteX1" fmla="*/ 1305997 w 1305997"/>
                <a:gd name="connsiteY1" fmla="*/ 0 h 735868"/>
                <a:gd name="connsiteX2" fmla="*/ 1305997 w 1305997"/>
                <a:gd name="connsiteY2" fmla="*/ 152400 h 735868"/>
                <a:gd name="connsiteX3" fmla="*/ 747197 w 1305997"/>
                <a:gd name="connsiteY3" fmla="*/ 558800 h 735868"/>
                <a:gd name="connsiteX4" fmla="*/ 302697 w 1305997"/>
                <a:gd name="connsiteY4" fmla="*/ 0 h 735868"/>
                <a:gd name="connsiteX0" fmla="*/ 346637 w 1349937"/>
                <a:gd name="connsiteY0" fmla="*/ 0 h 707562"/>
                <a:gd name="connsiteX1" fmla="*/ 1349937 w 1349937"/>
                <a:gd name="connsiteY1" fmla="*/ 0 h 707562"/>
                <a:gd name="connsiteX2" fmla="*/ 1349937 w 1349937"/>
                <a:gd name="connsiteY2" fmla="*/ 152400 h 707562"/>
                <a:gd name="connsiteX3" fmla="*/ 791137 w 1349937"/>
                <a:gd name="connsiteY3" fmla="*/ 558800 h 707562"/>
                <a:gd name="connsiteX4" fmla="*/ 346637 w 1349937"/>
                <a:gd name="connsiteY4" fmla="*/ 0 h 707562"/>
                <a:gd name="connsiteX0" fmla="*/ 346637 w 1349937"/>
                <a:gd name="connsiteY0" fmla="*/ 0 h 707562"/>
                <a:gd name="connsiteX1" fmla="*/ 1349937 w 1349937"/>
                <a:gd name="connsiteY1" fmla="*/ 0 h 707562"/>
                <a:gd name="connsiteX2" fmla="*/ 791137 w 1349937"/>
                <a:gd name="connsiteY2" fmla="*/ 558800 h 707562"/>
                <a:gd name="connsiteX3" fmla="*/ 346637 w 1349937"/>
                <a:gd name="connsiteY3" fmla="*/ 0 h 707562"/>
                <a:gd name="connsiteX0" fmla="*/ 346637 w 1580253"/>
                <a:gd name="connsiteY0" fmla="*/ 0 h 707562"/>
                <a:gd name="connsiteX1" fmla="*/ 1349937 w 1580253"/>
                <a:gd name="connsiteY1" fmla="*/ 0 h 707562"/>
                <a:gd name="connsiteX2" fmla="*/ 791137 w 1580253"/>
                <a:gd name="connsiteY2" fmla="*/ 558800 h 707562"/>
                <a:gd name="connsiteX3" fmla="*/ 346637 w 1580253"/>
                <a:gd name="connsiteY3" fmla="*/ 0 h 707562"/>
                <a:gd name="connsiteX0" fmla="*/ 346637 w 1567530"/>
                <a:gd name="connsiteY0" fmla="*/ 0 h 717299"/>
                <a:gd name="connsiteX1" fmla="*/ 1349937 w 1567530"/>
                <a:gd name="connsiteY1" fmla="*/ 0 h 717299"/>
                <a:gd name="connsiteX2" fmla="*/ 791137 w 1567530"/>
                <a:gd name="connsiteY2" fmla="*/ 558800 h 717299"/>
                <a:gd name="connsiteX3" fmla="*/ 346637 w 1567530"/>
                <a:gd name="connsiteY3" fmla="*/ 0 h 717299"/>
                <a:gd name="connsiteX0" fmla="*/ 346637 w 1567530"/>
                <a:gd name="connsiteY0" fmla="*/ 39511 h 756810"/>
                <a:gd name="connsiteX1" fmla="*/ 1349937 w 1567530"/>
                <a:gd name="connsiteY1" fmla="*/ 39511 h 756810"/>
                <a:gd name="connsiteX2" fmla="*/ 791137 w 1567530"/>
                <a:gd name="connsiteY2" fmla="*/ 598311 h 756810"/>
                <a:gd name="connsiteX3" fmla="*/ 346637 w 1567530"/>
                <a:gd name="connsiteY3" fmla="*/ 39511 h 756810"/>
                <a:gd name="connsiteX0" fmla="*/ 346637 w 1567530"/>
                <a:gd name="connsiteY0" fmla="*/ 73990 h 791289"/>
                <a:gd name="connsiteX1" fmla="*/ 1349937 w 1567530"/>
                <a:gd name="connsiteY1" fmla="*/ 73990 h 791289"/>
                <a:gd name="connsiteX2" fmla="*/ 791137 w 1567530"/>
                <a:gd name="connsiteY2" fmla="*/ 632790 h 791289"/>
                <a:gd name="connsiteX3" fmla="*/ 346637 w 1567530"/>
                <a:gd name="connsiteY3" fmla="*/ 73990 h 79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7530" h="791289">
                  <a:moveTo>
                    <a:pt x="346637" y="73990"/>
                  </a:moveTo>
                  <a:cubicBezTo>
                    <a:pt x="744570" y="-33960"/>
                    <a:pt x="977404" y="-14910"/>
                    <a:pt x="1349937" y="73990"/>
                  </a:cubicBezTo>
                  <a:cubicBezTo>
                    <a:pt x="2039970" y="869857"/>
                    <a:pt x="875804" y="916423"/>
                    <a:pt x="791137" y="632790"/>
                  </a:cubicBezTo>
                  <a:cubicBezTo>
                    <a:pt x="604870" y="865623"/>
                    <a:pt x="-571996" y="920657"/>
                    <a:pt x="346637" y="73990"/>
                  </a:cubicBezTo>
                  <a:close/>
                </a:path>
              </a:pathLst>
            </a:custGeom>
            <a:solidFill>
              <a:srgbClr val="8D6E56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Oval 33">
              <a:extLst>
                <a:ext uri="{FF2B5EF4-FFF2-40B4-BE49-F238E27FC236}">
                  <a16:creationId xmlns:a16="http://schemas.microsoft.com/office/drawing/2014/main" id="{0AC2A033-734B-B6F6-CBBB-99585111ED8D}"/>
                </a:ext>
              </a:extLst>
            </p:cNvPr>
            <p:cNvSpPr/>
            <p:nvPr/>
          </p:nvSpPr>
          <p:spPr>
            <a:xfrm rot="10800000">
              <a:off x="4267792" y="1881856"/>
              <a:ext cx="212961" cy="210966"/>
            </a:xfrm>
            <a:custGeom>
              <a:avLst/>
              <a:gdLst>
                <a:gd name="connsiteX0" fmla="*/ 0 w 914400"/>
                <a:gd name="connsiteY0" fmla="*/ 457200 h 914400"/>
                <a:gd name="connsiteX1" fmla="*/ 457200 w 914400"/>
                <a:gd name="connsiteY1" fmla="*/ 0 h 914400"/>
                <a:gd name="connsiteX2" fmla="*/ 914400 w 914400"/>
                <a:gd name="connsiteY2" fmla="*/ 457200 h 914400"/>
                <a:gd name="connsiteX3" fmla="*/ 457200 w 914400"/>
                <a:gd name="connsiteY3" fmla="*/ 914400 h 914400"/>
                <a:gd name="connsiteX4" fmla="*/ 0 w 914400"/>
                <a:gd name="connsiteY4" fmla="*/ 457200 h 914400"/>
                <a:gd name="connsiteX0" fmla="*/ 0 w 914400"/>
                <a:gd name="connsiteY0" fmla="*/ 457200 h 514350"/>
                <a:gd name="connsiteX1" fmla="*/ 457200 w 914400"/>
                <a:gd name="connsiteY1" fmla="*/ 0 h 514350"/>
                <a:gd name="connsiteX2" fmla="*/ 914400 w 914400"/>
                <a:gd name="connsiteY2" fmla="*/ 457200 h 514350"/>
                <a:gd name="connsiteX3" fmla="*/ 0 w 914400"/>
                <a:gd name="connsiteY3" fmla="*/ 457200 h 514350"/>
                <a:gd name="connsiteX0" fmla="*/ 3587 w 727487"/>
                <a:gd name="connsiteY0" fmla="*/ 457208 h 521829"/>
                <a:gd name="connsiteX1" fmla="*/ 460787 w 727487"/>
                <a:gd name="connsiteY1" fmla="*/ 8 h 521829"/>
                <a:gd name="connsiteX2" fmla="*/ 727487 w 727487"/>
                <a:gd name="connsiteY2" fmla="*/ 469908 h 521829"/>
                <a:gd name="connsiteX3" fmla="*/ 3587 w 727487"/>
                <a:gd name="connsiteY3" fmla="*/ 457208 h 521829"/>
                <a:gd name="connsiteX0" fmla="*/ 6063 w 526763"/>
                <a:gd name="connsiteY0" fmla="*/ 457208 h 521829"/>
                <a:gd name="connsiteX1" fmla="*/ 260063 w 526763"/>
                <a:gd name="connsiteY1" fmla="*/ 8 h 521829"/>
                <a:gd name="connsiteX2" fmla="*/ 526763 w 526763"/>
                <a:gd name="connsiteY2" fmla="*/ 469908 h 521829"/>
                <a:gd name="connsiteX3" fmla="*/ 6063 w 526763"/>
                <a:gd name="connsiteY3" fmla="*/ 457208 h 521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6763" h="521829">
                  <a:moveTo>
                    <a:pt x="6063" y="457208"/>
                  </a:moveTo>
                  <a:cubicBezTo>
                    <a:pt x="-38387" y="378891"/>
                    <a:pt x="173280" y="-2109"/>
                    <a:pt x="260063" y="8"/>
                  </a:cubicBezTo>
                  <a:cubicBezTo>
                    <a:pt x="346846" y="2125"/>
                    <a:pt x="526763" y="217403"/>
                    <a:pt x="526763" y="469908"/>
                  </a:cubicBezTo>
                  <a:cubicBezTo>
                    <a:pt x="450563" y="546108"/>
                    <a:pt x="50513" y="535525"/>
                    <a:pt x="6063" y="457208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D1869D6-10BC-FD81-327A-4E2637077E47}"/>
                </a:ext>
              </a:extLst>
            </p:cNvPr>
            <p:cNvSpPr/>
            <p:nvPr/>
          </p:nvSpPr>
          <p:spPr>
            <a:xfrm>
              <a:off x="4752069" y="1379580"/>
              <a:ext cx="298923" cy="298923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D346B2A-201C-5D7A-7A01-991A3C225093}"/>
                </a:ext>
              </a:extLst>
            </p:cNvPr>
            <p:cNvSpPr/>
            <p:nvPr/>
          </p:nvSpPr>
          <p:spPr>
            <a:xfrm>
              <a:off x="3859380" y="1379745"/>
              <a:ext cx="298923" cy="298923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FB8E4A4F-04A8-83E1-542E-B04DB49F2BF7}"/>
                </a:ext>
              </a:extLst>
            </p:cNvPr>
            <p:cNvSpPr/>
            <p:nvPr/>
          </p:nvSpPr>
          <p:spPr>
            <a:xfrm flipV="1">
              <a:off x="3970874" y="1431670"/>
              <a:ext cx="127707" cy="127707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26907ED-940A-9FE5-3D26-F946CF73B9BF}"/>
                </a:ext>
              </a:extLst>
            </p:cNvPr>
            <p:cNvSpPr/>
            <p:nvPr/>
          </p:nvSpPr>
          <p:spPr>
            <a:xfrm flipV="1">
              <a:off x="4893455" y="1424009"/>
              <a:ext cx="127707" cy="127707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FBEAFDBC-46C4-74A9-D215-7143A1428440}"/>
                </a:ext>
              </a:extLst>
            </p:cNvPr>
            <p:cNvSpPr/>
            <p:nvPr/>
          </p:nvSpPr>
          <p:spPr>
            <a:xfrm>
              <a:off x="4738764" y="2053520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A53A4F3A-671B-154C-EAAB-146AE2278ADF}"/>
                </a:ext>
              </a:extLst>
            </p:cNvPr>
            <p:cNvSpPr/>
            <p:nvPr/>
          </p:nvSpPr>
          <p:spPr>
            <a:xfrm>
              <a:off x="4612468" y="2055032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45F1D86-C8E9-2F01-7F9C-CB6A3312CBC7}"/>
                </a:ext>
              </a:extLst>
            </p:cNvPr>
            <p:cNvSpPr/>
            <p:nvPr/>
          </p:nvSpPr>
          <p:spPr>
            <a:xfrm>
              <a:off x="4677281" y="2014697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B52649D-25CD-6548-22ED-709026837C17}"/>
                </a:ext>
              </a:extLst>
            </p:cNvPr>
            <p:cNvSpPr/>
            <p:nvPr/>
          </p:nvSpPr>
          <p:spPr>
            <a:xfrm>
              <a:off x="4112584" y="2017974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8BE744D-59FA-1FAA-43C6-5075D904D0AC}"/>
                </a:ext>
              </a:extLst>
            </p:cNvPr>
            <p:cNvSpPr/>
            <p:nvPr/>
          </p:nvSpPr>
          <p:spPr>
            <a:xfrm>
              <a:off x="4051101" y="1979151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Rectangle 36">
              <a:extLst>
                <a:ext uri="{FF2B5EF4-FFF2-40B4-BE49-F238E27FC236}">
                  <a16:creationId xmlns:a16="http://schemas.microsoft.com/office/drawing/2014/main" id="{C222D087-E393-955A-B3C2-703314AC22A3}"/>
                </a:ext>
              </a:extLst>
            </p:cNvPr>
            <p:cNvSpPr/>
            <p:nvPr/>
          </p:nvSpPr>
          <p:spPr>
            <a:xfrm rot="18230375">
              <a:off x="5171485" y="4316337"/>
              <a:ext cx="1532064" cy="1150870"/>
            </a:xfrm>
            <a:custGeom>
              <a:avLst/>
              <a:gdLst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796319 w 796319"/>
                <a:gd name="connsiteY2" fmla="*/ 77120 h 77120"/>
                <a:gd name="connsiteX3" fmla="*/ 0 w 796319"/>
                <a:gd name="connsiteY3" fmla="*/ 77120 h 77120"/>
                <a:gd name="connsiteX4" fmla="*/ 0 w 796319"/>
                <a:gd name="connsiteY4" fmla="*/ 0 h 77120"/>
                <a:gd name="connsiteX0" fmla="*/ 0 w 796319"/>
                <a:gd name="connsiteY0" fmla="*/ 0 h 89820"/>
                <a:gd name="connsiteX1" fmla="*/ 796319 w 796319"/>
                <a:gd name="connsiteY1" fmla="*/ 0 h 89820"/>
                <a:gd name="connsiteX2" fmla="*/ 542319 w 796319"/>
                <a:gd name="connsiteY2" fmla="*/ 89820 h 89820"/>
                <a:gd name="connsiteX3" fmla="*/ 0 w 796319"/>
                <a:gd name="connsiteY3" fmla="*/ 77120 h 89820"/>
                <a:gd name="connsiteX4" fmla="*/ 0 w 796319"/>
                <a:gd name="connsiteY4" fmla="*/ 0 h 89820"/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0 w 796319"/>
                <a:gd name="connsiteY2" fmla="*/ 77120 h 77120"/>
                <a:gd name="connsiteX3" fmla="*/ 0 w 796319"/>
                <a:gd name="connsiteY3" fmla="*/ 0 h 77120"/>
                <a:gd name="connsiteX0" fmla="*/ 1498600 w 1498600"/>
                <a:gd name="connsiteY0" fmla="*/ 1117600 h 1117600"/>
                <a:gd name="connsiteX1" fmla="*/ 796319 w 1498600"/>
                <a:gd name="connsiteY1" fmla="*/ 0 h 1117600"/>
                <a:gd name="connsiteX2" fmla="*/ 0 w 1498600"/>
                <a:gd name="connsiteY2" fmla="*/ 77120 h 1117600"/>
                <a:gd name="connsiteX3" fmla="*/ 1498600 w 1498600"/>
                <a:gd name="connsiteY3" fmla="*/ 1117600 h 1117600"/>
                <a:gd name="connsiteX0" fmla="*/ 1498600 w 1498600"/>
                <a:gd name="connsiteY0" fmla="*/ 1117600 h 1122379"/>
                <a:gd name="connsiteX1" fmla="*/ 796319 w 1498600"/>
                <a:gd name="connsiteY1" fmla="*/ 0 h 1122379"/>
                <a:gd name="connsiteX2" fmla="*/ 0 w 1498600"/>
                <a:gd name="connsiteY2" fmla="*/ 77120 h 1122379"/>
                <a:gd name="connsiteX3" fmla="*/ 1498600 w 1498600"/>
                <a:gd name="connsiteY3" fmla="*/ 1117600 h 1122379"/>
                <a:gd name="connsiteX0" fmla="*/ 1498600 w 1498600"/>
                <a:gd name="connsiteY0" fmla="*/ 1117600 h 1122687"/>
                <a:gd name="connsiteX1" fmla="*/ 796319 w 1498600"/>
                <a:gd name="connsiteY1" fmla="*/ 0 h 1122687"/>
                <a:gd name="connsiteX2" fmla="*/ 0 w 1498600"/>
                <a:gd name="connsiteY2" fmla="*/ 77120 h 1122687"/>
                <a:gd name="connsiteX3" fmla="*/ 1498600 w 1498600"/>
                <a:gd name="connsiteY3" fmla="*/ 1117600 h 1122687"/>
                <a:gd name="connsiteX0" fmla="*/ 1498600 w 1504941"/>
                <a:gd name="connsiteY0" fmla="*/ 1117600 h 1122687"/>
                <a:gd name="connsiteX1" fmla="*/ 796319 w 1504941"/>
                <a:gd name="connsiteY1" fmla="*/ 0 h 1122687"/>
                <a:gd name="connsiteX2" fmla="*/ 0 w 1504941"/>
                <a:gd name="connsiteY2" fmla="*/ 77120 h 1122687"/>
                <a:gd name="connsiteX3" fmla="*/ 1498600 w 1504941"/>
                <a:gd name="connsiteY3" fmla="*/ 1117600 h 1122687"/>
                <a:gd name="connsiteX0" fmla="*/ 1498600 w 1514907"/>
                <a:gd name="connsiteY0" fmla="*/ 1117600 h 1122687"/>
                <a:gd name="connsiteX1" fmla="*/ 796319 w 1514907"/>
                <a:gd name="connsiteY1" fmla="*/ 0 h 1122687"/>
                <a:gd name="connsiteX2" fmla="*/ 0 w 1514907"/>
                <a:gd name="connsiteY2" fmla="*/ 77120 h 1122687"/>
                <a:gd name="connsiteX3" fmla="*/ 1498600 w 1514907"/>
                <a:gd name="connsiteY3" fmla="*/ 1117600 h 1122687"/>
                <a:gd name="connsiteX0" fmla="*/ 1498600 w 1527654"/>
                <a:gd name="connsiteY0" fmla="*/ 1117600 h 1122687"/>
                <a:gd name="connsiteX1" fmla="*/ 796319 w 1527654"/>
                <a:gd name="connsiteY1" fmla="*/ 0 h 1122687"/>
                <a:gd name="connsiteX2" fmla="*/ 0 w 1527654"/>
                <a:gd name="connsiteY2" fmla="*/ 77120 h 1122687"/>
                <a:gd name="connsiteX3" fmla="*/ 1498600 w 1527654"/>
                <a:gd name="connsiteY3" fmla="*/ 1117600 h 1122687"/>
                <a:gd name="connsiteX0" fmla="*/ 1498600 w 1527654"/>
                <a:gd name="connsiteY0" fmla="*/ 1117600 h 1135911"/>
                <a:gd name="connsiteX1" fmla="*/ 796319 w 1527654"/>
                <a:gd name="connsiteY1" fmla="*/ 0 h 1135911"/>
                <a:gd name="connsiteX2" fmla="*/ 0 w 1527654"/>
                <a:gd name="connsiteY2" fmla="*/ 77120 h 1135911"/>
                <a:gd name="connsiteX3" fmla="*/ 1498600 w 1527654"/>
                <a:gd name="connsiteY3" fmla="*/ 1117600 h 1135911"/>
                <a:gd name="connsiteX0" fmla="*/ 1498600 w 1532064"/>
                <a:gd name="connsiteY0" fmla="*/ 1117600 h 1135911"/>
                <a:gd name="connsiteX1" fmla="*/ 796319 w 1532064"/>
                <a:gd name="connsiteY1" fmla="*/ 0 h 1135911"/>
                <a:gd name="connsiteX2" fmla="*/ 0 w 1532064"/>
                <a:gd name="connsiteY2" fmla="*/ 77120 h 1135911"/>
                <a:gd name="connsiteX3" fmla="*/ 1498600 w 1532064"/>
                <a:gd name="connsiteY3" fmla="*/ 1117600 h 1135911"/>
                <a:gd name="connsiteX0" fmla="*/ 1498600 w 1532064"/>
                <a:gd name="connsiteY0" fmla="*/ 1117600 h 1150870"/>
                <a:gd name="connsiteX1" fmla="*/ 796319 w 1532064"/>
                <a:gd name="connsiteY1" fmla="*/ 0 h 1150870"/>
                <a:gd name="connsiteX2" fmla="*/ 0 w 1532064"/>
                <a:gd name="connsiteY2" fmla="*/ 77120 h 1150870"/>
                <a:gd name="connsiteX3" fmla="*/ 1498600 w 1532064"/>
                <a:gd name="connsiteY3" fmla="*/ 1117600 h 11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2064" h="1150870">
                  <a:moveTo>
                    <a:pt x="1498600" y="1117600"/>
                  </a:moveTo>
                  <a:cubicBezTo>
                    <a:pt x="1686781" y="992717"/>
                    <a:pt x="1030413" y="372533"/>
                    <a:pt x="796319" y="0"/>
                  </a:cubicBezTo>
                  <a:lnTo>
                    <a:pt x="0" y="77120"/>
                  </a:lnTo>
                  <a:cubicBezTo>
                    <a:pt x="4233" y="474747"/>
                    <a:pt x="675217" y="1329573"/>
                    <a:pt x="1498600" y="1117600"/>
                  </a:cubicBezTo>
                  <a:close/>
                </a:path>
              </a:pathLst>
            </a:custGeom>
            <a:solidFill>
              <a:srgbClr val="D497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Rectangle 36">
              <a:extLst>
                <a:ext uri="{FF2B5EF4-FFF2-40B4-BE49-F238E27FC236}">
                  <a16:creationId xmlns:a16="http://schemas.microsoft.com/office/drawing/2014/main" id="{DDC15D5A-AE67-D9C7-1E7D-139D335B047A}"/>
                </a:ext>
              </a:extLst>
            </p:cNvPr>
            <p:cNvSpPr/>
            <p:nvPr/>
          </p:nvSpPr>
          <p:spPr>
            <a:xfrm rot="20274620">
              <a:off x="7356501" y="3976902"/>
              <a:ext cx="1532064" cy="1150870"/>
            </a:xfrm>
            <a:custGeom>
              <a:avLst/>
              <a:gdLst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796319 w 796319"/>
                <a:gd name="connsiteY2" fmla="*/ 77120 h 77120"/>
                <a:gd name="connsiteX3" fmla="*/ 0 w 796319"/>
                <a:gd name="connsiteY3" fmla="*/ 77120 h 77120"/>
                <a:gd name="connsiteX4" fmla="*/ 0 w 796319"/>
                <a:gd name="connsiteY4" fmla="*/ 0 h 77120"/>
                <a:gd name="connsiteX0" fmla="*/ 0 w 796319"/>
                <a:gd name="connsiteY0" fmla="*/ 0 h 89820"/>
                <a:gd name="connsiteX1" fmla="*/ 796319 w 796319"/>
                <a:gd name="connsiteY1" fmla="*/ 0 h 89820"/>
                <a:gd name="connsiteX2" fmla="*/ 542319 w 796319"/>
                <a:gd name="connsiteY2" fmla="*/ 89820 h 89820"/>
                <a:gd name="connsiteX3" fmla="*/ 0 w 796319"/>
                <a:gd name="connsiteY3" fmla="*/ 77120 h 89820"/>
                <a:gd name="connsiteX4" fmla="*/ 0 w 796319"/>
                <a:gd name="connsiteY4" fmla="*/ 0 h 89820"/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0 w 796319"/>
                <a:gd name="connsiteY2" fmla="*/ 77120 h 77120"/>
                <a:gd name="connsiteX3" fmla="*/ 0 w 796319"/>
                <a:gd name="connsiteY3" fmla="*/ 0 h 77120"/>
                <a:gd name="connsiteX0" fmla="*/ 1498600 w 1498600"/>
                <a:gd name="connsiteY0" fmla="*/ 1117600 h 1117600"/>
                <a:gd name="connsiteX1" fmla="*/ 796319 w 1498600"/>
                <a:gd name="connsiteY1" fmla="*/ 0 h 1117600"/>
                <a:gd name="connsiteX2" fmla="*/ 0 w 1498600"/>
                <a:gd name="connsiteY2" fmla="*/ 77120 h 1117600"/>
                <a:gd name="connsiteX3" fmla="*/ 1498600 w 1498600"/>
                <a:gd name="connsiteY3" fmla="*/ 1117600 h 1117600"/>
                <a:gd name="connsiteX0" fmla="*/ 1498600 w 1498600"/>
                <a:gd name="connsiteY0" fmla="*/ 1117600 h 1122379"/>
                <a:gd name="connsiteX1" fmla="*/ 796319 w 1498600"/>
                <a:gd name="connsiteY1" fmla="*/ 0 h 1122379"/>
                <a:gd name="connsiteX2" fmla="*/ 0 w 1498600"/>
                <a:gd name="connsiteY2" fmla="*/ 77120 h 1122379"/>
                <a:gd name="connsiteX3" fmla="*/ 1498600 w 1498600"/>
                <a:gd name="connsiteY3" fmla="*/ 1117600 h 1122379"/>
                <a:gd name="connsiteX0" fmla="*/ 1498600 w 1498600"/>
                <a:gd name="connsiteY0" fmla="*/ 1117600 h 1122687"/>
                <a:gd name="connsiteX1" fmla="*/ 796319 w 1498600"/>
                <a:gd name="connsiteY1" fmla="*/ 0 h 1122687"/>
                <a:gd name="connsiteX2" fmla="*/ 0 w 1498600"/>
                <a:gd name="connsiteY2" fmla="*/ 77120 h 1122687"/>
                <a:gd name="connsiteX3" fmla="*/ 1498600 w 1498600"/>
                <a:gd name="connsiteY3" fmla="*/ 1117600 h 1122687"/>
                <a:gd name="connsiteX0" fmla="*/ 1498600 w 1504941"/>
                <a:gd name="connsiteY0" fmla="*/ 1117600 h 1122687"/>
                <a:gd name="connsiteX1" fmla="*/ 796319 w 1504941"/>
                <a:gd name="connsiteY1" fmla="*/ 0 h 1122687"/>
                <a:gd name="connsiteX2" fmla="*/ 0 w 1504941"/>
                <a:gd name="connsiteY2" fmla="*/ 77120 h 1122687"/>
                <a:gd name="connsiteX3" fmla="*/ 1498600 w 1504941"/>
                <a:gd name="connsiteY3" fmla="*/ 1117600 h 1122687"/>
                <a:gd name="connsiteX0" fmla="*/ 1498600 w 1514907"/>
                <a:gd name="connsiteY0" fmla="*/ 1117600 h 1122687"/>
                <a:gd name="connsiteX1" fmla="*/ 796319 w 1514907"/>
                <a:gd name="connsiteY1" fmla="*/ 0 h 1122687"/>
                <a:gd name="connsiteX2" fmla="*/ 0 w 1514907"/>
                <a:gd name="connsiteY2" fmla="*/ 77120 h 1122687"/>
                <a:gd name="connsiteX3" fmla="*/ 1498600 w 1514907"/>
                <a:gd name="connsiteY3" fmla="*/ 1117600 h 1122687"/>
                <a:gd name="connsiteX0" fmla="*/ 1498600 w 1527654"/>
                <a:gd name="connsiteY0" fmla="*/ 1117600 h 1122687"/>
                <a:gd name="connsiteX1" fmla="*/ 796319 w 1527654"/>
                <a:gd name="connsiteY1" fmla="*/ 0 h 1122687"/>
                <a:gd name="connsiteX2" fmla="*/ 0 w 1527654"/>
                <a:gd name="connsiteY2" fmla="*/ 77120 h 1122687"/>
                <a:gd name="connsiteX3" fmla="*/ 1498600 w 1527654"/>
                <a:gd name="connsiteY3" fmla="*/ 1117600 h 1122687"/>
                <a:gd name="connsiteX0" fmla="*/ 1498600 w 1527654"/>
                <a:gd name="connsiteY0" fmla="*/ 1117600 h 1135911"/>
                <a:gd name="connsiteX1" fmla="*/ 796319 w 1527654"/>
                <a:gd name="connsiteY1" fmla="*/ 0 h 1135911"/>
                <a:gd name="connsiteX2" fmla="*/ 0 w 1527654"/>
                <a:gd name="connsiteY2" fmla="*/ 77120 h 1135911"/>
                <a:gd name="connsiteX3" fmla="*/ 1498600 w 1527654"/>
                <a:gd name="connsiteY3" fmla="*/ 1117600 h 1135911"/>
                <a:gd name="connsiteX0" fmla="*/ 1498600 w 1532064"/>
                <a:gd name="connsiteY0" fmla="*/ 1117600 h 1135911"/>
                <a:gd name="connsiteX1" fmla="*/ 796319 w 1532064"/>
                <a:gd name="connsiteY1" fmla="*/ 0 h 1135911"/>
                <a:gd name="connsiteX2" fmla="*/ 0 w 1532064"/>
                <a:gd name="connsiteY2" fmla="*/ 77120 h 1135911"/>
                <a:gd name="connsiteX3" fmla="*/ 1498600 w 1532064"/>
                <a:gd name="connsiteY3" fmla="*/ 1117600 h 1135911"/>
                <a:gd name="connsiteX0" fmla="*/ 1498600 w 1532064"/>
                <a:gd name="connsiteY0" fmla="*/ 1117600 h 1150870"/>
                <a:gd name="connsiteX1" fmla="*/ 796319 w 1532064"/>
                <a:gd name="connsiteY1" fmla="*/ 0 h 1150870"/>
                <a:gd name="connsiteX2" fmla="*/ 0 w 1532064"/>
                <a:gd name="connsiteY2" fmla="*/ 77120 h 1150870"/>
                <a:gd name="connsiteX3" fmla="*/ 1498600 w 1532064"/>
                <a:gd name="connsiteY3" fmla="*/ 1117600 h 11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2064" h="1150870">
                  <a:moveTo>
                    <a:pt x="1498600" y="1117600"/>
                  </a:moveTo>
                  <a:cubicBezTo>
                    <a:pt x="1686781" y="992717"/>
                    <a:pt x="1030413" y="372533"/>
                    <a:pt x="796319" y="0"/>
                  </a:cubicBezTo>
                  <a:lnTo>
                    <a:pt x="0" y="77120"/>
                  </a:lnTo>
                  <a:cubicBezTo>
                    <a:pt x="4233" y="474747"/>
                    <a:pt x="675217" y="1329573"/>
                    <a:pt x="1498600" y="1117600"/>
                  </a:cubicBezTo>
                  <a:close/>
                </a:path>
              </a:pathLst>
            </a:custGeom>
            <a:solidFill>
              <a:srgbClr val="D497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Rectangle 36">
              <a:extLst>
                <a:ext uri="{FF2B5EF4-FFF2-40B4-BE49-F238E27FC236}">
                  <a16:creationId xmlns:a16="http://schemas.microsoft.com/office/drawing/2014/main" id="{CC52C4FB-0BD0-9633-EDF4-A1182EE5DC8D}"/>
                </a:ext>
              </a:extLst>
            </p:cNvPr>
            <p:cNvSpPr/>
            <p:nvPr/>
          </p:nvSpPr>
          <p:spPr>
            <a:xfrm rot="18283353">
              <a:off x="3334405" y="4483892"/>
              <a:ext cx="1532064" cy="835551"/>
            </a:xfrm>
            <a:custGeom>
              <a:avLst/>
              <a:gdLst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796319 w 796319"/>
                <a:gd name="connsiteY2" fmla="*/ 77120 h 77120"/>
                <a:gd name="connsiteX3" fmla="*/ 0 w 796319"/>
                <a:gd name="connsiteY3" fmla="*/ 77120 h 77120"/>
                <a:gd name="connsiteX4" fmla="*/ 0 w 796319"/>
                <a:gd name="connsiteY4" fmla="*/ 0 h 77120"/>
                <a:gd name="connsiteX0" fmla="*/ 0 w 796319"/>
                <a:gd name="connsiteY0" fmla="*/ 0 h 89820"/>
                <a:gd name="connsiteX1" fmla="*/ 796319 w 796319"/>
                <a:gd name="connsiteY1" fmla="*/ 0 h 89820"/>
                <a:gd name="connsiteX2" fmla="*/ 542319 w 796319"/>
                <a:gd name="connsiteY2" fmla="*/ 89820 h 89820"/>
                <a:gd name="connsiteX3" fmla="*/ 0 w 796319"/>
                <a:gd name="connsiteY3" fmla="*/ 77120 h 89820"/>
                <a:gd name="connsiteX4" fmla="*/ 0 w 796319"/>
                <a:gd name="connsiteY4" fmla="*/ 0 h 89820"/>
                <a:gd name="connsiteX0" fmla="*/ 0 w 796319"/>
                <a:gd name="connsiteY0" fmla="*/ 0 h 77120"/>
                <a:gd name="connsiteX1" fmla="*/ 796319 w 796319"/>
                <a:gd name="connsiteY1" fmla="*/ 0 h 77120"/>
                <a:gd name="connsiteX2" fmla="*/ 0 w 796319"/>
                <a:gd name="connsiteY2" fmla="*/ 77120 h 77120"/>
                <a:gd name="connsiteX3" fmla="*/ 0 w 796319"/>
                <a:gd name="connsiteY3" fmla="*/ 0 h 77120"/>
                <a:gd name="connsiteX0" fmla="*/ 1498600 w 1498600"/>
                <a:gd name="connsiteY0" fmla="*/ 1117600 h 1117600"/>
                <a:gd name="connsiteX1" fmla="*/ 796319 w 1498600"/>
                <a:gd name="connsiteY1" fmla="*/ 0 h 1117600"/>
                <a:gd name="connsiteX2" fmla="*/ 0 w 1498600"/>
                <a:gd name="connsiteY2" fmla="*/ 77120 h 1117600"/>
                <a:gd name="connsiteX3" fmla="*/ 1498600 w 1498600"/>
                <a:gd name="connsiteY3" fmla="*/ 1117600 h 1117600"/>
                <a:gd name="connsiteX0" fmla="*/ 1498600 w 1498600"/>
                <a:gd name="connsiteY0" fmla="*/ 1117600 h 1122379"/>
                <a:gd name="connsiteX1" fmla="*/ 796319 w 1498600"/>
                <a:gd name="connsiteY1" fmla="*/ 0 h 1122379"/>
                <a:gd name="connsiteX2" fmla="*/ 0 w 1498600"/>
                <a:gd name="connsiteY2" fmla="*/ 77120 h 1122379"/>
                <a:gd name="connsiteX3" fmla="*/ 1498600 w 1498600"/>
                <a:gd name="connsiteY3" fmla="*/ 1117600 h 1122379"/>
                <a:gd name="connsiteX0" fmla="*/ 1498600 w 1498600"/>
                <a:gd name="connsiteY0" fmla="*/ 1117600 h 1122687"/>
                <a:gd name="connsiteX1" fmla="*/ 796319 w 1498600"/>
                <a:gd name="connsiteY1" fmla="*/ 0 h 1122687"/>
                <a:gd name="connsiteX2" fmla="*/ 0 w 1498600"/>
                <a:gd name="connsiteY2" fmla="*/ 77120 h 1122687"/>
                <a:gd name="connsiteX3" fmla="*/ 1498600 w 1498600"/>
                <a:gd name="connsiteY3" fmla="*/ 1117600 h 1122687"/>
                <a:gd name="connsiteX0" fmla="*/ 1498600 w 1504941"/>
                <a:gd name="connsiteY0" fmla="*/ 1117600 h 1122687"/>
                <a:gd name="connsiteX1" fmla="*/ 796319 w 1504941"/>
                <a:gd name="connsiteY1" fmla="*/ 0 h 1122687"/>
                <a:gd name="connsiteX2" fmla="*/ 0 w 1504941"/>
                <a:gd name="connsiteY2" fmla="*/ 77120 h 1122687"/>
                <a:gd name="connsiteX3" fmla="*/ 1498600 w 1504941"/>
                <a:gd name="connsiteY3" fmla="*/ 1117600 h 1122687"/>
                <a:gd name="connsiteX0" fmla="*/ 1498600 w 1514907"/>
                <a:gd name="connsiteY0" fmla="*/ 1117600 h 1122687"/>
                <a:gd name="connsiteX1" fmla="*/ 796319 w 1514907"/>
                <a:gd name="connsiteY1" fmla="*/ 0 h 1122687"/>
                <a:gd name="connsiteX2" fmla="*/ 0 w 1514907"/>
                <a:gd name="connsiteY2" fmla="*/ 77120 h 1122687"/>
                <a:gd name="connsiteX3" fmla="*/ 1498600 w 1514907"/>
                <a:gd name="connsiteY3" fmla="*/ 1117600 h 1122687"/>
                <a:gd name="connsiteX0" fmla="*/ 1498600 w 1527654"/>
                <a:gd name="connsiteY0" fmla="*/ 1117600 h 1122687"/>
                <a:gd name="connsiteX1" fmla="*/ 796319 w 1527654"/>
                <a:gd name="connsiteY1" fmla="*/ 0 h 1122687"/>
                <a:gd name="connsiteX2" fmla="*/ 0 w 1527654"/>
                <a:gd name="connsiteY2" fmla="*/ 77120 h 1122687"/>
                <a:gd name="connsiteX3" fmla="*/ 1498600 w 1527654"/>
                <a:gd name="connsiteY3" fmla="*/ 1117600 h 1122687"/>
                <a:gd name="connsiteX0" fmla="*/ 1498600 w 1527654"/>
                <a:gd name="connsiteY0" fmla="*/ 1117600 h 1135911"/>
                <a:gd name="connsiteX1" fmla="*/ 796319 w 1527654"/>
                <a:gd name="connsiteY1" fmla="*/ 0 h 1135911"/>
                <a:gd name="connsiteX2" fmla="*/ 0 w 1527654"/>
                <a:gd name="connsiteY2" fmla="*/ 77120 h 1135911"/>
                <a:gd name="connsiteX3" fmla="*/ 1498600 w 1527654"/>
                <a:gd name="connsiteY3" fmla="*/ 1117600 h 1135911"/>
                <a:gd name="connsiteX0" fmla="*/ 1498600 w 1532064"/>
                <a:gd name="connsiteY0" fmla="*/ 1117600 h 1135911"/>
                <a:gd name="connsiteX1" fmla="*/ 796319 w 1532064"/>
                <a:gd name="connsiteY1" fmla="*/ 0 h 1135911"/>
                <a:gd name="connsiteX2" fmla="*/ 0 w 1532064"/>
                <a:gd name="connsiteY2" fmla="*/ 77120 h 1135911"/>
                <a:gd name="connsiteX3" fmla="*/ 1498600 w 1532064"/>
                <a:gd name="connsiteY3" fmla="*/ 1117600 h 1135911"/>
                <a:gd name="connsiteX0" fmla="*/ 1498600 w 1532064"/>
                <a:gd name="connsiteY0" fmla="*/ 1117600 h 1150870"/>
                <a:gd name="connsiteX1" fmla="*/ 796319 w 1532064"/>
                <a:gd name="connsiteY1" fmla="*/ 0 h 1150870"/>
                <a:gd name="connsiteX2" fmla="*/ 0 w 1532064"/>
                <a:gd name="connsiteY2" fmla="*/ 77120 h 1150870"/>
                <a:gd name="connsiteX3" fmla="*/ 1498600 w 1532064"/>
                <a:gd name="connsiteY3" fmla="*/ 1117600 h 115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2064" h="1150870">
                  <a:moveTo>
                    <a:pt x="1498600" y="1117600"/>
                  </a:moveTo>
                  <a:cubicBezTo>
                    <a:pt x="1686781" y="992717"/>
                    <a:pt x="1030413" y="372533"/>
                    <a:pt x="796319" y="0"/>
                  </a:cubicBezTo>
                  <a:lnTo>
                    <a:pt x="0" y="77120"/>
                  </a:lnTo>
                  <a:cubicBezTo>
                    <a:pt x="4233" y="474747"/>
                    <a:pt x="675217" y="1329573"/>
                    <a:pt x="1498600" y="1117600"/>
                  </a:cubicBezTo>
                  <a:close/>
                </a:path>
              </a:pathLst>
            </a:custGeom>
            <a:solidFill>
              <a:srgbClr val="D497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5983E0E3-FD26-C835-CBF5-C160D31FA55A}"/>
                </a:ext>
              </a:extLst>
            </p:cNvPr>
            <p:cNvSpPr/>
            <p:nvPr/>
          </p:nvSpPr>
          <p:spPr>
            <a:xfrm rot="20687640">
              <a:off x="4749738" y="1903727"/>
              <a:ext cx="787400" cy="65499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6C511F1-271A-F82E-8CCE-285DB780CBB8}"/>
                </a:ext>
              </a:extLst>
            </p:cNvPr>
            <p:cNvSpPr/>
            <p:nvPr/>
          </p:nvSpPr>
          <p:spPr>
            <a:xfrm>
              <a:off x="4767426" y="1998053"/>
              <a:ext cx="927100" cy="77120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3DA1E40-F7E3-7733-26DC-1DCAF50F744C}"/>
                </a:ext>
              </a:extLst>
            </p:cNvPr>
            <p:cNvSpPr/>
            <p:nvPr/>
          </p:nvSpPr>
          <p:spPr>
            <a:xfrm rot="700285" flipV="1">
              <a:off x="4760085" y="2159056"/>
              <a:ext cx="799395" cy="66497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ED8DAFB-1651-09E5-3CDB-A73D2017C304}"/>
                </a:ext>
              </a:extLst>
            </p:cNvPr>
            <p:cNvSpPr/>
            <p:nvPr/>
          </p:nvSpPr>
          <p:spPr>
            <a:xfrm rot="648597" flipH="1">
              <a:off x="3237311" y="1909959"/>
              <a:ext cx="787400" cy="65499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3702069-FF14-1A11-4675-7B176953FD27}"/>
                </a:ext>
              </a:extLst>
            </p:cNvPr>
            <p:cNvSpPr/>
            <p:nvPr/>
          </p:nvSpPr>
          <p:spPr>
            <a:xfrm rot="21092179" flipH="1">
              <a:off x="3086594" y="2039329"/>
              <a:ext cx="927100" cy="77120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D823B2F1-C421-703B-B043-5216C8BB1516}"/>
                </a:ext>
              </a:extLst>
            </p:cNvPr>
            <p:cNvSpPr/>
            <p:nvPr/>
          </p:nvSpPr>
          <p:spPr>
            <a:xfrm rot="20899715" flipH="1" flipV="1">
              <a:off x="3228483" y="2131151"/>
              <a:ext cx="799395" cy="66497"/>
            </a:xfrm>
            <a:custGeom>
              <a:avLst/>
              <a:gdLst>
                <a:gd name="connsiteX0" fmla="*/ 0 w 787400"/>
                <a:gd name="connsiteY0" fmla="*/ 65499 h 65499"/>
                <a:gd name="connsiteX1" fmla="*/ 241300 w 787400"/>
                <a:gd name="connsiteY1" fmla="*/ 1999 h 65499"/>
                <a:gd name="connsiteX2" fmla="*/ 787400 w 787400"/>
                <a:gd name="connsiteY2" fmla="*/ 14699 h 65499"/>
                <a:gd name="connsiteX3" fmla="*/ 787400 w 787400"/>
                <a:gd name="connsiteY3" fmla="*/ 14699 h 6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400" h="65499">
                  <a:moveTo>
                    <a:pt x="0" y="65499"/>
                  </a:moveTo>
                  <a:cubicBezTo>
                    <a:pt x="55033" y="37982"/>
                    <a:pt x="110067" y="10466"/>
                    <a:pt x="241300" y="1999"/>
                  </a:cubicBezTo>
                  <a:cubicBezTo>
                    <a:pt x="372533" y="-6468"/>
                    <a:pt x="787400" y="14699"/>
                    <a:pt x="787400" y="14699"/>
                  </a:cubicBezTo>
                  <a:lnTo>
                    <a:pt x="787400" y="14699"/>
                  </a:ln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E2A49E0-EDDC-A95D-C5BC-548ED20A415D}"/>
                </a:ext>
              </a:extLst>
            </p:cNvPr>
            <p:cNvSpPr/>
            <p:nvPr/>
          </p:nvSpPr>
          <p:spPr>
            <a:xfrm>
              <a:off x="3983787" y="2024870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5082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226">
            <a:extLst>
              <a:ext uri="{FF2B5EF4-FFF2-40B4-BE49-F238E27FC236}">
                <a16:creationId xmlns:a16="http://schemas.microsoft.com/office/drawing/2014/main" id="{B60D6C29-A8F2-936A-1825-57C1C6164FCC}"/>
              </a:ext>
            </a:extLst>
          </p:cNvPr>
          <p:cNvSpPr/>
          <p:nvPr/>
        </p:nvSpPr>
        <p:spPr>
          <a:xfrm>
            <a:off x="0" y="804294"/>
            <a:ext cx="10128445" cy="308190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Double Wave 1">
            <a:extLst>
              <a:ext uri="{FF2B5EF4-FFF2-40B4-BE49-F238E27FC236}">
                <a16:creationId xmlns:a16="http://schemas.microsoft.com/office/drawing/2014/main" id="{78729F44-E7B8-6C01-C325-B7004CA6474F}"/>
              </a:ext>
            </a:extLst>
          </p:cNvPr>
          <p:cNvSpPr/>
          <p:nvPr/>
        </p:nvSpPr>
        <p:spPr>
          <a:xfrm>
            <a:off x="1" y="2744704"/>
            <a:ext cx="10121296" cy="5017704"/>
          </a:xfrm>
          <a:custGeom>
            <a:avLst/>
            <a:gdLst>
              <a:gd name="connsiteX0" fmla="*/ 0 w 5970651"/>
              <a:gd name="connsiteY0" fmla="*/ 334786 h 5356582"/>
              <a:gd name="connsiteX1" fmla="*/ 2985326 w 5970651"/>
              <a:gd name="connsiteY1" fmla="*/ 334786 h 5356582"/>
              <a:gd name="connsiteX2" fmla="*/ 5970651 w 5970651"/>
              <a:gd name="connsiteY2" fmla="*/ 334786 h 5356582"/>
              <a:gd name="connsiteX3" fmla="*/ 5970651 w 5970651"/>
              <a:gd name="connsiteY3" fmla="*/ 5021796 h 5356582"/>
              <a:gd name="connsiteX4" fmla="*/ 2985326 w 5970651"/>
              <a:gd name="connsiteY4" fmla="*/ 5021796 h 5356582"/>
              <a:gd name="connsiteX5" fmla="*/ 0 w 5970651"/>
              <a:gd name="connsiteY5" fmla="*/ 5021796 h 5356582"/>
              <a:gd name="connsiteX6" fmla="*/ 0 w 5970651"/>
              <a:gd name="connsiteY6" fmla="*/ 334786 h 5356582"/>
              <a:gd name="connsiteX0" fmla="*/ 0 w 5970651"/>
              <a:gd name="connsiteY0" fmla="*/ 322149 h 5595035"/>
              <a:gd name="connsiteX1" fmla="*/ 2985326 w 5970651"/>
              <a:gd name="connsiteY1" fmla="*/ 322149 h 5595035"/>
              <a:gd name="connsiteX2" fmla="*/ 5970651 w 5970651"/>
              <a:gd name="connsiteY2" fmla="*/ 322149 h 5595035"/>
              <a:gd name="connsiteX3" fmla="*/ 5970651 w 5970651"/>
              <a:gd name="connsiteY3" fmla="*/ 5009159 h 5595035"/>
              <a:gd name="connsiteX4" fmla="*/ 0 w 5970651"/>
              <a:gd name="connsiteY4" fmla="*/ 5009159 h 5595035"/>
              <a:gd name="connsiteX5" fmla="*/ 0 w 5970651"/>
              <a:gd name="connsiteY5" fmla="*/ 322149 h 5595035"/>
              <a:gd name="connsiteX0" fmla="*/ 0 w 5970651"/>
              <a:gd name="connsiteY0" fmla="*/ 322149 h 5356371"/>
              <a:gd name="connsiteX1" fmla="*/ 2985326 w 5970651"/>
              <a:gd name="connsiteY1" fmla="*/ 322149 h 5356371"/>
              <a:gd name="connsiteX2" fmla="*/ 5970651 w 5970651"/>
              <a:gd name="connsiteY2" fmla="*/ 322149 h 5356371"/>
              <a:gd name="connsiteX3" fmla="*/ 5970651 w 5970651"/>
              <a:gd name="connsiteY3" fmla="*/ 5009159 h 5356371"/>
              <a:gd name="connsiteX4" fmla="*/ 0 w 5970651"/>
              <a:gd name="connsiteY4" fmla="*/ 5009159 h 5356371"/>
              <a:gd name="connsiteX5" fmla="*/ 0 w 5970651"/>
              <a:gd name="connsiteY5" fmla="*/ 322149 h 5356371"/>
              <a:gd name="connsiteX0" fmla="*/ 0 w 5970651"/>
              <a:gd name="connsiteY0" fmla="*/ 322149 h 5017704"/>
              <a:gd name="connsiteX1" fmla="*/ 2985326 w 5970651"/>
              <a:gd name="connsiteY1" fmla="*/ 322149 h 5017704"/>
              <a:gd name="connsiteX2" fmla="*/ 5970651 w 5970651"/>
              <a:gd name="connsiteY2" fmla="*/ 322149 h 5017704"/>
              <a:gd name="connsiteX3" fmla="*/ 5970651 w 5970651"/>
              <a:gd name="connsiteY3" fmla="*/ 5009159 h 5017704"/>
              <a:gd name="connsiteX4" fmla="*/ 0 w 5970651"/>
              <a:gd name="connsiteY4" fmla="*/ 5009159 h 5017704"/>
              <a:gd name="connsiteX5" fmla="*/ 0 w 5970651"/>
              <a:gd name="connsiteY5" fmla="*/ 322149 h 5017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70651" h="5017704">
                <a:moveTo>
                  <a:pt x="0" y="322149"/>
                </a:moveTo>
                <a:cubicBezTo>
                  <a:pt x="995109" y="-793805"/>
                  <a:pt x="1990217" y="1438104"/>
                  <a:pt x="2985326" y="322149"/>
                </a:cubicBezTo>
                <a:cubicBezTo>
                  <a:pt x="3980434" y="-793805"/>
                  <a:pt x="4975543" y="1438104"/>
                  <a:pt x="5970651" y="322149"/>
                </a:cubicBezTo>
                <a:lnTo>
                  <a:pt x="5970651" y="5009159"/>
                </a:lnTo>
                <a:cubicBezTo>
                  <a:pt x="5947093" y="5028327"/>
                  <a:pt x="80709" y="5009277"/>
                  <a:pt x="0" y="5009159"/>
                </a:cubicBezTo>
                <a:lnTo>
                  <a:pt x="0" y="322149"/>
                </a:lnTo>
                <a:close/>
              </a:path>
            </a:pathLst>
          </a:cu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0FB4597-5A57-5383-3BFB-6A81352624B2}"/>
              </a:ext>
            </a:extLst>
          </p:cNvPr>
          <p:cNvSpPr/>
          <p:nvPr/>
        </p:nvSpPr>
        <p:spPr>
          <a:xfrm>
            <a:off x="0" y="9992"/>
            <a:ext cx="10128445" cy="1438568"/>
          </a:xfrm>
          <a:prstGeom prst="rect">
            <a:avLst/>
          </a:prstGeom>
          <a:gradFill>
            <a:gsLst>
              <a:gs pos="0">
                <a:srgbClr val="C0F3FD"/>
              </a:gs>
              <a:gs pos="79000">
                <a:srgbClr val="01CBF3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3" name="Freeform: Shape 222">
            <a:extLst>
              <a:ext uri="{FF2B5EF4-FFF2-40B4-BE49-F238E27FC236}">
                <a16:creationId xmlns:a16="http://schemas.microsoft.com/office/drawing/2014/main" id="{D783736C-872A-789A-3744-C2023D7CD100}"/>
              </a:ext>
            </a:extLst>
          </p:cNvPr>
          <p:cNvSpPr/>
          <p:nvPr/>
        </p:nvSpPr>
        <p:spPr>
          <a:xfrm>
            <a:off x="6765140" y="9992"/>
            <a:ext cx="2496234" cy="786623"/>
          </a:xfrm>
          <a:custGeom>
            <a:avLst/>
            <a:gdLst>
              <a:gd name="connsiteX0" fmla="*/ 10853 w 879602"/>
              <a:gd name="connsiteY0" fmla="*/ 0 h 309104"/>
              <a:gd name="connsiteX1" fmla="*/ 868534 w 879602"/>
              <a:gd name="connsiteY1" fmla="*/ 0 h 309104"/>
              <a:gd name="connsiteX2" fmla="*/ 877887 w 879602"/>
              <a:gd name="connsiteY2" fmla="*/ 15760 h 309104"/>
              <a:gd name="connsiteX3" fmla="*/ 439802 w 879602"/>
              <a:gd name="connsiteY3" fmla="*/ 307841 h 309104"/>
              <a:gd name="connsiteX4" fmla="*/ 1716 w 879602"/>
              <a:gd name="connsiteY4" fmla="*/ 14979 h 309104"/>
              <a:gd name="connsiteX5" fmla="*/ 10853 w 879602"/>
              <a:gd name="connsiteY5" fmla="*/ 0 h 309104"/>
              <a:gd name="connsiteX0" fmla="*/ 10853 w 879602"/>
              <a:gd name="connsiteY0" fmla="*/ 0 h 309104"/>
              <a:gd name="connsiteX1" fmla="*/ 868534 w 879602"/>
              <a:gd name="connsiteY1" fmla="*/ 0 h 309104"/>
              <a:gd name="connsiteX2" fmla="*/ 877887 w 879602"/>
              <a:gd name="connsiteY2" fmla="*/ 15760 h 309104"/>
              <a:gd name="connsiteX3" fmla="*/ 439802 w 879602"/>
              <a:gd name="connsiteY3" fmla="*/ 307841 h 309104"/>
              <a:gd name="connsiteX4" fmla="*/ 1716 w 879602"/>
              <a:gd name="connsiteY4" fmla="*/ 14979 h 309104"/>
              <a:gd name="connsiteX5" fmla="*/ 43074 w 879602"/>
              <a:gd name="connsiteY5" fmla="*/ 34190 h 309104"/>
              <a:gd name="connsiteX0" fmla="*/ 10853 w 879602"/>
              <a:gd name="connsiteY0" fmla="*/ 0 h 309104"/>
              <a:gd name="connsiteX1" fmla="*/ 868534 w 879602"/>
              <a:gd name="connsiteY1" fmla="*/ 0 h 309104"/>
              <a:gd name="connsiteX2" fmla="*/ 877887 w 879602"/>
              <a:gd name="connsiteY2" fmla="*/ 15760 h 309104"/>
              <a:gd name="connsiteX3" fmla="*/ 439802 w 879602"/>
              <a:gd name="connsiteY3" fmla="*/ 307841 h 309104"/>
              <a:gd name="connsiteX4" fmla="*/ 1716 w 879602"/>
              <a:gd name="connsiteY4" fmla="*/ 14979 h 309104"/>
              <a:gd name="connsiteX0" fmla="*/ 868534 w 879602"/>
              <a:gd name="connsiteY0" fmla="*/ 0 h 309104"/>
              <a:gd name="connsiteX1" fmla="*/ 877887 w 879602"/>
              <a:gd name="connsiteY1" fmla="*/ 15760 h 309104"/>
              <a:gd name="connsiteX2" fmla="*/ 439802 w 879602"/>
              <a:gd name="connsiteY2" fmla="*/ 307841 h 309104"/>
              <a:gd name="connsiteX3" fmla="*/ 1716 w 879602"/>
              <a:gd name="connsiteY3" fmla="*/ 14979 h 309104"/>
              <a:gd name="connsiteX0" fmla="*/ 877887 w 879602"/>
              <a:gd name="connsiteY0" fmla="*/ 781 h 294125"/>
              <a:gd name="connsiteX1" fmla="*/ 439802 w 879602"/>
              <a:gd name="connsiteY1" fmla="*/ 292862 h 294125"/>
              <a:gd name="connsiteX2" fmla="*/ 1716 w 879602"/>
              <a:gd name="connsiteY2" fmla="*/ 0 h 294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9602" h="294125">
                <a:moveTo>
                  <a:pt x="877887" y="781"/>
                </a:moveTo>
                <a:cubicBezTo>
                  <a:pt x="896587" y="90087"/>
                  <a:pt x="763204" y="312865"/>
                  <a:pt x="439802" y="292862"/>
                </a:cubicBezTo>
                <a:cubicBezTo>
                  <a:pt x="116400" y="272860"/>
                  <a:pt x="-16983" y="83003"/>
                  <a:pt x="1716" y="0"/>
                </a:cubicBezTo>
              </a:path>
            </a:pathLst>
          </a:custGeom>
          <a:solidFill>
            <a:srgbClr val="FFDF01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B9CC7234-272E-6B6C-35E8-EAC66B0225DE}"/>
              </a:ext>
            </a:extLst>
          </p:cNvPr>
          <p:cNvGrpSpPr/>
          <p:nvPr/>
        </p:nvGrpSpPr>
        <p:grpSpPr>
          <a:xfrm>
            <a:off x="13305" y="843373"/>
            <a:ext cx="10121295" cy="840081"/>
            <a:chOff x="130" y="660682"/>
            <a:chExt cx="5860743" cy="840081"/>
          </a:xfrm>
        </p:grpSpPr>
        <p:sp>
          <p:nvSpPr>
            <p:cNvPr id="225" name="Rectangle 72">
              <a:extLst>
                <a:ext uri="{FF2B5EF4-FFF2-40B4-BE49-F238E27FC236}">
                  <a16:creationId xmlns:a16="http://schemas.microsoft.com/office/drawing/2014/main" id="{C39FC28B-3D5E-6127-4A5E-1FEB23F337B4}"/>
                </a:ext>
              </a:extLst>
            </p:cNvPr>
            <p:cNvSpPr/>
            <p:nvPr/>
          </p:nvSpPr>
          <p:spPr>
            <a:xfrm>
              <a:off x="130" y="660682"/>
              <a:ext cx="5860742" cy="801002"/>
            </a:xfrm>
            <a:custGeom>
              <a:avLst/>
              <a:gdLst>
                <a:gd name="connsiteX0" fmla="*/ 0 w 7239586"/>
                <a:gd name="connsiteY0" fmla="*/ 0 h 1615459"/>
                <a:gd name="connsiteX1" fmla="*/ 7239586 w 7239586"/>
                <a:gd name="connsiteY1" fmla="*/ 0 h 1615459"/>
                <a:gd name="connsiteX2" fmla="*/ 7239586 w 7239586"/>
                <a:gd name="connsiteY2" fmla="*/ 1615459 h 1615459"/>
                <a:gd name="connsiteX3" fmla="*/ 0 w 7239586"/>
                <a:gd name="connsiteY3" fmla="*/ 1615459 h 1615459"/>
                <a:gd name="connsiteX4" fmla="*/ 0 w 7239586"/>
                <a:gd name="connsiteY4" fmla="*/ 0 h 1615459"/>
                <a:gd name="connsiteX0" fmla="*/ 107950 w 7239586"/>
                <a:gd name="connsiteY0" fmla="*/ 0 h 1939309"/>
                <a:gd name="connsiteX1" fmla="*/ 7239586 w 7239586"/>
                <a:gd name="connsiteY1" fmla="*/ 323850 h 1939309"/>
                <a:gd name="connsiteX2" fmla="*/ 7239586 w 7239586"/>
                <a:gd name="connsiteY2" fmla="*/ 1939309 h 1939309"/>
                <a:gd name="connsiteX3" fmla="*/ 0 w 7239586"/>
                <a:gd name="connsiteY3" fmla="*/ 1939309 h 1939309"/>
                <a:gd name="connsiteX4" fmla="*/ 107950 w 7239586"/>
                <a:gd name="connsiteY4" fmla="*/ 0 h 1939309"/>
                <a:gd name="connsiteX0" fmla="*/ 107950 w 7239586"/>
                <a:gd name="connsiteY0" fmla="*/ 0 h 1939309"/>
                <a:gd name="connsiteX1" fmla="*/ 487655 w 7239586"/>
                <a:gd name="connsiteY1" fmla="*/ 35681 h 1939309"/>
                <a:gd name="connsiteX2" fmla="*/ 7239586 w 7239586"/>
                <a:gd name="connsiteY2" fmla="*/ 323850 h 1939309"/>
                <a:gd name="connsiteX3" fmla="*/ 7239586 w 7239586"/>
                <a:gd name="connsiteY3" fmla="*/ 1939309 h 1939309"/>
                <a:gd name="connsiteX4" fmla="*/ 0 w 7239586"/>
                <a:gd name="connsiteY4" fmla="*/ 1939309 h 1939309"/>
                <a:gd name="connsiteX5" fmla="*/ 107950 w 7239586"/>
                <a:gd name="connsiteY5" fmla="*/ 0 h 1939309"/>
                <a:gd name="connsiteX0" fmla="*/ 107950 w 7239586"/>
                <a:gd name="connsiteY0" fmla="*/ 59569 h 1998878"/>
                <a:gd name="connsiteX1" fmla="*/ 487655 w 7239586"/>
                <a:gd name="connsiteY1" fmla="*/ 95250 h 1998878"/>
                <a:gd name="connsiteX2" fmla="*/ 735305 w 7239586"/>
                <a:gd name="connsiteY2" fmla="*/ 0 h 1998878"/>
                <a:gd name="connsiteX3" fmla="*/ 7239586 w 7239586"/>
                <a:gd name="connsiteY3" fmla="*/ 383419 h 1998878"/>
                <a:gd name="connsiteX4" fmla="*/ 7239586 w 7239586"/>
                <a:gd name="connsiteY4" fmla="*/ 1998878 h 1998878"/>
                <a:gd name="connsiteX5" fmla="*/ 0 w 7239586"/>
                <a:gd name="connsiteY5" fmla="*/ 1998878 h 1998878"/>
                <a:gd name="connsiteX6" fmla="*/ 107950 w 7239586"/>
                <a:gd name="connsiteY6" fmla="*/ 59569 h 1998878"/>
                <a:gd name="connsiteX0" fmla="*/ 107950 w 7239586"/>
                <a:gd name="connsiteY0" fmla="*/ 123069 h 2062378"/>
                <a:gd name="connsiteX1" fmla="*/ 487655 w 7239586"/>
                <a:gd name="connsiteY1" fmla="*/ 158750 h 2062378"/>
                <a:gd name="connsiteX2" fmla="*/ 735305 w 7239586"/>
                <a:gd name="connsiteY2" fmla="*/ 63500 h 2062378"/>
                <a:gd name="connsiteX3" fmla="*/ 925805 w 7239586"/>
                <a:gd name="connsiteY3" fmla="*/ 0 h 2062378"/>
                <a:gd name="connsiteX4" fmla="*/ 7239586 w 7239586"/>
                <a:gd name="connsiteY4" fmla="*/ 446919 h 2062378"/>
                <a:gd name="connsiteX5" fmla="*/ 7239586 w 7239586"/>
                <a:gd name="connsiteY5" fmla="*/ 2062378 h 2062378"/>
                <a:gd name="connsiteX6" fmla="*/ 0 w 7239586"/>
                <a:gd name="connsiteY6" fmla="*/ 2062378 h 2062378"/>
                <a:gd name="connsiteX7" fmla="*/ 107950 w 7239586"/>
                <a:gd name="connsiteY7" fmla="*/ 123069 h 2062378"/>
                <a:gd name="connsiteX0" fmla="*/ 107950 w 7239586"/>
                <a:gd name="connsiteY0" fmla="*/ 123069 h 2062378"/>
                <a:gd name="connsiteX1" fmla="*/ 487655 w 7239586"/>
                <a:gd name="connsiteY1" fmla="*/ 158750 h 2062378"/>
                <a:gd name="connsiteX2" fmla="*/ 735305 w 7239586"/>
                <a:gd name="connsiteY2" fmla="*/ 63500 h 2062378"/>
                <a:gd name="connsiteX3" fmla="*/ 925805 w 7239586"/>
                <a:gd name="connsiteY3" fmla="*/ 0 h 2062378"/>
                <a:gd name="connsiteX4" fmla="*/ 1440155 w 7239586"/>
                <a:gd name="connsiteY4" fmla="*/ 19050 h 2062378"/>
                <a:gd name="connsiteX5" fmla="*/ 7239586 w 7239586"/>
                <a:gd name="connsiteY5" fmla="*/ 446919 h 2062378"/>
                <a:gd name="connsiteX6" fmla="*/ 7239586 w 7239586"/>
                <a:gd name="connsiteY6" fmla="*/ 2062378 h 2062378"/>
                <a:gd name="connsiteX7" fmla="*/ 0 w 7239586"/>
                <a:gd name="connsiteY7" fmla="*/ 2062378 h 2062378"/>
                <a:gd name="connsiteX8" fmla="*/ 107950 w 7239586"/>
                <a:gd name="connsiteY8" fmla="*/ 123069 h 2062378"/>
                <a:gd name="connsiteX0" fmla="*/ 107950 w 7239586"/>
                <a:gd name="connsiteY0" fmla="*/ 123069 h 2062378"/>
                <a:gd name="connsiteX1" fmla="*/ 487655 w 7239586"/>
                <a:gd name="connsiteY1" fmla="*/ 158750 h 2062378"/>
                <a:gd name="connsiteX2" fmla="*/ 735305 w 7239586"/>
                <a:gd name="connsiteY2" fmla="*/ 63500 h 2062378"/>
                <a:gd name="connsiteX3" fmla="*/ 925805 w 7239586"/>
                <a:gd name="connsiteY3" fmla="*/ 0 h 2062378"/>
                <a:gd name="connsiteX4" fmla="*/ 1440155 w 7239586"/>
                <a:gd name="connsiteY4" fmla="*/ 19050 h 2062378"/>
                <a:gd name="connsiteX5" fmla="*/ 1637005 w 7239586"/>
                <a:gd name="connsiteY5" fmla="*/ 31750 h 2062378"/>
                <a:gd name="connsiteX6" fmla="*/ 7239586 w 7239586"/>
                <a:gd name="connsiteY6" fmla="*/ 446919 h 2062378"/>
                <a:gd name="connsiteX7" fmla="*/ 7239586 w 7239586"/>
                <a:gd name="connsiteY7" fmla="*/ 2062378 h 2062378"/>
                <a:gd name="connsiteX8" fmla="*/ 0 w 7239586"/>
                <a:gd name="connsiteY8" fmla="*/ 2062378 h 2062378"/>
                <a:gd name="connsiteX9" fmla="*/ 107950 w 7239586"/>
                <a:gd name="connsiteY9" fmla="*/ 123069 h 2062378"/>
                <a:gd name="connsiteX0" fmla="*/ 107950 w 7239586"/>
                <a:gd name="connsiteY0" fmla="*/ 123069 h 2062378"/>
                <a:gd name="connsiteX1" fmla="*/ 487655 w 7239586"/>
                <a:gd name="connsiteY1" fmla="*/ 158750 h 2062378"/>
                <a:gd name="connsiteX2" fmla="*/ 735305 w 7239586"/>
                <a:gd name="connsiteY2" fmla="*/ 63500 h 2062378"/>
                <a:gd name="connsiteX3" fmla="*/ 925805 w 7239586"/>
                <a:gd name="connsiteY3" fmla="*/ 0 h 2062378"/>
                <a:gd name="connsiteX4" fmla="*/ 1440155 w 7239586"/>
                <a:gd name="connsiteY4" fmla="*/ 19050 h 2062378"/>
                <a:gd name="connsiteX5" fmla="*/ 1637005 w 7239586"/>
                <a:gd name="connsiteY5" fmla="*/ 31750 h 2062378"/>
                <a:gd name="connsiteX6" fmla="*/ 1802105 w 7239586"/>
                <a:gd name="connsiteY6" fmla="*/ 12700 h 2062378"/>
                <a:gd name="connsiteX7" fmla="*/ 7239586 w 7239586"/>
                <a:gd name="connsiteY7" fmla="*/ 446919 h 2062378"/>
                <a:gd name="connsiteX8" fmla="*/ 7239586 w 7239586"/>
                <a:gd name="connsiteY8" fmla="*/ 2062378 h 2062378"/>
                <a:gd name="connsiteX9" fmla="*/ 0 w 7239586"/>
                <a:gd name="connsiteY9" fmla="*/ 2062378 h 2062378"/>
                <a:gd name="connsiteX10" fmla="*/ 107950 w 7239586"/>
                <a:gd name="connsiteY10" fmla="*/ 123069 h 2062378"/>
                <a:gd name="connsiteX0" fmla="*/ 107950 w 7239586"/>
                <a:gd name="connsiteY0" fmla="*/ 269415 h 2208724"/>
                <a:gd name="connsiteX1" fmla="*/ 487655 w 7239586"/>
                <a:gd name="connsiteY1" fmla="*/ 305096 h 2208724"/>
                <a:gd name="connsiteX2" fmla="*/ 735305 w 7239586"/>
                <a:gd name="connsiteY2" fmla="*/ 209846 h 2208724"/>
                <a:gd name="connsiteX3" fmla="*/ 925805 w 7239586"/>
                <a:gd name="connsiteY3" fmla="*/ 146346 h 2208724"/>
                <a:gd name="connsiteX4" fmla="*/ 1440155 w 7239586"/>
                <a:gd name="connsiteY4" fmla="*/ 165396 h 2208724"/>
                <a:gd name="connsiteX5" fmla="*/ 1637005 w 7239586"/>
                <a:gd name="connsiteY5" fmla="*/ 178096 h 2208724"/>
                <a:gd name="connsiteX6" fmla="*/ 1802105 w 7239586"/>
                <a:gd name="connsiteY6" fmla="*/ 159046 h 2208724"/>
                <a:gd name="connsiteX7" fmla="*/ 2011655 w 7239586"/>
                <a:gd name="connsiteY7" fmla="*/ 296 h 2208724"/>
                <a:gd name="connsiteX8" fmla="*/ 7239586 w 7239586"/>
                <a:gd name="connsiteY8" fmla="*/ 593265 h 2208724"/>
                <a:gd name="connsiteX9" fmla="*/ 7239586 w 7239586"/>
                <a:gd name="connsiteY9" fmla="*/ 2208724 h 2208724"/>
                <a:gd name="connsiteX10" fmla="*/ 0 w 7239586"/>
                <a:gd name="connsiteY10" fmla="*/ 2208724 h 2208724"/>
                <a:gd name="connsiteX11" fmla="*/ 107950 w 7239586"/>
                <a:gd name="connsiteY11" fmla="*/ 269415 h 2208724"/>
                <a:gd name="connsiteX0" fmla="*/ 107950 w 7239586"/>
                <a:gd name="connsiteY0" fmla="*/ 396329 h 2335638"/>
                <a:gd name="connsiteX1" fmla="*/ 487655 w 7239586"/>
                <a:gd name="connsiteY1" fmla="*/ 432010 h 2335638"/>
                <a:gd name="connsiteX2" fmla="*/ 735305 w 7239586"/>
                <a:gd name="connsiteY2" fmla="*/ 336760 h 2335638"/>
                <a:gd name="connsiteX3" fmla="*/ 925805 w 7239586"/>
                <a:gd name="connsiteY3" fmla="*/ 273260 h 2335638"/>
                <a:gd name="connsiteX4" fmla="*/ 1440155 w 7239586"/>
                <a:gd name="connsiteY4" fmla="*/ 292310 h 2335638"/>
                <a:gd name="connsiteX5" fmla="*/ 1637005 w 7239586"/>
                <a:gd name="connsiteY5" fmla="*/ 305010 h 2335638"/>
                <a:gd name="connsiteX6" fmla="*/ 1802105 w 7239586"/>
                <a:gd name="connsiteY6" fmla="*/ 285960 h 2335638"/>
                <a:gd name="connsiteX7" fmla="*/ 2011655 w 7239586"/>
                <a:gd name="connsiteY7" fmla="*/ 127210 h 2335638"/>
                <a:gd name="connsiteX8" fmla="*/ 2291055 w 7239586"/>
                <a:gd name="connsiteY8" fmla="*/ 210 h 2335638"/>
                <a:gd name="connsiteX9" fmla="*/ 7239586 w 7239586"/>
                <a:gd name="connsiteY9" fmla="*/ 720179 h 2335638"/>
                <a:gd name="connsiteX10" fmla="*/ 7239586 w 7239586"/>
                <a:gd name="connsiteY10" fmla="*/ 2335638 h 2335638"/>
                <a:gd name="connsiteX11" fmla="*/ 0 w 7239586"/>
                <a:gd name="connsiteY11" fmla="*/ 2335638 h 2335638"/>
                <a:gd name="connsiteX12" fmla="*/ 107950 w 7239586"/>
                <a:gd name="connsiteY12" fmla="*/ 396329 h 233563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7239586 w 7239586"/>
                <a:gd name="connsiteY10" fmla="*/ 779229 h 2394688"/>
                <a:gd name="connsiteX11" fmla="*/ 7239586 w 7239586"/>
                <a:gd name="connsiteY11" fmla="*/ 2394688 h 2394688"/>
                <a:gd name="connsiteX12" fmla="*/ 0 w 7239586"/>
                <a:gd name="connsiteY12" fmla="*/ 2394688 h 2394688"/>
                <a:gd name="connsiteX13" fmla="*/ 107950 w 7239586"/>
                <a:gd name="connsiteY13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7239586 w 7239586"/>
                <a:gd name="connsiteY11" fmla="*/ 779229 h 2394688"/>
                <a:gd name="connsiteX12" fmla="*/ 7239586 w 7239586"/>
                <a:gd name="connsiteY12" fmla="*/ 2394688 h 2394688"/>
                <a:gd name="connsiteX13" fmla="*/ 0 w 7239586"/>
                <a:gd name="connsiteY13" fmla="*/ 2394688 h 2394688"/>
                <a:gd name="connsiteX14" fmla="*/ 107950 w 7239586"/>
                <a:gd name="connsiteY14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7239586 w 7239586"/>
                <a:gd name="connsiteY12" fmla="*/ 779229 h 2394688"/>
                <a:gd name="connsiteX13" fmla="*/ 7239586 w 7239586"/>
                <a:gd name="connsiteY13" fmla="*/ 2394688 h 2394688"/>
                <a:gd name="connsiteX14" fmla="*/ 0 w 7239586"/>
                <a:gd name="connsiteY14" fmla="*/ 2394688 h 2394688"/>
                <a:gd name="connsiteX15" fmla="*/ 107950 w 7239586"/>
                <a:gd name="connsiteY15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7239586 w 7239586"/>
                <a:gd name="connsiteY13" fmla="*/ 779229 h 2394688"/>
                <a:gd name="connsiteX14" fmla="*/ 7239586 w 7239586"/>
                <a:gd name="connsiteY14" fmla="*/ 2394688 h 2394688"/>
                <a:gd name="connsiteX15" fmla="*/ 0 w 7239586"/>
                <a:gd name="connsiteY15" fmla="*/ 2394688 h 2394688"/>
                <a:gd name="connsiteX16" fmla="*/ 107950 w 7239586"/>
                <a:gd name="connsiteY16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7239586 w 7239586"/>
                <a:gd name="connsiteY14" fmla="*/ 779229 h 2394688"/>
                <a:gd name="connsiteX15" fmla="*/ 7239586 w 7239586"/>
                <a:gd name="connsiteY15" fmla="*/ 2394688 h 2394688"/>
                <a:gd name="connsiteX16" fmla="*/ 0 w 7239586"/>
                <a:gd name="connsiteY16" fmla="*/ 2394688 h 2394688"/>
                <a:gd name="connsiteX17" fmla="*/ 107950 w 7239586"/>
                <a:gd name="connsiteY17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7239586 w 7239586"/>
                <a:gd name="connsiteY15" fmla="*/ 779229 h 2394688"/>
                <a:gd name="connsiteX16" fmla="*/ 7239586 w 7239586"/>
                <a:gd name="connsiteY16" fmla="*/ 2394688 h 2394688"/>
                <a:gd name="connsiteX17" fmla="*/ 0 w 7239586"/>
                <a:gd name="connsiteY17" fmla="*/ 2394688 h 2394688"/>
                <a:gd name="connsiteX18" fmla="*/ 107950 w 7239586"/>
                <a:gd name="connsiteY18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4450055 w 7239586"/>
                <a:gd name="connsiteY15" fmla="*/ 402160 h 2394688"/>
                <a:gd name="connsiteX16" fmla="*/ 7239586 w 7239586"/>
                <a:gd name="connsiteY16" fmla="*/ 779229 h 2394688"/>
                <a:gd name="connsiteX17" fmla="*/ 7239586 w 7239586"/>
                <a:gd name="connsiteY17" fmla="*/ 2394688 h 2394688"/>
                <a:gd name="connsiteX18" fmla="*/ 0 w 7239586"/>
                <a:gd name="connsiteY18" fmla="*/ 2394688 h 2394688"/>
                <a:gd name="connsiteX19" fmla="*/ 107950 w 7239586"/>
                <a:gd name="connsiteY19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4450055 w 7239586"/>
                <a:gd name="connsiteY15" fmla="*/ 402160 h 2394688"/>
                <a:gd name="connsiteX16" fmla="*/ 4697705 w 7239586"/>
                <a:gd name="connsiteY16" fmla="*/ 497410 h 2394688"/>
                <a:gd name="connsiteX17" fmla="*/ 7239586 w 7239586"/>
                <a:gd name="connsiteY17" fmla="*/ 779229 h 2394688"/>
                <a:gd name="connsiteX18" fmla="*/ 7239586 w 7239586"/>
                <a:gd name="connsiteY18" fmla="*/ 2394688 h 2394688"/>
                <a:gd name="connsiteX19" fmla="*/ 0 w 7239586"/>
                <a:gd name="connsiteY19" fmla="*/ 2394688 h 2394688"/>
                <a:gd name="connsiteX20" fmla="*/ 107950 w 7239586"/>
                <a:gd name="connsiteY20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4450055 w 7239586"/>
                <a:gd name="connsiteY15" fmla="*/ 402160 h 2394688"/>
                <a:gd name="connsiteX16" fmla="*/ 4697705 w 7239586"/>
                <a:gd name="connsiteY16" fmla="*/ 497410 h 2394688"/>
                <a:gd name="connsiteX17" fmla="*/ 4939005 w 7239586"/>
                <a:gd name="connsiteY17" fmla="*/ 319610 h 2394688"/>
                <a:gd name="connsiteX18" fmla="*/ 7239586 w 7239586"/>
                <a:gd name="connsiteY18" fmla="*/ 779229 h 2394688"/>
                <a:gd name="connsiteX19" fmla="*/ 7239586 w 7239586"/>
                <a:gd name="connsiteY19" fmla="*/ 2394688 h 2394688"/>
                <a:gd name="connsiteX20" fmla="*/ 0 w 7239586"/>
                <a:gd name="connsiteY20" fmla="*/ 2394688 h 2394688"/>
                <a:gd name="connsiteX21" fmla="*/ 107950 w 7239586"/>
                <a:gd name="connsiteY21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4450055 w 7239586"/>
                <a:gd name="connsiteY15" fmla="*/ 402160 h 2394688"/>
                <a:gd name="connsiteX16" fmla="*/ 4697705 w 7239586"/>
                <a:gd name="connsiteY16" fmla="*/ 497410 h 2394688"/>
                <a:gd name="connsiteX17" fmla="*/ 4939005 w 7239586"/>
                <a:gd name="connsiteY17" fmla="*/ 319610 h 2394688"/>
                <a:gd name="connsiteX18" fmla="*/ 5085055 w 7239586"/>
                <a:gd name="connsiteY18" fmla="*/ 230710 h 2394688"/>
                <a:gd name="connsiteX19" fmla="*/ 7239586 w 7239586"/>
                <a:gd name="connsiteY19" fmla="*/ 779229 h 2394688"/>
                <a:gd name="connsiteX20" fmla="*/ 7239586 w 7239586"/>
                <a:gd name="connsiteY20" fmla="*/ 2394688 h 2394688"/>
                <a:gd name="connsiteX21" fmla="*/ 0 w 7239586"/>
                <a:gd name="connsiteY21" fmla="*/ 2394688 h 2394688"/>
                <a:gd name="connsiteX22" fmla="*/ 107950 w 7239586"/>
                <a:gd name="connsiteY22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4450055 w 7239586"/>
                <a:gd name="connsiteY15" fmla="*/ 402160 h 2394688"/>
                <a:gd name="connsiteX16" fmla="*/ 4697705 w 7239586"/>
                <a:gd name="connsiteY16" fmla="*/ 497410 h 2394688"/>
                <a:gd name="connsiteX17" fmla="*/ 4939005 w 7239586"/>
                <a:gd name="connsiteY17" fmla="*/ 319610 h 2394688"/>
                <a:gd name="connsiteX18" fmla="*/ 5085055 w 7239586"/>
                <a:gd name="connsiteY18" fmla="*/ 230710 h 2394688"/>
                <a:gd name="connsiteX19" fmla="*/ 5497805 w 7239586"/>
                <a:gd name="connsiteY19" fmla="*/ 154510 h 2394688"/>
                <a:gd name="connsiteX20" fmla="*/ 7239586 w 7239586"/>
                <a:gd name="connsiteY20" fmla="*/ 779229 h 2394688"/>
                <a:gd name="connsiteX21" fmla="*/ 7239586 w 7239586"/>
                <a:gd name="connsiteY21" fmla="*/ 2394688 h 2394688"/>
                <a:gd name="connsiteX22" fmla="*/ 0 w 7239586"/>
                <a:gd name="connsiteY22" fmla="*/ 2394688 h 2394688"/>
                <a:gd name="connsiteX23" fmla="*/ 107950 w 7239586"/>
                <a:gd name="connsiteY23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4450055 w 7239586"/>
                <a:gd name="connsiteY15" fmla="*/ 402160 h 2394688"/>
                <a:gd name="connsiteX16" fmla="*/ 4697705 w 7239586"/>
                <a:gd name="connsiteY16" fmla="*/ 497410 h 2394688"/>
                <a:gd name="connsiteX17" fmla="*/ 4939005 w 7239586"/>
                <a:gd name="connsiteY17" fmla="*/ 319610 h 2394688"/>
                <a:gd name="connsiteX18" fmla="*/ 5085055 w 7239586"/>
                <a:gd name="connsiteY18" fmla="*/ 230710 h 2394688"/>
                <a:gd name="connsiteX19" fmla="*/ 5497805 w 7239586"/>
                <a:gd name="connsiteY19" fmla="*/ 154510 h 2394688"/>
                <a:gd name="connsiteX20" fmla="*/ 5923255 w 7239586"/>
                <a:gd name="connsiteY20" fmla="*/ 275160 h 2394688"/>
                <a:gd name="connsiteX21" fmla="*/ 7239586 w 7239586"/>
                <a:gd name="connsiteY21" fmla="*/ 779229 h 2394688"/>
                <a:gd name="connsiteX22" fmla="*/ 7239586 w 7239586"/>
                <a:gd name="connsiteY22" fmla="*/ 2394688 h 2394688"/>
                <a:gd name="connsiteX23" fmla="*/ 0 w 7239586"/>
                <a:gd name="connsiteY23" fmla="*/ 2394688 h 2394688"/>
                <a:gd name="connsiteX24" fmla="*/ 107950 w 7239586"/>
                <a:gd name="connsiteY24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4450055 w 7239586"/>
                <a:gd name="connsiteY15" fmla="*/ 402160 h 2394688"/>
                <a:gd name="connsiteX16" fmla="*/ 4697705 w 7239586"/>
                <a:gd name="connsiteY16" fmla="*/ 497410 h 2394688"/>
                <a:gd name="connsiteX17" fmla="*/ 4939005 w 7239586"/>
                <a:gd name="connsiteY17" fmla="*/ 319610 h 2394688"/>
                <a:gd name="connsiteX18" fmla="*/ 5085055 w 7239586"/>
                <a:gd name="connsiteY18" fmla="*/ 230710 h 2394688"/>
                <a:gd name="connsiteX19" fmla="*/ 5497805 w 7239586"/>
                <a:gd name="connsiteY19" fmla="*/ 154510 h 2394688"/>
                <a:gd name="connsiteX20" fmla="*/ 5923255 w 7239586"/>
                <a:gd name="connsiteY20" fmla="*/ 275160 h 2394688"/>
                <a:gd name="connsiteX21" fmla="*/ 6253455 w 7239586"/>
                <a:gd name="connsiteY21" fmla="*/ 287860 h 2394688"/>
                <a:gd name="connsiteX22" fmla="*/ 7239586 w 7239586"/>
                <a:gd name="connsiteY22" fmla="*/ 779229 h 2394688"/>
                <a:gd name="connsiteX23" fmla="*/ 7239586 w 7239586"/>
                <a:gd name="connsiteY23" fmla="*/ 2394688 h 2394688"/>
                <a:gd name="connsiteX24" fmla="*/ 0 w 7239586"/>
                <a:gd name="connsiteY24" fmla="*/ 2394688 h 2394688"/>
                <a:gd name="connsiteX25" fmla="*/ 107950 w 7239586"/>
                <a:gd name="connsiteY25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4450055 w 7239586"/>
                <a:gd name="connsiteY15" fmla="*/ 402160 h 2394688"/>
                <a:gd name="connsiteX16" fmla="*/ 4697705 w 7239586"/>
                <a:gd name="connsiteY16" fmla="*/ 497410 h 2394688"/>
                <a:gd name="connsiteX17" fmla="*/ 4939005 w 7239586"/>
                <a:gd name="connsiteY17" fmla="*/ 319610 h 2394688"/>
                <a:gd name="connsiteX18" fmla="*/ 5085055 w 7239586"/>
                <a:gd name="connsiteY18" fmla="*/ 230710 h 2394688"/>
                <a:gd name="connsiteX19" fmla="*/ 5497805 w 7239586"/>
                <a:gd name="connsiteY19" fmla="*/ 154510 h 2394688"/>
                <a:gd name="connsiteX20" fmla="*/ 5923255 w 7239586"/>
                <a:gd name="connsiteY20" fmla="*/ 275160 h 2394688"/>
                <a:gd name="connsiteX21" fmla="*/ 6253455 w 7239586"/>
                <a:gd name="connsiteY21" fmla="*/ 287860 h 2394688"/>
                <a:gd name="connsiteX22" fmla="*/ 6545555 w 7239586"/>
                <a:gd name="connsiteY22" fmla="*/ 33860 h 2394688"/>
                <a:gd name="connsiteX23" fmla="*/ 7239586 w 7239586"/>
                <a:gd name="connsiteY23" fmla="*/ 779229 h 2394688"/>
                <a:gd name="connsiteX24" fmla="*/ 7239586 w 7239586"/>
                <a:gd name="connsiteY24" fmla="*/ 2394688 h 2394688"/>
                <a:gd name="connsiteX25" fmla="*/ 0 w 7239586"/>
                <a:gd name="connsiteY25" fmla="*/ 2394688 h 2394688"/>
                <a:gd name="connsiteX26" fmla="*/ 107950 w 7239586"/>
                <a:gd name="connsiteY26" fmla="*/ 455379 h 2394688"/>
                <a:gd name="connsiteX0" fmla="*/ 107950 w 7239586"/>
                <a:gd name="connsiteY0" fmla="*/ 576389 h 2515698"/>
                <a:gd name="connsiteX1" fmla="*/ 487655 w 7239586"/>
                <a:gd name="connsiteY1" fmla="*/ 612070 h 2515698"/>
                <a:gd name="connsiteX2" fmla="*/ 735305 w 7239586"/>
                <a:gd name="connsiteY2" fmla="*/ 516820 h 2515698"/>
                <a:gd name="connsiteX3" fmla="*/ 925805 w 7239586"/>
                <a:gd name="connsiteY3" fmla="*/ 453320 h 2515698"/>
                <a:gd name="connsiteX4" fmla="*/ 1440155 w 7239586"/>
                <a:gd name="connsiteY4" fmla="*/ 472370 h 2515698"/>
                <a:gd name="connsiteX5" fmla="*/ 1637005 w 7239586"/>
                <a:gd name="connsiteY5" fmla="*/ 485070 h 2515698"/>
                <a:gd name="connsiteX6" fmla="*/ 1802105 w 7239586"/>
                <a:gd name="connsiteY6" fmla="*/ 466020 h 2515698"/>
                <a:gd name="connsiteX7" fmla="*/ 2011655 w 7239586"/>
                <a:gd name="connsiteY7" fmla="*/ 307270 h 2515698"/>
                <a:gd name="connsiteX8" fmla="*/ 2291055 w 7239586"/>
                <a:gd name="connsiteY8" fmla="*/ 180270 h 2515698"/>
                <a:gd name="connsiteX9" fmla="*/ 2646655 w 7239586"/>
                <a:gd name="connsiteY9" fmla="*/ 123120 h 2515698"/>
                <a:gd name="connsiteX10" fmla="*/ 2957805 w 7239586"/>
                <a:gd name="connsiteY10" fmla="*/ 281870 h 2515698"/>
                <a:gd name="connsiteX11" fmla="*/ 3135605 w 7239586"/>
                <a:gd name="connsiteY11" fmla="*/ 605720 h 2515698"/>
                <a:gd name="connsiteX12" fmla="*/ 3446755 w 7239586"/>
                <a:gd name="connsiteY12" fmla="*/ 669220 h 2515698"/>
                <a:gd name="connsiteX13" fmla="*/ 3707105 w 7239586"/>
                <a:gd name="connsiteY13" fmla="*/ 605720 h 2515698"/>
                <a:gd name="connsiteX14" fmla="*/ 3999205 w 7239586"/>
                <a:gd name="connsiteY14" fmla="*/ 554920 h 2515698"/>
                <a:gd name="connsiteX15" fmla="*/ 4450055 w 7239586"/>
                <a:gd name="connsiteY15" fmla="*/ 523170 h 2515698"/>
                <a:gd name="connsiteX16" fmla="*/ 4697705 w 7239586"/>
                <a:gd name="connsiteY16" fmla="*/ 618420 h 2515698"/>
                <a:gd name="connsiteX17" fmla="*/ 4939005 w 7239586"/>
                <a:gd name="connsiteY17" fmla="*/ 440620 h 2515698"/>
                <a:gd name="connsiteX18" fmla="*/ 5085055 w 7239586"/>
                <a:gd name="connsiteY18" fmla="*/ 351720 h 2515698"/>
                <a:gd name="connsiteX19" fmla="*/ 5497805 w 7239586"/>
                <a:gd name="connsiteY19" fmla="*/ 275520 h 2515698"/>
                <a:gd name="connsiteX20" fmla="*/ 5923255 w 7239586"/>
                <a:gd name="connsiteY20" fmla="*/ 396170 h 2515698"/>
                <a:gd name="connsiteX21" fmla="*/ 6253455 w 7239586"/>
                <a:gd name="connsiteY21" fmla="*/ 408870 h 2515698"/>
                <a:gd name="connsiteX22" fmla="*/ 6545555 w 7239586"/>
                <a:gd name="connsiteY22" fmla="*/ 154870 h 2515698"/>
                <a:gd name="connsiteX23" fmla="*/ 7021805 w 7239586"/>
                <a:gd name="connsiteY23" fmla="*/ 21520 h 2515698"/>
                <a:gd name="connsiteX24" fmla="*/ 7239586 w 7239586"/>
                <a:gd name="connsiteY24" fmla="*/ 900239 h 2515698"/>
                <a:gd name="connsiteX25" fmla="*/ 7239586 w 7239586"/>
                <a:gd name="connsiteY25" fmla="*/ 2515698 h 2515698"/>
                <a:gd name="connsiteX26" fmla="*/ 0 w 7239586"/>
                <a:gd name="connsiteY26" fmla="*/ 2515698 h 2515698"/>
                <a:gd name="connsiteX27" fmla="*/ 107950 w 7239586"/>
                <a:gd name="connsiteY27" fmla="*/ 576389 h 2515698"/>
                <a:gd name="connsiteX0" fmla="*/ 107950 w 7383755"/>
                <a:gd name="connsiteY0" fmla="*/ 576389 h 2515698"/>
                <a:gd name="connsiteX1" fmla="*/ 487655 w 7383755"/>
                <a:gd name="connsiteY1" fmla="*/ 612070 h 2515698"/>
                <a:gd name="connsiteX2" fmla="*/ 735305 w 7383755"/>
                <a:gd name="connsiteY2" fmla="*/ 516820 h 2515698"/>
                <a:gd name="connsiteX3" fmla="*/ 925805 w 7383755"/>
                <a:gd name="connsiteY3" fmla="*/ 453320 h 2515698"/>
                <a:gd name="connsiteX4" fmla="*/ 1440155 w 7383755"/>
                <a:gd name="connsiteY4" fmla="*/ 472370 h 2515698"/>
                <a:gd name="connsiteX5" fmla="*/ 1637005 w 7383755"/>
                <a:gd name="connsiteY5" fmla="*/ 485070 h 2515698"/>
                <a:gd name="connsiteX6" fmla="*/ 1802105 w 7383755"/>
                <a:gd name="connsiteY6" fmla="*/ 466020 h 2515698"/>
                <a:gd name="connsiteX7" fmla="*/ 2011655 w 7383755"/>
                <a:gd name="connsiteY7" fmla="*/ 307270 h 2515698"/>
                <a:gd name="connsiteX8" fmla="*/ 2291055 w 7383755"/>
                <a:gd name="connsiteY8" fmla="*/ 180270 h 2515698"/>
                <a:gd name="connsiteX9" fmla="*/ 2646655 w 7383755"/>
                <a:gd name="connsiteY9" fmla="*/ 123120 h 2515698"/>
                <a:gd name="connsiteX10" fmla="*/ 2957805 w 7383755"/>
                <a:gd name="connsiteY10" fmla="*/ 281870 h 2515698"/>
                <a:gd name="connsiteX11" fmla="*/ 3135605 w 7383755"/>
                <a:gd name="connsiteY11" fmla="*/ 605720 h 2515698"/>
                <a:gd name="connsiteX12" fmla="*/ 3446755 w 7383755"/>
                <a:gd name="connsiteY12" fmla="*/ 669220 h 2515698"/>
                <a:gd name="connsiteX13" fmla="*/ 3707105 w 7383755"/>
                <a:gd name="connsiteY13" fmla="*/ 605720 h 2515698"/>
                <a:gd name="connsiteX14" fmla="*/ 3999205 w 7383755"/>
                <a:gd name="connsiteY14" fmla="*/ 554920 h 2515698"/>
                <a:gd name="connsiteX15" fmla="*/ 4450055 w 7383755"/>
                <a:gd name="connsiteY15" fmla="*/ 523170 h 2515698"/>
                <a:gd name="connsiteX16" fmla="*/ 4697705 w 7383755"/>
                <a:gd name="connsiteY16" fmla="*/ 618420 h 2515698"/>
                <a:gd name="connsiteX17" fmla="*/ 4939005 w 7383755"/>
                <a:gd name="connsiteY17" fmla="*/ 440620 h 2515698"/>
                <a:gd name="connsiteX18" fmla="*/ 5085055 w 7383755"/>
                <a:gd name="connsiteY18" fmla="*/ 351720 h 2515698"/>
                <a:gd name="connsiteX19" fmla="*/ 5497805 w 7383755"/>
                <a:gd name="connsiteY19" fmla="*/ 275520 h 2515698"/>
                <a:gd name="connsiteX20" fmla="*/ 5923255 w 7383755"/>
                <a:gd name="connsiteY20" fmla="*/ 396170 h 2515698"/>
                <a:gd name="connsiteX21" fmla="*/ 6253455 w 7383755"/>
                <a:gd name="connsiteY21" fmla="*/ 408870 h 2515698"/>
                <a:gd name="connsiteX22" fmla="*/ 6545555 w 7383755"/>
                <a:gd name="connsiteY22" fmla="*/ 154870 h 2515698"/>
                <a:gd name="connsiteX23" fmla="*/ 7021805 w 7383755"/>
                <a:gd name="connsiteY23" fmla="*/ 21520 h 2515698"/>
                <a:gd name="connsiteX24" fmla="*/ 7383755 w 7383755"/>
                <a:gd name="connsiteY24" fmla="*/ 212020 h 2515698"/>
                <a:gd name="connsiteX25" fmla="*/ 7239586 w 7383755"/>
                <a:gd name="connsiteY25" fmla="*/ 900239 h 2515698"/>
                <a:gd name="connsiteX26" fmla="*/ 7239586 w 7383755"/>
                <a:gd name="connsiteY26" fmla="*/ 2515698 h 2515698"/>
                <a:gd name="connsiteX27" fmla="*/ 0 w 7383755"/>
                <a:gd name="connsiteY27" fmla="*/ 2515698 h 2515698"/>
                <a:gd name="connsiteX28" fmla="*/ 107950 w 7383755"/>
                <a:gd name="connsiteY28" fmla="*/ 576389 h 2515698"/>
                <a:gd name="connsiteX0" fmla="*/ 107950 w 7601620"/>
                <a:gd name="connsiteY0" fmla="*/ 576389 h 2515698"/>
                <a:gd name="connsiteX1" fmla="*/ 487655 w 7601620"/>
                <a:gd name="connsiteY1" fmla="*/ 612070 h 2515698"/>
                <a:gd name="connsiteX2" fmla="*/ 735305 w 7601620"/>
                <a:gd name="connsiteY2" fmla="*/ 516820 h 2515698"/>
                <a:gd name="connsiteX3" fmla="*/ 925805 w 7601620"/>
                <a:gd name="connsiteY3" fmla="*/ 453320 h 2515698"/>
                <a:gd name="connsiteX4" fmla="*/ 1440155 w 7601620"/>
                <a:gd name="connsiteY4" fmla="*/ 472370 h 2515698"/>
                <a:gd name="connsiteX5" fmla="*/ 1637005 w 7601620"/>
                <a:gd name="connsiteY5" fmla="*/ 485070 h 2515698"/>
                <a:gd name="connsiteX6" fmla="*/ 1802105 w 7601620"/>
                <a:gd name="connsiteY6" fmla="*/ 466020 h 2515698"/>
                <a:gd name="connsiteX7" fmla="*/ 2011655 w 7601620"/>
                <a:gd name="connsiteY7" fmla="*/ 307270 h 2515698"/>
                <a:gd name="connsiteX8" fmla="*/ 2291055 w 7601620"/>
                <a:gd name="connsiteY8" fmla="*/ 180270 h 2515698"/>
                <a:gd name="connsiteX9" fmla="*/ 2646655 w 7601620"/>
                <a:gd name="connsiteY9" fmla="*/ 123120 h 2515698"/>
                <a:gd name="connsiteX10" fmla="*/ 2957805 w 7601620"/>
                <a:gd name="connsiteY10" fmla="*/ 281870 h 2515698"/>
                <a:gd name="connsiteX11" fmla="*/ 3135605 w 7601620"/>
                <a:gd name="connsiteY11" fmla="*/ 605720 h 2515698"/>
                <a:gd name="connsiteX12" fmla="*/ 3446755 w 7601620"/>
                <a:gd name="connsiteY12" fmla="*/ 669220 h 2515698"/>
                <a:gd name="connsiteX13" fmla="*/ 3707105 w 7601620"/>
                <a:gd name="connsiteY13" fmla="*/ 605720 h 2515698"/>
                <a:gd name="connsiteX14" fmla="*/ 3999205 w 7601620"/>
                <a:gd name="connsiteY14" fmla="*/ 554920 h 2515698"/>
                <a:gd name="connsiteX15" fmla="*/ 4450055 w 7601620"/>
                <a:gd name="connsiteY15" fmla="*/ 523170 h 2515698"/>
                <a:gd name="connsiteX16" fmla="*/ 4697705 w 7601620"/>
                <a:gd name="connsiteY16" fmla="*/ 618420 h 2515698"/>
                <a:gd name="connsiteX17" fmla="*/ 4939005 w 7601620"/>
                <a:gd name="connsiteY17" fmla="*/ 440620 h 2515698"/>
                <a:gd name="connsiteX18" fmla="*/ 5085055 w 7601620"/>
                <a:gd name="connsiteY18" fmla="*/ 351720 h 2515698"/>
                <a:gd name="connsiteX19" fmla="*/ 5497805 w 7601620"/>
                <a:gd name="connsiteY19" fmla="*/ 275520 h 2515698"/>
                <a:gd name="connsiteX20" fmla="*/ 5923255 w 7601620"/>
                <a:gd name="connsiteY20" fmla="*/ 396170 h 2515698"/>
                <a:gd name="connsiteX21" fmla="*/ 6253455 w 7601620"/>
                <a:gd name="connsiteY21" fmla="*/ 408870 h 2515698"/>
                <a:gd name="connsiteX22" fmla="*/ 6545555 w 7601620"/>
                <a:gd name="connsiteY22" fmla="*/ 154870 h 2515698"/>
                <a:gd name="connsiteX23" fmla="*/ 7021805 w 7601620"/>
                <a:gd name="connsiteY23" fmla="*/ 21520 h 2515698"/>
                <a:gd name="connsiteX24" fmla="*/ 7383755 w 7601620"/>
                <a:gd name="connsiteY24" fmla="*/ 212020 h 2515698"/>
                <a:gd name="connsiteX25" fmla="*/ 7599655 w 7601620"/>
                <a:gd name="connsiteY25" fmla="*/ 262820 h 2515698"/>
                <a:gd name="connsiteX26" fmla="*/ 7239586 w 7601620"/>
                <a:gd name="connsiteY26" fmla="*/ 900239 h 2515698"/>
                <a:gd name="connsiteX27" fmla="*/ 7239586 w 7601620"/>
                <a:gd name="connsiteY27" fmla="*/ 2515698 h 2515698"/>
                <a:gd name="connsiteX28" fmla="*/ 0 w 7601620"/>
                <a:gd name="connsiteY28" fmla="*/ 2515698 h 2515698"/>
                <a:gd name="connsiteX29" fmla="*/ 107950 w 7601620"/>
                <a:gd name="connsiteY29" fmla="*/ 576389 h 2515698"/>
                <a:gd name="connsiteX0" fmla="*/ 107950 w 7922378"/>
                <a:gd name="connsiteY0" fmla="*/ 606667 h 2545976"/>
                <a:gd name="connsiteX1" fmla="*/ 487655 w 7922378"/>
                <a:gd name="connsiteY1" fmla="*/ 642348 h 2545976"/>
                <a:gd name="connsiteX2" fmla="*/ 735305 w 7922378"/>
                <a:gd name="connsiteY2" fmla="*/ 547098 h 2545976"/>
                <a:gd name="connsiteX3" fmla="*/ 925805 w 7922378"/>
                <a:gd name="connsiteY3" fmla="*/ 483598 h 2545976"/>
                <a:gd name="connsiteX4" fmla="*/ 1440155 w 7922378"/>
                <a:gd name="connsiteY4" fmla="*/ 502648 h 2545976"/>
                <a:gd name="connsiteX5" fmla="*/ 1637005 w 7922378"/>
                <a:gd name="connsiteY5" fmla="*/ 515348 h 2545976"/>
                <a:gd name="connsiteX6" fmla="*/ 1802105 w 7922378"/>
                <a:gd name="connsiteY6" fmla="*/ 496298 h 2545976"/>
                <a:gd name="connsiteX7" fmla="*/ 2011655 w 7922378"/>
                <a:gd name="connsiteY7" fmla="*/ 337548 h 2545976"/>
                <a:gd name="connsiteX8" fmla="*/ 2291055 w 7922378"/>
                <a:gd name="connsiteY8" fmla="*/ 210548 h 2545976"/>
                <a:gd name="connsiteX9" fmla="*/ 2646655 w 7922378"/>
                <a:gd name="connsiteY9" fmla="*/ 153398 h 2545976"/>
                <a:gd name="connsiteX10" fmla="*/ 2957805 w 7922378"/>
                <a:gd name="connsiteY10" fmla="*/ 312148 h 2545976"/>
                <a:gd name="connsiteX11" fmla="*/ 3135605 w 7922378"/>
                <a:gd name="connsiteY11" fmla="*/ 635998 h 2545976"/>
                <a:gd name="connsiteX12" fmla="*/ 3446755 w 7922378"/>
                <a:gd name="connsiteY12" fmla="*/ 699498 h 2545976"/>
                <a:gd name="connsiteX13" fmla="*/ 3707105 w 7922378"/>
                <a:gd name="connsiteY13" fmla="*/ 635998 h 2545976"/>
                <a:gd name="connsiteX14" fmla="*/ 3999205 w 7922378"/>
                <a:gd name="connsiteY14" fmla="*/ 585198 h 2545976"/>
                <a:gd name="connsiteX15" fmla="*/ 4450055 w 7922378"/>
                <a:gd name="connsiteY15" fmla="*/ 553448 h 2545976"/>
                <a:gd name="connsiteX16" fmla="*/ 4697705 w 7922378"/>
                <a:gd name="connsiteY16" fmla="*/ 648698 h 2545976"/>
                <a:gd name="connsiteX17" fmla="*/ 4939005 w 7922378"/>
                <a:gd name="connsiteY17" fmla="*/ 470898 h 2545976"/>
                <a:gd name="connsiteX18" fmla="*/ 5085055 w 7922378"/>
                <a:gd name="connsiteY18" fmla="*/ 381998 h 2545976"/>
                <a:gd name="connsiteX19" fmla="*/ 5497805 w 7922378"/>
                <a:gd name="connsiteY19" fmla="*/ 305798 h 2545976"/>
                <a:gd name="connsiteX20" fmla="*/ 5923255 w 7922378"/>
                <a:gd name="connsiteY20" fmla="*/ 426448 h 2545976"/>
                <a:gd name="connsiteX21" fmla="*/ 6253455 w 7922378"/>
                <a:gd name="connsiteY21" fmla="*/ 439148 h 2545976"/>
                <a:gd name="connsiteX22" fmla="*/ 6545555 w 7922378"/>
                <a:gd name="connsiteY22" fmla="*/ 185148 h 2545976"/>
                <a:gd name="connsiteX23" fmla="*/ 7021805 w 7922378"/>
                <a:gd name="connsiteY23" fmla="*/ 51798 h 2545976"/>
                <a:gd name="connsiteX24" fmla="*/ 7383755 w 7922378"/>
                <a:gd name="connsiteY24" fmla="*/ 242298 h 2545976"/>
                <a:gd name="connsiteX25" fmla="*/ 7599655 w 7922378"/>
                <a:gd name="connsiteY25" fmla="*/ 293098 h 2545976"/>
                <a:gd name="connsiteX26" fmla="*/ 7917154 w 7922378"/>
                <a:gd name="connsiteY26" fmla="*/ 13698 h 2545976"/>
                <a:gd name="connsiteX27" fmla="*/ 7239586 w 7922378"/>
                <a:gd name="connsiteY27" fmla="*/ 930517 h 2545976"/>
                <a:gd name="connsiteX28" fmla="*/ 7239586 w 7922378"/>
                <a:gd name="connsiteY28" fmla="*/ 2545976 h 2545976"/>
                <a:gd name="connsiteX29" fmla="*/ 0 w 7922378"/>
                <a:gd name="connsiteY29" fmla="*/ 2545976 h 2545976"/>
                <a:gd name="connsiteX30" fmla="*/ 107950 w 7922378"/>
                <a:gd name="connsiteY30" fmla="*/ 606667 h 2545976"/>
                <a:gd name="connsiteX0" fmla="*/ 107950 w 8377980"/>
                <a:gd name="connsiteY0" fmla="*/ 606667 h 2545976"/>
                <a:gd name="connsiteX1" fmla="*/ 487655 w 8377980"/>
                <a:gd name="connsiteY1" fmla="*/ 642348 h 2545976"/>
                <a:gd name="connsiteX2" fmla="*/ 735305 w 8377980"/>
                <a:gd name="connsiteY2" fmla="*/ 547098 h 2545976"/>
                <a:gd name="connsiteX3" fmla="*/ 925805 w 8377980"/>
                <a:gd name="connsiteY3" fmla="*/ 483598 h 2545976"/>
                <a:gd name="connsiteX4" fmla="*/ 1440155 w 8377980"/>
                <a:gd name="connsiteY4" fmla="*/ 502648 h 2545976"/>
                <a:gd name="connsiteX5" fmla="*/ 1637005 w 8377980"/>
                <a:gd name="connsiteY5" fmla="*/ 515348 h 2545976"/>
                <a:gd name="connsiteX6" fmla="*/ 1802105 w 8377980"/>
                <a:gd name="connsiteY6" fmla="*/ 496298 h 2545976"/>
                <a:gd name="connsiteX7" fmla="*/ 2011655 w 8377980"/>
                <a:gd name="connsiteY7" fmla="*/ 337548 h 2545976"/>
                <a:gd name="connsiteX8" fmla="*/ 2291055 w 8377980"/>
                <a:gd name="connsiteY8" fmla="*/ 210548 h 2545976"/>
                <a:gd name="connsiteX9" fmla="*/ 2646655 w 8377980"/>
                <a:gd name="connsiteY9" fmla="*/ 153398 h 2545976"/>
                <a:gd name="connsiteX10" fmla="*/ 2957805 w 8377980"/>
                <a:gd name="connsiteY10" fmla="*/ 312148 h 2545976"/>
                <a:gd name="connsiteX11" fmla="*/ 3135605 w 8377980"/>
                <a:gd name="connsiteY11" fmla="*/ 635998 h 2545976"/>
                <a:gd name="connsiteX12" fmla="*/ 3446755 w 8377980"/>
                <a:gd name="connsiteY12" fmla="*/ 699498 h 2545976"/>
                <a:gd name="connsiteX13" fmla="*/ 3707105 w 8377980"/>
                <a:gd name="connsiteY13" fmla="*/ 635998 h 2545976"/>
                <a:gd name="connsiteX14" fmla="*/ 3999205 w 8377980"/>
                <a:gd name="connsiteY14" fmla="*/ 585198 h 2545976"/>
                <a:gd name="connsiteX15" fmla="*/ 4450055 w 8377980"/>
                <a:gd name="connsiteY15" fmla="*/ 553448 h 2545976"/>
                <a:gd name="connsiteX16" fmla="*/ 4697705 w 8377980"/>
                <a:gd name="connsiteY16" fmla="*/ 648698 h 2545976"/>
                <a:gd name="connsiteX17" fmla="*/ 4939005 w 8377980"/>
                <a:gd name="connsiteY17" fmla="*/ 470898 h 2545976"/>
                <a:gd name="connsiteX18" fmla="*/ 5085055 w 8377980"/>
                <a:gd name="connsiteY18" fmla="*/ 381998 h 2545976"/>
                <a:gd name="connsiteX19" fmla="*/ 5497805 w 8377980"/>
                <a:gd name="connsiteY19" fmla="*/ 305798 h 2545976"/>
                <a:gd name="connsiteX20" fmla="*/ 5923255 w 8377980"/>
                <a:gd name="connsiteY20" fmla="*/ 426448 h 2545976"/>
                <a:gd name="connsiteX21" fmla="*/ 6253455 w 8377980"/>
                <a:gd name="connsiteY21" fmla="*/ 439148 h 2545976"/>
                <a:gd name="connsiteX22" fmla="*/ 6545555 w 8377980"/>
                <a:gd name="connsiteY22" fmla="*/ 185148 h 2545976"/>
                <a:gd name="connsiteX23" fmla="*/ 7021805 w 8377980"/>
                <a:gd name="connsiteY23" fmla="*/ 51798 h 2545976"/>
                <a:gd name="connsiteX24" fmla="*/ 7383755 w 8377980"/>
                <a:gd name="connsiteY24" fmla="*/ 242298 h 2545976"/>
                <a:gd name="connsiteX25" fmla="*/ 7599655 w 8377980"/>
                <a:gd name="connsiteY25" fmla="*/ 293098 h 2545976"/>
                <a:gd name="connsiteX26" fmla="*/ 7917154 w 8377980"/>
                <a:gd name="connsiteY26" fmla="*/ 13698 h 2545976"/>
                <a:gd name="connsiteX27" fmla="*/ 8361654 w 8377980"/>
                <a:gd name="connsiteY27" fmla="*/ 159748 h 2545976"/>
                <a:gd name="connsiteX28" fmla="*/ 7239586 w 8377980"/>
                <a:gd name="connsiteY28" fmla="*/ 930517 h 2545976"/>
                <a:gd name="connsiteX29" fmla="*/ 7239586 w 8377980"/>
                <a:gd name="connsiteY29" fmla="*/ 2545976 h 2545976"/>
                <a:gd name="connsiteX30" fmla="*/ 0 w 8377980"/>
                <a:gd name="connsiteY30" fmla="*/ 2545976 h 2545976"/>
                <a:gd name="connsiteX31" fmla="*/ 107950 w 8377980"/>
                <a:gd name="connsiteY31" fmla="*/ 606667 h 2545976"/>
                <a:gd name="connsiteX0" fmla="*/ 107950 w 8722393"/>
                <a:gd name="connsiteY0" fmla="*/ 606667 h 2545976"/>
                <a:gd name="connsiteX1" fmla="*/ 487655 w 8722393"/>
                <a:gd name="connsiteY1" fmla="*/ 642348 h 2545976"/>
                <a:gd name="connsiteX2" fmla="*/ 735305 w 8722393"/>
                <a:gd name="connsiteY2" fmla="*/ 547098 h 2545976"/>
                <a:gd name="connsiteX3" fmla="*/ 925805 w 8722393"/>
                <a:gd name="connsiteY3" fmla="*/ 483598 h 2545976"/>
                <a:gd name="connsiteX4" fmla="*/ 1440155 w 8722393"/>
                <a:gd name="connsiteY4" fmla="*/ 502648 h 2545976"/>
                <a:gd name="connsiteX5" fmla="*/ 1637005 w 8722393"/>
                <a:gd name="connsiteY5" fmla="*/ 515348 h 2545976"/>
                <a:gd name="connsiteX6" fmla="*/ 1802105 w 8722393"/>
                <a:gd name="connsiteY6" fmla="*/ 496298 h 2545976"/>
                <a:gd name="connsiteX7" fmla="*/ 2011655 w 8722393"/>
                <a:gd name="connsiteY7" fmla="*/ 337548 h 2545976"/>
                <a:gd name="connsiteX8" fmla="*/ 2291055 w 8722393"/>
                <a:gd name="connsiteY8" fmla="*/ 210548 h 2545976"/>
                <a:gd name="connsiteX9" fmla="*/ 2646655 w 8722393"/>
                <a:gd name="connsiteY9" fmla="*/ 153398 h 2545976"/>
                <a:gd name="connsiteX10" fmla="*/ 2957805 w 8722393"/>
                <a:gd name="connsiteY10" fmla="*/ 312148 h 2545976"/>
                <a:gd name="connsiteX11" fmla="*/ 3135605 w 8722393"/>
                <a:gd name="connsiteY11" fmla="*/ 635998 h 2545976"/>
                <a:gd name="connsiteX12" fmla="*/ 3446755 w 8722393"/>
                <a:gd name="connsiteY12" fmla="*/ 699498 h 2545976"/>
                <a:gd name="connsiteX13" fmla="*/ 3707105 w 8722393"/>
                <a:gd name="connsiteY13" fmla="*/ 635998 h 2545976"/>
                <a:gd name="connsiteX14" fmla="*/ 3999205 w 8722393"/>
                <a:gd name="connsiteY14" fmla="*/ 585198 h 2545976"/>
                <a:gd name="connsiteX15" fmla="*/ 4450055 w 8722393"/>
                <a:gd name="connsiteY15" fmla="*/ 553448 h 2545976"/>
                <a:gd name="connsiteX16" fmla="*/ 4697705 w 8722393"/>
                <a:gd name="connsiteY16" fmla="*/ 648698 h 2545976"/>
                <a:gd name="connsiteX17" fmla="*/ 4939005 w 8722393"/>
                <a:gd name="connsiteY17" fmla="*/ 470898 h 2545976"/>
                <a:gd name="connsiteX18" fmla="*/ 5085055 w 8722393"/>
                <a:gd name="connsiteY18" fmla="*/ 381998 h 2545976"/>
                <a:gd name="connsiteX19" fmla="*/ 5497805 w 8722393"/>
                <a:gd name="connsiteY19" fmla="*/ 305798 h 2545976"/>
                <a:gd name="connsiteX20" fmla="*/ 5923255 w 8722393"/>
                <a:gd name="connsiteY20" fmla="*/ 426448 h 2545976"/>
                <a:gd name="connsiteX21" fmla="*/ 6253455 w 8722393"/>
                <a:gd name="connsiteY21" fmla="*/ 439148 h 2545976"/>
                <a:gd name="connsiteX22" fmla="*/ 6545555 w 8722393"/>
                <a:gd name="connsiteY22" fmla="*/ 185148 h 2545976"/>
                <a:gd name="connsiteX23" fmla="*/ 7021805 w 8722393"/>
                <a:gd name="connsiteY23" fmla="*/ 51798 h 2545976"/>
                <a:gd name="connsiteX24" fmla="*/ 7383755 w 8722393"/>
                <a:gd name="connsiteY24" fmla="*/ 242298 h 2545976"/>
                <a:gd name="connsiteX25" fmla="*/ 7599655 w 8722393"/>
                <a:gd name="connsiteY25" fmla="*/ 293098 h 2545976"/>
                <a:gd name="connsiteX26" fmla="*/ 7917154 w 8722393"/>
                <a:gd name="connsiteY26" fmla="*/ 13698 h 2545976"/>
                <a:gd name="connsiteX27" fmla="*/ 8361654 w 8722393"/>
                <a:gd name="connsiteY27" fmla="*/ 159748 h 2545976"/>
                <a:gd name="connsiteX28" fmla="*/ 8717254 w 8722393"/>
                <a:gd name="connsiteY28" fmla="*/ 204198 h 2545976"/>
                <a:gd name="connsiteX29" fmla="*/ 7239586 w 8722393"/>
                <a:gd name="connsiteY29" fmla="*/ 930517 h 2545976"/>
                <a:gd name="connsiteX30" fmla="*/ 7239586 w 8722393"/>
                <a:gd name="connsiteY30" fmla="*/ 2545976 h 2545976"/>
                <a:gd name="connsiteX31" fmla="*/ 0 w 8722393"/>
                <a:gd name="connsiteY31" fmla="*/ 2545976 h 2545976"/>
                <a:gd name="connsiteX32" fmla="*/ 107950 w 8722393"/>
                <a:gd name="connsiteY32" fmla="*/ 606667 h 2545976"/>
                <a:gd name="connsiteX0" fmla="*/ 107950 w 9177085"/>
                <a:gd name="connsiteY0" fmla="*/ 606667 h 2545976"/>
                <a:gd name="connsiteX1" fmla="*/ 487655 w 9177085"/>
                <a:gd name="connsiteY1" fmla="*/ 642348 h 2545976"/>
                <a:gd name="connsiteX2" fmla="*/ 735305 w 9177085"/>
                <a:gd name="connsiteY2" fmla="*/ 547098 h 2545976"/>
                <a:gd name="connsiteX3" fmla="*/ 925805 w 9177085"/>
                <a:gd name="connsiteY3" fmla="*/ 483598 h 2545976"/>
                <a:gd name="connsiteX4" fmla="*/ 1440155 w 9177085"/>
                <a:gd name="connsiteY4" fmla="*/ 502648 h 2545976"/>
                <a:gd name="connsiteX5" fmla="*/ 1637005 w 9177085"/>
                <a:gd name="connsiteY5" fmla="*/ 515348 h 2545976"/>
                <a:gd name="connsiteX6" fmla="*/ 1802105 w 9177085"/>
                <a:gd name="connsiteY6" fmla="*/ 496298 h 2545976"/>
                <a:gd name="connsiteX7" fmla="*/ 2011655 w 9177085"/>
                <a:gd name="connsiteY7" fmla="*/ 337548 h 2545976"/>
                <a:gd name="connsiteX8" fmla="*/ 2291055 w 9177085"/>
                <a:gd name="connsiteY8" fmla="*/ 210548 h 2545976"/>
                <a:gd name="connsiteX9" fmla="*/ 2646655 w 9177085"/>
                <a:gd name="connsiteY9" fmla="*/ 153398 h 2545976"/>
                <a:gd name="connsiteX10" fmla="*/ 2957805 w 9177085"/>
                <a:gd name="connsiteY10" fmla="*/ 312148 h 2545976"/>
                <a:gd name="connsiteX11" fmla="*/ 3135605 w 9177085"/>
                <a:gd name="connsiteY11" fmla="*/ 635998 h 2545976"/>
                <a:gd name="connsiteX12" fmla="*/ 3446755 w 9177085"/>
                <a:gd name="connsiteY12" fmla="*/ 699498 h 2545976"/>
                <a:gd name="connsiteX13" fmla="*/ 3707105 w 9177085"/>
                <a:gd name="connsiteY13" fmla="*/ 635998 h 2545976"/>
                <a:gd name="connsiteX14" fmla="*/ 3999205 w 9177085"/>
                <a:gd name="connsiteY14" fmla="*/ 585198 h 2545976"/>
                <a:gd name="connsiteX15" fmla="*/ 4450055 w 9177085"/>
                <a:gd name="connsiteY15" fmla="*/ 553448 h 2545976"/>
                <a:gd name="connsiteX16" fmla="*/ 4697705 w 9177085"/>
                <a:gd name="connsiteY16" fmla="*/ 648698 h 2545976"/>
                <a:gd name="connsiteX17" fmla="*/ 4939005 w 9177085"/>
                <a:gd name="connsiteY17" fmla="*/ 470898 h 2545976"/>
                <a:gd name="connsiteX18" fmla="*/ 5085055 w 9177085"/>
                <a:gd name="connsiteY18" fmla="*/ 381998 h 2545976"/>
                <a:gd name="connsiteX19" fmla="*/ 5497805 w 9177085"/>
                <a:gd name="connsiteY19" fmla="*/ 305798 h 2545976"/>
                <a:gd name="connsiteX20" fmla="*/ 5923255 w 9177085"/>
                <a:gd name="connsiteY20" fmla="*/ 426448 h 2545976"/>
                <a:gd name="connsiteX21" fmla="*/ 6253455 w 9177085"/>
                <a:gd name="connsiteY21" fmla="*/ 439148 h 2545976"/>
                <a:gd name="connsiteX22" fmla="*/ 6545555 w 9177085"/>
                <a:gd name="connsiteY22" fmla="*/ 185148 h 2545976"/>
                <a:gd name="connsiteX23" fmla="*/ 7021805 w 9177085"/>
                <a:gd name="connsiteY23" fmla="*/ 51798 h 2545976"/>
                <a:gd name="connsiteX24" fmla="*/ 7383755 w 9177085"/>
                <a:gd name="connsiteY24" fmla="*/ 242298 h 2545976"/>
                <a:gd name="connsiteX25" fmla="*/ 7599655 w 9177085"/>
                <a:gd name="connsiteY25" fmla="*/ 293098 h 2545976"/>
                <a:gd name="connsiteX26" fmla="*/ 7917154 w 9177085"/>
                <a:gd name="connsiteY26" fmla="*/ 13698 h 2545976"/>
                <a:gd name="connsiteX27" fmla="*/ 8361654 w 9177085"/>
                <a:gd name="connsiteY27" fmla="*/ 159748 h 2545976"/>
                <a:gd name="connsiteX28" fmla="*/ 8717254 w 9177085"/>
                <a:gd name="connsiteY28" fmla="*/ 204198 h 2545976"/>
                <a:gd name="connsiteX29" fmla="*/ 9168104 w 9177085"/>
                <a:gd name="connsiteY29" fmla="*/ 77198 h 2545976"/>
                <a:gd name="connsiteX30" fmla="*/ 7239586 w 9177085"/>
                <a:gd name="connsiteY30" fmla="*/ 930517 h 2545976"/>
                <a:gd name="connsiteX31" fmla="*/ 7239586 w 9177085"/>
                <a:gd name="connsiteY31" fmla="*/ 2545976 h 2545976"/>
                <a:gd name="connsiteX32" fmla="*/ 0 w 9177085"/>
                <a:gd name="connsiteY32" fmla="*/ 2545976 h 2545976"/>
                <a:gd name="connsiteX33" fmla="*/ 107950 w 9177085"/>
                <a:gd name="connsiteY33" fmla="*/ 606667 h 2545976"/>
                <a:gd name="connsiteX0" fmla="*/ 107950 w 9598084"/>
                <a:gd name="connsiteY0" fmla="*/ 850949 h 2790258"/>
                <a:gd name="connsiteX1" fmla="*/ 487655 w 9598084"/>
                <a:gd name="connsiteY1" fmla="*/ 886630 h 2790258"/>
                <a:gd name="connsiteX2" fmla="*/ 735305 w 9598084"/>
                <a:gd name="connsiteY2" fmla="*/ 791380 h 2790258"/>
                <a:gd name="connsiteX3" fmla="*/ 925805 w 9598084"/>
                <a:gd name="connsiteY3" fmla="*/ 727880 h 2790258"/>
                <a:gd name="connsiteX4" fmla="*/ 1440155 w 9598084"/>
                <a:gd name="connsiteY4" fmla="*/ 746930 h 2790258"/>
                <a:gd name="connsiteX5" fmla="*/ 1637005 w 9598084"/>
                <a:gd name="connsiteY5" fmla="*/ 759630 h 2790258"/>
                <a:gd name="connsiteX6" fmla="*/ 1802105 w 9598084"/>
                <a:gd name="connsiteY6" fmla="*/ 740580 h 2790258"/>
                <a:gd name="connsiteX7" fmla="*/ 2011655 w 9598084"/>
                <a:gd name="connsiteY7" fmla="*/ 581830 h 2790258"/>
                <a:gd name="connsiteX8" fmla="*/ 2291055 w 9598084"/>
                <a:gd name="connsiteY8" fmla="*/ 454830 h 2790258"/>
                <a:gd name="connsiteX9" fmla="*/ 2646655 w 9598084"/>
                <a:gd name="connsiteY9" fmla="*/ 397680 h 2790258"/>
                <a:gd name="connsiteX10" fmla="*/ 2957805 w 9598084"/>
                <a:gd name="connsiteY10" fmla="*/ 556430 h 2790258"/>
                <a:gd name="connsiteX11" fmla="*/ 3135605 w 9598084"/>
                <a:gd name="connsiteY11" fmla="*/ 880280 h 2790258"/>
                <a:gd name="connsiteX12" fmla="*/ 3446755 w 9598084"/>
                <a:gd name="connsiteY12" fmla="*/ 943780 h 2790258"/>
                <a:gd name="connsiteX13" fmla="*/ 3707105 w 9598084"/>
                <a:gd name="connsiteY13" fmla="*/ 880280 h 2790258"/>
                <a:gd name="connsiteX14" fmla="*/ 3999205 w 9598084"/>
                <a:gd name="connsiteY14" fmla="*/ 829480 h 2790258"/>
                <a:gd name="connsiteX15" fmla="*/ 4450055 w 9598084"/>
                <a:gd name="connsiteY15" fmla="*/ 797730 h 2790258"/>
                <a:gd name="connsiteX16" fmla="*/ 4697705 w 9598084"/>
                <a:gd name="connsiteY16" fmla="*/ 892980 h 2790258"/>
                <a:gd name="connsiteX17" fmla="*/ 4939005 w 9598084"/>
                <a:gd name="connsiteY17" fmla="*/ 715180 h 2790258"/>
                <a:gd name="connsiteX18" fmla="*/ 5085055 w 9598084"/>
                <a:gd name="connsiteY18" fmla="*/ 626280 h 2790258"/>
                <a:gd name="connsiteX19" fmla="*/ 5497805 w 9598084"/>
                <a:gd name="connsiteY19" fmla="*/ 550080 h 2790258"/>
                <a:gd name="connsiteX20" fmla="*/ 5923255 w 9598084"/>
                <a:gd name="connsiteY20" fmla="*/ 670730 h 2790258"/>
                <a:gd name="connsiteX21" fmla="*/ 6253455 w 9598084"/>
                <a:gd name="connsiteY21" fmla="*/ 683430 h 2790258"/>
                <a:gd name="connsiteX22" fmla="*/ 6545555 w 9598084"/>
                <a:gd name="connsiteY22" fmla="*/ 429430 h 2790258"/>
                <a:gd name="connsiteX23" fmla="*/ 7021805 w 9598084"/>
                <a:gd name="connsiteY23" fmla="*/ 296080 h 2790258"/>
                <a:gd name="connsiteX24" fmla="*/ 7383755 w 9598084"/>
                <a:gd name="connsiteY24" fmla="*/ 486580 h 2790258"/>
                <a:gd name="connsiteX25" fmla="*/ 7599655 w 9598084"/>
                <a:gd name="connsiteY25" fmla="*/ 537380 h 2790258"/>
                <a:gd name="connsiteX26" fmla="*/ 7917154 w 9598084"/>
                <a:gd name="connsiteY26" fmla="*/ 257980 h 2790258"/>
                <a:gd name="connsiteX27" fmla="*/ 8361654 w 9598084"/>
                <a:gd name="connsiteY27" fmla="*/ 404030 h 2790258"/>
                <a:gd name="connsiteX28" fmla="*/ 8717254 w 9598084"/>
                <a:gd name="connsiteY28" fmla="*/ 448480 h 2790258"/>
                <a:gd name="connsiteX29" fmla="*/ 9168104 w 9598084"/>
                <a:gd name="connsiteY29" fmla="*/ 321480 h 2790258"/>
                <a:gd name="connsiteX30" fmla="*/ 9587204 w 9598084"/>
                <a:gd name="connsiteY30" fmla="*/ 3980 h 2790258"/>
                <a:gd name="connsiteX31" fmla="*/ 7239586 w 9598084"/>
                <a:gd name="connsiteY31" fmla="*/ 1174799 h 2790258"/>
                <a:gd name="connsiteX32" fmla="*/ 7239586 w 9598084"/>
                <a:gd name="connsiteY32" fmla="*/ 2790258 h 2790258"/>
                <a:gd name="connsiteX33" fmla="*/ 0 w 9598084"/>
                <a:gd name="connsiteY33" fmla="*/ 2790258 h 2790258"/>
                <a:gd name="connsiteX34" fmla="*/ 107950 w 9598084"/>
                <a:gd name="connsiteY34" fmla="*/ 850949 h 2790258"/>
                <a:gd name="connsiteX0" fmla="*/ 107950 w 9598084"/>
                <a:gd name="connsiteY0" fmla="*/ 850949 h 2790258"/>
                <a:gd name="connsiteX1" fmla="*/ 487655 w 9598084"/>
                <a:gd name="connsiteY1" fmla="*/ 886630 h 2790258"/>
                <a:gd name="connsiteX2" fmla="*/ 735305 w 9598084"/>
                <a:gd name="connsiteY2" fmla="*/ 791380 h 2790258"/>
                <a:gd name="connsiteX3" fmla="*/ 925805 w 9598084"/>
                <a:gd name="connsiteY3" fmla="*/ 727880 h 2790258"/>
                <a:gd name="connsiteX4" fmla="*/ 1440155 w 9598084"/>
                <a:gd name="connsiteY4" fmla="*/ 746930 h 2790258"/>
                <a:gd name="connsiteX5" fmla="*/ 1637005 w 9598084"/>
                <a:gd name="connsiteY5" fmla="*/ 759630 h 2790258"/>
                <a:gd name="connsiteX6" fmla="*/ 1802105 w 9598084"/>
                <a:gd name="connsiteY6" fmla="*/ 740580 h 2790258"/>
                <a:gd name="connsiteX7" fmla="*/ 2011655 w 9598084"/>
                <a:gd name="connsiteY7" fmla="*/ 581830 h 2790258"/>
                <a:gd name="connsiteX8" fmla="*/ 2291055 w 9598084"/>
                <a:gd name="connsiteY8" fmla="*/ 454830 h 2790258"/>
                <a:gd name="connsiteX9" fmla="*/ 2646655 w 9598084"/>
                <a:gd name="connsiteY9" fmla="*/ 397680 h 2790258"/>
                <a:gd name="connsiteX10" fmla="*/ 2957805 w 9598084"/>
                <a:gd name="connsiteY10" fmla="*/ 556430 h 2790258"/>
                <a:gd name="connsiteX11" fmla="*/ 3135605 w 9598084"/>
                <a:gd name="connsiteY11" fmla="*/ 880280 h 2790258"/>
                <a:gd name="connsiteX12" fmla="*/ 3446755 w 9598084"/>
                <a:gd name="connsiteY12" fmla="*/ 943780 h 2790258"/>
                <a:gd name="connsiteX13" fmla="*/ 3707105 w 9598084"/>
                <a:gd name="connsiteY13" fmla="*/ 880280 h 2790258"/>
                <a:gd name="connsiteX14" fmla="*/ 3999205 w 9598084"/>
                <a:gd name="connsiteY14" fmla="*/ 829480 h 2790258"/>
                <a:gd name="connsiteX15" fmla="*/ 4450055 w 9598084"/>
                <a:gd name="connsiteY15" fmla="*/ 797730 h 2790258"/>
                <a:gd name="connsiteX16" fmla="*/ 4697705 w 9598084"/>
                <a:gd name="connsiteY16" fmla="*/ 892980 h 2790258"/>
                <a:gd name="connsiteX17" fmla="*/ 4939005 w 9598084"/>
                <a:gd name="connsiteY17" fmla="*/ 715180 h 2790258"/>
                <a:gd name="connsiteX18" fmla="*/ 5085055 w 9598084"/>
                <a:gd name="connsiteY18" fmla="*/ 626280 h 2790258"/>
                <a:gd name="connsiteX19" fmla="*/ 5497805 w 9598084"/>
                <a:gd name="connsiteY19" fmla="*/ 550080 h 2790258"/>
                <a:gd name="connsiteX20" fmla="*/ 5923255 w 9598084"/>
                <a:gd name="connsiteY20" fmla="*/ 670730 h 2790258"/>
                <a:gd name="connsiteX21" fmla="*/ 6253455 w 9598084"/>
                <a:gd name="connsiteY21" fmla="*/ 683430 h 2790258"/>
                <a:gd name="connsiteX22" fmla="*/ 6545555 w 9598084"/>
                <a:gd name="connsiteY22" fmla="*/ 429430 h 2790258"/>
                <a:gd name="connsiteX23" fmla="*/ 7021805 w 9598084"/>
                <a:gd name="connsiteY23" fmla="*/ 296080 h 2790258"/>
                <a:gd name="connsiteX24" fmla="*/ 7383755 w 9598084"/>
                <a:gd name="connsiteY24" fmla="*/ 486580 h 2790258"/>
                <a:gd name="connsiteX25" fmla="*/ 7599655 w 9598084"/>
                <a:gd name="connsiteY25" fmla="*/ 537380 h 2790258"/>
                <a:gd name="connsiteX26" fmla="*/ 7917154 w 9598084"/>
                <a:gd name="connsiteY26" fmla="*/ 257980 h 2790258"/>
                <a:gd name="connsiteX27" fmla="*/ 8361654 w 9598084"/>
                <a:gd name="connsiteY27" fmla="*/ 404030 h 2790258"/>
                <a:gd name="connsiteX28" fmla="*/ 8717254 w 9598084"/>
                <a:gd name="connsiteY28" fmla="*/ 448480 h 2790258"/>
                <a:gd name="connsiteX29" fmla="*/ 9168104 w 9598084"/>
                <a:gd name="connsiteY29" fmla="*/ 321480 h 2790258"/>
                <a:gd name="connsiteX30" fmla="*/ 9587204 w 9598084"/>
                <a:gd name="connsiteY30" fmla="*/ 3980 h 2790258"/>
                <a:gd name="connsiteX31" fmla="*/ 7239586 w 9598084"/>
                <a:gd name="connsiteY31" fmla="*/ 1174799 h 2790258"/>
                <a:gd name="connsiteX32" fmla="*/ 7239586 w 9598084"/>
                <a:gd name="connsiteY32" fmla="*/ 2790258 h 2790258"/>
                <a:gd name="connsiteX33" fmla="*/ 0 w 9598084"/>
                <a:gd name="connsiteY33" fmla="*/ 2790258 h 2790258"/>
                <a:gd name="connsiteX34" fmla="*/ 107950 w 9598084"/>
                <a:gd name="connsiteY34" fmla="*/ 850949 h 2790258"/>
                <a:gd name="connsiteX0" fmla="*/ 107950 w 9598084"/>
                <a:gd name="connsiteY0" fmla="*/ 850949 h 2790258"/>
                <a:gd name="connsiteX1" fmla="*/ 487655 w 9598084"/>
                <a:gd name="connsiteY1" fmla="*/ 886630 h 2790258"/>
                <a:gd name="connsiteX2" fmla="*/ 735305 w 9598084"/>
                <a:gd name="connsiteY2" fmla="*/ 791380 h 2790258"/>
                <a:gd name="connsiteX3" fmla="*/ 925805 w 9598084"/>
                <a:gd name="connsiteY3" fmla="*/ 727880 h 2790258"/>
                <a:gd name="connsiteX4" fmla="*/ 1440155 w 9598084"/>
                <a:gd name="connsiteY4" fmla="*/ 746930 h 2790258"/>
                <a:gd name="connsiteX5" fmla="*/ 1637005 w 9598084"/>
                <a:gd name="connsiteY5" fmla="*/ 759630 h 2790258"/>
                <a:gd name="connsiteX6" fmla="*/ 1802105 w 9598084"/>
                <a:gd name="connsiteY6" fmla="*/ 740580 h 2790258"/>
                <a:gd name="connsiteX7" fmla="*/ 2011655 w 9598084"/>
                <a:gd name="connsiteY7" fmla="*/ 581830 h 2790258"/>
                <a:gd name="connsiteX8" fmla="*/ 2291055 w 9598084"/>
                <a:gd name="connsiteY8" fmla="*/ 454830 h 2790258"/>
                <a:gd name="connsiteX9" fmla="*/ 2646655 w 9598084"/>
                <a:gd name="connsiteY9" fmla="*/ 397680 h 2790258"/>
                <a:gd name="connsiteX10" fmla="*/ 2957805 w 9598084"/>
                <a:gd name="connsiteY10" fmla="*/ 556430 h 2790258"/>
                <a:gd name="connsiteX11" fmla="*/ 3135605 w 9598084"/>
                <a:gd name="connsiteY11" fmla="*/ 880280 h 2790258"/>
                <a:gd name="connsiteX12" fmla="*/ 3446755 w 9598084"/>
                <a:gd name="connsiteY12" fmla="*/ 943780 h 2790258"/>
                <a:gd name="connsiteX13" fmla="*/ 3707105 w 9598084"/>
                <a:gd name="connsiteY13" fmla="*/ 880280 h 2790258"/>
                <a:gd name="connsiteX14" fmla="*/ 3999205 w 9598084"/>
                <a:gd name="connsiteY14" fmla="*/ 829480 h 2790258"/>
                <a:gd name="connsiteX15" fmla="*/ 4450055 w 9598084"/>
                <a:gd name="connsiteY15" fmla="*/ 797730 h 2790258"/>
                <a:gd name="connsiteX16" fmla="*/ 4697705 w 9598084"/>
                <a:gd name="connsiteY16" fmla="*/ 892980 h 2790258"/>
                <a:gd name="connsiteX17" fmla="*/ 4939005 w 9598084"/>
                <a:gd name="connsiteY17" fmla="*/ 715180 h 2790258"/>
                <a:gd name="connsiteX18" fmla="*/ 5085055 w 9598084"/>
                <a:gd name="connsiteY18" fmla="*/ 626280 h 2790258"/>
                <a:gd name="connsiteX19" fmla="*/ 5497805 w 9598084"/>
                <a:gd name="connsiteY19" fmla="*/ 550080 h 2790258"/>
                <a:gd name="connsiteX20" fmla="*/ 5923255 w 9598084"/>
                <a:gd name="connsiteY20" fmla="*/ 670730 h 2790258"/>
                <a:gd name="connsiteX21" fmla="*/ 6253455 w 9598084"/>
                <a:gd name="connsiteY21" fmla="*/ 683430 h 2790258"/>
                <a:gd name="connsiteX22" fmla="*/ 6545555 w 9598084"/>
                <a:gd name="connsiteY22" fmla="*/ 429430 h 2790258"/>
                <a:gd name="connsiteX23" fmla="*/ 7021805 w 9598084"/>
                <a:gd name="connsiteY23" fmla="*/ 296080 h 2790258"/>
                <a:gd name="connsiteX24" fmla="*/ 7383755 w 9598084"/>
                <a:gd name="connsiteY24" fmla="*/ 486580 h 2790258"/>
                <a:gd name="connsiteX25" fmla="*/ 7599655 w 9598084"/>
                <a:gd name="connsiteY25" fmla="*/ 537380 h 2790258"/>
                <a:gd name="connsiteX26" fmla="*/ 7917154 w 9598084"/>
                <a:gd name="connsiteY26" fmla="*/ 257980 h 2790258"/>
                <a:gd name="connsiteX27" fmla="*/ 8361654 w 9598084"/>
                <a:gd name="connsiteY27" fmla="*/ 404030 h 2790258"/>
                <a:gd name="connsiteX28" fmla="*/ 8717254 w 9598084"/>
                <a:gd name="connsiteY28" fmla="*/ 448480 h 2790258"/>
                <a:gd name="connsiteX29" fmla="*/ 9168104 w 9598084"/>
                <a:gd name="connsiteY29" fmla="*/ 321480 h 2790258"/>
                <a:gd name="connsiteX30" fmla="*/ 9587204 w 9598084"/>
                <a:gd name="connsiteY30" fmla="*/ 3980 h 2790258"/>
                <a:gd name="connsiteX31" fmla="*/ 7239586 w 9598084"/>
                <a:gd name="connsiteY31" fmla="*/ 2790258 h 2790258"/>
                <a:gd name="connsiteX32" fmla="*/ 0 w 9598084"/>
                <a:gd name="connsiteY32" fmla="*/ 2790258 h 2790258"/>
                <a:gd name="connsiteX33" fmla="*/ 107950 w 9598084"/>
                <a:gd name="connsiteY33" fmla="*/ 850949 h 2790258"/>
                <a:gd name="connsiteX0" fmla="*/ 107950 w 10205373"/>
                <a:gd name="connsiteY0" fmla="*/ 850949 h 2790258"/>
                <a:gd name="connsiteX1" fmla="*/ 487655 w 10205373"/>
                <a:gd name="connsiteY1" fmla="*/ 886630 h 2790258"/>
                <a:gd name="connsiteX2" fmla="*/ 735305 w 10205373"/>
                <a:gd name="connsiteY2" fmla="*/ 791380 h 2790258"/>
                <a:gd name="connsiteX3" fmla="*/ 925805 w 10205373"/>
                <a:gd name="connsiteY3" fmla="*/ 727880 h 2790258"/>
                <a:gd name="connsiteX4" fmla="*/ 1440155 w 10205373"/>
                <a:gd name="connsiteY4" fmla="*/ 746930 h 2790258"/>
                <a:gd name="connsiteX5" fmla="*/ 1637005 w 10205373"/>
                <a:gd name="connsiteY5" fmla="*/ 759630 h 2790258"/>
                <a:gd name="connsiteX6" fmla="*/ 1802105 w 10205373"/>
                <a:gd name="connsiteY6" fmla="*/ 740580 h 2790258"/>
                <a:gd name="connsiteX7" fmla="*/ 2011655 w 10205373"/>
                <a:gd name="connsiteY7" fmla="*/ 581830 h 2790258"/>
                <a:gd name="connsiteX8" fmla="*/ 2291055 w 10205373"/>
                <a:gd name="connsiteY8" fmla="*/ 454830 h 2790258"/>
                <a:gd name="connsiteX9" fmla="*/ 2646655 w 10205373"/>
                <a:gd name="connsiteY9" fmla="*/ 397680 h 2790258"/>
                <a:gd name="connsiteX10" fmla="*/ 2957805 w 10205373"/>
                <a:gd name="connsiteY10" fmla="*/ 556430 h 2790258"/>
                <a:gd name="connsiteX11" fmla="*/ 3135605 w 10205373"/>
                <a:gd name="connsiteY11" fmla="*/ 880280 h 2790258"/>
                <a:gd name="connsiteX12" fmla="*/ 3446755 w 10205373"/>
                <a:gd name="connsiteY12" fmla="*/ 943780 h 2790258"/>
                <a:gd name="connsiteX13" fmla="*/ 3707105 w 10205373"/>
                <a:gd name="connsiteY13" fmla="*/ 880280 h 2790258"/>
                <a:gd name="connsiteX14" fmla="*/ 3999205 w 10205373"/>
                <a:gd name="connsiteY14" fmla="*/ 829480 h 2790258"/>
                <a:gd name="connsiteX15" fmla="*/ 4450055 w 10205373"/>
                <a:gd name="connsiteY15" fmla="*/ 797730 h 2790258"/>
                <a:gd name="connsiteX16" fmla="*/ 4697705 w 10205373"/>
                <a:gd name="connsiteY16" fmla="*/ 892980 h 2790258"/>
                <a:gd name="connsiteX17" fmla="*/ 4939005 w 10205373"/>
                <a:gd name="connsiteY17" fmla="*/ 715180 h 2790258"/>
                <a:gd name="connsiteX18" fmla="*/ 5085055 w 10205373"/>
                <a:gd name="connsiteY18" fmla="*/ 626280 h 2790258"/>
                <a:gd name="connsiteX19" fmla="*/ 5497805 w 10205373"/>
                <a:gd name="connsiteY19" fmla="*/ 550080 h 2790258"/>
                <a:gd name="connsiteX20" fmla="*/ 5923255 w 10205373"/>
                <a:gd name="connsiteY20" fmla="*/ 670730 h 2790258"/>
                <a:gd name="connsiteX21" fmla="*/ 6253455 w 10205373"/>
                <a:gd name="connsiteY21" fmla="*/ 683430 h 2790258"/>
                <a:gd name="connsiteX22" fmla="*/ 6545555 w 10205373"/>
                <a:gd name="connsiteY22" fmla="*/ 429430 h 2790258"/>
                <a:gd name="connsiteX23" fmla="*/ 7021805 w 10205373"/>
                <a:gd name="connsiteY23" fmla="*/ 296080 h 2790258"/>
                <a:gd name="connsiteX24" fmla="*/ 7383755 w 10205373"/>
                <a:gd name="connsiteY24" fmla="*/ 486580 h 2790258"/>
                <a:gd name="connsiteX25" fmla="*/ 7599655 w 10205373"/>
                <a:gd name="connsiteY25" fmla="*/ 537380 h 2790258"/>
                <a:gd name="connsiteX26" fmla="*/ 7917154 w 10205373"/>
                <a:gd name="connsiteY26" fmla="*/ 257980 h 2790258"/>
                <a:gd name="connsiteX27" fmla="*/ 8361654 w 10205373"/>
                <a:gd name="connsiteY27" fmla="*/ 404030 h 2790258"/>
                <a:gd name="connsiteX28" fmla="*/ 8717254 w 10205373"/>
                <a:gd name="connsiteY28" fmla="*/ 448480 h 2790258"/>
                <a:gd name="connsiteX29" fmla="*/ 9168104 w 10205373"/>
                <a:gd name="connsiteY29" fmla="*/ 321480 h 2790258"/>
                <a:gd name="connsiteX30" fmla="*/ 9587204 w 10205373"/>
                <a:gd name="connsiteY30" fmla="*/ 3980 h 2790258"/>
                <a:gd name="connsiteX31" fmla="*/ 9554161 w 10205373"/>
                <a:gd name="connsiteY31" fmla="*/ 1161483 h 2790258"/>
                <a:gd name="connsiteX32" fmla="*/ 0 w 10205373"/>
                <a:gd name="connsiteY32" fmla="*/ 2790258 h 2790258"/>
                <a:gd name="connsiteX33" fmla="*/ 107950 w 10205373"/>
                <a:gd name="connsiteY33" fmla="*/ 850949 h 27902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387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387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387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387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8479 w 10195848"/>
                <a:gd name="connsiteY27" fmla="*/ 35958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8479 w 10195848"/>
                <a:gd name="connsiteY27" fmla="*/ 35958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8479 w 10195848"/>
                <a:gd name="connsiteY27" fmla="*/ 35958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8479 w 10195848"/>
                <a:gd name="connsiteY27" fmla="*/ 35958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8479 w 10195848"/>
                <a:gd name="connsiteY27" fmla="*/ 35958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8479 w 10195848"/>
                <a:gd name="connsiteY27" fmla="*/ 35958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8479 w 10195848"/>
                <a:gd name="connsiteY27" fmla="*/ 35958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1066 h 1190175"/>
                <a:gd name="connsiteX1" fmla="*/ 478130 w 10195848"/>
                <a:gd name="connsiteY1" fmla="*/ 886747 h 1190175"/>
                <a:gd name="connsiteX2" fmla="*/ 725780 w 10195848"/>
                <a:gd name="connsiteY2" fmla="*/ 791497 h 1190175"/>
                <a:gd name="connsiteX3" fmla="*/ 916280 w 10195848"/>
                <a:gd name="connsiteY3" fmla="*/ 727997 h 1190175"/>
                <a:gd name="connsiteX4" fmla="*/ 1430630 w 10195848"/>
                <a:gd name="connsiteY4" fmla="*/ 747047 h 1190175"/>
                <a:gd name="connsiteX5" fmla="*/ 1627480 w 10195848"/>
                <a:gd name="connsiteY5" fmla="*/ 791497 h 1190175"/>
                <a:gd name="connsiteX6" fmla="*/ 1792580 w 10195848"/>
                <a:gd name="connsiteY6" fmla="*/ 740697 h 1190175"/>
                <a:gd name="connsiteX7" fmla="*/ 2002130 w 10195848"/>
                <a:gd name="connsiteY7" fmla="*/ 581947 h 1190175"/>
                <a:gd name="connsiteX8" fmla="*/ 2281530 w 10195848"/>
                <a:gd name="connsiteY8" fmla="*/ 454947 h 1190175"/>
                <a:gd name="connsiteX9" fmla="*/ 2637130 w 10195848"/>
                <a:gd name="connsiteY9" fmla="*/ 397797 h 1190175"/>
                <a:gd name="connsiteX10" fmla="*/ 2916530 w 10195848"/>
                <a:gd name="connsiteY10" fmla="*/ 607347 h 1190175"/>
                <a:gd name="connsiteX11" fmla="*/ 3113380 w 10195848"/>
                <a:gd name="connsiteY11" fmla="*/ 893097 h 1190175"/>
                <a:gd name="connsiteX12" fmla="*/ 3437230 w 10195848"/>
                <a:gd name="connsiteY12" fmla="*/ 943897 h 1190175"/>
                <a:gd name="connsiteX13" fmla="*/ 3697580 w 10195848"/>
                <a:gd name="connsiteY13" fmla="*/ 880397 h 1190175"/>
                <a:gd name="connsiteX14" fmla="*/ 3989680 w 10195848"/>
                <a:gd name="connsiteY14" fmla="*/ 829597 h 1190175"/>
                <a:gd name="connsiteX15" fmla="*/ 4440530 w 10195848"/>
                <a:gd name="connsiteY15" fmla="*/ 797847 h 1190175"/>
                <a:gd name="connsiteX16" fmla="*/ 4688180 w 10195848"/>
                <a:gd name="connsiteY16" fmla="*/ 893097 h 1190175"/>
                <a:gd name="connsiteX17" fmla="*/ 4929480 w 10195848"/>
                <a:gd name="connsiteY17" fmla="*/ 715297 h 1190175"/>
                <a:gd name="connsiteX18" fmla="*/ 5075530 w 10195848"/>
                <a:gd name="connsiteY18" fmla="*/ 626397 h 1190175"/>
                <a:gd name="connsiteX19" fmla="*/ 5488280 w 10195848"/>
                <a:gd name="connsiteY19" fmla="*/ 550197 h 1190175"/>
                <a:gd name="connsiteX20" fmla="*/ 5913730 w 10195848"/>
                <a:gd name="connsiteY20" fmla="*/ 670847 h 1190175"/>
                <a:gd name="connsiteX21" fmla="*/ 6243930 w 10195848"/>
                <a:gd name="connsiteY21" fmla="*/ 683547 h 1190175"/>
                <a:gd name="connsiteX22" fmla="*/ 6536030 w 10195848"/>
                <a:gd name="connsiteY22" fmla="*/ 429547 h 1190175"/>
                <a:gd name="connsiteX23" fmla="*/ 7012280 w 10195848"/>
                <a:gd name="connsiteY23" fmla="*/ 296197 h 1190175"/>
                <a:gd name="connsiteX24" fmla="*/ 7374230 w 10195848"/>
                <a:gd name="connsiteY24" fmla="*/ 486697 h 1190175"/>
                <a:gd name="connsiteX25" fmla="*/ 7590130 w 10195848"/>
                <a:gd name="connsiteY25" fmla="*/ 537497 h 1190175"/>
                <a:gd name="connsiteX26" fmla="*/ 7907629 w 10195848"/>
                <a:gd name="connsiteY26" fmla="*/ 264447 h 1190175"/>
                <a:gd name="connsiteX27" fmla="*/ 8358479 w 10195848"/>
                <a:gd name="connsiteY27" fmla="*/ 359697 h 1190175"/>
                <a:gd name="connsiteX28" fmla="*/ 8707729 w 10195848"/>
                <a:gd name="connsiteY28" fmla="*/ 448597 h 1190175"/>
                <a:gd name="connsiteX29" fmla="*/ 9177629 w 10195848"/>
                <a:gd name="connsiteY29" fmla="*/ 308897 h 1190175"/>
                <a:gd name="connsiteX30" fmla="*/ 9577679 w 10195848"/>
                <a:gd name="connsiteY30" fmla="*/ 4097 h 1190175"/>
                <a:gd name="connsiteX31" fmla="*/ 9544636 w 10195848"/>
                <a:gd name="connsiteY31" fmla="*/ 1161600 h 1190175"/>
                <a:gd name="connsiteX32" fmla="*/ 0 w 10195848"/>
                <a:gd name="connsiteY32" fmla="*/ 1190175 h 1190175"/>
                <a:gd name="connsiteX33" fmla="*/ 98425 w 10195848"/>
                <a:gd name="connsiteY33" fmla="*/ 851066 h 1190175"/>
                <a:gd name="connsiteX0" fmla="*/ 98425 w 10195848"/>
                <a:gd name="connsiteY0" fmla="*/ 851066 h 1190175"/>
                <a:gd name="connsiteX1" fmla="*/ 478130 w 10195848"/>
                <a:gd name="connsiteY1" fmla="*/ 886747 h 1190175"/>
                <a:gd name="connsiteX2" fmla="*/ 725780 w 10195848"/>
                <a:gd name="connsiteY2" fmla="*/ 791497 h 1190175"/>
                <a:gd name="connsiteX3" fmla="*/ 916280 w 10195848"/>
                <a:gd name="connsiteY3" fmla="*/ 727997 h 1190175"/>
                <a:gd name="connsiteX4" fmla="*/ 1430630 w 10195848"/>
                <a:gd name="connsiteY4" fmla="*/ 747047 h 1190175"/>
                <a:gd name="connsiteX5" fmla="*/ 1627480 w 10195848"/>
                <a:gd name="connsiteY5" fmla="*/ 791497 h 1190175"/>
                <a:gd name="connsiteX6" fmla="*/ 1792580 w 10195848"/>
                <a:gd name="connsiteY6" fmla="*/ 740697 h 1190175"/>
                <a:gd name="connsiteX7" fmla="*/ 2002130 w 10195848"/>
                <a:gd name="connsiteY7" fmla="*/ 581947 h 1190175"/>
                <a:gd name="connsiteX8" fmla="*/ 2281530 w 10195848"/>
                <a:gd name="connsiteY8" fmla="*/ 454947 h 1190175"/>
                <a:gd name="connsiteX9" fmla="*/ 2637130 w 10195848"/>
                <a:gd name="connsiteY9" fmla="*/ 397797 h 1190175"/>
                <a:gd name="connsiteX10" fmla="*/ 2916530 w 10195848"/>
                <a:gd name="connsiteY10" fmla="*/ 607347 h 1190175"/>
                <a:gd name="connsiteX11" fmla="*/ 3113380 w 10195848"/>
                <a:gd name="connsiteY11" fmla="*/ 893097 h 1190175"/>
                <a:gd name="connsiteX12" fmla="*/ 3437230 w 10195848"/>
                <a:gd name="connsiteY12" fmla="*/ 943897 h 1190175"/>
                <a:gd name="connsiteX13" fmla="*/ 3697580 w 10195848"/>
                <a:gd name="connsiteY13" fmla="*/ 880397 h 1190175"/>
                <a:gd name="connsiteX14" fmla="*/ 3989680 w 10195848"/>
                <a:gd name="connsiteY14" fmla="*/ 829597 h 1190175"/>
                <a:gd name="connsiteX15" fmla="*/ 4440530 w 10195848"/>
                <a:gd name="connsiteY15" fmla="*/ 797847 h 1190175"/>
                <a:gd name="connsiteX16" fmla="*/ 4688180 w 10195848"/>
                <a:gd name="connsiteY16" fmla="*/ 893097 h 1190175"/>
                <a:gd name="connsiteX17" fmla="*/ 4929480 w 10195848"/>
                <a:gd name="connsiteY17" fmla="*/ 715297 h 1190175"/>
                <a:gd name="connsiteX18" fmla="*/ 5075530 w 10195848"/>
                <a:gd name="connsiteY18" fmla="*/ 626397 h 1190175"/>
                <a:gd name="connsiteX19" fmla="*/ 5488280 w 10195848"/>
                <a:gd name="connsiteY19" fmla="*/ 550197 h 1190175"/>
                <a:gd name="connsiteX20" fmla="*/ 5913730 w 10195848"/>
                <a:gd name="connsiteY20" fmla="*/ 670847 h 1190175"/>
                <a:gd name="connsiteX21" fmla="*/ 6243930 w 10195848"/>
                <a:gd name="connsiteY21" fmla="*/ 683547 h 1190175"/>
                <a:gd name="connsiteX22" fmla="*/ 6536030 w 10195848"/>
                <a:gd name="connsiteY22" fmla="*/ 429547 h 1190175"/>
                <a:gd name="connsiteX23" fmla="*/ 7012280 w 10195848"/>
                <a:gd name="connsiteY23" fmla="*/ 296197 h 1190175"/>
                <a:gd name="connsiteX24" fmla="*/ 7374230 w 10195848"/>
                <a:gd name="connsiteY24" fmla="*/ 486697 h 1190175"/>
                <a:gd name="connsiteX25" fmla="*/ 7590130 w 10195848"/>
                <a:gd name="connsiteY25" fmla="*/ 537497 h 1190175"/>
                <a:gd name="connsiteX26" fmla="*/ 7907629 w 10195848"/>
                <a:gd name="connsiteY26" fmla="*/ 264447 h 1190175"/>
                <a:gd name="connsiteX27" fmla="*/ 8358479 w 10195848"/>
                <a:gd name="connsiteY27" fmla="*/ 359697 h 1190175"/>
                <a:gd name="connsiteX28" fmla="*/ 8707729 w 10195848"/>
                <a:gd name="connsiteY28" fmla="*/ 448597 h 1190175"/>
                <a:gd name="connsiteX29" fmla="*/ 9177629 w 10195848"/>
                <a:gd name="connsiteY29" fmla="*/ 308897 h 1190175"/>
                <a:gd name="connsiteX30" fmla="*/ 9577679 w 10195848"/>
                <a:gd name="connsiteY30" fmla="*/ 4097 h 1190175"/>
                <a:gd name="connsiteX31" fmla="*/ 9544636 w 10195848"/>
                <a:gd name="connsiteY31" fmla="*/ 1161600 h 1190175"/>
                <a:gd name="connsiteX32" fmla="*/ 0 w 10195848"/>
                <a:gd name="connsiteY32" fmla="*/ 1190175 h 1190175"/>
                <a:gd name="connsiteX33" fmla="*/ 98425 w 10195848"/>
                <a:gd name="connsiteY33" fmla="*/ 851066 h 1190175"/>
                <a:gd name="connsiteX0" fmla="*/ 98425 w 10195848"/>
                <a:gd name="connsiteY0" fmla="*/ 868441 h 1207550"/>
                <a:gd name="connsiteX1" fmla="*/ 478130 w 10195848"/>
                <a:gd name="connsiteY1" fmla="*/ 904122 h 1207550"/>
                <a:gd name="connsiteX2" fmla="*/ 725780 w 10195848"/>
                <a:gd name="connsiteY2" fmla="*/ 808872 h 1207550"/>
                <a:gd name="connsiteX3" fmla="*/ 916280 w 10195848"/>
                <a:gd name="connsiteY3" fmla="*/ 745372 h 1207550"/>
                <a:gd name="connsiteX4" fmla="*/ 1430630 w 10195848"/>
                <a:gd name="connsiteY4" fmla="*/ 764422 h 1207550"/>
                <a:gd name="connsiteX5" fmla="*/ 1627480 w 10195848"/>
                <a:gd name="connsiteY5" fmla="*/ 808872 h 1207550"/>
                <a:gd name="connsiteX6" fmla="*/ 1792580 w 10195848"/>
                <a:gd name="connsiteY6" fmla="*/ 758072 h 1207550"/>
                <a:gd name="connsiteX7" fmla="*/ 2002130 w 10195848"/>
                <a:gd name="connsiteY7" fmla="*/ 599322 h 1207550"/>
                <a:gd name="connsiteX8" fmla="*/ 2281530 w 10195848"/>
                <a:gd name="connsiteY8" fmla="*/ 472322 h 1207550"/>
                <a:gd name="connsiteX9" fmla="*/ 2637130 w 10195848"/>
                <a:gd name="connsiteY9" fmla="*/ 415172 h 1207550"/>
                <a:gd name="connsiteX10" fmla="*/ 2916530 w 10195848"/>
                <a:gd name="connsiteY10" fmla="*/ 624722 h 1207550"/>
                <a:gd name="connsiteX11" fmla="*/ 3113380 w 10195848"/>
                <a:gd name="connsiteY11" fmla="*/ 910472 h 1207550"/>
                <a:gd name="connsiteX12" fmla="*/ 3437230 w 10195848"/>
                <a:gd name="connsiteY12" fmla="*/ 961272 h 1207550"/>
                <a:gd name="connsiteX13" fmla="*/ 3697580 w 10195848"/>
                <a:gd name="connsiteY13" fmla="*/ 897772 h 1207550"/>
                <a:gd name="connsiteX14" fmla="*/ 3989680 w 10195848"/>
                <a:gd name="connsiteY14" fmla="*/ 846972 h 1207550"/>
                <a:gd name="connsiteX15" fmla="*/ 4440530 w 10195848"/>
                <a:gd name="connsiteY15" fmla="*/ 815222 h 1207550"/>
                <a:gd name="connsiteX16" fmla="*/ 4688180 w 10195848"/>
                <a:gd name="connsiteY16" fmla="*/ 910472 h 1207550"/>
                <a:gd name="connsiteX17" fmla="*/ 4929480 w 10195848"/>
                <a:gd name="connsiteY17" fmla="*/ 732672 h 1207550"/>
                <a:gd name="connsiteX18" fmla="*/ 5075530 w 10195848"/>
                <a:gd name="connsiteY18" fmla="*/ 643772 h 1207550"/>
                <a:gd name="connsiteX19" fmla="*/ 5488280 w 10195848"/>
                <a:gd name="connsiteY19" fmla="*/ 567572 h 1207550"/>
                <a:gd name="connsiteX20" fmla="*/ 5913730 w 10195848"/>
                <a:gd name="connsiteY20" fmla="*/ 688222 h 1207550"/>
                <a:gd name="connsiteX21" fmla="*/ 6243930 w 10195848"/>
                <a:gd name="connsiteY21" fmla="*/ 700922 h 1207550"/>
                <a:gd name="connsiteX22" fmla="*/ 6536030 w 10195848"/>
                <a:gd name="connsiteY22" fmla="*/ 446922 h 1207550"/>
                <a:gd name="connsiteX23" fmla="*/ 7012280 w 10195848"/>
                <a:gd name="connsiteY23" fmla="*/ 313572 h 1207550"/>
                <a:gd name="connsiteX24" fmla="*/ 7374230 w 10195848"/>
                <a:gd name="connsiteY24" fmla="*/ 504072 h 1207550"/>
                <a:gd name="connsiteX25" fmla="*/ 7590130 w 10195848"/>
                <a:gd name="connsiteY25" fmla="*/ 554872 h 1207550"/>
                <a:gd name="connsiteX26" fmla="*/ 7907629 w 10195848"/>
                <a:gd name="connsiteY26" fmla="*/ 281822 h 1207550"/>
                <a:gd name="connsiteX27" fmla="*/ 8358479 w 10195848"/>
                <a:gd name="connsiteY27" fmla="*/ 377072 h 1207550"/>
                <a:gd name="connsiteX28" fmla="*/ 8707729 w 10195848"/>
                <a:gd name="connsiteY28" fmla="*/ 465972 h 1207550"/>
                <a:gd name="connsiteX29" fmla="*/ 9177629 w 10195848"/>
                <a:gd name="connsiteY29" fmla="*/ 326272 h 1207550"/>
                <a:gd name="connsiteX30" fmla="*/ 9577679 w 10195848"/>
                <a:gd name="connsiteY30" fmla="*/ 21472 h 1207550"/>
                <a:gd name="connsiteX31" fmla="*/ 9544636 w 10195848"/>
                <a:gd name="connsiteY31" fmla="*/ 1178975 h 1207550"/>
                <a:gd name="connsiteX32" fmla="*/ 0 w 10195848"/>
                <a:gd name="connsiteY32" fmla="*/ 1207550 h 1207550"/>
                <a:gd name="connsiteX33" fmla="*/ 98425 w 10195848"/>
                <a:gd name="connsiteY33" fmla="*/ 868441 h 1207550"/>
                <a:gd name="connsiteX0" fmla="*/ 98425 w 10237381"/>
                <a:gd name="connsiteY0" fmla="*/ 868441 h 1207550"/>
                <a:gd name="connsiteX1" fmla="*/ 478130 w 10237381"/>
                <a:gd name="connsiteY1" fmla="*/ 904122 h 1207550"/>
                <a:gd name="connsiteX2" fmla="*/ 725780 w 10237381"/>
                <a:gd name="connsiteY2" fmla="*/ 808872 h 1207550"/>
                <a:gd name="connsiteX3" fmla="*/ 916280 w 10237381"/>
                <a:gd name="connsiteY3" fmla="*/ 745372 h 1207550"/>
                <a:gd name="connsiteX4" fmla="*/ 1430630 w 10237381"/>
                <a:gd name="connsiteY4" fmla="*/ 764422 h 1207550"/>
                <a:gd name="connsiteX5" fmla="*/ 1627480 w 10237381"/>
                <a:gd name="connsiteY5" fmla="*/ 808872 h 1207550"/>
                <a:gd name="connsiteX6" fmla="*/ 1792580 w 10237381"/>
                <a:gd name="connsiteY6" fmla="*/ 758072 h 1207550"/>
                <a:gd name="connsiteX7" fmla="*/ 2002130 w 10237381"/>
                <a:gd name="connsiteY7" fmla="*/ 599322 h 1207550"/>
                <a:gd name="connsiteX8" fmla="*/ 2281530 w 10237381"/>
                <a:gd name="connsiteY8" fmla="*/ 472322 h 1207550"/>
                <a:gd name="connsiteX9" fmla="*/ 2637130 w 10237381"/>
                <a:gd name="connsiteY9" fmla="*/ 415172 h 1207550"/>
                <a:gd name="connsiteX10" fmla="*/ 2916530 w 10237381"/>
                <a:gd name="connsiteY10" fmla="*/ 624722 h 1207550"/>
                <a:gd name="connsiteX11" fmla="*/ 3113380 w 10237381"/>
                <a:gd name="connsiteY11" fmla="*/ 910472 h 1207550"/>
                <a:gd name="connsiteX12" fmla="*/ 3437230 w 10237381"/>
                <a:gd name="connsiteY12" fmla="*/ 961272 h 1207550"/>
                <a:gd name="connsiteX13" fmla="*/ 3697580 w 10237381"/>
                <a:gd name="connsiteY13" fmla="*/ 897772 h 1207550"/>
                <a:gd name="connsiteX14" fmla="*/ 3989680 w 10237381"/>
                <a:gd name="connsiteY14" fmla="*/ 846972 h 1207550"/>
                <a:gd name="connsiteX15" fmla="*/ 4440530 w 10237381"/>
                <a:gd name="connsiteY15" fmla="*/ 815222 h 1207550"/>
                <a:gd name="connsiteX16" fmla="*/ 4688180 w 10237381"/>
                <a:gd name="connsiteY16" fmla="*/ 910472 h 1207550"/>
                <a:gd name="connsiteX17" fmla="*/ 4929480 w 10237381"/>
                <a:gd name="connsiteY17" fmla="*/ 732672 h 1207550"/>
                <a:gd name="connsiteX18" fmla="*/ 5075530 w 10237381"/>
                <a:gd name="connsiteY18" fmla="*/ 643772 h 1207550"/>
                <a:gd name="connsiteX19" fmla="*/ 5488280 w 10237381"/>
                <a:gd name="connsiteY19" fmla="*/ 567572 h 1207550"/>
                <a:gd name="connsiteX20" fmla="*/ 5913730 w 10237381"/>
                <a:gd name="connsiteY20" fmla="*/ 688222 h 1207550"/>
                <a:gd name="connsiteX21" fmla="*/ 6243930 w 10237381"/>
                <a:gd name="connsiteY21" fmla="*/ 700922 h 1207550"/>
                <a:gd name="connsiteX22" fmla="*/ 6536030 w 10237381"/>
                <a:gd name="connsiteY22" fmla="*/ 446922 h 1207550"/>
                <a:gd name="connsiteX23" fmla="*/ 7012280 w 10237381"/>
                <a:gd name="connsiteY23" fmla="*/ 313572 h 1207550"/>
                <a:gd name="connsiteX24" fmla="*/ 7374230 w 10237381"/>
                <a:gd name="connsiteY24" fmla="*/ 504072 h 1207550"/>
                <a:gd name="connsiteX25" fmla="*/ 7590130 w 10237381"/>
                <a:gd name="connsiteY25" fmla="*/ 554872 h 1207550"/>
                <a:gd name="connsiteX26" fmla="*/ 7907629 w 10237381"/>
                <a:gd name="connsiteY26" fmla="*/ 281822 h 1207550"/>
                <a:gd name="connsiteX27" fmla="*/ 8358479 w 10237381"/>
                <a:gd name="connsiteY27" fmla="*/ 377072 h 1207550"/>
                <a:gd name="connsiteX28" fmla="*/ 8707729 w 10237381"/>
                <a:gd name="connsiteY28" fmla="*/ 465972 h 1207550"/>
                <a:gd name="connsiteX29" fmla="*/ 9177629 w 10237381"/>
                <a:gd name="connsiteY29" fmla="*/ 326272 h 1207550"/>
                <a:gd name="connsiteX30" fmla="*/ 9577679 w 10237381"/>
                <a:gd name="connsiteY30" fmla="*/ 21472 h 1207550"/>
                <a:gd name="connsiteX31" fmla="*/ 9544636 w 10237381"/>
                <a:gd name="connsiteY31" fmla="*/ 1178975 h 1207550"/>
                <a:gd name="connsiteX32" fmla="*/ 0 w 10237381"/>
                <a:gd name="connsiteY32" fmla="*/ 1207550 h 1207550"/>
                <a:gd name="connsiteX33" fmla="*/ 98425 w 10237381"/>
                <a:gd name="connsiteY33" fmla="*/ 868441 h 1207550"/>
                <a:gd name="connsiteX0" fmla="*/ 98425 w 9590416"/>
                <a:gd name="connsiteY0" fmla="*/ 868441 h 1207550"/>
                <a:gd name="connsiteX1" fmla="*/ 478130 w 9590416"/>
                <a:gd name="connsiteY1" fmla="*/ 904122 h 1207550"/>
                <a:gd name="connsiteX2" fmla="*/ 725780 w 9590416"/>
                <a:gd name="connsiteY2" fmla="*/ 808872 h 1207550"/>
                <a:gd name="connsiteX3" fmla="*/ 916280 w 9590416"/>
                <a:gd name="connsiteY3" fmla="*/ 745372 h 1207550"/>
                <a:gd name="connsiteX4" fmla="*/ 1430630 w 9590416"/>
                <a:gd name="connsiteY4" fmla="*/ 764422 h 1207550"/>
                <a:gd name="connsiteX5" fmla="*/ 1627480 w 9590416"/>
                <a:gd name="connsiteY5" fmla="*/ 808872 h 1207550"/>
                <a:gd name="connsiteX6" fmla="*/ 1792580 w 9590416"/>
                <a:gd name="connsiteY6" fmla="*/ 758072 h 1207550"/>
                <a:gd name="connsiteX7" fmla="*/ 2002130 w 9590416"/>
                <a:gd name="connsiteY7" fmla="*/ 599322 h 1207550"/>
                <a:gd name="connsiteX8" fmla="*/ 2281530 w 9590416"/>
                <a:gd name="connsiteY8" fmla="*/ 472322 h 1207550"/>
                <a:gd name="connsiteX9" fmla="*/ 2637130 w 9590416"/>
                <a:gd name="connsiteY9" fmla="*/ 415172 h 1207550"/>
                <a:gd name="connsiteX10" fmla="*/ 2916530 w 9590416"/>
                <a:gd name="connsiteY10" fmla="*/ 624722 h 1207550"/>
                <a:gd name="connsiteX11" fmla="*/ 3113380 w 9590416"/>
                <a:gd name="connsiteY11" fmla="*/ 910472 h 1207550"/>
                <a:gd name="connsiteX12" fmla="*/ 3437230 w 9590416"/>
                <a:gd name="connsiteY12" fmla="*/ 961272 h 1207550"/>
                <a:gd name="connsiteX13" fmla="*/ 3697580 w 9590416"/>
                <a:gd name="connsiteY13" fmla="*/ 897772 h 1207550"/>
                <a:gd name="connsiteX14" fmla="*/ 3989680 w 9590416"/>
                <a:gd name="connsiteY14" fmla="*/ 846972 h 1207550"/>
                <a:gd name="connsiteX15" fmla="*/ 4440530 w 9590416"/>
                <a:gd name="connsiteY15" fmla="*/ 815222 h 1207550"/>
                <a:gd name="connsiteX16" fmla="*/ 4688180 w 9590416"/>
                <a:gd name="connsiteY16" fmla="*/ 910472 h 1207550"/>
                <a:gd name="connsiteX17" fmla="*/ 4929480 w 9590416"/>
                <a:gd name="connsiteY17" fmla="*/ 732672 h 1207550"/>
                <a:gd name="connsiteX18" fmla="*/ 5075530 w 9590416"/>
                <a:gd name="connsiteY18" fmla="*/ 643772 h 1207550"/>
                <a:gd name="connsiteX19" fmla="*/ 5488280 w 9590416"/>
                <a:gd name="connsiteY19" fmla="*/ 567572 h 1207550"/>
                <a:gd name="connsiteX20" fmla="*/ 5913730 w 9590416"/>
                <a:gd name="connsiteY20" fmla="*/ 688222 h 1207550"/>
                <a:gd name="connsiteX21" fmla="*/ 6243930 w 9590416"/>
                <a:gd name="connsiteY21" fmla="*/ 700922 h 1207550"/>
                <a:gd name="connsiteX22" fmla="*/ 6536030 w 9590416"/>
                <a:gd name="connsiteY22" fmla="*/ 446922 h 1207550"/>
                <a:gd name="connsiteX23" fmla="*/ 7012280 w 9590416"/>
                <a:gd name="connsiteY23" fmla="*/ 313572 h 1207550"/>
                <a:gd name="connsiteX24" fmla="*/ 7374230 w 9590416"/>
                <a:gd name="connsiteY24" fmla="*/ 504072 h 1207550"/>
                <a:gd name="connsiteX25" fmla="*/ 7590130 w 9590416"/>
                <a:gd name="connsiteY25" fmla="*/ 554872 h 1207550"/>
                <a:gd name="connsiteX26" fmla="*/ 7907629 w 9590416"/>
                <a:gd name="connsiteY26" fmla="*/ 281822 h 1207550"/>
                <a:gd name="connsiteX27" fmla="*/ 8358479 w 9590416"/>
                <a:gd name="connsiteY27" fmla="*/ 377072 h 1207550"/>
                <a:gd name="connsiteX28" fmla="*/ 8707729 w 9590416"/>
                <a:gd name="connsiteY28" fmla="*/ 465972 h 1207550"/>
                <a:gd name="connsiteX29" fmla="*/ 9177629 w 9590416"/>
                <a:gd name="connsiteY29" fmla="*/ 326272 h 1207550"/>
                <a:gd name="connsiteX30" fmla="*/ 9577679 w 9590416"/>
                <a:gd name="connsiteY30" fmla="*/ 21472 h 1207550"/>
                <a:gd name="connsiteX31" fmla="*/ 9544636 w 9590416"/>
                <a:gd name="connsiteY31" fmla="*/ 1178975 h 1207550"/>
                <a:gd name="connsiteX32" fmla="*/ 0 w 9590416"/>
                <a:gd name="connsiteY32" fmla="*/ 1207550 h 1207550"/>
                <a:gd name="connsiteX33" fmla="*/ 98425 w 9590416"/>
                <a:gd name="connsiteY33" fmla="*/ 868441 h 1207550"/>
                <a:gd name="connsiteX0" fmla="*/ 98425 w 9607647"/>
                <a:gd name="connsiteY0" fmla="*/ 868441 h 1207550"/>
                <a:gd name="connsiteX1" fmla="*/ 478130 w 9607647"/>
                <a:gd name="connsiteY1" fmla="*/ 904122 h 1207550"/>
                <a:gd name="connsiteX2" fmla="*/ 725780 w 9607647"/>
                <a:gd name="connsiteY2" fmla="*/ 808872 h 1207550"/>
                <a:gd name="connsiteX3" fmla="*/ 916280 w 9607647"/>
                <a:gd name="connsiteY3" fmla="*/ 745372 h 1207550"/>
                <a:gd name="connsiteX4" fmla="*/ 1430630 w 9607647"/>
                <a:gd name="connsiteY4" fmla="*/ 764422 h 1207550"/>
                <a:gd name="connsiteX5" fmla="*/ 1627480 w 9607647"/>
                <a:gd name="connsiteY5" fmla="*/ 808872 h 1207550"/>
                <a:gd name="connsiteX6" fmla="*/ 1792580 w 9607647"/>
                <a:gd name="connsiteY6" fmla="*/ 758072 h 1207550"/>
                <a:gd name="connsiteX7" fmla="*/ 2002130 w 9607647"/>
                <a:gd name="connsiteY7" fmla="*/ 599322 h 1207550"/>
                <a:gd name="connsiteX8" fmla="*/ 2281530 w 9607647"/>
                <a:gd name="connsiteY8" fmla="*/ 472322 h 1207550"/>
                <a:gd name="connsiteX9" fmla="*/ 2637130 w 9607647"/>
                <a:gd name="connsiteY9" fmla="*/ 415172 h 1207550"/>
                <a:gd name="connsiteX10" fmla="*/ 2916530 w 9607647"/>
                <a:gd name="connsiteY10" fmla="*/ 624722 h 1207550"/>
                <a:gd name="connsiteX11" fmla="*/ 3113380 w 9607647"/>
                <a:gd name="connsiteY11" fmla="*/ 910472 h 1207550"/>
                <a:gd name="connsiteX12" fmla="*/ 3437230 w 9607647"/>
                <a:gd name="connsiteY12" fmla="*/ 961272 h 1207550"/>
                <a:gd name="connsiteX13" fmla="*/ 3697580 w 9607647"/>
                <a:gd name="connsiteY13" fmla="*/ 897772 h 1207550"/>
                <a:gd name="connsiteX14" fmla="*/ 3989680 w 9607647"/>
                <a:gd name="connsiteY14" fmla="*/ 846972 h 1207550"/>
                <a:gd name="connsiteX15" fmla="*/ 4440530 w 9607647"/>
                <a:gd name="connsiteY15" fmla="*/ 815222 h 1207550"/>
                <a:gd name="connsiteX16" fmla="*/ 4688180 w 9607647"/>
                <a:gd name="connsiteY16" fmla="*/ 910472 h 1207550"/>
                <a:gd name="connsiteX17" fmla="*/ 4929480 w 9607647"/>
                <a:gd name="connsiteY17" fmla="*/ 732672 h 1207550"/>
                <a:gd name="connsiteX18" fmla="*/ 5075530 w 9607647"/>
                <a:gd name="connsiteY18" fmla="*/ 643772 h 1207550"/>
                <a:gd name="connsiteX19" fmla="*/ 5488280 w 9607647"/>
                <a:gd name="connsiteY19" fmla="*/ 567572 h 1207550"/>
                <a:gd name="connsiteX20" fmla="*/ 5913730 w 9607647"/>
                <a:gd name="connsiteY20" fmla="*/ 688222 h 1207550"/>
                <a:gd name="connsiteX21" fmla="*/ 6243930 w 9607647"/>
                <a:gd name="connsiteY21" fmla="*/ 700922 h 1207550"/>
                <a:gd name="connsiteX22" fmla="*/ 6536030 w 9607647"/>
                <a:gd name="connsiteY22" fmla="*/ 446922 h 1207550"/>
                <a:gd name="connsiteX23" fmla="*/ 7012280 w 9607647"/>
                <a:gd name="connsiteY23" fmla="*/ 313572 h 1207550"/>
                <a:gd name="connsiteX24" fmla="*/ 7374230 w 9607647"/>
                <a:gd name="connsiteY24" fmla="*/ 504072 h 1207550"/>
                <a:gd name="connsiteX25" fmla="*/ 7590130 w 9607647"/>
                <a:gd name="connsiteY25" fmla="*/ 554872 h 1207550"/>
                <a:gd name="connsiteX26" fmla="*/ 7907629 w 9607647"/>
                <a:gd name="connsiteY26" fmla="*/ 281822 h 1207550"/>
                <a:gd name="connsiteX27" fmla="*/ 8358479 w 9607647"/>
                <a:gd name="connsiteY27" fmla="*/ 377072 h 1207550"/>
                <a:gd name="connsiteX28" fmla="*/ 8707729 w 9607647"/>
                <a:gd name="connsiteY28" fmla="*/ 465972 h 1207550"/>
                <a:gd name="connsiteX29" fmla="*/ 9177629 w 9607647"/>
                <a:gd name="connsiteY29" fmla="*/ 326272 h 1207550"/>
                <a:gd name="connsiteX30" fmla="*/ 9577679 w 9607647"/>
                <a:gd name="connsiteY30" fmla="*/ 21472 h 1207550"/>
                <a:gd name="connsiteX31" fmla="*/ 9544636 w 9607647"/>
                <a:gd name="connsiteY31" fmla="*/ 1178975 h 1207550"/>
                <a:gd name="connsiteX32" fmla="*/ 0 w 9607647"/>
                <a:gd name="connsiteY32" fmla="*/ 1207550 h 1207550"/>
                <a:gd name="connsiteX33" fmla="*/ 98425 w 9607647"/>
                <a:gd name="connsiteY33" fmla="*/ 868441 h 1207550"/>
                <a:gd name="connsiteX0" fmla="*/ 98425 w 9627443"/>
                <a:gd name="connsiteY0" fmla="*/ 868441 h 1207550"/>
                <a:gd name="connsiteX1" fmla="*/ 478130 w 9627443"/>
                <a:gd name="connsiteY1" fmla="*/ 904122 h 1207550"/>
                <a:gd name="connsiteX2" fmla="*/ 725780 w 9627443"/>
                <a:gd name="connsiteY2" fmla="*/ 808872 h 1207550"/>
                <a:gd name="connsiteX3" fmla="*/ 916280 w 9627443"/>
                <a:gd name="connsiteY3" fmla="*/ 745372 h 1207550"/>
                <a:gd name="connsiteX4" fmla="*/ 1430630 w 9627443"/>
                <a:gd name="connsiteY4" fmla="*/ 764422 h 1207550"/>
                <a:gd name="connsiteX5" fmla="*/ 1627480 w 9627443"/>
                <a:gd name="connsiteY5" fmla="*/ 808872 h 1207550"/>
                <a:gd name="connsiteX6" fmla="*/ 1792580 w 9627443"/>
                <a:gd name="connsiteY6" fmla="*/ 758072 h 1207550"/>
                <a:gd name="connsiteX7" fmla="*/ 2002130 w 9627443"/>
                <a:gd name="connsiteY7" fmla="*/ 599322 h 1207550"/>
                <a:gd name="connsiteX8" fmla="*/ 2281530 w 9627443"/>
                <a:gd name="connsiteY8" fmla="*/ 472322 h 1207550"/>
                <a:gd name="connsiteX9" fmla="*/ 2637130 w 9627443"/>
                <a:gd name="connsiteY9" fmla="*/ 415172 h 1207550"/>
                <a:gd name="connsiteX10" fmla="*/ 2916530 w 9627443"/>
                <a:gd name="connsiteY10" fmla="*/ 624722 h 1207550"/>
                <a:gd name="connsiteX11" fmla="*/ 3113380 w 9627443"/>
                <a:gd name="connsiteY11" fmla="*/ 910472 h 1207550"/>
                <a:gd name="connsiteX12" fmla="*/ 3437230 w 9627443"/>
                <a:gd name="connsiteY12" fmla="*/ 961272 h 1207550"/>
                <a:gd name="connsiteX13" fmla="*/ 3697580 w 9627443"/>
                <a:gd name="connsiteY13" fmla="*/ 897772 h 1207550"/>
                <a:gd name="connsiteX14" fmla="*/ 3989680 w 9627443"/>
                <a:gd name="connsiteY14" fmla="*/ 846972 h 1207550"/>
                <a:gd name="connsiteX15" fmla="*/ 4440530 w 9627443"/>
                <a:gd name="connsiteY15" fmla="*/ 815222 h 1207550"/>
                <a:gd name="connsiteX16" fmla="*/ 4688180 w 9627443"/>
                <a:gd name="connsiteY16" fmla="*/ 910472 h 1207550"/>
                <a:gd name="connsiteX17" fmla="*/ 4929480 w 9627443"/>
                <a:gd name="connsiteY17" fmla="*/ 732672 h 1207550"/>
                <a:gd name="connsiteX18" fmla="*/ 5075530 w 9627443"/>
                <a:gd name="connsiteY18" fmla="*/ 643772 h 1207550"/>
                <a:gd name="connsiteX19" fmla="*/ 5488280 w 9627443"/>
                <a:gd name="connsiteY19" fmla="*/ 567572 h 1207550"/>
                <a:gd name="connsiteX20" fmla="*/ 5913730 w 9627443"/>
                <a:gd name="connsiteY20" fmla="*/ 688222 h 1207550"/>
                <a:gd name="connsiteX21" fmla="*/ 6243930 w 9627443"/>
                <a:gd name="connsiteY21" fmla="*/ 700922 h 1207550"/>
                <a:gd name="connsiteX22" fmla="*/ 6536030 w 9627443"/>
                <a:gd name="connsiteY22" fmla="*/ 446922 h 1207550"/>
                <a:gd name="connsiteX23" fmla="*/ 7012280 w 9627443"/>
                <a:gd name="connsiteY23" fmla="*/ 313572 h 1207550"/>
                <a:gd name="connsiteX24" fmla="*/ 7374230 w 9627443"/>
                <a:gd name="connsiteY24" fmla="*/ 504072 h 1207550"/>
                <a:gd name="connsiteX25" fmla="*/ 7590130 w 9627443"/>
                <a:gd name="connsiteY25" fmla="*/ 554872 h 1207550"/>
                <a:gd name="connsiteX26" fmla="*/ 7907629 w 9627443"/>
                <a:gd name="connsiteY26" fmla="*/ 281822 h 1207550"/>
                <a:gd name="connsiteX27" fmla="*/ 8358479 w 9627443"/>
                <a:gd name="connsiteY27" fmla="*/ 377072 h 1207550"/>
                <a:gd name="connsiteX28" fmla="*/ 8707729 w 9627443"/>
                <a:gd name="connsiteY28" fmla="*/ 465972 h 1207550"/>
                <a:gd name="connsiteX29" fmla="*/ 9177629 w 9627443"/>
                <a:gd name="connsiteY29" fmla="*/ 326272 h 1207550"/>
                <a:gd name="connsiteX30" fmla="*/ 9577679 w 9627443"/>
                <a:gd name="connsiteY30" fmla="*/ 21472 h 1207550"/>
                <a:gd name="connsiteX31" fmla="*/ 9572374 w 9627443"/>
                <a:gd name="connsiteY31" fmla="*/ 1178974 h 1207550"/>
                <a:gd name="connsiteX32" fmla="*/ 0 w 9627443"/>
                <a:gd name="connsiteY32" fmla="*/ 1207550 h 1207550"/>
                <a:gd name="connsiteX33" fmla="*/ 98425 w 9627443"/>
                <a:gd name="connsiteY33" fmla="*/ 868441 h 1207550"/>
                <a:gd name="connsiteX0" fmla="*/ 98425 w 9590416"/>
                <a:gd name="connsiteY0" fmla="*/ 868441 h 1207550"/>
                <a:gd name="connsiteX1" fmla="*/ 478130 w 9590416"/>
                <a:gd name="connsiteY1" fmla="*/ 904122 h 1207550"/>
                <a:gd name="connsiteX2" fmla="*/ 725780 w 9590416"/>
                <a:gd name="connsiteY2" fmla="*/ 808872 h 1207550"/>
                <a:gd name="connsiteX3" fmla="*/ 916280 w 9590416"/>
                <a:gd name="connsiteY3" fmla="*/ 745372 h 1207550"/>
                <a:gd name="connsiteX4" fmla="*/ 1430630 w 9590416"/>
                <a:gd name="connsiteY4" fmla="*/ 764422 h 1207550"/>
                <a:gd name="connsiteX5" fmla="*/ 1627480 w 9590416"/>
                <a:gd name="connsiteY5" fmla="*/ 808872 h 1207550"/>
                <a:gd name="connsiteX6" fmla="*/ 1792580 w 9590416"/>
                <a:gd name="connsiteY6" fmla="*/ 758072 h 1207550"/>
                <a:gd name="connsiteX7" fmla="*/ 2002130 w 9590416"/>
                <a:gd name="connsiteY7" fmla="*/ 599322 h 1207550"/>
                <a:gd name="connsiteX8" fmla="*/ 2281530 w 9590416"/>
                <a:gd name="connsiteY8" fmla="*/ 472322 h 1207550"/>
                <a:gd name="connsiteX9" fmla="*/ 2637130 w 9590416"/>
                <a:gd name="connsiteY9" fmla="*/ 415172 h 1207550"/>
                <a:gd name="connsiteX10" fmla="*/ 2916530 w 9590416"/>
                <a:gd name="connsiteY10" fmla="*/ 624722 h 1207550"/>
                <a:gd name="connsiteX11" fmla="*/ 3113380 w 9590416"/>
                <a:gd name="connsiteY11" fmla="*/ 910472 h 1207550"/>
                <a:gd name="connsiteX12" fmla="*/ 3437230 w 9590416"/>
                <a:gd name="connsiteY12" fmla="*/ 961272 h 1207550"/>
                <a:gd name="connsiteX13" fmla="*/ 3697580 w 9590416"/>
                <a:gd name="connsiteY13" fmla="*/ 897772 h 1207550"/>
                <a:gd name="connsiteX14" fmla="*/ 3989680 w 9590416"/>
                <a:gd name="connsiteY14" fmla="*/ 846972 h 1207550"/>
                <a:gd name="connsiteX15" fmla="*/ 4440530 w 9590416"/>
                <a:gd name="connsiteY15" fmla="*/ 815222 h 1207550"/>
                <a:gd name="connsiteX16" fmla="*/ 4688180 w 9590416"/>
                <a:gd name="connsiteY16" fmla="*/ 910472 h 1207550"/>
                <a:gd name="connsiteX17" fmla="*/ 4929480 w 9590416"/>
                <a:gd name="connsiteY17" fmla="*/ 732672 h 1207550"/>
                <a:gd name="connsiteX18" fmla="*/ 5075530 w 9590416"/>
                <a:gd name="connsiteY18" fmla="*/ 643772 h 1207550"/>
                <a:gd name="connsiteX19" fmla="*/ 5488280 w 9590416"/>
                <a:gd name="connsiteY19" fmla="*/ 567572 h 1207550"/>
                <a:gd name="connsiteX20" fmla="*/ 5913730 w 9590416"/>
                <a:gd name="connsiteY20" fmla="*/ 688222 h 1207550"/>
                <a:gd name="connsiteX21" fmla="*/ 6243930 w 9590416"/>
                <a:gd name="connsiteY21" fmla="*/ 700922 h 1207550"/>
                <a:gd name="connsiteX22" fmla="*/ 6536030 w 9590416"/>
                <a:gd name="connsiteY22" fmla="*/ 446922 h 1207550"/>
                <a:gd name="connsiteX23" fmla="*/ 7012280 w 9590416"/>
                <a:gd name="connsiteY23" fmla="*/ 313572 h 1207550"/>
                <a:gd name="connsiteX24" fmla="*/ 7374230 w 9590416"/>
                <a:gd name="connsiteY24" fmla="*/ 504072 h 1207550"/>
                <a:gd name="connsiteX25" fmla="*/ 7590130 w 9590416"/>
                <a:gd name="connsiteY25" fmla="*/ 554872 h 1207550"/>
                <a:gd name="connsiteX26" fmla="*/ 7907629 w 9590416"/>
                <a:gd name="connsiteY26" fmla="*/ 281822 h 1207550"/>
                <a:gd name="connsiteX27" fmla="*/ 8358479 w 9590416"/>
                <a:gd name="connsiteY27" fmla="*/ 377072 h 1207550"/>
                <a:gd name="connsiteX28" fmla="*/ 8707729 w 9590416"/>
                <a:gd name="connsiteY28" fmla="*/ 465972 h 1207550"/>
                <a:gd name="connsiteX29" fmla="*/ 9177629 w 9590416"/>
                <a:gd name="connsiteY29" fmla="*/ 326272 h 1207550"/>
                <a:gd name="connsiteX30" fmla="*/ 9577679 w 9590416"/>
                <a:gd name="connsiteY30" fmla="*/ 21472 h 1207550"/>
                <a:gd name="connsiteX31" fmla="*/ 9572374 w 9590416"/>
                <a:gd name="connsiteY31" fmla="*/ 1178974 h 1207550"/>
                <a:gd name="connsiteX32" fmla="*/ 0 w 9590416"/>
                <a:gd name="connsiteY32" fmla="*/ 1207550 h 1207550"/>
                <a:gd name="connsiteX33" fmla="*/ 98425 w 9590416"/>
                <a:gd name="connsiteY33" fmla="*/ 868441 h 1207550"/>
                <a:gd name="connsiteX0" fmla="*/ 98425 w 9594572"/>
                <a:gd name="connsiteY0" fmla="*/ 868441 h 1207550"/>
                <a:gd name="connsiteX1" fmla="*/ 478130 w 9594572"/>
                <a:gd name="connsiteY1" fmla="*/ 904122 h 1207550"/>
                <a:gd name="connsiteX2" fmla="*/ 725780 w 9594572"/>
                <a:gd name="connsiteY2" fmla="*/ 808872 h 1207550"/>
                <a:gd name="connsiteX3" fmla="*/ 916280 w 9594572"/>
                <a:gd name="connsiteY3" fmla="*/ 745372 h 1207550"/>
                <a:gd name="connsiteX4" fmla="*/ 1430630 w 9594572"/>
                <a:gd name="connsiteY4" fmla="*/ 764422 h 1207550"/>
                <a:gd name="connsiteX5" fmla="*/ 1627480 w 9594572"/>
                <a:gd name="connsiteY5" fmla="*/ 808872 h 1207550"/>
                <a:gd name="connsiteX6" fmla="*/ 1792580 w 9594572"/>
                <a:gd name="connsiteY6" fmla="*/ 758072 h 1207550"/>
                <a:gd name="connsiteX7" fmla="*/ 2002130 w 9594572"/>
                <a:gd name="connsiteY7" fmla="*/ 599322 h 1207550"/>
                <a:gd name="connsiteX8" fmla="*/ 2281530 w 9594572"/>
                <a:gd name="connsiteY8" fmla="*/ 472322 h 1207550"/>
                <a:gd name="connsiteX9" fmla="*/ 2637130 w 9594572"/>
                <a:gd name="connsiteY9" fmla="*/ 415172 h 1207550"/>
                <a:gd name="connsiteX10" fmla="*/ 2916530 w 9594572"/>
                <a:gd name="connsiteY10" fmla="*/ 624722 h 1207550"/>
                <a:gd name="connsiteX11" fmla="*/ 3113380 w 9594572"/>
                <a:gd name="connsiteY11" fmla="*/ 910472 h 1207550"/>
                <a:gd name="connsiteX12" fmla="*/ 3437230 w 9594572"/>
                <a:gd name="connsiteY12" fmla="*/ 961272 h 1207550"/>
                <a:gd name="connsiteX13" fmla="*/ 3697580 w 9594572"/>
                <a:gd name="connsiteY13" fmla="*/ 897772 h 1207550"/>
                <a:gd name="connsiteX14" fmla="*/ 3989680 w 9594572"/>
                <a:gd name="connsiteY14" fmla="*/ 846972 h 1207550"/>
                <a:gd name="connsiteX15" fmla="*/ 4440530 w 9594572"/>
                <a:gd name="connsiteY15" fmla="*/ 815222 h 1207550"/>
                <a:gd name="connsiteX16" fmla="*/ 4688180 w 9594572"/>
                <a:gd name="connsiteY16" fmla="*/ 910472 h 1207550"/>
                <a:gd name="connsiteX17" fmla="*/ 4929480 w 9594572"/>
                <a:gd name="connsiteY17" fmla="*/ 732672 h 1207550"/>
                <a:gd name="connsiteX18" fmla="*/ 5075530 w 9594572"/>
                <a:gd name="connsiteY18" fmla="*/ 643772 h 1207550"/>
                <a:gd name="connsiteX19" fmla="*/ 5488280 w 9594572"/>
                <a:gd name="connsiteY19" fmla="*/ 567572 h 1207550"/>
                <a:gd name="connsiteX20" fmla="*/ 5913730 w 9594572"/>
                <a:gd name="connsiteY20" fmla="*/ 688222 h 1207550"/>
                <a:gd name="connsiteX21" fmla="*/ 6243930 w 9594572"/>
                <a:gd name="connsiteY21" fmla="*/ 700922 h 1207550"/>
                <a:gd name="connsiteX22" fmla="*/ 6536030 w 9594572"/>
                <a:gd name="connsiteY22" fmla="*/ 446922 h 1207550"/>
                <a:gd name="connsiteX23" fmla="*/ 7012280 w 9594572"/>
                <a:gd name="connsiteY23" fmla="*/ 313572 h 1207550"/>
                <a:gd name="connsiteX24" fmla="*/ 7374230 w 9594572"/>
                <a:gd name="connsiteY24" fmla="*/ 504072 h 1207550"/>
                <a:gd name="connsiteX25" fmla="*/ 7590130 w 9594572"/>
                <a:gd name="connsiteY25" fmla="*/ 554872 h 1207550"/>
                <a:gd name="connsiteX26" fmla="*/ 7907629 w 9594572"/>
                <a:gd name="connsiteY26" fmla="*/ 281822 h 1207550"/>
                <a:gd name="connsiteX27" fmla="*/ 8358479 w 9594572"/>
                <a:gd name="connsiteY27" fmla="*/ 377072 h 1207550"/>
                <a:gd name="connsiteX28" fmla="*/ 8707729 w 9594572"/>
                <a:gd name="connsiteY28" fmla="*/ 465972 h 1207550"/>
                <a:gd name="connsiteX29" fmla="*/ 9177629 w 9594572"/>
                <a:gd name="connsiteY29" fmla="*/ 326272 h 1207550"/>
                <a:gd name="connsiteX30" fmla="*/ 9577679 w 9594572"/>
                <a:gd name="connsiteY30" fmla="*/ 21472 h 1207550"/>
                <a:gd name="connsiteX31" fmla="*/ 9590866 w 9594572"/>
                <a:gd name="connsiteY31" fmla="*/ 1178974 h 1207550"/>
                <a:gd name="connsiteX32" fmla="*/ 0 w 9594572"/>
                <a:gd name="connsiteY32" fmla="*/ 1207550 h 1207550"/>
                <a:gd name="connsiteX33" fmla="*/ 98425 w 9594572"/>
                <a:gd name="connsiteY33" fmla="*/ 868441 h 1207550"/>
                <a:gd name="connsiteX0" fmla="*/ 98425 w 9590866"/>
                <a:gd name="connsiteY0" fmla="*/ 868441 h 1207550"/>
                <a:gd name="connsiteX1" fmla="*/ 478130 w 9590866"/>
                <a:gd name="connsiteY1" fmla="*/ 904122 h 1207550"/>
                <a:gd name="connsiteX2" fmla="*/ 725780 w 9590866"/>
                <a:gd name="connsiteY2" fmla="*/ 808872 h 1207550"/>
                <a:gd name="connsiteX3" fmla="*/ 916280 w 9590866"/>
                <a:gd name="connsiteY3" fmla="*/ 745372 h 1207550"/>
                <a:gd name="connsiteX4" fmla="*/ 1430630 w 9590866"/>
                <a:gd name="connsiteY4" fmla="*/ 764422 h 1207550"/>
                <a:gd name="connsiteX5" fmla="*/ 1627480 w 9590866"/>
                <a:gd name="connsiteY5" fmla="*/ 808872 h 1207550"/>
                <a:gd name="connsiteX6" fmla="*/ 1792580 w 9590866"/>
                <a:gd name="connsiteY6" fmla="*/ 758072 h 1207550"/>
                <a:gd name="connsiteX7" fmla="*/ 2002130 w 9590866"/>
                <a:gd name="connsiteY7" fmla="*/ 599322 h 1207550"/>
                <a:gd name="connsiteX8" fmla="*/ 2281530 w 9590866"/>
                <a:gd name="connsiteY8" fmla="*/ 472322 h 1207550"/>
                <a:gd name="connsiteX9" fmla="*/ 2637130 w 9590866"/>
                <a:gd name="connsiteY9" fmla="*/ 415172 h 1207550"/>
                <a:gd name="connsiteX10" fmla="*/ 2916530 w 9590866"/>
                <a:gd name="connsiteY10" fmla="*/ 624722 h 1207550"/>
                <a:gd name="connsiteX11" fmla="*/ 3113380 w 9590866"/>
                <a:gd name="connsiteY11" fmla="*/ 910472 h 1207550"/>
                <a:gd name="connsiteX12" fmla="*/ 3437230 w 9590866"/>
                <a:gd name="connsiteY12" fmla="*/ 961272 h 1207550"/>
                <a:gd name="connsiteX13" fmla="*/ 3697580 w 9590866"/>
                <a:gd name="connsiteY13" fmla="*/ 897772 h 1207550"/>
                <a:gd name="connsiteX14" fmla="*/ 3989680 w 9590866"/>
                <a:gd name="connsiteY14" fmla="*/ 846972 h 1207550"/>
                <a:gd name="connsiteX15" fmla="*/ 4440530 w 9590866"/>
                <a:gd name="connsiteY15" fmla="*/ 815222 h 1207550"/>
                <a:gd name="connsiteX16" fmla="*/ 4688180 w 9590866"/>
                <a:gd name="connsiteY16" fmla="*/ 910472 h 1207550"/>
                <a:gd name="connsiteX17" fmla="*/ 4929480 w 9590866"/>
                <a:gd name="connsiteY17" fmla="*/ 732672 h 1207550"/>
                <a:gd name="connsiteX18" fmla="*/ 5075530 w 9590866"/>
                <a:gd name="connsiteY18" fmla="*/ 643772 h 1207550"/>
                <a:gd name="connsiteX19" fmla="*/ 5488280 w 9590866"/>
                <a:gd name="connsiteY19" fmla="*/ 567572 h 1207550"/>
                <a:gd name="connsiteX20" fmla="*/ 5913730 w 9590866"/>
                <a:gd name="connsiteY20" fmla="*/ 688222 h 1207550"/>
                <a:gd name="connsiteX21" fmla="*/ 6243930 w 9590866"/>
                <a:gd name="connsiteY21" fmla="*/ 700922 h 1207550"/>
                <a:gd name="connsiteX22" fmla="*/ 6536030 w 9590866"/>
                <a:gd name="connsiteY22" fmla="*/ 446922 h 1207550"/>
                <a:gd name="connsiteX23" fmla="*/ 7012280 w 9590866"/>
                <a:gd name="connsiteY23" fmla="*/ 313572 h 1207550"/>
                <a:gd name="connsiteX24" fmla="*/ 7374230 w 9590866"/>
                <a:gd name="connsiteY24" fmla="*/ 504072 h 1207550"/>
                <a:gd name="connsiteX25" fmla="*/ 7590130 w 9590866"/>
                <a:gd name="connsiteY25" fmla="*/ 554872 h 1207550"/>
                <a:gd name="connsiteX26" fmla="*/ 7907629 w 9590866"/>
                <a:gd name="connsiteY26" fmla="*/ 281822 h 1207550"/>
                <a:gd name="connsiteX27" fmla="*/ 8358479 w 9590866"/>
                <a:gd name="connsiteY27" fmla="*/ 377072 h 1207550"/>
                <a:gd name="connsiteX28" fmla="*/ 8707729 w 9590866"/>
                <a:gd name="connsiteY28" fmla="*/ 465972 h 1207550"/>
                <a:gd name="connsiteX29" fmla="*/ 9177629 w 9590866"/>
                <a:gd name="connsiteY29" fmla="*/ 326272 h 1207550"/>
                <a:gd name="connsiteX30" fmla="*/ 9577679 w 9590866"/>
                <a:gd name="connsiteY30" fmla="*/ 21472 h 1207550"/>
                <a:gd name="connsiteX31" fmla="*/ 9590866 w 9590866"/>
                <a:gd name="connsiteY31" fmla="*/ 1178974 h 1207550"/>
                <a:gd name="connsiteX32" fmla="*/ 0 w 9590866"/>
                <a:gd name="connsiteY32" fmla="*/ 1207550 h 1207550"/>
                <a:gd name="connsiteX33" fmla="*/ 98425 w 9590866"/>
                <a:gd name="connsiteY33" fmla="*/ 868441 h 1207550"/>
                <a:gd name="connsiteX0" fmla="*/ 98425 w 9591791"/>
                <a:gd name="connsiteY0" fmla="*/ 868441 h 1207550"/>
                <a:gd name="connsiteX1" fmla="*/ 478130 w 9591791"/>
                <a:gd name="connsiteY1" fmla="*/ 904122 h 1207550"/>
                <a:gd name="connsiteX2" fmla="*/ 725780 w 9591791"/>
                <a:gd name="connsiteY2" fmla="*/ 808872 h 1207550"/>
                <a:gd name="connsiteX3" fmla="*/ 916280 w 9591791"/>
                <a:gd name="connsiteY3" fmla="*/ 745372 h 1207550"/>
                <a:gd name="connsiteX4" fmla="*/ 1430630 w 9591791"/>
                <a:gd name="connsiteY4" fmla="*/ 764422 h 1207550"/>
                <a:gd name="connsiteX5" fmla="*/ 1627480 w 9591791"/>
                <a:gd name="connsiteY5" fmla="*/ 808872 h 1207550"/>
                <a:gd name="connsiteX6" fmla="*/ 1792580 w 9591791"/>
                <a:gd name="connsiteY6" fmla="*/ 758072 h 1207550"/>
                <a:gd name="connsiteX7" fmla="*/ 2002130 w 9591791"/>
                <a:gd name="connsiteY7" fmla="*/ 599322 h 1207550"/>
                <a:gd name="connsiteX8" fmla="*/ 2281530 w 9591791"/>
                <a:gd name="connsiteY8" fmla="*/ 472322 h 1207550"/>
                <a:gd name="connsiteX9" fmla="*/ 2637130 w 9591791"/>
                <a:gd name="connsiteY9" fmla="*/ 415172 h 1207550"/>
                <a:gd name="connsiteX10" fmla="*/ 2916530 w 9591791"/>
                <a:gd name="connsiteY10" fmla="*/ 624722 h 1207550"/>
                <a:gd name="connsiteX11" fmla="*/ 3113380 w 9591791"/>
                <a:gd name="connsiteY11" fmla="*/ 910472 h 1207550"/>
                <a:gd name="connsiteX12" fmla="*/ 3437230 w 9591791"/>
                <a:gd name="connsiteY12" fmla="*/ 961272 h 1207550"/>
                <a:gd name="connsiteX13" fmla="*/ 3697580 w 9591791"/>
                <a:gd name="connsiteY13" fmla="*/ 897772 h 1207550"/>
                <a:gd name="connsiteX14" fmla="*/ 3989680 w 9591791"/>
                <a:gd name="connsiteY14" fmla="*/ 846972 h 1207550"/>
                <a:gd name="connsiteX15" fmla="*/ 4440530 w 9591791"/>
                <a:gd name="connsiteY15" fmla="*/ 815222 h 1207550"/>
                <a:gd name="connsiteX16" fmla="*/ 4688180 w 9591791"/>
                <a:gd name="connsiteY16" fmla="*/ 910472 h 1207550"/>
                <a:gd name="connsiteX17" fmla="*/ 4929480 w 9591791"/>
                <a:gd name="connsiteY17" fmla="*/ 732672 h 1207550"/>
                <a:gd name="connsiteX18" fmla="*/ 5075530 w 9591791"/>
                <a:gd name="connsiteY18" fmla="*/ 643772 h 1207550"/>
                <a:gd name="connsiteX19" fmla="*/ 5488280 w 9591791"/>
                <a:gd name="connsiteY19" fmla="*/ 567572 h 1207550"/>
                <a:gd name="connsiteX20" fmla="*/ 5913730 w 9591791"/>
                <a:gd name="connsiteY20" fmla="*/ 688222 h 1207550"/>
                <a:gd name="connsiteX21" fmla="*/ 6243930 w 9591791"/>
                <a:gd name="connsiteY21" fmla="*/ 700922 h 1207550"/>
                <a:gd name="connsiteX22" fmla="*/ 6536030 w 9591791"/>
                <a:gd name="connsiteY22" fmla="*/ 446922 h 1207550"/>
                <a:gd name="connsiteX23" fmla="*/ 7012280 w 9591791"/>
                <a:gd name="connsiteY23" fmla="*/ 313572 h 1207550"/>
                <a:gd name="connsiteX24" fmla="*/ 7374230 w 9591791"/>
                <a:gd name="connsiteY24" fmla="*/ 504072 h 1207550"/>
                <a:gd name="connsiteX25" fmla="*/ 7590130 w 9591791"/>
                <a:gd name="connsiteY25" fmla="*/ 554872 h 1207550"/>
                <a:gd name="connsiteX26" fmla="*/ 7907629 w 9591791"/>
                <a:gd name="connsiteY26" fmla="*/ 281822 h 1207550"/>
                <a:gd name="connsiteX27" fmla="*/ 8358479 w 9591791"/>
                <a:gd name="connsiteY27" fmla="*/ 377072 h 1207550"/>
                <a:gd name="connsiteX28" fmla="*/ 8707729 w 9591791"/>
                <a:gd name="connsiteY28" fmla="*/ 465972 h 1207550"/>
                <a:gd name="connsiteX29" fmla="*/ 9177629 w 9591791"/>
                <a:gd name="connsiteY29" fmla="*/ 326272 h 1207550"/>
                <a:gd name="connsiteX30" fmla="*/ 9577679 w 9591791"/>
                <a:gd name="connsiteY30" fmla="*/ 21472 h 1207550"/>
                <a:gd name="connsiteX31" fmla="*/ 9590866 w 9591791"/>
                <a:gd name="connsiteY31" fmla="*/ 1178974 h 1207550"/>
                <a:gd name="connsiteX32" fmla="*/ 0 w 9591791"/>
                <a:gd name="connsiteY32" fmla="*/ 1207550 h 1207550"/>
                <a:gd name="connsiteX33" fmla="*/ 98425 w 9591791"/>
                <a:gd name="connsiteY33" fmla="*/ 868441 h 1207550"/>
                <a:gd name="connsiteX0" fmla="*/ 98425 w 9601903"/>
                <a:gd name="connsiteY0" fmla="*/ 868441 h 1207550"/>
                <a:gd name="connsiteX1" fmla="*/ 478130 w 9601903"/>
                <a:gd name="connsiteY1" fmla="*/ 904122 h 1207550"/>
                <a:gd name="connsiteX2" fmla="*/ 725780 w 9601903"/>
                <a:gd name="connsiteY2" fmla="*/ 808872 h 1207550"/>
                <a:gd name="connsiteX3" fmla="*/ 916280 w 9601903"/>
                <a:gd name="connsiteY3" fmla="*/ 745372 h 1207550"/>
                <a:gd name="connsiteX4" fmla="*/ 1430630 w 9601903"/>
                <a:gd name="connsiteY4" fmla="*/ 764422 h 1207550"/>
                <a:gd name="connsiteX5" fmla="*/ 1627480 w 9601903"/>
                <a:gd name="connsiteY5" fmla="*/ 808872 h 1207550"/>
                <a:gd name="connsiteX6" fmla="*/ 1792580 w 9601903"/>
                <a:gd name="connsiteY6" fmla="*/ 758072 h 1207550"/>
                <a:gd name="connsiteX7" fmla="*/ 2002130 w 9601903"/>
                <a:gd name="connsiteY7" fmla="*/ 599322 h 1207550"/>
                <a:gd name="connsiteX8" fmla="*/ 2281530 w 9601903"/>
                <a:gd name="connsiteY8" fmla="*/ 472322 h 1207550"/>
                <a:gd name="connsiteX9" fmla="*/ 2637130 w 9601903"/>
                <a:gd name="connsiteY9" fmla="*/ 415172 h 1207550"/>
                <a:gd name="connsiteX10" fmla="*/ 2916530 w 9601903"/>
                <a:gd name="connsiteY10" fmla="*/ 624722 h 1207550"/>
                <a:gd name="connsiteX11" fmla="*/ 3113380 w 9601903"/>
                <a:gd name="connsiteY11" fmla="*/ 910472 h 1207550"/>
                <a:gd name="connsiteX12" fmla="*/ 3437230 w 9601903"/>
                <a:gd name="connsiteY12" fmla="*/ 961272 h 1207550"/>
                <a:gd name="connsiteX13" fmla="*/ 3697580 w 9601903"/>
                <a:gd name="connsiteY13" fmla="*/ 897772 h 1207550"/>
                <a:gd name="connsiteX14" fmla="*/ 3989680 w 9601903"/>
                <a:gd name="connsiteY14" fmla="*/ 846972 h 1207550"/>
                <a:gd name="connsiteX15" fmla="*/ 4440530 w 9601903"/>
                <a:gd name="connsiteY15" fmla="*/ 815222 h 1207550"/>
                <a:gd name="connsiteX16" fmla="*/ 4688180 w 9601903"/>
                <a:gd name="connsiteY16" fmla="*/ 910472 h 1207550"/>
                <a:gd name="connsiteX17" fmla="*/ 4929480 w 9601903"/>
                <a:gd name="connsiteY17" fmla="*/ 732672 h 1207550"/>
                <a:gd name="connsiteX18" fmla="*/ 5075530 w 9601903"/>
                <a:gd name="connsiteY18" fmla="*/ 643772 h 1207550"/>
                <a:gd name="connsiteX19" fmla="*/ 5488280 w 9601903"/>
                <a:gd name="connsiteY19" fmla="*/ 567572 h 1207550"/>
                <a:gd name="connsiteX20" fmla="*/ 5913730 w 9601903"/>
                <a:gd name="connsiteY20" fmla="*/ 688222 h 1207550"/>
                <a:gd name="connsiteX21" fmla="*/ 6243930 w 9601903"/>
                <a:gd name="connsiteY21" fmla="*/ 700922 h 1207550"/>
                <a:gd name="connsiteX22" fmla="*/ 6536030 w 9601903"/>
                <a:gd name="connsiteY22" fmla="*/ 446922 h 1207550"/>
                <a:gd name="connsiteX23" fmla="*/ 7012280 w 9601903"/>
                <a:gd name="connsiteY23" fmla="*/ 313572 h 1207550"/>
                <a:gd name="connsiteX24" fmla="*/ 7374230 w 9601903"/>
                <a:gd name="connsiteY24" fmla="*/ 504072 h 1207550"/>
                <a:gd name="connsiteX25" fmla="*/ 7590130 w 9601903"/>
                <a:gd name="connsiteY25" fmla="*/ 554872 h 1207550"/>
                <a:gd name="connsiteX26" fmla="*/ 7907629 w 9601903"/>
                <a:gd name="connsiteY26" fmla="*/ 281822 h 1207550"/>
                <a:gd name="connsiteX27" fmla="*/ 8358479 w 9601903"/>
                <a:gd name="connsiteY27" fmla="*/ 377072 h 1207550"/>
                <a:gd name="connsiteX28" fmla="*/ 8707729 w 9601903"/>
                <a:gd name="connsiteY28" fmla="*/ 465972 h 1207550"/>
                <a:gd name="connsiteX29" fmla="*/ 9177629 w 9601903"/>
                <a:gd name="connsiteY29" fmla="*/ 326272 h 1207550"/>
                <a:gd name="connsiteX30" fmla="*/ 9589418 w 9601903"/>
                <a:gd name="connsiteY30" fmla="*/ 21472 h 1207550"/>
                <a:gd name="connsiteX31" fmla="*/ 9590866 w 9601903"/>
                <a:gd name="connsiteY31" fmla="*/ 1178974 h 1207550"/>
                <a:gd name="connsiteX32" fmla="*/ 0 w 9601903"/>
                <a:gd name="connsiteY32" fmla="*/ 1207550 h 1207550"/>
                <a:gd name="connsiteX33" fmla="*/ 98425 w 9601903"/>
                <a:gd name="connsiteY33" fmla="*/ 868441 h 120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9601903" h="1207550">
                  <a:moveTo>
                    <a:pt x="98425" y="868441"/>
                  </a:moveTo>
                  <a:cubicBezTo>
                    <a:pt x="328710" y="733226"/>
                    <a:pt x="425645" y="852012"/>
                    <a:pt x="478130" y="904122"/>
                  </a:cubicBezTo>
                  <a:cubicBezTo>
                    <a:pt x="537397" y="825805"/>
                    <a:pt x="641113" y="766539"/>
                    <a:pt x="725780" y="808872"/>
                  </a:cubicBezTo>
                  <a:cubicBezTo>
                    <a:pt x="757530" y="694572"/>
                    <a:pt x="846430" y="700922"/>
                    <a:pt x="916280" y="745372"/>
                  </a:cubicBezTo>
                  <a:cubicBezTo>
                    <a:pt x="1142763" y="506189"/>
                    <a:pt x="1375597" y="616255"/>
                    <a:pt x="1430630" y="764422"/>
                  </a:cubicBezTo>
                  <a:cubicBezTo>
                    <a:pt x="1521647" y="669172"/>
                    <a:pt x="1587263" y="732672"/>
                    <a:pt x="1627480" y="808872"/>
                  </a:cubicBezTo>
                  <a:cubicBezTo>
                    <a:pt x="1661347" y="741139"/>
                    <a:pt x="1726963" y="755955"/>
                    <a:pt x="1792580" y="758072"/>
                  </a:cubicBezTo>
                  <a:cubicBezTo>
                    <a:pt x="1796813" y="563339"/>
                    <a:pt x="1902647" y="590855"/>
                    <a:pt x="2002130" y="599322"/>
                  </a:cubicBezTo>
                  <a:cubicBezTo>
                    <a:pt x="2008480" y="554872"/>
                    <a:pt x="2110080" y="364372"/>
                    <a:pt x="2281530" y="472322"/>
                  </a:cubicBezTo>
                  <a:cubicBezTo>
                    <a:pt x="2330213" y="228905"/>
                    <a:pt x="2620197" y="302989"/>
                    <a:pt x="2637130" y="415172"/>
                  </a:cubicBezTo>
                  <a:cubicBezTo>
                    <a:pt x="2778947" y="343205"/>
                    <a:pt x="3009663" y="449039"/>
                    <a:pt x="2916530" y="624722"/>
                  </a:cubicBezTo>
                  <a:cubicBezTo>
                    <a:pt x="3111263" y="620489"/>
                    <a:pt x="3128197" y="794055"/>
                    <a:pt x="3113380" y="910472"/>
                  </a:cubicBezTo>
                  <a:cubicBezTo>
                    <a:pt x="3193813" y="846972"/>
                    <a:pt x="3350447" y="808872"/>
                    <a:pt x="3437230" y="961272"/>
                  </a:cubicBezTo>
                  <a:cubicBezTo>
                    <a:pt x="3475330" y="927405"/>
                    <a:pt x="3589630" y="785589"/>
                    <a:pt x="3697580" y="897772"/>
                  </a:cubicBezTo>
                  <a:cubicBezTo>
                    <a:pt x="3769547" y="753839"/>
                    <a:pt x="3936763" y="762305"/>
                    <a:pt x="3989680" y="846972"/>
                  </a:cubicBezTo>
                  <a:cubicBezTo>
                    <a:pt x="4148430" y="550639"/>
                    <a:pt x="4434180" y="648005"/>
                    <a:pt x="4440530" y="815222"/>
                  </a:cubicBezTo>
                  <a:cubicBezTo>
                    <a:pt x="4605630" y="751722"/>
                    <a:pt x="4662780" y="872372"/>
                    <a:pt x="4688180" y="910472"/>
                  </a:cubicBezTo>
                  <a:cubicBezTo>
                    <a:pt x="4686063" y="715739"/>
                    <a:pt x="4849047" y="724205"/>
                    <a:pt x="4929480" y="732672"/>
                  </a:cubicBezTo>
                  <a:cubicBezTo>
                    <a:pt x="4912547" y="673405"/>
                    <a:pt x="4927363" y="576039"/>
                    <a:pt x="5075530" y="643772"/>
                  </a:cubicBezTo>
                  <a:cubicBezTo>
                    <a:pt x="5086113" y="434222"/>
                    <a:pt x="5363397" y="408822"/>
                    <a:pt x="5488280" y="567572"/>
                  </a:cubicBezTo>
                  <a:cubicBezTo>
                    <a:pt x="5575063" y="402472"/>
                    <a:pt x="5915847" y="427872"/>
                    <a:pt x="5913730" y="688222"/>
                  </a:cubicBezTo>
                  <a:cubicBezTo>
                    <a:pt x="6023797" y="563339"/>
                    <a:pt x="6178313" y="590855"/>
                    <a:pt x="6243930" y="700922"/>
                  </a:cubicBezTo>
                  <a:cubicBezTo>
                    <a:pt x="6220647" y="317805"/>
                    <a:pt x="6451363" y="366489"/>
                    <a:pt x="6536030" y="446922"/>
                  </a:cubicBezTo>
                  <a:cubicBezTo>
                    <a:pt x="6459830" y="68039"/>
                    <a:pt x="6967830" y="146355"/>
                    <a:pt x="7012280" y="313572"/>
                  </a:cubicBezTo>
                  <a:cubicBezTo>
                    <a:pt x="7143513" y="216205"/>
                    <a:pt x="7344597" y="366489"/>
                    <a:pt x="7374230" y="504072"/>
                  </a:cubicBezTo>
                  <a:cubicBezTo>
                    <a:pt x="7441963" y="480789"/>
                    <a:pt x="7566847" y="413055"/>
                    <a:pt x="7590130" y="554872"/>
                  </a:cubicBezTo>
                  <a:cubicBezTo>
                    <a:pt x="7513930" y="254305"/>
                    <a:pt x="7945729" y="226789"/>
                    <a:pt x="7907629" y="281822"/>
                  </a:cubicBezTo>
                  <a:cubicBezTo>
                    <a:pt x="8049446" y="65922"/>
                    <a:pt x="8445262" y="250072"/>
                    <a:pt x="8358479" y="377072"/>
                  </a:cubicBezTo>
                  <a:cubicBezTo>
                    <a:pt x="8629412" y="247955"/>
                    <a:pt x="8709846" y="429989"/>
                    <a:pt x="8707729" y="465972"/>
                  </a:cubicBezTo>
                  <a:cubicBezTo>
                    <a:pt x="8915162" y="175989"/>
                    <a:pt x="9243246" y="286055"/>
                    <a:pt x="9177629" y="326272"/>
                  </a:cubicBezTo>
                  <a:cubicBezTo>
                    <a:pt x="9160696" y="-18745"/>
                    <a:pt x="9688901" y="-27211"/>
                    <a:pt x="9589418" y="21472"/>
                  </a:cubicBezTo>
                  <a:cubicBezTo>
                    <a:pt x="9577215" y="591408"/>
                    <a:pt x="9597546" y="1006141"/>
                    <a:pt x="9590866" y="1178974"/>
                  </a:cubicBezTo>
                  <a:lnTo>
                    <a:pt x="0" y="1207550"/>
                  </a:lnTo>
                  <a:cubicBezTo>
                    <a:pt x="32808" y="1094514"/>
                    <a:pt x="-10583" y="648102"/>
                    <a:pt x="98425" y="868441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" name="Rectangle 72">
              <a:extLst>
                <a:ext uri="{FF2B5EF4-FFF2-40B4-BE49-F238E27FC236}">
                  <a16:creationId xmlns:a16="http://schemas.microsoft.com/office/drawing/2014/main" id="{956169E0-7CED-89E0-3D3F-60A428B97119}"/>
                </a:ext>
              </a:extLst>
            </p:cNvPr>
            <p:cNvSpPr/>
            <p:nvPr/>
          </p:nvSpPr>
          <p:spPr>
            <a:xfrm>
              <a:off x="132" y="701734"/>
              <a:ext cx="5860741" cy="799029"/>
            </a:xfrm>
            <a:custGeom>
              <a:avLst/>
              <a:gdLst>
                <a:gd name="connsiteX0" fmla="*/ 0 w 7239586"/>
                <a:gd name="connsiteY0" fmla="*/ 0 h 1615459"/>
                <a:gd name="connsiteX1" fmla="*/ 7239586 w 7239586"/>
                <a:gd name="connsiteY1" fmla="*/ 0 h 1615459"/>
                <a:gd name="connsiteX2" fmla="*/ 7239586 w 7239586"/>
                <a:gd name="connsiteY2" fmla="*/ 1615459 h 1615459"/>
                <a:gd name="connsiteX3" fmla="*/ 0 w 7239586"/>
                <a:gd name="connsiteY3" fmla="*/ 1615459 h 1615459"/>
                <a:gd name="connsiteX4" fmla="*/ 0 w 7239586"/>
                <a:gd name="connsiteY4" fmla="*/ 0 h 1615459"/>
                <a:gd name="connsiteX0" fmla="*/ 107950 w 7239586"/>
                <a:gd name="connsiteY0" fmla="*/ 0 h 1939309"/>
                <a:gd name="connsiteX1" fmla="*/ 7239586 w 7239586"/>
                <a:gd name="connsiteY1" fmla="*/ 323850 h 1939309"/>
                <a:gd name="connsiteX2" fmla="*/ 7239586 w 7239586"/>
                <a:gd name="connsiteY2" fmla="*/ 1939309 h 1939309"/>
                <a:gd name="connsiteX3" fmla="*/ 0 w 7239586"/>
                <a:gd name="connsiteY3" fmla="*/ 1939309 h 1939309"/>
                <a:gd name="connsiteX4" fmla="*/ 107950 w 7239586"/>
                <a:gd name="connsiteY4" fmla="*/ 0 h 1939309"/>
                <a:gd name="connsiteX0" fmla="*/ 107950 w 7239586"/>
                <a:gd name="connsiteY0" fmla="*/ 0 h 1939309"/>
                <a:gd name="connsiteX1" fmla="*/ 487655 w 7239586"/>
                <a:gd name="connsiteY1" fmla="*/ 35681 h 1939309"/>
                <a:gd name="connsiteX2" fmla="*/ 7239586 w 7239586"/>
                <a:gd name="connsiteY2" fmla="*/ 323850 h 1939309"/>
                <a:gd name="connsiteX3" fmla="*/ 7239586 w 7239586"/>
                <a:gd name="connsiteY3" fmla="*/ 1939309 h 1939309"/>
                <a:gd name="connsiteX4" fmla="*/ 0 w 7239586"/>
                <a:gd name="connsiteY4" fmla="*/ 1939309 h 1939309"/>
                <a:gd name="connsiteX5" fmla="*/ 107950 w 7239586"/>
                <a:gd name="connsiteY5" fmla="*/ 0 h 1939309"/>
                <a:gd name="connsiteX0" fmla="*/ 107950 w 7239586"/>
                <a:gd name="connsiteY0" fmla="*/ 59569 h 1998878"/>
                <a:gd name="connsiteX1" fmla="*/ 487655 w 7239586"/>
                <a:gd name="connsiteY1" fmla="*/ 95250 h 1998878"/>
                <a:gd name="connsiteX2" fmla="*/ 735305 w 7239586"/>
                <a:gd name="connsiteY2" fmla="*/ 0 h 1998878"/>
                <a:gd name="connsiteX3" fmla="*/ 7239586 w 7239586"/>
                <a:gd name="connsiteY3" fmla="*/ 383419 h 1998878"/>
                <a:gd name="connsiteX4" fmla="*/ 7239586 w 7239586"/>
                <a:gd name="connsiteY4" fmla="*/ 1998878 h 1998878"/>
                <a:gd name="connsiteX5" fmla="*/ 0 w 7239586"/>
                <a:gd name="connsiteY5" fmla="*/ 1998878 h 1998878"/>
                <a:gd name="connsiteX6" fmla="*/ 107950 w 7239586"/>
                <a:gd name="connsiteY6" fmla="*/ 59569 h 1998878"/>
                <a:gd name="connsiteX0" fmla="*/ 107950 w 7239586"/>
                <a:gd name="connsiteY0" fmla="*/ 123069 h 2062378"/>
                <a:gd name="connsiteX1" fmla="*/ 487655 w 7239586"/>
                <a:gd name="connsiteY1" fmla="*/ 158750 h 2062378"/>
                <a:gd name="connsiteX2" fmla="*/ 735305 w 7239586"/>
                <a:gd name="connsiteY2" fmla="*/ 63500 h 2062378"/>
                <a:gd name="connsiteX3" fmla="*/ 925805 w 7239586"/>
                <a:gd name="connsiteY3" fmla="*/ 0 h 2062378"/>
                <a:gd name="connsiteX4" fmla="*/ 7239586 w 7239586"/>
                <a:gd name="connsiteY4" fmla="*/ 446919 h 2062378"/>
                <a:gd name="connsiteX5" fmla="*/ 7239586 w 7239586"/>
                <a:gd name="connsiteY5" fmla="*/ 2062378 h 2062378"/>
                <a:gd name="connsiteX6" fmla="*/ 0 w 7239586"/>
                <a:gd name="connsiteY6" fmla="*/ 2062378 h 2062378"/>
                <a:gd name="connsiteX7" fmla="*/ 107950 w 7239586"/>
                <a:gd name="connsiteY7" fmla="*/ 123069 h 2062378"/>
                <a:gd name="connsiteX0" fmla="*/ 107950 w 7239586"/>
                <a:gd name="connsiteY0" fmla="*/ 123069 h 2062378"/>
                <a:gd name="connsiteX1" fmla="*/ 487655 w 7239586"/>
                <a:gd name="connsiteY1" fmla="*/ 158750 h 2062378"/>
                <a:gd name="connsiteX2" fmla="*/ 735305 w 7239586"/>
                <a:gd name="connsiteY2" fmla="*/ 63500 h 2062378"/>
                <a:gd name="connsiteX3" fmla="*/ 925805 w 7239586"/>
                <a:gd name="connsiteY3" fmla="*/ 0 h 2062378"/>
                <a:gd name="connsiteX4" fmla="*/ 1440155 w 7239586"/>
                <a:gd name="connsiteY4" fmla="*/ 19050 h 2062378"/>
                <a:gd name="connsiteX5" fmla="*/ 7239586 w 7239586"/>
                <a:gd name="connsiteY5" fmla="*/ 446919 h 2062378"/>
                <a:gd name="connsiteX6" fmla="*/ 7239586 w 7239586"/>
                <a:gd name="connsiteY6" fmla="*/ 2062378 h 2062378"/>
                <a:gd name="connsiteX7" fmla="*/ 0 w 7239586"/>
                <a:gd name="connsiteY7" fmla="*/ 2062378 h 2062378"/>
                <a:gd name="connsiteX8" fmla="*/ 107950 w 7239586"/>
                <a:gd name="connsiteY8" fmla="*/ 123069 h 2062378"/>
                <a:gd name="connsiteX0" fmla="*/ 107950 w 7239586"/>
                <a:gd name="connsiteY0" fmla="*/ 123069 h 2062378"/>
                <a:gd name="connsiteX1" fmla="*/ 487655 w 7239586"/>
                <a:gd name="connsiteY1" fmla="*/ 158750 h 2062378"/>
                <a:gd name="connsiteX2" fmla="*/ 735305 w 7239586"/>
                <a:gd name="connsiteY2" fmla="*/ 63500 h 2062378"/>
                <a:gd name="connsiteX3" fmla="*/ 925805 w 7239586"/>
                <a:gd name="connsiteY3" fmla="*/ 0 h 2062378"/>
                <a:gd name="connsiteX4" fmla="*/ 1440155 w 7239586"/>
                <a:gd name="connsiteY4" fmla="*/ 19050 h 2062378"/>
                <a:gd name="connsiteX5" fmla="*/ 1637005 w 7239586"/>
                <a:gd name="connsiteY5" fmla="*/ 31750 h 2062378"/>
                <a:gd name="connsiteX6" fmla="*/ 7239586 w 7239586"/>
                <a:gd name="connsiteY6" fmla="*/ 446919 h 2062378"/>
                <a:gd name="connsiteX7" fmla="*/ 7239586 w 7239586"/>
                <a:gd name="connsiteY7" fmla="*/ 2062378 h 2062378"/>
                <a:gd name="connsiteX8" fmla="*/ 0 w 7239586"/>
                <a:gd name="connsiteY8" fmla="*/ 2062378 h 2062378"/>
                <a:gd name="connsiteX9" fmla="*/ 107950 w 7239586"/>
                <a:gd name="connsiteY9" fmla="*/ 123069 h 2062378"/>
                <a:gd name="connsiteX0" fmla="*/ 107950 w 7239586"/>
                <a:gd name="connsiteY0" fmla="*/ 123069 h 2062378"/>
                <a:gd name="connsiteX1" fmla="*/ 487655 w 7239586"/>
                <a:gd name="connsiteY1" fmla="*/ 158750 h 2062378"/>
                <a:gd name="connsiteX2" fmla="*/ 735305 w 7239586"/>
                <a:gd name="connsiteY2" fmla="*/ 63500 h 2062378"/>
                <a:gd name="connsiteX3" fmla="*/ 925805 w 7239586"/>
                <a:gd name="connsiteY3" fmla="*/ 0 h 2062378"/>
                <a:gd name="connsiteX4" fmla="*/ 1440155 w 7239586"/>
                <a:gd name="connsiteY4" fmla="*/ 19050 h 2062378"/>
                <a:gd name="connsiteX5" fmla="*/ 1637005 w 7239586"/>
                <a:gd name="connsiteY5" fmla="*/ 31750 h 2062378"/>
                <a:gd name="connsiteX6" fmla="*/ 1802105 w 7239586"/>
                <a:gd name="connsiteY6" fmla="*/ 12700 h 2062378"/>
                <a:gd name="connsiteX7" fmla="*/ 7239586 w 7239586"/>
                <a:gd name="connsiteY7" fmla="*/ 446919 h 2062378"/>
                <a:gd name="connsiteX8" fmla="*/ 7239586 w 7239586"/>
                <a:gd name="connsiteY8" fmla="*/ 2062378 h 2062378"/>
                <a:gd name="connsiteX9" fmla="*/ 0 w 7239586"/>
                <a:gd name="connsiteY9" fmla="*/ 2062378 h 2062378"/>
                <a:gd name="connsiteX10" fmla="*/ 107950 w 7239586"/>
                <a:gd name="connsiteY10" fmla="*/ 123069 h 2062378"/>
                <a:gd name="connsiteX0" fmla="*/ 107950 w 7239586"/>
                <a:gd name="connsiteY0" fmla="*/ 269415 h 2208724"/>
                <a:gd name="connsiteX1" fmla="*/ 487655 w 7239586"/>
                <a:gd name="connsiteY1" fmla="*/ 305096 h 2208724"/>
                <a:gd name="connsiteX2" fmla="*/ 735305 w 7239586"/>
                <a:gd name="connsiteY2" fmla="*/ 209846 h 2208724"/>
                <a:gd name="connsiteX3" fmla="*/ 925805 w 7239586"/>
                <a:gd name="connsiteY3" fmla="*/ 146346 h 2208724"/>
                <a:gd name="connsiteX4" fmla="*/ 1440155 w 7239586"/>
                <a:gd name="connsiteY4" fmla="*/ 165396 h 2208724"/>
                <a:gd name="connsiteX5" fmla="*/ 1637005 w 7239586"/>
                <a:gd name="connsiteY5" fmla="*/ 178096 h 2208724"/>
                <a:gd name="connsiteX6" fmla="*/ 1802105 w 7239586"/>
                <a:gd name="connsiteY6" fmla="*/ 159046 h 2208724"/>
                <a:gd name="connsiteX7" fmla="*/ 2011655 w 7239586"/>
                <a:gd name="connsiteY7" fmla="*/ 296 h 2208724"/>
                <a:gd name="connsiteX8" fmla="*/ 7239586 w 7239586"/>
                <a:gd name="connsiteY8" fmla="*/ 593265 h 2208724"/>
                <a:gd name="connsiteX9" fmla="*/ 7239586 w 7239586"/>
                <a:gd name="connsiteY9" fmla="*/ 2208724 h 2208724"/>
                <a:gd name="connsiteX10" fmla="*/ 0 w 7239586"/>
                <a:gd name="connsiteY10" fmla="*/ 2208724 h 2208724"/>
                <a:gd name="connsiteX11" fmla="*/ 107950 w 7239586"/>
                <a:gd name="connsiteY11" fmla="*/ 269415 h 2208724"/>
                <a:gd name="connsiteX0" fmla="*/ 107950 w 7239586"/>
                <a:gd name="connsiteY0" fmla="*/ 396329 h 2335638"/>
                <a:gd name="connsiteX1" fmla="*/ 487655 w 7239586"/>
                <a:gd name="connsiteY1" fmla="*/ 432010 h 2335638"/>
                <a:gd name="connsiteX2" fmla="*/ 735305 w 7239586"/>
                <a:gd name="connsiteY2" fmla="*/ 336760 h 2335638"/>
                <a:gd name="connsiteX3" fmla="*/ 925805 w 7239586"/>
                <a:gd name="connsiteY3" fmla="*/ 273260 h 2335638"/>
                <a:gd name="connsiteX4" fmla="*/ 1440155 w 7239586"/>
                <a:gd name="connsiteY4" fmla="*/ 292310 h 2335638"/>
                <a:gd name="connsiteX5" fmla="*/ 1637005 w 7239586"/>
                <a:gd name="connsiteY5" fmla="*/ 305010 h 2335638"/>
                <a:gd name="connsiteX6" fmla="*/ 1802105 w 7239586"/>
                <a:gd name="connsiteY6" fmla="*/ 285960 h 2335638"/>
                <a:gd name="connsiteX7" fmla="*/ 2011655 w 7239586"/>
                <a:gd name="connsiteY7" fmla="*/ 127210 h 2335638"/>
                <a:gd name="connsiteX8" fmla="*/ 2291055 w 7239586"/>
                <a:gd name="connsiteY8" fmla="*/ 210 h 2335638"/>
                <a:gd name="connsiteX9" fmla="*/ 7239586 w 7239586"/>
                <a:gd name="connsiteY9" fmla="*/ 720179 h 2335638"/>
                <a:gd name="connsiteX10" fmla="*/ 7239586 w 7239586"/>
                <a:gd name="connsiteY10" fmla="*/ 2335638 h 2335638"/>
                <a:gd name="connsiteX11" fmla="*/ 0 w 7239586"/>
                <a:gd name="connsiteY11" fmla="*/ 2335638 h 2335638"/>
                <a:gd name="connsiteX12" fmla="*/ 107950 w 7239586"/>
                <a:gd name="connsiteY12" fmla="*/ 396329 h 233563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7239586 w 7239586"/>
                <a:gd name="connsiteY10" fmla="*/ 779229 h 2394688"/>
                <a:gd name="connsiteX11" fmla="*/ 7239586 w 7239586"/>
                <a:gd name="connsiteY11" fmla="*/ 2394688 h 2394688"/>
                <a:gd name="connsiteX12" fmla="*/ 0 w 7239586"/>
                <a:gd name="connsiteY12" fmla="*/ 2394688 h 2394688"/>
                <a:gd name="connsiteX13" fmla="*/ 107950 w 7239586"/>
                <a:gd name="connsiteY13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7239586 w 7239586"/>
                <a:gd name="connsiteY11" fmla="*/ 779229 h 2394688"/>
                <a:gd name="connsiteX12" fmla="*/ 7239586 w 7239586"/>
                <a:gd name="connsiteY12" fmla="*/ 2394688 h 2394688"/>
                <a:gd name="connsiteX13" fmla="*/ 0 w 7239586"/>
                <a:gd name="connsiteY13" fmla="*/ 2394688 h 2394688"/>
                <a:gd name="connsiteX14" fmla="*/ 107950 w 7239586"/>
                <a:gd name="connsiteY14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7239586 w 7239586"/>
                <a:gd name="connsiteY12" fmla="*/ 779229 h 2394688"/>
                <a:gd name="connsiteX13" fmla="*/ 7239586 w 7239586"/>
                <a:gd name="connsiteY13" fmla="*/ 2394688 h 2394688"/>
                <a:gd name="connsiteX14" fmla="*/ 0 w 7239586"/>
                <a:gd name="connsiteY14" fmla="*/ 2394688 h 2394688"/>
                <a:gd name="connsiteX15" fmla="*/ 107950 w 7239586"/>
                <a:gd name="connsiteY15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7239586 w 7239586"/>
                <a:gd name="connsiteY13" fmla="*/ 779229 h 2394688"/>
                <a:gd name="connsiteX14" fmla="*/ 7239586 w 7239586"/>
                <a:gd name="connsiteY14" fmla="*/ 2394688 h 2394688"/>
                <a:gd name="connsiteX15" fmla="*/ 0 w 7239586"/>
                <a:gd name="connsiteY15" fmla="*/ 2394688 h 2394688"/>
                <a:gd name="connsiteX16" fmla="*/ 107950 w 7239586"/>
                <a:gd name="connsiteY16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7239586 w 7239586"/>
                <a:gd name="connsiteY14" fmla="*/ 779229 h 2394688"/>
                <a:gd name="connsiteX15" fmla="*/ 7239586 w 7239586"/>
                <a:gd name="connsiteY15" fmla="*/ 2394688 h 2394688"/>
                <a:gd name="connsiteX16" fmla="*/ 0 w 7239586"/>
                <a:gd name="connsiteY16" fmla="*/ 2394688 h 2394688"/>
                <a:gd name="connsiteX17" fmla="*/ 107950 w 7239586"/>
                <a:gd name="connsiteY17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7239586 w 7239586"/>
                <a:gd name="connsiteY15" fmla="*/ 779229 h 2394688"/>
                <a:gd name="connsiteX16" fmla="*/ 7239586 w 7239586"/>
                <a:gd name="connsiteY16" fmla="*/ 2394688 h 2394688"/>
                <a:gd name="connsiteX17" fmla="*/ 0 w 7239586"/>
                <a:gd name="connsiteY17" fmla="*/ 2394688 h 2394688"/>
                <a:gd name="connsiteX18" fmla="*/ 107950 w 7239586"/>
                <a:gd name="connsiteY18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4450055 w 7239586"/>
                <a:gd name="connsiteY15" fmla="*/ 402160 h 2394688"/>
                <a:gd name="connsiteX16" fmla="*/ 7239586 w 7239586"/>
                <a:gd name="connsiteY16" fmla="*/ 779229 h 2394688"/>
                <a:gd name="connsiteX17" fmla="*/ 7239586 w 7239586"/>
                <a:gd name="connsiteY17" fmla="*/ 2394688 h 2394688"/>
                <a:gd name="connsiteX18" fmla="*/ 0 w 7239586"/>
                <a:gd name="connsiteY18" fmla="*/ 2394688 h 2394688"/>
                <a:gd name="connsiteX19" fmla="*/ 107950 w 7239586"/>
                <a:gd name="connsiteY19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4450055 w 7239586"/>
                <a:gd name="connsiteY15" fmla="*/ 402160 h 2394688"/>
                <a:gd name="connsiteX16" fmla="*/ 4697705 w 7239586"/>
                <a:gd name="connsiteY16" fmla="*/ 497410 h 2394688"/>
                <a:gd name="connsiteX17" fmla="*/ 7239586 w 7239586"/>
                <a:gd name="connsiteY17" fmla="*/ 779229 h 2394688"/>
                <a:gd name="connsiteX18" fmla="*/ 7239586 w 7239586"/>
                <a:gd name="connsiteY18" fmla="*/ 2394688 h 2394688"/>
                <a:gd name="connsiteX19" fmla="*/ 0 w 7239586"/>
                <a:gd name="connsiteY19" fmla="*/ 2394688 h 2394688"/>
                <a:gd name="connsiteX20" fmla="*/ 107950 w 7239586"/>
                <a:gd name="connsiteY20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4450055 w 7239586"/>
                <a:gd name="connsiteY15" fmla="*/ 402160 h 2394688"/>
                <a:gd name="connsiteX16" fmla="*/ 4697705 w 7239586"/>
                <a:gd name="connsiteY16" fmla="*/ 497410 h 2394688"/>
                <a:gd name="connsiteX17" fmla="*/ 4939005 w 7239586"/>
                <a:gd name="connsiteY17" fmla="*/ 319610 h 2394688"/>
                <a:gd name="connsiteX18" fmla="*/ 7239586 w 7239586"/>
                <a:gd name="connsiteY18" fmla="*/ 779229 h 2394688"/>
                <a:gd name="connsiteX19" fmla="*/ 7239586 w 7239586"/>
                <a:gd name="connsiteY19" fmla="*/ 2394688 h 2394688"/>
                <a:gd name="connsiteX20" fmla="*/ 0 w 7239586"/>
                <a:gd name="connsiteY20" fmla="*/ 2394688 h 2394688"/>
                <a:gd name="connsiteX21" fmla="*/ 107950 w 7239586"/>
                <a:gd name="connsiteY21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4450055 w 7239586"/>
                <a:gd name="connsiteY15" fmla="*/ 402160 h 2394688"/>
                <a:gd name="connsiteX16" fmla="*/ 4697705 w 7239586"/>
                <a:gd name="connsiteY16" fmla="*/ 497410 h 2394688"/>
                <a:gd name="connsiteX17" fmla="*/ 4939005 w 7239586"/>
                <a:gd name="connsiteY17" fmla="*/ 319610 h 2394688"/>
                <a:gd name="connsiteX18" fmla="*/ 5085055 w 7239586"/>
                <a:gd name="connsiteY18" fmla="*/ 230710 h 2394688"/>
                <a:gd name="connsiteX19" fmla="*/ 7239586 w 7239586"/>
                <a:gd name="connsiteY19" fmla="*/ 779229 h 2394688"/>
                <a:gd name="connsiteX20" fmla="*/ 7239586 w 7239586"/>
                <a:gd name="connsiteY20" fmla="*/ 2394688 h 2394688"/>
                <a:gd name="connsiteX21" fmla="*/ 0 w 7239586"/>
                <a:gd name="connsiteY21" fmla="*/ 2394688 h 2394688"/>
                <a:gd name="connsiteX22" fmla="*/ 107950 w 7239586"/>
                <a:gd name="connsiteY22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4450055 w 7239586"/>
                <a:gd name="connsiteY15" fmla="*/ 402160 h 2394688"/>
                <a:gd name="connsiteX16" fmla="*/ 4697705 w 7239586"/>
                <a:gd name="connsiteY16" fmla="*/ 497410 h 2394688"/>
                <a:gd name="connsiteX17" fmla="*/ 4939005 w 7239586"/>
                <a:gd name="connsiteY17" fmla="*/ 319610 h 2394688"/>
                <a:gd name="connsiteX18" fmla="*/ 5085055 w 7239586"/>
                <a:gd name="connsiteY18" fmla="*/ 230710 h 2394688"/>
                <a:gd name="connsiteX19" fmla="*/ 5497805 w 7239586"/>
                <a:gd name="connsiteY19" fmla="*/ 154510 h 2394688"/>
                <a:gd name="connsiteX20" fmla="*/ 7239586 w 7239586"/>
                <a:gd name="connsiteY20" fmla="*/ 779229 h 2394688"/>
                <a:gd name="connsiteX21" fmla="*/ 7239586 w 7239586"/>
                <a:gd name="connsiteY21" fmla="*/ 2394688 h 2394688"/>
                <a:gd name="connsiteX22" fmla="*/ 0 w 7239586"/>
                <a:gd name="connsiteY22" fmla="*/ 2394688 h 2394688"/>
                <a:gd name="connsiteX23" fmla="*/ 107950 w 7239586"/>
                <a:gd name="connsiteY23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4450055 w 7239586"/>
                <a:gd name="connsiteY15" fmla="*/ 402160 h 2394688"/>
                <a:gd name="connsiteX16" fmla="*/ 4697705 w 7239586"/>
                <a:gd name="connsiteY16" fmla="*/ 497410 h 2394688"/>
                <a:gd name="connsiteX17" fmla="*/ 4939005 w 7239586"/>
                <a:gd name="connsiteY17" fmla="*/ 319610 h 2394688"/>
                <a:gd name="connsiteX18" fmla="*/ 5085055 w 7239586"/>
                <a:gd name="connsiteY18" fmla="*/ 230710 h 2394688"/>
                <a:gd name="connsiteX19" fmla="*/ 5497805 w 7239586"/>
                <a:gd name="connsiteY19" fmla="*/ 154510 h 2394688"/>
                <a:gd name="connsiteX20" fmla="*/ 5923255 w 7239586"/>
                <a:gd name="connsiteY20" fmla="*/ 275160 h 2394688"/>
                <a:gd name="connsiteX21" fmla="*/ 7239586 w 7239586"/>
                <a:gd name="connsiteY21" fmla="*/ 779229 h 2394688"/>
                <a:gd name="connsiteX22" fmla="*/ 7239586 w 7239586"/>
                <a:gd name="connsiteY22" fmla="*/ 2394688 h 2394688"/>
                <a:gd name="connsiteX23" fmla="*/ 0 w 7239586"/>
                <a:gd name="connsiteY23" fmla="*/ 2394688 h 2394688"/>
                <a:gd name="connsiteX24" fmla="*/ 107950 w 7239586"/>
                <a:gd name="connsiteY24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4450055 w 7239586"/>
                <a:gd name="connsiteY15" fmla="*/ 402160 h 2394688"/>
                <a:gd name="connsiteX16" fmla="*/ 4697705 w 7239586"/>
                <a:gd name="connsiteY16" fmla="*/ 497410 h 2394688"/>
                <a:gd name="connsiteX17" fmla="*/ 4939005 w 7239586"/>
                <a:gd name="connsiteY17" fmla="*/ 319610 h 2394688"/>
                <a:gd name="connsiteX18" fmla="*/ 5085055 w 7239586"/>
                <a:gd name="connsiteY18" fmla="*/ 230710 h 2394688"/>
                <a:gd name="connsiteX19" fmla="*/ 5497805 w 7239586"/>
                <a:gd name="connsiteY19" fmla="*/ 154510 h 2394688"/>
                <a:gd name="connsiteX20" fmla="*/ 5923255 w 7239586"/>
                <a:gd name="connsiteY20" fmla="*/ 275160 h 2394688"/>
                <a:gd name="connsiteX21" fmla="*/ 6253455 w 7239586"/>
                <a:gd name="connsiteY21" fmla="*/ 287860 h 2394688"/>
                <a:gd name="connsiteX22" fmla="*/ 7239586 w 7239586"/>
                <a:gd name="connsiteY22" fmla="*/ 779229 h 2394688"/>
                <a:gd name="connsiteX23" fmla="*/ 7239586 w 7239586"/>
                <a:gd name="connsiteY23" fmla="*/ 2394688 h 2394688"/>
                <a:gd name="connsiteX24" fmla="*/ 0 w 7239586"/>
                <a:gd name="connsiteY24" fmla="*/ 2394688 h 2394688"/>
                <a:gd name="connsiteX25" fmla="*/ 107950 w 7239586"/>
                <a:gd name="connsiteY25" fmla="*/ 455379 h 2394688"/>
                <a:gd name="connsiteX0" fmla="*/ 107950 w 7239586"/>
                <a:gd name="connsiteY0" fmla="*/ 455379 h 2394688"/>
                <a:gd name="connsiteX1" fmla="*/ 487655 w 7239586"/>
                <a:gd name="connsiteY1" fmla="*/ 491060 h 2394688"/>
                <a:gd name="connsiteX2" fmla="*/ 735305 w 7239586"/>
                <a:gd name="connsiteY2" fmla="*/ 395810 h 2394688"/>
                <a:gd name="connsiteX3" fmla="*/ 925805 w 7239586"/>
                <a:gd name="connsiteY3" fmla="*/ 332310 h 2394688"/>
                <a:gd name="connsiteX4" fmla="*/ 1440155 w 7239586"/>
                <a:gd name="connsiteY4" fmla="*/ 351360 h 2394688"/>
                <a:gd name="connsiteX5" fmla="*/ 1637005 w 7239586"/>
                <a:gd name="connsiteY5" fmla="*/ 364060 h 2394688"/>
                <a:gd name="connsiteX6" fmla="*/ 1802105 w 7239586"/>
                <a:gd name="connsiteY6" fmla="*/ 345010 h 2394688"/>
                <a:gd name="connsiteX7" fmla="*/ 2011655 w 7239586"/>
                <a:gd name="connsiteY7" fmla="*/ 186260 h 2394688"/>
                <a:gd name="connsiteX8" fmla="*/ 2291055 w 7239586"/>
                <a:gd name="connsiteY8" fmla="*/ 59260 h 2394688"/>
                <a:gd name="connsiteX9" fmla="*/ 2646655 w 7239586"/>
                <a:gd name="connsiteY9" fmla="*/ 2110 h 2394688"/>
                <a:gd name="connsiteX10" fmla="*/ 2957805 w 7239586"/>
                <a:gd name="connsiteY10" fmla="*/ 160860 h 2394688"/>
                <a:gd name="connsiteX11" fmla="*/ 3135605 w 7239586"/>
                <a:gd name="connsiteY11" fmla="*/ 484710 h 2394688"/>
                <a:gd name="connsiteX12" fmla="*/ 3446755 w 7239586"/>
                <a:gd name="connsiteY12" fmla="*/ 548210 h 2394688"/>
                <a:gd name="connsiteX13" fmla="*/ 3707105 w 7239586"/>
                <a:gd name="connsiteY13" fmla="*/ 484710 h 2394688"/>
                <a:gd name="connsiteX14" fmla="*/ 3999205 w 7239586"/>
                <a:gd name="connsiteY14" fmla="*/ 433910 h 2394688"/>
                <a:gd name="connsiteX15" fmla="*/ 4450055 w 7239586"/>
                <a:gd name="connsiteY15" fmla="*/ 402160 h 2394688"/>
                <a:gd name="connsiteX16" fmla="*/ 4697705 w 7239586"/>
                <a:gd name="connsiteY16" fmla="*/ 497410 h 2394688"/>
                <a:gd name="connsiteX17" fmla="*/ 4939005 w 7239586"/>
                <a:gd name="connsiteY17" fmla="*/ 319610 h 2394688"/>
                <a:gd name="connsiteX18" fmla="*/ 5085055 w 7239586"/>
                <a:gd name="connsiteY18" fmla="*/ 230710 h 2394688"/>
                <a:gd name="connsiteX19" fmla="*/ 5497805 w 7239586"/>
                <a:gd name="connsiteY19" fmla="*/ 154510 h 2394688"/>
                <a:gd name="connsiteX20" fmla="*/ 5923255 w 7239586"/>
                <a:gd name="connsiteY20" fmla="*/ 275160 h 2394688"/>
                <a:gd name="connsiteX21" fmla="*/ 6253455 w 7239586"/>
                <a:gd name="connsiteY21" fmla="*/ 287860 h 2394688"/>
                <a:gd name="connsiteX22" fmla="*/ 6545555 w 7239586"/>
                <a:gd name="connsiteY22" fmla="*/ 33860 h 2394688"/>
                <a:gd name="connsiteX23" fmla="*/ 7239586 w 7239586"/>
                <a:gd name="connsiteY23" fmla="*/ 779229 h 2394688"/>
                <a:gd name="connsiteX24" fmla="*/ 7239586 w 7239586"/>
                <a:gd name="connsiteY24" fmla="*/ 2394688 h 2394688"/>
                <a:gd name="connsiteX25" fmla="*/ 0 w 7239586"/>
                <a:gd name="connsiteY25" fmla="*/ 2394688 h 2394688"/>
                <a:gd name="connsiteX26" fmla="*/ 107950 w 7239586"/>
                <a:gd name="connsiteY26" fmla="*/ 455379 h 2394688"/>
                <a:gd name="connsiteX0" fmla="*/ 107950 w 7239586"/>
                <a:gd name="connsiteY0" fmla="*/ 576389 h 2515698"/>
                <a:gd name="connsiteX1" fmla="*/ 487655 w 7239586"/>
                <a:gd name="connsiteY1" fmla="*/ 612070 h 2515698"/>
                <a:gd name="connsiteX2" fmla="*/ 735305 w 7239586"/>
                <a:gd name="connsiteY2" fmla="*/ 516820 h 2515698"/>
                <a:gd name="connsiteX3" fmla="*/ 925805 w 7239586"/>
                <a:gd name="connsiteY3" fmla="*/ 453320 h 2515698"/>
                <a:gd name="connsiteX4" fmla="*/ 1440155 w 7239586"/>
                <a:gd name="connsiteY4" fmla="*/ 472370 h 2515698"/>
                <a:gd name="connsiteX5" fmla="*/ 1637005 w 7239586"/>
                <a:gd name="connsiteY5" fmla="*/ 485070 h 2515698"/>
                <a:gd name="connsiteX6" fmla="*/ 1802105 w 7239586"/>
                <a:gd name="connsiteY6" fmla="*/ 466020 h 2515698"/>
                <a:gd name="connsiteX7" fmla="*/ 2011655 w 7239586"/>
                <a:gd name="connsiteY7" fmla="*/ 307270 h 2515698"/>
                <a:gd name="connsiteX8" fmla="*/ 2291055 w 7239586"/>
                <a:gd name="connsiteY8" fmla="*/ 180270 h 2515698"/>
                <a:gd name="connsiteX9" fmla="*/ 2646655 w 7239586"/>
                <a:gd name="connsiteY9" fmla="*/ 123120 h 2515698"/>
                <a:gd name="connsiteX10" fmla="*/ 2957805 w 7239586"/>
                <a:gd name="connsiteY10" fmla="*/ 281870 h 2515698"/>
                <a:gd name="connsiteX11" fmla="*/ 3135605 w 7239586"/>
                <a:gd name="connsiteY11" fmla="*/ 605720 h 2515698"/>
                <a:gd name="connsiteX12" fmla="*/ 3446755 w 7239586"/>
                <a:gd name="connsiteY12" fmla="*/ 669220 h 2515698"/>
                <a:gd name="connsiteX13" fmla="*/ 3707105 w 7239586"/>
                <a:gd name="connsiteY13" fmla="*/ 605720 h 2515698"/>
                <a:gd name="connsiteX14" fmla="*/ 3999205 w 7239586"/>
                <a:gd name="connsiteY14" fmla="*/ 554920 h 2515698"/>
                <a:gd name="connsiteX15" fmla="*/ 4450055 w 7239586"/>
                <a:gd name="connsiteY15" fmla="*/ 523170 h 2515698"/>
                <a:gd name="connsiteX16" fmla="*/ 4697705 w 7239586"/>
                <a:gd name="connsiteY16" fmla="*/ 618420 h 2515698"/>
                <a:gd name="connsiteX17" fmla="*/ 4939005 w 7239586"/>
                <a:gd name="connsiteY17" fmla="*/ 440620 h 2515698"/>
                <a:gd name="connsiteX18" fmla="*/ 5085055 w 7239586"/>
                <a:gd name="connsiteY18" fmla="*/ 351720 h 2515698"/>
                <a:gd name="connsiteX19" fmla="*/ 5497805 w 7239586"/>
                <a:gd name="connsiteY19" fmla="*/ 275520 h 2515698"/>
                <a:gd name="connsiteX20" fmla="*/ 5923255 w 7239586"/>
                <a:gd name="connsiteY20" fmla="*/ 396170 h 2515698"/>
                <a:gd name="connsiteX21" fmla="*/ 6253455 w 7239586"/>
                <a:gd name="connsiteY21" fmla="*/ 408870 h 2515698"/>
                <a:gd name="connsiteX22" fmla="*/ 6545555 w 7239586"/>
                <a:gd name="connsiteY22" fmla="*/ 154870 h 2515698"/>
                <a:gd name="connsiteX23" fmla="*/ 7021805 w 7239586"/>
                <a:gd name="connsiteY23" fmla="*/ 21520 h 2515698"/>
                <a:gd name="connsiteX24" fmla="*/ 7239586 w 7239586"/>
                <a:gd name="connsiteY24" fmla="*/ 900239 h 2515698"/>
                <a:gd name="connsiteX25" fmla="*/ 7239586 w 7239586"/>
                <a:gd name="connsiteY25" fmla="*/ 2515698 h 2515698"/>
                <a:gd name="connsiteX26" fmla="*/ 0 w 7239586"/>
                <a:gd name="connsiteY26" fmla="*/ 2515698 h 2515698"/>
                <a:gd name="connsiteX27" fmla="*/ 107950 w 7239586"/>
                <a:gd name="connsiteY27" fmla="*/ 576389 h 2515698"/>
                <a:gd name="connsiteX0" fmla="*/ 107950 w 7383755"/>
                <a:gd name="connsiteY0" fmla="*/ 576389 h 2515698"/>
                <a:gd name="connsiteX1" fmla="*/ 487655 w 7383755"/>
                <a:gd name="connsiteY1" fmla="*/ 612070 h 2515698"/>
                <a:gd name="connsiteX2" fmla="*/ 735305 w 7383755"/>
                <a:gd name="connsiteY2" fmla="*/ 516820 h 2515698"/>
                <a:gd name="connsiteX3" fmla="*/ 925805 w 7383755"/>
                <a:gd name="connsiteY3" fmla="*/ 453320 h 2515698"/>
                <a:gd name="connsiteX4" fmla="*/ 1440155 w 7383755"/>
                <a:gd name="connsiteY4" fmla="*/ 472370 h 2515698"/>
                <a:gd name="connsiteX5" fmla="*/ 1637005 w 7383755"/>
                <a:gd name="connsiteY5" fmla="*/ 485070 h 2515698"/>
                <a:gd name="connsiteX6" fmla="*/ 1802105 w 7383755"/>
                <a:gd name="connsiteY6" fmla="*/ 466020 h 2515698"/>
                <a:gd name="connsiteX7" fmla="*/ 2011655 w 7383755"/>
                <a:gd name="connsiteY7" fmla="*/ 307270 h 2515698"/>
                <a:gd name="connsiteX8" fmla="*/ 2291055 w 7383755"/>
                <a:gd name="connsiteY8" fmla="*/ 180270 h 2515698"/>
                <a:gd name="connsiteX9" fmla="*/ 2646655 w 7383755"/>
                <a:gd name="connsiteY9" fmla="*/ 123120 h 2515698"/>
                <a:gd name="connsiteX10" fmla="*/ 2957805 w 7383755"/>
                <a:gd name="connsiteY10" fmla="*/ 281870 h 2515698"/>
                <a:gd name="connsiteX11" fmla="*/ 3135605 w 7383755"/>
                <a:gd name="connsiteY11" fmla="*/ 605720 h 2515698"/>
                <a:gd name="connsiteX12" fmla="*/ 3446755 w 7383755"/>
                <a:gd name="connsiteY12" fmla="*/ 669220 h 2515698"/>
                <a:gd name="connsiteX13" fmla="*/ 3707105 w 7383755"/>
                <a:gd name="connsiteY13" fmla="*/ 605720 h 2515698"/>
                <a:gd name="connsiteX14" fmla="*/ 3999205 w 7383755"/>
                <a:gd name="connsiteY14" fmla="*/ 554920 h 2515698"/>
                <a:gd name="connsiteX15" fmla="*/ 4450055 w 7383755"/>
                <a:gd name="connsiteY15" fmla="*/ 523170 h 2515698"/>
                <a:gd name="connsiteX16" fmla="*/ 4697705 w 7383755"/>
                <a:gd name="connsiteY16" fmla="*/ 618420 h 2515698"/>
                <a:gd name="connsiteX17" fmla="*/ 4939005 w 7383755"/>
                <a:gd name="connsiteY17" fmla="*/ 440620 h 2515698"/>
                <a:gd name="connsiteX18" fmla="*/ 5085055 w 7383755"/>
                <a:gd name="connsiteY18" fmla="*/ 351720 h 2515698"/>
                <a:gd name="connsiteX19" fmla="*/ 5497805 w 7383755"/>
                <a:gd name="connsiteY19" fmla="*/ 275520 h 2515698"/>
                <a:gd name="connsiteX20" fmla="*/ 5923255 w 7383755"/>
                <a:gd name="connsiteY20" fmla="*/ 396170 h 2515698"/>
                <a:gd name="connsiteX21" fmla="*/ 6253455 w 7383755"/>
                <a:gd name="connsiteY21" fmla="*/ 408870 h 2515698"/>
                <a:gd name="connsiteX22" fmla="*/ 6545555 w 7383755"/>
                <a:gd name="connsiteY22" fmla="*/ 154870 h 2515698"/>
                <a:gd name="connsiteX23" fmla="*/ 7021805 w 7383755"/>
                <a:gd name="connsiteY23" fmla="*/ 21520 h 2515698"/>
                <a:gd name="connsiteX24" fmla="*/ 7383755 w 7383755"/>
                <a:gd name="connsiteY24" fmla="*/ 212020 h 2515698"/>
                <a:gd name="connsiteX25" fmla="*/ 7239586 w 7383755"/>
                <a:gd name="connsiteY25" fmla="*/ 900239 h 2515698"/>
                <a:gd name="connsiteX26" fmla="*/ 7239586 w 7383755"/>
                <a:gd name="connsiteY26" fmla="*/ 2515698 h 2515698"/>
                <a:gd name="connsiteX27" fmla="*/ 0 w 7383755"/>
                <a:gd name="connsiteY27" fmla="*/ 2515698 h 2515698"/>
                <a:gd name="connsiteX28" fmla="*/ 107950 w 7383755"/>
                <a:gd name="connsiteY28" fmla="*/ 576389 h 2515698"/>
                <a:gd name="connsiteX0" fmla="*/ 107950 w 7601620"/>
                <a:gd name="connsiteY0" fmla="*/ 576389 h 2515698"/>
                <a:gd name="connsiteX1" fmla="*/ 487655 w 7601620"/>
                <a:gd name="connsiteY1" fmla="*/ 612070 h 2515698"/>
                <a:gd name="connsiteX2" fmla="*/ 735305 w 7601620"/>
                <a:gd name="connsiteY2" fmla="*/ 516820 h 2515698"/>
                <a:gd name="connsiteX3" fmla="*/ 925805 w 7601620"/>
                <a:gd name="connsiteY3" fmla="*/ 453320 h 2515698"/>
                <a:gd name="connsiteX4" fmla="*/ 1440155 w 7601620"/>
                <a:gd name="connsiteY4" fmla="*/ 472370 h 2515698"/>
                <a:gd name="connsiteX5" fmla="*/ 1637005 w 7601620"/>
                <a:gd name="connsiteY5" fmla="*/ 485070 h 2515698"/>
                <a:gd name="connsiteX6" fmla="*/ 1802105 w 7601620"/>
                <a:gd name="connsiteY6" fmla="*/ 466020 h 2515698"/>
                <a:gd name="connsiteX7" fmla="*/ 2011655 w 7601620"/>
                <a:gd name="connsiteY7" fmla="*/ 307270 h 2515698"/>
                <a:gd name="connsiteX8" fmla="*/ 2291055 w 7601620"/>
                <a:gd name="connsiteY8" fmla="*/ 180270 h 2515698"/>
                <a:gd name="connsiteX9" fmla="*/ 2646655 w 7601620"/>
                <a:gd name="connsiteY9" fmla="*/ 123120 h 2515698"/>
                <a:gd name="connsiteX10" fmla="*/ 2957805 w 7601620"/>
                <a:gd name="connsiteY10" fmla="*/ 281870 h 2515698"/>
                <a:gd name="connsiteX11" fmla="*/ 3135605 w 7601620"/>
                <a:gd name="connsiteY11" fmla="*/ 605720 h 2515698"/>
                <a:gd name="connsiteX12" fmla="*/ 3446755 w 7601620"/>
                <a:gd name="connsiteY12" fmla="*/ 669220 h 2515698"/>
                <a:gd name="connsiteX13" fmla="*/ 3707105 w 7601620"/>
                <a:gd name="connsiteY13" fmla="*/ 605720 h 2515698"/>
                <a:gd name="connsiteX14" fmla="*/ 3999205 w 7601620"/>
                <a:gd name="connsiteY14" fmla="*/ 554920 h 2515698"/>
                <a:gd name="connsiteX15" fmla="*/ 4450055 w 7601620"/>
                <a:gd name="connsiteY15" fmla="*/ 523170 h 2515698"/>
                <a:gd name="connsiteX16" fmla="*/ 4697705 w 7601620"/>
                <a:gd name="connsiteY16" fmla="*/ 618420 h 2515698"/>
                <a:gd name="connsiteX17" fmla="*/ 4939005 w 7601620"/>
                <a:gd name="connsiteY17" fmla="*/ 440620 h 2515698"/>
                <a:gd name="connsiteX18" fmla="*/ 5085055 w 7601620"/>
                <a:gd name="connsiteY18" fmla="*/ 351720 h 2515698"/>
                <a:gd name="connsiteX19" fmla="*/ 5497805 w 7601620"/>
                <a:gd name="connsiteY19" fmla="*/ 275520 h 2515698"/>
                <a:gd name="connsiteX20" fmla="*/ 5923255 w 7601620"/>
                <a:gd name="connsiteY20" fmla="*/ 396170 h 2515698"/>
                <a:gd name="connsiteX21" fmla="*/ 6253455 w 7601620"/>
                <a:gd name="connsiteY21" fmla="*/ 408870 h 2515698"/>
                <a:gd name="connsiteX22" fmla="*/ 6545555 w 7601620"/>
                <a:gd name="connsiteY22" fmla="*/ 154870 h 2515698"/>
                <a:gd name="connsiteX23" fmla="*/ 7021805 w 7601620"/>
                <a:gd name="connsiteY23" fmla="*/ 21520 h 2515698"/>
                <a:gd name="connsiteX24" fmla="*/ 7383755 w 7601620"/>
                <a:gd name="connsiteY24" fmla="*/ 212020 h 2515698"/>
                <a:gd name="connsiteX25" fmla="*/ 7599655 w 7601620"/>
                <a:gd name="connsiteY25" fmla="*/ 262820 h 2515698"/>
                <a:gd name="connsiteX26" fmla="*/ 7239586 w 7601620"/>
                <a:gd name="connsiteY26" fmla="*/ 900239 h 2515698"/>
                <a:gd name="connsiteX27" fmla="*/ 7239586 w 7601620"/>
                <a:gd name="connsiteY27" fmla="*/ 2515698 h 2515698"/>
                <a:gd name="connsiteX28" fmla="*/ 0 w 7601620"/>
                <a:gd name="connsiteY28" fmla="*/ 2515698 h 2515698"/>
                <a:gd name="connsiteX29" fmla="*/ 107950 w 7601620"/>
                <a:gd name="connsiteY29" fmla="*/ 576389 h 2515698"/>
                <a:gd name="connsiteX0" fmla="*/ 107950 w 7922378"/>
                <a:gd name="connsiteY0" fmla="*/ 606667 h 2545976"/>
                <a:gd name="connsiteX1" fmla="*/ 487655 w 7922378"/>
                <a:gd name="connsiteY1" fmla="*/ 642348 h 2545976"/>
                <a:gd name="connsiteX2" fmla="*/ 735305 w 7922378"/>
                <a:gd name="connsiteY2" fmla="*/ 547098 h 2545976"/>
                <a:gd name="connsiteX3" fmla="*/ 925805 w 7922378"/>
                <a:gd name="connsiteY3" fmla="*/ 483598 h 2545976"/>
                <a:gd name="connsiteX4" fmla="*/ 1440155 w 7922378"/>
                <a:gd name="connsiteY4" fmla="*/ 502648 h 2545976"/>
                <a:gd name="connsiteX5" fmla="*/ 1637005 w 7922378"/>
                <a:gd name="connsiteY5" fmla="*/ 515348 h 2545976"/>
                <a:gd name="connsiteX6" fmla="*/ 1802105 w 7922378"/>
                <a:gd name="connsiteY6" fmla="*/ 496298 h 2545976"/>
                <a:gd name="connsiteX7" fmla="*/ 2011655 w 7922378"/>
                <a:gd name="connsiteY7" fmla="*/ 337548 h 2545976"/>
                <a:gd name="connsiteX8" fmla="*/ 2291055 w 7922378"/>
                <a:gd name="connsiteY8" fmla="*/ 210548 h 2545976"/>
                <a:gd name="connsiteX9" fmla="*/ 2646655 w 7922378"/>
                <a:gd name="connsiteY9" fmla="*/ 153398 h 2545976"/>
                <a:gd name="connsiteX10" fmla="*/ 2957805 w 7922378"/>
                <a:gd name="connsiteY10" fmla="*/ 312148 h 2545976"/>
                <a:gd name="connsiteX11" fmla="*/ 3135605 w 7922378"/>
                <a:gd name="connsiteY11" fmla="*/ 635998 h 2545976"/>
                <a:gd name="connsiteX12" fmla="*/ 3446755 w 7922378"/>
                <a:gd name="connsiteY12" fmla="*/ 699498 h 2545976"/>
                <a:gd name="connsiteX13" fmla="*/ 3707105 w 7922378"/>
                <a:gd name="connsiteY13" fmla="*/ 635998 h 2545976"/>
                <a:gd name="connsiteX14" fmla="*/ 3999205 w 7922378"/>
                <a:gd name="connsiteY14" fmla="*/ 585198 h 2545976"/>
                <a:gd name="connsiteX15" fmla="*/ 4450055 w 7922378"/>
                <a:gd name="connsiteY15" fmla="*/ 553448 h 2545976"/>
                <a:gd name="connsiteX16" fmla="*/ 4697705 w 7922378"/>
                <a:gd name="connsiteY16" fmla="*/ 648698 h 2545976"/>
                <a:gd name="connsiteX17" fmla="*/ 4939005 w 7922378"/>
                <a:gd name="connsiteY17" fmla="*/ 470898 h 2545976"/>
                <a:gd name="connsiteX18" fmla="*/ 5085055 w 7922378"/>
                <a:gd name="connsiteY18" fmla="*/ 381998 h 2545976"/>
                <a:gd name="connsiteX19" fmla="*/ 5497805 w 7922378"/>
                <a:gd name="connsiteY19" fmla="*/ 305798 h 2545976"/>
                <a:gd name="connsiteX20" fmla="*/ 5923255 w 7922378"/>
                <a:gd name="connsiteY20" fmla="*/ 426448 h 2545976"/>
                <a:gd name="connsiteX21" fmla="*/ 6253455 w 7922378"/>
                <a:gd name="connsiteY21" fmla="*/ 439148 h 2545976"/>
                <a:gd name="connsiteX22" fmla="*/ 6545555 w 7922378"/>
                <a:gd name="connsiteY22" fmla="*/ 185148 h 2545976"/>
                <a:gd name="connsiteX23" fmla="*/ 7021805 w 7922378"/>
                <a:gd name="connsiteY23" fmla="*/ 51798 h 2545976"/>
                <a:gd name="connsiteX24" fmla="*/ 7383755 w 7922378"/>
                <a:gd name="connsiteY24" fmla="*/ 242298 h 2545976"/>
                <a:gd name="connsiteX25" fmla="*/ 7599655 w 7922378"/>
                <a:gd name="connsiteY25" fmla="*/ 293098 h 2545976"/>
                <a:gd name="connsiteX26" fmla="*/ 7917154 w 7922378"/>
                <a:gd name="connsiteY26" fmla="*/ 13698 h 2545976"/>
                <a:gd name="connsiteX27" fmla="*/ 7239586 w 7922378"/>
                <a:gd name="connsiteY27" fmla="*/ 930517 h 2545976"/>
                <a:gd name="connsiteX28" fmla="*/ 7239586 w 7922378"/>
                <a:gd name="connsiteY28" fmla="*/ 2545976 h 2545976"/>
                <a:gd name="connsiteX29" fmla="*/ 0 w 7922378"/>
                <a:gd name="connsiteY29" fmla="*/ 2545976 h 2545976"/>
                <a:gd name="connsiteX30" fmla="*/ 107950 w 7922378"/>
                <a:gd name="connsiteY30" fmla="*/ 606667 h 2545976"/>
                <a:gd name="connsiteX0" fmla="*/ 107950 w 8377980"/>
                <a:gd name="connsiteY0" fmla="*/ 606667 h 2545976"/>
                <a:gd name="connsiteX1" fmla="*/ 487655 w 8377980"/>
                <a:gd name="connsiteY1" fmla="*/ 642348 h 2545976"/>
                <a:gd name="connsiteX2" fmla="*/ 735305 w 8377980"/>
                <a:gd name="connsiteY2" fmla="*/ 547098 h 2545976"/>
                <a:gd name="connsiteX3" fmla="*/ 925805 w 8377980"/>
                <a:gd name="connsiteY3" fmla="*/ 483598 h 2545976"/>
                <a:gd name="connsiteX4" fmla="*/ 1440155 w 8377980"/>
                <a:gd name="connsiteY4" fmla="*/ 502648 h 2545976"/>
                <a:gd name="connsiteX5" fmla="*/ 1637005 w 8377980"/>
                <a:gd name="connsiteY5" fmla="*/ 515348 h 2545976"/>
                <a:gd name="connsiteX6" fmla="*/ 1802105 w 8377980"/>
                <a:gd name="connsiteY6" fmla="*/ 496298 h 2545976"/>
                <a:gd name="connsiteX7" fmla="*/ 2011655 w 8377980"/>
                <a:gd name="connsiteY7" fmla="*/ 337548 h 2545976"/>
                <a:gd name="connsiteX8" fmla="*/ 2291055 w 8377980"/>
                <a:gd name="connsiteY8" fmla="*/ 210548 h 2545976"/>
                <a:gd name="connsiteX9" fmla="*/ 2646655 w 8377980"/>
                <a:gd name="connsiteY9" fmla="*/ 153398 h 2545976"/>
                <a:gd name="connsiteX10" fmla="*/ 2957805 w 8377980"/>
                <a:gd name="connsiteY10" fmla="*/ 312148 h 2545976"/>
                <a:gd name="connsiteX11" fmla="*/ 3135605 w 8377980"/>
                <a:gd name="connsiteY11" fmla="*/ 635998 h 2545976"/>
                <a:gd name="connsiteX12" fmla="*/ 3446755 w 8377980"/>
                <a:gd name="connsiteY12" fmla="*/ 699498 h 2545976"/>
                <a:gd name="connsiteX13" fmla="*/ 3707105 w 8377980"/>
                <a:gd name="connsiteY13" fmla="*/ 635998 h 2545976"/>
                <a:gd name="connsiteX14" fmla="*/ 3999205 w 8377980"/>
                <a:gd name="connsiteY14" fmla="*/ 585198 h 2545976"/>
                <a:gd name="connsiteX15" fmla="*/ 4450055 w 8377980"/>
                <a:gd name="connsiteY15" fmla="*/ 553448 h 2545976"/>
                <a:gd name="connsiteX16" fmla="*/ 4697705 w 8377980"/>
                <a:gd name="connsiteY16" fmla="*/ 648698 h 2545976"/>
                <a:gd name="connsiteX17" fmla="*/ 4939005 w 8377980"/>
                <a:gd name="connsiteY17" fmla="*/ 470898 h 2545976"/>
                <a:gd name="connsiteX18" fmla="*/ 5085055 w 8377980"/>
                <a:gd name="connsiteY18" fmla="*/ 381998 h 2545976"/>
                <a:gd name="connsiteX19" fmla="*/ 5497805 w 8377980"/>
                <a:gd name="connsiteY19" fmla="*/ 305798 h 2545976"/>
                <a:gd name="connsiteX20" fmla="*/ 5923255 w 8377980"/>
                <a:gd name="connsiteY20" fmla="*/ 426448 h 2545976"/>
                <a:gd name="connsiteX21" fmla="*/ 6253455 w 8377980"/>
                <a:gd name="connsiteY21" fmla="*/ 439148 h 2545976"/>
                <a:gd name="connsiteX22" fmla="*/ 6545555 w 8377980"/>
                <a:gd name="connsiteY22" fmla="*/ 185148 h 2545976"/>
                <a:gd name="connsiteX23" fmla="*/ 7021805 w 8377980"/>
                <a:gd name="connsiteY23" fmla="*/ 51798 h 2545976"/>
                <a:gd name="connsiteX24" fmla="*/ 7383755 w 8377980"/>
                <a:gd name="connsiteY24" fmla="*/ 242298 h 2545976"/>
                <a:gd name="connsiteX25" fmla="*/ 7599655 w 8377980"/>
                <a:gd name="connsiteY25" fmla="*/ 293098 h 2545976"/>
                <a:gd name="connsiteX26" fmla="*/ 7917154 w 8377980"/>
                <a:gd name="connsiteY26" fmla="*/ 13698 h 2545976"/>
                <a:gd name="connsiteX27" fmla="*/ 8361654 w 8377980"/>
                <a:gd name="connsiteY27" fmla="*/ 159748 h 2545976"/>
                <a:gd name="connsiteX28" fmla="*/ 7239586 w 8377980"/>
                <a:gd name="connsiteY28" fmla="*/ 930517 h 2545976"/>
                <a:gd name="connsiteX29" fmla="*/ 7239586 w 8377980"/>
                <a:gd name="connsiteY29" fmla="*/ 2545976 h 2545976"/>
                <a:gd name="connsiteX30" fmla="*/ 0 w 8377980"/>
                <a:gd name="connsiteY30" fmla="*/ 2545976 h 2545976"/>
                <a:gd name="connsiteX31" fmla="*/ 107950 w 8377980"/>
                <a:gd name="connsiteY31" fmla="*/ 606667 h 2545976"/>
                <a:gd name="connsiteX0" fmla="*/ 107950 w 8722393"/>
                <a:gd name="connsiteY0" fmla="*/ 606667 h 2545976"/>
                <a:gd name="connsiteX1" fmla="*/ 487655 w 8722393"/>
                <a:gd name="connsiteY1" fmla="*/ 642348 h 2545976"/>
                <a:gd name="connsiteX2" fmla="*/ 735305 w 8722393"/>
                <a:gd name="connsiteY2" fmla="*/ 547098 h 2545976"/>
                <a:gd name="connsiteX3" fmla="*/ 925805 w 8722393"/>
                <a:gd name="connsiteY3" fmla="*/ 483598 h 2545976"/>
                <a:gd name="connsiteX4" fmla="*/ 1440155 w 8722393"/>
                <a:gd name="connsiteY4" fmla="*/ 502648 h 2545976"/>
                <a:gd name="connsiteX5" fmla="*/ 1637005 w 8722393"/>
                <a:gd name="connsiteY5" fmla="*/ 515348 h 2545976"/>
                <a:gd name="connsiteX6" fmla="*/ 1802105 w 8722393"/>
                <a:gd name="connsiteY6" fmla="*/ 496298 h 2545976"/>
                <a:gd name="connsiteX7" fmla="*/ 2011655 w 8722393"/>
                <a:gd name="connsiteY7" fmla="*/ 337548 h 2545976"/>
                <a:gd name="connsiteX8" fmla="*/ 2291055 w 8722393"/>
                <a:gd name="connsiteY8" fmla="*/ 210548 h 2545976"/>
                <a:gd name="connsiteX9" fmla="*/ 2646655 w 8722393"/>
                <a:gd name="connsiteY9" fmla="*/ 153398 h 2545976"/>
                <a:gd name="connsiteX10" fmla="*/ 2957805 w 8722393"/>
                <a:gd name="connsiteY10" fmla="*/ 312148 h 2545976"/>
                <a:gd name="connsiteX11" fmla="*/ 3135605 w 8722393"/>
                <a:gd name="connsiteY11" fmla="*/ 635998 h 2545976"/>
                <a:gd name="connsiteX12" fmla="*/ 3446755 w 8722393"/>
                <a:gd name="connsiteY12" fmla="*/ 699498 h 2545976"/>
                <a:gd name="connsiteX13" fmla="*/ 3707105 w 8722393"/>
                <a:gd name="connsiteY13" fmla="*/ 635998 h 2545976"/>
                <a:gd name="connsiteX14" fmla="*/ 3999205 w 8722393"/>
                <a:gd name="connsiteY14" fmla="*/ 585198 h 2545976"/>
                <a:gd name="connsiteX15" fmla="*/ 4450055 w 8722393"/>
                <a:gd name="connsiteY15" fmla="*/ 553448 h 2545976"/>
                <a:gd name="connsiteX16" fmla="*/ 4697705 w 8722393"/>
                <a:gd name="connsiteY16" fmla="*/ 648698 h 2545976"/>
                <a:gd name="connsiteX17" fmla="*/ 4939005 w 8722393"/>
                <a:gd name="connsiteY17" fmla="*/ 470898 h 2545976"/>
                <a:gd name="connsiteX18" fmla="*/ 5085055 w 8722393"/>
                <a:gd name="connsiteY18" fmla="*/ 381998 h 2545976"/>
                <a:gd name="connsiteX19" fmla="*/ 5497805 w 8722393"/>
                <a:gd name="connsiteY19" fmla="*/ 305798 h 2545976"/>
                <a:gd name="connsiteX20" fmla="*/ 5923255 w 8722393"/>
                <a:gd name="connsiteY20" fmla="*/ 426448 h 2545976"/>
                <a:gd name="connsiteX21" fmla="*/ 6253455 w 8722393"/>
                <a:gd name="connsiteY21" fmla="*/ 439148 h 2545976"/>
                <a:gd name="connsiteX22" fmla="*/ 6545555 w 8722393"/>
                <a:gd name="connsiteY22" fmla="*/ 185148 h 2545976"/>
                <a:gd name="connsiteX23" fmla="*/ 7021805 w 8722393"/>
                <a:gd name="connsiteY23" fmla="*/ 51798 h 2545976"/>
                <a:gd name="connsiteX24" fmla="*/ 7383755 w 8722393"/>
                <a:gd name="connsiteY24" fmla="*/ 242298 h 2545976"/>
                <a:gd name="connsiteX25" fmla="*/ 7599655 w 8722393"/>
                <a:gd name="connsiteY25" fmla="*/ 293098 h 2545976"/>
                <a:gd name="connsiteX26" fmla="*/ 7917154 w 8722393"/>
                <a:gd name="connsiteY26" fmla="*/ 13698 h 2545976"/>
                <a:gd name="connsiteX27" fmla="*/ 8361654 w 8722393"/>
                <a:gd name="connsiteY27" fmla="*/ 159748 h 2545976"/>
                <a:gd name="connsiteX28" fmla="*/ 8717254 w 8722393"/>
                <a:gd name="connsiteY28" fmla="*/ 204198 h 2545976"/>
                <a:gd name="connsiteX29" fmla="*/ 7239586 w 8722393"/>
                <a:gd name="connsiteY29" fmla="*/ 930517 h 2545976"/>
                <a:gd name="connsiteX30" fmla="*/ 7239586 w 8722393"/>
                <a:gd name="connsiteY30" fmla="*/ 2545976 h 2545976"/>
                <a:gd name="connsiteX31" fmla="*/ 0 w 8722393"/>
                <a:gd name="connsiteY31" fmla="*/ 2545976 h 2545976"/>
                <a:gd name="connsiteX32" fmla="*/ 107950 w 8722393"/>
                <a:gd name="connsiteY32" fmla="*/ 606667 h 2545976"/>
                <a:gd name="connsiteX0" fmla="*/ 107950 w 9177085"/>
                <a:gd name="connsiteY0" fmla="*/ 606667 h 2545976"/>
                <a:gd name="connsiteX1" fmla="*/ 487655 w 9177085"/>
                <a:gd name="connsiteY1" fmla="*/ 642348 h 2545976"/>
                <a:gd name="connsiteX2" fmla="*/ 735305 w 9177085"/>
                <a:gd name="connsiteY2" fmla="*/ 547098 h 2545976"/>
                <a:gd name="connsiteX3" fmla="*/ 925805 w 9177085"/>
                <a:gd name="connsiteY3" fmla="*/ 483598 h 2545976"/>
                <a:gd name="connsiteX4" fmla="*/ 1440155 w 9177085"/>
                <a:gd name="connsiteY4" fmla="*/ 502648 h 2545976"/>
                <a:gd name="connsiteX5" fmla="*/ 1637005 w 9177085"/>
                <a:gd name="connsiteY5" fmla="*/ 515348 h 2545976"/>
                <a:gd name="connsiteX6" fmla="*/ 1802105 w 9177085"/>
                <a:gd name="connsiteY6" fmla="*/ 496298 h 2545976"/>
                <a:gd name="connsiteX7" fmla="*/ 2011655 w 9177085"/>
                <a:gd name="connsiteY7" fmla="*/ 337548 h 2545976"/>
                <a:gd name="connsiteX8" fmla="*/ 2291055 w 9177085"/>
                <a:gd name="connsiteY8" fmla="*/ 210548 h 2545976"/>
                <a:gd name="connsiteX9" fmla="*/ 2646655 w 9177085"/>
                <a:gd name="connsiteY9" fmla="*/ 153398 h 2545976"/>
                <a:gd name="connsiteX10" fmla="*/ 2957805 w 9177085"/>
                <a:gd name="connsiteY10" fmla="*/ 312148 h 2545976"/>
                <a:gd name="connsiteX11" fmla="*/ 3135605 w 9177085"/>
                <a:gd name="connsiteY11" fmla="*/ 635998 h 2545976"/>
                <a:gd name="connsiteX12" fmla="*/ 3446755 w 9177085"/>
                <a:gd name="connsiteY12" fmla="*/ 699498 h 2545976"/>
                <a:gd name="connsiteX13" fmla="*/ 3707105 w 9177085"/>
                <a:gd name="connsiteY13" fmla="*/ 635998 h 2545976"/>
                <a:gd name="connsiteX14" fmla="*/ 3999205 w 9177085"/>
                <a:gd name="connsiteY14" fmla="*/ 585198 h 2545976"/>
                <a:gd name="connsiteX15" fmla="*/ 4450055 w 9177085"/>
                <a:gd name="connsiteY15" fmla="*/ 553448 h 2545976"/>
                <a:gd name="connsiteX16" fmla="*/ 4697705 w 9177085"/>
                <a:gd name="connsiteY16" fmla="*/ 648698 h 2545976"/>
                <a:gd name="connsiteX17" fmla="*/ 4939005 w 9177085"/>
                <a:gd name="connsiteY17" fmla="*/ 470898 h 2545976"/>
                <a:gd name="connsiteX18" fmla="*/ 5085055 w 9177085"/>
                <a:gd name="connsiteY18" fmla="*/ 381998 h 2545976"/>
                <a:gd name="connsiteX19" fmla="*/ 5497805 w 9177085"/>
                <a:gd name="connsiteY19" fmla="*/ 305798 h 2545976"/>
                <a:gd name="connsiteX20" fmla="*/ 5923255 w 9177085"/>
                <a:gd name="connsiteY20" fmla="*/ 426448 h 2545976"/>
                <a:gd name="connsiteX21" fmla="*/ 6253455 w 9177085"/>
                <a:gd name="connsiteY21" fmla="*/ 439148 h 2545976"/>
                <a:gd name="connsiteX22" fmla="*/ 6545555 w 9177085"/>
                <a:gd name="connsiteY22" fmla="*/ 185148 h 2545976"/>
                <a:gd name="connsiteX23" fmla="*/ 7021805 w 9177085"/>
                <a:gd name="connsiteY23" fmla="*/ 51798 h 2545976"/>
                <a:gd name="connsiteX24" fmla="*/ 7383755 w 9177085"/>
                <a:gd name="connsiteY24" fmla="*/ 242298 h 2545976"/>
                <a:gd name="connsiteX25" fmla="*/ 7599655 w 9177085"/>
                <a:gd name="connsiteY25" fmla="*/ 293098 h 2545976"/>
                <a:gd name="connsiteX26" fmla="*/ 7917154 w 9177085"/>
                <a:gd name="connsiteY26" fmla="*/ 13698 h 2545976"/>
                <a:gd name="connsiteX27" fmla="*/ 8361654 w 9177085"/>
                <a:gd name="connsiteY27" fmla="*/ 159748 h 2545976"/>
                <a:gd name="connsiteX28" fmla="*/ 8717254 w 9177085"/>
                <a:gd name="connsiteY28" fmla="*/ 204198 h 2545976"/>
                <a:gd name="connsiteX29" fmla="*/ 9168104 w 9177085"/>
                <a:gd name="connsiteY29" fmla="*/ 77198 h 2545976"/>
                <a:gd name="connsiteX30" fmla="*/ 7239586 w 9177085"/>
                <a:gd name="connsiteY30" fmla="*/ 930517 h 2545976"/>
                <a:gd name="connsiteX31" fmla="*/ 7239586 w 9177085"/>
                <a:gd name="connsiteY31" fmla="*/ 2545976 h 2545976"/>
                <a:gd name="connsiteX32" fmla="*/ 0 w 9177085"/>
                <a:gd name="connsiteY32" fmla="*/ 2545976 h 2545976"/>
                <a:gd name="connsiteX33" fmla="*/ 107950 w 9177085"/>
                <a:gd name="connsiteY33" fmla="*/ 606667 h 2545976"/>
                <a:gd name="connsiteX0" fmla="*/ 107950 w 9598084"/>
                <a:gd name="connsiteY0" fmla="*/ 850949 h 2790258"/>
                <a:gd name="connsiteX1" fmla="*/ 487655 w 9598084"/>
                <a:gd name="connsiteY1" fmla="*/ 886630 h 2790258"/>
                <a:gd name="connsiteX2" fmla="*/ 735305 w 9598084"/>
                <a:gd name="connsiteY2" fmla="*/ 791380 h 2790258"/>
                <a:gd name="connsiteX3" fmla="*/ 925805 w 9598084"/>
                <a:gd name="connsiteY3" fmla="*/ 727880 h 2790258"/>
                <a:gd name="connsiteX4" fmla="*/ 1440155 w 9598084"/>
                <a:gd name="connsiteY4" fmla="*/ 746930 h 2790258"/>
                <a:gd name="connsiteX5" fmla="*/ 1637005 w 9598084"/>
                <a:gd name="connsiteY5" fmla="*/ 759630 h 2790258"/>
                <a:gd name="connsiteX6" fmla="*/ 1802105 w 9598084"/>
                <a:gd name="connsiteY6" fmla="*/ 740580 h 2790258"/>
                <a:gd name="connsiteX7" fmla="*/ 2011655 w 9598084"/>
                <a:gd name="connsiteY7" fmla="*/ 581830 h 2790258"/>
                <a:gd name="connsiteX8" fmla="*/ 2291055 w 9598084"/>
                <a:gd name="connsiteY8" fmla="*/ 454830 h 2790258"/>
                <a:gd name="connsiteX9" fmla="*/ 2646655 w 9598084"/>
                <a:gd name="connsiteY9" fmla="*/ 397680 h 2790258"/>
                <a:gd name="connsiteX10" fmla="*/ 2957805 w 9598084"/>
                <a:gd name="connsiteY10" fmla="*/ 556430 h 2790258"/>
                <a:gd name="connsiteX11" fmla="*/ 3135605 w 9598084"/>
                <a:gd name="connsiteY11" fmla="*/ 880280 h 2790258"/>
                <a:gd name="connsiteX12" fmla="*/ 3446755 w 9598084"/>
                <a:gd name="connsiteY12" fmla="*/ 943780 h 2790258"/>
                <a:gd name="connsiteX13" fmla="*/ 3707105 w 9598084"/>
                <a:gd name="connsiteY13" fmla="*/ 880280 h 2790258"/>
                <a:gd name="connsiteX14" fmla="*/ 3999205 w 9598084"/>
                <a:gd name="connsiteY14" fmla="*/ 829480 h 2790258"/>
                <a:gd name="connsiteX15" fmla="*/ 4450055 w 9598084"/>
                <a:gd name="connsiteY15" fmla="*/ 797730 h 2790258"/>
                <a:gd name="connsiteX16" fmla="*/ 4697705 w 9598084"/>
                <a:gd name="connsiteY16" fmla="*/ 892980 h 2790258"/>
                <a:gd name="connsiteX17" fmla="*/ 4939005 w 9598084"/>
                <a:gd name="connsiteY17" fmla="*/ 715180 h 2790258"/>
                <a:gd name="connsiteX18" fmla="*/ 5085055 w 9598084"/>
                <a:gd name="connsiteY18" fmla="*/ 626280 h 2790258"/>
                <a:gd name="connsiteX19" fmla="*/ 5497805 w 9598084"/>
                <a:gd name="connsiteY19" fmla="*/ 550080 h 2790258"/>
                <a:gd name="connsiteX20" fmla="*/ 5923255 w 9598084"/>
                <a:gd name="connsiteY20" fmla="*/ 670730 h 2790258"/>
                <a:gd name="connsiteX21" fmla="*/ 6253455 w 9598084"/>
                <a:gd name="connsiteY21" fmla="*/ 683430 h 2790258"/>
                <a:gd name="connsiteX22" fmla="*/ 6545555 w 9598084"/>
                <a:gd name="connsiteY22" fmla="*/ 429430 h 2790258"/>
                <a:gd name="connsiteX23" fmla="*/ 7021805 w 9598084"/>
                <a:gd name="connsiteY23" fmla="*/ 296080 h 2790258"/>
                <a:gd name="connsiteX24" fmla="*/ 7383755 w 9598084"/>
                <a:gd name="connsiteY24" fmla="*/ 486580 h 2790258"/>
                <a:gd name="connsiteX25" fmla="*/ 7599655 w 9598084"/>
                <a:gd name="connsiteY25" fmla="*/ 537380 h 2790258"/>
                <a:gd name="connsiteX26" fmla="*/ 7917154 w 9598084"/>
                <a:gd name="connsiteY26" fmla="*/ 257980 h 2790258"/>
                <a:gd name="connsiteX27" fmla="*/ 8361654 w 9598084"/>
                <a:gd name="connsiteY27" fmla="*/ 404030 h 2790258"/>
                <a:gd name="connsiteX28" fmla="*/ 8717254 w 9598084"/>
                <a:gd name="connsiteY28" fmla="*/ 448480 h 2790258"/>
                <a:gd name="connsiteX29" fmla="*/ 9168104 w 9598084"/>
                <a:gd name="connsiteY29" fmla="*/ 321480 h 2790258"/>
                <a:gd name="connsiteX30" fmla="*/ 9587204 w 9598084"/>
                <a:gd name="connsiteY30" fmla="*/ 3980 h 2790258"/>
                <a:gd name="connsiteX31" fmla="*/ 7239586 w 9598084"/>
                <a:gd name="connsiteY31" fmla="*/ 1174799 h 2790258"/>
                <a:gd name="connsiteX32" fmla="*/ 7239586 w 9598084"/>
                <a:gd name="connsiteY32" fmla="*/ 2790258 h 2790258"/>
                <a:gd name="connsiteX33" fmla="*/ 0 w 9598084"/>
                <a:gd name="connsiteY33" fmla="*/ 2790258 h 2790258"/>
                <a:gd name="connsiteX34" fmla="*/ 107950 w 9598084"/>
                <a:gd name="connsiteY34" fmla="*/ 850949 h 2790258"/>
                <a:gd name="connsiteX0" fmla="*/ 107950 w 9598084"/>
                <a:gd name="connsiteY0" fmla="*/ 850949 h 2790258"/>
                <a:gd name="connsiteX1" fmla="*/ 487655 w 9598084"/>
                <a:gd name="connsiteY1" fmla="*/ 886630 h 2790258"/>
                <a:gd name="connsiteX2" fmla="*/ 735305 w 9598084"/>
                <a:gd name="connsiteY2" fmla="*/ 791380 h 2790258"/>
                <a:gd name="connsiteX3" fmla="*/ 925805 w 9598084"/>
                <a:gd name="connsiteY3" fmla="*/ 727880 h 2790258"/>
                <a:gd name="connsiteX4" fmla="*/ 1440155 w 9598084"/>
                <a:gd name="connsiteY4" fmla="*/ 746930 h 2790258"/>
                <a:gd name="connsiteX5" fmla="*/ 1637005 w 9598084"/>
                <a:gd name="connsiteY5" fmla="*/ 759630 h 2790258"/>
                <a:gd name="connsiteX6" fmla="*/ 1802105 w 9598084"/>
                <a:gd name="connsiteY6" fmla="*/ 740580 h 2790258"/>
                <a:gd name="connsiteX7" fmla="*/ 2011655 w 9598084"/>
                <a:gd name="connsiteY7" fmla="*/ 581830 h 2790258"/>
                <a:gd name="connsiteX8" fmla="*/ 2291055 w 9598084"/>
                <a:gd name="connsiteY8" fmla="*/ 454830 h 2790258"/>
                <a:gd name="connsiteX9" fmla="*/ 2646655 w 9598084"/>
                <a:gd name="connsiteY9" fmla="*/ 397680 h 2790258"/>
                <a:gd name="connsiteX10" fmla="*/ 2957805 w 9598084"/>
                <a:gd name="connsiteY10" fmla="*/ 556430 h 2790258"/>
                <a:gd name="connsiteX11" fmla="*/ 3135605 w 9598084"/>
                <a:gd name="connsiteY11" fmla="*/ 880280 h 2790258"/>
                <a:gd name="connsiteX12" fmla="*/ 3446755 w 9598084"/>
                <a:gd name="connsiteY12" fmla="*/ 943780 h 2790258"/>
                <a:gd name="connsiteX13" fmla="*/ 3707105 w 9598084"/>
                <a:gd name="connsiteY13" fmla="*/ 880280 h 2790258"/>
                <a:gd name="connsiteX14" fmla="*/ 3999205 w 9598084"/>
                <a:gd name="connsiteY14" fmla="*/ 829480 h 2790258"/>
                <a:gd name="connsiteX15" fmla="*/ 4450055 w 9598084"/>
                <a:gd name="connsiteY15" fmla="*/ 797730 h 2790258"/>
                <a:gd name="connsiteX16" fmla="*/ 4697705 w 9598084"/>
                <a:gd name="connsiteY16" fmla="*/ 892980 h 2790258"/>
                <a:gd name="connsiteX17" fmla="*/ 4939005 w 9598084"/>
                <a:gd name="connsiteY17" fmla="*/ 715180 h 2790258"/>
                <a:gd name="connsiteX18" fmla="*/ 5085055 w 9598084"/>
                <a:gd name="connsiteY18" fmla="*/ 626280 h 2790258"/>
                <a:gd name="connsiteX19" fmla="*/ 5497805 w 9598084"/>
                <a:gd name="connsiteY19" fmla="*/ 550080 h 2790258"/>
                <a:gd name="connsiteX20" fmla="*/ 5923255 w 9598084"/>
                <a:gd name="connsiteY20" fmla="*/ 670730 h 2790258"/>
                <a:gd name="connsiteX21" fmla="*/ 6253455 w 9598084"/>
                <a:gd name="connsiteY21" fmla="*/ 683430 h 2790258"/>
                <a:gd name="connsiteX22" fmla="*/ 6545555 w 9598084"/>
                <a:gd name="connsiteY22" fmla="*/ 429430 h 2790258"/>
                <a:gd name="connsiteX23" fmla="*/ 7021805 w 9598084"/>
                <a:gd name="connsiteY23" fmla="*/ 296080 h 2790258"/>
                <a:gd name="connsiteX24" fmla="*/ 7383755 w 9598084"/>
                <a:gd name="connsiteY24" fmla="*/ 486580 h 2790258"/>
                <a:gd name="connsiteX25" fmla="*/ 7599655 w 9598084"/>
                <a:gd name="connsiteY25" fmla="*/ 537380 h 2790258"/>
                <a:gd name="connsiteX26" fmla="*/ 7917154 w 9598084"/>
                <a:gd name="connsiteY26" fmla="*/ 257980 h 2790258"/>
                <a:gd name="connsiteX27" fmla="*/ 8361654 w 9598084"/>
                <a:gd name="connsiteY27" fmla="*/ 404030 h 2790258"/>
                <a:gd name="connsiteX28" fmla="*/ 8717254 w 9598084"/>
                <a:gd name="connsiteY28" fmla="*/ 448480 h 2790258"/>
                <a:gd name="connsiteX29" fmla="*/ 9168104 w 9598084"/>
                <a:gd name="connsiteY29" fmla="*/ 321480 h 2790258"/>
                <a:gd name="connsiteX30" fmla="*/ 9587204 w 9598084"/>
                <a:gd name="connsiteY30" fmla="*/ 3980 h 2790258"/>
                <a:gd name="connsiteX31" fmla="*/ 7239586 w 9598084"/>
                <a:gd name="connsiteY31" fmla="*/ 1174799 h 2790258"/>
                <a:gd name="connsiteX32" fmla="*/ 7239586 w 9598084"/>
                <a:gd name="connsiteY32" fmla="*/ 2790258 h 2790258"/>
                <a:gd name="connsiteX33" fmla="*/ 0 w 9598084"/>
                <a:gd name="connsiteY33" fmla="*/ 2790258 h 2790258"/>
                <a:gd name="connsiteX34" fmla="*/ 107950 w 9598084"/>
                <a:gd name="connsiteY34" fmla="*/ 850949 h 2790258"/>
                <a:gd name="connsiteX0" fmla="*/ 107950 w 9598084"/>
                <a:gd name="connsiteY0" fmla="*/ 850949 h 2790258"/>
                <a:gd name="connsiteX1" fmla="*/ 487655 w 9598084"/>
                <a:gd name="connsiteY1" fmla="*/ 886630 h 2790258"/>
                <a:gd name="connsiteX2" fmla="*/ 735305 w 9598084"/>
                <a:gd name="connsiteY2" fmla="*/ 791380 h 2790258"/>
                <a:gd name="connsiteX3" fmla="*/ 925805 w 9598084"/>
                <a:gd name="connsiteY3" fmla="*/ 727880 h 2790258"/>
                <a:gd name="connsiteX4" fmla="*/ 1440155 w 9598084"/>
                <a:gd name="connsiteY4" fmla="*/ 746930 h 2790258"/>
                <a:gd name="connsiteX5" fmla="*/ 1637005 w 9598084"/>
                <a:gd name="connsiteY5" fmla="*/ 759630 h 2790258"/>
                <a:gd name="connsiteX6" fmla="*/ 1802105 w 9598084"/>
                <a:gd name="connsiteY6" fmla="*/ 740580 h 2790258"/>
                <a:gd name="connsiteX7" fmla="*/ 2011655 w 9598084"/>
                <a:gd name="connsiteY7" fmla="*/ 581830 h 2790258"/>
                <a:gd name="connsiteX8" fmla="*/ 2291055 w 9598084"/>
                <a:gd name="connsiteY8" fmla="*/ 454830 h 2790258"/>
                <a:gd name="connsiteX9" fmla="*/ 2646655 w 9598084"/>
                <a:gd name="connsiteY9" fmla="*/ 397680 h 2790258"/>
                <a:gd name="connsiteX10" fmla="*/ 2957805 w 9598084"/>
                <a:gd name="connsiteY10" fmla="*/ 556430 h 2790258"/>
                <a:gd name="connsiteX11" fmla="*/ 3135605 w 9598084"/>
                <a:gd name="connsiteY11" fmla="*/ 880280 h 2790258"/>
                <a:gd name="connsiteX12" fmla="*/ 3446755 w 9598084"/>
                <a:gd name="connsiteY12" fmla="*/ 943780 h 2790258"/>
                <a:gd name="connsiteX13" fmla="*/ 3707105 w 9598084"/>
                <a:gd name="connsiteY13" fmla="*/ 880280 h 2790258"/>
                <a:gd name="connsiteX14" fmla="*/ 3999205 w 9598084"/>
                <a:gd name="connsiteY14" fmla="*/ 829480 h 2790258"/>
                <a:gd name="connsiteX15" fmla="*/ 4450055 w 9598084"/>
                <a:gd name="connsiteY15" fmla="*/ 797730 h 2790258"/>
                <a:gd name="connsiteX16" fmla="*/ 4697705 w 9598084"/>
                <a:gd name="connsiteY16" fmla="*/ 892980 h 2790258"/>
                <a:gd name="connsiteX17" fmla="*/ 4939005 w 9598084"/>
                <a:gd name="connsiteY17" fmla="*/ 715180 h 2790258"/>
                <a:gd name="connsiteX18" fmla="*/ 5085055 w 9598084"/>
                <a:gd name="connsiteY18" fmla="*/ 626280 h 2790258"/>
                <a:gd name="connsiteX19" fmla="*/ 5497805 w 9598084"/>
                <a:gd name="connsiteY19" fmla="*/ 550080 h 2790258"/>
                <a:gd name="connsiteX20" fmla="*/ 5923255 w 9598084"/>
                <a:gd name="connsiteY20" fmla="*/ 670730 h 2790258"/>
                <a:gd name="connsiteX21" fmla="*/ 6253455 w 9598084"/>
                <a:gd name="connsiteY21" fmla="*/ 683430 h 2790258"/>
                <a:gd name="connsiteX22" fmla="*/ 6545555 w 9598084"/>
                <a:gd name="connsiteY22" fmla="*/ 429430 h 2790258"/>
                <a:gd name="connsiteX23" fmla="*/ 7021805 w 9598084"/>
                <a:gd name="connsiteY23" fmla="*/ 296080 h 2790258"/>
                <a:gd name="connsiteX24" fmla="*/ 7383755 w 9598084"/>
                <a:gd name="connsiteY24" fmla="*/ 486580 h 2790258"/>
                <a:gd name="connsiteX25" fmla="*/ 7599655 w 9598084"/>
                <a:gd name="connsiteY25" fmla="*/ 537380 h 2790258"/>
                <a:gd name="connsiteX26" fmla="*/ 7917154 w 9598084"/>
                <a:gd name="connsiteY26" fmla="*/ 257980 h 2790258"/>
                <a:gd name="connsiteX27" fmla="*/ 8361654 w 9598084"/>
                <a:gd name="connsiteY27" fmla="*/ 404030 h 2790258"/>
                <a:gd name="connsiteX28" fmla="*/ 8717254 w 9598084"/>
                <a:gd name="connsiteY28" fmla="*/ 448480 h 2790258"/>
                <a:gd name="connsiteX29" fmla="*/ 9168104 w 9598084"/>
                <a:gd name="connsiteY29" fmla="*/ 321480 h 2790258"/>
                <a:gd name="connsiteX30" fmla="*/ 9587204 w 9598084"/>
                <a:gd name="connsiteY30" fmla="*/ 3980 h 2790258"/>
                <a:gd name="connsiteX31" fmla="*/ 7239586 w 9598084"/>
                <a:gd name="connsiteY31" fmla="*/ 2790258 h 2790258"/>
                <a:gd name="connsiteX32" fmla="*/ 0 w 9598084"/>
                <a:gd name="connsiteY32" fmla="*/ 2790258 h 2790258"/>
                <a:gd name="connsiteX33" fmla="*/ 107950 w 9598084"/>
                <a:gd name="connsiteY33" fmla="*/ 850949 h 2790258"/>
                <a:gd name="connsiteX0" fmla="*/ 107950 w 10205373"/>
                <a:gd name="connsiteY0" fmla="*/ 850949 h 2790258"/>
                <a:gd name="connsiteX1" fmla="*/ 487655 w 10205373"/>
                <a:gd name="connsiteY1" fmla="*/ 886630 h 2790258"/>
                <a:gd name="connsiteX2" fmla="*/ 735305 w 10205373"/>
                <a:gd name="connsiteY2" fmla="*/ 791380 h 2790258"/>
                <a:gd name="connsiteX3" fmla="*/ 925805 w 10205373"/>
                <a:gd name="connsiteY3" fmla="*/ 727880 h 2790258"/>
                <a:gd name="connsiteX4" fmla="*/ 1440155 w 10205373"/>
                <a:gd name="connsiteY4" fmla="*/ 746930 h 2790258"/>
                <a:gd name="connsiteX5" fmla="*/ 1637005 w 10205373"/>
                <a:gd name="connsiteY5" fmla="*/ 759630 h 2790258"/>
                <a:gd name="connsiteX6" fmla="*/ 1802105 w 10205373"/>
                <a:gd name="connsiteY6" fmla="*/ 740580 h 2790258"/>
                <a:gd name="connsiteX7" fmla="*/ 2011655 w 10205373"/>
                <a:gd name="connsiteY7" fmla="*/ 581830 h 2790258"/>
                <a:gd name="connsiteX8" fmla="*/ 2291055 w 10205373"/>
                <a:gd name="connsiteY8" fmla="*/ 454830 h 2790258"/>
                <a:gd name="connsiteX9" fmla="*/ 2646655 w 10205373"/>
                <a:gd name="connsiteY9" fmla="*/ 397680 h 2790258"/>
                <a:gd name="connsiteX10" fmla="*/ 2957805 w 10205373"/>
                <a:gd name="connsiteY10" fmla="*/ 556430 h 2790258"/>
                <a:gd name="connsiteX11" fmla="*/ 3135605 w 10205373"/>
                <a:gd name="connsiteY11" fmla="*/ 880280 h 2790258"/>
                <a:gd name="connsiteX12" fmla="*/ 3446755 w 10205373"/>
                <a:gd name="connsiteY12" fmla="*/ 943780 h 2790258"/>
                <a:gd name="connsiteX13" fmla="*/ 3707105 w 10205373"/>
                <a:gd name="connsiteY13" fmla="*/ 880280 h 2790258"/>
                <a:gd name="connsiteX14" fmla="*/ 3999205 w 10205373"/>
                <a:gd name="connsiteY14" fmla="*/ 829480 h 2790258"/>
                <a:gd name="connsiteX15" fmla="*/ 4450055 w 10205373"/>
                <a:gd name="connsiteY15" fmla="*/ 797730 h 2790258"/>
                <a:gd name="connsiteX16" fmla="*/ 4697705 w 10205373"/>
                <a:gd name="connsiteY16" fmla="*/ 892980 h 2790258"/>
                <a:gd name="connsiteX17" fmla="*/ 4939005 w 10205373"/>
                <a:gd name="connsiteY17" fmla="*/ 715180 h 2790258"/>
                <a:gd name="connsiteX18" fmla="*/ 5085055 w 10205373"/>
                <a:gd name="connsiteY18" fmla="*/ 626280 h 2790258"/>
                <a:gd name="connsiteX19" fmla="*/ 5497805 w 10205373"/>
                <a:gd name="connsiteY19" fmla="*/ 550080 h 2790258"/>
                <a:gd name="connsiteX20" fmla="*/ 5923255 w 10205373"/>
                <a:gd name="connsiteY20" fmla="*/ 670730 h 2790258"/>
                <a:gd name="connsiteX21" fmla="*/ 6253455 w 10205373"/>
                <a:gd name="connsiteY21" fmla="*/ 683430 h 2790258"/>
                <a:gd name="connsiteX22" fmla="*/ 6545555 w 10205373"/>
                <a:gd name="connsiteY22" fmla="*/ 429430 h 2790258"/>
                <a:gd name="connsiteX23" fmla="*/ 7021805 w 10205373"/>
                <a:gd name="connsiteY23" fmla="*/ 296080 h 2790258"/>
                <a:gd name="connsiteX24" fmla="*/ 7383755 w 10205373"/>
                <a:gd name="connsiteY24" fmla="*/ 486580 h 2790258"/>
                <a:gd name="connsiteX25" fmla="*/ 7599655 w 10205373"/>
                <a:gd name="connsiteY25" fmla="*/ 537380 h 2790258"/>
                <a:gd name="connsiteX26" fmla="*/ 7917154 w 10205373"/>
                <a:gd name="connsiteY26" fmla="*/ 257980 h 2790258"/>
                <a:gd name="connsiteX27" fmla="*/ 8361654 w 10205373"/>
                <a:gd name="connsiteY27" fmla="*/ 404030 h 2790258"/>
                <a:gd name="connsiteX28" fmla="*/ 8717254 w 10205373"/>
                <a:gd name="connsiteY28" fmla="*/ 448480 h 2790258"/>
                <a:gd name="connsiteX29" fmla="*/ 9168104 w 10205373"/>
                <a:gd name="connsiteY29" fmla="*/ 321480 h 2790258"/>
                <a:gd name="connsiteX30" fmla="*/ 9587204 w 10205373"/>
                <a:gd name="connsiteY30" fmla="*/ 3980 h 2790258"/>
                <a:gd name="connsiteX31" fmla="*/ 9554161 w 10205373"/>
                <a:gd name="connsiteY31" fmla="*/ 1161483 h 2790258"/>
                <a:gd name="connsiteX32" fmla="*/ 0 w 10205373"/>
                <a:gd name="connsiteY32" fmla="*/ 2790258 h 2790258"/>
                <a:gd name="connsiteX33" fmla="*/ 107950 w 10205373"/>
                <a:gd name="connsiteY33" fmla="*/ 850949 h 27902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5963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48280 w 10195848"/>
                <a:gd name="connsiteY10" fmla="*/ 5564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26080 w 10195848"/>
                <a:gd name="connsiteY11" fmla="*/ 8802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387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387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387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387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5798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2129 w 10195848"/>
                <a:gd name="connsiteY27" fmla="*/ 40403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8479 w 10195848"/>
                <a:gd name="connsiteY27" fmla="*/ 35958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8479 w 10195848"/>
                <a:gd name="connsiteY27" fmla="*/ 35958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8479 w 10195848"/>
                <a:gd name="connsiteY27" fmla="*/ 35958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8479 w 10195848"/>
                <a:gd name="connsiteY27" fmla="*/ 35958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8479 w 10195848"/>
                <a:gd name="connsiteY27" fmla="*/ 35958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8479 w 10195848"/>
                <a:gd name="connsiteY27" fmla="*/ 35958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0949 h 1190058"/>
                <a:gd name="connsiteX1" fmla="*/ 478130 w 10195848"/>
                <a:gd name="connsiteY1" fmla="*/ 886630 h 1190058"/>
                <a:gd name="connsiteX2" fmla="*/ 725780 w 10195848"/>
                <a:gd name="connsiteY2" fmla="*/ 791380 h 1190058"/>
                <a:gd name="connsiteX3" fmla="*/ 916280 w 10195848"/>
                <a:gd name="connsiteY3" fmla="*/ 727880 h 1190058"/>
                <a:gd name="connsiteX4" fmla="*/ 1430630 w 10195848"/>
                <a:gd name="connsiteY4" fmla="*/ 746930 h 1190058"/>
                <a:gd name="connsiteX5" fmla="*/ 1627480 w 10195848"/>
                <a:gd name="connsiteY5" fmla="*/ 791380 h 1190058"/>
                <a:gd name="connsiteX6" fmla="*/ 1792580 w 10195848"/>
                <a:gd name="connsiteY6" fmla="*/ 740580 h 1190058"/>
                <a:gd name="connsiteX7" fmla="*/ 2002130 w 10195848"/>
                <a:gd name="connsiteY7" fmla="*/ 581830 h 1190058"/>
                <a:gd name="connsiteX8" fmla="*/ 2281530 w 10195848"/>
                <a:gd name="connsiteY8" fmla="*/ 454830 h 1190058"/>
                <a:gd name="connsiteX9" fmla="*/ 2637130 w 10195848"/>
                <a:gd name="connsiteY9" fmla="*/ 397680 h 1190058"/>
                <a:gd name="connsiteX10" fmla="*/ 2916530 w 10195848"/>
                <a:gd name="connsiteY10" fmla="*/ 607230 h 1190058"/>
                <a:gd name="connsiteX11" fmla="*/ 3113380 w 10195848"/>
                <a:gd name="connsiteY11" fmla="*/ 892980 h 1190058"/>
                <a:gd name="connsiteX12" fmla="*/ 3437230 w 10195848"/>
                <a:gd name="connsiteY12" fmla="*/ 943780 h 1190058"/>
                <a:gd name="connsiteX13" fmla="*/ 3697580 w 10195848"/>
                <a:gd name="connsiteY13" fmla="*/ 880280 h 1190058"/>
                <a:gd name="connsiteX14" fmla="*/ 3989680 w 10195848"/>
                <a:gd name="connsiteY14" fmla="*/ 829480 h 1190058"/>
                <a:gd name="connsiteX15" fmla="*/ 4440530 w 10195848"/>
                <a:gd name="connsiteY15" fmla="*/ 797730 h 1190058"/>
                <a:gd name="connsiteX16" fmla="*/ 4688180 w 10195848"/>
                <a:gd name="connsiteY16" fmla="*/ 892980 h 1190058"/>
                <a:gd name="connsiteX17" fmla="*/ 4929480 w 10195848"/>
                <a:gd name="connsiteY17" fmla="*/ 715180 h 1190058"/>
                <a:gd name="connsiteX18" fmla="*/ 5075530 w 10195848"/>
                <a:gd name="connsiteY18" fmla="*/ 626280 h 1190058"/>
                <a:gd name="connsiteX19" fmla="*/ 5488280 w 10195848"/>
                <a:gd name="connsiteY19" fmla="*/ 550080 h 1190058"/>
                <a:gd name="connsiteX20" fmla="*/ 5913730 w 10195848"/>
                <a:gd name="connsiteY20" fmla="*/ 670730 h 1190058"/>
                <a:gd name="connsiteX21" fmla="*/ 6243930 w 10195848"/>
                <a:gd name="connsiteY21" fmla="*/ 683430 h 1190058"/>
                <a:gd name="connsiteX22" fmla="*/ 6536030 w 10195848"/>
                <a:gd name="connsiteY22" fmla="*/ 429430 h 1190058"/>
                <a:gd name="connsiteX23" fmla="*/ 7012280 w 10195848"/>
                <a:gd name="connsiteY23" fmla="*/ 296080 h 1190058"/>
                <a:gd name="connsiteX24" fmla="*/ 7374230 w 10195848"/>
                <a:gd name="connsiteY24" fmla="*/ 486580 h 1190058"/>
                <a:gd name="connsiteX25" fmla="*/ 7590130 w 10195848"/>
                <a:gd name="connsiteY25" fmla="*/ 537380 h 1190058"/>
                <a:gd name="connsiteX26" fmla="*/ 7907629 w 10195848"/>
                <a:gd name="connsiteY26" fmla="*/ 264330 h 1190058"/>
                <a:gd name="connsiteX27" fmla="*/ 8358479 w 10195848"/>
                <a:gd name="connsiteY27" fmla="*/ 359580 h 1190058"/>
                <a:gd name="connsiteX28" fmla="*/ 8707729 w 10195848"/>
                <a:gd name="connsiteY28" fmla="*/ 448480 h 1190058"/>
                <a:gd name="connsiteX29" fmla="*/ 9158579 w 10195848"/>
                <a:gd name="connsiteY29" fmla="*/ 321480 h 1190058"/>
                <a:gd name="connsiteX30" fmla="*/ 9577679 w 10195848"/>
                <a:gd name="connsiteY30" fmla="*/ 3980 h 1190058"/>
                <a:gd name="connsiteX31" fmla="*/ 9544636 w 10195848"/>
                <a:gd name="connsiteY31" fmla="*/ 1161483 h 1190058"/>
                <a:gd name="connsiteX32" fmla="*/ 0 w 10195848"/>
                <a:gd name="connsiteY32" fmla="*/ 1190058 h 1190058"/>
                <a:gd name="connsiteX33" fmla="*/ 98425 w 10195848"/>
                <a:gd name="connsiteY33" fmla="*/ 850949 h 1190058"/>
                <a:gd name="connsiteX0" fmla="*/ 98425 w 10195848"/>
                <a:gd name="connsiteY0" fmla="*/ 851066 h 1190175"/>
                <a:gd name="connsiteX1" fmla="*/ 478130 w 10195848"/>
                <a:gd name="connsiteY1" fmla="*/ 886747 h 1190175"/>
                <a:gd name="connsiteX2" fmla="*/ 725780 w 10195848"/>
                <a:gd name="connsiteY2" fmla="*/ 791497 h 1190175"/>
                <a:gd name="connsiteX3" fmla="*/ 916280 w 10195848"/>
                <a:gd name="connsiteY3" fmla="*/ 727997 h 1190175"/>
                <a:gd name="connsiteX4" fmla="*/ 1430630 w 10195848"/>
                <a:gd name="connsiteY4" fmla="*/ 747047 h 1190175"/>
                <a:gd name="connsiteX5" fmla="*/ 1627480 w 10195848"/>
                <a:gd name="connsiteY5" fmla="*/ 791497 h 1190175"/>
                <a:gd name="connsiteX6" fmla="*/ 1792580 w 10195848"/>
                <a:gd name="connsiteY6" fmla="*/ 740697 h 1190175"/>
                <a:gd name="connsiteX7" fmla="*/ 2002130 w 10195848"/>
                <a:gd name="connsiteY7" fmla="*/ 581947 h 1190175"/>
                <a:gd name="connsiteX8" fmla="*/ 2281530 w 10195848"/>
                <a:gd name="connsiteY8" fmla="*/ 454947 h 1190175"/>
                <a:gd name="connsiteX9" fmla="*/ 2637130 w 10195848"/>
                <a:gd name="connsiteY9" fmla="*/ 397797 h 1190175"/>
                <a:gd name="connsiteX10" fmla="*/ 2916530 w 10195848"/>
                <a:gd name="connsiteY10" fmla="*/ 607347 h 1190175"/>
                <a:gd name="connsiteX11" fmla="*/ 3113380 w 10195848"/>
                <a:gd name="connsiteY11" fmla="*/ 893097 h 1190175"/>
                <a:gd name="connsiteX12" fmla="*/ 3437230 w 10195848"/>
                <a:gd name="connsiteY12" fmla="*/ 943897 h 1190175"/>
                <a:gd name="connsiteX13" fmla="*/ 3697580 w 10195848"/>
                <a:gd name="connsiteY13" fmla="*/ 880397 h 1190175"/>
                <a:gd name="connsiteX14" fmla="*/ 3989680 w 10195848"/>
                <a:gd name="connsiteY14" fmla="*/ 829597 h 1190175"/>
                <a:gd name="connsiteX15" fmla="*/ 4440530 w 10195848"/>
                <a:gd name="connsiteY15" fmla="*/ 797847 h 1190175"/>
                <a:gd name="connsiteX16" fmla="*/ 4688180 w 10195848"/>
                <a:gd name="connsiteY16" fmla="*/ 893097 h 1190175"/>
                <a:gd name="connsiteX17" fmla="*/ 4929480 w 10195848"/>
                <a:gd name="connsiteY17" fmla="*/ 715297 h 1190175"/>
                <a:gd name="connsiteX18" fmla="*/ 5075530 w 10195848"/>
                <a:gd name="connsiteY18" fmla="*/ 626397 h 1190175"/>
                <a:gd name="connsiteX19" fmla="*/ 5488280 w 10195848"/>
                <a:gd name="connsiteY19" fmla="*/ 550197 h 1190175"/>
                <a:gd name="connsiteX20" fmla="*/ 5913730 w 10195848"/>
                <a:gd name="connsiteY20" fmla="*/ 670847 h 1190175"/>
                <a:gd name="connsiteX21" fmla="*/ 6243930 w 10195848"/>
                <a:gd name="connsiteY21" fmla="*/ 683547 h 1190175"/>
                <a:gd name="connsiteX22" fmla="*/ 6536030 w 10195848"/>
                <a:gd name="connsiteY22" fmla="*/ 429547 h 1190175"/>
                <a:gd name="connsiteX23" fmla="*/ 7012280 w 10195848"/>
                <a:gd name="connsiteY23" fmla="*/ 296197 h 1190175"/>
                <a:gd name="connsiteX24" fmla="*/ 7374230 w 10195848"/>
                <a:gd name="connsiteY24" fmla="*/ 486697 h 1190175"/>
                <a:gd name="connsiteX25" fmla="*/ 7590130 w 10195848"/>
                <a:gd name="connsiteY25" fmla="*/ 537497 h 1190175"/>
                <a:gd name="connsiteX26" fmla="*/ 7907629 w 10195848"/>
                <a:gd name="connsiteY26" fmla="*/ 264447 h 1190175"/>
                <a:gd name="connsiteX27" fmla="*/ 8358479 w 10195848"/>
                <a:gd name="connsiteY27" fmla="*/ 359697 h 1190175"/>
                <a:gd name="connsiteX28" fmla="*/ 8707729 w 10195848"/>
                <a:gd name="connsiteY28" fmla="*/ 448597 h 1190175"/>
                <a:gd name="connsiteX29" fmla="*/ 9177629 w 10195848"/>
                <a:gd name="connsiteY29" fmla="*/ 308897 h 1190175"/>
                <a:gd name="connsiteX30" fmla="*/ 9577679 w 10195848"/>
                <a:gd name="connsiteY30" fmla="*/ 4097 h 1190175"/>
                <a:gd name="connsiteX31" fmla="*/ 9544636 w 10195848"/>
                <a:gd name="connsiteY31" fmla="*/ 1161600 h 1190175"/>
                <a:gd name="connsiteX32" fmla="*/ 0 w 10195848"/>
                <a:gd name="connsiteY32" fmla="*/ 1190175 h 1190175"/>
                <a:gd name="connsiteX33" fmla="*/ 98425 w 10195848"/>
                <a:gd name="connsiteY33" fmla="*/ 851066 h 1190175"/>
                <a:gd name="connsiteX0" fmla="*/ 98425 w 10195848"/>
                <a:gd name="connsiteY0" fmla="*/ 851066 h 1190175"/>
                <a:gd name="connsiteX1" fmla="*/ 478130 w 10195848"/>
                <a:gd name="connsiteY1" fmla="*/ 886747 h 1190175"/>
                <a:gd name="connsiteX2" fmla="*/ 725780 w 10195848"/>
                <a:gd name="connsiteY2" fmla="*/ 791497 h 1190175"/>
                <a:gd name="connsiteX3" fmla="*/ 916280 w 10195848"/>
                <a:gd name="connsiteY3" fmla="*/ 727997 h 1190175"/>
                <a:gd name="connsiteX4" fmla="*/ 1430630 w 10195848"/>
                <a:gd name="connsiteY4" fmla="*/ 747047 h 1190175"/>
                <a:gd name="connsiteX5" fmla="*/ 1627480 w 10195848"/>
                <a:gd name="connsiteY5" fmla="*/ 791497 h 1190175"/>
                <a:gd name="connsiteX6" fmla="*/ 1792580 w 10195848"/>
                <a:gd name="connsiteY6" fmla="*/ 740697 h 1190175"/>
                <a:gd name="connsiteX7" fmla="*/ 2002130 w 10195848"/>
                <a:gd name="connsiteY7" fmla="*/ 581947 h 1190175"/>
                <a:gd name="connsiteX8" fmla="*/ 2281530 w 10195848"/>
                <a:gd name="connsiteY8" fmla="*/ 454947 h 1190175"/>
                <a:gd name="connsiteX9" fmla="*/ 2637130 w 10195848"/>
                <a:gd name="connsiteY9" fmla="*/ 397797 h 1190175"/>
                <a:gd name="connsiteX10" fmla="*/ 2916530 w 10195848"/>
                <a:gd name="connsiteY10" fmla="*/ 607347 h 1190175"/>
                <a:gd name="connsiteX11" fmla="*/ 3113380 w 10195848"/>
                <a:gd name="connsiteY11" fmla="*/ 893097 h 1190175"/>
                <a:gd name="connsiteX12" fmla="*/ 3437230 w 10195848"/>
                <a:gd name="connsiteY12" fmla="*/ 943897 h 1190175"/>
                <a:gd name="connsiteX13" fmla="*/ 3697580 w 10195848"/>
                <a:gd name="connsiteY13" fmla="*/ 880397 h 1190175"/>
                <a:gd name="connsiteX14" fmla="*/ 3989680 w 10195848"/>
                <a:gd name="connsiteY14" fmla="*/ 829597 h 1190175"/>
                <a:gd name="connsiteX15" fmla="*/ 4440530 w 10195848"/>
                <a:gd name="connsiteY15" fmla="*/ 797847 h 1190175"/>
                <a:gd name="connsiteX16" fmla="*/ 4688180 w 10195848"/>
                <a:gd name="connsiteY16" fmla="*/ 893097 h 1190175"/>
                <a:gd name="connsiteX17" fmla="*/ 4929480 w 10195848"/>
                <a:gd name="connsiteY17" fmla="*/ 715297 h 1190175"/>
                <a:gd name="connsiteX18" fmla="*/ 5075530 w 10195848"/>
                <a:gd name="connsiteY18" fmla="*/ 626397 h 1190175"/>
                <a:gd name="connsiteX19" fmla="*/ 5488280 w 10195848"/>
                <a:gd name="connsiteY19" fmla="*/ 550197 h 1190175"/>
                <a:gd name="connsiteX20" fmla="*/ 5913730 w 10195848"/>
                <a:gd name="connsiteY20" fmla="*/ 670847 h 1190175"/>
                <a:gd name="connsiteX21" fmla="*/ 6243930 w 10195848"/>
                <a:gd name="connsiteY21" fmla="*/ 683547 h 1190175"/>
                <a:gd name="connsiteX22" fmla="*/ 6536030 w 10195848"/>
                <a:gd name="connsiteY22" fmla="*/ 429547 h 1190175"/>
                <a:gd name="connsiteX23" fmla="*/ 7012280 w 10195848"/>
                <a:gd name="connsiteY23" fmla="*/ 296197 h 1190175"/>
                <a:gd name="connsiteX24" fmla="*/ 7374230 w 10195848"/>
                <a:gd name="connsiteY24" fmla="*/ 486697 h 1190175"/>
                <a:gd name="connsiteX25" fmla="*/ 7590130 w 10195848"/>
                <a:gd name="connsiteY25" fmla="*/ 537497 h 1190175"/>
                <a:gd name="connsiteX26" fmla="*/ 7907629 w 10195848"/>
                <a:gd name="connsiteY26" fmla="*/ 264447 h 1190175"/>
                <a:gd name="connsiteX27" fmla="*/ 8358479 w 10195848"/>
                <a:gd name="connsiteY27" fmla="*/ 359697 h 1190175"/>
                <a:gd name="connsiteX28" fmla="*/ 8707729 w 10195848"/>
                <a:gd name="connsiteY28" fmla="*/ 448597 h 1190175"/>
                <a:gd name="connsiteX29" fmla="*/ 9177629 w 10195848"/>
                <a:gd name="connsiteY29" fmla="*/ 308897 h 1190175"/>
                <a:gd name="connsiteX30" fmla="*/ 9577679 w 10195848"/>
                <a:gd name="connsiteY30" fmla="*/ 4097 h 1190175"/>
                <a:gd name="connsiteX31" fmla="*/ 9544636 w 10195848"/>
                <a:gd name="connsiteY31" fmla="*/ 1161600 h 1190175"/>
                <a:gd name="connsiteX32" fmla="*/ 0 w 10195848"/>
                <a:gd name="connsiteY32" fmla="*/ 1190175 h 1190175"/>
                <a:gd name="connsiteX33" fmla="*/ 98425 w 10195848"/>
                <a:gd name="connsiteY33" fmla="*/ 851066 h 1190175"/>
                <a:gd name="connsiteX0" fmla="*/ 98425 w 10195848"/>
                <a:gd name="connsiteY0" fmla="*/ 868441 h 1207550"/>
                <a:gd name="connsiteX1" fmla="*/ 478130 w 10195848"/>
                <a:gd name="connsiteY1" fmla="*/ 904122 h 1207550"/>
                <a:gd name="connsiteX2" fmla="*/ 725780 w 10195848"/>
                <a:gd name="connsiteY2" fmla="*/ 808872 h 1207550"/>
                <a:gd name="connsiteX3" fmla="*/ 916280 w 10195848"/>
                <a:gd name="connsiteY3" fmla="*/ 745372 h 1207550"/>
                <a:gd name="connsiteX4" fmla="*/ 1430630 w 10195848"/>
                <a:gd name="connsiteY4" fmla="*/ 764422 h 1207550"/>
                <a:gd name="connsiteX5" fmla="*/ 1627480 w 10195848"/>
                <a:gd name="connsiteY5" fmla="*/ 808872 h 1207550"/>
                <a:gd name="connsiteX6" fmla="*/ 1792580 w 10195848"/>
                <a:gd name="connsiteY6" fmla="*/ 758072 h 1207550"/>
                <a:gd name="connsiteX7" fmla="*/ 2002130 w 10195848"/>
                <a:gd name="connsiteY7" fmla="*/ 599322 h 1207550"/>
                <a:gd name="connsiteX8" fmla="*/ 2281530 w 10195848"/>
                <a:gd name="connsiteY8" fmla="*/ 472322 h 1207550"/>
                <a:gd name="connsiteX9" fmla="*/ 2637130 w 10195848"/>
                <a:gd name="connsiteY9" fmla="*/ 415172 h 1207550"/>
                <a:gd name="connsiteX10" fmla="*/ 2916530 w 10195848"/>
                <a:gd name="connsiteY10" fmla="*/ 624722 h 1207550"/>
                <a:gd name="connsiteX11" fmla="*/ 3113380 w 10195848"/>
                <a:gd name="connsiteY11" fmla="*/ 910472 h 1207550"/>
                <a:gd name="connsiteX12" fmla="*/ 3437230 w 10195848"/>
                <a:gd name="connsiteY12" fmla="*/ 961272 h 1207550"/>
                <a:gd name="connsiteX13" fmla="*/ 3697580 w 10195848"/>
                <a:gd name="connsiteY13" fmla="*/ 897772 h 1207550"/>
                <a:gd name="connsiteX14" fmla="*/ 3989680 w 10195848"/>
                <a:gd name="connsiteY14" fmla="*/ 846972 h 1207550"/>
                <a:gd name="connsiteX15" fmla="*/ 4440530 w 10195848"/>
                <a:gd name="connsiteY15" fmla="*/ 815222 h 1207550"/>
                <a:gd name="connsiteX16" fmla="*/ 4688180 w 10195848"/>
                <a:gd name="connsiteY16" fmla="*/ 910472 h 1207550"/>
                <a:gd name="connsiteX17" fmla="*/ 4929480 w 10195848"/>
                <a:gd name="connsiteY17" fmla="*/ 732672 h 1207550"/>
                <a:gd name="connsiteX18" fmla="*/ 5075530 w 10195848"/>
                <a:gd name="connsiteY18" fmla="*/ 643772 h 1207550"/>
                <a:gd name="connsiteX19" fmla="*/ 5488280 w 10195848"/>
                <a:gd name="connsiteY19" fmla="*/ 567572 h 1207550"/>
                <a:gd name="connsiteX20" fmla="*/ 5913730 w 10195848"/>
                <a:gd name="connsiteY20" fmla="*/ 688222 h 1207550"/>
                <a:gd name="connsiteX21" fmla="*/ 6243930 w 10195848"/>
                <a:gd name="connsiteY21" fmla="*/ 700922 h 1207550"/>
                <a:gd name="connsiteX22" fmla="*/ 6536030 w 10195848"/>
                <a:gd name="connsiteY22" fmla="*/ 446922 h 1207550"/>
                <a:gd name="connsiteX23" fmla="*/ 7012280 w 10195848"/>
                <a:gd name="connsiteY23" fmla="*/ 313572 h 1207550"/>
                <a:gd name="connsiteX24" fmla="*/ 7374230 w 10195848"/>
                <a:gd name="connsiteY24" fmla="*/ 504072 h 1207550"/>
                <a:gd name="connsiteX25" fmla="*/ 7590130 w 10195848"/>
                <a:gd name="connsiteY25" fmla="*/ 554872 h 1207550"/>
                <a:gd name="connsiteX26" fmla="*/ 7907629 w 10195848"/>
                <a:gd name="connsiteY26" fmla="*/ 281822 h 1207550"/>
                <a:gd name="connsiteX27" fmla="*/ 8358479 w 10195848"/>
                <a:gd name="connsiteY27" fmla="*/ 377072 h 1207550"/>
                <a:gd name="connsiteX28" fmla="*/ 8707729 w 10195848"/>
                <a:gd name="connsiteY28" fmla="*/ 465972 h 1207550"/>
                <a:gd name="connsiteX29" fmla="*/ 9177629 w 10195848"/>
                <a:gd name="connsiteY29" fmla="*/ 326272 h 1207550"/>
                <a:gd name="connsiteX30" fmla="*/ 9577679 w 10195848"/>
                <a:gd name="connsiteY30" fmla="*/ 21472 h 1207550"/>
                <a:gd name="connsiteX31" fmla="*/ 9544636 w 10195848"/>
                <a:gd name="connsiteY31" fmla="*/ 1178975 h 1207550"/>
                <a:gd name="connsiteX32" fmla="*/ 0 w 10195848"/>
                <a:gd name="connsiteY32" fmla="*/ 1207550 h 1207550"/>
                <a:gd name="connsiteX33" fmla="*/ 98425 w 10195848"/>
                <a:gd name="connsiteY33" fmla="*/ 868441 h 1207550"/>
                <a:gd name="connsiteX0" fmla="*/ 98425 w 10237381"/>
                <a:gd name="connsiteY0" fmla="*/ 868441 h 1207550"/>
                <a:gd name="connsiteX1" fmla="*/ 478130 w 10237381"/>
                <a:gd name="connsiteY1" fmla="*/ 904122 h 1207550"/>
                <a:gd name="connsiteX2" fmla="*/ 725780 w 10237381"/>
                <a:gd name="connsiteY2" fmla="*/ 808872 h 1207550"/>
                <a:gd name="connsiteX3" fmla="*/ 916280 w 10237381"/>
                <a:gd name="connsiteY3" fmla="*/ 745372 h 1207550"/>
                <a:gd name="connsiteX4" fmla="*/ 1430630 w 10237381"/>
                <a:gd name="connsiteY4" fmla="*/ 764422 h 1207550"/>
                <a:gd name="connsiteX5" fmla="*/ 1627480 w 10237381"/>
                <a:gd name="connsiteY5" fmla="*/ 808872 h 1207550"/>
                <a:gd name="connsiteX6" fmla="*/ 1792580 w 10237381"/>
                <a:gd name="connsiteY6" fmla="*/ 758072 h 1207550"/>
                <a:gd name="connsiteX7" fmla="*/ 2002130 w 10237381"/>
                <a:gd name="connsiteY7" fmla="*/ 599322 h 1207550"/>
                <a:gd name="connsiteX8" fmla="*/ 2281530 w 10237381"/>
                <a:gd name="connsiteY8" fmla="*/ 472322 h 1207550"/>
                <a:gd name="connsiteX9" fmla="*/ 2637130 w 10237381"/>
                <a:gd name="connsiteY9" fmla="*/ 415172 h 1207550"/>
                <a:gd name="connsiteX10" fmla="*/ 2916530 w 10237381"/>
                <a:gd name="connsiteY10" fmla="*/ 624722 h 1207550"/>
                <a:gd name="connsiteX11" fmla="*/ 3113380 w 10237381"/>
                <a:gd name="connsiteY11" fmla="*/ 910472 h 1207550"/>
                <a:gd name="connsiteX12" fmla="*/ 3437230 w 10237381"/>
                <a:gd name="connsiteY12" fmla="*/ 961272 h 1207550"/>
                <a:gd name="connsiteX13" fmla="*/ 3697580 w 10237381"/>
                <a:gd name="connsiteY13" fmla="*/ 897772 h 1207550"/>
                <a:gd name="connsiteX14" fmla="*/ 3989680 w 10237381"/>
                <a:gd name="connsiteY14" fmla="*/ 846972 h 1207550"/>
                <a:gd name="connsiteX15" fmla="*/ 4440530 w 10237381"/>
                <a:gd name="connsiteY15" fmla="*/ 815222 h 1207550"/>
                <a:gd name="connsiteX16" fmla="*/ 4688180 w 10237381"/>
                <a:gd name="connsiteY16" fmla="*/ 910472 h 1207550"/>
                <a:gd name="connsiteX17" fmla="*/ 4929480 w 10237381"/>
                <a:gd name="connsiteY17" fmla="*/ 732672 h 1207550"/>
                <a:gd name="connsiteX18" fmla="*/ 5075530 w 10237381"/>
                <a:gd name="connsiteY18" fmla="*/ 643772 h 1207550"/>
                <a:gd name="connsiteX19" fmla="*/ 5488280 w 10237381"/>
                <a:gd name="connsiteY19" fmla="*/ 567572 h 1207550"/>
                <a:gd name="connsiteX20" fmla="*/ 5913730 w 10237381"/>
                <a:gd name="connsiteY20" fmla="*/ 688222 h 1207550"/>
                <a:gd name="connsiteX21" fmla="*/ 6243930 w 10237381"/>
                <a:gd name="connsiteY21" fmla="*/ 700922 h 1207550"/>
                <a:gd name="connsiteX22" fmla="*/ 6536030 w 10237381"/>
                <a:gd name="connsiteY22" fmla="*/ 446922 h 1207550"/>
                <a:gd name="connsiteX23" fmla="*/ 7012280 w 10237381"/>
                <a:gd name="connsiteY23" fmla="*/ 313572 h 1207550"/>
                <a:gd name="connsiteX24" fmla="*/ 7374230 w 10237381"/>
                <a:gd name="connsiteY24" fmla="*/ 504072 h 1207550"/>
                <a:gd name="connsiteX25" fmla="*/ 7590130 w 10237381"/>
                <a:gd name="connsiteY25" fmla="*/ 554872 h 1207550"/>
                <a:gd name="connsiteX26" fmla="*/ 7907629 w 10237381"/>
                <a:gd name="connsiteY26" fmla="*/ 281822 h 1207550"/>
                <a:gd name="connsiteX27" fmla="*/ 8358479 w 10237381"/>
                <a:gd name="connsiteY27" fmla="*/ 377072 h 1207550"/>
                <a:gd name="connsiteX28" fmla="*/ 8707729 w 10237381"/>
                <a:gd name="connsiteY28" fmla="*/ 465972 h 1207550"/>
                <a:gd name="connsiteX29" fmla="*/ 9177629 w 10237381"/>
                <a:gd name="connsiteY29" fmla="*/ 326272 h 1207550"/>
                <a:gd name="connsiteX30" fmla="*/ 9577679 w 10237381"/>
                <a:gd name="connsiteY30" fmla="*/ 21472 h 1207550"/>
                <a:gd name="connsiteX31" fmla="*/ 9544636 w 10237381"/>
                <a:gd name="connsiteY31" fmla="*/ 1178975 h 1207550"/>
                <a:gd name="connsiteX32" fmla="*/ 0 w 10237381"/>
                <a:gd name="connsiteY32" fmla="*/ 1207550 h 1207550"/>
                <a:gd name="connsiteX33" fmla="*/ 98425 w 10237381"/>
                <a:gd name="connsiteY33" fmla="*/ 868441 h 1207550"/>
                <a:gd name="connsiteX0" fmla="*/ 98425 w 9590416"/>
                <a:gd name="connsiteY0" fmla="*/ 868441 h 1207550"/>
                <a:gd name="connsiteX1" fmla="*/ 478130 w 9590416"/>
                <a:gd name="connsiteY1" fmla="*/ 904122 h 1207550"/>
                <a:gd name="connsiteX2" fmla="*/ 725780 w 9590416"/>
                <a:gd name="connsiteY2" fmla="*/ 808872 h 1207550"/>
                <a:gd name="connsiteX3" fmla="*/ 916280 w 9590416"/>
                <a:gd name="connsiteY3" fmla="*/ 745372 h 1207550"/>
                <a:gd name="connsiteX4" fmla="*/ 1430630 w 9590416"/>
                <a:gd name="connsiteY4" fmla="*/ 764422 h 1207550"/>
                <a:gd name="connsiteX5" fmla="*/ 1627480 w 9590416"/>
                <a:gd name="connsiteY5" fmla="*/ 808872 h 1207550"/>
                <a:gd name="connsiteX6" fmla="*/ 1792580 w 9590416"/>
                <a:gd name="connsiteY6" fmla="*/ 758072 h 1207550"/>
                <a:gd name="connsiteX7" fmla="*/ 2002130 w 9590416"/>
                <a:gd name="connsiteY7" fmla="*/ 599322 h 1207550"/>
                <a:gd name="connsiteX8" fmla="*/ 2281530 w 9590416"/>
                <a:gd name="connsiteY8" fmla="*/ 472322 h 1207550"/>
                <a:gd name="connsiteX9" fmla="*/ 2637130 w 9590416"/>
                <a:gd name="connsiteY9" fmla="*/ 415172 h 1207550"/>
                <a:gd name="connsiteX10" fmla="*/ 2916530 w 9590416"/>
                <a:gd name="connsiteY10" fmla="*/ 624722 h 1207550"/>
                <a:gd name="connsiteX11" fmla="*/ 3113380 w 9590416"/>
                <a:gd name="connsiteY11" fmla="*/ 910472 h 1207550"/>
                <a:gd name="connsiteX12" fmla="*/ 3437230 w 9590416"/>
                <a:gd name="connsiteY12" fmla="*/ 961272 h 1207550"/>
                <a:gd name="connsiteX13" fmla="*/ 3697580 w 9590416"/>
                <a:gd name="connsiteY13" fmla="*/ 897772 h 1207550"/>
                <a:gd name="connsiteX14" fmla="*/ 3989680 w 9590416"/>
                <a:gd name="connsiteY14" fmla="*/ 846972 h 1207550"/>
                <a:gd name="connsiteX15" fmla="*/ 4440530 w 9590416"/>
                <a:gd name="connsiteY15" fmla="*/ 815222 h 1207550"/>
                <a:gd name="connsiteX16" fmla="*/ 4688180 w 9590416"/>
                <a:gd name="connsiteY16" fmla="*/ 910472 h 1207550"/>
                <a:gd name="connsiteX17" fmla="*/ 4929480 w 9590416"/>
                <a:gd name="connsiteY17" fmla="*/ 732672 h 1207550"/>
                <a:gd name="connsiteX18" fmla="*/ 5075530 w 9590416"/>
                <a:gd name="connsiteY18" fmla="*/ 643772 h 1207550"/>
                <a:gd name="connsiteX19" fmla="*/ 5488280 w 9590416"/>
                <a:gd name="connsiteY19" fmla="*/ 567572 h 1207550"/>
                <a:gd name="connsiteX20" fmla="*/ 5913730 w 9590416"/>
                <a:gd name="connsiteY20" fmla="*/ 688222 h 1207550"/>
                <a:gd name="connsiteX21" fmla="*/ 6243930 w 9590416"/>
                <a:gd name="connsiteY21" fmla="*/ 700922 h 1207550"/>
                <a:gd name="connsiteX22" fmla="*/ 6536030 w 9590416"/>
                <a:gd name="connsiteY22" fmla="*/ 446922 h 1207550"/>
                <a:gd name="connsiteX23" fmla="*/ 7012280 w 9590416"/>
                <a:gd name="connsiteY23" fmla="*/ 313572 h 1207550"/>
                <a:gd name="connsiteX24" fmla="*/ 7374230 w 9590416"/>
                <a:gd name="connsiteY24" fmla="*/ 504072 h 1207550"/>
                <a:gd name="connsiteX25" fmla="*/ 7590130 w 9590416"/>
                <a:gd name="connsiteY25" fmla="*/ 554872 h 1207550"/>
                <a:gd name="connsiteX26" fmla="*/ 7907629 w 9590416"/>
                <a:gd name="connsiteY26" fmla="*/ 281822 h 1207550"/>
                <a:gd name="connsiteX27" fmla="*/ 8358479 w 9590416"/>
                <a:gd name="connsiteY27" fmla="*/ 377072 h 1207550"/>
                <a:gd name="connsiteX28" fmla="*/ 8707729 w 9590416"/>
                <a:gd name="connsiteY28" fmla="*/ 465972 h 1207550"/>
                <a:gd name="connsiteX29" fmla="*/ 9177629 w 9590416"/>
                <a:gd name="connsiteY29" fmla="*/ 326272 h 1207550"/>
                <a:gd name="connsiteX30" fmla="*/ 9577679 w 9590416"/>
                <a:gd name="connsiteY30" fmla="*/ 21472 h 1207550"/>
                <a:gd name="connsiteX31" fmla="*/ 9544636 w 9590416"/>
                <a:gd name="connsiteY31" fmla="*/ 1178975 h 1207550"/>
                <a:gd name="connsiteX32" fmla="*/ 0 w 9590416"/>
                <a:gd name="connsiteY32" fmla="*/ 1207550 h 1207550"/>
                <a:gd name="connsiteX33" fmla="*/ 98425 w 9590416"/>
                <a:gd name="connsiteY33" fmla="*/ 868441 h 1207550"/>
                <a:gd name="connsiteX0" fmla="*/ 98425 w 9607647"/>
                <a:gd name="connsiteY0" fmla="*/ 868441 h 1207550"/>
                <a:gd name="connsiteX1" fmla="*/ 478130 w 9607647"/>
                <a:gd name="connsiteY1" fmla="*/ 904122 h 1207550"/>
                <a:gd name="connsiteX2" fmla="*/ 725780 w 9607647"/>
                <a:gd name="connsiteY2" fmla="*/ 808872 h 1207550"/>
                <a:gd name="connsiteX3" fmla="*/ 916280 w 9607647"/>
                <a:gd name="connsiteY3" fmla="*/ 745372 h 1207550"/>
                <a:gd name="connsiteX4" fmla="*/ 1430630 w 9607647"/>
                <a:gd name="connsiteY4" fmla="*/ 764422 h 1207550"/>
                <a:gd name="connsiteX5" fmla="*/ 1627480 w 9607647"/>
                <a:gd name="connsiteY5" fmla="*/ 808872 h 1207550"/>
                <a:gd name="connsiteX6" fmla="*/ 1792580 w 9607647"/>
                <a:gd name="connsiteY6" fmla="*/ 758072 h 1207550"/>
                <a:gd name="connsiteX7" fmla="*/ 2002130 w 9607647"/>
                <a:gd name="connsiteY7" fmla="*/ 599322 h 1207550"/>
                <a:gd name="connsiteX8" fmla="*/ 2281530 w 9607647"/>
                <a:gd name="connsiteY8" fmla="*/ 472322 h 1207550"/>
                <a:gd name="connsiteX9" fmla="*/ 2637130 w 9607647"/>
                <a:gd name="connsiteY9" fmla="*/ 415172 h 1207550"/>
                <a:gd name="connsiteX10" fmla="*/ 2916530 w 9607647"/>
                <a:gd name="connsiteY10" fmla="*/ 624722 h 1207550"/>
                <a:gd name="connsiteX11" fmla="*/ 3113380 w 9607647"/>
                <a:gd name="connsiteY11" fmla="*/ 910472 h 1207550"/>
                <a:gd name="connsiteX12" fmla="*/ 3437230 w 9607647"/>
                <a:gd name="connsiteY12" fmla="*/ 961272 h 1207550"/>
                <a:gd name="connsiteX13" fmla="*/ 3697580 w 9607647"/>
                <a:gd name="connsiteY13" fmla="*/ 897772 h 1207550"/>
                <a:gd name="connsiteX14" fmla="*/ 3989680 w 9607647"/>
                <a:gd name="connsiteY14" fmla="*/ 846972 h 1207550"/>
                <a:gd name="connsiteX15" fmla="*/ 4440530 w 9607647"/>
                <a:gd name="connsiteY15" fmla="*/ 815222 h 1207550"/>
                <a:gd name="connsiteX16" fmla="*/ 4688180 w 9607647"/>
                <a:gd name="connsiteY16" fmla="*/ 910472 h 1207550"/>
                <a:gd name="connsiteX17" fmla="*/ 4929480 w 9607647"/>
                <a:gd name="connsiteY17" fmla="*/ 732672 h 1207550"/>
                <a:gd name="connsiteX18" fmla="*/ 5075530 w 9607647"/>
                <a:gd name="connsiteY18" fmla="*/ 643772 h 1207550"/>
                <a:gd name="connsiteX19" fmla="*/ 5488280 w 9607647"/>
                <a:gd name="connsiteY19" fmla="*/ 567572 h 1207550"/>
                <a:gd name="connsiteX20" fmla="*/ 5913730 w 9607647"/>
                <a:gd name="connsiteY20" fmla="*/ 688222 h 1207550"/>
                <a:gd name="connsiteX21" fmla="*/ 6243930 w 9607647"/>
                <a:gd name="connsiteY21" fmla="*/ 700922 h 1207550"/>
                <a:gd name="connsiteX22" fmla="*/ 6536030 w 9607647"/>
                <a:gd name="connsiteY22" fmla="*/ 446922 h 1207550"/>
                <a:gd name="connsiteX23" fmla="*/ 7012280 w 9607647"/>
                <a:gd name="connsiteY23" fmla="*/ 313572 h 1207550"/>
                <a:gd name="connsiteX24" fmla="*/ 7374230 w 9607647"/>
                <a:gd name="connsiteY24" fmla="*/ 504072 h 1207550"/>
                <a:gd name="connsiteX25" fmla="*/ 7590130 w 9607647"/>
                <a:gd name="connsiteY25" fmla="*/ 554872 h 1207550"/>
                <a:gd name="connsiteX26" fmla="*/ 7907629 w 9607647"/>
                <a:gd name="connsiteY26" fmla="*/ 281822 h 1207550"/>
                <a:gd name="connsiteX27" fmla="*/ 8358479 w 9607647"/>
                <a:gd name="connsiteY27" fmla="*/ 377072 h 1207550"/>
                <a:gd name="connsiteX28" fmla="*/ 8707729 w 9607647"/>
                <a:gd name="connsiteY28" fmla="*/ 465972 h 1207550"/>
                <a:gd name="connsiteX29" fmla="*/ 9177629 w 9607647"/>
                <a:gd name="connsiteY29" fmla="*/ 326272 h 1207550"/>
                <a:gd name="connsiteX30" fmla="*/ 9577679 w 9607647"/>
                <a:gd name="connsiteY30" fmla="*/ 21472 h 1207550"/>
                <a:gd name="connsiteX31" fmla="*/ 9544636 w 9607647"/>
                <a:gd name="connsiteY31" fmla="*/ 1178975 h 1207550"/>
                <a:gd name="connsiteX32" fmla="*/ 0 w 9607647"/>
                <a:gd name="connsiteY32" fmla="*/ 1207550 h 1207550"/>
                <a:gd name="connsiteX33" fmla="*/ 98425 w 9607647"/>
                <a:gd name="connsiteY33" fmla="*/ 868441 h 1207550"/>
                <a:gd name="connsiteX0" fmla="*/ 98425 w 9627443"/>
                <a:gd name="connsiteY0" fmla="*/ 868441 h 1207550"/>
                <a:gd name="connsiteX1" fmla="*/ 478130 w 9627443"/>
                <a:gd name="connsiteY1" fmla="*/ 904122 h 1207550"/>
                <a:gd name="connsiteX2" fmla="*/ 725780 w 9627443"/>
                <a:gd name="connsiteY2" fmla="*/ 808872 h 1207550"/>
                <a:gd name="connsiteX3" fmla="*/ 916280 w 9627443"/>
                <a:gd name="connsiteY3" fmla="*/ 745372 h 1207550"/>
                <a:gd name="connsiteX4" fmla="*/ 1430630 w 9627443"/>
                <a:gd name="connsiteY4" fmla="*/ 764422 h 1207550"/>
                <a:gd name="connsiteX5" fmla="*/ 1627480 w 9627443"/>
                <a:gd name="connsiteY5" fmla="*/ 808872 h 1207550"/>
                <a:gd name="connsiteX6" fmla="*/ 1792580 w 9627443"/>
                <a:gd name="connsiteY6" fmla="*/ 758072 h 1207550"/>
                <a:gd name="connsiteX7" fmla="*/ 2002130 w 9627443"/>
                <a:gd name="connsiteY7" fmla="*/ 599322 h 1207550"/>
                <a:gd name="connsiteX8" fmla="*/ 2281530 w 9627443"/>
                <a:gd name="connsiteY8" fmla="*/ 472322 h 1207550"/>
                <a:gd name="connsiteX9" fmla="*/ 2637130 w 9627443"/>
                <a:gd name="connsiteY9" fmla="*/ 415172 h 1207550"/>
                <a:gd name="connsiteX10" fmla="*/ 2916530 w 9627443"/>
                <a:gd name="connsiteY10" fmla="*/ 624722 h 1207550"/>
                <a:gd name="connsiteX11" fmla="*/ 3113380 w 9627443"/>
                <a:gd name="connsiteY11" fmla="*/ 910472 h 1207550"/>
                <a:gd name="connsiteX12" fmla="*/ 3437230 w 9627443"/>
                <a:gd name="connsiteY12" fmla="*/ 961272 h 1207550"/>
                <a:gd name="connsiteX13" fmla="*/ 3697580 w 9627443"/>
                <a:gd name="connsiteY13" fmla="*/ 897772 h 1207550"/>
                <a:gd name="connsiteX14" fmla="*/ 3989680 w 9627443"/>
                <a:gd name="connsiteY14" fmla="*/ 846972 h 1207550"/>
                <a:gd name="connsiteX15" fmla="*/ 4440530 w 9627443"/>
                <a:gd name="connsiteY15" fmla="*/ 815222 h 1207550"/>
                <a:gd name="connsiteX16" fmla="*/ 4688180 w 9627443"/>
                <a:gd name="connsiteY16" fmla="*/ 910472 h 1207550"/>
                <a:gd name="connsiteX17" fmla="*/ 4929480 w 9627443"/>
                <a:gd name="connsiteY17" fmla="*/ 732672 h 1207550"/>
                <a:gd name="connsiteX18" fmla="*/ 5075530 w 9627443"/>
                <a:gd name="connsiteY18" fmla="*/ 643772 h 1207550"/>
                <a:gd name="connsiteX19" fmla="*/ 5488280 w 9627443"/>
                <a:gd name="connsiteY19" fmla="*/ 567572 h 1207550"/>
                <a:gd name="connsiteX20" fmla="*/ 5913730 w 9627443"/>
                <a:gd name="connsiteY20" fmla="*/ 688222 h 1207550"/>
                <a:gd name="connsiteX21" fmla="*/ 6243930 w 9627443"/>
                <a:gd name="connsiteY21" fmla="*/ 700922 h 1207550"/>
                <a:gd name="connsiteX22" fmla="*/ 6536030 w 9627443"/>
                <a:gd name="connsiteY22" fmla="*/ 446922 h 1207550"/>
                <a:gd name="connsiteX23" fmla="*/ 7012280 w 9627443"/>
                <a:gd name="connsiteY23" fmla="*/ 313572 h 1207550"/>
                <a:gd name="connsiteX24" fmla="*/ 7374230 w 9627443"/>
                <a:gd name="connsiteY24" fmla="*/ 504072 h 1207550"/>
                <a:gd name="connsiteX25" fmla="*/ 7590130 w 9627443"/>
                <a:gd name="connsiteY25" fmla="*/ 554872 h 1207550"/>
                <a:gd name="connsiteX26" fmla="*/ 7907629 w 9627443"/>
                <a:gd name="connsiteY26" fmla="*/ 281822 h 1207550"/>
                <a:gd name="connsiteX27" fmla="*/ 8358479 w 9627443"/>
                <a:gd name="connsiteY27" fmla="*/ 377072 h 1207550"/>
                <a:gd name="connsiteX28" fmla="*/ 8707729 w 9627443"/>
                <a:gd name="connsiteY28" fmla="*/ 465972 h 1207550"/>
                <a:gd name="connsiteX29" fmla="*/ 9177629 w 9627443"/>
                <a:gd name="connsiteY29" fmla="*/ 326272 h 1207550"/>
                <a:gd name="connsiteX30" fmla="*/ 9577679 w 9627443"/>
                <a:gd name="connsiteY30" fmla="*/ 21472 h 1207550"/>
                <a:gd name="connsiteX31" fmla="*/ 9572374 w 9627443"/>
                <a:gd name="connsiteY31" fmla="*/ 1178974 h 1207550"/>
                <a:gd name="connsiteX32" fmla="*/ 0 w 9627443"/>
                <a:gd name="connsiteY32" fmla="*/ 1207550 h 1207550"/>
                <a:gd name="connsiteX33" fmla="*/ 98425 w 9627443"/>
                <a:gd name="connsiteY33" fmla="*/ 868441 h 1207550"/>
                <a:gd name="connsiteX0" fmla="*/ 98425 w 9590416"/>
                <a:gd name="connsiteY0" fmla="*/ 868441 h 1207550"/>
                <a:gd name="connsiteX1" fmla="*/ 478130 w 9590416"/>
                <a:gd name="connsiteY1" fmla="*/ 904122 h 1207550"/>
                <a:gd name="connsiteX2" fmla="*/ 725780 w 9590416"/>
                <a:gd name="connsiteY2" fmla="*/ 808872 h 1207550"/>
                <a:gd name="connsiteX3" fmla="*/ 916280 w 9590416"/>
                <a:gd name="connsiteY3" fmla="*/ 745372 h 1207550"/>
                <a:gd name="connsiteX4" fmla="*/ 1430630 w 9590416"/>
                <a:gd name="connsiteY4" fmla="*/ 764422 h 1207550"/>
                <a:gd name="connsiteX5" fmla="*/ 1627480 w 9590416"/>
                <a:gd name="connsiteY5" fmla="*/ 808872 h 1207550"/>
                <a:gd name="connsiteX6" fmla="*/ 1792580 w 9590416"/>
                <a:gd name="connsiteY6" fmla="*/ 758072 h 1207550"/>
                <a:gd name="connsiteX7" fmla="*/ 2002130 w 9590416"/>
                <a:gd name="connsiteY7" fmla="*/ 599322 h 1207550"/>
                <a:gd name="connsiteX8" fmla="*/ 2281530 w 9590416"/>
                <a:gd name="connsiteY8" fmla="*/ 472322 h 1207550"/>
                <a:gd name="connsiteX9" fmla="*/ 2637130 w 9590416"/>
                <a:gd name="connsiteY9" fmla="*/ 415172 h 1207550"/>
                <a:gd name="connsiteX10" fmla="*/ 2916530 w 9590416"/>
                <a:gd name="connsiteY10" fmla="*/ 624722 h 1207550"/>
                <a:gd name="connsiteX11" fmla="*/ 3113380 w 9590416"/>
                <a:gd name="connsiteY11" fmla="*/ 910472 h 1207550"/>
                <a:gd name="connsiteX12" fmla="*/ 3437230 w 9590416"/>
                <a:gd name="connsiteY12" fmla="*/ 961272 h 1207550"/>
                <a:gd name="connsiteX13" fmla="*/ 3697580 w 9590416"/>
                <a:gd name="connsiteY13" fmla="*/ 897772 h 1207550"/>
                <a:gd name="connsiteX14" fmla="*/ 3989680 w 9590416"/>
                <a:gd name="connsiteY14" fmla="*/ 846972 h 1207550"/>
                <a:gd name="connsiteX15" fmla="*/ 4440530 w 9590416"/>
                <a:gd name="connsiteY15" fmla="*/ 815222 h 1207550"/>
                <a:gd name="connsiteX16" fmla="*/ 4688180 w 9590416"/>
                <a:gd name="connsiteY16" fmla="*/ 910472 h 1207550"/>
                <a:gd name="connsiteX17" fmla="*/ 4929480 w 9590416"/>
                <a:gd name="connsiteY17" fmla="*/ 732672 h 1207550"/>
                <a:gd name="connsiteX18" fmla="*/ 5075530 w 9590416"/>
                <a:gd name="connsiteY18" fmla="*/ 643772 h 1207550"/>
                <a:gd name="connsiteX19" fmla="*/ 5488280 w 9590416"/>
                <a:gd name="connsiteY19" fmla="*/ 567572 h 1207550"/>
                <a:gd name="connsiteX20" fmla="*/ 5913730 w 9590416"/>
                <a:gd name="connsiteY20" fmla="*/ 688222 h 1207550"/>
                <a:gd name="connsiteX21" fmla="*/ 6243930 w 9590416"/>
                <a:gd name="connsiteY21" fmla="*/ 700922 h 1207550"/>
                <a:gd name="connsiteX22" fmla="*/ 6536030 w 9590416"/>
                <a:gd name="connsiteY22" fmla="*/ 446922 h 1207550"/>
                <a:gd name="connsiteX23" fmla="*/ 7012280 w 9590416"/>
                <a:gd name="connsiteY23" fmla="*/ 313572 h 1207550"/>
                <a:gd name="connsiteX24" fmla="*/ 7374230 w 9590416"/>
                <a:gd name="connsiteY24" fmla="*/ 504072 h 1207550"/>
                <a:gd name="connsiteX25" fmla="*/ 7590130 w 9590416"/>
                <a:gd name="connsiteY25" fmla="*/ 554872 h 1207550"/>
                <a:gd name="connsiteX26" fmla="*/ 7907629 w 9590416"/>
                <a:gd name="connsiteY26" fmla="*/ 281822 h 1207550"/>
                <a:gd name="connsiteX27" fmla="*/ 8358479 w 9590416"/>
                <a:gd name="connsiteY27" fmla="*/ 377072 h 1207550"/>
                <a:gd name="connsiteX28" fmla="*/ 8707729 w 9590416"/>
                <a:gd name="connsiteY28" fmla="*/ 465972 h 1207550"/>
                <a:gd name="connsiteX29" fmla="*/ 9177629 w 9590416"/>
                <a:gd name="connsiteY29" fmla="*/ 326272 h 1207550"/>
                <a:gd name="connsiteX30" fmla="*/ 9577679 w 9590416"/>
                <a:gd name="connsiteY30" fmla="*/ 21472 h 1207550"/>
                <a:gd name="connsiteX31" fmla="*/ 9572374 w 9590416"/>
                <a:gd name="connsiteY31" fmla="*/ 1178974 h 1207550"/>
                <a:gd name="connsiteX32" fmla="*/ 0 w 9590416"/>
                <a:gd name="connsiteY32" fmla="*/ 1207550 h 1207550"/>
                <a:gd name="connsiteX33" fmla="*/ 98425 w 9590416"/>
                <a:gd name="connsiteY33" fmla="*/ 868441 h 1207550"/>
                <a:gd name="connsiteX0" fmla="*/ 98425 w 9594572"/>
                <a:gd name="connsiteY0" fmla="*/ 868441 h 1207550"/>
                <a:gd name="connsiteX1" fmla="*/ 478130 w 9594572"/>
                <a:gd name="connsiteY1" fmla="*/ 904122 h 1207550"/>
                <a:gd name="connsiteX2" fmla="*/ 725780 w 9594572"/>
                <a:gd name="connsiteY2" fmla="*/ 808872 h 1207550"/>
                <a:gd name="connsiteX3" fmla="*/ 916280 w 9594572"/>
                <a:gd name="connsiteY3" fmla="*/ 745372 h 1207550"/>
                <a:gd name="connsiteX4" fmla="*/ 1430630 w 9594572"/>
                <a:gd name="connsiteY4" fmla="*/ 764422 h 1207550"/>
                <a:gd name="connsiteX5" fmla="*/ 1627480 w 9594572"/>
                <a:gd name="connsiteY5" fmla="*/ 808872 h 1207550"/>
                <a:gd name="connsiteX6" fmla="*/ 1792580 w 9594572"/>
                <a:gd name="connsiteY6" fmla="*/ 758072 h 1207550"/>
                <a:gd name="connsiteX7" fmla="*/ 2002130 w 9594572"/>
                <a:gd name="connsiteY7" fmla="*/ 599322 h 1207550"/>
                <a:gd name="connsiteX8" fmla="*/ 2281530 w 9594572"/>
                <a:gd name="connsiteY8" fmla="*/ 472322 h 1207550"/>
                <a:gd name="connsiteX9" fmla="*/ 2637130 w 9594572"/>
                <a:gd name="connsiteY9" fmla="*/ 415172 h 1207550"/>
                <a:gd name="connsiteX10" fmla="*/ 2916530 w 9594572"/>
                <a:gd name="connsiteY10" fmla="*/ 624722 h 1207550"/>
                <a:gd name="connsiteX11" fmla="*/ 3113380 w 9594572"/>
                <a:gd name="connsiteY11" fmla="*/ 910472 h 1207550"/>
                <a:gd name="connsiteX12" fmla="*/ 3437230 w 9594572"/>
                <a:gd name="connsiteY12" fmla="*/ 961272 h 1207550"/>
                <a:gd name="connsiteX13" fmla="*/ 3697580 w 9594572"/>
                <a:gd name="connsiteY13" fmla="*/ 897772 h 1207550"/>
                <a:gd name="connsiteX14" fmla="*/ 3989680 w 9594572"/>
                <a:gd name="connsiteY14" fmla="*/ 846972 h 1207550"/>
                <a:gd name="connsiteX15" fmla="*/ 4440530 w 9594572"/>
                <a:gd name="connsiteY15" fmla="*/ 815222 h 1207550"/>
                <a:gd name="connsiteX16" fmla="*/ 4688180 w 9594572"/>
                <a:gd name="connsiteY16" fmla="*/ 910472 h 1207550"/>
                <a:gd name="connsiteX17" fmla="*/ 4929480 w 9594572"/>
                <a:gd name="connsiteY17" fmla="*/ 732672 h 1207550"/>
                <a:gd name="connsiteX18" fmla="*/ 5075530 w 9594572"/>
                <a:gd name="connsiteY18" fmla="*/ 643772 h 1207550"/>
                <a:gd name="connsiteX19" fmla="*/ 5488280 w 9594572"/>
                <a:gd name="connsiteY19" fmla="*/ 567572 h 1207550"/>
                <a:gd name="connsiteX20" fmla="*/ 5913730 w 9594572"/>
                <a:gd name="connsiteY20" fmla="*/ 688222 h 1207550"/>
                <a:gd name="connsiteX21" fmla="*/ 6243930 w 9594572"/>
                <a:gd name="connsiteY21" fmla="*/ 700922 h 1207550"/>
                <a:gd name="connsiteX22" fmla="*/ 6536030 w 9594572"/>
                <a:gd name="connsiteY22" fmla="*/ 446922 h 1207550"/>
                <a:gd name="connsiteX23" fmla="*/ 7012280 w 9594572"/>
                <a:gd name="connsiteY23" fmla="*/ 313572 h 1207550"/>
                <a:gd name="connsiteX24" fmla="*/ 7374230 w 9594572"/>
                <a:gd name="connsiteY24" fmla="*/ 504072 h 1207550"/>
                <a:gd name="connsiteX25" fmla="*/ 7590130 w 9594572"/>
                <a:gd name="connsiteY25" fmla="*/ 554872 h 1207550"/>
                <a:gd name="connsiteX26" fmla="*/ 7907629 w 9594572"/>
                <a:gd name="connsiteY26" fmla="*/ 281822 h 1207550"/>
                <a:gd name="connsiteX27" fmla="*/ 8358479 w 9594572"/>
                <a:gd name="connsiteY27" fmla="*/ 377072 h 1207550"/>
                <a:gd name="connsiteX28" fmla="*/ 8707729 w 9594572"/>
                <a:gd name="connsiteY28" fmla="*/ 465972 h 1207550"/>
                <a:gd name="connsiteX29" fmla="*/ 9177629 w 9594572"/>
                <a:gd name="connsiteY29" fmla="*/ 326272 h 1207550"/>
                <a:gd name="connsiteX30" fmla="*/ 9577679 w 9594572"/>
                <a:gd name="connsiteY30" fmla="*/ 21472 h 1207550"/>
                <a:gd name="connsiteX31" fmla="*/ 9590866 w 9594572"/>
                <a:gd name="connsiteY31" fmla="*/ 1178974 h 1207550"/>
                <a:gd name="connsiteX32" fmla="*/ 0 w 9594572"/>
                <a:gd name="connsiteY32" fmla="*/ 1207550 h 1207550"/>
                <a:gd name="connsiteX33" fmla="*/ 98425 w 9594572"/>
                <a:gd name="connsiteY33" fmla="*/ 868441 h 1207550"/>
                <a:gd name="connsiteX0" fmla="*/ 98425 w 9590866"/>
                <a:gd name="connsiteY0" fmla="*/ 868441 h 1207550"/>
                <a:gd name="connsiteX1" fmla="*/ 478130 w 9590866"/>
                <a:gd name="connsiteY1" fmla="*/ 904122 h 1207550"/>
                <a:gd name="connsiteX2" fmla="*/ 725780 w 9590866"/>
                <a:gd name="connsiteY2" fmla="*/ 808872 h 1207550"/>
                <a:gd name="connsiteX3" fmla="*/ 916280 w 9590866"/>
                <a:gd name="connsiteY3" fmla="*/ 745372 h 1207550"/>
                <a:gd name="connsiteX4" fmla="*/ 1430630 w 9590866"/>
                <a:gd name="connsiteY4" fmla="*/ 764422 h 1207550"/>
                <a:gd name="connsiteX5" fmla="*/ 1627480 w 9590866"/>
                <a:gd name="connsiteY5" fmla="*/ 808872 h 1207550"/>
                <a:gd name="connsiteX6" fmla="*/ 1792580 w 9590866"/>
                <a:gd name="connsiteY6" fmla="*/ 758072 h 1207550"/>
                <a:gd name="connsiteX7" fmla="*/ 2002130 w 9590866"/>
                <a:gd name="connsiteY7" fmla="*/ 599322 h 1207550"/>
                <a:gd name="connsiteX8" fmla="*/ 2281530 w 9590866"/>
                <a:gd name="connsiteY8" fmla="*/ 472322 h 1207550"/>
                <a:gd name="connsiteX9" fmla="*/ 2637130 w 9590866"/>
                <a:gd name="connsiteY9" fmla="*/ 415172 h 1207550"/>
                <a:gd name="connsiteX10" fmla="*/ 2916530 w 9590866"/>
                <a:gd name="connsiteY10" fmla="*/ 624722 h 1207550"/>
                <a:gd name="connsiteX11" fmla="*/ 3113380 w 9590866"/>
                <a:gd name="connsiteY11" fmla="*/ 910472 h 1207550"/>
                <a:gd name="connsiteX12" fmla="*/ 3437230 w 9590866"/>
                <a:gd name="connsiteY12" fmla="*/ 961272 h 1207550"/>
                <a:gd name="connsiteX13" fmla="*/ 3697580 w 9590866"/>
                <a:gd name="connsiteY13" fmla="*/ 897772 h 1207550"/>
                <a:gd name="connsiteX14" fmla="*/ 3989680 w 9590866"/>
                <a:gd name="connsiteY14" fmla="*/ 846972 h 1207550"/>
                <a:gd name="connsiteX15" fmla="*/ 4440530 w 9590866"/>
                <a:gd name="connsiteY15" fmla="*/ 815222 h 1207550"/>
                <a:gd name="connsiteX16" fmla="*/ 4688180 w 9590866"/>
                <a:gd name="connsiteY16" fmla="*/ 910472 h 1207550"/>
                <a:gd name="connsiteX17" fmla="*/ 4929480 w 9590866"/>
                <a:gd name="connsiteY17" fmla="*/ 732672 h 1207550"/>
                <a:gd name="connsiteX18" fmla="*/ 5075530 w 9590866"/>
                <a:gd name="connsiteY18" fmla="*/ 643772 h 1207550"/>
                <a:gd name="connsiteX19" fmla="*/ 5488280 w 9590866"/>
                <a:gd name="connsiteY19" fmla="*/ 567572 h 1207550"/>
                <a:gd name="connsiteX20" fmla="*/ 5913730 w 9590866"/>
                <a:gd name="connsiteY20" fmla="*/ 688222 h 1207550"/>
                <a:gd name="connsiteX21" fmla="*/ 6243930 w 9590866"/>
                <a:gd name="connsiteY21" fmla="*/ 700922 h 1207550"/>
                <a:gd name="connsiteX22" fmla="*/ 6536030 w 9590866"/>
                <a:gd name="connsiteY22" fmla="*/ 446922 h 1207550"/>
                <a:gd name="connsiteX23" fmla="*/ 7012280 w 9590866"/>
                <a:gd name="connsiteY23" fmla="*/ 313572 h 1207550"/>
                <a:gd name="connsiteX24" fmla="*/ 7374230 w 9590866"/>
                <a:gd name="connsiteY24" fmla="*/ 504072 h 1207550"/>
                <a:gd name="connsiteX25" fmla="*/ 7590130 w 9590866"/>
                <a:gd name="connsiteY25" fmla="*/ 554872 h 1207550"/>
                <a:gd name="connsiteX26" fmla="*/ 7907629 w 9590866"/>
                <a:gd name="connsiteY26" fmla="*/ 281822 h 1207550"/>
                <a:gd name="connsiteX27" fmla="*/ 8358479 w 9590866"/>
                <a:gd name="connsiteY27" fmla="*/ 377072 h 1207550"/>
                <a:gd name="connsiteX28" fmla="*/ 8707729 w 9590866"/>
                <a:gd name="connsiteY28" fmla="*/ 465972 h 1207550"/>
                <a:gd name="connsiteX29" fmla="*/ 9177629 w 9590866"/>
                <a:gd name="connsiteY29" fmla="*/ 326272 h 1207550"/>
                <a:gd name="connsiteX30" fmla="*/ 9577679 w 9590866"/>
                <a:gd name="connsiteY30" fmla="*/ 21472 h 1207550"/>
                <a:gd name="connsiteX31" fmla="*/ 9590866 w 9590866"/>
                <a:gd name="connsiteY31" fmla="*/ 1178974 h 1207550"/>
                <a:gd name="connsiteX32" fmla="*/ 0 w 9590866"/>
                <a:gd name="connsiteY32" fmla="*/ 1207550 h 1207550"/>
                <a:gd name="connsiteX33" fmla="*/ 98425 w 9590866"/>
                <a:gd name="connsiteY33" fmla="*/ 868441 h 1207550"/>
                <a:gd name="connsiteX0" fmla="*/ 98425 w 9591791"/>
                <a:gd name="connsiteY0" fmla="*/ 868441 h 1207550"/>
                <a:gd name="connsiteX1" fmla="*/ 478130 w 9591791"/>
                <a:gd name="connsiteY1" fmla="*/ 904122 h 1207550"/>
                <a:gd name="connsiteX2" fmla="*/ 725780 w 9591791"/>
                <a:gd name="connsiteY2" fmla="*/ 808872 h 1207550"/>
                <a:gd name="connsiteX3" fmla="*/ 916280 w 9591791"/>
                <a:gd name="connsiteY3" fmla="*/ 745372 h 1207550"/>
                <a:gd name="connsiteX4" fmla="*/ 1430630 w 9591791"/>
                <a:gd name="connsiteY4" fmla="*/ 764422 h 1207550"/>
                <a:gd name="connsiteX5" fmla="*/ 1627480 w 9591791"/>
                <a:gd name="connsiteY5" fmla="*/ 808872 h 1207550"/>
                <a:gd name="connsiteX6" fmla="*/ 1792580 w 9591791"/>
                <a:gd name="connsiteY6" fmla="*/ 758072 h 1207550"/>
                <a:gd name="connsiteX7" fmla="*/ 2002130 w 9591791"/>
                <a:gd name="connsiteY7" fmla="*/ 599322 h 1207550"/>
                <a:gd name="connsiteX8" fmla="*/ 2281530 w 9591791"/>
                <a:gd name="connsiteY8" fmla="*/ 472322 h 1207550"/>
                <a:gd name="connsiteX9" fmla="*/ 2637130 w 9591791"/>
                <a:gd name="connsiteY9" fmla="*/ 415172 h 1207550"/>
                <a:gd name="connsiteX10" fmla="*/ 2916530 w 9591791"/>
                <a:gd name="connsiteY10" fmla="*/ 624722 h 1207550"/>
                <a:gd name="connsiteX11" fmla="*/ 3113380 w 9591791"/>
                <a:gd name="connsiteY11" fmla="*/ 910472 h 1207550"/>
                <a:gd name="connsiteX12" fmla="*/ 3437230 w 9591791"/>
                <a:gd name="connsiteY12" fmla="*/ 961272 h 1207550"/>
                <a:gd name="connsiteX13" fmla="*/ 3697580 w 9591791"/>
                <a:gd name="connsiteY13" fmla="*/ 897772 h 1207550"/>
                <a:gd name="connsiteX14" fmla="*/ 3989680 w 9591791"/>
                <a:gd name="connsiteY14" fmla="*/ 846972 h 1207550"/>
                <a:gd name="connsiteX15" fmla="*/ 4440530 w 9591791"/>
                <a:gd name="connsiteY15" fmla="*/ 815222 h 1207550"/>
                <a:gd name="connsiteX16" fmla="*/ 4688180 w 9591791"/>
                <a:gd name="connsiteY16" fmla="*/ 910472 h 1207550"/>
                <a:gd name="connsiteX17" fmla="*/ 4929480 w 9591791"/>
                <a:gd name="connsiteY17" fmla="*/ 732672 h 1207550"/>
                <a:gd name="connsiteX18" fmla="*/ 5075530 w 9591791"/>
                <a:gd name="connsiteY18" fmla="*/ 643772 h 1207550"/>
                <a:gd name="connsiteX19" fmla="*/ 5488280 w 9591791"/>
                <a:gd name="connsiteY19" fmla="*/ 567572 h 1207550"/>
                <a:gd name="connsiteX20" fmla="*/ 5913730 w 9591791"/>
                <a:gd name="connsiteY20" fmla="*/ 688222 h 1207550"/>
                <a:gd name="connsiteX21" fmla="*/ 6243930 w 9591791"/>
                <a:gd name="connsiteY21" fmla="*/ 700922 h 1207550"/>
                <a:gd name="connsiteX22" fmla="*/ 6536030 w 9591791"/>
                <a:gd name="connsiteY22" fmla="*/ 446922 h 1207550"/>
                <a:gd name="connsiteX23" fmla="*/ 7012280 w 9591791"/>
                <a:gd name="connsiteY23" fmla="*/ 313572 h 1207550"/>
                <a:gd name="connsiteX24" fmla="*/ 7374230 w 9591791"/>
                <a:gd name="connsiteY24" fmla="*/ 504072 h 1207550"/>
                <a:gd name="connsiteX25" fmla="*/ 7590130 w 9591791"/>
                <a:gd name="connsiteY25" fmla="*/ 554872 h 1207550"/>
                <a:gd name="connsiteX26" fmla="*/ 7907629 w 9591791"/>
                <a:gd name="connsiteY26" fmla="*/ 281822 h 1207550"/>
                <a:gd name="connsiteX27" fmla="*/ 8358479 w 9591791"/>
                <a:gd name="connsiteY27" fmla="*/ 377072 h 1207550"/>
                <a:gd name="connsiteX28" fmla="*/ 8707729 w 9591791"/>
                <a:gd name="connsiteY28" fmla="*/ 465972 h 1207550"/>
                <a:gd name="connsiteX29" fmla="*/ 9177629 w 9591791"/>
                <a:gd name="connsiteY29" fmla="*/ 326272 h 1207550"/>
                <a:gd name="connsiteX30" fmla="*/ 9577679 w 9591791"/>
                <a:gd name="connsiteY30" fmla="*/ 21472 h 1207550"/>
                <a:gd name="connsiteX31" fmla="*/ 9590866 w 9591791"/>
                <a:gd name="connsiteY31" fmla="*/ 1178974 h 1207550"/>
                <a:gd name="connsiteX32" fmla="*/ 0 w 9591791"/>
                <a:gd name="connsiteY32" fmla="*/ 1207550 h 1207550"/>
                <a:gd name="connsiteX33" fmla="*/ 98425 w 9591791"/>
                <a:gd name="connsiteY33" fmla="*/ 868441 h 1207550"/>
                <a:gd name="connsiteX0" fmla="*/ 98425 w 9592897"/>
                <a:gd name="connsiteY0" fmla="*/ 868441 h 1207550"/>
                <a:gd name="connsiteX1" fmla="*/ 478130 w 9592897"/>
                <a:gd name="connsiteY1" fmla="*/ 904122 h 1207550"/>
                <a:gd name="connsiteX2" fmla="*/ 725780 w 9592897"/>
                <a:gd name="connsiteY2" fmla="*/ 808872 h 1207550"/>
                <a:gd name="connsiteX3" fmla="*/ 916280 w 9592897"/>
                <a:gd name="connsiteY3" fmla="*/ 745372 h 1207550"/>
                <a:gd name="connsiteX4" fmla="*/ 1430630 w 9592897"/>
                <a:gd name="connsiteY4" fmla="*/ 764422 h 1207550"/>
                <a:gd name="connsiteX5" fmla="*/ 1627480 w 9592897"/>
                <a:gd name="connsiteY5" fmla="*/ 808872 h 1207550"/>
                <a:gd name="connsiteX6" fmla="*/ 1792580 w 9592897"/>
                <a:gd name="connsiteY6" fmla="*/ 758072 h 1207550"/>
                <a:gd name="connsiteX7" fmla="*/ 2002130 w 9592897"/>
                <a:gd name="connsiteY7" fmla="*/ 599322 h 1207550"/>
                <a:gd name="connsiteX8" fmla="*/ 2281530 w 9592897"/>
                <a:gd name="connsiteY8" fmla="*/ 472322 h 1207550"/>
                <a:gd name="connsiteX9" fmla="*/ 2637130 w 9592897"/>
                <a:gd name="connsiteY9" fmla="*/ 415172 h 1207550"/>
                <a:gd name="connsiteX10" fmla="*/ 2916530 w 9592897"/>
                <a:gd name="connsiteY10" fmla="*/ 624722 h 1207550"/>
                <a:gd name="connsiteX11" fmla="*/ 3113380 w 9592897"/>
                <a:gd name="connsiteY11" fmla="*/ 910472 h 1207550"/>
                <a:gd name="connsiteX12" fmla="*/ 3437230 w 9592897"/>
                <a:gd name="connsiteY12" fmla="*/ 961272 h 1207550"/>
                <a:gd name="connsiteX13" fmla="*/ 3697580 w 9592897"/>
                <a:gd name="connsiteY13" fmla="*/ 897772 h 1207550"/>
                <a:gd name="connsiteX14" fmla="*/ 3989680 w 9592897"/>
                <a:gd name="connsiteY14" fmla="*/ 846972 h 1207550"/>
                <a:gd name="connsiteX15" fmla="*/ 4440530 w 9592897"/>
                <a:gd name="connsiteY15" fmla="*/ 815222 h 1207550"/>
                <a:gd name="connsiteX16" fmla="*/ 4688180 w 9592897"/>
                <a:gd name="connsiteY16" fmla="*/ 910472 h 1207550"/>
                <a:gd name="connsiteX17" fmla="*/ 4929480 w 9592897"/>
                <a:gd name="connsiteY17" fmla="*/ 732672 h 1207550"/>
                <a:gd name="connsiteX18" fmla="*/ 5075530 w 9592897"/>
                <a:gd name="connsiteY18" fmla="*/ 643772 h 1207550"/>
                <a:gd name="connsiteX19" fmla="*/ 5488280 w 9592897"/>
                <a:gd name="connsiteY19" fmla="*/ 567572 h 1207550"/>
                <a:gd name="connsiteX20" fmla="*/ 5913730 w 9592897"/>
                <a:gd name="connsiteY20" fmla="*/ 688222 h 1207550"/>
                <a:gd name="connsiteX21" fmla="*/ 6243930 w 9592897"/>
                <a:gd name="connsiteY21" fmla="*/ 700922 h 1207550"/>
                <a:gd name="connsiteX22" fmla="*/ 6536030 w 9592897"/>
                <a:gd name="connsiteY22" fmla="*/ 446922 h 1207550"/>
                <a:gd name="connsiteX23" fmla="*/ 7012280 w 9592897"/>
                <a:gd name="connsiteY23" fmla="*/ 313572 h 1207550"/>
                <a:gd name="connsiteX24" fmla="*/ 7374230 w 9592897"/>
                <a:gd name="connsiteY24" fmla="*/ 504072 h 1207550"/>
                <a:gd name="connsiteX25" fmla="*/ 7590130 w 9592897"/>
                <a:gd name="connsiteY25" fmla="*/ 554872 h 1207550"/>
                <a:gd name="connsiteX26" fmla="*/ 7907629 w 9592897"/>
                <a:gd name="connsiteY26" fmla="*/ 281822 h 1207550"/>
                <a:gd name="connsiteX27" fmla="*/ 8358479 w 9592897"/>
                <a:gd name="connsiteY27" fmla="*/ 377072 h 1207550"/>
                <a:gd name="connsiteX28" fmla="*/ 8707729 w 9592897"/>
                <a:gd name="connsiteY28" fmla="*/ 465972 h 1207550"/>
                <a:gd name="connsiteX29" fmla="*/ 9177629 w 9592897"/>
                <a:gd name="connsiteY29" fmla="*/ 326272 h 1207550"/>
                <a:gd name="connsiteX30" fmla="*/ 9577679 w 9592897"/>
                <a:gd name="connsiteY30" fmla="*/ 21472 h 1207550"/>
                <a:gd name="connsiteX31" fmla="*/ 9590866 w 9592897"/>
                <a:gd name="connsiteY31" fmla="*/ 1178974 h 1207550"/>
                <a:gd name="connsiteX32" fmla="*/ 0 w 9592897"/>
                <a:gd name="connsiteY32" fmla="*/ 1207550 h 1207550"/>
                <a:gd name="connsiteX33" fmla="*/ 98425 w 9592897"/>
                <a:gd name="connsiteY33" fmla="*/ 868441 h 1207550"/>
                <a:gd name="connsiteX0" fmla="*/ 98425 w 9598071"/>
                <a:gd name="connsiteY0" fmla="*/ 865467 h 1204576"/>
                <a:gd name="connsiteX1" fmla="*/ 478130 w 9598071"/>
                <a:gd name="connsiteY1" fmla="*/ 901148 h 1204576"/>
                <a:gd name="connsiteX2" fmla="*/ 725780 w 9598071"/>
                <a:gd name="connsiteY2" fmla="*/ 805898 h 1204576"/>
                <a:gd name="connsiteX3" fmla="*/ 916280 w 9598071"/>
                <a:gd name="connsiteY3" fmla="*/ 742398 h 1204576"/>
                <a:gd name="connsiteX4" fmla="*/ 1430630 w 9598071"/>
                <a:gd name="connsiteY4" fmla="*/ 761448 h 1204576"/>
                <a:gd name="connsiteX5" fmla="*/ 1627480 w 9598071"/>
                <a:gd name="connsiteY5" fmla="*/ 805898 h 1204576"/>
                <a:gd name="connsiteX6" fmla="*/ 1792580 w 9598071"/>
                <a:gd name="connsiteY6" fmla="*/ 755098 h 1204576"/>
                <a:gd name="connsiteX7" fmla="*/ 2002130 w 9598071"/>
                <a:gd name="connsiteY7" fmla="*/ 596348 h 1204576"/>
                <a:gd name="connsiteX8" fmla="*/ 2281530 w 9598071"/>
                <a:gd name="connsiteY8" fmla="*/ 469348 h 1204576"/>
                <a:gd name="connsiteX9" fmla="*/ 2637130 w 9598071"/>
                <a:gd name="connsiteY9" fmla="*/ 412198 h 1204576"/>
                <a:gd name="connsiteX10" fmla="*/ 2916530 w 9598071"/>
                <a:gd name="connsiteY10" fmla="*/ 621748 h 1204576"/>
                <a:gd name="connsiteX11" fmla="*/ 3113380 w 9598071"/>
                <a:gd name="connsiteY11" fmla="*/ 907498 h 1204576"/>
                <a:gd name="connsiteX12" fmla="*/ 3437230 w 9598071"/>
                <a:gd name="connsiteY12" fmla="*/ 958298 h 1204576"/>
                <a:gd name="connsiteX13" fmla="*/ 3697580 w 9598071"/>
                <a:gd name="connsiteY13" fmla="*/ 894798 h 1204576"/>
                <a:gd name="connsiteX14" fmla="*/ 3989680 w 9598071"/>
                <a:gd name="connsiteY14" fmla="*/ 843998 h 1204576"/>
                <a:gd name="connsiteX15" fmla="*/ 4440530 w 9598071"/>
                <a:gd name="connsiteY15" fmla="*/ 812248 h 1204576"/>
                <a:gd name="connsiteX16" fmla="*/ 4688180 w 9598071"/>
                <a:gd name="connsiteY16" fmla="*/ 907498 h 1204576"/>
                <a:gd name="connsiteX17" fmla="*/ 4929480 w 9598071"/>
                <a:gd name="connsiteY17" fmla="*/ 729698 h 1204576"/>
                <a:gd name="connsiteX18" fmla="*/ 5075530 w 9598071"/>
                <a:gd name="connsiteY18" fmla="*/ 640798 h 1204576"/>
                <a:gd name="connsiteX19" fmla="*/ 5488280 w 9598071"/>
                <a:gd name="connsiteY19" fmla="*/ 564598 h 1204576"/>
                <a:gd name="connsiteX20" fmla="*/ 5913730 w 9598071"/>
                <a:gd name="connsiteY20" fmla="*/ 685248 h 1204576"/>
                <a:gd name="connsiteX21" fmla="*/ 6243930 w 9598071"/>
                <a:gd name="connsiteY21" fmla="*/ 697948 h 1204576"/>
                <a:gd name="connsiteX22" fmla="*/ 6536030 w 9598071"/>
                <a:gd name="connsiteY22" fmla="*/ 443948 h 1204576"/>
                <a:gd name="connsiteX23" fmla="*/ 7012280 w 9598071"/>
                <a:gd name="connsiteY23" fmla="*/ 310598 h 1204576"/>
                <a:gd name="connsiteX24" fmla="*/ 7374230 w 9598071"/>
                <a:gd name="connsiteY24" fmla="*/ 501098 h 1204576"/>
                <a:gd name="connsiteX25" fmla="*/ 7590130 w 9598071"/>
                <a:gd name="connsiteY25" fmla="*/ 551898 h 1204576"/>
                <a:gd name="connsiteX26" fmla="*/ 7907629 w 9598071"/>
                <a:gd name="connsiteY26" fmla="*/ 278848 h 1204576"/>
                <a:gd name="connsiteX27" fmla="*/ 8358479 w 9598071"/>
                <a:gd name="connsiteY27" fmla="*/ 374098 h 1204576"/>
                <a:gd name="connsiteX28" fmla="*/ 8707729 w 9598071"/>
                <a:gd name="connsiteY28" fmla="*/ 462998 h 1204576"/>
                <a:gd name="connsiteX29" fmla="*/ 9177629 w 9598071"/>
                <a:gd name="connsiteY29" fmla="*/ 323298 h 1204576"/>
                <a:gd name="connsiteX30" fmla="*/ 9585503 w 9598071"/>
                <a:gd name="connsiteY30" fmla="*/ 22087 h 1204576"/>
                <a:gd name="connsiteX31" fmla="*/ 9590866 w 9598071"/>
                <a:gd name="connsiteY31" fmla="*/ 1176000 h 1204576"/>
                <a:gd name="connsiteX32" fmla="*/ 0 w 9598071"/>
                <a:gd name="connsiteY32" fmla="*/ 1204576 h 1204576"/>
                <a:gd name="connsiteX33" fmla="*/ 98425 w 9598071"/>
                <a:gd name="connsiteY33" fmla="*/ 865467 h 1204576"/>
                <a:gd name="connsiteX0" fmla="*/ 98425 w 9601899"/>
                <a:gd name="connsiteY0" fmla="*/ 865467 h 1204576"/>
                <a:gd name="connsiteX1" fmla="*/ 478130 w 9601899"/>
                <a:gd name="connsiteY1" fmla="*/ 901148 h 1204576"/>
                <a:gd name="connsiteX2" fmla="*/ 725780 w 9601899"/>
                <a:gd name="connsiteY2" fmla="*/ 805898 h 1204576"/>
                <a:gd name="connsiteX3" fmla="*/ 916280 w 9601899"/>
                <a:gd name="connsiteY3" fmla="*/ 742398 h 1204576"/>
                <a:gd name="connsiteX4" fmla="*/ 1430630 w 9601899"/>
                <a:gd name="connsiteY4" fmla="*/ 761448 h 1204576"/>
                <a:gd name="connsiteX5" fmla="*/ 1627480 w 9601899"/>
                <a:gd name="connsiteY5" fmla="*/ 805898 h 1204576"/>
                <a:gd name="connsiteX6" fmla="*/ 1792580 w 9601899"/>
                <a:gd name="connsiteY6" fmla="*/ 755098 h 1204576"/>
                <a:gd name="connsiteX7" fmla="*/ 2002130 w 9601899"/>
                <a:gd name="connsiteY7" fmla="*/ 596348 h 1204576"/>
                <a:gd name="connsiteX8" fmla="*/ 2281530 w 9601899"/>
                <a:gd name="connsiteY8" fmla="*/ 469348 h 1204576"/>
                <a:gd name="connsiteX9" fmla="*/ 2637130 w 9601899"/>
                <a:gd name="connsiteY9" fmla="*/ 412198 h 1204576"/>
                <a:gd name="connsiteX10" fmla="*/ 2916530 w 9601899"/>
                <a:gd name="connsiteY10" fmla="*/ 621748 h 1204576"/>
                <a:gd name="connsiteX11" fmla="*/ 3113380 w 9601899"/>
                <a:gd name="connsiteY11" fmla="*/ 907498 h 1204576"/>
                <a:gd name="connsiteX12" fmla="*/ 3437230 w 9601899"/>
                <a:gd name="connsiteY12" fmla="*/ 958298 h 1204576"/>
                <a:gd name="connsiteX13" fmla="*/ 3697580 w 9601899"/>
                <a:gd name="connsiteY13" fmla="*/ 894798 h 1204576"/>
                <a:gd name="connsiteX14" fmla="*/ 3989680 w 9601899"/>
                <a:gd name="connsiteY14" fmla="*/ 843998 h 1204576"/>
                <a:gd name="connsiteX15" fmla="*/ 4440530 w 9601899"/>
                <a:gd name="connsiteY15" fmla="*/ 812248 h 1204576"/>
                <a:gd name="connsiteX16" fmla="*/ 4688180 w 9601899"/>
                <a:gd name="connsiteY16" fmla="*/ 907498 h 1204576"/>
                <a:gd name="connsiteX17" fmla="*/ 4929480 w 9601899"/>
                <a:gd name="connsiteY17" fmla="*/ 729698 h 1204576"/>
                <a:gd name="connsiteX18" fmla="*/ 5075530 w 9601899"/>
                <a:gd name="connsiteY18" fmla="*/ 640798 h 1204576"/>
                <a:gd name="connsiteX19" fmla="*/ 5488280 w 9601899"/>
                <a:gd name="connsiteY19" fmla="*/ 564598 h 1204576"/>
                <a:gd name="connsiteX20" fmla="*/ 5913730 w 9601899"/>
                <a:gd name="connsiteY20" fmla="*/ 685248 h 1204576"/>
                <a:gd name="connsiteX21" fmla="*/ 6243930 w 9601899"/>
                <a:gd name="connsiteY21" fmla="*/ 697948 h 1204576"/>
                <a:gd name="connsiteX22" fmla="*/ 6536030 w 9601899"/>
                <a:gd name="connsiteY22" fmla="*/ 443948 h 1204576"/>
                <a:gd name="connsiteX23" fmla="*/ 7012280 w 9601899"/>
                <a:gd name="connsiteY23" fmla="*/ 310598 h 1204576"/>
                <a:gd name="connsiteX24" fmla="*/ 7374230 w 9601899"/>
                <a:gd name="connsiteY24" fmla="*/ 501098 h 1204576"/>
                <a:gd name="connsiteX25" fmla="*/ 7590130 w 9601899"/>
                <a:gd name="connsiteY25" fmla="*/ 551898 h 1204576"/>
                <a:gd name="connsiteX26" fmla="*/ 7907629 w 9601899"/>
                <a:gd name="connsiteY26" fmla="*/ 278848 h 1204576"/>
                <a:gd name="connsiteX27" fmla="*/ 8358479 w 9601899"/>
                <a:gd name="connsiteY27" fmla="*/ 374098 h 1204576"/>
                <a:gd name="connsiteX28" fmla="*/ 8707729 w 9601899"/>
                <a:gd name="connsiteY28" fmla="*/ 462998 h 1204576"/>
                <a:gd name="connsiteX29" fmla="*/ 9177629 w 9601899"/>
                <a:gd name="connsiteY29" fmla="*/ 323298 h 1204576"/>
                <a:gd name="connsiteX30" fmla="*/ 9589415 w 9601899"/>
                <a:gd name="connsiteY30" fmla="*/ 22087 h 1204576"/>
                <a:gd name="connsiteX31" fmla="*/ 9590866 w 9601899"/>
                <a:gd name="connsiteY31" fmla="*/ 1176000 h 1204576"/>
                <a:gd name="connsiteX32" fmla="*/ 0 w 9601899"/>
                <a:gd name="connsiteY32" fmla="*/ 1204576 h 1204576"/>
                <a:gd name="connsiteX33" fmla="*/ 98425 w 9601899"/>
                <a:gd name="connsiteY33" fmla="*/ 865467 h 1204576"/>
                <a:gd name="connsiteX0" fmla="*/ 98425 w 9601901"/>
                <a:gd name="connsiteY0" fmla="*/ 865467 h 1204576"/>
                <a:gd name="connsiteX1" fmla="*/ 478130 w 9601901"/>
                <a:gd name="connsiteY1" fmla="*/ 901148 h 1204576"/>
                <a:gd name="connsiteX2" fmla="*/ 725780 w 9601901"/>
                <a:gd name="connsiteY2" fmla="*/ 805898 h 1204576"/>
                <a:gd name="connsiteX3" fmla="*/ 916280 w 9601901"/>
                <a:gd name="connsiteY3" fmla="*/ 742398 h 1204576"/>
                <a:gd name="connsiteX4" fmla="*/ 1430630 w 9601901"/>
                <a:gd name="connsiteY4" fmla="*/ 761448 h 1204576"/>
                <a:gd name="connsiteX5" fmla="*/ 1627480 w 9601901"/>
                <a:gd name="connsiteY5" fmla="*/ 805898 h 1204576"/>
                <a:gd name="connsiteX6" fmla="*/ 1792580 w 9601901"/>
                <a:gd name="connsiteY6" fmla="*/ 755098 h 1204576"/>
                <a:gd name="connsiteX7" fmla="*/ 2002130 w 9601901"/>
                <a:gd name="connsiteY7" fmla="*/ 596348 h 1204576"/>
                <a:gd name="connsiteX8" fmla="*/ 2281530 w 9601901"/>
                <a:gd name="connsiteY8" fmla="*/ 469348 h 1204576"/>
                <a:gd name="connsiteX9" fmla="*/ 2637130 w 9601901"/>
                <a:gd name="connsiteY9" fmla="*/ 412198 h 1204576"/>
                <a:gd name="connsiteX10" fmla="*/ 2916530 w 9601901"/>
                <a:gd name="connsiteY10" fmla="*/ 621748 h 1204576"/>
                <a:gd name="connsiteX11" fmla="*/ 3113380 w 9601901"/>
                <a:gd name="connsiteY11" fmla="*/ 907498 h 1204576"/>
                <a:gd name="connsiteX12" fmla="*/ 3437230 w 9601901"/>
                <a:gd name="connsiteY12" fmla="*/ 958298 h 1204576"/>
                <a:gd name="connsiteX13" fmla="*/ 3697580 w 9601901"/>
                <a:gd name="connsiteY13" fmla="*/ 894798 h 1204576"/>
                <a:gd name="connsiteX14" fmla="*/ 3989680 w 9601901"/>
                <a:gd name="connsiteY14" fmla="*/ 843998 h 1204576"/>
                <a:gd name="connsiteX15" fmla="*/ 4440530 w 9601901"/>
                <a:gd name="connsiteY15" fmla="*/ 812248 h 1204576"/>
                <a:gd name="connsiteX16" fmla="*/ 4688180 w 9601901"/>
                <a:gd name="connsiteY16" fmla="*/ 907498 h 1204576"/>
                <a:gd name="connsiteX17" fmla="*/ 4929480 w 9601901"/>
                <a:gd name="connsiteY17" fmla="*/ 729698 h 1204576"/>
                <a:gd name="connsiteX18" fmla="*/ 5075530 w 9601901"/>
                <a:gd name="connsiteY18" fmla="*/ 640798 h 1204576"/>
                <a:gd name="connsiteX19" fmla="*/ 5488280 w 9601901"/>
                <a:gd name="connsiteY19" fmla="*/ 564598 h 1204576"/>
                <a:gd name="connsiteX20" fmla="*/ 5913730 w 9601901"/>
                <a:gd name="connsiteY20" fmla="*/ 685248 h 1204576"/>
                <a:gd name="connsiteX21" fmla="*/ 6243930 w 9601901"/>
                <a:gd name="connsiteY21" fmla="*/ 697948 h 1204576"/>
                <a:gd name="connsiteX22" fmla="*/ 6536030 w 9601901"/>
                <a:gd name="connsiteY22" fmla="*/ 443948 h 1204576"/>
                <a:gd name="connsiteX23" fmla="*/ 7012280 w 9601901"/>
                <a:gd name="connsiteY23" fmla="*/ 310598 h 1204576"/>
                <a:gd name="connsiteX24" fmla="*/ 7374230 w 9601901"/>
                <a:gd name="connsiteY24" fmla="*/ 501098 h 1204576"/>
                <a:gd name="connsiteX25" fmla="*/ 7590130 w 9601901"/>
                <a:gd name="connsiteY25" fmla="*/ 551898 h 1204576"/>
                <a:gd name="connsiteX26" fmla="*/ 7907629 w 9601901"/>
                <a:gd name="connsiteY26" fmla="*/ 278848 h 1204576"/>
                <a:gd name="connsiteX27" fmla="*/ 8358479 w 9601901"/>
                <a:gd name="connsiteY27" fmla="*/ 374098 h 1204576"/>
                <a:gd name="connsiteX28" fmla="*/ 8707729 w 9601901"/>
                <a:gd name="connsiteY28" fmla="*/ 462998 h 1204576"/>
                <a:gd name="connsiteX29" fmla="*/ 9177629 w 9601901"/>
                <a:gd name="connsiteY29" fmla="*/ 323298 h 1204576"/>
                <a:gd name="connsiteX30" fmla="*/ 9589415 w 9601901"/>
                <a:gd name="connsiteY30" fmla="*/ 22087 h 1204576"/>
                <a:gd name="connsiteX31" fmla="*/ 9594778 w 9601901"/>
                <a:gd name="connsiteY31" fmla="*/ 1176000 h 1204576"/>
                <a:gd name="connsiteX32" fmla="*/ 0 w 9601901"/>
                <a:gd name="connsiteY32" fmla="*/ 1204576 h 1204576"/>
                <a:gd name="connsiteX33" fmla="*/ 98425 w 9601901"/>
                <a:gd name="connsiteY33" fmla="*/ 865467 h 1204576"/>
                <a:gd name="connsiteX0" fmla="*/ 98425 w 9601899"/>
                <a:gd name="connsiteY0" fmla="*/ 865467 h 1204576"/>
                <a:gd name="connsiteX1" fmla="*/ 478130 w 9601899"/>
                <a:gd name="connsiteY1" fmla="*/ 901148 h 1204576"/>
                <a:gd name="connsiteX2" fmla="*/ 725780 w 9601899"/>
                <a:gd name="connsiteY2" fmla="*/ 805898 h 1204576"/>
                <a:gd name="connsiteX3" fmla="*/ 916280 w 9601899"/>
                <a:gd name="connsiteY3" fmla="*/ 742398 h 1204576"/>
                <a:gd name="connsiteX4" fmla="*/ 1430630 w 9601899"/>
                <a:gd name="connsiteY4" fmla="*/ 761448 h 1204576"/>
                <a:gd name="connsiteX5" fmla="*/ 1627480 w 9601899"/>
                <a:gd name="connsiteY5" fmla="*/ 805898 h 1204576"/>
                <a:gd name="connsiteX6" fmla="*/ 1792580 w 9601899"/>
                <a:gd name="connsiteY6" fmla="*/ 755098 h 1204576"/>
                <a:gd name="connsiteX7" fmla="*/ 2002130 w 9601899"/>
                <a:gd name="connsiteY7" fmla="*/ 596348 h 1204576"/>
                <a:gd name="connsiteX8" fmla="*/ 2281530 w 9601899"/>
                <a:gd name="connsiteY8" fmla="*/ 469348 h 1204576"/>
                <a:gd name="connsiteX9" fmla="*/ 2637130 w 9601899"/>
                <a:gd name="connsiteY9" fmla="*/ 412198 h 1204576"/>
                <a:gd name="connsiteX10" fmla="*/ 2916530 w 9601899"/>
                <a:gd name="connsiteY10" fmla="*/ 621748 h 1204576"/>
                <a:gd name="connsiteX11" fmla="*/ 3113380 w 9601899"/>
                <a:gd name="connsiteY11" fmla="*/ 907498 h 1204576"/>
                <a:gd name="connsiteX12" fmla="*/ 3437230 w 9601899"/>
                <a:gd name="connsiteY12" fmla="*/ 958298 h 1204576"/>
                <a:gd name="connsiteX13" fmla="*/ 3697580 w 9601899"/>
                <a:gd name="connsiteY13" fmla="*/ 894798 h 1204576"/>
                <a:gd name="connsiteX14" fmla="*/ 3989680 w 9601899"/>
                <a:gd name="connsiteY14" fmla="*/ 843998 h 1204576"/>
                <a:gd name="connsiteX15" fmla="*/ 4440530 w 9601899"/>
                <a:gd name="connsiteY15" fmla="*/ 812248 h 1204576"/>
                <a:gd name="connsiteX16" fmla="*/ 4688180 w 9601899"/>
                <a:gd name="connsiteY16" fmla="*/ 907498 h 1204576"/>
                <a:gd name="connsiteX17" fmla="*/ 4929480 w 9601899"/>
                <a:gd name="connsiteY17" fmla="*/ 729698 h 1204576"/>
                <a:gd name="connsiteX18" fmla="*/ 5075530 w 9601899"/>
                <a:gd name="connsiteY18" fmla="*/ 640798 h 1204576"/>
                <a:gd name="connsiteX19" fmla="*/ 5488280 w 9601899"/>
                <a:gd name="connsiteY19" fmla="*/ 564598 h 1204576"/>
                <a:gd name="connsiteX20" fmla="*/ 5913730 w 9601899"/>
                <a:gd name="connsiteY20" fmla="*/ 685248 h 1204576"/>
                <a:gd name="connsiteX21" fmla="*/ 6243930 w 9601899"/>
                <a:gd name="connsiteY21" fmla="*/ 697948 h 1204576"/>
                <a:gd name="connsiteX22" fmla="*/ 6536030 w 9601899"/>
                <a:gd name="connsiteY22" fmla="*/ 443948 h 1204576"/>
                <a:gd name="connsiteX23" fmla="*/ 7012280 w 9601899"/>
                <a:gd name="connsiteY23" fmla="*/ 310598 h 1204576"/>
                <a:gd name="connsiteX24" fmla="*/ 7374230 w 9601899"/>
                <a:gd name="connsiteY24" fmla="*/ 501098 h 1204576"/>
                <a:gd name="connsiteX25" fmla="*/ 7590130 w 9601899"/>
                <a:gd name="connsiteY25" fmla="*/ 551898 h 1204576"/>
                <a:gd name="connsiteX26" fmla="*/ 7907629 w 9601899"/>
                <a:gd name="connsiteY26" fmla="*/ 278848 h 1204576"/>
                <a:gd name="connsiteX27" fmla="*/ 8358479 w 9601899"/>
                <a:gd name="connsiteY27" fmla="*/ 374098 h 1204576"/>
                <a:gd name="connsiteX28" fmla="*/ 8707729 w 9601899"/>
                <a:gd name="connsiteY28" fmla="*/ 462998 h 1204576"/>
                <a:gd name="connsiteX29" fmla="*/ 9177629 w 9601899"/>
                <a:gd name="connsiteY29" fmla="*/ 323298 h 1204576"/>
                <a:gd name="connsiteX30" fmla="*/ 9589415 w 9601899"/>
                <a:gd name="connsiteY30" fmla="*/ 22087 h 1204576"/>
                <a:gd name="connsiteX31" fmla="*/ 9594778 w 9601899"/>
                <a:gd name="connsiteY31" fmla="*/ 1176000 h 1204576"/>
                <a:gd name="connsiteX32" fmla="*/ 0 w 9601899"/>
                <a:gd name="connsiteY32" fmla="*/ 1204576 h 1204576"/>
                <a:gd name="connsiteX33" fmla="*/ 98425 w 9601899"/>
                <a:gd name="connsiteY33" fmla="*/ 865467 h 1204576"/>
                <a:gd name="connsiteX0" fmla="*/ 98425 w 9601901"/>
                <a:gd name="connsiteY0" fmla="*/ 865467 h 1204576"/>
                <a:gd name="connsiteX1" fmla="*/ 478130 w 9601901"/>
                <a:gd name="connsiteY1" fmla="*/ 901148 h 1204576"/>
                <a:gd name="connsiteX2" fmla="*/ 725780 w 9601901"/>
                <a:gd name="connsiteY2" fmla="*/ 805898 h 1204576"/>
                <a:gd name="connsiteX3" fmla="*/ 916280 w 9601901"/>
                <a:gd name="connsiteY3" fmla="*/ 742398 h 1204576"/>
                <a:gd name="connsiteX4" fmla="*/ 1430630 w 9601901"/>
                <a:gd name="connsiteY4" fmla="*/ 761448 h 1204576"/>
                <a:gd name="connsiteX5" fmla="*/ 1627480 w 9601901"/>
                <a:gd name="connsiteY5" fmla="*/ 805898 h 1204576"/>
                <a:gd name="connsiteX6" fmla="*/ 1792580 w 9601901"/>
                <a:gd name="connsiteY6" fmla="*/ 755098 h 1204576"/>
                <a:gd name="connsiteX7" fmla="*/ 2002130 w 9601901"/>
                <a:gd name="connsiteY7" fmla="*/ 596348 h 1204576"/>
                <a:gd name="connsiteX8" fmla="*/ 2281530 w 9601901"/>
                <a:gd name="connsiteY8" fmla="*/ 469348 h 1204576"/>
                <a:gd name="connsiteX9" fmla="*/ 2637130 w 9601901"/>
                <a:gd name="connsiteY9" fmla="*/ 412198 h 1204576"/>
                <a:gd name="connsiteX10" fmla="*/ 2916530 w 9601901"/>
                <a:gd name="connsiteY10" fmla="*/ 621748 h 1204576"/>
                <a:gd name="connsiteX11" fmla="*/ 3113380 w 9601901"/>
                <a:gd name="connsiteY11" fmla="*/ 907498 h 1204576"/>
                <a:gd name="connsiteX12" fmla="*/ 3437230 w 9601901"/>
                <a:gd name="connsiteY12" fmla="*/ 958298 h 1204576"/>
                <a:gd name="connsiteX13" fmla="*/ 3697580 w 9601901"/>
                <a:gd name="connsiteY13" fmla="*/ 894798 h 1204576"/>
                <a:gd name="connsiteX14" fmla="*/ 3989680 w 9601901"/>
                <a:gd name="connsiteY14" fmla="*/ 843998 h 1204576"/>
                <a:gd name="connsiteX15" fmla="*/ 4440530 w 9601901"/>
                <a:gd name="connsiteY15" fmla="*/ 812248 h 1204576"/>
                <a:gd name="connsiteX16" fmla="*/ 4688180 w 9601901"/>
                <a:gd name="connsiteY16" fmla="*/ 907498 h 1204576"/>
                <a:gd name="connsiteX17" fmla="*/ 4929480 w 9601901"/>
                <a:gd name="connsiteY17" fmla="*/ 729698 h 1204576"/>
                <a:gd name="connsiteX18" fmla="*/ 5075530 w 9601901"/>
                <a:gd name="connsiteY18" fmla="*/ 640798 h 1204576"/>
                <a:gd name="connsiteX19" fmla="*/ 5488280 w 9601901"/>
                <a:gd name="connsiteY19" fmla="*/ 564598 h 1204576"/>
                <a:gd name="connsiteX20" fmla="*/ 5913730 w 9601901"/>
                <a:gd name="connsiteY20" fmla="*/ 685248 h 1204576"/>
                <a:gd name="connsiteX21" fmla="*/ 6243930 w 9601901"/>
                <a:gd name="connsiteY21" fmla="*/ 697948 h 1204576"/>
                <a:gd name="connsiteX22" fmla="*/ 6536030 w 9601901"/>
                <a:gd name="connsiteY22" fmla="*/ 443948 h 1204576"/>
                <a:gd name="connsiteX23" fmla="*/ 7012280 w 9601901"/>
                <a:gd name="connsiteY23" fmla="*/ 310598 h 1204576"/>
                <a:gd name="connsiteX24" fmla="*/ 7374230 w 9601901"/>
                <a:gd name="connsiteY24" fmla="*/ 501098 h 1204576"/>
                <a:gd name="connsiteX25" fmla="*/ 7590130 w 9601901"/>
                <a:gd name="connsiteY25" fmla="*/ 551898 h 1204576"/>
                <a:gd name="connsiteX26" fmla="*/ 7907629 w 9601901"/>
                <a:gd name="connsiteY26" fmla="*/ 278848 h 1204576"/>
                <a:gd name="connsiteX27" fmla="*/ 8358479 w 9601901"/>
                <a:gd name="connsiteY27" fmla="*/ 374098 h 1204576"/>
                <a:gd name="connsiteX28" fmla="*/ 8707729 w 9601901"/>
                <a:gd name="connsiteY28" fmla="*/ 462998 h 1204576"/>
                <a:gd name="connsiteX29" fmla="*/ 9177629 w 9601901"/>
                <a:gd name="connsiteY29" fmla="*/ 323298 h 1204576"/>
                <a:gd name="connsiteX30" fmla="*/ 9589415 w 9601901"/>
                <a:gd name="connsiteY30" fmla="*/ 22087 h 1204576"/>
                <a:gd name="connsiteX31" fmla="*/ 9598692 w 9601901"/>
                <a:gd name="connsiteY31" fmla="*/ 1176000 h 1204576"/>
                <a:gd name="connsiteX32" fmla="*/ 0 w 9601901"/>
                <a:gd name="connsiteY32" fmla="*/ 1204576 h 1204576"/>
                <a:gd name="connsiteX33" fmla="*/ 98425 w 9601901"/>
                <a:gd name="connsiteY33" fmla="*/ 865467 h 1204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9601901" h="1204576">
                  <a:moveTo>
                    <a:pt x="98425" y="865467"/>
                  </a:moveTo>
                  <a:cubicBezTo>
                    <a:pt x="328710" y="730252"/>
                    <a:pt x="425645" y="849038"/>
                    <a:pt x="478130" y="901148"/>
                  </a:cubicBezTo>
                  <a:cubicBezTo>
                    <a:pt x="537397" y="822831"/>
                    <a:pt x="641113" y="763565"/>
                    <a:pt x="725780" y="805898"/>
                  </a:cubicBezTo>
                  <a:cubicBezTo>
                    <a:pt x="757530" y="691598"/>
                    <a:pt x="846430" y="697948"/>
                    <a:pt x="916280" y="742398"/>
                  </a:cubicBezTo>
                  <a:cubicBezTo>
                    <a:pt x="1142763" y="503215"/>
                    <a:pt x="1375597" y="613281"/>
                    <a:pt x="1430630" y="761448"/>
                  </a:cubicBezTo>
                  <a:cubicBezTo>
                    <a:pt x="1521647" y="666198"/>
                    <a:pt x="1587263" y="729698"/>
                    <a:pt x="1627480" y="805898"/>
                  </a:cubicBezTo>
                  <a:cubicBezTo>
                    <a:pt x="1661347" y="738165"/>
                    <a:pt x="1726963" y="752981"/>
                    <a:pt x="1792580" y="755098"/>
                  </a:cubicBezTo>
                  <a:cubicBezTo>
                    <a:pt x="1796813" y="560365"/>
                    <a:pt x="1902647" y="587881"/>
                    <a:pt x="2002130" y="596348"/>
                  </a:cubicBezTo>
                  <a:cubicBezTo>
                    <a:pt x="2008480" y="551898"/>
                    <a:pt x="2110080" y="361398"/>
                    <a:pt x="2281530" y="469348"/>
                  </a:cubicBezTo>
                  <a:cubicBezTo>
                    <a:pt x="2330213" y="225931"/>
                    <a:pt x="2620197" y="300015"/>
                    <a:pt x="2637130" y="412198"/>
                  </a:cubicBezTo>
                  <a:cubicBezTo>
                    <a:pt x="2778947" y="340231"/>
                    <a:pt x="3009663" y="446065"/>
                    <a:pt x="2916530" y="621748"/>
                  </a:cubicBezTo>
                  <a:cubicBezTo>
                    <a:pt x="3111263" y="617515"/>
                    <a:pt x="3128197" y="791081"/>
                    <a:pt x="3113380" y="907498"/>
                  </a:cubicBezTo>
                  <a:cubicBezTo>
                    <a:pt x="3193813" y="843998"/>
                    <a:pt x="3350447" y="805898"/>
                    <a:pt x="3437230" y="958298"/>
                  </a:cubicBezTo>
                  <a:cubicBezTo>
                    <a:pt x="3475330" y="924431"/>
                    <a:pt x="3589630" y="782615"/>
                    <a:pt x="3697580" y="894798"/>
                  </a:cubicBezTo>
                  <a:cubicBezTo>
                    <a:pt x="3769547" y="750865"/>
                    <a:pt x="3936763" y="759331"/>
                    <a:pt x="3989680" y="843998"/>
                  </a:cubicBezTo>
                  <a:cubicBezTo>
                    <a:pt x="4148430" y="547665"/>
                    <a:pt x="4434180" y="645031"/>
                    <a:pt x="4440530" y="812248"/>
                  </a:cubicBezTo>
                  <a:cubicBezTo>
                    <a:pt x="4605630" y="748748"/>
                    <a:pt x="4662780" y="869398"/>
                    <a:pt x="4688180" y="907498"/>
                  </a:cubicBezTo>
                  <a:cubicBezTo>
                    <a:pt x="4686063" y="712765"/>
                    <a:pt x="4849047" y="721231"/>
                    <a:pt x="4929480" y="729698"/>
                  </a:cubicBezTo>
                  <a:cubicBezTo>
                    <a:pt x="4912547" y="670431"/>
                    <a:pt x="4927363" y="573065"/>
                    <a:pt x="5075530" y="640798"/>
                  </a:cubicBezTo>
                  <a:cubicBezTo>
                    <a:pt x="5086113" y="431248"/>
                    <a:pt x="5363397" y="405848"/>
                    <a:pt x="5488280" y="564598"/>
                  </a:cubicBezTo>
                  <a:cubicBezTo>
                    <a:pt x="5575063" y="399498"/>
                    <a:pt x="5915847" y="424898"/>
                    <a:pt x="5913730" y="685248"/>
                  </a:cubicBezTo>
                  <a:cubicBezTo>
                    <a:pt x="6023797" y="560365"/>
                    <a:pt x="6178313" y="587881"/>
                    <a:pt x="6243930" y="697948"/>
                  </a:cubicBezTo>
                  <a:cubicBezTo>
                    <a:pt x="6220647" y="314831"/>
                    <a:pt x="6451363" y="363515"/>
                    <a:pt x="6536030" y="443948"/>
                  </a:cubicBezTo>
                  <a:cubicBezTo>
                    <a:pt x="6459830" y="65065"/>
                    <a:pt x="6967830" y="143381"/>
                    <a:pt x="7012280" y="310598"/>
                  </a:cubicBezTo>
                  <a:cubicBezTo>
                    <a:pt x="7143513" y="213231"/>
                    <a:pt x="7344597" y="363515"/>
                    <a:pt x="7374230" y="501098"/>
                  </a:cubicBezTo>
                  <a:cubicBezTo>
                    <a:pt x="7441963" y="477815"/>
                    <a:pt x="7566847" y="410081"/>
                    <a:pt x="7590130" y="551898"/>
                  </a:cubicBezTo>
                  <a:cubicBezTo>
                    <a:pt x="7513930" y="251331"/>
                    <a:pt x="7945729" y="223815"/>
                    <a:pt x="7907629" y="278848"/>
                  </a:cubicBezTo>
                  <a:cubicBezTo>
                    <a:pt x="8049446" y="62948"/>
                    <a:pt x="8445262" y="247098"/>
                    <a:pt x="8358479" y="374098"/>
                  </a:cubicBezTo>
                  <a:cubicBezTo>
                    <a:pt x="8629412" y="244981"/>
                    <a:pt x="8709846" y="427015"/>
                    <a:pt x="8707729" y="462998"/>
                  </a:cubicBezTo>
                  <a:cubicBezTo>
                    <a:pt x="8915162" y="173015"/>
                    <a:pt x="9243246" y="283081"/>
                    <a:pt x="9177629" y="323298"/>
                  </a:cubicBezTo>
                  <a:cubicBezTo>
                    <a:pt x="9160696" y="-21719"/>
                    <a:pt x="9688898" y="-26596"/>
                    <a:pt x="9589415" y="22087"/>
                  </a:cubicBezTo>
                  <a:cubicBezTo>
                    <a:pt x="9598080" y="592024"/>
                    <a:pt x="9605372" y="1003167"/>
                    <a:pt x="9598692" y="1176000"/>
                  </a:cubicBezTo>
                  <a:lnTo>
                    <a:pt x="0" y="1204576"/>
                  </a:lnTo>
                  <a:cubicBezTo>
                    <a:pt x="32808" y="1091540"/>
                    <a:pt x="-10583" y="645128"/>
                    <a:pt x="98425" y="865467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4548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DBA305B-660D-683A-CF80-4DFAA8E16ED4}"/>
              </a:ext>
            </a:extLst>
          </p:cNvPr>
          <p:cNvGrpSpPr/>
          <p:nvPr/>
        </p:nvGrpSpPr>
        <p:grpSpPr>
          <a:xfrm>
            <a:off x="394302" y="2420461"/>
            <a:ext cx="416628" cy="309696"/>
            <a:chOff x="9273398" y="3850545"/>
            <a:chExt cx="1374936" cy="1022045"/>
          </a:xfrm>
          <a:noFill/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E3E5E4C-4F45-2622-4F06-18353CE3E642}"/>
                </a:ext>
              </a:extLst>
            </p:cNvPr>
            <p:cNvSpPr/>
            <p:nvPr/>
          </p:nvSpPr>
          <p:spPr>
            <a:xfrm flipV="1">
              <a:off x="10464913" y="4689169"/>
              <a:ext cx="183421" cy="183421"/>
            </a:xfrm>
            <a:prstGeom prst="ellipse">
              <a:avLst/>
            </a:prstGeom>
            <a:grpFill/>
            <a:ln w="12700" cap="flat" cmpd="sng" algn="ctr">
              <a:solidFill>
                <a:sysClr val="windowText" lastClr="000000">
                  <a:alpha val="98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3DD6803-B0A5-CAD6-D193-7F613AAF8FA6}"/>
                </a:ext>
              </a:extLst>
            </p:cNvPr>
            <p:cNvSpPr/>
            <p:nvPr/>
          </p:nvSpPr>
          <p:spPr>
            <a:xfrm flipV="1">
              <a:off x="9898690" y="4299528"/>
              <a:ext cx="340034" cy="340034"/>
            </a:xfrm>
            <a:prstGeom prst="ellipse">
              <a:avLst/>
            </a:prstGeom>
            <a:grpFill/>
            <a:ln w="12700" cap="flat" cmpd="sng" algn="ctr">
              <a:solidFill>
                <a:sysClr val="windowText" lastClr="000000">
                  <a:alpha val="98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E7D1BF5-6194-4F9A-D4BC-D2C351CA7FC3}"/>
                </a:ext>
              </a:extLst>
            </p:cNvPr>
            <p:cNvSpPr/>
            <p:nvPr/>
          </p:nvSpPr>
          <p:spPr>
            <a:xfrm flipV="1">
              <a:off x="9273398" y="3850545"/>
              <a:ext cx="434384" cy="434384"/>
            </a:xfrm>
            <a:prstGeom prst="ellipse">
              <a:avLst/>
            </a:prstGeom>
            <a:grpFill/>
            <a:ln w="12700" cap="flat" cmpd="sng" algn="ctr">
              <a:solidFill>
                <a:sysClr val="windowText" lastClr="000000">
                  <a:alpha val="98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F14B1FA-80A8-6BAC-B602-6A26B69FC57C}"/>
              </a:ext>
            </a:extLst>
          </p:cNvPr>
          <p:cNvGrpSpPr/>
          <p:nvPr/>
        </p:nvGrpSpPr>
        <p:grpSpPr>
          <a:xfrm>
            <a:off x="918987" y="456547"/>
            <a:ext cx="8737365" cy="5363665"/>
            <a:chOff x="2595778" y="3283399"/>
            <a:chExt cx="5291341" cy="3248229"/>
          </a:xfrm>
        </p:grpSpPr>
        <p:sp>
          <p:nvSpPr>
            <p:cNvPr id="21" name="Oval 77">
              <a:extLst>
                <a:ext uri="{FF2B5EF4-FFF2-40B4-BE49-F238E27FC236}">
                  <a16:creationId xmlns:a16="http://schemas.microsoft.com/office/drawing/2014/main" id="{5C3FCE42-F67F-B243-0F52-C4A56E016A28}"/>
                </a:ext>
              </a:extLst>
            </p:cNvPr>
            <p:cNvSpPr/>
            <p:nvPr/>
          </p:nvSpPr>
          <p:spPr>
            <a:xfrm rot="4198079">
              <a:off x="4950112" y="5700951"/>
              <a:ext cx="704614" cy="956740"/>
            </a:xfrm>
            <a:custGeom>
              <a:avLst/>
              <a:gdLst>
                <a:gd name="connsiteX0" fmla="*/ 0 w 1133776"/>
                <a:gd name="connsiteY0" fmla="*/ 956090 h 1912179"/>
                <a:gd name="connsiteX1" fmla="*/ 566888 w 1133776"/>
                <a:gd name="connsiteY1" fmla="*/ 0 h 1912179"/>
                <a:gd name="connsiteX2" fmla="*/ 1133776 w 1133776"/>
                <a:gd name="connsiteY2" fmla="*/ 956090 h 1912179"/>
                <a:gd name="connsiteX3" fmla="*/ 566888 w 1133776"/>
                <a:gd name="connsiteY3" fmla="*/ 1912180 h 1912179"/>
                <a:gd name="connsiteX4" fmla="*/ 0 w 1133776"/>
                <a:gd name="connsiteY4" fmla="*/ 956090 h 1912179"/>
                <a:gd name="connsiteX0" fmla="*/ 27690 w 1502628"/>
                <a:gd name="connsiteY0" fmla="*/ 1476790 h 2432880"/>
                <a:gd name="connsiteX1" fmla="*/ 1407378 w 1502628"/>
                <a:gd name="connsiteY1" fmla="*/ 0 h 2432880"/>
                <a:gd name="connsiteX2" fmla="*/ 1161466 w 1502628"/>
                <a:gd name="connsiteY2" fmla="*/ 1476790 h 2432880"/>
                <a:gd name="connsiteX3" fmla="*/ 594578 w 1502628"/>
                <a:gd name="connsiteY3" fmla="*/ 2432880 h 2432880"/>
                <a:gd name="connsiteX4" fmla="*/ 27690 w 1502628"/>
                <a:gd name="connsiteY4" fmla="*/ 1476790 h 2432880"/>
                <a:gd name="connsiteX0" fmla="*/ 27690 w 1544141"/>
                <a:gd name="connsiteY0" fmla="*/ 1476914 h 2433004"/>
                <a:gd name="connsiteX1" fmla="*/ 1407378 w 1544141"/>
                <a:gd name="connsiteY1" fmla="*/ 124 h 2433004"/>
                <a:gd name="connsiteX2" fmla="*/ 1161466 w 1544141"/>
                <a:gd name="connsiteY2" fmla="*/ 1476914 h 2433004"/>
                <a:gd name="connsiteX3" fmla="*/ 594578 w 1544141"/>
                <a:gd name="connsiteY3" fmla="*/ 2433004 h 2433004"/>
                <a:gd name="connsiteX4" fmla="*/ 27690 w 1544141"/>
                <a:gd name="connsiteY4" fmla="*/ 1476914 h 2433004"/>
                <a:gd name="connsiteX0" fmla="*/ 297412 w 1813863"/>
                <a:gd name="connsiteY0" fmla="*/ 1522727 h 2733938"/>
                <a:gd name="connsiteX1" fmla="*/ 1677100 w 1813863"/>
                <a:gd name="connsiteY1" fmla="*/ 45937 h 2733938"/>
                <a:gd name="connsiteX2" fmla="*/ 1431188 w 1813863"/>
                <a:gd name="connsiteY2" fmla="*/ 1522727 h 2733938"/>
                <a:gd name="connsiteX3" fmla="*/ 864300 w 1813863"/>
                <a:gd name="connsiteY3" fmla="*/ 2478817 h 2733938"/>
                <a:gd name="connsiteX4" fmla="*/ 297412 w 1813863"/>
                <a:gd name="connsiteY4" fmla="*/ 1522727 h 2733938"/>
                <a:gd name="connsiteX0" fmla="*/ 270970 w 1765590"/>
                <a:gd name="connsiteY0" fmla="*/ 1486823 h 2725994"/>
                <a:gd name="connsiteX1" fmla="*/ 1714158 w 1765590"/>
                <a:gd name="connsiteY1" fmla="*/ 73533 h 2725994"/>
                <a:gd name="connsiteX2" fmla="*/ 1468246 w 1765590"/>
                <a:gd name="connsiteY2" fmla="*/ 1550323 h 2725994"/>
                <a:gd name="connsiteX3" fmla="*/ 901358 w 1765590"/>
                <a:gd name="connsiteY3" fmla="*/ 2506413 h 2725994"/>
                <a:gd name="connsiteX4" fmla="*/ 270970 w 1765590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2045439"/>
                <a:gd name="connsiteY0" fmla="*/ 1439877 h 2679048"/>
                <a:gd name="connsiteX1" fmla="*/ 1714158 w 2045439"/>
                <a:gd name="connsiteY1" fmla="*/ 26587 h 2679048"/>
                <a:gd name="connsiteX2" fmla="*/ 2034513 w 2045439"/>
                <a:gd name="connsiteY2" fmla="*/ 866936 h 2679048"/>
                <a:gd name="connsiteX3" fmla="*/ 1468246 w 2045439"/>
                <a:gd name="connsiteY3" fmla="*/ 1503377 h 2679048"/>
                <a:gd name="connsiteX4" fmla="*/ 901358 w 2045439"/>
                <a:gd name="connsiteY4" fmla="*/ 2459467 h 2679048"/>
                <a:gd name="connsiteX5" fmla="*/ 270970 w 2045439"/>
                <a:gd name="connsiteY5" fmla="*/ 1439877 h 2679048"/>
                <a:gd name="connsiteX0" fmla="*/ 270970 w 2051712"/>
                <a:gd name="connsiteY0" fmla="*/ 1446627 h 2685798"/>
                <a:gd name="connsiteX1" fmla="*/ 1714158 w 2051712"/>
                <a:gd name="connsiteY1" fmla="*/ 33337 h 2685798"/>
                <a:gd name="connsiteX2" fmla="*/ 1805913 w 2051712"/>
                <a:gd name="connsiteY2" fmla="*/ 479986 h 2685798"/>
                <a:gd name="connsiteX3" fmla="*/ 2034513 w 2051712"/>
                <a:gd name="connsiteY3" fmla="*/ 873686 h 2685798"/>
                <a:gd name="connsiteX4" fmla="*/ 1468246 w 2051712"/>
                <a:gd name="connsiteY4" fmla="*/ 1510127 h 2685798"/>
                <a:gd name="connsiteX5" fmla="*/ 901358 w 2051712"/>
                <a:gd name="connsiteY5" fmla="*/ 2466217 h 2685798"/>
                <a:gd name="connsiteX6" fmla="*/ 270970 w 2051712"/>
                <a:gd name="connsiteY6" fmla="*/ 1446627 h 2685798"/>
                <a:gd name="connsiteX0" fmla="*/ 15588 w 1796330"/>
                <a:gd name="connsiteY0" fmla="*/ 1482716 h 2502423"/>
                <a:gd name="connsiteX1" fmla="*/ 1331776 w 1796330"/>
                <a:gd name="connsiteY1" fmla="*/ 31326 h 2502423"/>
                <a:gd name="connsiteX2" fmla="*/ 1550531 w 1796330"/>
                <a:gd name="connsiteY2" fmla="*/ 516075 h 2502423"/>
                <a:gd name="connsiteX3" fmla="*/ 1779131 w 1796330"/>
                <a:gd name="connsiteY3" fmla="*/ 909775 h 2502423"/>
                <a:gd name="connsiteX4" fmla="*/ 1212864 w 1796330"/>
                <a:gd name="connsiteY4" fmla="*/ 1546216 h 2502423"/>
                <a:gd name="connsiteX5" fmla="*/ 645976 w 1796330"/>
                <a:gd name="connsiteY5" fmla="*/ 2502306 h 2502423"/>
                <a:gd name="connsiteX6" fmla="*/ 15588 w 1796330"/>
                <a:gd name="connsiteY6" fmla="*/ 1482716 h 2502423"/>
                <a:gd name="connsiteX0" fmla="*/ 15588 w 1796330"/>
                <a:gd name="connsiteY0" fmla="*/ 1461558 h 2481265"/>
                <a:gd name="connsiteX1" fmla="*/ 1331776 w 1796330"/>
                <a:gd name="connsiteY1" fmla="*/ 10168 h 2481265"/>
                <a:gd name="connsiteX2" fmla="*/ 1550531 w 1796330"/>
                <a:gd name="connsiteY2" fmla="*/ 494917 h 2481265"/>
                <a:gd name="connsiteX3" fmla="*/ 1779131 w 1796330"/>
                <a:gd name="connsiteY3" fmla="*/ 888617 h 2481265"/>
                <a:gd name="connsiteX4" fmla="*/ 1212864 w 1796330"/>
                <a:gd name="connsiteY4" fmla="*/ 1525058 h 2481265"/>
                <a:gd name="connsiteX5" fmla="*/ 645976 w 1796330"/>
                <a:gd name="connsiteY5" fmla="*/ 2481148 h 2481265"/>
                <a:gd name="connsiteX6" fmla="*/ 15588 w 1796330"/>
                <a:gd name="connsiteY6" fmla="*/ 1461558 h 2481265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857019"/>
                <a:gd name="connsiteY0" fmla="*/ 1469707 h 2489414"/>
                <a:gd name="connsiteX1" fmla="*/ 1331776 w 1857019"/>
                <a:gd name="connsiteY1" fmla="*/ 18317 h 2489414"/>
                <a:gd name="connsiteX2" fmla="*/ 1550531 w 1857019"/>
                <a:gd name="connsiteY2" fmla="*/ 503066 h 2489414"/>
                <a:gd name="connsiteX3" fmla="*/ 1842631 w 1857019"/>
                <a:gd name="connsiteY3" fmla="*/ 845966 h 2489414"/>
                <a:gd name="connsiteX4" fmla="*/ 1212864 w 1857019"/>
                <a:gd name="connsiteY4" fmla="*/ 1533207 h 2489414"/>
                <a:gd name="connsiteX5" fmla="*/ 645976 w 1857019"/>
                <a:gd name="connsiteY5" fmla="*/ 2489297 h 2489414"/>
                <a:gd name="connsiteX6" fmla="*/ 15588 w 1857019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70056"/>
                <a:gd name="connsiteY0" fmla="*/ 1469707 h 2489403"/>
                <a:gd name="connsiteX1" fmla="*/ 1331776 w 1870056"/>
                <a:gd name="connsiteY1" fmla="*/ 18317 h 2489403"/>
                <a:gd name="connsiteX2" fmla="*/ 1550531 w 1870056"/>
                <a:gd name="connsiteY2" fmla="*/ 503066 h 2489403"/>
                <a:gd name="connsiteX3" fmla="*/ 1842631 w 1870056"/>
                <a:gd name="connsiteY3" fmla="*/ 845966 h 2489403"/>
                <a:gd name="connsiteX4" fmla="*/ 1448929 w 1870056"/>
                <a:gd name="connsiteY4" fmla="*/ 1176167 h 2489403"/>
                <a:gd name="connsiteX5" fmla="*/ 1868029 w 1870056"/>
                <a:gd name="connsiteY5" fmla="*/ 1633368 h 2489403"/>
                <a:gd name="connsiteX6" fmla="*/ 1212864 w 1870056"/>
                <a:gd name="connsiteY6" fmla="*/ 1533207 h 2489403"/>
                <a:gd name="connsiteX7" fmla="*/ 645976 w 1870056"/>
                <a:gd name="connsiteY7" fmla="*/ 2489297 h 2489403"/>
                <a:gd name="connsiteX8" fmla="*/ 15588 w 1870056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6689 w 1869130"/>
                <a:gd name="connsiteY0" fmla="*/ 1469707 h 2574440"/>
                <a:gd name="connsiteX1" fmla="*/ 1332877 w 1869130"/>
                <a:gd name="connsiteY1" fmla="*/ 18317 h 2574440"/>
                <a:gd name="connsiteX2" fmla="*/ 1551632 w 1869130"/>
                <a:gd name="connsiteY2" fmla="*/ 503066 h 2574440"/>
                <a:gd name="connsiteX3" fmla="*/ 1843732 w 1869130"/>
                <a:gd name="connsiteY3" fmla="*/ 845966 h 2574440"/>
                <a:gd name="connsiteX4" fmla="*/ 1450030 w 1869130"/>
                <a:gd name="connsiteY4" fmla="*/ 1176167 h 2574440"/>
                <a:gd name="connsiteX5" fmla="*/ 1869130 w 1869130"/>
                <a:gd name="connsiteY5" fmla="*/ 1633368 h 2574440"/>
                <a:gd name="connsiteX6" fmla="*/ 1302865 w 1869130"/>
                <a:gd name="connsiteY6" fmla="*/ 1850707 h 2574440"/>
                <a:gd name="connsiteX7" fmla="*/ 1754831 w 1869130"/>
                <a:gd name="connsiteY7" fmla="*/ 2319168 h 2574440"/>
                <a:gd name="connsiteX8" fmla="*/ 1475431 w 1869130"/>
                <a:gd name="connsiteY8" fmla="*/ 2496968 h 2574440"/>
                <a:gd name="connsiteX9" fmla="*/ 647077 w 1869130"/>
                <a:gd name="connsiteY9" fmla="*/ 2489297 h 2574440"/>
                <a:gd name="connsiteX10" fmla="*/ 16689 w 1869130"/>
                <a:gd name="connsiteY10" fmla="*/ 1469707 h 2574440"/>
                <a:gd name="connsiteX0" fmla="*/ 16745 w 1869186"/>
                <a:gd name="connsiteY0" fmla="*/ 1469707 h 2966869"/>
                <a:gd name="connsiteX1" fmla="*/ 1332933 w 1869186"/>
                <a:gd name="connsiteY1" fmla="*/ 18317 h 2966869"/>
                <a:gd name="connsiteX2" fmla="*/ 1551688 w 1869186"/>
                <a:gd name="connsiteY2" fmla="*/ 503066 h 2966869"/>
                <a:gd name="connsiteX3" fmla="*/ 1843788 w 1869186"/>
                <a:gd name="connsiteY3" fmla="*/ 845966 h 2966869"/>
                <a:gd name="connsiteX4" fmla="*/ 1450086 w 1869186"/>
                <a:gd name="connsiteY4" fmla="*/ 1176167 h 2966869"/>
                <a:gd name="connsiteX5" fmla="*/ 1869186 w 1869186"/>
                <a:gd name="connsiteY5" fmla="*/ 1633368 h 2966869"/>
                <a:gd name="connsiteX6" fmla="*/ 1302921 w 1869186"/>
                <a:gd name="connsiteY6" fmla="*/ 1850707 h 2966869"/>
                <a:gd name="connsiteX7" fmla="*/ 1754887 w 1869186"/>
                <a:gd name="connsiteY7" fmla="*/ 2319168 h 2966869"/>
                <a:gd name="connsiteX8" fmla="*/ 1475487 w 1869186"/>
                <a:gd name="connsiteY8" fmla="*/ 2496968 h 2966869"/>
                <a:gd name="connsiteX9" fmla="*/ 1488187 w 1869186"/>
                <a:gd name="connsiteY9" fmla="*/ 2966867 h 2966869"/>
                <a:gd name="connsiteX10" fmla="*/ 647133 w 1869186"/>
                <a:gd name="connsiteY10" fmla="*/ 2489297 h 2966869"/>
                <a:gd name="connsiteX11" fmla="*/ 16745 w 1869186"/>
                <a:gd name="connsiteY11" fmla="*/ 1469707 h 2966869"/>
                <a:gd name="connsiteX0" fmla="*/ 16745 w 1869186"/>
                <a:gd name="connsiteY0" fmla="*/ 1469707 h 2966867"/>
                <a:gd name="connsiteX1" fmla="*/ 1332933 w 1869186"/>
                <a:gd name="connsiteY1" fmla="*/ 18317 h 2966867"/>
                <a:gd name="connsiteX2" fmla="*/ 1551688 w 1869186"/>
                <a:gd name="connsiteY2" fmla="*/ 503066 h 2966867"/>
                <a:gd name="connsiteX3" fmla="*/ 1843788 w 1869186"/>
                <a:gd name="connsiteY3" fmla="*/ 845966 h 2966867"/>
                <a:gd name="connsiteX4" fmla="*/ 1450086 w 1869186"/>
                <a:gd name="connsiteY4" fmla="*/ 1176167 h 2966867"/>
                <a:gd name="connsiteX5" fmla="*/ 1869186 w 1869186"/>
                <a:gd name="connsiteY5" fmla="*/ 1633368 h 2966867"/>
                <a:gd name="connsiteX6" fmla="*/ 1302921 w 1869186"/>
                <a:gd name="connsiteY6" fmla="*/ 1850707 h 2966867"/>
                <a:gd name="connsiteX7" fmla="*/ 1754887 w 1869186"/>
                <a:gd name="connsiteY7" fmla="*/ 2319168 h 2966867"/>
                <a:gd name="connsiteX8" fmla="*/ 1475487 w 1869186"/>
                <a:gd name="connsiteY8" fmla="*/ 2496968 h 2966867"/>
                <a:gd name="connsiteX9" fmla="*/ 1488187 w 1869186"/>
                <a:gd name="connsiteY9" fmla="*/ 2966867 h 2966867"/>
                <a:gd name="connsiteX10" fmla="*/ 647133 w 1869186"/>
                <a:gd name="connsiteY10" fmla="*/ 2489297 h 2966867"/>
                <a:gd name="connsiteX11" fmla="*/ 16745 w 1869186"/>
                <a:gd name="connsiteY11" fmla="*/ 1469707 h 2966867"/>
                <a:gd name="connsiteX0" fmla="*/ 16745 w 1869186"/>
                <a:gd name="connsiteY0" fmla="*/ 1469707 h 2985386"/>
                <a:gd name="connsiteX1" fmla="*/ 1332933 w 1869186"/>
                <a:gd name="connsiteY1" fmla="*/ 18317 h 2985386"/>
                <a:gd name="connsiteX2" fmla="*/ 1551688 w 1869186"/>
                <a:gd name="connsiteY2" fmla="*/ 503066 h 2985386"/>
                <a:gd name="connsiteX3" fmla="*/ 1843788 w 1869186"/>
                <a:gd name="connsiteY3" fmla="*/ 845966 h 2985386"/>
                <a:gd name="connsiteX4" fmla="*/ 1450086 w 1869186"/>
                <a:gd name="connsiteY4" fmla="*/ 1176167 h 2985386"/>
                <a:gd name="connsiteX5" fmla="*/ 1869186 w 1869186"/>
                <a:gd name="connsiteY5" fmla="*/ 1633368 h 2985386"/>
                <a:gd name="connsiteX6" fmla="*/ 1302921 w 1869186"/>
                <a:gd name="connsiteY6" fmla="*/ 1850707 h 2985386"/>
                <a:gd name="connsiteX7" fmla="*/ 1754887 w 1869186"/>
                <a:gd name="connsiteY7" fmla="*/ 2319168 h 2985386"/>
                <a:gd name="connsiteX8" fmla="*/ 1475487 w 1869186"/>
                <a:gd name="connsiteY8" fmla="*/ 2496968 h 2985386"/>
                <a:gd name="connsiteX9" fmla="*/ 1488187 w 1869186"/>
                <a:gd name="connsiteY9" fmla="*/ 2966867 h 2985386"/>
                <a:gd name="connsiteX10" fmla="*/ 647133 w 1869186"/>
                <a:gd name="connsiteY10" fmla="*/ 2489297 h 2985386"/>
                <a:gd name="connsiteX11" fmla="*/ 16745 w 1869186"/>
                <a:gd name="connsiteY11" fmla="*/ 1469707 h 2985386"/>
                <a:gd name="connsiteX0" fmla="*/ 23868 w 1876309"/>
                <a:gd name="connsiteY0" fmla="*/ 1469763 h 2986627"/>
                <a:gd name="connsiteX1" fmla="*/ 1340056 w 1876309"/>
                <a:gd name="connsiteY1" fmla="*/ 18373 h 2986627"/>
                <a:gd name="connsiteX2" fmla="*/ 1558811 w 1876309"/>
                <a:gd name="connsiteY2" fmla="*/ 503122 h 2986627"/>
                <a:gd name="connsiteX3" fmla="*/ 1850911 w 1876309"/>
                <a:gd name="connsiteY3" fmla="*/ 846022 h 2986627"/>
                <a:gd name="connsiteX4" fmla="*/ 1457209 w 1876309"/>
                <a:gd name="connsiteY4" fmla="*/ 1176223 h 2986627"/>
                <a:gd name="connsiteX5" fmla="*/ 1876309 w 1876309"/>
                <a:gd name="connsiteY5" fmla="*/ 1633424 h 2986627"/>
                <a:gd name="connsiteX6" fmla="*/ 1310044 w 1876309"/>
                <a:gd name="connsiteY6" fmla="*/ 1850763 h 2986627"/>
                <a:gd name="connsiteX7" fmla="*/ 1762010 w 1876309"/>
                <a:gd name="connsiteY7" fmla="*/ 2319224 h 2986627"/>
                <a:gd name="connsiteX8" fmla="*/ 1482610 w 1876309"/>
                <a:gd name="connsiteY8" fmla="*/ 2497024 h 2986627"/>
                <a:gd name="connsiteX9" fmla="*/ 1495310 w 1876309"/>
                <a:gd name="connsiteY9" fmla="*/ 2966923 h 2986627"/>
                <a:gd name="connsiteX10" fmla="*/ 565356 w 1876309"/>
                <a:gd name="connsiteY10" fmla="*/ 2514753 h 2986627"/>
                <a:gd name="connsiteX11" fmla="*/ 23868 w 1876309"/>
                <a:gd name="connsiteY11" fmla="*/ 1469763 h 2986627"/>
                <a:gd name="connsiteX0" fmla="*/ 680 w 1853121"/>
                <a:gd name="connsiteY0" fmla="*/ 1470811 h 2967971"/>
                <a:gd name="connsiteX1" fmla="*/ 1316868 w 1853121"/>
                <a:gd name="connsiteY1" fmla="*/ 19421 h 2967971"/>
                <a:gd name="connsiteX2" fmla="*/ 1535623 w 1853121"/>
                <a:gd name="connsiteY2" fmla="*/ 504170 h 2967971"/>
                <a:gd name="connsiteX3" fmla="*/ 1827723 w 1853121"/>
                <a:gd name="connsiteY3" fmla="*/ 847070 h 2967971"/>
                <a:gd name="connsiteX4" fmla="*/ 1434021 w 1853121"/>
                <a:gd name="connsiteY4" fmla="*/ 1177271 h 2967971"/>
                <a:gd name="connsiteX5" fmla="*/ 1853121 w 1853121"/>
                <a:gd name="connsiteY5" fmla="*/ 1634472 h 2967971"/>
                <a:gd name="connsiteX6" fmla="*/ 1286856 w 1853121"/>
                <a:gd name="connsiteY6" fmla="*/ 1851811 h 2967971"/>
                <a:gd name="connsiteX7" fmla="*/ 1738822 w 1853121"/>
                <a:gd name="connsiteY7" fmla="*/ 2320272 h 2967971"/>
                <a:gd name="connsiteX8" fmla="*/ 1459422 w 1853121"/>
                <a:gd name="connsiteY8" fmla="*/ 2498072 h 2967971"/>
                <a:gd name="connsiteX9" fmla="*/ 1472122 w 1853121"/>
                <a:gd name="connsiteY9" fmla="*/ 2967971 h 2967971"/>
                <a:gd name="connsiteX10" fmla="*/ 680 w 1853121"/>
                <a:gd name="connsiteY10" fmla="*/ 1470811 h 2967971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86856 w 1853121"/>
                <a:gd name="connsiteY6" fmla="*/ 1851811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67065"/>
                <a:gd name="connsiteY0" fmla="*/ 1470811 h 3018250"/>
                <a:gd name="connsiteX1" fmla="*/ 1316868 w 1867065"/>
                <a:gd name="connsiteY1" fmla="*/ 19421 h 3018250"/>
                <a:gd name="connsiteX2" fmla="*/ 1535623 w 1867065"/>
                <a:gd name="connsiteY2" fmla="*/ 504170 h 3018250"/>
                <a:gd name="connsiteX3" fmla="*/ 1827723 w 1867065"/>
                <a:gd name="connsiteY3" fmla="*/ 847070 h 3018250"/>
                <a:gd name="connsiteX4" fmla="*/ 1434021 w 1867065"/>
                <a:gd name="connsiteY4" fmla="*/ 1177271 h 3018250"/>
                <a:gd name="connsiteX5" fmla="*/ 1853121 w 1867065"/>
                <a:gd name="connsiteY5" fmla="*/ 1634472 h 3018250"/>
                <a:gd name="connsiteX6" fmla="*/ 1738822 w 1867065"/>
                <a:gd name="connsiteY6" fmla="*/ 2320272 h 3018250"/>
                <a:gd name="connsiteX7" fmla="*/ 1459422 w 1867065"/>
                <a:gd name="connsiteY7" fmla="*/ 2498072 h 3018250"/>
                <a:gd name="connsiteX8" fmla="*/ 1472122 w 1867065"/>
                <a:gd name="connsiteY8" fmla="*/ 2967971 h 3018250"/>
                <a:gd name="connsiteX9" fmla="*/ 680 w 1867065"/>
                <a:gd name="connsiteY9" fmla="*/ 1470811 h 3018250"/>
                <a:gd name="connsiteX0" fmla="*/ 680 w 1867065"/>
                <a:gd name="connsiteY0" fmla="*/ 1470811 h 3018250"/>
                <a:gd name="connsiteX1" fmla="*/ 1316868 w 1867065"/>
                <a:gd name="connsiteY1" fmla="*/ 19421 h 3018250"/>
                <a:gd name="connsiteX2" fmla="*/ 1535623 w 1867065"/>
                <a:gd name="connsiteY2" fmla="*/ 504170 h 3018250"/>
                <a:gd name="connsiteX3" fmla="*/ 1827723 w 1867065"/>
                <a:gd name="connsiteY3" fmla="*/ 847070 h 3018250"/>
                <a:gd name="connsiteX4" fmla="*/ 1434021 w 1867065"/>
                <a:gd name="connsiteY4" fmla="*/ 1177271 h 3018250"/>
                <a:gd name="connsiteX5" fmla="*/ 1853121 w 1867065"/>
                <a:gd name="connsiteY5" fmla="*/ 1634472 h 3018250"/>
                <a:gd name="connsiteX6" fmla="*/ 1738822 w 1867065"/>
                <a:gd name="connsiteY6" fmla="*/ 2320272 h 3018250"/>
                <a:gd name="connsiteX7" fmla="*/ 1116522 w 1867065"/>
                <a:gd name="connsiteY7" fmla="*/ 1705592 h 3018250"/>
                <a:gd name="connsiteX8" fmla="*/ 1472122 w 1867065"/>
                <a:gd name="connsiteY8" fmla="*/ 2967971 h 3018250"/>
                <a:gd name="connsiteX9" fmla="*/ 680 w 1867065"/>
                <a:gd name="connsiteY9" fmla="*/ 1470811 h 3018250"/>
                <a:gd name="connsiteX0" fmla="*/ 425 w 1866810"/>
                <a:gd name="connsiteY0" fmla="*/ 1452780 h 3000219"/>
                <a:gd name="connsiteX1" fmla="*/ 1316613 w 1866810"/>
                <a:gd name="connsiteY1" fmla="*/ 1390 h 3000219"/>
                <a:gd name="connsiteX2" fmla="*/ 1070548 w 1866810"/>
                <a:gd name="connsiteY2" fmla="*/ 1149079 h 3000219"/>
                <a:gd name="connsiteX3" fmla="*/ 1827468 w 1866810"/>
                <a:gd name="connsiteY3" fmla="*/ 829039 h 3000219"/>
                <a:gd name="connsiteX4" fmla="*/ 1433766 w 1866810"/>
                <a:gd name="connsiteY4" fmla="*/ 1159240 h 3000219"/>
                <a:gd name="connsiteX5" fmla="*/ 1852866 w 1866810"/>
                <a:gd name="connsiteY5" fmla="*/ 1616441 h 3000219"/>
                <a:gd name="connsiteX6" fmla="*/ 1738567 w 1866810"/>
                <a:gd name="connsiteY6" fmla="*/ 2302241 h 3000219"/>
                <a:gd name="connsiteX7" fmla="*/ 1116267 w 1866810"/>
                <a:gd name="connsiteY7" fmla="*/ 1687561 h 3000219"/>
                <a:gd name="connsiteX8" fmla="*/ 1471867 w 1866810"/>
                <a:gd name="connsiteY8" fmla="*/ 2949940 h 3000219"/>
                <a:gd name="connsiteX9" fmla="*/ 425 w 1866810"/>
                <a:gd name="connsiteY9" fmla="*/ 1452780 h 3000219"/>
                <a:gd name="connsiteX0" fmla="*/ 425 w 1897014"/>
                <a:gd name="connsiteY0" fmla="*/ 1452780 h 3000219"/>
                <a:gd name="connsiteX1" fmla="*/ 1316613 w 1897014"/>
                <a:gd name="connsiteY1" fmla="*/ 1390 h 3000219"/>
                <a:gd name="connsiteX2" fmla="*/ 1070548 w 1897014"/>
                <a:gd name="connsiteY2" fmla="*/ 1149079 h 3000219"/>
                <a:gd name="connsiteX3" fmla="*/ 1827468 w 1897014"/>
                <a:gd name="connsiteY3" fmla="*/ 829039 h 3000219"/>
                <a:gd name="connsiteX4" fmla="*/ 1852866 w 1897014"/>
                <a:gd name="connsiteY4" fmla="*/ 1616441 h 3000219"/>
                <a:gd name="connsiteX5" fmla="*/ 1738567 w 1897014"/>
                <a:gd name="connsiteY5" fmla="*/ 2302241 h 3000219"/>
                <a:gd name="connsiteX6" fmla="*/ 1116267 w 1897014"/>
                <a:gd name="connsiteY6" fmla="*/ 1687561 h 3000219"/>
                <a:gd name="connsiteX7" fmla="*/ 1471867 w 1897014"/>
                <a:gd name="connsiteY7" fmla="*/ 2949940 h 3000219"/>
                <a:gd name="connsiteX8" fmla="*/ 425 w 1897014"/>
                <a:gd name="connsiteY8" fmla="*/ 1452780 h 3000219"/>
                <a:gd name="connsiteX0" fmla="*/ 425 w 1880243"/>
                <a:gd name="connsiteY0" fmla="*/ 1452780 h 3000219"/>
                <a:gd name="connsiteX1" fmla="*/ 1316613 w 1880243"/>
                <a:gd name="connsiteY1" fmla="*/ 1390 h 3000219"/>
                <a:gd name="connsiteX2" fmla="*/ 1070548 w 1880243"/>
                <a:gd name="connsiteY2" fmla="*/ 1149079 h 3000219"/>
                <a:gd name="connsiteX3" fmla="*/ 1827468 w 1880243"/>
                <a:gd name="connsiteY3" fmla="*/ 829039 h 3000219"/>
                <a:gd name="connsiteX4" fmla="*/ 1738567 w 1880243"/>
                <a:gd name="connsiteY4" fmla="*/ 2302241 h 3000219"/>
                <a:gd name="connsiteX5" fmla="*/ 1116267 w 1880243"/>
                <a:gd name="connsiteY5" fmla="*/ 1687561 h 3000219"/>
                <a:gd name="connsiteX6" fmla="*/ 1471867 w 1880243"/>
                <a:gd name="connsiteY6" fmla="*/ 2949940 h 3000219"/>
                <a:gd name="connsiteX7" fmla="*/ 425 w 1880243"/>
                <a:gd name="connsiteY7" fmla="*/ 1452780 h 3000219"/>
                <a:gd name="connsiteX0" fmla="*/ 1 w 1879819"/>
                <a:gd name="connsiteY0" fmla="*/ 897456 h 2442217"/>
                <a:gd name="connsiteX1" fmla="*/ 1468589 w 1879819"/>
                <a:gd name="connsiteY1" fmla="*/ 2326 h 2442217"/>
                <a:gd name="connsiteX2" fmla="*/ 1070124 w 1879819"/>
                <a:gd name="connsiteY2" fmla="*/ 593755 h 2442217"/>
                <a:gd name="connsiteX3" fmla="*/ 1827044 w 1879819"/>
                <a:gd name="connsiteY3" fmla="*/ 273715 h 2442217"/>
                <a:gd name="connsiteX4" fmla="*/ 1738143 w 1879819"/>
                <a:gd name="connsiteY4" fmla="*/ 1746917 h 2442217"/>
                <a:gd name="connsiteX5" fmla="*/ 1115843 w 1879819"/>
                <a:gd name="connsiteY5" fmla="*/ 1132237 h 2442217"/>
                <a:gd name="connsiteX6" fmla="*/ 1471443 w 1879819"/>
                <a:gd name="connsiteY6" fmla="*/ 2394616 h 2442217"/>
                <a:gd name="connsiteX7" fmla="*/ 1 w 1879819"/>
                <a:gd name="connsiteY7" fmla="*/ 897456 h 2442217"/>
                <a:gd name="connsiteX0" fmla="*/ 1 w 1879819"/>
                <a:gd name="connsiteY0" fmla="*/ 979169 h 2523930"/>
                <a:gd name="connsiteX1" fmla="*/ 1468589 w 1879819"/>
                <a:gd name="connsiteY1" fmla="*/ 84039 h 2523930"/>
                <a:gd name="connsiteX2" fmla="*/ 1070124 w 1879819"/>
                <a:gd name="connsiteY2" fmla="*/ 675468 h 2523930"/>
                <a:gd name="connsiteX3" fmla="*/ 1827044 w 1879819"/>
                <a:gd name="connsiteY3" fmla="*/ 355428 h 2523930"/>
                <a:gd name="connsiteX4" fmla="*/ 1738143 w 1879819"/>
                <a:gd name="connsiteY4" fmla="*/ 1828630 h 2523930"/>
                <a:gd name="connsiteX5" fmla="*/ 1115843 w 1879819"/>
                <a:gd name="connsiteY5" fmla="*/ 1213950 h 2523930"/>
                <a:gd name="connsiteX6" fmla="*/ 1471443 w 1879819"/>
                <a:gd name="connsiteY6" fmla="*/ 2476329 h 2523930"/>
                <a:gd name="connsiteX7" fmla="*/ 1 w 1879819"/>
                <a:gd name="connsiteY7" fmla="*/ 979169 h 2523930"/>
                <a:gd name="connsiteX0" fmla="*/ 1 w 1885523"/>
                <a:gd name="connsiteY0" fmla="*/ 979169 h 2523930"/>
                <a:gd name="connsiteX1" fmla="*/ 1468589 w 1885523"/>
                <a:gd name="connsiteY1" fmla="*/ 84039 h 2523930"/>
                <a:gd name="connsiteX2" fmla="*/ 1070124 w 1885523"/>
                <a:gd name="connsiteY2" fmla="*/ 675468 h 2523930"/>
                <a:gd name="connsiteX3" fmla="*/ 1834664 w 1885523"/>
                <a:gd name="connsiteY3" fmla="*/ 782148 h 2523930"/>
                <a:gd name="connsiteX4" fmla="*/ 1738143 w 1885523"/>
                <a:gd name="connsiteY4" fmla="*/ 1828630 h 2523930"/>
                <a:gd name="connsiteX5" fmla="*/ 1115843 w 1885523"/>
                <a:gd name="connsiteY5" fmla="*/ 1213950 h 2523930"/>
                <a:gd name="connsiteX6" fmla="*/ 1471443 w 1885523"/>
                <a:gd name="connsiteY6" fmla="*/ 2476329 h 2523930"/>
                <a:gd name="connsiteX7" fmla="*/ 1 w 1885523"/>
                <a:gd name="connsiteY7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4 w 1845012"/>
                <a:gd name="connsiteY0" fmla="*/ 972372 h 1899510"/>
                <a:gd name="connsiteX1" fmla="*/ 1468592 w 1845012"/>
                <a:gd name="connsiteY1" fmla="*/ 77242 h 1899510"/>
                <a:gd name="connsiteX2" fmla="*/ 1070127 w 1845012"/>
                <a:gd name="connsiteY2" fmla="*/ 668671 h 1899510"/>
                <a:gd name="connsiteX3" fmla="*/ 1834667 w 1845012"/>
                <a:gd name="connsiteY3" fmla="*/ 775351 h 1899510"/>
                <a:gd name="connsiteX4" fmla="*/ 1115846 w 1845012"/>
                <a:gd name="connsiteY4" fmla="*/ 1207153 h 1899510"/>
                <a:gd name="connsiteX5" fmla="*/ 1486686 w 1845012"/>
                <a:gd name="connsiteY5" fmla="*/ 1829452 h 1899510"/>
                <a:gd name="connsiteX6" fmla="*/ 4 w 1845012"/>
                <a:gd name="connsiteY6" fmla="*/ 972372 h 1899510"/>
                <a:gd name="connsiteX0" fmla="*/ 24 w 1845032"/>
                <a:gd name="connsiteY0" fmla="*/ 972297 h 1892209"/>
                <a:gd name="connsiteX1" fmla="*/ 1468612 w 1845032"/>
                <a:gd name="connsiteY1" fmla="*/ 77167 h 1892209"/>
                <a:gd name="connsiteX2" fmla="*/ 1070147 w 1845032"/>
                <a:gd name="connsiteY2" fmla="*/ 668596 h 1892209"/>
                <a:gd name="connsiteX3" fmla="*/ 1834687 w 1845032"/>
                <a:gd name="connsiteY3" fmla="*/ 775276 h 1892209"/>
                <a:gd name="connsiteX4" fmla="*/ 1115866 w 1845032"/>
                <a:gd name="connsiteY4" fmla="*/ 1207078 h 1892209"/>
                <a:gd name="connsiteX5" fmla="*/ 1509566 w 1845032"/>
                <a:gd name="connsiteY5" fmla="*/ 1821757 h 1892209"/>
                <a:gd name="connsiteX6" fmla="*/ 24 w 1845032"/>
                <a:gd name="connsiteY6" fmla="*/ 972297 h 1892209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7542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52565"/>
                <a:gd name="connsiteY0" fmla="*/ 972446 h 1906814"/>
                <a:gd name="connsiteX1" fmla="*/ 1468612 w 1852565"/>
                <a:gd name="connsiteY1" fmla="*/ 77316 h 1906814"/>
                <a:gd name="connsiteX2" fmla="*/ 1070147 w 1852565"/>
                <a:gd name="connsiteY2" fmla="*/ 668745 h 1906814"/>
                <a:gd name="connsiteX3" fmla="*/ 1842307 w 1852565"/>
                <a:gd name="connsiteY3" fmla="*/ 798285 h 1906814"/>
                <a:gd name="connsiteX4" fmla="*/ 1115866 w 1852565"/>
                <a:gd name="connsiteY4" fmla="*/ 1207227 h 1906814"/>
                <a:gd name="connsiteX5" fmla="*/ 1509566 w 1852565"/>
                <a:gd name="connsiteY5" fmla="*/ 1837146 h 1906814"/>
                <a:gd name="connsiteX6" fmla="*/ 24 w 1852565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58638"/>
                <a:gd name="connsiteY0" fmla="*/ 972446 h 1906814"/>
                <a:gd name="connsiteX1" fmla="*/ 1468612 w 1858638"/>
                <a:gd name="connsiteY1" fmla="*/ 77316 h 1906814"/>
                <a:gd name="connsiteX2" fmla="*/ 1070147 w 1858638"/>
                <a:gd name="connsiteY2" fmla="*/ 668745 h 1906814"/>
                <a:gd name="connsiteX3" fmla="*/ 1858637 w 1858638"/>
                <a:gd name="connsiteY3" fmla="*/ 914360 h 1906814"/>
                <a:gd name="connsiteX4" fmla="*/ 1115866 w 1858638"/>
                <a:gd name="connsiteY4" fmla="*/ 1207227 h 1906814"/>
                <a:gd name="connsiteX5" fmla="*/ 1509566 w 1858638"/>
                <a:gd name="connsiteY5" fmla="*/ 1837146 h 1906814"/>
                <a:gd name="connsiteX6" fmla="*/ 24 w 1858638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7 w 1895757"/>
                <a:gd name="connsiteY0" fmla="*/ 897919 h 1832287"/>
                <a:gd name="connsiteX1" fmla="*/ 1468615 w 1895757"/>
                <a:gd name="connsiteY1" fmla="*/ 2789 h 1832287"/>
                <a:gd name="connsiteX2" fmla="*/ 1077798 w 1895757"/>
                <a:gd name="connsiteY2" fmla="*/ 607019 h 1832287"/>
                <a:gd name="connsiteX3" fmla="*/ 1895757 w 1895757"/>
                <a:gd name="connsiteY3" fmla="*/ 935394 h 1832287"/>
                <a:gd name="connsiteX4" fmla="*/ 1115869 w 1895757"/>
                <a:gd name="connsiteY4" fmla="*/ 1132700 h 1832287"/>
                <a:gd name="connsiteX5" fmla="*/ 1509569 w 1895757"/>
                <a:gd name="connsiteY5" fmla="*/ 1762619 h 1832287"/>
                <a:gd name="connsiteX6" fmla="*/ 27 w 1895757"/>
                <a:gd name="connsiteY6" fmla="*/ 897919 h 1832287"/>
                <a:gd name="connsiteX0" fmla="*/ 27 w 1895757"/>
                <a:gd name="connsiteY0" fmla="*/ 897726 h 1832094"/>
                <a:gd name="connsiteX1" fmla="*/ 1468615 w 1895757"/>
                <a:gd name="connsiteY1" fmla="*/ 2596 h 1832094"/>
                <a:gd name="connsiteX2" fmla="*/ 1077798 w 1895757"/>
                <a:gd name="connsiteY2" fmla="*/ 606826 h 1832094"/>
                <a:gd name="connsiteX3" fmla="*/ 1895757 w 1895757"/>
                <a:gd name="connsiteY3" fmla="*/ 935201 h 1832094"/>
                <a:gd name="connsiteX4" fmla="*/ 1115869 w 1895757"/>
                <a:gd name="connsiteY4" fmla="*/ 1132507 h 1832094"/>
                <a:gd name="connsiteX5" fmla="*/ 1509569 w 1895757"/>
                <a:gd name="connsiteY5" fmla="*/ 1762426 h 1832094"/>
                <a:gd name="connsiteX6" fmla="*/ 27 w 1895757"/>
                <a:gd name="connsiteY6" fmla="*/ 897726 h 1832094"/>
                <a:gd name="connsiteX0" fmla="*/ 30 w 1895760"/>
                <a:gd name="connsiteY0" fmla="*/ 1043304 h 1977672"/>
                <a:gd name="connsiteX1" fmla="*/ 1468618 w 1895760"/>
                <a:gd name="connsiteY1" fmla="*/ 148174 h 1977672"/>
                <a:gd name="connsiteX2" fmla="*/ 1077801 w 1895760"/>
                <a:gd name="connsiteY2" fmla="*/ 752404 h 1977672"/>
                <a:gd name="connsiteX3" fmla="*/ 1895760 w 1895760"/>
                <a:gd name="connsiteY3" fmla="*/ 1080779 h 1977672"/>
                <a:gd name="connsiteX4" fmla="*/ 1115872 w 1895760"/>
                <a:gd name="connsiteY4" fmla="*/ 1278085 h 1977672"/>
                <a:gd name="connsiteX5" fmla="*/ 1509572 w 1895760"/>
                <a:gd name="connsiteY5" fmla="*/ 1908004 h 1977672"/>
                <a:gd name="connsiteX6" fmla="*/ 30 w 1895760"/>
                <a:gd name="connsiteY6" fmla="*/ 1043304 h 1977672"/>
                <a:gd name="connsiteX0" fmla="*/ 30 w 1895760"/>
                <a:gd name="connsiteY0" fmla="*/ 1061276 h 1995644"/>
                <a:gd name="connsiteX1" fmla="*/ 1468618 w 1895760"/>
                <a:gd name="connsiteY1" fmla="*/ 166146 h 1995644"/>
                <a:gd name="connsiteX2" fmla="*/ 1077801 w 1895760"/>
                <a:gd name="connsiteY2" fmla="*/ 770376 h 1995644"/>
                <a:gd name="connsiteX3" fmla="*/ 1895760 w 1895760"/>
                <a:gd name="connsiteY3" fmla="*/ 1098751 h 1995644"/>
                <a:gd name="connsiteX4" fmla="*/ 1115872 w 1895760"/>
                <a:gd name="connsiteY4" fmla="*/ 1296057 h 1995644"/>
                <a:gd name="connsiteX5" fmla="*/ 1509572 w 1895760"/>
                <a:gd name="connsiteY5" fmla="*/ 1925976 h 1995644"/>
                <a:gd name="connsiteX6" fmla="*/ 30 w 1895760"/>
                <a:gd name="connsiteY6" fmla="*/ 1061276 h 1995644"/>
                <a:gd name="connsiteX0" fmla="*/ 30 w 1895760"/>
                <a:gd name="connsiteY0" fmla="*/ 1013974 h 1948342"/>
                <a:gd name="connsiteX1" fmla="*/ 1468618 w 1895760"/>
                <a:gd name="connsiteY1" fmla="*/ 118844 h 1948342"/>
                <a:gd name="connsiteX2" fmla="*/ 1077801 w 1895760"/>
                <a:gd name="connsiteY2" fmla="*/ 723074 h 1948342"/>
                <a:gd name="connsiteX3" fmla="*/ 1895760 w 1895760"/>
                <a:gd name="connsiteY3" fmla="*/ 1051449 h 1948342"/>
                <a:gd name="connsiteX4" fmla="*/ 1115872 w 1895760"/>
                <a:gd name="connsiteY4" fmla="*/ 1248755 h 1948342"/>
                <a:gd name="connsiteX5" fmla="*/ 1509572 w 1895760"/>
                <a:gd name="connsiteY5" fmla="*/ 1878674 h 1948342"/>
                <a:gd name="connsiteX6" fmla="*/ 30 w 1895760"/>
                <a:gd name="connsiteY6" fmla="*/ 1013974 h 1948342"/>
                <a:gd name="connsiteX0" fmla="*/ 30 w 1895760"/>
                <a:gd name="connsiteY0" fmla="*/ 1077889 h 2012257"/>
                <a:gd name="connsiteX1" fmla="*/ 1468618 w 1895760"/>
                <a:gd name="connsiteY1" fmla="*/ 182759 h 2012257"/>
                <a:gd name="connsiteX2" fmla="*/ 1077801 w 1895760"/>
                <a:gd name="connsiteY2" fmla="*/ 786989 h 2012257"/>
                <a:gd name="connsiteX3" fmla="*/ 1895760 w 1895760"/>
                <a:gd name="connsiteY3" fmla="*/ 1115364 h 2012257"/>
                <a:gd name="connsiteX4" fmla="*/ 1115872 w 1895760"/>
                <a:gd name="connsiteY4" fmla="*/ 1312670 h 2012257"/>
                <a:gd name="connsiteX5" fmla="*/ 1509572 w 1895760"/>
                <a:gd name="connsiteY5" fmla="*/ 1942589 h 2012257"/>
                <a:gd name="connsiteX6" fmla="*/ 30 w 1895760"/>
                <a:gd name="connsiteY6" fmla="*/ 1077889 h 2012257"/>
                <a:gd name="connsiteX0" fmla="*/ 138 w 1895868"/>
                <a:gd name="connsiteY0" fmla="*/ 1066944 h 2001197"/>
                <a:gd name="connsiteX1" fmla="*/ 1585852 w 1895868"/>
                <a:gd name="connsiteY1" fmla="*/ 183833 h 2001197"/>
                <a:gd name="connsiteX2" fmla="*/ 1077909 w 1895868"/>
                <a:gd name="connsiteY2" fmla="*/ 776044 h 2001197"/>
                <a:gd name="connsiteX3" fmla="*/ 1895868 w 1895868"/>
                <a:gd name="connsiteY3" fmla="*/ 1104419 h 2001197"/>
                <a:gd name="connsiteX4" fmla="*/ 1115980 w 1895868"/>
                <a:gd name="connsiteY4" fmla="*/ 1301725 h 2001197"/>
                <a:gd name="connsiteX5" fmla="*/ 1509680 w 1895868"/>
                <a:gd name="connsiteY5" fmla="*/ 1931644 h 2001197"/>
                <a:gd name="connsiteX6" fmla="*/ 138 w 1895868"/>
                <a:gd name="connsiteY6" fmla="*/ 1066944 h 2001197"/>
                <a:gd name="connsiteX0" fmla="*/ 68 w 1895798"/>
                <a:gd name="connsiteY0" fmla="*/ 1065359 h 1906967"/>
                <a:gd name="connsiteX1" fmla="*/ 1585782 w 1895798"/>
                <a:gd name="connsiteY1" fmla="*/ 182248 h 1906967"/>
                <a:gd name="connsiteX2" fmla="*/ 1077839 w 1895798"/>
                <a:gd name="connsiteY2" fmla="*/ 774459 h 1906967"/>
                <a:gd name="connsiteX3" fmla="*/ 1895798 w 1895798"/>
                <a:gd name="connsiteY3" fmla="*/ 1102834 h 1906967"/>
                <a:gd name="connsiteX4" fmla="*/ 1115910 w 1895798"/>
                <a:gd name="connsiteY4" fmla="*/ 1300140 h 1906967"/>
                <a:gd name="connsiteX5" fmla="*/ 1650942 w 1895798"/>
                <a:gd name="connsiteY5" fmla="*/ 1832060 h 1906967"/>
                <a:gd name="connsiteX6" fmla="*/ 68 w 1895798"/>
                <a:gd name="connsiteY6" fmla="*/ 1065359 h 1906967"/>
                <a:gd name="connsiteX0" fmla="*/ 68 w 1895798"/>
                <a:gd name="connsiteY0" fmla="*/ 1065359 h 1987384"/>
                <a:gd name="connsiteX1" fmla="*/ 1585782 w 1895798"/>
                <a:gd name="connsiteY1" fmla="*/ 182248 h 1987384"/>
                <a:gd name="connsiteX2" fmla="*/ 1077839 w 1895798"/>
                <a:gd name="connsiteY2" fmla="*/ 774459 h 1987384"/>
                <a:gd name="connsiteX3" fmla="*/ 1895798 w 1895798"/>
                <a:gd name="connsiteY3" fmla="*/ 1102834 h 1987384"/>
                <a:gd name="connsiteX4" fmla="*/ 1115910 w 1895798"/>
                <a:gd name="connsiteY4" fmla="*/ 1300140 h 1987384"/>
                <a:gd name="connsiteX5" fmla="*/ 1650942 w 1895798"/>
                <a:gd name="connsiteY5" fmla="*/ 1832060 h 1987384"/>
                <a:gd name="connsiteX6" fmla="*/ 68 w 1895798"/>
                <a:gd name="connsiteY6" fmla="*/ 1065359 h 1987384"/>
                <a:gd name="connsiteX0" fmla="*/ 68 w 1895798"/>
                <a:gd name="connsiteY0" fmla="*/ 1065359 h 2005643"/>
                <a:gd name="connsiteX1" fmla="*/ 1585782 w 1895798"/>
                <a:gd name="connsiteY1" fmla="*/ 182248 h 2005643"/>
                <a:gd name="connsiteX2" fmla="*/ 1077839 w 1895798"/>
                <a:gd name="connsiteY2" fmla="*/ 774459 h 2005643"/>
                <a:gd name="connsiteX3" fmla="*/ 1895798 w 1895798"/>
                <a:gd name="connsiteY3" fmla="*/ 1102834 h 2005643"/>
                <a:gd name="connsiteX4" fmla="*/ 1115910 w 1895798"/>
                <a:gd name="connsiteY4" fmla="*/ 1300140 h 2005643"/>
                <a:gd name="connsiteX5" fmla="*/ 1650942 w 1895798"/>
                <a:gd name="connsiteY5" fmla="*/ 1832060 h 2005643"/>
                <a:gd name="connsiteX6" fmla="*/ 68 w 1895798"/>
                <a:gd name="connsiteY6" fmla="*/ 1065359 h 20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5798" h="2005643">
                  <a:moveTo>
                    <a:pt x="68" y="1065359"/>
                  </a:moveTo>
                  <a:cubicBezTo>
                    <a:pt x="-10792" y="790390"/>
                    <a:pt x="1321523" y="-462789"/>
                    <a:pt x="1585782" y="182248"/>
                  </a:cubicBezTo>
                  <a:cubicBezTo>
                    <a:pt x="1850041" y="827285"/>
                    <a:pt x="1002365" y="768539"/>
                    <a:pt x="1077839" y="774459"/>
                  </a:cubicBezTo>
                  <a:cubicBezTo>
                    <a:pt x="1131232" y="914517"/>
                    <a:pt x="1745907" y="326431"/>
                    <a:pt x="1895798" y="1102834"/>
                  </a:cubicBezTo>
                  <a:cubicBezTo>
                    <a:pt x="1696671" y="1695067"/>
                    <a:pt x="1120387" y="1225011"/>
                    <a:pt x="1115910" y="1300140"/>
                  </a:cubicBezTo>
                  <a:cubicBezTo>
                    <a:pt x="1065191" y="1264893"/>
                    <a:pt x="1890601" y="1503138"/>
                    <a:pt x="1650942" y="1832060"/>
                  </a:cubicBezTo>
                  <a:cubicBezTo>
                    <a:pt x="1027836" y="2422301"/>
                    <a:pt x="10928" y="1340328"/>
                    <a:pt x="68" y="1065359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90000">
                  <a:srgbClr val="FFFF00"/>
                </a:gs>
              </a:gsLst>
              <a:lin ang="72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val 77">
              <a:extLst>
                <a:ext uri="{FF2B5EF4-FFF2-40B4-BE49-F238E27FC236}">
                  <a16:creationId xmlns:a16="http://schemas.microsoft.com/office/drawing/2014/main" id="{22466A8C-B610-D355-5E35-0019EE2931F1}"/>
                </a:ext>
              </a:extLst>
            </p:cNvPr>
            <p:cNvSpPr/>
            <p:nvPr/>
          </p:nvSpPr>
          <p:spPr>
            <a:xfrm>
              <a:off x="5991039" y="3283399"/>
              <a:ext cx="1896080" cy="3004476"/>
            </a:xfrm>
            <a:custGeom>
              <a:avLst/>
              <a:gdLst>
                <a:gd name="connsiteX0" fmla="*/ 0 w 1133776"/>
                <a:gd name="connsiteY0" fmla="*/ 956090 h 1912179"/>
                <a:gd name="connsiteX1" fmla="*/ 566888 w 1133776"/>
                <a:gd name="connsiteY1" fmla="*/ 0 h 1912179"/>
                <a:gd name="connsiteX2" fmla="*/ 1133776 w 1133776"/>
                <a:gd name="connsiteY2" fmla="*/ 956090 h 1912179"/>
                <a:gd name="connsiteX3" fmla="*/ 566888 w 1133776"/>
                <a:gd name="connsiteY3" fmla="*/ 1912180 h 1912179"/>
                <a:gd name="connsiteX4" fmla="*/ 0 w 1133776"/>
                <a:gd name="connsiteY4" fmla="*/ 956090 h 1912179"/>
                <a:gd name="connsiteX0" fmla="*/ 27690 w 1502628"/>
                <a:gd name="connsiteY0" fmla="*/ 1476790 h 2432880"/>
                <a:gd name="connsiteX1" fmla="*/ 1407378 w 1502628"/>
                <a:gd name="connsiteY1" fmla="*/ 0 h 2432880"/>
                <a:gd name="connsiteX2" fmla="*/ 1161466 w 1502628"/>
                <a:gd name="connsiteY2" fmla="*/ 1476790 h 2432880"/>
                <a:gd name="connsiteX3" fmla="*/ 594578 w 1502628"/>
                <a:gd name="connsiteY3" fmla="*/ 2432880 h 2432880"/>
                <a:gd name="connsiteX4" fmla="*/ 27690 w 1502628"/>
                <a:gd name="connsiteY4" fmla="*/ 1476790 h 2432880"/>
                <a:gd name="connsiteX0" fmla="*/ 27690 w 1544141"/>
                <a:gd name="connsiteY0" fmla="*/ 1476914 h 2433004"/>
                <a:gd name="connsiteX1" fmla="*/ 1407378 w 1544141"/>
                <a:gd name="connsiteY1" fmla="*/ 124 h 2433004"/>
                <a:gd name="connsiteX2" fmla="*/ 1161466 w 1544141"/>
                <a:gd name="connsiteY2" fmla="*/ 1476914 h 2433004"/>
                <a:gd name="connsiteX3" fmla="*/ 594578 w 1544141"/>
                <a:gd name="connsiteY3" fmla="*/ 2433004 h 2433004"/>
                <a:gd name="connsiteX4" fmla="*/ 27690 w 1544141"/>
                <a:gd name="connsiteY4" fmla="*/ 1476914 h 2433004"/>
                <a:gd name="connsiteX0" fmla="*/ 297412 w 1813863"/>
                <a:gd name="connsiteY0" fmla="*/ 1522727 h 2733938"/>
                <a:gd name="connsiteX1" fmla="*/ 1677100 w 1813863"/>
                <a:gd name="connsiteY1" fmla="*/ 45937 h 2733938"/>
                <a:gd name="connsiteX2" fmla="*/ 1431188 w 1813863"/>
                <a:gd name="connsiteY2" fmla="*/ 1522727 h 2733938"/>
                <a:gd name="connsiteX3" fmla="*/ 864300 w 1813863"/>
                <a:gd name="connsiteY3" fmla="*/ 2478817 h 2733938"/>
                <a:gd name="connsiteX4" fmla="*/ 297412 w 1813863"/>
                <a:gd name="connsiteY4" fmla="*/ 1522727 h 2733938"/>
                <a:gd name="connsiteX0" fmla="*/ 270970 w 1765590"/>
                <a:gd name="connsiteY0" fmla="*/ 1486823 h 2725994"/>
                <a:gd name="connsiteX1" fmla="*/ 1714158 w 1765590"/>
                <a:gd name="connsiteY1" fmla="*/ 73533 h 2725994"/>
                <a:gd name="connsiteX2" fmla="*/ 1468246 w 1765590"/>
                <a:gd name="connsiteY2" fmla="*/ 1550323 h 2725994"/>
                <a:gd name="connsiteX3" fmla="*/ 901358 w 1765590"/>
                <a:gd name="connsiteY3" fmla="*/ 2506413 h 2725994"/>
                <a:gd name="connsiteX4" fmla="*/ 270970 w 1765590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2045439"/>
                <a:gd name="connsiteY0" fmla="*/ 1439877 h 2679048"/>
                <a:gd name="connsiteX1" fmla="*/ 1714158 w 2045439"/>
                <a:gd name="connsiteY1" fmla="*/ 26587 h 2679048"/>
                <a:gd name="connsiteX2" fmla="*/ 2034513 w 2045439"/>
                <a:gd name="connsiteY2" fmla="*/ 866936 h 2679048"/>
                <a:gd name="connsiteX3" fmla="*/ 1468246 w 2045439"/>
                <a:gd name="connsiteY3" fmla="*/ 1503377 h 2679048"/>
                <a:gd name="connsiteX4" fmla="*/ 901358 w 2045439"/>
                <a:gd name="connsiteY4" fmla="*/ 2459467 h 2679048"/>
                <a:gd name="connsiteX5" fmla="*/ 270970 w 2045439"/>
                <a:gd name="connsiteY5" fmla="*/ 1439877 h 2679048"/>
                <a:gd name="connsiteX0" fmla="*/ 270970 w 2051712"/>
                <a:gd name="connsiteY0" fmla="*/ 1446627 h 2685798"/>
                <a:gd name="connsiteX1" fmla="*/ 1714158 w 2051712"/>
                <a:gd name="connsiteY1" fmla="*/ 33337 h 2685798"/>
                <a:gd name="connsiteX2" fmla="*/ 1805913 w 2051712"/>
                <a:gd name="connsiteY2" fmla="*/ 479986 h 2685798"/>
                <a:gd name="connsiteX3" fmla="*/ 2034513 w 2051712"/>
                <a:gd name="connsiteY3" fmla="*/ 873686 h 2685798"/>
                <a:gd name="connsiteX4" fmla="*/ 1468246 w 2051712"/>
                <a:gd name="connsiteY4" fmla="*/ 1510127 h 2685798"/>
                <a:gd name="connsiteX5" fmla="*/ 901358 w 2051712"/>
                <a:gd name="connsiteY5" fmla="*/ 2466217 h 2685798"/>
                <a:gd name="connsiteX6" fmla="*/ 270970 w 2051712"/>
                <a:gd name="connsiteY6" fmla="*/ 1446627 h 2685798"/>
                <a:gd name="connsiteX0" fmla="*/ 15588 w 1796330"/>
                <a:gd name="connsiteY0" fmla="*/ 1482716 h 2502423"/>
                <a:gd name="connsiteX1" fmla="*/ 1331776 w 1796330"/>
                <a:gd name="connsiteY1" fmla="*/ 31326 h 2502423"/>
                <a:gd name="connsiteX2" fmla="*/ 1550531 w 1796330"/>
                <a:gd name="connsiteY2" fmla="*/ 516075 h 2502423"/>
                <a:gd name="connsiteX3" fmla="*/ 1779131 w 1796330"/>
                <a:gd name="connsiteY3" fmla="*/ 909775 h 2502423"/>
                <a:gd name="connsiteX4" fmla="*/ 1212864 w 1796330"/>
                <a:gd name="connsiteY4" fmla="*/ 1546216 h 2502423"/>
                <a:gd name="connsiteX5" fmla="*/ 645976 w 1796330"/>
                <a:gd name="connsiteY5" fmla="*/ 2502306 h 2502423"/>
                <a:gd name="connsiteX6" fmla="*/ 15588 w 1796330"/>
                <a:gd name="connsiteY6" fmla="*/ 1482716 h 2502423"/>
                <a:gd name="connsiteX0" fmla="*/ 15588 w 1796330"/>
                <a:gd name="connsiteY0" fmla="*/ 1461558 h 2481265"/>
                <a:gd name="connsiteX1" fmla="*/ 1331776 w 1796330"/>
                <a:gd name="connsiteY1" fmla="*/ 10168 h 2481265"/>
                <a:gd name="connsiteX2" fmla="*/ 1550531 w 1796330"/>
                <a:gd name="connsiteY2" fmla="*/ 494917 h 2481265"/>
                <a:gd name="connsiteX3" fmla="*/ 1779131 w 1796330"/>
                <a:gd name="connsiteY3" fmla="*/ 888617 h 2481265"/>
                <a:gd name="connsiteX4" fmla="*/ 1212864 w 1796330"/>
                <a:gd name="connsiteY4" fmla="*/ 1525058 h 2481265"/>
                <a:gd name="connsiteX5" fmla="*/ 645976 w 1796330"/>
                <a:gd name="connsiteY5" fmla="*/ 2481148 h 2481265"/>
                <a:gd name="connsiteX6" fmla="*/ 15588 w 1796330"/>
                <a:gd name="connsiteY6" fmla="*/ 1461558 h 2481265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857019"/>
                <a:gd name="connsiteY0" fmla="*/ 1469707 h 2489414"/>
                <a:gd name="connsiteX1" fmla="*/ 1331776 w 1857019"/>
                <a:gd name="connsiteY1" fmla="*/ 18317 h 2489414"/>
                <a:gd name="connsiteX2" fmla="*/ 1550531 w 1857019"/>
                <a:gd name="connsiteY2" fmla="*/ 503066 h 2489414"/>
                <a:gd name="connsiteX3" fmla="*/ 1842631 w 1857019"/>
                <a:gd name="connsiteY3" fmla="*/ 845966 h 2489414"/>
                <a:gd name="connsiteX4" fmla="*/ 1212864 w 1857019"/>
                <a:gd name="connsiteY4" fmla="*/ 1533207 h 2489414"/>
                <a:gd name="connsiteX5" fmla="*/ 645976 w 1857019"/>
                <a:gd name="connsiteY5" fmla="*/ 2489297 h 2489414"/>
                <a:gd name="connsiteX6" fmla="*/ 15588 w 1857019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70056"/>
                <a:gd name="connsiteY0" fmla="*/ 1469707 h 2489403"/>
                <a:gd name="connsiteX1" fmla="*/ 1331776 w 1870056"/>
                <a:gd name="connsiteY1" fmla="*/ 18317 h 2489403"/>
                <a:gd name="connsiteX2" fmla="*/ 1550531 w 1870056"/>
                <a:gd name="connsiteY2" fmla="*/ 503066 h 2489403"/>
                <a:gd name="connsiteX3" fmla="*/ 1842631 w 1870056"/>
                <a:gd name="connsiteY3" fmla="*/ 845966 h 2489403"/>
                <a:gd name="connsiteX4" fmla="*/ 1448929 w 1870056"/>
                <a:gd name="connsiteY4" fmla="*/ 1176167 h 2489403"/>
                <a:gd name="connsiteX5" fmla="*/ 1868029 w 1870056"/>
                <a:gd name="connsiteY5" fmla="*/ 1633368 h 2489403"/>
                <a:gd name="connsiteX6" fmla="*/ 1212864 w 1870056"/>
                <a:gd name="connsiteY6" fmla="*/ 1533207 h 2489403"/>
                <a:gd name="connsiteX7" fmla="*/ 645976 w 1870056"/>
                <a:gd name="connsiteY7" fmla="*/ 2489297 h 2489403"/>
                <a:gd name="connsiteX8" fmla="*/ 15588 w 1870056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6689 w 1869130"/>
                <a:gd name="connsiteY0" fmla="*/ 1469707 h 2574440"/>
                <a:gd name="connsiteX1" fmla="*/ 1332877 w 1869130"/>
                <a:gd name="connsiteY1" fmla="*/ 18317 h 2574440"/>
                <a:gd name="connsiteX2" fmla="*/ 1551632 w 1869130"/>
                <a:gd name="connsiteY2" fmla="*/ 503066 h 2574440"/>
                <a:gd name="connsiteX3" fmla="*/ 1843732 w 1869130"/>
                <a:gd name="connsiteY3" fmla="*/ 845966 h 2574440"/>
                <a:gd name="connsiteX4" fmla="*/ 1450030 w 1869130"/>
                <a:gd name="connsiteY4" fmla="*/ 1176167 h 2574440"/>
                <a:gd name="connsiteX5" fmla="*/ 1869130 w 1869130"/>
                <a:gd name="connsiteY5" fmla="*/ 1633368 h 2574440"/>
                <a:gd name="connsiteX6" fmla="*/ 1302865 w 1869130"/>
                <a:gd name="connsiteY6" fmla="*/ 1850707 h 2574440"/>
                <a:gd name="connsiteX7" fmla="*/ 1754831 w 1869130"/>
                <a:gd name="connsiteY7" fmla="*/ 2319168 h 2574440"/>
                <a:gd name="connsiteX8" fmla="*/ 1475431 w 1869130"/>
                <a:gd name="connsiteY8" fmla="*/ 2496968 h 2574440"/>
                <a:gd name="connsiteX9" fmla="*/ 647077 w 1869130"/>
                <a:gd name="connsiteY9" fmla="*/ 2489297 h 2574440"/>
                <a:gd name="connsiteX10" fmla="*/ 16689 w 1869130"/>
                <a:gd name="connsiteY10" fmla="*/ 1469707 h 2574440"/>
                <a:gd name="connsiteX0" fmla="*/ 16745 w 1869186"/>
                <a:gd name="connsiteY0" fmla="*/ 1469707 h 2966869"/>
                <a:gd name="connsiteX1" fmla="*/ 1332933 w 1869186"/>
                <a:gd name="connsiteY1" fmla="*/ 18317 h 2966869"/>
                <a:gd name="connsiteX2" fmla="*/ 1551688 w 1869186"/>
                <a:gd name="connsiteY2" fmla="*/ 503066 h 2966869"/>
                <a:gd name="connsiteX3" fmla="*/ 1843788 w 1869186"/>
                <a:gd name="connsiteY3" fmla="*/ 845966 h 2966869"/>
                <a:gd name="connsiteX4" fmla="*/ 1450086 w 1869186"/>
                <a:gd name="connsiteY4" fmla="*/ 1176167 h 2966869"/>
                <a:gd name="connsiteX5" fmla="*/ 1869186 w 1869186"/>
                <a:gd name="connsiteY5" fmla="*/ 1633368 h 2966869"/>
                <a:gd name="connsiteX6" fmla="*/ 1302921 w 1869186"/>
                <a:gd name="connsiteY6" fmla="*/ 1850707 h 2966869"/>
                <a:gd name="connsiteX7" fmla="*/ 1754887 w 1869186"/>
                <a:gd name="connsiteY7" fmla="*/ 2319168 h 2966869"/>
                <a:gd name="connsiteX8" fmla="*/ 1475487 w 1869186"/>
                <a:gd name="connsiteY8" fmla="*/ 2496968 h 2966869"/>
                <a:gd name="connsiteX9" fmla="*/ 1488187 w 1869186"/>
                <a:gd name="connsiteY9" fmla="*/ 2966867 h 2966869"/>
                <a:gd name="connsiteX10" fmla="*/ 647133 w 1869186"/>
                <a:gd name="connsiteY10" fmla="*/ 2489297 h 2966869"/>
                <a:gd name="connsiteX11" fmla="*/ 16745 w 1869186"/>
                <a:gd name="connsiteY11" fmla="*/ 1469707 h 2966869"/>
                <a:gd name="connsiteX0" fmla="*/ 16745 w 1869186"/>
                <a:gd name="connsiteY0" fmla="*/ 1469707 h 2966867"/>
                <a:gd name="connsiteX1" fmla="*/ 1332933 w 1869186"/>
                <a:gd name="connsiteY1" fmla="*/ 18317 h 2966867"/>
                <a:gd name="connsiteX2" fmla="*/ 1551688 w 1869186"/>
                <a:gd name="connsiteY2" fmla="*/ 503066 h 2966867"/>
                <a:gd name="connsiteX3" fmla="*/ 1843788 w 1869186"/>
                <a:gd name="connsiteY3" fmla="*/ 845966 h 2966867"/>
                <a:gd name="connsiteX4" fmla="*/ 1450086 w 1869186"/>
                <a:gd name="connsiteY4" fmla="*/ 1176167 h 2966867"/>
                <a:gd name="connsiteX5" fmla="*/ 1869186 w 1869186"/>
                <a:gd name="connsiteY5" fmla="*/ 1633368 h 2966867"/>
                <a:gd name="connsiteX6" fmla="*/ 1302921 w 1869186"/>
                <a:gd name="connsiteY6" fmla="*/ 1850707 h 2966867"/>
                <a:gd name="connsiteX7" fmla="*/ 1754887 w 1869186"/>
                <a:gd name="connsiteY7" fmla="*/ 2319168 h 2966867"/>
                <a:gd name="connsiteX8" fmla="*/ 1475487 w 1869186"/>
                <a:gd name="connsiteY8" fmla="*/ 2496968 h 2966867"/>
                <a:gd name="connsiteX9" fmla="*/ 1488187 w 1869186"/>
                <a:gd name="connsiteY9" fmla="*/ 2966867 h 2966867"/>
                <a:gd name="connsiteX10" fmla="*/ 647133 w 1869186"/>
                <a:gd name="connsiteY10" fmla="*/ 2489297 h 2966867"/>
                <a:gd name="connsiteX11" fmla="*/ 16745 w 1869186"/>
                <a:gd name="connsiteY11" fmla="*/ 1469707 h 2966867"/>
                <a:gd name="connsiteX0" fmla="*/ 16745 w 1869186"/>
                <a:gd name="connsiteY0" fmla="*/ 1469707 h 2985386"/>
                <a:gd name="connsiteX1" fmla="*/ 1332933 w 1869186"/>
                <a:gd name="connsiteY1" fmla="*/ 18317 h 2985386"/>
                <a:gd name="connsiteX2" fmla="*/ 1551688 w 1869186"/>
                <a:gd name="connsiteY2" fmla="*/ 503066 h 2985386"/>
                <a:gd name="connsiteX3" fmla="*/ 1843788 w 1869186"/>
                <a:gd name="connsiteY3" fmla="*/ 845966 h 2985386"/>
                <a:gd name="connsiteX4" fmla="*/ 1450086 w 1869186"/>
                <a:gd name="connsiteY4" fmla="*/ 1176167 h 2985386"/>
                <a:gd name="connsiteX5" fmla="*/ 1869186 w 1869186"/>
                <a:gd name="connsiteY5" fmla="*/ 1633368 h 2985386"/>
                <a:gd name="connsiteX6" fmla="*/ 1302921 w 1869186"/>
                <a:gd name="connsiteY6" fmla="*/ 1850707 h 2985386"/>
                <a:gd name="connsiteX7" fmla="*/ 1754887 w 1869186"/>
                <a:gd name="connsiteY7" fmla="*/ 2319168 h 2985386"/>
                <a:gd name="connsiteX8" fmla="*/ 1475487 w 1869186"/>
                <a:gd name="connsiteY8" fmla="*/ 2496968 h 2985386"/>
                <a:gd name="connsiteX9" fmla="*/ 1488187 w 1869186"/>
                <a:gd name="connsiteY9" fmla="*/ 2966867 h 2985386"/>
                <a:gd name="connsiteX10" fmla="*/ 647133 w 1869186"/>
                <a:gd name="connsiteY10" fmla="*/ 2489297 h 2985386"/>
                <a:gd name="connsiteX11" fmla="*/ 16745 w 1869186"/>
                <a:gd name="connsiteY11" fmla="*/ 1469707 h 2985386"/>
                <a:gd name="connsiteX0" fmla="*/ 23868 w 1876309"/>
                <a:gd name="connsiteY0" fmla="*/ 1469763 h 2986627"/>
                <a:gd name="connsiteX1" fmla="*/ 1340056 w 1876309"/>
                <a:gd name="connsiteY1" fmla="*/ 18373 h 2986627"/>
                <a:gd name="connsiteX2" fmla="*/ 1558811 w 1876309"/>
                <a:gd name="connsiteY2" fmla="*/ 503122 h 2986627"/>
                <a:gd name="connsiteX3" fmla="*/ 1850911 w 1876309"/>
                <a:gd name="connsiteY3" fmla="*/ 846022 h 2986627"/>
                <a:gd name="connsiteX4" fmla="*/ 1457209 w 1876309"/>
                <a:gd name="connsiteY4" fmla="*/ 1176223 h 2986627"/>
                <a:gd name="connsiteX5" fmla="*/ 1876309 w 1876309"/>
                <a:gd name="connsiteY5" fmla="*/ 1633424 h 2986627"/>
                <a:gd name="connsiteX6" fmla="*/ 1310044 w 1876309"/>
                <a:gd name="connsiteY6" fmla="*/ 1850763 h 2986627"/>
                <a:gd name="connsiteX7" fmla="*/ 1762010 w 1876309"/>
                <a:gd name="connsiteY7" fmla="*/ 2319224 h 2986627"/>
                <a:gd name="connsiteX8" fmla="*/ 1482610 w 1876309"/>
                <a:gd name="connsiteY8" fmla="*/ 2497024 h 2986627"/>
                <a:gd name="connsiteX9" fmla="*/ 1495310 w 1876309"/>
                <a:gd name="connsiteY9" fmla="*/ 2966923 h 2986627"/>
                <a:gd name="connsiteX10" fmla="*/ 565356 w 1876309"/>
                <a:gd name="connsiteY10" fmla="*/ 2514753 h 2986627"/>
                <a:gd name="connsiteX11" fmla="*/ 23868 w 1876309"/>
                <a:gd name="connsiteY11" fmla="*/ 1469763 h 2986627"/>
                <a:gd name="connsiteX0" fmla="*/ 680 w 1853121"/>
                <a:gd name="connsiteY0" fmla="*/ 1470811 h 2967971"/>
                <a:gd name="connsiteX1" fmla="*/ 1316868 w 1853121"/>
                <a:gd name="connsiteY1" fmla="*/ 19421 h 2967971"/>
                <a:gd name="connsiteX2" fmla="*/ 1535623 w 1853121"/>
                <a:gd name="connsiteY2" fmla="*/ 504170 h 2967971"/>
                <a:gd name="connsiteX3" fmla="*/ 1827723 w 1853121"/>
                <a:gd name="connsiteY3" fmla="*/ 847070 h 2967971"/>
                <a:gd name="connsiteX4" fmla="*/ 1434021 w 1853121"/>
                <a:gd name="connsiteY4" fmla="*/ 1177271 h 2967971"/>
                <a:gd name="connsiteX5" fmla="*/ 1853121 w 1853121"/>
                <a:gd name="connsiteY5" fmla="*/ 1634472 h 2967971"/>
                <a:gd name="connsiteX6" fmla="*/ 1286856 w 1853121"/>
                <a:gd name="connsiteY6" fmla="*/ 1851811 h 2967971"/>
                <a:gd name="connsiteX7" fmla="*/ 1738822 w 1853121"/>
                <a:gd name="connsiteY7" fmla="*/ 2320272 h 2967971"/>
                <a:gd name="connsiteX8" fmla="*/ 1459422 w 1853121"/>
                <a:gd name="connsiteY8" fmla="*/ 2498072 h 2967971"/>
                <a:gd name="connsiteX9" fmla="*/ 1472122 w 1853121"/>
                <a:gd name="connsiteY9" fmla="*/ 2967971 h 2967971"/>
                <a:gd name="connsiteX10" fmla="*/ 680 w 1853121"/>
                <a:gd name="connsiteY10" fmla="*/ 1470811 h 2967971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86856 w 1853121"/>
                <a:gd name="connsiteY6" fmla="*/ 1851811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86856 w 1853121"/>
                <a:gd name="connsiteY6" fmla="*/ 1851811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86856 w 1853121"/>
                <a:gd name="connsiteY6" fmla="*/ 1851811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67065"/>
                <a:gd name="connsiteY0" fmla="*/ 1470811 h 3018250"/>
                <a:gd name="connsiteX1" fmla="*/ 1316868 w 1867065"/>
                <a:gd name="connsiteY1" fmla="*/ 19421 h 3018250"/>
                <a:gd name="connsiteX2" fmla="*/ 1535623 w 1867065"/>
                <a:gd name="connsiteY2" fmla="*/ 504170 h 3018250"/>
                <a:gd name="connsiteX3" fmla="*/ 1827723 w 1867065"/>
                <a:gd name="connsiteY3" fmla="*/ 847070 h 3018250"/>
                <a:gd name="connsiteX4" fmla="*/ 1434021 w 1867065"/>
                <a:gd name="connsiteY4" fmla="*/ 1177271 h 3018250"/>
                <a:gd name="connsiteX5" fmla="*/ 1853121 w 1867065"/>
                <a:gd name="connsiteY5" fmla="*/ 1634472 h 3018250"/>
                <a:gd name="connsiteX6" fmla="*/ 1738822 w 1867065"/>
                <a:gd name="connsiteY6" fmla="*/ 2320272 h 3018250"/>
                <a:gd name="connsiteX7" fmla="*/ 1459422 w 1867065"/>
                <a:gd name="connsiteY7" fmla="*/ 2498072 h 3018250"/>
                <a:gd name="connsiteX8" fmla="*/ 1472122 w 1867065"/>
                <a:gd name="connsiteY8" fmla="*/ 2967971 h 3018250"/>
                <a:gd name="connsiteX9" fmla="*/ 680 w 1867065"/>
                <a:gd name="connsiteY9" fmla="*/ 1470811 h 3018250"/>
                <a:gd name="connsiteX0" fmla="*/ 680 w 1858777"/>
                <a:gd name="connsiteY0" fmla="*/ 1470811 h 3018250"/>
                <a:gd name="connsiteX1" fmla="*/ 1316868 w 1858777"/>
                <a:gd name="connsiteY1" fmla="*/ 19421 h 3018250"/>
                <a:gd name="connsiteX2" fmla="*/ 1535623 w 1858777"/>
                <a:gd name="connsiteY2" fmla="*/ 504170 h 3018250"/>
                <a:gd name="connsiteX3" fmla="*/ 1827723 w 1858777"/>
                <a:gd name="connsiteY3" fmla="*/ 847070 h 3018250"/>
                <a:gd name="connsiteX4" fmla="*/ 1434021 w 1858777"/>
                <a:gd name="connsiteY4" fmla="*/ 1177271 h 3018250"/>
                <a:gd name="connsiteX5" fmla="*/ 1853121 w 1858777"/>
                <a:gd name="connsiteY5" fmla="*/ 1634472 h 3018250"/>
                <a:gd name="connsiteX6" fmla="*/ 1291023 w 1858777"/>
                <a:gd name="connsiteY6" fmla="*/ 1859588 h 3018250"/>
                <a:gd name="connsiteX7" fmla="*/ 1738822 w 1858777"/>
                <a:gd name="connsiteY7" fmla="*/ 2320272 h 3018250"/>
                <a:gd name="connsiteX8" fmla="*/ 1459422 w 1858777"/>
                <a:gd name="connsiteY8" fmla="*/ 2498072 h 3018250"/>
                <a:gd name="connsiteX9" fmla="*/ 1472122 w 1858777"/>
                <a:gd name="connsiteY9" fmla="*/ 2967971 h 3018250"/>
                <a:gd name="connsiteX10" fmla="*/ 680 w 1858777"/>
                <a:gd name="connsiteY10" fmla="*/ 1470811 h 3018250"/>
                <a:gd name="connsiteX0" fmla="*/ 680 w 1858659"/>
                <a:gd name="connsiteY0" fmla="*/ 1470811 h 3018250"/>
                <a:gd name="connsiteX1" fmla="*/ 1316868 w 1858659"/>
                <a:gd name="connsiteY1" fmla="*/ 19421 h 3018250"/>
                <a:gd name="connsiteX2" fmla="*/ 1535623 w 1858659"/>
                <a:gd name="connsiteY2" fmla="*/ 504170 h 3018250"/>
                <a:gd name="connsiteX3" fmla="*/ 1827723 w 1858659"/>
                <a:gd name="connsiteY3" fmla="*/ 847070 h 3018250"/>
                <a:gd name="connsiteX4" fmla="*/ 1434021 w 1858659"/>
                <a:gd name="connsiteY4" fmla="*/ 1177271 h 3018250"/>
                <a:gd name="connsiteX5" fmla="*/ 1853121 w 1858659"/>
                <a:gd name="connsiteY5" fmla="*/ 1634472 h 3018250"/>
                <a:gd name="connsiteX6" fmla="*/ 1291023 w 1858659"/>
                <a:gd name="connsiteY6" fmla="*/ 1859588 h 3018250"/>
                <a:gd name="connsiteX7" fmla="*/ 1738822 w 1858659"/>
                <a:gd name="connsiteY7" fmla="*/ 2320272 h 3018250"/>
                <a:gd name="connsiteX8" fmla="*/ 1459422 w 1858659"/>
                <a:gd name="connsiteY8" fmla="*/ 2498072 h 3018250"/>
                <a:gd name="connsiteX9" fmla="*/ 1472122 w 1858659"/>
                <a:gd name="connsiteY9" fmla="*/ 2967971 h 3018250"/>
                <a:gd name="connsiteX10" fmla="*/ 680 w 1858659"/>
                <a:gd name="connsiteY10" fmla="*/ 1470811 h 3018250"/>
                <a:gd name="connsiteX0" fmla="*/ 680 w 1858659"/>
                <a:gd name="connsiteY0" fmla="*/ 1470811 h 3018250"/>
                <a:gd name="connsiteX1" fmla="*/ 1316868 w 1858659"/>
                <a:gd name="connsiteY1" fmla="*/ 19421 h 3018250"/>
                <a:gd name="connsiteX2" fmla="*/ 1535623 w 1858659"/>
                <a:gd name="connsiteY2" fmla="*/ 504170 h 3018250"/>
                <a:gd name="connsiteX3" fmla="*/ 1827723 w 1858659"/>
                <a:gd name="connsiteY3" fmla="*/ 847070 h 3018250"/>
                <a:gd name="connsiteX4" fmla="*/ 1434021 w 1858659"/>
                <a:gd name="connsiteY4" fmla="*/ 1177271 h 3018250"/>
                <a:gd name="connsiteX5" fmla="*/ 1853121 w 1858659"/>
                <a:gd name="connsiteY5" fmla="*/ 1634472 h 3018250"/>
                <a:gd name="connsiteX6" fmla="*/ 1291023 w 1858659"/>
                <a:gd name="connsiteY6" fmla="*/ 1859588 h 3018250"/>
                <a:gd name="connsiteX7" fmla="*/ 1738822 w 1858659"/>
                <a:gd name="connsiteY7" fmla="*/ 2320272 h 3018250"/>
                <a:gd name="connsiteX8" fmla="*/ 1459422 w 1858659"/>
                <a:gd name="connsiteY8" fmla="*/ 2498072 h 3018250"/>
                <a:gd name="connsiteX9" fmla="*/ 1472122 w 1858659"/>
                <a:gd name="connsiteY9" fmla="*/ 2967971 h 3018250"/>
                <a:gd name="connsiteX10" fmla="*/ 680 w 1858659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91209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91209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91209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434021 w 1853121"/>
                <a:gd name="connsiteY3" fmla="*/ 1177271 h 3018250"/>
                <a:gd name="connsiteX4" fmla="*/ 1853121 w 1853121"/>
                <a:gd name="connsiteY4" fmla="*/ 1634472 h 3018250"/>
                <a:gd name="connsiteX5" fmla="*/ 1291023 w 1853121"/>
                <a:gd name="connsiteY5" fmla="*/ 1859588 h 3018250"/>
                <a:gd name="connsiteX6" fmla="*/ 1791209 w 1853121"/>
                <a:gd name="connsiteY6" fmla="*/ 2320272 h 3018250"/>
                <a:gd name="connsiteX7" fmla="*/ 1459422 w 1853121"/>
                <a:gd name="connsiteY7" fmla="*/ 2498072 h 3018250"/>
                <a:gd name="connsiteX8" fmla="*/ 1472122 w 1853121"/>
                <a:gd name="connsiteY8" fmla="*/ 2967971 h 3018250"/>
                <a:gd name="connsiteX9" fmla="*/ 680 w 1853121"/>
                <a:gd name="connsiteY9" fmla="*/ 1470811 h 3018250"/>
                <a:gd name="connsiteX0" fmla="*/ 680 w 1896456"/>
                <a:gd name="connsiteY0" fmla="*/ 1470811 h 3018250"/>
                <a:gd name="connsiteX1" fmla="*/ 1316868 w 1896456"/>
                <a:gd name="connsiteY1" fmla="*/ 19421 h 3018250"/>
                <a:gd name="connsiteX2" fmla="*/ 1535623 w 1896456"/>
                <a:gd name="connsiteY2" fmla="*/ 504170 h 3018250"/>
                <a:gd name="connsiteX3" fmla="*/ 1895860 w 1896456"/>
                <a:gd name="connsiteY3" fmla="*/ 754688 h 3018250"/>
                <a:gd name="connsiteX4" fmla="*/ 1434021 w 1896456"/>
                <a:gd name="connsiteY4" fmla="*/ 1177271 h 3018250"/>
                <a:gd name="connsiteX5" fmla="*/ 1853121 w 1896456"/>
                <a:gd name="connsiteY5" fmla="*/ 1634472 h 3018250"/>
                <a:gd name="connsiteX6" fmla="*/ 1291023 w 1896456"/>
                <a:gd name="connsiteY6" fmla="*/ 1859588 h 3018250"/>
                <a:gd name="connsiteX7" fmla="*/ 1791209 w 1896456"/>
                <a:gd name="connsiteY7" fmla="*/ 2320272 h 3018250"/>
                <a:gd name="connsiteX8" fmla="*/ 1459422 w 1896456"/>
                <a:gd name="connsiteY8" fmla="*/ 2498072 h 3018250"/>
                <a:gd name="connsiteX9" fmla="*/ 1472122 w 1896456"/>
                <a:gd name="connsiteY9" fmla="*/ 2967971 h 3018250"/>
                <a:gd name="connsiteX10" fmla="*/ 680 w 1896456"/>
                <a:gd name="connsiteY10" fmla="*/ 1470811 h 3018250"/>
                <a:gd name="connsiteX0" fmla="*/ 680 w 1895860"/>
                <a:gd name="connsiteY0" fmla="*/ 1470811 h 3018250"/>
                <a:gd name="connsiteX1" fmla="*/ 1316868 w 1895860"/>
                <a:gd name="connsiteY1" fmla="*/ 19421 h 3018250"/>
                <a:gd name="connsiteX2" fmla="*/ 1535623 w 1895860"/>
                <a:gd name="connsiteY2" fmla="*/ 504170 h 3018250"/>
                <a:gd name="connsiteX3" fmla="*/ 1895860 w 1895860"/>
                <a:gd name="connsiteY3" fmla="*/ 754688 h 3018250"/>
                <a:gd name="connsiteX4" fmla="*/ 1434021 w 1895860"/>
                <a:gd name="connsiteY4" fmla="*/ 1177271 h 3018250"/>
                <a:gd name="connsiteX5" fmla="*/ 1853121 w 1895860"/>
                <a:gd name="connsiteY5" fmla="*/ 1634472 h 3018250"/>
                <a:gd name="connsiteX6" fmla="*/ 1291023 w 1895860"/>
                <a:gd name="connsiteY6" fmla="*/ 1859588 h 3018250"/>
                <a:gd name="connsiteX7" fmla="*/ 1791209 w 1895860"/>
                <a:gd name="connsiteY7" fmla="*/ 2320272 h 3018250"/>
                <a:gd name="connsiteX8" fmla="*/ 1459422 w 1895860"/>
                <a:gd name="connsiteY8" fmla="*/ 2498072 h 3018250"/>
                <a:gd name="connsiteX9" fmla="*/ 1472122 w 1895860"/>
                <a:gd name="connsiteY9" fmla="*/ 2967971 h 3018250"/>
                <a:gd name="connsiteX10" fmla="*/ 680 w 1895860"/>
                <a:gd name="connsiteY10" fmla="*/ 1470811 h 3018250"/>
                <a:gd name="connsiteX0" fmla="*/ 680 w 1896226"/>
                <a:gd name="connsiteY0" fmla="*/ 1470811 h 3018250"/>
                <a:gd name="connsiteX1" fmla="*/ 1316868 w 1896226"/>
                <a:gd name="connsiteY1" fmla="*/ 19421 h 3018250"/>
                <a:gd name="connsiteX2" fmla="*/ 1535623 w 1896226"/>
                <a:gd name="connsiteY2" fmla="*/ 504170 h 3018250"/>
                <a:gd name="connsiteX3" fmla="*/ 1895860 w 1896226"/>
                <a:gd name="connsiteY3" fmla="*/ 754688 h 3018250"/>
                <a:gd name="connsiteX4" fmla="*/ 1434021 w 1896226"/>
                <a:gd name="connsiteY4" fmla="*/ 1177271 h 3018250"/>
                <a:gd name="connsiteX5" fmla="*/ 1853121 w 1896226"/>
                <a:gd name="connsiteY5" fmla="*/ 1634472 h 3018250"/>
                <a:gd name="connsiteX6" fmla="*/ 1291023 w 1896226"/>
                <a:gd name="connsiteY6" fmla="*/ 1859588 h 3018250"/>
                <a:gd name="connsiteX7" fmla="*/ 1791209 w 1896226"/>
                <a:gd name="connsiteY7" fmla="*/ 2320272 h 3018250"/>
                <a:gd name="connsiteX8" fmla="*/ 1459422 w 1896226"/>
                <a:gd name="connsiteY8" fmla="*/ 2498072 h 3018250"/>
                <a:gd name="connsiteX9" fmla="*/ 1472122 w 1896226"/>
                <a:gd name="connsiteY9" fmla="*/ 2967971 h 3018250"/>
                <a:gd name="connsiteX10" fmla="*/ 680 w 1896226"/>
                <a:gd name="connsiteY10" fmla="*/ 1470811 h 3018250"/>
                <a:gd name="connsiteX0" fmla="*/ 680 w 1896277"/>
                <a:gd name="connsiteY0" fmla="*/ 1470811 h 3018250"/>
                <a:gd name="connsiteX1" fmla="*/ 1316868 w 1896277"/>
                <a:gd name="connsiteY1" fmla="*/ 19421 h 3018250"/>
                <a:gd name="connsiteX2" fmla="*/ 1535623 w 1896277"/>
                <a:gd name="connsiteY2" fmla="*/ 504170 h 3018250"/>
                <a:gd name="connsiteX3" fmla="*/ 1895860 w 1896277"/>
                <a:gd name="connsiteY3" fmla="*/ 754688 h 3018250"/>
                <a:gd name="connsiteX4" fmla="*/ 1434021 w 1896277"/>
                <a:gd name="connsiteY4" fmla="*/ 1177271 h 3018250"/>
                <a:gd name="connsiteX5" fmla="*/ 1853121 w 1896277"/>
                <a:gd name="connsiteY5" fmla="*/ 1634472 h 3018250"/>
                <a:gd name="connsiteX6" fmla="*/ 1291023 w 1896277"/>
                <a:gd name="connsiteY6" fmla="*/ 1859588 h 3018250"/>
                <a:gd name="connsiteX7" fmla="*/ 1791209 w 1896277"/>
                <a:gd name="connsiteY7" fmla="*/ 2320272 h 3018250"/>
                <a:gd name="connsiteX8" fmla="*/ 1459422 w 1896277"/>
                <a:gd name="connsiteY8" fmla="*/ 2498072 h 3018250"/>
                <a:gd name="connsiteX9" fmla="*/ 1472122 w 1896277"/>
                <a:gd name="connsiteY9" fmla="*/ 2967971 h 3018250"/>
                <a:gd name="connsiteX10" fmla="*/ 680 w 1896277"/>
                <a:gd name="connsiteY10" fmla="*/ 1470811 h 3018250"/>
                <a:gd name="connsiteX0" fmla="*/ 680 w 1896277"/>
                <a:gd name="connsiteY0" fmla="*/ 1470811 h 3018250"/>
                <a:gd name="connsiteX1" fmla="*/ 1316868 w 1896277"/>
                <a:gd name="connsiteY1" fmla="*/ 19421 h 3018250"/>
                <a:gd name="connsiteX2" fmla="*/ 1535623 w 1896277"/>
                <a:gd name="connsiteY2" fmla="*/ 504170 h 3018250"/>
                <a:gd name="connsiteX3" fmla="*/ 1895860 w 1896277"/>
                <a:gd name="connsiteY3" fmla="*/ 754688 h 3018250"/>
                <a:gd name="connsiteX4" fmla="*/ 1434021 w 1896277"/>
                <a:gd name="connsiteY4" fmla="*/ 1177271 h 3018250"/>
                <a:gd name="connsiteX5" fmla="*/ 1853121 w 1896277"/>
                <a:gd name="connsiteY5" fmla="*/ 1634472 h 3018250"/>
                <a:gd name="connsiteX6" fmla="*/ 1291023 w 1896277"/>
                <a:gd name="connsiteY6" fmla="*/ 1859588 h 3018250"/>
                <a:gd name="connsiteX7" fmla="*/ 1791209 w 1896277"/>
                <a:gd name="connsiteY7" fmla="*/ 2320272 h 3018250"/>
                <a:gd name="connsiteX8" fmla="*/ 1459422 w 1896277"/>
                <a:gd name="connsiteY8" fmla="*/ 2498072 h 3018250"/>
                <a:gd name="connsiteX9" fmla="*/ 1472122 w 1896277"/>
                <a:gd name="connsiteY9" fmla="*/ 2967971 h 3018250"/>
                <a:gd name="connsiteX10" fmla="*/ 680 w 1896277"/>
                <a:gd name="connsiteY10" fmla="*/ 1470811 h 3018250"/>
                <a:gd name="connsiteX0" fmla="*/ 441 w 1896038"/>
                <a:gd name="connsiteY0" fmla="*/ 1479415 h 3026854"/>
                <a:gd name="connsiteX1" fmla="*/ 1316629 w 1896038"/>
                <a:gd name="connsiteY1" fmla="*/ 28025 h 3026854"/>
                <a:gd name="connsiteX2" fmla="*/ 1325834 w 1896038"/>
                <a:gd name="connsiteY2" fmla="*/ 544524 h 3026854"/>
                <a:gd name="connsiteX3" fmla="*/ 1895621 w 1896038"/>
                <a:gd name="connsiteY3" fmla="*/ 763292 h 3026854"/>
                <a:gd name="connsiteX4" fmla="*/ 1433782 w 1896038"/>
                <a:gd name="connsiteY4" fmla="*/ 1185875 h 3026854"/>
                <a:gd name="connsiteX5" fmla="*/ 1852882 w 1896038"/>
                <a:gd name="connsiteY5" fmla="*/ 1643076 h 3026854"/>
                <a:gd name="connsiteX6" fmla="*/ 1290784 w 1896038"/>
                <a:gd name="connsiteY6" fmla="*/ 1868192 h 3026854"/>
                <a:gd name="connsiteX7" fmla="*/ 1790970 w 1896038"/>
                <a:gd name="connsiteY7" fmla="*/ 2328876 h 3026854"/>
                <a:gd name="connsiteX8" fmla="*/ 1459183 w 1896038"/>
                <a:gd name="connsiteY8" fmla="*/ 2506676 h 3026854"/>
                <a:gd name="connsiteX9" fmla="*/ 1471883 w 1896038"/>
                <a:gd name="connsiteY9" fmla="*/ 2976575 h 3026854"/>
                <a:gd name="connsiteX10" fmla="*/ 441 w 1896038"/>
                <a:gd name="connsiteY10" fmla="*/ 1479415 h 3026854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96080" h="3004476">
                  <a:moveTo>
                    <a:pt x="483" y="1457037"/>
                  </a:moveTo>
                  <a:cubicBezTo>
                    <a:pt x="-25393" y="965612"/>
                    <a:pt x="994172" y="-86188"/>
                    <a:pt x="1316671" y="5647"/>
                  </a:cubicBezTo>
                  <a:cubicBezTo>
                    <a:pt x="1639170" y="97482"/>
                    <a:pt x="2059640" y="528189"/>
                    <a:pt x="1325876" y="522146"/>
                  </a:cubicBezTo>
                  <a:cubicBezTo>
                    <a:pt x="1493812" y="541503"/>
                    <a:pt x="1864972" y="357268"/>
                    <a:pt x="1895663" y="740914"/>
                  </a:cubicBezTo>
                  <a:cubicBezTo>
                    <a:pt x="1912067" y="1367448"/>
                    <a:pt x="1439360" y="1099417"/>
                    <a:pt x="1433824" y="1163497"/>
                  </a:cubicBezTo>
                  <a:cubicBezTo>
                    <a:pt x="1354449" y="1225939"/>
                    <a:pt x="1828768" y="964291"/>
                    <a:pt x="1852924" y="1620698"/>
                  </a:cubicBezTo>
                  <a:cubicBezTo>
                    <a:pt x="1752097" y="2151930"/>
                    <a:pt x="1295588" y="1807714"/>
                    <a:pt x="1290826" y="1845814"/>
                  </a:cubicBezTo>
                  <a:cubicBezTo>
                    <a:pt x="1286063" y="1898202"/>
                    <a:pt x="1847878" y="1874647"/>
                    <a:pt x="1791012" y="2306498"/>
                  </a:cubicBezTo>
                  <a:cubicBezTo>
                    <a:pt x="1711824" y="2545970"/>
                    <a:pt x="1643851" y="2455943"/>
                    <a:pt x="1459225" y="2484298"/>
                  </a:cubicBezTo>
                  <a:cubicBezTo>
                    <a:pt x="1344925" y="2526631"/>
                    <a:pt x="1711584" y="2625275"/>
                    <a:pt x="1471925" y="2954197"/>
                  </a:cubicBezTo>
                  <a:cubicBezTo>
                    <a:pt x="809701" y="3278287"/>
                    <a:pt x="26359" y="1948462"/>
                    <a:pt x="483" y="1457037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90000">
                  <a:srgbClr val="FFFF00"/>
                </a:gs>
              </a:gsLst>
              <a:lin ang="72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val 76">
              <a:extLst>
                <a:ext uri="{FF2B5EF4-FFF2-40B4-BE49-F238E27FC236}">
                  <a16:creationId xmlns:a16="http://schemas.microsoft.com/office/drawing/2014/main" id="{3958EAEE-0E74-D6E2-7C92-126F44C57860}"/>
                </a:ext>
              </a:extLst>
            </p:cNvPr>
            <p:cNvSpPr/>
            <p:nvPr/>
          </p:nvSpPr>
          <p:spPr>
            <a:xfrm>
              <a:off x="2771930" y="3362242"/>
              <a:ext cx="3812031" cy="2994394"/>
            </a:xfrm>
            <a:custGeom>
              <a:avLst/>
              <a:gdLst>
                <a:gd name="connsiteX0" fmla="*/ 0 w 2802962"/>
                <a:gd name="connsiteY0" fmla="*/ 1241530 h 2483060"/>
                <a:gd name="connsiteX1" fmla="*/ 1401481 w 2802962"/>
                <a:gd name="connsiteY1" fmla="*/ 0 h 2483060"/>
                <a:gd name="connsiteX2" fmla="*/ 2802962 w 2802962"/>
                <a:gd name="connsiteY2" fmla="*/ 1241530 h 2483060"/>
                <a:gd name="connsiteX3" fmla="*/ 1401481 w 2802962"/>
                <a:gd name="connsiteY3" fmla="*/ 2483060 h 2483060"/>
                <a:gd name="connsiteX4" fmla="*/ 0 w 2802962"/>
                <a:gd name="connsiteY4" fmla="*/ 1241530 h 2483060"/>
                <a:gd name="connsiteX0" fmla="*/ 621 w 2803583"/>
                <a:gd name="connsiteY0" fmla="*/ 1432030 h 2673560"/>
                <a:gd name="connsiteX1" fmla="*/ 1275102 w 2803583"/>
                <a:gd name="connsiteY1" fmla="*/ 0 h 2673560"/>
                <a:gd name="connsiteX2" fmla="*/ 2803583 w 2803583"/>
                <a:gd name="connsiteY2" fmla="*/ 1432030 h 2673560"/>
                <a:gd name="connsiteX3" fmla="*/ 1402102 w 2803583"/>
                <a:gd name="connsiteY3" fmla="*/ 2673560 h 2673560"/>
                <a:gd name="connsiteX4" fmla="*/ 621 w 2803583"/>
                <a:gd name="connsiteY4" fmla="*/ 1432030 h 2673560"/>
                <a:gd name="connsiteX0" fmla="*/ 281 w 3222343"/>
                <a:gd name="connsiteY0" fmla="*/ 467072 h 2775934"/>
                <a:gd name="connsiteX1" fmla="*/ 1693862 w 3222343"/>
                <a:gd name="connsiteY1" fmla="*/ 76442 h 2775934"/>
                <a:gd name="connsiteX2" fmla="*/ 3222343 w 3222343"/>
                <a:gd name="connsiteY2" fmla="*/ 1508472 h 2775934"/>
                <a:gd name="connsiteX3" fmla="*/ 1820862 w 3222343"/>
                <a:gd name="connsiteY3" fmla="*/ 2750002 h 2775934"/>
                <a:gd name="connsiteX4" fmla="*/ 281 w 3222343"/>
                <a:gd name="connsiteY4" fmla="*/ 467072 h 2775934"/>
                <a:gd name="connsiteX0" fmla="*/ 25 w 3222087"/>
                <a:gd name="connsiteY0" fmla="*/ 488207 h 2797069"/>
                <a:gd name="connsiteX1" fmla="*/ 1782506 w 3222087"/>
                <a:gd name="connsiteY1" fmla="*/ 72177 h 2797069"/>
                <a:gd name="connsiteX2" fmla="*/ 3222087 w 3222087"/>
                <a:gd name="connsiteY2" fmla="*/ 1529607 h 2797069"/>
                <a:gd name="connsiteX3" fmla="*/ 1820606 w 3222087"/>
                <a:gd name="connsiteY3" fmla="*/ 2771137 h 2797069"/>
                <a:gd name="connsiteX4" fmla="*/ 25 w 3222087"/>
                <a:gd name="connsiteY4" fmla="*/ 488207 h 2797069"/>
                <a:gd name="connsiteX0" fmla="*/ 25 w 3222087"/>
                <a:gd name="connsiteY0" fmla="*/ 477197 h 2786059"/>
                <a:gd name="connsiteX1" fmla="*/ 1782506 w 3222087"/>
                <a:gd name="connsiteY1" fmla="*/ 61167 h 2786059"/>
                <a:gd name="connsiteX2" fmla="*/ 3222087 w 3222087"/>
                <a:gd name="connsiteY2" fmla="*/ 1518597 h 2786059"/>
                <a:gd name="connsiteX3" fmla="*/ 1820606 w 3222087"/>
                <a:gd name="connsiteY3" fmla="*/ 2760127 h 2786059"/>
                <a:gd name="connsiteX4" fmla="*/ 25 w 3222087"/>
                <a:gd name="connsiteY4" fmla="*/ 477197 h 2786059"/>
                <a:gd name="connsiteX0" fmla="*/ 29 w 3222091"/>
                <a:gd name="connsiteY0" fmla="*/ 493731 h 2802593"/>
                <a:gd name="connsiteX1" fmla="*/ 1782510 w 3222091"/>
                <a:gd name="connsiteY1" fmla="*/ 77701 h 2802593"/>
                <a:gd name="connsiteX2" fmla="*/ 3222091 w 3222091"/>
                <a:gd name="connsiteY2" fmla="*/ 1535131 h 2802593"/>
                <a:gd name="connsiteX3" fmla="*/ 1820610 w 3222091"/>
                <a:gd name="connsiteY3" fmla="*/ 2776661 h 2802593"/>
                <a:gd name="connsiteX4" fmla="*/ 29 w 3222091"/>
                <a:gd name="connsiteY4" fmla="*/ 493731 h 2802593"/>
                <a:gd name="connsiteX0" fmla="*/ 314598 w 3536660"/>
                <a:gd name="connsiteY0" fmla="*/ 491004 h 2938449"/>
                <a:gd name="connsiteX1" fmla="*/ 2097079 w 3536660"/>
                <a:gd name="connsiteY1" fmla="*/ 74974 h 2938449"/>
                <a:gd name="connsiteX2" fmla="*/ 3536660 w 3536660"/>
                <a:gd name="connsiteY2" fmla="*/ 1532404 h 2938449"/>
                <a:gd name="connsiteX3" fmla="*/ 2135179 w 3536660"/>
                <a:gd name="connsiteY3" fmla="*/ 2773934 h 2938449"/>
                <a:gd name="connsiteX4" fmla="*/ 173861 w 3536660"/>
                <a:gd name="connsiteY4" fmla="*/ 2674780 h 2938449"/>
                <a:gd name="connsiteX5" fmla="*/ 314598 w 3536660"/>
                <a:gd name="connsiteY5" fmla="*/ 491004 h 2938449"/>
                <a:gd name="connsiteX0" fmla="*/ 314598 w 3536660"/>
                <a:gd name="connsiteY0" fmla="*/ 491004 h 2996718"/>
                <a:gd name="connsiteX1" fmla="*/ 2097079 w 3536660"/>
                <a:gd name="connsiteY1" fmla="*/ 74974 h 2996718"/>
                <a:gd name="connsiteX2" fmla="*/ 3536660 w 3536660"/>
                <a:gd name="connsiteY2" fmla="*/ 1532404 h 2996718"/>
                <a:gd name="connsiteX3" fmla="*/ 2236779 w 3536660"/>
                <a:gd name="connsiteY3" fmla="*/ 2875534 h 2996718"/>
                <a:gd name="connsiteX4" fmla="*/ 173861 w 3536660"/>
                <a:gd name="connsiteY4" fmla="*/ 2674780 h 2996718"/>
                <a:gd name="connsiteX5" fmla="*/ 314598 w 3536660"/>
                <a:gd name="connsiteY5" fmla="*/ 491004 h 2996718"/>
                <a:gd name="connsiteX0" fmla="*/ 314598 w 3536660"/>
                <a:gd name="connsiteY0" fmla="*/ 491004 h 2996718"/>
                <a:gd name="connsiteX1" fmla="*/ 2097079 w 3536660"/>
                <a:gd name="connsiteY1" fmla="*/ 74974 h 2996718"/>
                <a:gd name="connsiteX2" fmla="*/ 3536660 w 3536660"/>
                <a:gd name="connsiteY2" fmla="*/ 1532404 h 2996718"/>
                <a:gd name="connsiteX3" fmla="*/ 2274879 w 3536660"/>
                <a:gd name="connsiteY3" fmla="*/ 2875534 h 2996718"/>
                <a:gd name="connsiteX4" fmla="*/ 173861 w 3536660"/>
                <a:gd name="connsiteY4" fmla="*/ 2674780 h 2996718"/>
                <a:gd name="connsiteX5" fmla="*/ 314598 w 3536660"/>
                <a:gd name="connsiteY5" fmla="*/ 491004 h 2996718"/>
                <a:gd name="connsiteX0" fmla="*/ 261029 w 3571991"/>
                <a:gd name="connsiteY0" fmla="*/ 439640 h 3008854"/>
                <a:gd name="connsiteX1" fmla="*/ 2132410 w 3571991"/>
                <a:gd name="connsiteY1" fmla="*/ 87110 h 3008854"/>
                <a:gd name="connsiteX2" fmla="*/ 3571991 w 3571991"/>
                <a:gd name="connsiteY2" fmla="*/ 1544540 h 3008854"/>
                <a:gd name="connsiteX3" fmla="*/ 2310210 w 3571991"/>
                <a:gd name="connsiteY3" fmla="*/ 2887670 h 3008854"/>
                <a:gd name="connsiteX4" fmla="*/ 209192 w 3571991"/>
                <a:gd name="connsiteY4" fmla="*/ 2686916 h 3008854"/>
                <a:gd name="connsiteX5" fmla="*/ 261029 w 3571991"/>
                <a:gd name="connsiteY5" fmla="*/ 439640 h 3008854"/>
                <a:gd name="connsiteX0" fmla="*/ 497053 w 3808015"/>
                <a:gd name="connsiteY0" fmla="*/ 411016 h 2941589"/>
                <a:gd name="connsiteX1" fmla="*/ 2368434 w 3808015"/>
                <a:gd name="connsiteY1" fmla="*/ 58486 h 2941589"/>
                <a:gd name="connsiteX2" fmla="*/ 3808015 w 3808015"/>
                <a:gd name="connsiteY2" fmla="*/ 1515916 h 2941589"/>
                <a:gd name="connsiteX3" fmla="*/ 2546234 w 3808015"/>
                <a:gd name="connsiteY3" fmla="*/ 2859046 h 2941589"/>
                <a:gd name="connsiteX4" fmla="*/ 445216 w 3808015"/>
                <a:gd name="connsiteY4" fmla="*/ 2658292 h 2941589"/>
                <a:gd name="connsiteX5" fmla="*/ 717 w 3808015"/>
                <a:gd name="connsiteY5" fmla="*/ 1553390 h 2941589"/>
                <a:gd name="connsiteX6" fmla="*/ 497053 w 3808015"/>
                <a:gd name="connsiteY6" fmla="*/ 411016 h 2941589"/>
                <a:gd name="connsiteX0" fmla="*/ 497053 w 3808015"/>
                <a:gd name="connsiteY0" fmla="*/ 428984 h 2959557"/>
                <a:gd name="connsiteX1" fmla="*/ 2368434 w 3808015"/>
                <a:gd name="connsiteY1" fmla="*/ 76454 h 2959557"/>
                <a:gd name="connsiteX2" fmla="*/ 3808015 w 3808015"/>
                <a:gd name="connsiteY2" fmla="*/ 1533884 h 2959557"/>
                <a:gd name="connsiteX3" fmla="*/ 2546234 w 3808015"/>
                <a:gd name="connsiteY3" fmla="*/ 2877014 h 2959557"/>
                <a:gd name="connsiteX4" fmla="*/ 445216 w 3808015"/>
                <a:gd name="connsiteY4" fmla="*/ 2676260 h 2959557"/>
                <a:gd name="connsiteX5" fmla="*/ 717 w 3808015"/>
                <a:gd name="connsiteY5" fmla="*/ 1571358 h 2959557"/>
                <a:gd name="connsiteX6" fmla="*/ 497053 w 3808015"/>
                <a:gd name="connsiteY6" fmla="*/ 428984 h 2959557"/>
                <a:gd name="connsiteX0" fmla="*/ 497053 w 3808015"/>
                <a:gd name="connsiteY0" fmla="*/ 446329 h 2976902"/>
                <a:gd name="connsiteX1" fmla="*/ 2368434 w 3808015"/>
                <a:gd name="connsiteY1" fmla="*/ 93799 h 2976902"/>
                <a:gd name="connsiteX2" fmla="*/ 3808015 w 3808015"/>
                <a:gd name="connsiteY2" fmla="*/ 1551229 h 2976902"/>
                <a:gd name="connsiteX3" fmla="*/ 2546234 w 3808015"/>
                <a:gd name="connsiteY3" fmla="*/ 2894359 h 2976902"/>
                <a:gd name="connsiteX4" fmla="*/ 445216 w 3808015"/>
                <a:gd name="connsiteY4" fmla="*/ 2693605 h 2976902"/>
                <a:gd name="connsiteX5" fmla="*/ 717 w 3808015"/>
                <a:gd name="connsiteY5" fmla="*/ 1588703 h 2976902"/>
                <a:gd name="connsiteX6" fmla="*/ 497053 w 3808015"/>
                <a:gd name="connsiteY6" fmla="*/ 446329 h 2976902"/>
                <a:gd name="connsiteX0" fmla="*/ 497053 w 3808015"/>
                <a:gd name="connsiteY0" fmla="*/ 406822 h 2937395"/>
                <a:gd name="connsiteX1" fmla="*/ 2368434 w 3808015"/>
                <a:gd name="connsiteY1" fmla="*/ 54292 h 2937395"/>
                <a:gd name="connsiteX2" fmla="*/ 3808015 w 3808015"/>
                <a:gd name="connsiteY2" fmla="*/ 1511722 h 2937395"/>
                <a:gd name="connsiteX3" fmla="*/ 2546234 w 3808015"/>
                <a:gd name="connsiteY3" fmla="*/ 2854852 h 2937395"/>
                <a:gd name="connsiteX4" fmla="*/ 445216 w 3808015"/>
                <a:gd name="connsiteY4" fmla="*/ 2654098 h 2937395"/>
                <a:gd name="connsiteX5" fmla="*/ 717 w 3808015"/>
                <a:gd name="connsiteY5" fmla="*/ 1549196 h 2937395"/>
                <a:gd name="connsiteX6" fmla="*/ 497053 w 3808015"/>
                <a:gd name="connsiteY6" fmla="*/ 406822 h 2937395"/>
                <a:gd name="connsiteX0" fmla="*/ 497053 w 3808015"/>
                <a:gd name="connsiteY0" fmla="*/ 422210 h 2952783"/>
                <a:gd name="connsiteX1" fmla="*/ 2368434 w 3808015"/>
                <a:gd name="connsiteY1" fmla="*/ 69680 h 2952783"/>
                <a:gd name="connsiteX2" fmla="*/ 3808015 w 3808015"/>
                <a:gd name="connsiteY2" fmla="*/ 1527110 h 2952783"/>
                <a:gd name="connsiteX3" fmla="*/ 2546234 w 3808015"/>
                <a:gd name="connsiteY3" fmla="*/ 2870240 h 2952783"/>
                <a:gd name="connsiteX4" fmla="*/ 445216 w 3808015"/>
                <a:gd name="connsiteY4" fmla="*/ 2669486 h 2952783"/>
                <a:gd name="connsiteX5" fmla="*/ 717 w 3808015"/>
                <a:gd name="connsiteY5" fmla="*/ 1564584 h 2952783"/>
                <a:gd name="connsiteX6" fmla="*/ 497053 w 3808015"/>
                <a:gd name="connsiteY6" fmla="*/ 422210 h 2952783"/>
                <a:gd name="connsiteX0" fmla="*/ 497053 w 3808015"/>
                <a:gd name="connsiteY0" fmla="*/ 450160 h 2980733"/>
                <a:gd name="connsiteX1" fmla="*/ 2368434 w 3808015"/>
                <a:gd name="connsiteY1" fmla="*/ 97630 h 2980733"/>
                <a:gd name="connsiteX2" fmla="*/ 3808015 w 3808015"/>
                <a:gd name="connsiteY2" fmla="*/ 1555060 h 2980733"/>
                <a:gd name="connsiteX3" fmla="*/ 2546234 w 3808015"/>
                <a:gd name="connsiteY3" fmla="*/ 2898190 h 2980733"/>
                <a:gd name="connsiteX4" fmla="*/ 445216 w 3808015"/>
                <a:gd name="connsiteY4" fmla="*/ 2697436 h 2980733"/>
                <a:gd name="connsiteX5" fmla="*/ 717 w 3808015"/>
                <a:gd name="connsiteY5" fmla="*/ 1592534 h 2980733"/>
                <a:gd name="connsiteX6" fmla="*/ 497053 w 3808015"/>
                <a:gd name="connsiteY6" fmla="*/ 450160 h 2980733"/>
                <a:gd name="connsiteX0" fmla="*/ 497053 w 3808015"/>
                <a:gd name="connsiteY0" fmla="*/ 423912 h 2954485"/>
                <a:gd name="connsiteX1" fmla="*/ 2368434 w 3808015"/>
                <a:gd name="connsiteY1" fmla="*/ 45982 h 2954485"/>
                <a:gd name="connsiteX2" fmla="*/ 3808015 w 3808015"/>
                <a:gd name="connsiteY2" fmla="*/ 1528812 h 2954485"/>
                <a:gd name="connsiteX3" fmla="*/ 2546234 w 3808015"/>
                <a:gd name="connsiteY3" fmla="*/ 2871942 h 2954485"/>
                <a:gd name="connsiteX4" fmla="*/ 445216 w 3808015"/>
                <a:gd name="connsiteY4" fmla="*/ 2671188 h 2954485"/>
                <a:gd name="connsiteX5" fmla="*/ 717 w 3808015"/>
                <a:gd name="connsiteY5" fmla="*/ 1566286 h 2954485"/>
                <a:gd name="connsiteX6" fmla="*/ 497053 w 3808015"/>
                <a:gd name="connsiteY6" fmla="*/ 423912 h 2954485"/>
                <a:gd name="connsiteX0" fmla="*/ 497053 w 3808015"/>
                <a:gd name="connsiteY0" fmla="*/ 423912 h 2954485"/>
                <a:gd name="connsiteX1" fmla="*/ 2368434 w 3808015"/>
                <a:gd name="connsiteY1" fmla="*/ 45982 h 2954485"/>
                <a:gd name="connsiteX2" fmla="*/ 3808015 w 3808015"/>
                <a:gd name="connsiteY2" fmla="*/ 1528812 h 2954485"/>
                <a:gd name="connsiteX3" fmla="*/ 2546234 w 3808015"/>
                <a:gd name="connsiteY3" fmla="*/ 2871942 h 2954485"/>
                <a:gd name="connsiteX4" fmla="*/ 445216 w 3808015"/>
                <a:gd name="connsiteY4" fmla="*/ 2671188 h 2954485"/>
                <a:gd name="connsiteX5" fmla="*/ 717 w 3808015"/>
                <a:gd name="connsiteY5" fmla="*/ 1566286 h 2954485"/>
                <a:gd name="connsiteX6" fmla="*/ 497053 w 3808015"/>
                <a:gd name="connsiteY6" fmla="*/ 423912 h 2954485"/>
                <a:gd name="connsiteX0" fmla="*/ 497053 w 3808015"/>
                <a:gd name="connsiteY0" fmla="*/ 437578 h 2968151"/>
                <a:gd name="connsiteX1" fmla="*/ 2368434 w 3808015"/>
                <a:gd name="connsiteY1" fmla="*/ 59648 h 2968151"/>
                <a:gd name="connsiteX2" fmla="*/ 3808015 w 3808015"/>
                <a:gd name="connsiteY2" fmla="*/ 1542478 h 2968151"/>
                <a:gd name="connsiteX3" fmla="*/ 2546234 w 3808015"/>
                <a:gd name="connsiteY3" fmla="*/ 2885608 h 2968151"/>
                <a:gd name="connsiteX4" fmla="*/ 445216 w 3808015"/>
                <a:gd name="connsiteY4" fmla="*/ 2684854 h 2968151"/>
                <a:gd name="connsiteX5" fmla="*/ 717 w 3808015"/>
                <a:gd name="connsiteY5" fmla="*/ 1579952 h 2968151"/>
                <a:gd name="connsiteX6" fmla="*/ 497053 w 3808015"/>
                <a:gd name="connsiteY6" fmla="*/ 437578 h 2968151"/>
                <a:gd name="connsiteX0" fmla="*/ 501069 w 3812031"/>
                <a:gd name="connsiteY0" fmla="*/ 437578 h 2968151"/>
                <a:gd name="connsiteX1" fmla="*/ 2372450 w 3812031"/>
                <a:gd name="connsiteY1" fmla="*/ 59648 h 2968151"/>
                <a:gd name="connsiteX2" fmla="*/ 3812031 w 3812031"/>
                <a:gd name="connsiteY2" fmla="*/ 1542478 h 2968151"/>
                <a:gd name="connsiteX3" fmla="*/ 2550250 w 3812031"/>
                <a:gd name="connsiteY3" fmla="*/ 2885608 h 2968151"/>
                <a:gd name="connsiteX4" fmla="*/ 449232 w 3812031"/>
                <a:gd name="connsiteY4" fmla="*/ 2684854 h 2968151"/>
                <a:gd name="connsiteX5" fmla="*/ 4733 w 3812031"/>
                <a:gd name="connsiteY5" fmla="*/ 1579952 h 2968151"/>
                <a:gd name="connsiteX6" fmla="*/ 501069 w 3812031"/>
                <a:gd name="connsiteY6" fmla="*/ 437578 h 2968151"/>
                <a:gd name="connsiteX0" fmla="*/ 501069 w 3812031"/>
                <a:gd name="connsiteY0" fmla="*/ 437578 h 2994394"/>
                <a:gd name="connsiteX1" fmla="*/ 2372450 w 3812031"/>
                <a:gd name="connsiteY1" fmla="*/ 59648 h 2994394"/>
                <a:gd name="connsiteX2" fmla="*/ 3812031 w 3812031"/>
                <a:gd name="connsiteY2" fmla="*/ 1542478 h 2994394"/>
                <a:gd name="connsiteX3" fmla="*/ 2550250 w 3812031"/>
                <a:gd name="connsiteY3" fmla="*/ 2885608 h 2994394"/>
                <a:gd name="connsiteX4" fmla="*/ 449232 w 3812031"/>
                <a:gd name="connsiteY4" fmla="*/ 2684854 h 2994394"/>
                <a:gd name="connsiteX5" fmla="*/ 4733 w 3812031"/>
                <a:gd name="connsiteY5" fmla="*/ 1579952 h 2994394"/>
                <a:gd name="connsiteX6" fmla="*/ 501069 w 3812031"/>
                <a:gd name="connsiteY6" fmla="*/ 437578 h 299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2031" h="2994394">
                  <a:moveTo>
                    <a:pt x="501069" y="437578"/>
                  </a:moveTo>
                  <a:cubicBezTo>
                    <a:pt x="794088" y="69894"/>
                    <a:pt x="1769823" y="-99102"/>
                    <a:pt x="2372450" y="59648"/>
                  </a:cubicBezTo>
                  <a:cubicBezTo>
                    <a:pt x="2975077" y="218398"/>
                    <a:pt x="3812031" y="856800"/>
                    <a:pt x="3812031" y="1542478"/>
                  </a:cubicBezTo>
                  <a:cubicBezTo>
                    <a:pt x="3812031" y="2228156"/>
                    <a:pt x="3110717" y="2695212"/>
                    <a:pt x="2550250" y="2885608"/>
                  </a:cubicBezTo>
                  <a:cubicBezTo>
                    <a:pt x="1989784" y="3076004"/>
                    <a:pt x="862902" y="3020997"/>
                    <a:pt x="449232" y="2684854"/>
                  </a:cubicBezTo>
                  <a:cubicBezTo>
                    <a:pt x="60962" y="2463011"/>
                    <a:pt x="-3907" y="1954498"/>
                    <a:pt x="4733" y="1579952"/>
                  </a:cubicBezTo>
                  <a:cubicBezTo>
                    <a:pt x="-37428" y="976806"/>
                    <a:pt x="208050" y="805262"/>
                    <a:pt x="501069" y="437578"/>
                  </a:cubicBezTo>
                  <a:close/>
                </a:path>
              </a:pathLst>
            </a:custGeom>
            <a:solidFill>
              <a:srgbClr val="FFFF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774779FA-CB9E-446F-F564-987B87A315DB}"/>
                </a:ext>
              </a:extLst>
            </p:cNvPr>
            <p:cNvSpPr/>
            <p:nvPr/>
          </p:nvSpPr>
          <p:spPr>
            <a:xfrm rot="4016574">
              <a:off x="4009350" y="599100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004E10FD-B06F-034C-44B8-F200B5E3058D}"/>
                </a:ext>
              </a:extLst>
            </p:cNvPr>
            <p:cNvSpPr/>
            <p:nvPr/>
          </p:nvSpPr>
          <p:spPr>
            <a:xfrm rot="4016574">
              <a:off x="4157243" y="531052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44185112-54B2-A8E6-7247-7232465164F4}"/>
                </a:ext>
              </a:extLst>
            </p:cNvPr>
            <p:cNvSpPr/>
            <p:nvPr/>
          </p:nvSpPr>
          <p:spPr>
            <a:xfrm rot="4016574">
              <a:off x="4107945" y="565236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1186E0D9-34CA-8C0B-3F75-B93E4BA7128E}"/>
                </a:ext>
              </a:extLst>
            </p:cNvPr>
            <p:cNvSpPr/>
            <p:nvPr/>
          </p:nvSpPr>
          <p:spPr>
            <a:xfrm rot="4016574">
              <a:off x="4256359" y="4993894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F991B431-CD1F-95F4-72D9-623488053DF0}"/>
                </a:ext>
              </a:extLst>
            </p:cNvPr>
            <p:cNvSpPr/>
            <p:nvPr/>
          </p:nvSpPr>
          <p:spPr>
            <a:xfrm rot="4016574">
              <a:off x="4320721" y="550726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26BB1D4F-7A3A-B2A7-1570-DC29BB0F9E24}"/>
                </a:ext>
              </a:extLst>
            </p:cNvPr>
            <p:cNvSpPr/>
            <p:nvPr/>
          </p:nvSpPr>
          <p:spPr>
            <a:xfrm rot="4016574">
              <a:off x="3898115" y="581491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10DA6722-B4BF-6575-B140-D8B64DB6DA1B}"/>
                </a:ext>
              </a:extLst>
            </p:cNvPr>
            <p:cNvSpPr/>
            <p:nvPr/>
          </p:nvSpPr>
          <p:spPr>
            <a:xfrm rot="4016574">
              <a:off x="4545190" y="471197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FCC3517C-DA8D-DB6B-A319-E7B126138A43}"/>
                </a:ext>
              </a:extLst>
            </p:cNvPr>
            <p:cNvSpPr/>
            <p:nvPr/>
          </p:nvSpPr>
          <p:spPr>
            <a:xfrm rot="4016574">
              <a:off x="3972372" y="5532994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80927F81-7739-14E8-21A1-A6787D7C7975}"/>
                </a:ext>
              </a:extLst>
            </p:cNvPr>
            <p:cNvSpPr/>
            <p:nvPr/>
          </p:nvSpPr>
          <p:spPr>
            <a:xfrm rot="4016574">
              <a:off x="4009456" y="521374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A7AACA55-B26C-ACC6-9E6A-41AD8E723C57}"/>
                </a:ext>
              </a:extLst>
            </p:cNvPr>
            <p:cNvSpPr/>
            <p:nvPr/>
          </p:nvSpPr>
          <p:spPr>
            <a:xfrm rot="4016574">
              <a:off x="4231292" y="582182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51A78E64-24C2-30E7-18A1-96ACD22D8ED3}"/>
                </a:ext>
              </a:extLst>
            </p:cNvPr>
            <p:cNvSpPr/>
            <p:nvPr/>
          </p:nvSpPr>
          <p:spPr>
            <a:xfrm rot="4016574">
              <a:off x="4345233" y="523508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88381289-35C9-5FAC-684D-CA2FAB0C2AE4}"/>
                </a:ext>
              </a:extLst>
            </p:cNvPr>
            <p:cNvSpPr/>
            <p:nvPr/>
          </p:nvSpPr>
          <p:spPr>
            <a:xfrm rot="4016574">
              <a:off x="4075226" y="487496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A7680604-2927-46E1-C0C8-EE11D8545712}"/>
                </a:ext>
              </a:extLst>
            </p:cNvPr>
            <p:cNvSpPr/>
            <p:nvPr/>
          </p:nvSpPr>
          <p:spPr>
            <a:xfrm rot="4016574">
              <a:off x="4074806" y="458173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56DE8B96-62A6-BE3C-C78D-7E92F8E285A6}"/>
                </a:ext>
              </a:extLst>
            </p:cNvPr>
            <p:cNvSpPr/>
            <p:nvPr/>
          </p:nvSpPr>
          <p:spPr>
            <a:xfrm rot="4016574">
              <a:off x="4050436" y="428836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9E28E212-6F3D-88E0-6890-6A535BC96B96}"/>
                </a:ext>
              </a:extLst>
            </p:cNvPr>
            <p:cNvSpPr/>
            <p:nvPr/>
          </p:nvSpPr>
          <p:spPr>
            <a:xfrm rot="4016574">
              <a:off x="4002553" y="400713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20CF113D-9AC2-E8B3-8380-61370C21E6EC}"/>
                </a:ext>
              </a:extLst>
            </p:cNvPr>
            <p:cNvSpPr/>
            <p:nvPr/>
          </p:nvSpPr>
          <p:spPr>
            <a:xfrm rot="2839385">
              <a:off x="3720112" y="347482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538218F6-EA71-7EE3-072A-F3423842ED84}"/>
                </a:ext>
              </a:extLst>
            </p:cNvPr>
            <p:cNvSpPr/>
            <p:nvPr/>
          </p:nvSpPr>
          <p:spPr>
            <a:xfrm rot="2839385">
              <a:off x="3884367" y="375417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9B4B7D6A-02AC-061E-BC76-EE5240271968}"/>
                </a:ext>
              </a:extLst>
            </p:cNvPr>
            <p:cNvSpPr/>
            <p:nvPr/>
          </p:nvSpPr>
          <p:spPr>
            <a:xfrm rot="2839385">
              <a:off x="3948160" y="355181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842614FB-C166-97AD-62C9-4CE07FAD2FFD}"/>
                </a:ext>
              </a:extLst>
            </p:cNvPr>
            <p:cNvSpPr/>
            <p:nvPr/>
          </p:nvSpPr>
          <p:spPr>
            <a:xfrm rot="2839385">
              <a:off x="4101208" y="386907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BA98D1B1-496A-A4AF-1BB8-D2C232E71AFB}"/>
                </a:ext>
              </a:extLst>
            </p:cNvPr>
            <p:cNvSpPr/>
            <p:nvPr/>
          </p:nvSpPr>
          <p:spPr>
            <a:xfrm rot="2839385">
              <a:off x="4189531" y="414825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37AAE1DF-B3C0-6C16-D719-B4756E894310}"/>
                </a:ext>
              </a:extLst>
            </p:cNvPr>
            <p:cNvSpPr/>
            <p:nvPr/>
          </p:nvSpPr>
          <p:spPr>
            <a:xfrm rot="2839385">
              <a:off x="4243286" y="447902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F98D70BF-49C2-08BC-C286-ABB1C10B8797}"/>
                </a:ext>
              </a:extLst>
            </p:cNvPr>
            <p:cNvSpPr/>
            <p:nvPr/>
          </p:nvSpPr>
          <p:spPr>
            <a:xfrm rot="2839385">
              <a:off x="4053649" y="3410027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759AC15C-F864-952F-6960-5E959BB14C9E}"/>
                </a:ext>
              </a:extLst>
            </p:cNvPr>
            <p:cNvSpPr/>
            <p:nvPr/>
          </p:nvSpPr>
          <p:spPr>
            <a:xfrm rot="2839385">
              <a:off x="4204935" y="361316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05F78853-1A74-80D8-2DFA-3C7E8F2C6668}"/>
                </a:ext>
              </a:extLst>
            </p:cNvPr>
            <p:cNvSpPr/>
            <p:nvPr/>
          </p:nvSpPr>
          <p:spPr>
            <a:xfrm rot="2839385">
              <a:off x="4369597" y="423525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48315427-7BEF-DF5C-01A4-61B855168F39}"/>
                </a:ext>
              </a:extLst>
            </p:cNvPr>
            <p:cNvSpPr/>
            <p:nvPr/>
          </p:nvSpPr>
          <p:spPr>
            <a:xfrm rot="2839385">
              <a:off x="4305240" y="4743174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Arc 48">
              <a:extLst>
                <a:ext uri="{FF2B5EF4-FFF2-40B4-BE49-F238E27FC236}">
                  <a16:creationId xmlns:a16="http://schemas.microsoft.com/office/drawing/2014/main" id="{ABA7B882-B771-037C-FF3A-6F4B70424B3B}"/>
                </a:ext>
              </a:extLst>
            </p:cNvPr>
            <p:cNvSpPr/>
            <p:nvPr/>
          </p:nvSpPr>
          <p:spPr>
            <a:xfrm rot="2839385">
              <a:off x="4458449" y="4563657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AB8BF7F9-7FFE-C708-52BF-F0886FF7D491}"/>
                </a:ext>
              </a:extLst>
            </p:cNvPr>
            <p:cNvSpPr/>
            <p:nvPr/>
          </p:nvSpPr>
          <p:spPr>
            <a:xfrm rot="2839385">
              <a:off x="4306411" y="391587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EA394286-2F15-0BD3-DAC3-6BC0BC9BC676}"/>
                </a:ext>
              </a:extLst>
            </p:cNvPr>
            <p:cNvSpPr/>
            <p:nvPr/>
          </p:nvSpPr>
          <p:spPr>
            <a:xfrm rot="2839385">
              <a:off x="4470714" y="503305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6BD6FE35-C0AC-C07B-3AEA-CD4EA52D8F1F}"/>
                </a:ext>
              </a:extLst>
            </p:cNvPr>
            <p:cNvSpPr/>
            <p:nvPr/>
          </p:nvSpPr>
          <p:spPr>
            <a:xfrm rot="2839385">
              <a:off x="4497347" y="546454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8524F4D2-CAC2-EF80-4125-F8A38B4E43C1}"/>
                </a:ext>
              </a:extLst>
            </p:cNvPr>
            <p:cNvSpPr/>
            <p:nvPr/>
          </p:nvSpPr>
          <p:spPr>
            <a:xfrm rot="2839385">
              <a:off x="4420001" y="575486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ED300EC9-D41A-6829-5E5C-6D3E2A5B7103}"/>
                </a:ext>
              </a:extLst>
            </p:cNvPr>
            <p:cNvSpPr/>
            <p:nvPr/>
          </p:nvSpPr>
          <p:spPr>
            <a:xfrm rot="4016574">
              <a:off x="4238397" y="606802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C3DC65C3-01AB-DB50-9DCB-B79C3E1A6FAD}"/>
                </a:ext>
              </a:extLst>
            </p:cNvPr>
            <p:cNvSpPr/>
            <p:nvPr/>
          </p:nvSpPr>
          <p:spPr>
            <a:xfrm rot="4016574">
              <a:off x="4491778" y="591581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13E62C00-E34B-653F-C33D-567EC3EFF5DD}"/>
                </a:ext>
              </a:extLst>
            </p:cNvPr>
            <p:cNvSpPr/>
            <p:nvPr/>
          </p:nvSpPr>
          <p:spPr>
            <a:xfrm rot="4016574">
              <a:off x="4617996" y="605595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269A627A-F5B1-1D41-4C50-6E016514CD12}"/>
                </a:ext>
              </a:extLst>
            </p:cNvPr>
            <p:cNvSpPr/>
            <p:nvPr/>
          </p:nvSpPr>
          <p:spPr>
            <a:xfrm rot="4016574">
              <a:off x="4643096" y="566176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6882D911-8D5C-B997-C4C4-ECF9E5AB637E}"/>
                </a:ext>
              </a:extLst>
            </p:cNvPr>
            <p:cNvSpPr/>
            <p:nvPr/>
          </p:nvSpPr>
          <p:spPr>
            <a:xfrm rot="4016574">
              <a:off x="4617995" y="5216134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000A6CF3-0AE7-0FE6-C96C-BDBA729A01A9}"/>
                </a:ext>
              </a:extLst>
            </p:cNvPr>
            <p:cNvSpPr/>
            <p:nvPr/>
          </p:nvSpPr>
          <p:spPr>
            <a:xfrm rot="4016574">
              <a:off x="4708284" y="4937964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AF0F055A-B73F-9D1D-57CC-3D2FF50F36F2}"/>
                </a:ext>
              </a:extLst>
            </p:cNvPr>
            <p:cNvSpPr/>
            <p:nvPr/>
          </p:nvSpPr>
          <p:spPr>
            <a:xfrm rot="4016574">
              <a:off x="4732688" y="465839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7681FFA8-A6DA-D18E-B168-4656574E11A9}"/>
                </a:ext>
              </a:extLst>
            </p:cNvPr>
            <p:cNvSpPr/>
            <p:nvPr/>
          </p:nvSpPr>
          <p:spPr>
            <a:xfrm rot="2839385">
              <a:off x="4635623" y="434881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B4E5F22E-FCD2-E851-254B-8B7CCA9360C5}"/>
                </a:ext>
              </a:extLst>
            </p:cNvPr>
            <p:cNvSpPr/>
            <p:nvPr/>
          </p:nvSpPr>
          <p:spPr>
            <a:xfrm rot="2839385">
              <a:off x="4546244" y="408279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65C58597-BCDD-64F9-8065-5A81329279A9}"/>
                </a:ext>
              </a:extLst>
            </p:cNvPr>
            <p:cNvSpPr/>
            <p:nvPr/>
          </p:nvSpPr>
          <p:spPr>
            <a:xfrm rot="2839385">
              <a:off x="4458367" y="375278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6E3B71F9-EB5F-19DB-86D7-CC3269119718}"/>
                </a:ext>
              </a:extLst>
            </p:cNvPr>
            <p:cNvSpPr/>
            <p:nvPr/>
          </p:nvSpPr>
          <p:spPr>
            <a:xfrm rot="2839385">
              <a:off x="4333284" y="348696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0A54B038-112C-2B0A-E4CD-849F291746AD}"/>
                </a:ext>
              </a:extLst>
            </p:cNvPr>
            <p:cNvSpPr/>
            <p:nvPr/>
          </p:nvSpPr>
          <p:spPr>
            <a:xfrm rot="2839385">
              <a:off x="4664763" y="365126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E6D33671-BACE-C70A-102A-84B097DF6F78}"/>
                </a:ext>
              </a:extLst>
            </p:cNvPr>
            <p:cNvSpPr/>
            <p:nvPr/>
          </p:nvSpPr>
          <p:spPr>
            <a:xfrm rot="2839385">
              <a:off x="4701249" y="3943949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Arc 66">
              <a:extLst>
                <a:ext uri="{FF2B5EF4-FFF2-40B4-BE49-F238E27FC236}">
                  <a16:creationId xmlns:a16="http://schemas.microsoft.com/office/drawing/2014/main" id="{59D1DF82-8044-C3F5-3C00-8F329917ECEE}"/>
                </a:ext>
              </a:extLst>
            </p:cNvPr>
            <p:cNvSpPr/>
            <p:nvPr/>
          </p:nvSpPr>
          <p:spPr>
            <a:xfrm rot="2839385">
              <a:off x="4830284" y="423648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C6F0AB79-9ADA-6F0C-AFF3-D34495239132}"/>
                </a:ext>
              </a:extLst>
            </p:cNvPr>
            <p:cNvSpPr/>
            <p:nvPr/>
          </p:nvSpPr>
          <p:spPr>
            <a:xfrm rot="2839385">
              <a:off x="4805342" y="352378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Arc 68">
              <a:extLst>
                <a:ext uri="{FF2B5EF4-FFF2-40B4-BE49-F238E27FC236}">
                  <a16:creationId xmlns:a16="http://schemas.microsoft.com/office/drawing/2014/main" id="{5881EA12-602F-BDC0-60CD-24DB6FE7BF6C}"/>
                </a:ext>
              </a:extLst>
            </p:cNvPr>
            <p:cNvSpPr/>
            <p:nvPr/>
          </p:nvSpPr>
          <p:spPr>
            <a:xfrm rot="2839385">
              <a:off x="4909775" y="382747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0CAE0A64-DCE3-A5A5-7A7A-6F9213246EDE}"/>
                </a:ext>
              </a:extLst>
            </p:cNvPr>
            <p:cNvSpPr/>
            <p:nvPr/>
          </p:nvSpPr>
          <p:spPr>
            <a:xfrm rot="2839385">
              <a:off x="4985602" y="4081499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Arc 70">
              <a:extLst>
                <a:ext uri="{FF2B5EF4-FFF2-40B4-BE49-F238E27FC236}">
                  <a16:creationId xmlns:a16="http://schemas.microsoft.com/office/drawing/2014/main" id="{751C7DD6-4556-EAF2-F888-E6E7B6A7EB10}"/>
                </a:ext>
              </a:extLst>
            </p:cNvPr>
            <p:cNvSpPr/>
            <p:nvPr/>
          </p:nvSpPr>
          <p:spPr>
            <a:xfrm rot="2839385">
              <a:off x="4894479" y="450002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FE648FFC-6D44-5D2C-3575-13303CFE030E}"/>
                </a:ext>
              </a:extLst>
            </p:cNvPr>
            <p:cNvSpPr/>
            <p:nvPr/>
          </p:nvSpPr>
          <p:spPr>
            <a:xfrm rot="2839385">
              <a:off x="5146984" y="390334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Arc 72">
              <a:extLst>
                <a:ext uri="{FF2B5EF4-FFF2-40B4-BE49-F238E27FC236}">
                  <a16:creationId xmlns:a16="http://schemas.microsoft.com/office/drawing/2014/main" id="{C996B98C-DA28-8829-8213-C6BBFF347286}"/>
                </a:ext>
              </a:extLst>
            </p:cNvPr>
            <p:cNvSpPr/>
            <p:nvPr/>
          </p:nvSpPr>
          <p:spPr>
            <a:xfrm rot="2839385">
              <a:off x="5071187" y="361064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Arc 73">
              <a:extLst>
                <a:ext uri="{FF2B5EF4-FFF2-40B4-BE49-F238E27FC236}">
                  <a16:creationId xmlns:a16="http://schemas.microsoft.com/office/drawing/2014/main" id="{1B2400BE-4CA0-6FAA-4818-A3F2E83D6837}"/>
                </a:ext>
              </a:extLst>
            </p:cNvPr>
            <p:cNvSpPr/>
            <p:nvPr/>
          </p:nvSpPr>
          <p:spPr>
            <a:xfrm rot="2839385">
              <a:off x="5236135" y="355891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462F62E1-8CCA-DEF4-AD11-9D786C701D55}"/>
                </a:ext>
              </a:extLst>
            </p:cNvPr>
            <p:cNvSpPr/>
            <p:nvPr/>
          </p:nvSpPr>
          <p:spPr>
            <a:xfrm rot="2839385">
              <a:off x="5308993" y="3813049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Arc 75">
              <a:extLst>
                <a:ext uri="{FF2B5EF4-FFF2-40B4-BE49-F238E27FC236}">
                  <a16:creationId xmlns:a16="http://schemas.microsoft.com/office/drawing/2014/main" id="{E102E4E8-ACA3-6339-D2E2-72E9C9B63DF1}"/>
                </a:ext>
              </a:extLst>
            </p:cNvPr>
            <p:cNvSpPr/>
            <p:nvPr/>
          </p:nvSpPr>
          <p:spPr>
            <a:xfrm rot="2839385">
              <a:off x="5068849" y="439677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29924EC8-9DC6-A06E-D96B-6D932452DFDF}"/>
                </a:ext>
              </a:extLst>
            </p:cNvPr>
            <p:cNvSpPr/>
            <p:nvPr/>
          </p:nvSpPr>
          <p:spPr>
            <a:xfrm rot="2839385">
              <a:off x="5221559" y="4205807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Arc 77">
              <a:extLst>
                <a:ext uri="{FF2B5EF4-FFF2-40B4-BE49-F238E27FC236}">
                  <a16:creationId xmlns:a16="http://schemas.microsoft.com/office/drawing/2014/main" id="{F5C7A478-F5C3-F58A-7D65-44C6DC57B11F}"/>
                </a:ext>
              </a:extLst>
            </p:cNvPr>
            <p:cNvSpPr/>
            <p:nvPr/>
          </p:nvSpPr>
          <p:spPr>
            <a:xfrm rot="2839385">
              <a:off x="5387232" y="4102917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6E46DD39-2276-9B61-F603-1F90E9704EF2}"/>
                </a:ext>
              </a:extLst>
            </p:cNvPr>
            <p:cNvSpPr/>
            <p:nvPr/>
          </p:nvSpPr>
          <p:spPr>
            <a:xfrm rot="2839385">
              <a:off x="5260529" y="447087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id="{EBA7524C-55E5-FE24-4332-167C6DC6D92C}"/>
                </a:ext>
              </a:extLst>
            </p:cNvPr>
            <p:cNvSpPr/>
            <p:nvPr/>
          </p:nvSpPr>
          <p:spPr>
            <a:xfrm rot="2839385">
              <a:off x="5096202" y="4688337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Arc 80">
              <a:extLst>
                <a:ext uri="{FF2B5EF4-FFF2-40B4-BE49-F238E27FC236}">
                  <a16:creationId xmlns:a16="http://schemas.microsoft.com/office/drawing/2014/main" id="{4B312210-6FC0-7C62-C786-7AB89ED6B1D5}"/>
                </a:ext>
              </a:extLst>
            </p:cNvPr>
            <p:cNvSpPr/>
            <p:nvPr/>
          </p:nvSpPr>
          <p:spPr>
            <a:xfrm rot="2839385">
              <a:off x="4932782" y="476472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Arc 81">
              <a:extLst>
                <a:ext uri="{FF2B5EF4-FFF2-40B4-BE49-F238E27FC236}">
                  <a16:creationId xmlns:a16="http://schemas.microsoft.com/office/drawing/2014/main" id="{15894E41-3E31-769F-56F5-BC7ECF3CE424}"/>
                </a:ext>
              </a:extLst>
            </p:cNvPr>
            <p:cNvSpPr/>
            <p:nvPr/>
          </p:nvSpPr>
          <p:spPr>
            <a:xfrm rot="2839385">
              <a:off x="5440452" y="3697879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Arc 82">
              <a:extLst>
                <a:ext uri="{FF2B5EF4-FFF2-40B4-BE49-F238E27FC236}">
                  <a16:creationId xmlns:a16="http://schemas.microsoft.com/office/drawing/2014/main" id="{DF500668-DFB4-2B14-0544-58FF63CCFB69}"/>
                </a:ext>
              </a:extLst>
            </p:cNvPr>
            <p:cNvSpPr/>
            <p:nvPr/>
          </p:nvSpPr>
          <p:spPr>
            <a:xfrm rot="2839385">
              <a:off x="5529022" y="399117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Arc 83">
              <a:extLst>
                <a:ext uri="{FF2B5EF4-FFF2-40B4-BE49-F238E27FC236}">
                  <a16:creationId xmlns:a16="http://schemas.microsoft.com/office/drawing/2014/main" id="{965468C2-A865-66B2-3417-8680B29096CC}"/>
                </a:ext>
              </a:extLst>
            </p:cNvPr>
            <p:cNvSpPr/>
            <p:nvPr/>
          </p:nvSpPr>
          <p:spPr>
            <a:xfrm rot="2839385">
              <a:off x="5666873" y="386277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Arc 84">
              <a:extLst>
                <a:ext uri="{FF2B5EF4-FFF2-40B4-BE49-F238E27FC236}">
                  <a16:creationId xmlns:a16="http://schemas.microsoft.com/office/drawing/2014/main" id="{7D6586CB-A557-12C6-3321-EF0CBD9B4C68}"/>
                </a:ext>
              </a:extLst>
            </p:cNvPr>
            <p:cNvSpPr/>
            <p:nvPr/>
          </p:nvSpPr>
          <p:spPr>
            <a:xfrm rot="2839385">
              <a:off x="5463081" y="4374359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Arc 85">
              <a:extLst>
                <a:ext uri="{FF2B5EF4-FFF2-40B4-BE49-F238E27FC236}">
                  <a16:creationId xmlns:a16="http://schemas.microsoft.com/office/drawing/2014/main" id="{0231AAC3-B157-E496-4D67-721381256522}"/>
                </a:ext>
              </a:extLst>
            </p:cNvPr>
            <p:cNvSpPr/>
            <p:nvPr/>
          </p:nvSpPr>
          <p:spPr>
            <a:xfrm rot="2839385">
              <a:off x="5640695" y="423525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Arc 86">
              <a:extLst>
                <a:ext uri="{FF2B5EF4-FFF2-40B4-BE49-F238E27FC236}">
                  <a16:creationId xmlns:a16="http://schemas.microsoft.com/office/drawing/2014/main" id="{5DEA26D9-4592-939D-266A-356C23BB2A0B}"/>
                </a:ext>
              </a:extLst>
            </p:cNvPr>
            <p:cNvSpPr/>
            <p:nvPr/>
          </p:nvSpPr>
          <p:spPr>
            <a:xfrm rot="2839385">
              <a:off x="5361411" y="473089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Arc 87">
              <a:extLst>
                <a:ext uri="{FF2B5EF4-FFF2-40B4-BE49-F238E27FC236}">
                  <a16:creationId xmlns:a16="http://schemas.microsoft.com/office/drawing/2014/main" id="{743AE231-F9C8-8CF3-766B-FE1E45682C76}"/>
                </a:ext>
              </a:extLst>
            </p:cNvPr>
            <p:cNvSpPr/>
            <p:nvPr/>
          </p:nvSpPr>
          <p:spPr>
            <a:xfrm rot="2839385">
              <a:off x="5743449" y="450327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Arc 88">
              <a:extLst>
                <a:ext uri="{FF2B5EF4-FFF2-40B4-BE49-F238E27FC236}">
                  <a16:creationId xmlns:a16="http://schemas.microsoft.com/office/drawing/2014/main" id="{4F6C1601-3861-874F-39A1-B3B4CF4D66C3}"/>
                </a:ext>
              </a:extLst>
            </p:cNvPr>
            <p:cNvSpPr/>
            <p:nvPr/>
          </p:nvSpPr>
          <p:spPr>
            <a:xfrm rot="2839385">
              <a:off x="5794322" y="409614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Arc 89">
              <a:extLst>
                <a:ext uri="{FF2B5EF4-FFF2-40B4-BE49-F238E27FC236}">
                  <a16:creationId xmlns:a16="http://schemas.microsoft.com/office/drawing/2014/main" id="{2DF664B6-A2DE-94F5-E0AF-D1D506F576A6}"/>
                </a:ext>
              </a:extLst>
            </p:cNvPr>
            <p:cNvSpPr/>
            <p:nvPr/>
          </p:nvSpPr>
          <p:spPr>
            <a:xfrm rot="2839385">
              <a:off x="6024466" y="4134769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Arc 90">
              <a:extLst>
                <a:ext uri="{FF2B5EF4-FFF2-40B4-BE49-F238E27FC236}">
                  <a16:creationId xmlns:a16="http://schemas.microsoft.com/office/drawing/2014/main" id="{7247B8D3-3D4A-A7D7-7956-D248E49C0107}"/>
                </a:ext>
              </a:extLst>
            </p:cNvPr>
            <p:cNvSpPr/>
            <p:nvPr/>
          </p:nvSpPr>
          <p:spPr>
            <a:xfrm rot="2839385">
              <a:off x="5959500" y="441312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Arc 91">
              <a:extLst>
                <a:ext uri="{FF2B5EF4-FFF2-40B4-BE49-F238E27FC236}">
                  <a16:creationId xmlns:a16="http://schemas.microsoft.com/office/drawing/2014/main" id="{572D61CD-1F27-7054-5BA0-140AB40E0A27}"/>
                </a:ext>
              </a:extLst>
            </p:cNvPr>
            <p:cNvSpPr/>
            <p:nvPr/>
          </p:nvSpPr>
          <p:spPr>
            <a:xfrm rot="2839385">
              <a:off x="6138064" y="436309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Arc 92">
              <a:extLst>
                <a:ext uri="{FF2B5EF4-FFF2-40B4-BE49-F238E27FC236}">
                  <a16:creationId xmlns:a16="http://schemas.microsoft.com/office/drawing/2014/main" id="{119474CC-8F45-BC38-F73E-B4C6FEF18C08}"/>
                </a:ext>
              </a:extLst>
            </p:cNvPr>
            <p:cNvSpPr/>
            <p:nvPr/>
          </p:nvSpPr>
          <p:spPr>
            <a:xfrm rot="2839385">
              <a:off x="6251723" y="453796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Arc 93">
              <a:extLst>
                <a:ext uri="{FF2B5EF4-FFF2-40B4-BE49-F238E27FC236}">
                  <a16:creationId xmlns:a16="http://schemas.microsoft.com/office/drawing/2014/main" id="{BAF56B7A-4937-2EEA-CB8F-D84824D67216}"/>
                </a:ext>
              </a:extLst>
            </p:cNvPr>
            <p:cNvSpPr/>
            <p:nvPr/>
          </p:nvSpPr>
          <p:spPr>
            <a:xfrm rot="2839385">
              <a:off x="6111966" y="4613764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Arc 94">
              <a:extLst>
                <a:ext uri="{FF2B5EF4-FFF2-40B4-BE49-F238E27FC236}">
                  <a16:creationId xmlns:a16="http://schemas.microsoft.com/office/drawing/2014/main" id="{36344FAA-9519-B688-D229-2CA266118709}"/>
                </a:ext>
              </a:extLst>
            </p:cNvPr>
            <p:cNvSpPr/>
            <p:nvPr/>
          </p:nvSpPr>
          <p:spPr>
            <a:xfrm rot="2839385">
              <a:off x="5885650" y="470333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Arc 95">
              <a:extLst>
                <a:ext uri="{FF2B5EF4-FFF2-40B4-BE49-F238E27FC236}">
                  <a16:creationId xmlns:a16="http://schemas.microsoft.com/office/drawing/2014/main" id="{682C53EF-B4C5-8C0B-7A6A-EBAA3B54F2FC}"/>
                </a:ext>
              </a:extLst>
            </p:cNvPr>
            <p:cNvSpPr/>
            <p:nvPr/>
          </p:nvSpPr>
          <p:spPr>
            <a:xfrm rot="2839385">
              <a:off x="5542654" y="464058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Arc 96">
              <a:extLst>
                <a:ext uri="{FF2B5EF4-FFF2-40B4-BE49-F238E27FC236}">
                  <a16:creationId xmlns:a16="http://schemas.microsoft.com/office/drawing/2014/main" id="{649E8FD6-5DD4-C62D-420A-B9CED539924C}"/>
                </a:ext>
              </a:extLst>
            </p:cNvPr>
            <p:cNvSpPr/>
            <p:nvPr/>
          </p:nvSpPr>
          <p:spPr>
            <a:xfrm rot="2839385">
              <a:off x="5681857" y="484435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Arc 97">
              <a:extLst>
                <a:ext uri="{FF2B5EF4-FFF2-40B4-BE49-F238E27FC236}">
                  <a16:creationId xmlns:a16="http://schemas.microsoft.com/office/drawing/2014/main" id="{FE4C6A6B-15B8-376D-4A7B-DCD72DCFC15E}"/>
                </a:ext>
              </a:extLst>
            </p:cNvPr>
            <p:cNvSpPr/>
            <p:nvPr/>
          </p:nvSpPr>
          <p:spPr>
            <a:xfrm rot="2839385">
              <a:off x="5478431" y="493345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Arc 98">
              <a:extLst>
                <a:ext uri="{FF2B5EF4-FFF2-40B4-BE49-F238E27FC236}">
                  <a16:creationId xmlns:a16="http://schemas.microsoft.com/office/drawing/2014/main" id="{D81B3E46-0F58-419A-E947-6AF00785450B}"/>
                </a:ext>
              </a:extLst>
            </p:cNvPr>
            <p:cNvSpPr/>
            <p:nvPr/>
          </p:nvSpPr>
          <p:spPr>
            <a:xfrm rot="2839385">
              <a:off x="5237339" y="490770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Arc 99">
              <a:extLst>
                <a:ext uri="{FF2B5EF4-FFF2-40B4-BE49-F238E27FC236}">
                  <a16:creationId xmlns:a16="http://schemas.microsoft.com/office/drawing/2014/main" id="{B722EAA4-F684-581C-58D5-E14BCEDA9079}"/>
                </a:ext>
              </a:extLst>
            </p:cNvPr>
            <p:cNvSpPr/>
            <p:nvPr/>
          </p:nvSpPr>
          <p:spPr>
            <a:xfrm rot="2839385">
              <a:off x="5009140" y="500795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Arc 100">
              <a:extLst>
                <a:ext uri="{FF2B5EF4-FFF2-40B4-BE49-F238E27FC236}">
                  <a16:creationId xmlns:a16="http://schemas.microsoft.com/office/drawing/2014/main" id="{09AD87F6-EAB7-0448-75FF-362CCF7A7CF9}"/>
                </a:ext>
              </a:extLst>
            </p:cNvPr>
            <p:cNvSpPr/>
            <p:nvPr/>
          </p:nvSpPr>
          <p:spPr>
            <a:xfrm rot="2839385">
              <a:off x="4830895" y="5211247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Arc 101">
              <a:extLst>
                <a:ext uri="{FF2B5EF4-FFF2-40B4-BE49-F238E27FC236}">
                  <a16:creationId xmlns:a16="http://schemas.microsoft.com/office/drawing/2014/main" id="{4D764275-930D-0C91-529F-FD3C776208CD}"/>
                </a:ext>
              </a:extLst>
            </p:cNvPr>
            <p:cNvSpPr/>
            <p:nvPr/>
          </p:nvSpPr>
          <p:spPr>
            <a:xfrm rot="2839385">
              <a:off x="5098520" y="519871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Arc 102">
              <a:extLst>
                <a:ext uri="{FF2B5EF4-FFF2-40B4-BE49-F238E27FC236}">
                  <a16:creationId xmlns:a16="http://schemas.microsoft.com/office/drawing/2014/main" id="{AAE01F95-1BE5-F915-2B02-B142A2CA2782}"/>
                </a:ext>
              </a:extLst>
            </p:cNvPr>
            <p:cNvSpPr/>
            <p:nvPr/>
          </p:nvSpPr>
          <p:spPr>
            <a:xfrm rot="2839385">
              <a:off x="5352625" y="512232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id="{AD794547-79B7-5440-C5A3-CE1E8786291B}"/>
                </a:ext>
              </a:extLst>
            </p:cNvPr>
            <p:cNvSpPr/>
            <p:nvPr/>
          </p:nvSpPr>
          <p:spPr>
            <a:xfrm rot="2839385">
              <a:off x="5200258" y="540132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Arc 104">
              <a:extLst>
                <a:ext uri="{FF2B5EF4-FFF2-40B4-BE49-F238E27FC236}">
                  <a16:creationId xmlns:a16="http://schemas.microsoft.com/office/drawing/2014/main" id="{999240D6-DB0C-DA52-0AD3-45FA8F5A6EA5}"/>
                </a:ext>
              </a:extLst>
            </p:cNvPr>
            <p:cNvSpPr/>
            <p:nvPr/>
          </p:nvSpPr>
          <p:spPr>
            <a:xfrm rot="2839385">
              <a:off x="5403958" y="533788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Arc 105">
              <a:extLst>
                <a:ext uri="{FF2B5EF4-FFF2-40B4-BE49-F238E27FC236}">
                  <a16:creationId xmlns:a16="http://schemas.microsoft.com/office/drawing/2014/main" id="{2E86BAEF-17EB-C59F-8EB3-EA07908DEED8}"/>
                </a:ext>
              </a:extLst>
            </p:cNvPr>
            <p:cNvSpPr/>
            <p:nvPr/>
          </p:nvSpPr>
          <p:spPr>
            <a:xfrm rot="2839385">
              <a:off x="5569207" y="512232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Arc 106">
              <a:extLst>
                <a:ext uri="{FF2B5EF4-FFF2-40B4-BE49-F238E27FC236}">
                  <a16:creationId xmlns:a16="http://schemas.microsoft.com/office/drawing/2014/main" id="{8D4DF32F-8DC8-3B09-1CB0-08D339F5DE29}"/>
                </a:ext>
              </a:extLst>
            </p:cNvPr>
            <p:cNvSpPr/>
            <p:nvPr/>
          </p:nvSpPr>
          <p:spPr>
            <a:xfrm rot="2839385">
              <a:off x="5812752" y="505813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Arc 107">
              <a:extLst>
                <a:ext uri="{FF2B5EF4-FFF2-40B4-BE49-F238E27FC236}">
                  <a16:creationId xmlns:a16="http://schemas.microsoft.com/office/drawing/2014/main" id="{AB89F8E4-2DE0-798A-5ECF-527DE1B313D7}"/>
                </a:ext>
              </a:extLst>
            </p:cNvPr>
            <p:cNvSpPr/>
            <p:nvPr/>
          </p:nvSpPr>
          <p:spPr>
            <a:xfrm rot="2839385">
              <a:off x="5675007" y="532486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Arc 108">
              <a:extLst>
                <a:ext uri="{FF2B5EF4-FFF2-40B4-BE49-F238E27FC236}">
                  <a16:creationId xmlns:a16="http://schemas.microsoft.com/office/drawing/2014/main" id="{F9A817EE-08F0-470E-E91E-2FA3AF620099}"/>
                </a:ext>
              </a:extLst>
            </p:cNvPr>
            <p:cNvSpPr/>
            <p:nvPr/>
          </p:nvSpPr>
          <p:spPr>
            <a:xfrm rot="2839385">
              <a:off x="5878522" y="5312957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Arc 109">
              <a:extLst>
                <a:ext uri="{FF2B5EF4-FFF2-40B4-BE49-F238E27FC236}">
                  <a16:creationId xmlns:a16="http://schemas.microsoft.com/office/drawing/2014/main" id="{C28F55D7-CD47-D9BB-BF5B-D6FD93BEC5FD}"/>
                </a:ext>
              </a:extLst>
            </p:cNvPr>
            <p:cNvSpPr/>
            <p:nvPr/>
          </p:nvSpPr>
          <p:spPr>
            <a:xfrm rot="2839385">
              <a:off x="5990636" y="4968467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Arc 110">
              <a:extLst>
                <a:ext uri="{FF2B5EF4-FFF2-40B4-BE49-F238E27FC236}">
                  <a16:creationId xmlns:a16="http://schemas.microsoft.com/office/drawing/2014/main" id="{6DE812AC-65FC-20CB-D549-3869EECF1439}"/>
                </a:ext>
              </a:extLst>
            </p:cNvPr>
            <p:cNvSpPr/>
            <p:nvPr/>
          </p:nvSpPr>
          <p:spPr>
            <a:xfrm rot="2839385">
              <a:off x="6181567" y="487936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Arc 111">
              <a:extLst>
                <a:ext uri="{FF2B5EF4-FFF2-40B4-BE49-F238E27FC236}">
                  <a16:creationId xmlns:a16="http://schemas.microsoft.com/office/drawing/2014/main" id="{2B4E07AE-EB42-F9BE-CFB7-1AB433A93DD5}"/>
                </a:ext>
              </a:extLst>
            </p:cNvPr>
            <p:cNvSpPr/>
            <p:nvPr/>
          </p:nvSpPr>
          <p:spPr>
            <a:xfrm rot="2839385">
              <a:off x="6142581" y="519674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Arc 112">
              <a:extLst>
                <a:ext uri="{FF2B5EF4-FFF2-40B4-BE49-F238E27FC236}">
                  <a16:creationId xmlns:a16="http://schemas.microsoft.com/office/drawing/2014/main" id="{4D71C170-208A-D0CB-309A-1B6AECDA2771}"/>
                </a:ext>
              </a:extLst>
            </p:cNvPr>
            <p:cNvSpPr/>
            <p:nvPr/>
          </p:nvSpPr>
          <p:spPr>
            <a:xfrm rot="2839385">
              <a:off x="6054125" y="543921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Arc 113">
              <a:extLst>
                <a:ext uri="{FF2B5EF4-FFF2-40B4-BE49-F238E27FC236}">
                  <a16:creationId xmlns:a16="http://schemas.microsoft.com/office/drawing/2014/main" id="{9FCA93E8-200E-3C40-9C37-5CB75C94DFD4}"/>
                </a:ext>
              </a:extLst>
            </p:cNvPr>
            <p:cNvSpPr/>
            <p:nvPr/>
          </p:nvSpPr>
          <p:spPr>
            <a:xfrm rot="2839385">
              <a:off x="6320048" y="495579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Arc 114">
              <a:extLst>
                <a:ext uri="{FF2B5EF4-FFF2-40B4-BE49-F238E27FC236}">
                  <a16:creationId xmlns:a16="http://schemas.microsoft.com/office/drawing/2014/main" id="{957F03AE-3C46-A280-D32E-2CAF541C9861}"/>
                </a:ext>
              </a:extLst>
            </p:cNvPr>
            <p:cNvSpPr/>
            <p:nvPr/>
          </p:nvSpPr>
          <p:spPr>
            <a:xfrm rot="4016574">
              <a:off x="4771302" y="587844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Arc 115">
              <a:extLst>
                <a:ext uri="{FF2B5EF4-FFF2-40B4-BE49-F238E27FC236}">
                  <a16:creationId xmlns:a16="http://schemas.microsoft.com/office/drawing/2014/main" id="{1D4CC2B5-08F7-EB1F-1122-3BD8B38F46AA}"/>
                </a:ext>
              </a:extLst>
            </p:cNvPr>
            <p:cNvSpPr/>
            <p:nvPr/>
          </p:nvSpPr>
          <p:spPr>
            <a:xfrm rot="4016574">
              <a:off x="4746798" y="543312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Arc 116">
              <a:extLst>
                <a:ext uri="{FF2B5EF4-FFF2-40B4-BE49-F238E27FC236}">
                  <a16:creationId xmlns:a16="http://schemas.microsoft.com/office/drawing/2014/main" id="{13ABA656-77FE-FACB-3370-E481DDF4B5D7}"/>
                </a:ext>
              </a:extLst>
            </p:cNvPr>
            <p:cNvSpPr/>
            <p:nvPr/>
          </p:nvSpPr>
          <p:spPr>
            <a:xfrm rot="4016574">
              <a:off x="4910763" y="558553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Arc 117">
              <a:extLst>
                <a:ext uri="{FF2B5EF4-FFF2-40B4-BE49-F238E27FC236}">
                  <a16:creationId xmlns:a16="http://schemas.microsoft.com/office/drawing/2014/main" id="{F71332D7-F393-2946-B96F-6AB155586D61}"/>
                </a:ext>
              </a:extLst>
            </p:cNvPr>
            <p:cNvSpPr/>
            <p:nvPr/>
          </p:nvSpPr>
          <p:spPr>
            <a:xfrm rot="4016574">
              <a:off x="4999607" y="537026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Arc 118">
              <a:extLst>
                <a:ext uri="{FF2B5EF4-FFF2-40B4-BE49-F238E27FC236}">
                  <a16:creationId xmlns:a16="http://schemas.microsoft.com/office/drawing/2014/main" id="{AC440B28-0F3A-CA85-BDD2-7D15B4369BD7}"/>
                </a:ext>
              </a:extLst>
            </p:cNvPr>
            <p:cNvSpPr/>
            <p:nvPr/>
          </p:nvSpPr>
          <p:spPr>
            <a:xfrm rot="4016574">
              <a:off x="4998248" y="578922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Arc 119">
              <a:extLst>
                <a:ext uri="{FF2B5EF4-FFF2-40B4-BE49-F238E27FC236}">
                  <a16:creationId xmlns:a16="http://schemas.microsoft.com/office/drawing/2014/main" id="{927CE952-0989-0D70-0D4D-CC8D6575D1EF}"/>
                </a:ext>
              </a:extLst>
            </p:cNvPr>
            <p:cNvSpPr/>
            <p:nvPr/>
          </p:nvSpPr>
          <p:spPr>
            <a:xfrm rot="4016574">
              <a:off x="4895612" y="602071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Arc 120">
              <a:extLst>
                <a:ext uri="{FF2B5EF4-FFF2-40B4-BE49-F238E27FC236}">
                  <a16:creationId xmlns:a16="http://schemas.microsoft.com/office/drawing/2014/main" id="{25D98F5C-BB92-E3E7-AA6A-F81E961F6110}"/>
                </a:ext>
              </a:extLst>
            </p:cNvPr>
            <p:cNvSpPr/>
            <p:nvPr/>
          </p:nvSpPr>
          <p:spPr>
            <a:xfrm rot="4016574">
              <a:off x="5136719" y="589389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Arc 121">
              <a:extLst>
                <a:ext uri="{FF2B5EF4-FFF2-40B4-BE49-F238E27FC236}">
                  <a16:creationId xmlns:a16="http://schemas.microsoft.com/office/drawing/2014/main" id="{158AA493-D312-B878-2B78-2606BBA74394}"/>
                </a:ext>
              </a:extLst>
            </p:cNvPr>
            <p:cNvSpPr/>
            <p:nvPr/>
          </p:nvSpPr>
          <p:spPr>
            <a:xfrm rot="4016574">
              <a:off x="5188081" y="558922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Arc 122">
              <a:extLst>
                <a:ext uri="{FF2B5EF4-FFF2-40B4-BE49-F238E27FC236}">
                  <a16:creationId xmlns:a16="http://schemas.microsoft.com/office/drawing/2014/main" id="{9F38E7B5-3E82-F3E2-F523-1423B2FF9702}"/>
                </a:ext>
              </a:extLst>
            </p:cNvPr>
            <p:cNvSpPr/>
            <p:nvPr/>
          </p:nvSpPr>
          <p:spPr>
            <a:xfrm rot="4016574">
              <a:off x="5314468" y="575468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Arc 123">
              <a:extLst>
                <a:ext uri="{FF2B5EF4-FFF2-40B4-BE49-F238E27FC236}">
                  <a16:creationId xmlns:a16="http://schemas.microsoft.com/office/drawing/2014/main" id="{02CB229E-0752-24A2-70FC-CACE212EE299}"/>
                </a:ext>
              </a:extLst>
            </p:cNvPr>
            <p:cNvSpPr/>
            <p:nvPr/>
          </p:nvSpPr>
          <p:spPr>
            <a:xfrm rot="4016574">
              <a:off x="5517970" y="5740184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Arc 124">
              <a:extLst>
                <a:ext uri="{FF2B5EF4-FFF2-40B4-BE49-F238E27FC236}">
                  <a16:creationId xmlns:a16="http://schemas.microsoft.com/office/drawing/2014/main" id="{2EE30B5B-62A2-E793-1E73-15981547788A}"/>
                </a:ext>
              </a:extLst>
            </p:cNvPr>
            <p:cNvSpPr/>
            <p:nvPr/>
          </p:nvSpPr>
          <p:spPr>
            <a:xfrm rot="4016574">
              <a:off x="5543088" y="5485954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Arc 125">
              <a:extLst>
                <a:ext uri="{FF2B5EF4-FFF2-40B4-BE49-F238E27FC236}">
                  <a16:creationId xmlns:a16="http://schemas.microsoft.com/office/drawing/2014/main" id="{DFA7DF2F-AE97-3DD6-F7B6-5DC820604AFE}"/>
                </a:ext>
              </a:extLst>
            </p:cNvPr>
            <p:cNvSpPr/>
            <p:nvPr/>
          </p:nvSpPr>
          <p:spPr>
            <a:xfrm rot="4016574">
              <a:off x="5758940" y="551366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Arc 126">
              <a:extLst>
                <a:ext uri="{FF2B5EF4-FFF2-40B4-BE49-F238E27FC236}">
                  <a16:creationId xmlns:a16="http://schemas.microsoft.com/office/drawing/2014/main" id="{09AB0761-C900-871C-DEB0-4777E08A74F1}"/>
                </a:ext>
              </a:extLst>
            </p:cNvPr>
            <p:cNvSpPr/>
            <p:nvPr/>
          </p:nvSpPr>
          <p:spPr>
            <a:xfrm rot="4016574">
              <a:off x="5644760" y="577953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Arc 127">
              <a:extLst>
                <a:ext uri="{FF2B5EF4-FFF2-40B4-BE49-F238E27FC236}">
                  <a16:creationId xmlns:a16="http://schemas.microsoft.com/office/drawing/2014/main" id="{2F4BF67F-1756-EC09-45E8-51604C610F2B}"/>
                </a:ext>
              </a:extLst>
            </p:cNvPr>
            <p:cNvSpPr/>
            <p:nvPr/>
          </p:nvSpPr>
          <p:spPr>
            <a:xfrm rot="4016574">
              <a:off x="5898725" y="5601139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ED98694-0525-BD63-2D05-2FF87B52F3BB}"/>
                </a:ext>
              </a:extLst>
            </p:cNvPr>
            <p:cNvSpPr/>
            <p:nvPr/>
          </p:nvSpPr>
          <p:spPr>
            <a:xfrm>
              <a:off x="2595778" y="4647158"/>
              <a:ext cx="397732" cy="705318"/>
            </a:xfrm>
            <a:custGeom>
              <a:avLst/>
              <a:gdLst>
                <a:gd name="connsiteX0" fmla="*/ 358940 w 397732"/>
                <a:gd name="connsiteY0" fmla="*/ 0 h 705318"/>
                <a:gd name="connsiteX1" fmla="*/ 361803 w 397732"/>
                <a:gd name="connsiteY1" fmla="*/ 7848 h 705318"/>
                <a:gd name="connsiteX2" fmla="*/ 397732 w 397732"/>
                <a:gd name="connsiteY2" fmla="*/ 272594 h 705318"/>
                <a:gd name="connsiteX3" fmla="*/ 319650 w 397732"/>
                <a:gd name="connsiteY3" fmla="*/ 652874 h 705318"/>
                <a:gd name="connsiteX4" fmla="*/ 291786 w 397732"/>
                <a:gd name="connsiteY4" fmla="*/ 703115 h 705318"/>
                <a:gd name="connsiteX5" fmla="*/ 219944 w 397732"/>
                <a:gd name="connsiteY5" fmla="*/ 705318 h 705318"/>
                <a:gd name="connsiteX6" fmla="*/ 5801 w 397732"/>
                <a:gd name="connsiteY6" fmla="*/ 525127 h 705318"/>
                <a:gd name="connsiteX7" fmla="*/ 56600 w 397732"/>
                <a:gd name="connsiteY7" fmla="*/ 347327 h 705318"/>
                <a:gd name="connsiteX8" fmla="*/ 353382 w 397732"/>
                <a:gd name="connsiteY8" fmla="*/ 9484 h 705318"/>
                <a:gd name="connsiteX9" fmla="*/ 358940 w 397732"/>
                <a:gd name="connsiteY9" fmla="*/ 0 h 705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732" h="705318">
                  <a:moveTo>
                    <a:pt x="358940" y="0"/>
                  </a:moveTo>
                  <a:lnTo>
                    <a:pt x="361803" y="7848"/>
                  </a:lnTo>
                  <a:cubicBezTo>
                    <a:pt x="384939" y="89220"/>
                    <a:pt x="397732" y="178685"/>
                    <a:pt x="397732" y="272594"/>
                  </a:cubicBezTo>
                  <a:cubicBezTo>
                    <a:pt x="397732" y="413458"/>
                    <a:pt x="368947" y="544321"/>
                    <a:pt x="319650" y="652874"/>
                  </a:cubicBezTo>
                  <a:lnTo>
                    <a:pt x="291786" y="703115"/>
                  </a:lnTo>
                  <a:lnTo>
                    <a:pt x="219944" y="705318"/>
                  </a:lnTo>
                  <a:cubicBezTo>
                    <a:pt x="57802" y="696801"/>
                    <a:pt x="28026" y="595506"/>
                    <a:pt x="5801" y="525127"/>
                  </a:cubicBezTo>
                  <a:cubicBezTo>
                    <a:pt x="-19599" y="444694"/>
                    <a:pt x="46017" y="436227"/>
                    <a:pt x="56600" y="347327"/>
                  </a:cubicBezTo>
                  <a:cubicBezTo>
                    <a:pt x="-136968" y="-195306"/>
                    <a:pt x="262570" y="99566"/>
                    <a:pt x="353382" y="9484"/>
                  </a:cubicBezTo>
                  <a:lnTo>
                    <a:pt x="35894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Arc 129">
              <a:extLst>
                <a:ext uri="{FF2B5EF4-FFF2-40B4-BE49-F238E27FC236}">
                  <a16:creationId xmlns:a16="http://schemas.microsoft.com/office/drawing/2014/main" id="{D33D9D45-0D8F-1DE6-136A-EDC8117876CD}"/>
                </a:ext>
              </a:extLst>
            </p:cNvPr>
            <p:cNvSpPr/>
            <p:nvPr/>
          </p:nvSpPr>
          <p:spPr>
            <a:xfrm rot="2839385">
              <a:off x="4570096" y="345485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Arc 130">
              <a:extLst>
                <a:ext uri="{FF2B5EF4-FFF2-40B4-BE49-F238E27FC236}">
                  <a16:creationId xmlns:a16="http://schemas.microsoft.com/office/drawing/2014/main" id="{C627E887-B20E-1C13-C6C2-448CFBAA86B1}"/>
                </a:ext>
              </a:extLst>
            </p:cNvPr>
            <p:cNvSpPr/>
            <p:nvPr/>
          </p:nvSpPr>
          <p:spPr>
            <a:xfrm rot="2839385">
              <a:off x="4938679" y="345529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" name="Oval 77">
              <a:extLst>
                <a:ext uri="{FF2B5EF4-FFF2-40B4-BE49-F238E27FC236}">
                  <a16:creationId xmlns:a16="http://schemas.microsoft.com/office/drawing/2014/main" id="{15F1E1C9-407A-8DBB-0766-5C8FFF671367}"/>
                </a:ext>
              </a:extLst>
            </p:cNvPr>
            <p:cNvSpPr/>
            <p:nvPr/>
          </p:nvSpPr>
          <p:spPr>
            <a:xfrm>
              <a:off x="3840361" y="4327780"/>
              <a:ext cx="704614" cy="956740"/>
            </a:xfrm>
            <a:custGeom>
              <a:avLst/>
              <a:gdLst>
                <a:gd name="connsiteX0" fmla="*/ 0 w 1133776"/>
                <a:gd name="connsiteY0" fmla="*/ 956090 h 1912179"/>
                <a:gd name="connsiteX1" fmla="*/ 566888 w 1133776"/>
                <a:gd name="connsiteY1" fmla="*/ 0 h 1912179"/>
                <a:gd name="connsiteX2" fmla="*/ 1133776 w 1133776"/>
                <a:gd name="connsiteY2" fmla="*/ 956090 h 1912179"/>
                <a:gd name="connsiteX3" fmla="*/ 566888 w 1133776"/>
                <a:gd name="connsiteY3" fmla="*/ 1912180 h 1912179"/>
                <a:gd name="connsiteX4" fmla="*/ 0 w 1133776"/>
                <a:gd name="connsiteY4" fmla="*/ 956090 h 1912179"/>
                <a:gd name="connsiteX0" fmla="*/ 27690 w 1502628"/>
                <a:gd name="connsiteY0" fmla="*/ 1476790 h 2432880"/>
                <a:gd name="connsiteX1" fmla="*/ 1407378 w 1502628"/>
                <a:gd name="connsiteY1" fmla="*/ 0 h 2432880"/>
                <a:gd name="connsiteX2" fmla="*/ 1161466 w 1502628"/>
                <a:gd name="connsiteY2" fmla="*/ 1476790 h 2432880"/>
                <a:gd name="connsiteX3" fmla="*/ 594578 w 1502628"/>
                <a:gd name="connsiteY3" fmla="*/ 2432880 h 2432880"/>
                <a:gd name="connsiteX4" fmla="*/ 27690 w 1502628"/>
                <a:gd name="connsiteY4" fmla="*/ 1476790 h 2432880"/>
                <a:gd name="connsiteX0" fmla="*/ 27690 w 1544141"/>
                <a:gd name="connsiteY0" fmla="*/ 1476914 h 2433004"/>
                <a:gd name="connsiteX1" fmla="*/ 1407378 w 1544141"/>
                <a:gd name="connsiteY1" fmla="*/ 124 h 2433004"/>
                <a:gd name="connsiteX2" fmla="*/ 1161466 w 1544141"/>
                <a:gd name="connsiteY2" fmla="*/ 1476914 h 2433004"/>
                <a:gd name="connsiteX3" fmla="*/ 594578 w 1544141"/>
                <a:gd name="connsiteY3" fmla="*/ 2433004 h 2433004"/>
                <a:gd name="connsiteX4" fmla="*/ 27690 w 1544141"/>
                <a:gd name="connsiteY4" fmla="*/ 1476914 h 2433004"/>
                <a:gd name="connsiteX0" fmla="*/ 297412 w 1813863"/>
                <a:gd name="connsiteY0" fmla="*/ 1522727 h 2733938"/>
                <a:gd name="connsiteX1" fmla="*/ 1677100 w 1813863"/>
                <a:gd name="connsiteY1" fmla="*/ 45937 h 2733938"/>
                <a:gd name="connsiteX2" fmla="*/ 1431188 w 1813863"/>
                <a:gd name="connsiteY2" fmla="*/ 1522727 h 2733938"/>
                <a:gd name="connsiteX3" fmla="*/ 864300 w 1813863"/>
                <a:gd name="connsiteY3" fmla="*/ 2478817 h 2733938"/>
                <a:gd name="connsiteX4" fmla="*/ 297412 w 1813863"/>
                <a:gd name="connsiteY4" fmla="*/ 1522727 h 2733938"/>
                <a:gd name="connsiteX0" fmla="*/ 270970 w 1765590"/>
                <a:gd name="connsiteY0" fmla="*/ 1486823 h 2725994"/>
                <a:gd name="connsiteX1" fmla="*/ 1714158 w 1765590"/>
                <a:gd name="connsiteY1" fmla="*/ 73533 h 2725994"/>
                <a:gd name="connsiteX2" fmla="*/ 1468246 w 1765590"/>
                <a:gd name="connsiteY2" fmla="*/ 1550323 h 2725994"/>
                <a:gd name="connsiteX3" fmla="*/ 901358 w 1765590"/>
                <a:gd name="connsiteY3" fmla="*/ 2506413 h 2725994"/>
                <a:gd name="connsiteX4" fmla="*/ 270970 w 1765590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2045439"/>
                <a:gd name="connsiteY0" fmla="*/ 1439877 h 2679048"/>
                <a:gd name="connsiteX1" fmla="*/ 1714158 w 2045439"/>
                <a:gd name="connsiteY1" fmla="*/ 26587 h 2679048"/>
                <a:gd name="connsiteX2" fmla="*/ 2034513 w 2045439"/>
                <a:gd name="connsiteY2" fmla="*/ 866936 h 2679048"/>
                <a:gd name="connsiteX3" fmla="*/ 1468246 w 2045439"/>
                <a:gd name="connsiteY3" fmla="*/ 1503377 h 2679048"/>
                <a:gd name="connsiteX4" fmla="*/ 901358 w 2045439"/>
                <a:gd name="connsiteY4" fmla="*/ 2459467 h 2679048"/>
                <a:gd name="connsiteX5" fmla="*/ 270970 w 2045439"/>
                <a:gd name="connsiteY5" fmla="*/ 1439877 h 2679048"/>
                <a:gd name="connsiteX0" fmla="*/ 270970 w 2051712"/>
                <a:gd name="connsiteY0" fmla="*/ 1446627 h 2685798"/>
                <a:gd name="connsiteX1" fmla="*/ 1714158 w 2051712"/>
                <a:gd name="connsiteY1" fmla="*/ 33337 h 2685798"/>
                <a:gd name="connsiteX2" fmla="*/ 1805913 w 2051712"/>
                <a:gd name="connsiteY2" fmla="*/ 479986 h 2685798"/>
                <a:gd name="connsiteX3" fmla="*/ 2034513 w 2051712"/>
                <a:gd name="connsiteY3" fmla="*/ 873686 h 2685798"/>
                <a:gd name="connsiteX4" fmla="*/ 1468246 w 2051712"/>
                <a:gd name="connsiteY4" fmla="*/ 1510127 h 2685798"/>
                <a:gd name="connsiteX5" fmla="*/ 901358 w 2051712"/>
                <a:gd name="connsiteY5" fmla="*/ 2466217 h 2685798"/>
                <a:gd name="connsiteX6" fmla="*/ 270970 w 2051712"/>
                <a:gd name="connsiteY6" fmla="*/ 1446627 h 2685798"/>
                <a:gd name="connsiteX0" fmla="*/ 15588 w 1796330"/>
                <a:gd name="connsiteY0" fmla="*/ 1482716 h 2502423"/>
                <a:gd name="connsiteX1" fmla="*/ 1331776 w 1796330"/>
                <a:gd name="connsiteY1" fmla="*/ 31326 h 2502423"/>
                <a:gd name="connsiteX2" fmla="*/ 1550531 w 1796330"/>
                <a:gd name="connsiteY2" fmla="*/ 516075 h 2502423"/>
                <a:gd name="connsiteX3" fmla="*/ 1779131 w 1796330"/>
                <a:gd name="connsiteY3" fmla="*/ 909775 h 2502423"/>
                <a:gd name="connsiteX4" fmla="*/ 1212864 w 1796330"/>
                <a:gd name="connsiteY4" fmla="*/ 1546216 h 2502423"/>
                <a:gd name="connsiteX5" fmla="*/ 645976 w 1796330"/>
                <a:gd name="connsiteY5" fmla="*/ 2502306 h 2502423"/>
                <a:gd name="connsiteX6" fmla="*/ 15588 w 1796330"/>
                <a:gd name="connsiteY6" fmla="*/ 1482716 h 2502423"/>
                <a:gd name="connsiteX0" fmla="*/ 15588 w 1796330"/>
                <a:gd name="connsiteY0" fmla="*/ 1461558 h 2481265"/>
                <a:gd name="connsiteX1" fmla="*/ 1331776 w 1796330"/>
                <a:gd name="connsiteY1" fmla="*/ 10168 h 2481265"/>
                <a:gd name="connsiteX2" fmla="*/ 1550531 w 1796330"/>
                <a:gd name="connsiteY2" fmla="*/ 494917 h 2481265"/>
                <a:gd name="connsiteX3" fmla="*/ 1779131 w 1796330"/>
                <a:gd name="connsiteY3" fmla="*/ 888617 h 2481265"/>
                <a:gd name="connsiteX4" fmla="*/ 1212864 w 1796330"/>
                <a:gd name="connsiteY4" fmla="*/ 1525058 h 2481265"/>
                <a:gd name="connsiteX5" fmla="*/ 645976 w 1796330"/>
                <a:gd name="connsiteY5" fmla="*/ 2481148 h 2481265"/>
                <a:gd name="connsiteX6" fmla="*/ 15588 w 1796330"/>
                <a:gd name="connsiteY6" fmla="*/ 1461558 h 2481265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857019"/>
                <a:gd name="connsiteY0" fmla="*/ 1469707 h 2489414"/>
                <a:gd name="connsiteX1" fmla="*/ 1331776 w 1857019"/>
                <a:gd name="connsiteY1" fmla="*/ 18317 h 2489414"/>
                <a:gd name="connsiteX2" fmla="*/ 1550531 w 1857019"/>
                <a:gd name="connsiteY2" fmla="*/ 503066 h 2489414"/>
                <a:gd name="connsiteX3" fmla="*/ 1842631 w 1857019"/>
                <a:gd name="connsiteY3" fmla="*/ 845966 h 2489414"/>
                <a:gd name="connsiteX4" fmla="*/ 1212864 w 1857019"/>
                <a:gd name="connsiteY4" fmla="*/ 1533207 h 2489414"/>
                <a:gd name="connsiteX5" fmla="*/ 645976 w 1857019"/>
                <a:gd name="connsiteY5" fmla="*/ 2489297 h 2489414"/>
                <a:gd name="connsiteX6" fmla="*/ 15588 w 1857019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70056"/>
                <a:gd name="connsiteY0" fmla="*/ 1469707 h 2489403"/>
                <a:gd name="connsiteX1" fmla="*/ 1331776 w 1870056"/>
                <a:gd name="connsiteY1" fmla="*/ 18317 h 2489403"/>
                <a:gd name="connsiteX2" fmla="*/ 1550531 w 1870056"/>
                <a:gd name="connsiteY2" fmla="*/ 503066 h 2489403"/>
                <a:gd name="connsiteX3" fmla="*/ 1842631 w 1870056"/>
                <a:gd name="connsiteY3" fmla="*/ 845966 h 2489403"/>
                <a:gd name="connsiteX4" fmla="*/ 1448929 w 1870056"/>
                <a:gd name="connsiteY4" fmla="*/ 1176167 h 2489403"/>
                <a:gd name="connsiteX5" fmla="*/ 1868029 w 1870056"/>
                <a:gd name="connsiteY5" fmla="*/ 1633368 h 2489403"/>
                <a:gd name="connsiteX6" fmla="*/ 1212864 w 1870056"/>
                <a:gd name="connsiteY6" fmla="*/ 1533207 h 2489403"/>
                <a:gd name="connsiteX7" fmla="*/ 645976 w 1870056"/>
                <a:gd name="connsiteY7" fmla="*/ 2489297 h 2489403"/>
                <a:gd name="connsiteX8" fmla="*/ 15588 w 1870056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6689 w 1869130"/>
                <a:gd name="connsiteY0" fmla="*/ 1469707 h 2574440"/>
                <a:gd name="connsiteX1" fmla="*/ 1332877 w 1869130"/>
                <a:gd name="connsiteY1" fmla="*/ 18317 h 2574440"/>
                <a:gd name="connsiteX2" fmla="*/ 1551632 w 1869130"/>
                <a:gd name="connsiteY2" fmla="*/ 503066 h 2574440"/>
                <a:gd name="connsiteX3" fmla="*/ 1843732 w 1869130"/>
                <a:gd name="connsiteY3" fmla="*/ 845966 h 2574440"/>
                <a:gd name="connsiteX4" fmla="*/ 1450030 w 1869130"/>
                <a:gd name="connsiteY4" fmla="*/ 1176167 h 2574440"/>
                <a:gd name="connsiteX5" fmla="*/ 1869130 w 1869130"/>
                <a:gd name="connsiteY5" fmla="*/ 1633368 h 2574440"/>
                <a:gd name="connsiteX6" fmla="*/ 1302865 w 1869130"/>
                <a:gd name="connsiteY6" fmla="*/ 1850707 h 2574440"/>
                <a:gd name="connsiteX7" fmla="*/ 1754831 w 1869130"/>
                <a:gd name="connsiteY7" fmla="*/ 2319168 h 2574440"/>
                <a:gd name="connsiteX8" fmla="*/ 1475431 w 1869130"/>
                <a:gd name="connsiteY8" fmla="*/ 2496968 h 2574440"/>
                <a:gd name="connsiteX9" fmla="*/ 647077 w 1869130"/>
                <a:gd name="connsiteY9" fmla="*/ 2489297 h 2574440"/>
                <a:gd name="connsiteX10" fmla="*/ 16689 w 1869130"/>
                <a:gd name="connsiteY10" fmla="*/ 1469707 h 2574440"/>
                <a:gd name="connsiteX0" fmla="*/ 16745 w 1869186"/>
                <a:gd name="connsiteY0" fmla="*/ 1469707 h 2966869"/>
                <a:gd name="connsiteX1" fmla="*/ 1332933 w 1869186"/>
                <a:gd name="connsiteY1" fmla="*/ 18317 h 2966869"/>
                <a:gd name="connsiteX2" fmla="*/ 1551688 w 1869186"/>
                <a:gd name="connsiteY2" fmla="*/ 503066 h 2966869"/>
                <a:gd name="connsiteX3" fmla="*/ 1843788 w 1869186"/>
                <a:gd name="connsiteY3" fmla="*/ 845966 h 2966869"/>
                <a:gd name="connsiteX4" fmla="*/ 1450086 w 1869186"/>
                <a:gd name="connsiteY4" fmla="*/ 1176167 h 2966869"/>
                <a:gd name="connsiteX5" fmla="*/ 1869186 w 1869186"/>
                <a:gd name="connsiteY5" fmla="*/ 1633368 h 2966869"/>
                <a:gd name="connsiteX6" fmla="*/ 1302921 w 1869186"/>
                <a:gd name="connsiteY6" fmla="*/ 1850707 h 2966869"/>
                <a:gd name="connsiteX7" fmla="*/ 1754887 w 1869186"/>
                <a:gd name="connsiteY7" fmla="*/ 2319168 h 2966869"/>
                <a:gd name="connsiteX8" fmla="*/ 1475487 w 1869186"/>
                <a:gd name="connsiteY8" fmla="*/ 2496968 h 2966869"/>
                <a:gd name="connsiteX9" fmla="*/ 1488187 w 1869186"/>
                <a:gd name="connsiteY9" fmla="*/ 2966867 h 2966869"/>
                <a:gd name="connsiteX10" fmla="*/ 647133 w 1869186"/>
                <a:gd name="connsiteY10" fmla="*/ 2489297 h 2966869"/>
                <a:gd name="connsiteX11" fmla="*/ 16745 w 1869186"/>
                <a:gd name="connsiteY11" fmla="*/ 1469707 h 2966869"/>
                <a:gd name="connsiteX0" fmla="*/ 16745 w 1869186"/>
                <a:gd name="connsiteY0" fmla="*/ 1469707 h 2966867"/>
                <a:gd name="connsiteX1" fmla="*/ 1332933 w 1869186"/>
                <a:gd name="connsiteY1" fmla="*/ 18317 h 2966867"/>
                <a:gd name="connsiteX2" fmla="*/ 1551688 w 1869186"/>
                <a:gd name="connsiteY2" fmla="*/ 503066 h 2966867"/>
                <a:gd name="connsiteX3" fmla="*/ 1843788 w 1869186"/>
                <a:gd name="connsiteY3" fmla="*/ 845966 h 2966867"/>
                <a:gd name="connsiteX4" fmla="*/ 1450086 w 1869186"/>
                <a:gd name="connsiteY4" fmla="*/ 1176167 h 2966867"/>
                <a:gd name="connsiteX5" fmla="*/ 1869186 w 1869186"/>
                <a:gd name="connsiteY5" fmla="*/ 1633368 h 2966867"/>
                <a:gd name="connsiteX6" fmla="*/ 1302921 w 1869186"/>
                <a:gd name="connsiteY6" fmla="*/ 1850707 h 2966867"/>
                <a:gd name="connsiteX7" fmla="*/ 1754887 w 1869186"/>
                <a:gd name="connsiteY7" fmla="*/ 2319168 h 2966867"/>
                <a:gd name="connsiteX8" fmla="*/ 1475487 w 1869186"/>
                <a:gd name="connsiteY8" fmla="*/ 2496968 h 2966867"/>
                <a:gd name="connsiteX9" fmla="*/ 1488187 w 1869186"/>
                <a:gd name="connsiteY9" fmla="*/ 2966867 h 2966867"/>
                <a:gd name="connsiteX10" fmla="*/ 647133 w 1869186"/>
                <a:gd name="connsiteY10" fmla="*/ 2489297 h 2966867"/>
                <a:gd name="connsiteX11" fmla="*/ 16745 w 1869186"/>
                <a:gd name="connsiteY11" fmla="*/ 1469707 h 2966867"/>
                <a:gd name="connsiteX0" fmla="*/ 16745 w 1869186"/>
                <a:gd name="connsiteY0" fmla="*/ 1469707 h 2985386"/>
                <a:gd name="connsiteX1" fmla="*/ 1332933 w 1869186"/>
                <a:gd name="connsiteY1" fmla="*/ 18317 h 2985386"/>
                <a:gd name="connsiteX2" fmla="*/ 1551688 w 1869186"/>
                <a:gd name="connsiteY2" fmla="*/ 503066 h 2985386"/>
                <a:gd name="connsiteX3" fmla="*/ 1843788 w 1869186"/>
                <a:gd name="connsiteY3" fmla="*/ 845966 h 2985386"/>
                <a:gd name="connsiteX4" fmla="*/ 1450086 w 1869186"/>
                <a:gd name="connsiteY4" fmla="*/ 1176167 h 2985386"/>
                <a:gd name="connsiteX5" fmla="*/ 1869186 w 1869186"/>
                <a:gd name="connsiteY5" fmla="*/ 1633368 h 2985386"/>
                <a:gd name="connsiteX6" fmla="*/ 1302921 w 1869186"/>
                <a:gd name="connsiteY6" fmla="*/ 1850707 h 2985386"/>
                <a:gd name="connsiteX7" fmla="*/ 1754887 w 1869186"/>
                <a:gd name="connsiteY7" fmla="*/ 2319168 h 2985386"/>
                <a:gd name="connsiteX8" fmla="*/ 1475487 w 1869186"/>
                <a:gd name="connsiteY8" fmla="*/ 2496968 h 2985386"/>
                <a:gd name="connsiteX9" fmla="*/ 1488187 w 1869186"/>
                <a:gd name="connsiteY9" fmla="*/ 2966867 h 2985386"/>
                <a:gd name="connsiteX10" fmla="*/ 647133 w 1869186"/>
                <a:gd name="connsiteY10" fmla="*/ 2489297 h 2985386"/>
                <a:gd name="connsiteX11" fmla="*/ 16745 w 1869186"/>
                <a:gd name="connsiteY11" fmla="*/ 1469707 h 2985386"/>
                <a:gd name="connsiteX0" fmla="*/ 23868 w 1876309"/>
                <a:gd name="connsiteY0" fmla="*/ 1469763 h 2986627"/>
                <a:gd name="connsiteX1" fmla="*/ 1340056 w 1876309"/>
                <a:gd name="connsiteY1" fmla="*/ 18373 h 2986627"/>
                <a:gd name="connsiteX2" fmla="*/ 1558811 w 1876309"/>
                <a:gd name="connsiteY2" fmla="*/ 503122 h 2986627"/>
                <a:gd name="connsiteX3" fmla="*/ 1850911 w 1876309"/>
                <a:gd name="connsiteY3" fmla="*/ 846022 h 2986627"/>
                <a:gd name="connsiteX4" fmla="*/ 1457209 w 1876309"/>
                <a:gd name="connsiteY4" fmla="*/ 1176223 h 2986627"/>
                <a:gd name="connsiteX5" fmla="*/ 1876309 w 1876309"/>
                <a:gd name="connsiteY5" fmla="*/ 1633424 h 2986627"/>
                <a:gd name="connsiteX6" fmla="*/ 1310044 w 1876309"/>
                <a:gd name="connsiteY6" fmla="*/ 1850763 h 2986627"/>
                <a:gd name="connsiteX7" fmla="*/ 1762010 w 1876309"/>
                <a:gd name="connsiteY7" fmla="*/ 2319224 h 2986627"/>
                <a:gd name="connsiteX8" fmla="*/ 1482610 w 1876309"/>
                <a:gd name="connsiteY8" fmla="*/ 2497024 h 2986627"/>
                <a:gd name="connsiteX9" fmla="*/ 1495310 w 1876309"/>
                <a:gd name="connsiteY9" fmla="*/ 2966923 h 2986627"/>
                <a:gd name="connsiteX10" fmla="*/ 565356 w 1876309"/>
                <a:gd name="connsiteY10" fmla="*/ 2514753 h 2986627"/>
                <a:gd name="connsiteX11" fmla="*/ 23868 w 1876309"/>
                <a:gd name="connsiteY11" fmla="*/ 1469763 h 2986627"/>
                <a:gd name="connsiteX0" fmla="*/ 680 w 1853121"/>
                <a:gd name="connsiteY0" fmla="*/ 1470811 h 2967971"/>
                <a:gd name="connsiteX1" fmla="*/ 1316868 w 1853121"/>
                <a:gd name="connsiteY1" fmla="*/ 19421 h 2967971"/>
                <a:gd name="connsiteX2" fmla="*/ 1535623 w 1853121"/>
                <a:gd name="connsiteY2" fmla="*/ 504170 h 2967971"/>
                <a:gd name="connsiteX3" fmla="*/ 1827723 w 1853121"/>
                <a:gd name="connsiteY3" fmla="*/ 847070 h 2967971"/>
                <a:gd name="connsiteX4" fmla="*/ 1434021 w 1853121"/>
                <a:gd name="connsiteY4" fmla="*/ 1177271 h 2967971"/>
                <a:gd name="connsiteX5" fmla="*/ 1853121 w 1853121"/>
                <a:gd name="connsiteY5" fmla="*/ 1634472 h 2967971"/>
                <a:gd name="connsiteX6" fmla="*/ 1286856 w 1853121"/>
                <a:gd name="connsiteY6" fmla="*/ 1851811 h 2967971"/>
                <a:gd name="connsiteX7" fmla="*/ 1738822 w 1853121"/>
                <a:gd name="connsiteY7" fmla="*/ 2320272 h 2967971"/>
                <a:gd name="connsiteX8" fmla="*/ 1459422 w 1853121"/>
                <a:gd name="connsiteY8" fmla="*/ 2498072 h 2967971"/>
                <a:gd name="connsiteX9" fmla="*/ 1472122 w 1853121"/>
                <a:gd name="connsiteY9" fmla="*/ 2967971 h 2967971"/>
                <a:gd name="connsiteX10" fmla="*/ 680 w 1853121"/>
                <a:gd name="connsiteY10" fmla="*/ 1470811 h 2967971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86856 w 1853121"/>
                <a:gd name="connsiteY6" fmla="*/ 1851811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67065"/>
                <a:gd name="connsiteY0" fmla="*/ 1470811 h 3018250"/>
                <a:gd name="connsiteX1" fmla="*/ 1316868 w 1867065"/>
                <a:gd name="connsiteY1" fmla="*/ 19421 h 3018250"/>
                <a:gd name="connsiteX2" fmla="*/ 1535623 w 1867065"/>
                <a:gd name="connsiteY2" fmla="*/ 504170 h 3018250"/>
                <a:gd name="connsiteX3" fmla="*/ 1827723 w 1867065"/>
                <a:gd name="connsiteY3" fmla="*/ 847070 h 3018250"/>
                <a:gd name="connsiteX4" fmla="*/ 1434021 w 1867065"/>
                <a:gd name="connsiteY4" fmla="*/ 1177271 h 3018250"/>
                <a:gd name="connsiteX5" fmla="*/ 1853121 w 1867065"/>
                <a:gd name="connsiteY5" fmla="*/ 1634472 h 3018250"/>
                <a:gd name="connsiteX6" fmla="*/ 1738822 w 1867065"/>
                <a:gd name="connsiteY6" fmla="*/ 2320272 h 3018250"/>
                <a:gd name="connsiteX7" fmla="*/ 1459422 w 1867065"/>
                <a:gd name="connsiteY7" fmla="*/ 2498072 h 3018250"/>
                <a:gd name="connsiteX8" fmla="*/ 1472122 w 1867065"/>
                <a:gd name="connsiteY8" fmla="*/ 2967971 h 3018250"/>
                <a:gd name="connsiteX9" fmla="*/ 680 w 1867065"/>
                <a:gd name="connsiteY9" fmla="*/ 1470811 h 3018250"/>
                <a:gd name="connsiteX0" fmla="*/ 680 w 1867065"/>
                <a:gd name="connsiteY0" fmla="*/ 1470811 h 3018250"/>
                <a:gd name="connsiteX1" fmla="*/ 1316868 w 1867065"/>
                <a:gd name="connsiteY1" fmla="*/ 19421 h 3018250"/>
                <a:gd name="connsiteX2" fmla="*/ 1535623 w 1867065"/>
                <a:gd name="connsiteY2" fmla="*/ 504170 h 3018250"/>
                <a:gd name="connsiteX3" fmla="*/ 1827723 w 1867065"/>
                <a:gd name="connsiteY3" fmla="*/ 847070 h 3018250"/>
                <a:gd name="connsiteX4" fmla="*/ 1434021 w 1867065"/>
                <a:gd name="connsiteY4" fmla="*/ 1177271 h 3018250"/>
                <a:gd name="connsiteX5" fmla="*/ 1853121 w 1867065"/>
                <a:gd name="connsiteY5" fmla="*/ 1634472 h 3018250"/>
                <a:gd name="connsiteX6" fmla="*/ 1738822 w 1867065"/>
                <a:gd name="connsiteY6" fmla="*/ 2320272 h 3018250"/>
                <a:gd name="connsiteX7" fmla="*/ 1116522 w 1867065"/>
                <a:gd name="connsiteY7" fmla="*/ 1705592 h 3018250"/>
                <a:gd name="connsiteX8" fmla="*/ 1472122 w 1867065"/>
                <a:gd name="connsiteY8" fmla="*/ 2967971 h 3018250"/>
                <a:gd name="connsiteX9" fmla="*/ 680 w 1867065"/>
                <a:gd name="connsiteY9" fmla="*/ 1470811 h 3018250"/>
                <a:gd name="connsiteX0" fmla="*/ 425 w 1866810"/>
                <a:gd name="connsiteY0" fmla="*/ 1452780 h 3000219"/>
                <a:gd name="connsiteX1" fmla="*/ 1316613 w 1866810"/>
                <a:gd name="connsiteY1" fmla="*/ 1390 h 3000219"/>
                <a:gd name="connsiteX2" fmla="*/ 1070548 w 1866810"/>
                <a:gd name="connsiteY2" fmla="*/ 1149079 h 3000219"/>
                <a:gd name="connsiteX3" fmla="*/ 1827468 w 1866810"/>
                <a:gd name="connsiteY3" fmla="*/ 829039 h 3000219"/>
                <a:gd name="connsiteX4" fmla="*/ 1433766 w 1866810"/>
                <a:gd name="connsiteY4" fmla="*/ 1159240 h 3000219"/>
                <a:gd name="connsiteX5" fmla="*/ 1852866 w 1866810"/>
                <a:gd name="connsiteY5" fmla="*/ 1616441 h 3000219"/>
                <a:gd name="connsiteX6" fmla="*/ 1738567 w 1866810"/>
                <a:gd name="connsiteY6" fmla="*/ 2302241 h 3000219"/>
                <a:gd name="connsiteX7" fmla="*/ 1116267 w 1866810"/>
                <a:gd name="connsiteY7" fmla="*/ 1687561 h 3000219"/>
                <a:gd name="connsiteX8" fmla="*/ 1471867 w 1866810"/>
                <a:gd name="connsiteY8" fmla="*/ 2949940 h 3000219"/>
                <a:gd name="connsiteX9" fmla="*/ 425 w 1866810"/>
                <a:gd name="connsiteY9" fmla="*/ 1452780 h 3000219"/>
                <a:gd name="connsiteX0" fmla="*/ 425 w 1897014"/>
                <a:gd name="connsiteY0" fmla="*/ 1452780 h 3000219"/>
                <a:gd name="connsiteX1" fmla="*/ 1316613 w 1897014"/>
                <a:gd name="connsiteY1" fmla="*/ 1390 h 3000219"/>
                <a:gd name="connsiteX2" fmla="*/ 1070548 w 1897014"/>
                <a:gd name="connsiteY2" fmla="*/ 1149079 h 3000219"/>
                <a:gd name="connsiteX3" fmla="*/ 1827468 w 1897014"/>
                <a:gd name="connsiteY3" fmla="*/ 829039 h 3000219"/>
                <a:gd name="connsiteX4" fmla="*/ 1852866 w 1897014"/>
                <a:gd name="connsiteY4" fmla="*/ 1616441 h 3000219"/>
                <a:gd name="connsiteX5" fmla="*/ 1738567 w 1897014"/>
                <a:gd name="connsiteY5" fmla="*/ 2302241 h 3000219"/>
                <a:gd name="connsiteX6" fmla="*/ 1116267 w 1897014"/>
                <a:gd name="connsiteY6" fmla="*/ 1687561 h 3000219"/>
                <a:gd name="connsiteX7" fmla="*/ 1471867 w 1897014"/>
                <a:gd name="connsiteY7" fmla="*/ 2949940 h 3000219"/>
                <a:gd name="connsiteX8" fmla="*/ 425 w 1897014"/>
                <a:gd name="connsiteY8" fmla="*/ 1452780 h 3000219"/>
                <a:gd name="connsiteX0" fmla="*/ 425 w 1880243"/>
                <a:gd name="connsiteY0" fmla="*/ 1452780 h 3000219"/>
                <a:gd name="connsiteX1" fmla="*/ 1316613 w 1880243"/>
                <a:gd name="connsiteY1" fmla="*/ 1390 h 3000219"/>
                <a:gd name="connsiteX2" fmla="*/ 1070548 w 1880243"/>
                <a:gd name="connsiteY2" fmla="*/ 1149079 h 3000219"/>
                <a:gd name="connsiteX3" fmla="*/ 1827468 w 1880243"/>
                <a:gd name="connsiteY3" fmla="*/ 829039 h 3000219"/>
                <a:gd name="connsiteX4" fmla="*/ 1738567 w 1880243"/>
                <a:gd name="connsiteY4" fmla="*/ 2302241 h 3000219"/>
                <a:gd name="connsiteX5" fmla="*/ 1116267 w 1880243"/>
                <a:gd name="connsiteY5" fmla="*/ 1687561 h 3000219"/>
                <a:gd name="connsiteX6" fmla="*/ 1471867 w 1880243"/>
                <a:gd name="connsiteY6" fmla="*/ 2949940 h 3000219"/>
                <a:gd name="connsiteX7" fmla="*/ 425 w 1880243"/>
                <a:gd name="connsiteY7" fmla="*/ 1452780 h 3000219"/>
                <a:gd name="connsiteX0" fmla="*/ 1 w 1879819"/>
                <a:gd name="connsiteY0" fmla="*/ 897456 h 2442217"/>
                <a:gd name="connsiteX1" fmla="*/ 1468589 w 1879819"/>
                <a:gd name="connsiteY1" fmla="*/ 2326 h 2442217"/>
                <a:gd name="connsiteX2" fmla="*/ 1070124 w 1879819"/>
                <a:gd name="connsiteY2" fmla="*/ 593755 h 2442217"/>
                <a:gd name="connsiteX3" fmla="*/ 1827044 w 1879819"/>
                <a:gd name="connsiteY3" fmla="*/ 273715 h 2442217"/>
                <a:gd name="connsiteX4" fmla="*/ 1738143 w 1879819"/>
                <a:gd name="connsiteY4" fmla="*/ 1746917 h 2442217"/>
                <a:gd name="connsiteX5" fmla="*/ 1115843 w 1879819"/>
                <a:gd name="connsiteY5" fmla="*/ 1132237 h 2442217"/>
                <a:gd name="connsiteX6" fmla="*/ 1471443 w 1879819"/>
                <a:gd name="connsiteY6" fmla="*/ 2394616 h 2442217"/>
                <a:gd name="connsiteX7" fmla="*/ 1 w 1879819"/>
                <a:gd name="connsiteY7" fmla="*/ 897456 h 2442217"/>
                <a:gd name="connsiteX0" fmla="*/ 1 w 1879819"/>
                <a:gd name="connsiteY0" fmla="*/ 979169 h 2523930"/>
                <a:gd name="connsiteX1" fmla="*/ 1468589 w 1879819"/>
                <a:gd name="connsiteY1" fmla="*/ 84039 h 2523930"/>
                <a:gd name="connsiteX2" fmla="*/ 1070124 w 1879819"/>
                <a:gd name="connsiteY2" fmla="*/ 675468 h 2523930"/>
                <a:gd name="connsiteX3" fmla="*/ 1827044 w 1879819"/>
                <a:gd name="connsiteY3" fmla="*/ 355428 h 2523930"/>
                <a:gd name="connsiteX4" fmla="*/ 1738143 w 1879819"/>
                <a:gd name="connsiteY4" fmla="*/ 1828630 h 2523930"/>
                <a:gd name="connsiteX5" fmla="*/ 1115843 w 1879819"/>
                <a:gd name="connsiteY5" fmla="*/ 1213950 h 2523930"/>
                <a:gd name="connsiteX6" fmla="*/ 1471443 w 1879819"/>
                <a:gd name="connsiteY6" fmla="*/ 2476329 h 2523930"/>
                <a:gd name="connsiteX7" fmla="*/ 1 w 1879819"/>
                <a:gd name="connsiteY7" fmla="*/ 979169 h 2523930"/>
                <a:gd name="connsiteX0" fmla="*/ 1 w 1885523"/>
                <a:gd name="connsiteY0" fmla="*/ 979169 h 2523930"/>
                <a:gd name="connsiteX1" fmla="*/ 1468589 w 1885523"/>
                <a:gd name="connsiteY1" fmla="*/ 84039 h 2523930"/>
                <a:gd name="connsiteX2" fmla="*/ 1070124 w 1885523"/>
                <a:gd name="connsiteY2" fmla="*/ 675468 h 2523930"/>
                <a:gd name="connsiteX3" fmla="*/ 1834664 w 1885523"/>
                <a:gd name="connsiteY3" fmla="*/ 782148 h 2523930"/>
                <a:gd name="connsiteX4" fmla="*/ 1738143 w 1885523"/>
                <a:gd name="connsiteY4" fmla="*/ 1828630 h 2523930"/>
                <a:gd name="connsiteX5" fmla="*/ 1115843 w 1885523"/>
                <a:gd name="connsiteY5" fmla="*/ 1213950 h 2523930"/>
                <a:gd name="connsiteX6" fmla="*/ 1471443 w 1885523"/>
                <a:gd name="connsiteY6" fmla="*/ 2476329 h 2523930"/>
                <a:gd name="connsiteX7" fmla="*/ 1 w 1885523"/>
                <a:gd name="connsiteY7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4 w 1845012"/>
                <a:gd name="connsiteY0" fmla="*/ 972372 h 1899510"/>
                <a:gd name="connsiteX1" fmla="*/ 1468592 w 1845012"/>
                <a:gd name="connsiteY1" fmla="*/ 77242 h 1899510"/>
                <a:gd name="connsiteX2" fmla="*/ 1070127 w 1845012"/>
                <a:gd name="connsiteY2" fmla="*/ 668671 h 1899510"/>
                <a:gd name="connsiteX3" fmla="*/ 1834667 w 1845012"/>
                <a:gd name="connsiteY3" fmla="*/ 775351 h 1899510"/>
                <a:gd name="connsiteX4" fmla="*/ 1115846 w 1845012"/>
                <a:gd name="connsiteY4" fmla="*/ 1207153 h 1899510"/>
                <a:gd name="connsiteX5" fmla="*/ 1486686 w 1845012"/>
                <a:gd name="connsiteY5" fmla="*/ 1829452 h 1899510"/>
                <a:gd name="connsiteX6" fmla="*/ 4 w 1845012"/>
                <a:gd name="connsiteY6" fmla="*/ 972372 h 1899510"/>
                <a:gd name="connsiteX0" fmla="*/ 24 w 1845032"/>
                <a:gd name="connsiteY0" fmla="*/ 972297 h 1892209"/>
                <a:gd name="connsiteX1" fmla="*/ 1468612 w 1845032"/>
                <a:gd name="connsiteY1" fmla="*/ 77167 h 1892209"/>
                <a:gd name="connsiteX2" fmla="*/ 1070147 w 1845032"/>
                <a:gd name="connsiteY2" fmla="*/ 668596 h 1892209"/>
                <a:gd name="connsiteX3" fmla="*/ 1834687 w 1845032"/>
                <a:gd name="connsiteY3" fmla="*/ 775276 h 1892209"/>
                <a:gd name="connsiteX4" fmla="*/ 1115866 w 1845032"/>
                <a:gd name="connsiteY4" fmla="*/ 1207078 h 1892209"/>
                <a:gd name="connsiteX5" fmla="*/ 1509566 w 1845032"/>
                <a:gd name="connsiteY5" fmla="*/ 1821757 h 1892209"/>
                <a:gd name="connsiteX6" fmla="*/ 24 w 1845032"/>
                <a:gd name="connsiteY6" fmla="*/ 972297 h 1892209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7542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52565"/>
                <a:gd name="connsiteY0" fmla="*/ 972446 h 1906814"/>
                <a:gd name="connsiteX1" fmla="*/ 1468612 w 1852565"/>
                <a:gd name="connsiteY1" fmla="*/ 77316 h 1906814"/>
                <a:gd name="connsiteX2" fmla="*/ 1070147 w 1852565"/>
                <a:gd name="connsiteY2" fmla="*/ 668745 h 1906814"/>
                <a:gd name="connsiteX3" fmla="*/ 1842307 w 1852565"/>
                <a:gd name="connsiteY3" fmla="*/ 798285 h 1906814"/>
                <a:gd name="connsiteX4" fmla="*/ 1115866 w 1852565"/>
                <a:gd name="connsiteY4" fmla="*/ 1207227 h 1906814"/>
                <a:gd name="connsiteX5" fmla="*/ 1509566 w 1852565"/>
                <a:gd name="connsiteY5" fmla="*/ 1837146 h 1906814"/>
                <a:gd name="connsiteX6" fmla="*/ 24 w 1852565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58638"/>
                <a:gd name="connsiteY0" fmla="*/ 972446 h 1906814"/>
                <a:gd name="connsiteX1" fmla="*/ 1468612 w 1858638"/>
                <a:gd name="connsiteY1" fmla="*/ 77316 h 1906814"/>
                <a:gd name="connsiteX2" fmla="*/ 1070147 w 1858638"/>
                <a:gd name="connsiteY2" fmla="*/ 668745 h 1906814"/>
                <a:gd name="connsiteX3" fmla="*/ 1858637 w 1858638"/>
                <a:gd name="connsiteY3" fmla="*/ 914360 h 1906814"/>
                <a:gd name="connsiteX4" fmla="*/ 1115866 w 1858638"/>
                <a:gd name="connsiteY4" fmla="*/ 1207227 h 1906814"/>
                <a:gd name="connsiteX5" fmla="*/ 1509566 w 1858638"/>
                <a:gd name="connsiteY5" fmla="*/ 1837146 h 1906814"/>
                <a:gd name="connsiteX6" fmla="*/ 24 w 1858638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7 w 1895757"/>
                <a:gd name="connsiteY0" fmla="*/ 897919 h 1832287"/>
                <a:gd name="connsiteX1" fmla="*/ 1468615 w 1895757"/>
                <a:gd name="connsiteY1" fmla="*/ 2789 h 1832287"/>
                <a:gd name="connsiteX2" fmla="*/ 1077798 w 1895757"/>
                <a:gd name="connsiteY2" fmla="*/ 607019 h 1832287"/>
                <a:gd name="connsiteX3" fmla="*/ 1895757 w 1895757"/>
                <a:gd name="connsiteY3" fmla="*/ 935394 h 1832287"/>
                <a:gd name="connsiteX4" fmla="*/ 1115869 w 1895757"/>
                <a:gd name="connsiteY4" fmla="*/ 1132700 h 1832287"/>
                <a:gd name="connsiteX5" fmla="*/ 1509569 w 1895757"/>
                <a:gd name="connsiteY5" fmla="*/ 1762619 h 1832287"/>
                <a:gd name="connsiteX6" fmla="*/ 27 w 1895757"/>
                <a:gd name="connsiteY6" fmla="*/ 897919 h 1832287"/>
                <a:gd name="connsiteX0" fmla="*/ 27 w 1895757"/>
                <a:gd name="connsiteY0" fmla="*/ 897726 h 1832094"/>
                <a:gd name="connsiteX1" fmla="*/ 1468615 w 1895757"/>
                <a:gd name="connsiteY1" fmla="*/ 2596 h 1832094"/>
                <a:gd name="connsiteX2" fmla="*/ 1077798 w 1895757"/>
                <a:gd name="connsiteY2" fmla="*/ 606826 h 1832094"/>
                <a:gd name="connsiteX3" fmla="*/ 1895757 w 1895757"/>
                <a:gd name="connsiteY3" fmla="*/ 935201 h 1832094"/>
                <a:gd name="connsiteX4" fmla="*/ 1115869 w 1895757"/>
                <a:gd name="connsiteY4" fmla="*/ 1132507 h 1832094"/>
                <a:gd name="connsiteX5" fmla="*/ 1509569 w 1895757"/>
                <a:gd name="connsiteY5" fmla="*/ 1762426 h 1832094"/>
                <a:gd name="connsiteX6" fmla="*/ 27 w 1895757"/>
                <a:gd name="connsiteY6" fmla="*/ 897726 h 1832094"/>
                <a:gd name="connsiteX0" fmla="*/ 30 w 1895760"/>
                <a:gd name="connsiteY0" fmla="*/ 1043304 h 1977672"/>
                <a:gd name="connsiteX1" fmla="*/ 1468618 w 1895760"/>
                <a:gd name="connsiteY1" fmla="*/ 148174 h 1977672"/>
                <a:gd name="connsiteX2" fmla="*/ 1077801 w 1895760"/>
                <a:gd name="connsiteY2" fmla="*/ 752404 h 1977672"/>
                <a:gd name="connsiteX3" fmla="*/ 1895760 w 1895760"/>
                <a:gd name="connsiteY3" fmla="*/ 1080779 h 1977672"/>
                <a:gd name="connsiteX4" fmla="*/ 1115872 w 1895760"/>
                <a:gd name="connsiteY4" fmla="*/ 1278085 h 1977672"/>
                <a:gd name="connsiteX5" fmla="*/ 1509572 w 1895760"/>
                <a:gd name="connsiteY5" fmla="*/ 1908004 h 1977672"/>
                <a:gd name="connsiteX6" fmla="*/ 30 w 1895760"/>
                <a:gd name="connsiteY6" fmla="*/ 1043304 h 1977672"/>
                <a:gd name="connsiteX0" fmla="*/ 30 w 1895760"/>
                <a:gd name="connsiteY0" fmla="*/ 1061276 h 1995644"/>
                <a:gd name="connsiteX1" fmla="*/ 1468618 w 1895760"/>
                <a:gd name="connsiteY1" fmla="*/ 166146 h 1995644"/>
                <a:gd name="connsiteX2" fmla="*/ 1077801 w 1895760"/>
                <a:gd name="connsiteY2" fmla="*/ 770376 h 1995644"/>
                <a:gd name="connsiteX3" fmla="*/ 1895760 w 1895760"/>
                <a:gd name="connsiteY3" fmla="*/ 1098751 h 1995644"/>
                <a:gd name="connsiteX4" fmla="*/ 1115872 w 1895760"/>
                <a:gd name="connsiteY4" fmla="*/ 1296057 h 1995644"/>
                <a:gd name="connsiteX5" fmla="*/ 1509572 w 1895760"/>
                <a:gd name="connsiteY5" fmla="*/ 1925976 h 1995644"/>
                <a:gd name="connsiteX6" fmla="*/ 30 w 1895760"/>
                <a:gd name="connsiteY6" fmla="*/ 1061276 h 1995644"/>
                <a:gd name="connsiteX0" fmla="*/ 30 w 1895760"/>
                <a:gd name="connsiteY0" fmla="*/ 1013974 h 1948342"/>
                <a:gd name="connsiteX1" fmla="*/ 1468618 w 1895760"/>
                <a:gd name="connsiteY1" fmla="*/ 118844 h 1948342"/>
                <a:gd name="connsiteX2" fmla="*/ 1077801 w 1895760"/>
                <a:gd name="connsiteY2" fmla="*/ 723074 h 1948342"/>
                <a:gd name="connsiteX3" fmla="*/ 1895760 w 1895760"/>
                <a:gd name="connsiteY3" fmla="*/ 1051449 h 1948342"/>
                <a:gd name="connsiteX4" fmla="*/ 1115872 w 1895760"/>
                <a:gd name="connsiteY4" fmla="*/ 1248755 h 1948342"/>
                <a:gd name="connsiteX5" fmla="*/ 1509572 w 1895760"/>
                <a:gd name="connsiteY5" fmla="*/ 1878674 h 1948342"/>
                <a:gd name="connsiteX6" fmla="*/ 30 w 1895760"/>
                <a:gd name="connsiteY6" fmla="*/ 1013974 h 1948342"/>
                <a:gd name="connsiteX0" fmla="*/ 30 w 1895760"/>
                <a:gd name="connsiteY0" fmla="*/ 1077889 h 2012257"/>
                <a:gd name="connsiteX1" fmla="*/ 1468618 w 1895760"/>
                <a:gd name="connsiteY1" fmla="*/ 182759 h 2012257"/>
                <a:gd name="connsiteX2" fmla="*/ 1077801 w 1895760"/>
                <a:gd name="connsiteY2" fmla="*/ 786989 h 2012257"/>
                <a:gd name="connsiteX3" fmla="*/ 1895760 w 1895760"/>
                <a:gd name="connsiteY3" fmla="*/ 1115364 h 2012257"/>
                <a:gd name="connsiteX4" fmla="*/ 1115872 w 1895760"/>
                <a:gd name="connsiteY4" fmla="*/ 1312670 h 2012257"/>
                <a:gd name="connsiteX5" fmla="*/ 1509572 w 1895760"/>
                <a:gd name="connsiteY5" fmla="*/ 1942589 h 2012257"/>
                <a:gd name="connsiteX6" fmla="*/ 30 w 1895760"/>
                <a:gd name="connsiteY6" fmla="*/ 1077889 h 2012257"/>
                <a:gd name="connsiteX0" fmla="*/ 138 w 1895868"/>
                <a:gd name="connsiteY0" fmla="*/ 1066944 h 2001197"/>
                <a:gd name="connsiteX1" fmla="*/ 1585852 w 1895868"/>
                <a:gd name="connsiteY1" fmla="*/ 183833 h 2001197"/>
                <a:gd name="connsiteX2" fmla="*/ 1077909 w 1895868"/>
                <a:gd name="connsiteY2" fmla="*/ 776044 h 2001197"/>
                <a:gd name="connsiteX3" fmla="*/ 1895868 w 1895868"/>
                <a:gd name="connsiteY3" fmla="*/ 1104419 h 2001197"/>
                <a:gd name="connsiteX4" fmla="*/ 1115980 w 1895868"/>
                <a:gd name="connsiteY4" fmla="*/ 1301725 h 2001197"/>
                <a:gd name="connsiteX5" fmla="*/ 1509680 w 1895868"/>
                <a:gd name="connsiteY5" fmla="*/ 1931644 h 2001197"/>
                <a:gd name="connsiteX6" fmla="*/ 138 w 1895868"/>
                <a:gd name="connsiteY6" fmla="*/ 1066944 h 2001197"/>
                <a:gd name="connsiteX0" fmla="*/ 68 w 1895798"/>
                <a:gd name="connsiteY0" fmla="*/ 1065359 h 1906967"/>
                <a:gd name="connsiteX1" fmla="*/ 1585782 w 1895798"/>
                <a:gd name="connsiteY1" fmla="*/ 182248 h 1906967"/>
                <a:gd name="connsiteX2" fmla="*/ 1077839 w 1895798"/>
                <a:gd name="connsiteY2" fmla="*/ 774459 h 1906967"/>
                <a:gd name="connsiteX3" fmla="*/ 1895798 w 1895798"/>
                <a:gd name="connsiteY3" fmla="*/ 1102834 h 1906967"/>
                <a:gd name="connsiteX4" fmla="*/ 1115910 w 1895798"/>
                <a:gd name="connsiteY4" fmla="*/ 1300140 h 1906967"/>
                <a:gd name="connsiteX5" fmla="*/ 1650942 w 1895798"/>
                <a:gd name="connsiteY5" fmla="*/ 1832060 h 1906967"/>
                <a:gd name="connsiteX6" fmla="*/ 68 w 1895798"/>
                <a:gd name="connsiteY6" fmla="*/ 1065359 h 1906967"/>
                <a:gd name="connsiteX0" fmla="*/ 68 w 1895798"/>
                <a:gd name="connsiteY0" fmla="*/ 1065359 h 1987384"/>
                <a:gd name="connsiteX1" fmla="*/ 1585782 w 1895798"/>
                <a:gd name="connsiteY1" fmla="*/ 182248 h 1987384"/>
                <a:gd name="connsiteX2" fmla="*/ 1077839 w 1895798"/>
                <a:gd name="connsiteY2" fmla="*/ 774459 h 1987384"/>
                <a:gd name="connsiteX3" fmla="*/ 1895798 w 1895798"/>
                <a:gd name="connsiteY3" fmla="*/ 1102834 h 1987384"/>
                <a:gd name="connsiteX4" fmla="*/ 1115910 w 1895798"/>
                <a:gd name="connsiteY4" fmla="*/ 1300140 h 1987384"/>
                <a:gd name="connsiteX5" fmla="*/ 1650942 w 1895798"/>
                <a:gd name="connsiteY5" fmla="*/ 1832060 h 1987384"/>
                <a:gd name="connsiteX6" fmla="*/ 68 w 1895798"/>
                <a:gd name="connsiteY6" fmla="*/ 1065359 h 1987384"/>
                <a:gd name="connsiteX0" fmla="*/ 68 w 1895798"/>
                <a:gd name="connsiteY0" fmla="*/ 1065359 h 2005643"/>
                <a:gd name="connsiteX1" fmla="*/ 1585782 w 1895798"/>
                <a:gd name="connsiteY1" fmla="*/ 182248 h 2005643"/>
                <a:gd name="connsiteX2" fmla="*/ 1077839 w 1895798"/>
                <a:gd name="connsiteY2" fmla="*/ 774459 h 2005643"/>
                <a:gd name="connsiteX3" fmla="*/ 1895798 w 1895798"/>
                <a:gd name="connsiteY3" fmla="*/ 1102834 h 2005643"/>
                <a:gd name="connsiteX4" fmla="*/ 1115910 w 1895798"/>
                <a:gd name="connsiteY4" fmla="*/ 1300140 h 2005643"/>
                <a:gd name="connsiteX5" fmla="*/ 1650942 w 1895798"/>
                <a:gd name="connsiteY5" fmla="*/ 1832060 h 2005643"/>
                <a:gd name="connsiteX6" fmla="*/ 68 w 1895798"/>
                <a:gd name="connsiteY6" fmla="*/ 1065359 h 20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5798" h="2005643">
                  <a:moveTo>
                    <a:pt x="68" y="1065359"/>
                  </a:moveTo>
                  <a:cubicBezTo>
                    <a:pt x="-10792" y="790390"/>
                    <a:pt x="1321523" y="-462789"/>
                    <a:pt x="1585782" y="182248"/>
                  </a:cubicBezTo>
                  <a:cubicBezTo>
                    <a:pt x="1850041" y="827285"/>
                    <a:pt x="1002365" y="768539"/>
                    <a:pt x="1077839" y="774459"/>
                  </a:cubicBezTo>
                  <a:cubicBezTo>
                    <a:pt x="1131232" y="914517"/>
                    <a:pt x="1745907" y="326431"/>
                    <a:pt x="1895798" y="1102834"/>
                  </a:cubicBezTo>
                  <a:cubicBezTo>
                    <a:pt x="1696671" y="1695067"/>
                    <a:pt x="1120387" y="1225011"/>
                    <a:pt x="1115910" y="1300140"/>
                  </a:cubicBezTo>
                  <a:cubicBezTo>
                    <a:pt x="1065191" y="1264893"/>
                    <a:pt x="1890601" y="1503138"/>
                    <a:pt x="1650942" y="1832060"/>
                  </a:cubicBezTo>
                  <a:cubicBezTo>
                    <a:pt x="1027836" y="2422301"/>
                    <a:pt x="10928" y="1340328"/>
                    <a:pt x="68" y="1065359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90000">
                  <a:srgbClr val="FFFF00"/>
                </a:gs>
              </a:gsLst>
              <a:lin ang="72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28C8967E-55BE-2B44-FF0A-390DC3092F0B}"/>
                </a:ext>
              </a:extLst>
            </p:cNvPr>
            <p:cNvSpPr/>
            <p:nvPr/>
          </p:nvSpPr>
          <p:spPr>
            <a:xfrm>
              <a:off x="2767714" y="3463987"/>
              <a:ext cx="1352264" cy="2816535"/>
            </a:xfrm>
            <a:custGeom>
              <a:avLst/>
              <a:gdLst>
                <a:gd name="connsiteX0" fmla="*/ 1068814 w 1352264"/>
                <a:gd name="connsiteY0" fmla="*/ 0 h 2816535"/>
                <a:gd name="connsiteX1" fmla="*/ 1091150 w 1352264"/>
                <a:gd name="connsiteY1" fmla="*/ 49913 h 2816535"/>
                <a:gd name="connsiteX2" fmla="*/ 1352264 w 1352264"/>
                <a:gd name="connsiteY2" fmla="*/ 1344584 h 2816535"/>
                <a:gd name="connsiteX3" fmla="*/ 1091323 w 1352264"/>
                <a:gd name="connsiteY3" fmla="*/ 2768680 h 2816535"/>
                <a:gd name="connsiteX4" fmla="*/ 1063040 w 1352264"/>
                <a:gd name="connsiteY4" fmla="*/ 2816535 h 2816535"/>
                <a:gd name="connsiteX5" fmla="*/ 1006946 w 1352264"/>
                <a:gd name="connsiteY5" fmla="*/ 2805568 h 2816535"/>
                <a:gd name="connsiteX6" fmla="*/ 449233 w 1352264"/>
                <a:gd name="connsiteY6" fmla="*/ 2571708 h 2816535"/>
                <a:gd name="connsiteX7" fmla="*/ 4734 w 1352264"/>
                <a:gd name="connsiteY7" fmla="*/ 1466806 h 2816535"/>
                <a:gd name="connsiteX8" fmla="*/ 501070 w 1352264"/>
                <a:gd name="connsiteY8" fmla="*/ 324432 h 2816535"/>
                <a:gd name="connsiteX9" fmla="*/ 1063059 w 1352264"/>
                <a:gd name="connsiteY9" fmla="*/ 1415 h 2816535"/>
                <a:gd name="connsiteX10" fmla="*/ 1068814 w 1352264"/>
                <a:gd name="connsiteY10" fmla="*/ 0 h 28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52264" h="2816535">
                  <a:moveTo>
                    <a:pt x="1068814" y="0"/>
                  </a:moveTo>
                  <a:lnTo>
                    <a:pt x="1091150" y="49913"/>
                  </a:lnTo>
                  <a:cubicBezTo>
                    <a:pt x="1221490" y="357645"/>
                    <a:pt x="1352264" y="821838"/>
                    <a:pt x="1352264" y="1344584"/>
                  </a:cubicBezTo>
                  <a:cubicBezTo>
                    <a:pt x="1352264" y="1983496"/>
                    <a:pt x="1243182" y="2485366"/>
                    <a:pt x="1091323" y="2768680"/>
                  </a:cubicBezTo>
                  <a:lnTo>
                    <a:pt x="1063040" y="2816535"/>
                  </a:lnTo>
                  <a:lnTo>
                    <a:pt x="1006946" y="2805568"/>
                  </a:lnTo>
                  <a:cubicBezTo>
                    <a:pt x="777426" y="2754343"/>
                    <a:pt x="578505" y="2676753"/>
                    <a:pt x="449233" y="2571708"/>
                  </a:cubicBezTo>
                  <a:cubicBezTo>
                    <a:pt x="60963" y="2349865"/>
                    <a:pt x="-3906" y="1841352"/>
                    <a:pt x="4734" y="1466806"/>
                  </a:cubicBezTo>
                  <a:cubicBezTo>
                    <a:pt x="-37427" y="863660"/>
                    <a:pt x="208051" y="692116"/>
                    <a:pt x="501070" y="324432"/>
                  </a:cubicBezTo>
                  <a:cubicBezTo>
                    <a:pt x="610952" y="186551"/>
                    <a:pt x="816841" y="76610"/>
                    <a:pt x="1063059" y="1415"/>
                  </a:cubicBezTo>
                  <a:lnTo>
                    <a:pt x="1068814" y="0"/>
                  </a:ln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90000">
                  <a:srgbClr val="FFFF00"/>
                </a:gs>
              </a:gsLst>
              <a:lin ang="7200000" scaled="0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5CE945A9-DC03-F032-4E31-FAD1DCAC5A41}"/>
                </a:ext>
              </a:extLst>
            </p:cNvPr>
            <p:cNvSpPr/>
            <p:nvPr/>
          </p:nvSpPr>
          <p:spPr>
            <a:xfrm>
              <a:off x="3100305" y="4156504"/>
              <a:ext cx="369673" cy="769966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7F8BDB08-BB97-974F-A1C2-378D1391F24F}"/>
                </a:ext>
              </a:extLst>
            </p:cNvPr>
            <p:cNvSpPr/>
            <p:nvPr/>
          </p:nvSpPr>
          <p:spPr>
            <a:xfrm>
              <a:off x="3104281" y="4364091"/>
              <a:ext cx="214811" cy="447415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EEEBDC5F-5E4A-B04B-3F3B-1B1100FBA2B4}"/>
                </a:ext>
              </a:extLst>
            </p:cNvPr>
            <p:cNvSpPr/>
            <p:nvPr/>
          </p:nvSpPr>
          <p:spPr>
            <a:xfrm>
              <a:off x="3123032" y="4543269"/>
              <a:ext cx="88654" cy="184651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EFADA3D-ADFB-BF9B-39F3-36E79971ABA7}"/>
              </a:ext>
            </a:extLst>
          </p:cNvPr>
          <p:cNvGrpSpPr/>
          <p:nvPr/>
        </p:nvGrpSpPr>
        <p:grpSpPr>
          <a:xfrm>
            <a:off x="3183085" y="1255967"/>
            <a:ext cx="8737365" cy="5363665"/>
            <a:chOff x="2595778" y="3283399"/>
            <a:chExt cx="5291341" cy="3248229"/>
          </a:xfrm>
          <a:solidFill>
            <a:schemeClr val="bg1"/>
          </a:solidFill>
        </p:grpSpPr>
        <p:sp>
          <p:nvSpPr>
            <p:cNvPr id="3" name="Oval 77">
              <a:extLst>
                <a:ext uri="{FF2B5EF4-FFF2-40B4-BE49-F238E27FC236}">
                  <a16:creationId xmlns:a16="http://schemas.microsoft.com/office/drawing/2014/main" id="{6B643E65-857B-5CB9-6D0E-CB8851B05E86}"/>
                </a:ext>
              </a:extLst>
            </p:cNvPr>
            <p:cNvSpPr/>
            <p:nvPr/>
          </p:nvSpPr>
          <p:spPr>
            <a:xfrm rot="4198079">
              <a:off x="4950112" y="5700951"/>
              <a:ext cx="704614" cy="956740"/>
            </a:xfrm>
            <a:custGeom>
              <a:avLst/>
              <a:gdLst>
                <a:gd name="connsiteX0" fmla="*/ 0 w 1133776"/>
                <a:gd name="connsiteY0" fmla="*/ 956090 h 1912179"/>
                <a:gd name="connsiteX1" fmla="*/ 566888 w 1133776"/>
                <a:gd name="connsiteY1" fmla="*/ 0 h 1912179"/>
                <a:gd name="connsiteX2" fmla="*/ 1133776 w 1133776"/>
                <a:gd name="connsiteY2" fmla="*/ 956090 h 1912179"/>
                <a:gd name="connsiteX3" fmla="*/ 566888 w 1133776"/>
                <a:gd name="connsiteY3" fmla="*/ 1912180 h 1912179"/>
                <a:gd name="connsiteX4" fmla="*/ 0 w 1133776"/>
                <a:gd name="connsiteY4" fmla="*/ 956090 h 1912179"/>
                <a:gd name="connsiteX0" fmla="*/ 27690 w 1502628"/>
                <a:gd name="connsiteY0" fmla="*/ 1476790 h 2432880"/>
                <a:gd name="connsiteX1" fmla="*/ 1407378 w 1502628"/>
                <a:gd name="connsiteY1" fmla="*/ 0 h 2432880"/>
                <a:gd name="connsiteX2" fmla="*/ 1161466 w 1502628"/>
                <a:gd name="connsiteY2" fmla="*/ 1476790 h 2432880"/>
                <a:gd name="connsiteX3" fmla="*/ 594578 w 1502628"/>
                <a:gd name="connsiteY3" fmla="*/ 2432880 h 2432880"/>
                <a:gd name="connsiteX4" fmla="*/ 27690 w 1502628"/>
                <a:gd name="connsiteY4" fmla="*/ 1476790 h 2432880"/>
                <a:gd name="connsiteX0" fmla="*/ 27690 w 1544141"/>
                <a:gd name="connsiteY0" fmla="*/ 1476914 h 2433004"/>
                <a:gd name="connsiteX1" fmla="*/ 1407378 w 1544141"/>
                <a:gd name="connsiteY1" fmla="*/ 124 h 2433004"/>
                <a:gd name="connsiteX2" fmla="*/ 1161466 w 1544141"/>
                <a:gd name="connsiteY2" fmla="*/ 1476914 h 2433004"/>
                <a:gd name="connsiteX3" fmla="*/ 594578 w 1544141"/>
                <a:gd name="connsiteY3" fmla="*/ 2433004 h 2433004"/>
                <a:gd name="connsiteX4" fmla="*/ 27690 w 1544141"/>
                <a:gd name="connsiteY4" fmla="*/ 1476914 h 2433004"/>
                <a:gd name="connsiteX0" fmla="*/ 297412 w 1813863"/>
                <a:gd name="connsiteY0" fmla="*/ 1522727 h 2733938"/>
                <a:gd name="connsiteX1" fmla="*/ 1677100 w 1813863"/>
                <a:gd name="connsiteY1" fmla="*/ 45937 h 2733938"/>
                <a:gd name="connsiteX2" fmla="*/ 1431188 w 1813863"/>
                <a:gd name="connsiteY2" fmla="*/ 1522727 h 2733938"/>
                <a:gd name="connsiteX3" fmla="*/ 864300 w 1813863"/>
                <a:gd name="connsiteY3" fmla="*/ 2478817 h 2733938"/>
                <a:gd name="connsiteX4" fmla="*/ 297412 w 1813863"/>
                <a:gd name="connsiteY4" fmla="*/ 1522727 h 2733938"/>
                <a:gd name="connsiteX0" fmla="*/ 270970 w 1765590"/>
                <a:gd name="connsiteY0" fmla="*/ 1486823 h 2725994"/>
                <a:gd name="connsiteX1" fmla="*/ 1714158 w 1765590"/>
                <a:gd name="connsiteY1" fmla="*/ 73533 h 2725994"/>
                <a:gd name="connsiteX2" fmla="*/ 1468246 w 1765590"/>
                <a:gd name="connsiteY2" fmla="*/ 1550323 h 2725994"/>
                <a:gd name="connsiteX3" fmla="*/ 901358 w 1765590"/>
                <a:gd name="connsiteY3" fmla="*/ 2506413 h 2725994"/>
                <a:gd name="connsiteX4" fmla="*/ 270970 w 1765590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2045439"/>
                <a:gd name="connsiteY0" fmla="*/ 1439877 h 2679048"/>
                <a:gd name="connsiteX1" fmla="*/ 1714158 w 2045439"/>
                <a:gd name="connsiteY1" fmla="*/ 26587 h 2679048"/>
                <a:gd name="connsiteX2" fmla="*/ 2034513 w 2045439"/>
                <a:gd name="connsiteY2" fmla="*/ 866936 h 2679048"/>
                <a:gd name="connsiteX3" fmla="*/ 1468246 w 2045439"/>
                <a:gd name="connsiteY3" fmla="*/ 1503377 h 2679048"/>
                <a:gd name="connsiteX4" fmla="*/ 901358 w 2045439"/>
                <a:gd name="connsiteY4" fmla="*/ 2459467 h 2679048"/>
                <a:gd name="connsiteX5" fmla="*/ 270970 w 2045439"/>
                <a:gd name="connsiteY5" fmla="*/ 1439877 h 2679048"/>
                <a:gd name="connsiteX0" fmla="*/ 270970 w 2051712"/>
                <a:gd name="connsiteY0" fmla="*/ 1446627 h 2685798"/>
                <a:gd name="connsiteX1" fmla="*/ 1714158 w 2051712"/>
                <a:gd name="connsiteY1" fmla="*/ 33337 h 2685798"/>
                <a:gd name="connsiteX2" fmla="*/ 1805913 w 2051712"/>
                <a:gd name="connsiteY2" fmla="*/ 479986 h 2685798"/>
                <a:gd name="connsiteX3" fmla="*/ 2034513 w 2051712"/>
                <a:gd name="connsiteY3" fmla="*/ 873686 h 2685798"/>
                <a:gd name="connsiteX4" fmla="*/ 1468246 w 2051712"/>
                <a:gd name="connsiteY4" fmla="*/ 1510127 h 2685798"/>
                <a:gd name="connsiteX5" fmla="*/ 901358 w 2051712"/>
                <a:gd name="connsiteY5" fmla="*/ 2466217 h 2685798"/>
                <a:gd name="connsiteX6" fmla="*/ 270970 w 2051712"/>
                <a:gd name="connsiteY6" fmla="*/ 1446627 h 2685798"/>
                <a:gd name="connsiteX0" fmla="*/ 15588 w 1796330"/>
                <a:gd name="connsiteY0" fmla="*/ 1482716 h 2502423"/>
                <a:gd name="connsiteX1" fmla="*/ 1331776 w 1796330"/>
                <a:gd name="connsiteY1" fmla="*/ 31326 h 2502423"/>
                <a:gd name="connsiteX2" fmla="*/ 1550531 w 1796330"/>
                <a:gd name="connsiteY2" fmla="*/ 516075 h 2502423"/>
                <a:gd name="connsiteX3" fmla="*/ 1779131 w 1796330"/>
                <a:gd name="connsiteY3" fmla="*/ 909775 h 2502423"/>
                <a:gd name="connsiteX4" fmla="*/ 1212864 w 1796330"/>
                <a:gd name="connsiteY4" fmla="*/ 1546216 h 2502423"/>
                <a:gd name="connsiteX5" fmla="*/ 645976 w 1796330"/>
                <a:gd name="connsiteY5" fmla="*/ 2502306 h 2502423"/>
                <a:gd name="connsiteX6" fmla="*/ 15588 w 1796330"/>
                <a:gd name="connsiteY6" fmla="*/ 1482716 h 2502423"/>
                <a:gd name="connsiteX0" fmla="*/ 15588 w 1796330"/>
                <a:gd name="connsiteY0" fmla="*/ 1461558 h 2481265"/>
                <a:gd name="connsiteX1" fmla="*/ 1331776 w 1796330"/>
                <a:gd name="connsiteY1" fmla="*/ 10168 h 2481265"/>
                <a:gd name="connsiteX2" fmla="*/ 1550531 w 1796330"/>
                <a:gd name="connsiteY2" fmla="*/ 494917 h 2481265"/>
                <a:gd name="connsiteX3" fmla="*/ 1779131 w 1796330"/>
                <a:gd name="connsiteY3" fmla="*/ 888617 h 2481265"/>
                <a:gd name="connsiteX4" fmla="*/ 1212864 w 1796330"/>
                <a:gd name="connsiteY4" fmla="*/ 1525058 h 2481265"/>
                <a:gd name="connsiteX5" fmla="*/ 645976 w 1796330"/>
                <a:gd name="connsiteY5" fmla="*/ 2481148 h 2481265"/>
                <a:gd name="connsiteX6" fmla="*/ 15588 w 1796330"/>
                <a:gd name="connsiteY6" fmla="*/ 1461558 h 2481265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857019"/>
                <a:gd name="connsiteY0" fmla="*/ 1469707 h 2489414"/>
                <a:gd name="connsiteX1" fmla="*/ 1331776 w 1857019"/>
                <a:gd name="connsiteY1" fmla="*/ 18317 h 2489414"/>
                <a:gd name="connsiteX2" fmla="*/ 1550531 w 1857019"/>
                <a:gd name="connsiteY2" fmla="*/ 503066 h 2489414"/>
                <a:gd name="connsiteX3" fmla="*/ 1842631 w 1857019"/>
                <a:gd name="connsiteY3" fmla="*/ 845966 h 2489414"/>
                <a:gd name="connsiteX4" fmla="*/ 1212864 w 1857019"/>
                <a:gd name="connsiteY4" fmla="*/ 1533207 h 2489414"/>
                <a:gd name="connsiteX5" fmla="*/ 645976 w 1857019"/>
                <a:gd name="connsiteY5" fmla="*/ 2489297 h 2489414"/>
                <a:gd name="connsiteX6" fmla="*/ 15588 w 1857019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70056"/>
                <a:gd name="connsiteY0" fmla="*/ 1469707 h 2489403"/>
                <a:gd name="connsiteX1" fmla="*/ 1331776 w 1870056"/>
                <a:gd name="connsiteY1" fmla="*/ 18317 h 2489403"/>
                <a:gd name="connsiteX2" fmla="*/ 1550531 w 1870056"/>
                <a:gd name="connsiteY2" fmla="*/ 503066 h 2489403"/>
                <a:gd name="connsiteX3" fmla="*/ 1842631 w 1870056"/>
                <a:gd name="connsiteY3" fmla="*/ 845966 h 2489403"/>
                <a:gd name="connsiteX4" fmla="*/ 1448929 w 1870056"/>
                <a:gd name="connsiteY4" fmla="*/ 1176167 h 2489403"/>
                <a:gd name="connsiteX5" fmla="*/ 1868029 w 1870056"/>
                <a:gd name="connsiteY5" fmla="*/ 1633368 h 2489403"/>
                <a:gd name="connsiteX6" fmla="*/ 1212864 w 1870056"/>
                <a:gd name="connsiteY6" fmla="*/ 1533207 h 2489403"/>
                <a:gd name="connsiteX7" fmla="*/ 645976 w 1870056"/>
                <a:gd name="connsiteY7" fmla="*/ 2489297 h 2489403"/>
                <a:gd name="connsiteX8" fmla="*/ 15588 w 1870056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6689 w 1869130"/>
                <a:gd name="connsiteY0" fmla="*/ 1469707 h 2574440"/>
                <a:gd name="connsiteX1" fmla="*/ 1332877 w 1869130"/>
                <a:gd name="connsiteY1" fmla="*/ 18317 h 2574440"/>
                <a:gd name="connsiteX2" fmla="*/ 1551632 w 1869130"/>
                <a:gd name="connsiteY2" fmla="*/ 503066 h 2574440"/>
                <a:gd name="connsiteX3" fmla="*/ 1843732 w 1869130"/>
                <a:gd name="connsiteY3" fmla="*/ 845966 h 2574440"/>
                <a:gd name="connsiteX4" fmla="*/ 1450030 w 1869130"/>
                <a:gd name="connsiteY4" fmla="*/ 1176167 h 2574440"/>
                <a:gd name="connsiteX5" fmla="*/ 1869130 w 1869130"/>
                <a:gd name="connsiteY5" fmla="*/ 1633368 h 2574440"/>
                <a:gd name="connsiteX6" fmla="*/ 1302865 w 1869130"/>
                <a:gd name="connsiteY6" fmla="*/ 1850707 h 2574440"/>
                <a:gd name="connsiteX7" fmla="*/ 1754831 w 1869130"/>
                <a:gd name="connsiteY7" fmla="*/ 2319168 h 2574440"/>
                <a:gd name="connsiteX8" fmla="*/ 1475431 w 1869130"/>
                <a:gd name="connsiteY8" fmla="*/ 2496968 h 2574440"/>
                <a:gd name="connsiteX9" fmla="*/ 647077 w 1869130"/>
                <a:gd name="connsiteY9" fmla="*/ 2489297 h 2574440"/>
                <a:gd name="connsiteX10" fmla="*/ 16689 w 1869130"/>
                <a:gd name="connsiteY10" fmla="*/ 1469707 h 2574440"/>
                <a:gd name="connsiteX0" fmla="*/ 16745 w 1869186"/>
                <a:gd name="connsiteY0" fmla="*/ 1469707 h 2966869"/>
                <a:gd name="connsiteX1" fmla="*/ 1332933 w 1869186"/>
                <a:gd name="connsiteY1" fmla="*/ 18317 h 2966869"/>
                <a:gd name="connsiteX2" fmla="*/ 1551688 w 1869186"/>
                <a:gd name="connsiteY2" fmla="*/ 503066 h 2966869"/>
                <a:gd name="connsiteX3" fmla="*/ 1843788 w 1869186"/>
                <a:gd name="connsiteY3" fmla="*/ 845966 h 2966869"/>
                <a:gd name="connsiteX4" fmla="*/ 1450086 w 1869186"/>
                <a:gd name="connsiteY4" fmla="*/ 1176167 h 2966869"/>
                <a:gd name="connsiteX5" fmla="*/ 1869186 w 1869186"/>
                <a:gd name="connsiteY5" fmla="*/ 1633368 h 2966869"/>
                <a:gd name="connsiteX6" fmla="*/ 1302921 w 1869186"/>
                <a:gd name="connsiteY6" fmla="*/ 1850707 h 2966869"/>
                <a:gd name="connsiteX7" fmla="*/ 1754887 w 1869186"/>
                <a:gd name="connsiteY7" fmla="*/ 2319168 h 2966869"/>
                <a:gd name="connsiteX8" fmla="*/ 1475487 w 1869186"/>
                <a:gd name="connsiteY8" fmla="*/ 2496968 h 2966869"/>
                <a:gd name="connsiteX9" fmla="*/ 1488187 w 1869186"/>
                <a:gd name="connsiteY9" fmla="*/ 2966867 h 2966869"/>
                <a:gd name="connsiteX10" fmla="*/ 647133 w 1869186"/>
                <a:gd name="connsiteY10" fmla="*/ 2489297 h 2966869"/>
                <a:gd name="connsiteX11" fmla="*/ 16745 w 1869186"/>
                <a:gd name="connsiteY11" fmla="*/ 1469707 h 2966869"/>
                <a:gd name="connsiteX0" fmla="*/ 16745 w 1869186"/>
                <a:gd name="connsiteY0" fmla="*/ 1469707 h 2966867"/>
                <a:gd name="connsiteX1" fmla="*/ 1332933 w 1869186"/>
                <a:gd name="connsiteY1" fmla="*/ 18317 h 2966867"/>
                <a:gd name="connsiteX2" fmla="*/ 1551688 w 1869186"/>
                <a:gd name="connsiteY2" fmla="*/ 503066 h 2966867"/>
                <a:gd name="connsiteX3" fmla="*/ 1843788 w 1869186"/>
                <a:gd name="connsiteY3" fmla="*/ 845966 h 2966867"/>
                <a:gd name="connsiteX4" fmla="*/ 1450086 w 1869186"/>
                <a:gd name="connsiteY4" fmla="*/ 1176167 h 2966867"/>
                <a:gd name="connsiteX5" fmla="*/ 1869186 w 1869186"/>
                <a:gd name="connsiteY5" fmla="*/ 1633368 h 2966867"/>
                <a:gd name="connsiteX6" fmla="*/ 1302921 w 1869186"/>
                <a:gd name="connsiteY6" fmla="*/ 1850707 h 2966867"/>
                <a:gd name="connsiteX7" fmla="*/ 1754887 w 1869186"/>
                <a:gd name="connsiteY7" fmla="*/ 2319168 h 2966867"/>
                <a:gd name="connsiteX8" fmla="*/ 1475487 w 1869186"/>
                <a:gd name="connsiteY8" fmla="*/ 2496968 h 2966867"/>
                <a:gd name="connsiteX9" fmla="*/ 1488187 w 1869186"/>
                <a:gd name="connsiteY9" fmla="*/ 2966867 h 2966867"/>
                <a:gd name="connsiteX10" fmla="*/ 647133 w 1869186"/>
                <a:gd name="connsiteY10" fmla="*/ 2489297 h 2966867"/>
                <a:gd name="connsiteX11" fmla="*/ 16745 w 1869186"/>
                <a:gd name="connsiteY11" fmla="*/ 1469707 h 2966867"/>
                <a:gd name="connsiteX0" fmla="*/ 16745 w 1869186"/>
                <a:gd name="connsiteY0" fmla="*/ 1469707 h 2985386"/>
                <a:gd name="connsiteX1" fmla="*/ 1332933 w 1869186"/>
                <a:gd name="connsiteY1" fmla="*/ 18317 h 2985386"/>
                <a:gd name="connsiteX2" fmla="*/ 1551688 w 1869186"/>
                <a:gd name="connsiteY2" fmla="*/ 503066 h 2985386"/>
                <a:gd name="connsiteX3" fmla="*/ 1843788 w 1869186"/>
                <a:gd name="connsiteY3" fmla="*/ 845966 h 2985386"/>
                <a:gd name="connsiteX4" fmla="*/ 1450086 w 1869186"/>
                <a:gd name="connsiteY4" fmla="*/ 1176167 h 2985386"/>
                <a:gd name="connsiteX5" fmla="*/ 1869186 w 1869186"/>
                <a:gd name="connsiteY5" fmla="*/ 1633368 h 2985386"/>
                <a:gd name="connsiteX6" fmla="*/ 1302921 w 1869186"/>
                <a:gd name="connsiteY6" fmla="*/ 1850707 h 2985386"/>
                <a:gd name="connsiteX7" fmla="*/ 1754887 w 1869186"/>
                <a:gd name="connsiteY7" fmla="*/ 2319168 h 2985386"/>
                <a:gd name="connsiteX8" fmla="*/ 1475487 w 1869186"/>
                <a:gd name="connsiteY8" fmla="*/ 2496968 h 2985386"/>
                <a:gd name="connsiteX9" fmla="*/ 1488187 w 1869186"/>
                <a:gd name="connsiteY9" fmla="*/ 2966867 h 2985386"/>
                <a:gd name="connsiteX10" fmla="*/ 647133 w 1869186"/>
                <a:gd name="connsiteY10" fmla="*/ 2489297 h 2985386"/>
                <a:gd name="connsiteX11" fmla="*/ 16745 w 1869186"/>
                <a:gd name="connsiteY11" fmla="*/ 1469707 h 2985386"/>
                <a:gd name="connsiteX0" fmla="*/ 23868 w 1876309"/>
                <a:gd name="connsiteY0" fmla="*/ 1469763 h 2986627"/>
                <a:gd name="connsiteX1" fmla="*/ 1340056 w 1876309"/>
                <a:gd name="connsiteY1" fmla="*/ 18373 h 2986627"/>
                <a:gd name="connsiteX2" fmla="*/ 1558811 w 1876309"/>
                <a:gd name="connsiteY2" fmla="*/ 503122 h 2986627"/>
                <a:gd name="connsiteX3" fmla="*/ 1850911 w 1876309"/>
                <a:gd name="connsiteY3" fmla="*/ 846022 h 2986627"/>
                <a:gd name="connsiteX4" fmla="*/ 1457209 w 1876309"/>
                <a:gd name="connsiteY4" fmla="*/ 1176223 h 2986627"/>
                <a:gd name="connsiteX5" fmla="*/ 1876309 w 1876309"/>
                <a:gd name="connsiteY5" fmla="*/ 1633424 h 2986627"/>
                <a:gd name="connsiteX6" fmla="*/ 1310044 w 1876309"/>
                <a:gd name="connsiteY6" fmla="*/ 1850763 h 2986627"/>
                <a:gd name="connsiteX7" fmla="*/ 1762010 w 1876309"/>
                <a:gd name="connsiteY7" fmla="*/ 2319224 h 2986627"/>
                <a:gd name="connsiteX8" fmla="*/ 1482610 w 1876309"/>
                <a:gd name="connsiteY8" fmla="*/ 2497024 h 2986627"/>
                <a:gd name="connsiteX9" fmla="*/ 1495310 w 1876309"/>
                <a:gd name="connsiteY9" fmla="*/ 2966923 h 2986627"/>
                <a:gd name="connsiteX10" fmla="*/ 565356 w 1876309"/>
                <a:gd name="connsiteY10" fmla="*/ 2514753 h 2986627"/>
                <a:gd name="connsiteX11" fmla="*/ 23868 w 1876309"/>
                <a:gd name="connsiteY11" fmla="*/ 1469763 h 2986627"/>
                <a:gd name="connsiteX0" fmla="*/ 680 w 1853121"/>
                <a:gd name="connsiteY0" fmla="*/ 1470811 h 2967971"/>
                <a:gd name="connsiteX1" fmla="*/ 1316868 w 1853121"/>
                <a:gd name="connsiteY1" fmla="*/ 19421 h 2967971"/>
                <a:gd name="connsiteX2" fmla="*/ 1535623 w 1853121"/>
                <a:gd name="connsiteY2" fmla="*/ 504170 h 2967971"/>
                <a:gd name="connsiteX3" fmla="*/ 1827723 w 1853121"/>
                <a:gd name="connsiteY3" fmla="*/ 847070 h 2967971"/>
                <a:gd name="connsiteX4" fmla="*/ 1434021 w 1853121"/>
                <a:gd name="connsiteY4" fmla="*/ 1177271 h 2967971"/>
                <a:gd name="connsiteX5" fmla="*/ 1853121 w 1853121"/>
                <a:gd name="connsiteY5" fmla="*/ 1634472 h 2967971"/>
                <a:gd name="connsiteX6" fmla="*/ 1286856 w 1853121"/>
                <a:gd name="connsiteY6" fmla="*/ 1851811 h 2967971"/>
                <a:gd name="connsiteX7" fmla="*/ 1738822 w 1853121"/>
                <a:gd name="connsiteY7" fmla="*/ 2320272 h 2967971"/>
                <a:gd name="connsiteX8" fmla="*/ 1459422 w 1853121"/>
                <a:gd name="connsiteY8" fmla="*/ 2498072 h 2967971"/>
                <a:gd name="connsiteX9" fmla="*/ 1472122 w 1853121"/>
                <a:gd name="connsiteY9" fmla="*/ 2967971 h 2967971"/>
                <a:gd name="connsiteX10" fmla="*/ 680 w 1853121"/>
                <a:gd name="connsiteY10" fmla="*/ 1470811 h 2967971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86856 w 1853121"/>
                <a:gd name="connsiteY6" fmla="*/ 1851811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67065"/>
                <a:gd name="connsiteY0" fmla="*/ 1470811 h 3018250"/>
                <a:gd name="connsiteX1" fmla="*/ 1316868 w 1867065"/>
                <a:gd name="connsiteY1" fmla="*/ 19421 h 3018250"/>
                <a:gd name="connsiteX2" fmla="*/ 1535623 w 1867065"/>
                <a:gd name="connsiteY2" fmla="*/ 504170 h 3018250"/>
                <a:gd name="connsiteX3" fmla="*/ 1827723 w 1867065"/>
                <a:gd name="connsiteY3" fmla="*/ 847070 h 3018250"/>
                <a:gd name="connsiteX4" fmla="*/ 1434021 w 1867065"/>
                <a:gd name="connsiteY4" fmla="*/ 1177271 h 3018250"/>
                <a:gd name="connsiteX5" fmla="*/ 1853121 w 1867065"/>
                <a:gd name="connsiteY5" fmla="*/ 1634472 h 3018250"/>
                <a:gd name="connsiteX6" fmla="*/ 1738822 w 1867065"/>
                <a:gd name="connsiteY6" fmla="*/ 2320272 h 3018250"/>
                <a:gd name="connsiteX7" fmla="*/ 1459422 w 1867065"/>
                <a:gd name="connsiteY7" fmla="*/ 2498072 h 3018250"/>
                <a:gd name="connsiteX8" fmla="*/ 1472122 w 1867065"/>
                <a:gd name="connsiteY8" fmla="*/ 2967971 h 3018250"/>
                <a:gd name="connsiteX9" fmla="*/ 680 w 1867065"/>
                <a:gd name="connsiteY9" fmla="*/ 1470811 h 3018250"/>
                <a:gd name="connsiteX0" fmla="*/ 680 w 1867065"/>
                <a:gd name="connsiteY0" fmla="*/ 1470811 h 3018250"/>
                <a:gd name="connsiteX1" fmla="*/ 1316868 w 1867065"/>
                <a:gd name="connsiteY1" fmla="*/ 19421 h 3018250"/>
                <a:gd name="connsiteX2" fmla="*/ 1535623 w 1867065"/>
                <a:gd name="connsiteY2" fmla="*/ 504170 h 3018250"/>
                <a:gd name="connsiteX3" fmla="*/ 1827723 w 1867065"/>
                <a:gd name="connsiteY3" fmla="*/ 847070 h 3018250"/>
                <a:gd name="connsiteX4" fmla="*/ 1434021 w 1867065"/>
                <a:gd name="connsiteY4" fmla="*/ 1177271 h 3018250"/>
                <a:gd name="connsiteX5" fmla="*/ 1853121 w 1867065"/>
                <a:gd name="connsiteY5" fmla="*/ 1634472 h 3018250"/>
                <a:gd name="connsiteX6" fmla="*/ 1738822 w 1867065"/>
                <a:gd name="connsiteY6" fmla="*/ 2320272 h 3018250"/>
                <a:gd name="connsiteX7" fmla="*/ 1116522 w 1867065"/>
                <a:gd name="connsiteY7" fmla="*/ 1705592 h 3018250"/>
                <a:gd name="connsiteX8" fmla="*/ 1472122 w 1867065"/>
                <a:gd name="connsiteY8" fmla="*/ 2967971 h 3018250"/>
                <a:gd name="connsiteX9" fmla="*/ 680 w 1867065"/>
                <a:gd name="connsiteY9" fmla="*/ 1470811 h 3018250"/>
                <a:gd name="connsiteX0" fmla="*/ 425 w 1866810"/>
                <a:gd name="connsiteY0" fmla="*/ 1452780 h 3000219"/>
                <a:gd name="connsiteX1" fmla="*/ 1316613 w 1866810"/>
                <a:gd name="connsiteY1" fmla="*/ 1390 h 3000219"/>
                <a:gd name="connsiteX2" fmla="*/ 1070548 w 1866810"/>
                <a:gd name="connsiteY2" fmla="*/ 1149079 h 3000219"/>
                <a:gd name="connsiteX3" fmla="*/ 1827468 w 1866810"/>
                <a:gd name="connsiteY3" fmla="*/ 829039 h 3000219"/>
                <a:gd name="connsiteX4" fmla="*/ 1433766 w 1866810"/>
                <a:gd name="connsiteY4" fmla="*/ 1159240 h 3000219"/>
                <a:gd name="connsiteX5" fmla="*/ 1852866 w 1866810"/>
                <a:gd name="connsiteY5" fmla="*/ 1616441 h 3000219"/>
                <a:gd name="connsiteX6" fmla="*/ 1738567 w 1866810"/>
                <a:gd name="connsiteY6" fmla="*/ 2302241 h 3000219"/>
                <a:gd name="connsiteX7" fmla="*/ 1116267 w 1866810"/>
                <a:gd name="connsiteY7" fmla="*/ 1687561 h 3000219"/>
                <a:gd name="connsiteX8" fmla="*/ 1471867 w 1866810"/>
                <a:gd name="connsiteY8" fmla="*/ 2949940 h 3000219"/>
                <a:gd name="connsiteX9" fmla="*/ 425 w 1866810"/>
                <a:gd name="connsiteY9" fmla="*/ 1452780 h 3000219"/>
                <a:gd name="connsiteX0" fmla="*/ 425 w 1897014"/>
                <a:gd name="connsiteY0" fmla="*/ 1452780 h 3000219"/>
                <a:gd name="connsiteX1" fmla="*/ 1316613 w 1897014"/>
                <a:gd name="connsiteY1" fmla="*/ 1390 h 3000219"/>
                <a:gd name="connsiteX2" fmla="*/ 1070548 w 1897014"/>
                <a:gd name="connsiteY2" fmla="*/ 1149079 h 3000219"/>
                <a:gd name="connsiteX3" fmla="*/ 1827468 w 1897014"/>
                <a:gd name="connsiteY3" fmla="*/ 829039 h 3000219"/>
                <a:gd name="connsiteX4" fmla="*/ 1852866 w 1897014"/>
                <a:gd name="connsiteY4" fmla="*/ 1616441 h 3000219"/>
                <a:gd name="connsiteX5" fmla="*/ 1738567 w 1897014"/>
                <a:gd name="connsiteY5" fmla="*/ 2302241 h 3000219"/>
                <a:gd name="connsiteX6" fmla="*/ 1116267 w 1897014"/>
                <a:gd name="connsiteY6" fmla="*/ 1687561 h 3000219"/>
                <a:gd name="connsiteX7" fmla="*/ 1471867 w 1897014"/>
                <a:gd name="connsiteY7" fmla="*/ 2949940 h 3000219"/>
                <a:gd name="connsiteX8" fmla="*/ 425 w 1897014"/>
                <a:gd name="connsiteY8" fmla="*/ 1452780 h 3000219"/>
                <a:gd name="connsiteX0" fmla="*/ 425 w 1880243"/>
                <a:gd name="connsiteY0" fmla="*/ 1452780 h 3000219"/>
                <a:gd name="connsiteX1" fmla="*/ 1316613 w 1880243"/>
                <a:gd name="connsiteY1" fmla="*/ 1390 h 3000219"/>
                <a:gd name="connsiteX2" fmla="*/ 1070548 w 1880243"/>
                <a:gd name="connsiteY2" fmla="*/ 1149079 h 3000219"/>
                <a:gd name="connsiteX3" fmla="*/ 1827468 w 1880243"/>
                <a:gd name="connsiteY3" fmla="*/ 829039 h 3000219"/>
                <a:gd name="connsiteX4" fmla="*/ 1738567 w 1880243"/>
                <a:gd name="connsiteY4" fmla="*/ 2302241 h 3000219"/>
                <a:gd name="connsiteX5" fmla="*/ 1116267 w 1880243"/>
                <a:gd name="connsiteY5" fmla="*/ 1687561 h 3000219"/>
                <a:gd name="connsiteX6" fmla="*/ 1471867 w 1880243"/>
                <a:gd name="connsiteY6" fmla="*/ 2949940 h 3000219"/>
                <a:gd name="connsiteX7" fmla="*/ 425 w 1880243"/>
                <a:gd name="connsiteY7" fmla="*/ 1452780 h 3000219"/>
                <a:gd name="connsiteX0" fmla="*/ 1 w 1879819"/>
                <a:gd name="connsiteY0" fmla="*/ 897456 h 2442217"/>
                <a:gd name="connsiteX1" fmla="*/ 1468589 w 1879819"/>
                <a:gd name="connsiteY1" fmla="*/ 2326 h 2442217"/>
                <a:gd name="connsiteX2" fmla="*/ 1070124 w 1879819"/>
                <a:gd name="connsiteY2" fmla="*/ 593755 h 2442217"/>
                <a:gd name="connsiteX3" fmla="*/ 1827044 w 1879819"/>
                <a:gd name="connsiteY3" fmla="*/ 273715 h 2442217"/>
                <a:gd name="connsiteX4" fmla="*/ 1738143 w 1879819"/>
                <a:gd name="connsiteY4" fmla="*/ 1746917 h 2442217"/>
                <a:gd name="connsiteX5" fmla="*/ 1115843 w 1879819"/>
                <a:gd name="connsiteY5" fmla="*/ 1132237 h 2442217"/>
                <a:gd name="connsiteX6" fmla="*/ 1471443 w 1879819"/>
                <a:gd name="connsiteY6" fmla="*/ 2394616 h 2442217"/>
                <a:gd name="connsiteX7" fmla="*/ 1 w 1879819"/>
                <a:gd name="connsiteY7" fmla="*/ 897456 h 2442217"/>
                <a:gd name="connsiteX0" fmla="*/ 1 w 1879819"/>
                <a:gd name="connsiteY0" fmla="*/ 979169 h 2523930"/>
                <a:gd name="connsiteX1" fmla="*/ 1468589 w 1879819"/>
                <a:gd name="connsiteY1" fmla="*/ 84039 h 2523930"/>
                <a:gd name="connsiteX2" fmla="*/ 1070124 w 1879819"/>
                <a:gd name="connsiteY2" fmla="*/ 675468 h 2523930"/>
                <a:gd name="connsiteX3" fmla="*/ 1827044 w 1879819"/>
                <a:gd name="connsiteY3" fmla="*/ 355428 h 2523930"/>
                <a:gd name="connsiteX4" fmla="*/ 1738143 w 1879819"/>
                <a:gd name="connsiteY4" fmla="*/ 1828630 h 2523930"/>
                <a:gd name="connsiteX5" fmla="*/ 1115843 w 1879819"/>
                <a:gd name="connsiteY5" fmla="*/ 1213950 h 2523930"/>
                <a:gd name="connsiteX6" fmla="*/ 1471443 w 1879819"/>
                <a:gd name="connsiteY6" fmla="*/ 2476329 h 2523930"/>
                <a:gd name="connsiteX7" fmla="*/ 1 w 1879819"/>
                <a:gd name="connsiteY7" fmla="*/ 979169 h 2523930"/>
                <a:gd name="connsiteX0" fmla="*/ 1 w 1885523"/>
                <a:gd name="connsiteY0" fmla="*/ 979169 h 2523930"/>
                <a:gd name="connsiteX1" fmla="*/ 1468589 w 1885523"/>
                <a:gd name="connsiteY1" fmla="*/ 84039 h 2523930"/>
                <a:gd name="connsiteX2" fmla="*/ 1070124 w 1885523"/>
                <a:gd name="connsiteY2" fmla="*/ 675468 h 2523930"/>
                <a:gd name="connsiteX3" fmla="*/ 1834664 w 1885523"/>
                <a:gd name="connsiteY3" fmla="*/ 782148 h 2523930"/>
                <a:gd name="connsiteX4" fmla="*/ 1738143 w 1885523"/>
                <a:gd name="connsiteY4" fmla="*/ 1828630 h 2523930"/>
                <a:gd name="connsiteX5" fmla="*/ 1115843 w 1885523"/>
                <a:gd name="connsiteY5" fmla="*/ 1213950 h 2523930"/>
                <a:gd name="connsiteX6" fmla="*/ 1471443 w 1885523"/>
                <a:gd name="connsiteY6" fmla="*/ 2476329 h 2523930"/>
                <a:gd name="connsiteX7" fmla="*/ 1 w 1885523"/>
                <a:gd name="connsiteY7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4 w 1845012"/>
                <a:gd name="connsiteY0" fmla="*/ 972372 h 1899510"/>
                <a:gd name="connsiteX1" fmla="*/ 1468592 w 1845012"/>
                <a:gd name="connsiteY1" fmla="*/ 77242 h 1899510"/>
                <a:gd name="connsiteX2" fmla="*/ 1070127 w 1845012"/>
                <a:gd name="connsiteY2" fmla="*/ 668671 h 1899510"/>
                <a:gd name="connsiteX3" fmla="*/ 1834667 w 1845012"/>
                <a:gd name="connsiteY3" fmla="*/ 775351 h 1899510"/>
                <a:gd name="connsiteX4" fmla="*/ 1115846 w 1845012"/>
                <a:gd name="connsiteY4" fmla="*/ 1207153 h 1899510"/>
                <a:gd name="connsiteX5" fmla="*/ 1486686 w 1845012"/>
                <a:gd name="connsiteY5" fmla="*/ 1829452 h 1899510"/>
                <a:gd name="connsiteX6" fmla="*/ 4 w 1845012"/>
                <a:gd name="connsiteY6" fmla="*/ 972372 h 1899510"/>
                <a:gd name="connsiteX0" fmla="*/ 24 w 1845032"/>
                <a:gd name="connsiteY0" fmla="*/ 972297 h 1892209"/>
                <a:gd name="connsiteX1" fmla="*/ 1468612 w 1845032"/>
                <a:gd name="connsiteY1" fmla="*/ 77167 h 1892209"/>
                <a:gd name="connsiteX2" fmla="*/ 1070147 w 1845032"/>
                <a:gd name="connsiteY2" fmla="*/ 668596 h 1892209"/>
                <a:gd name="connsiteX3" fmla="*/ 1834687 w 1845032"/>
                <a:gd name="connsiteY3" fmla="*/ 775276 h 1892209"/>
                <a:gd name="connsiteX4" fmla="*/ 1115866 w 1845032"/>
                <a:gd name="connsiteY4" fmla="*/ 1207078 h 1892209"/>
                <a:gd name="connsiteX5" fmla="*/ 1509566 w 1845032"/>
                <a:gd name="connsiteY5" fmla="*/ 1821757 h 1892209"/>
                <a:gd name="connsiteX6" fmla="*/ 24 w 1845032"/>
                <a:gd name="connsiteY6" fmla="*/ 972297 h 1892209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7542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52565"/>
                <a:gd name="connsiteY0" fmla="*/ 972446 h 1906814"/>
                <a:gd name="connsiteX1" fmla="*/ 1468612 w 1852565"/>
                <a:gd name="connsiteY1" fmla="*/ 77316 h 1906814"/>
                <a:gd name="connsiteX2" fmla="*/ 1070147 w 1852565"/>
                <a:gd name="connsiteY2" fmla="*/ 668745 h 1906814"/>
                <a:gd name="connsiteX3" fmla="*/ 1842307 w 1852565"/>
                <a:gd name="connsiteY3" fmla="*/ 798285 h 1906814"/>
                <a:gd name="connsiteX4" fmla="*/ 1115866 w 1852565"/>
                <a:gd name="connsiteY4" fmla="*/ 1207227 h 1906814"/>
                <a:gd name="connsiteX5" fmla="*/ 1509566 w 1852565"/>
                <a:gd name="connsiteY5" fmla="*/ 1837146 h 1906814"/>
                <a:gd name="connsiteX6" fmla="*/ 24 w 1852565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58638"/>
                <a:gd name="connsiteY0" fmla="*/ 972446 h 1906814"/>
                <a:gd name="connsiteX1" fmla="*/ 1468612 w 1858638"/>
                <a:gd name="connsiteY1" fmla="*/ 77316 h 1906814"/>
                <a:gd name="connsiteX2" fmla="*/ 1070147 w 1858638"/>
                <a:gd name="connsiteY2" fmla="*/ 668745 h 1906814"/>
                <a:gd name="connsiteX3" fmla="*/ 1858637 w 1858638"/>
                <a:gd name="connsiteY3" fmla="*/ 914360 h 1906814"/>
                <a:gd name="connsiteX4" fmla="*/ 1115866 w 1858638"/>
                <a:gd name="connsiteY4" fmla="*/ 1207227 h 1906814"/>
                <a:gd name="connsiteX5" fmla="*/ 1509566 w 1858638"/>
                <a:gd name="connsiteY5" fmla="*/ 1837146 h 1906814"/>
                <a:gd name="connsiteX6" fmla="*/ 24 w 1858638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7 w 1895757"/>
                <a:gd name="connsiteY0" fmla="*/ 897919 h 1832287"/>
                <a:gd name="connsiteX1" fmla="*/ 1468615 w 1895757"/>
                <a:gd name="connsiteY1" fmla="*/ 2789 h 1832287"/>
                <a:gd name="connsiteX2" fmla="*/ 1077798 w 1895757"/>
                <a:gd name="connsiteY2" fmla="*/ 607019 h 1832287"/>
                <a:gd name="connsiteX3" fmla="*/ 1895757 w 1895757"/>
                <a:gd name="connsiteY3" fmla="*/ 935394 h 1832287"/>
                <a:gd name="connsiteX4" fmla="*/ 1115869 w 1895757"/>
                <a:gd name="connsiteY4" fmla="*/ 1132700 h 1832287"/>
                <a:gd name="connsiteX5" fmla="*/ 1509569 w 1895757"/>
                <a:gd name="connsiteY5" fmla="*/ 1762619 h 1832287"/>
                <a:gd name="connsiteX6" fmla="*/ 27 w 1895757"/>
                <a:gd name="connsiteY6" fmla="*/ 897919 h 1832287"/>
                <a:gd name="connsiteX0" fmla="*/ 27 w 1895757"/>
                <a:gd name="connsiteY0" fmla="*/ 897726 h 1832094"/>
                <a:gd name="connsiteX1" fmla="*/ 1468615 w 1895757"/>
                <a:gd name="connsiteY1" fmla="*/ 2596 h 1832094"/>
                <a:gd name="connsiteX2" fmla="*/ 1077798 w 1895757"/>
                <a:gd name="connsiteY2" fmla="*/ 606826 h 1832094"/>
                <a:gd name="connsiteX3" fmla="*/ 1895757 w 1895757"/>
                <a:gd name="connsiteY3" fmla="*/ 935201 h 1832094"/>
                <a:gd name="connsiteX4" fmla="*/ 1115869 w 1895757"/>
                <a:gd name="connsiteY4" fmla="*/ 1132507 h 1832094"/>
                <a:gd name="connsiteX5" fmla="*/ 1509569 w 1895757"/>
                <a:gd name="connsiteY5" fmla="*/ 1762426 h 1832094"/>
                <a:gd name="connsiteX6" fmla="*/ 27 w 1895757"/>
                <a:gd name="connsiteY6" fmla="*/ 897726 h 1832094"/>
                <a:gd name="connsiteX0" fmla="*/ 30 w 1895760"/>
                <a:gd name="connsiteY0" fmla="*/ 1043304 h 1977672"/>
                <a:gd name="connsiteX1" fmla="*/ 1468618 w 1895760"/>
                <a:gd name="connsiteY1" fmla="*/ 148174 h 1977672"/>
                <a:gd name="connsiteX2" fmla="*/ 1077801 w 1895760"/>
                <a:gd name="connsiteY2" fmla="*/ 752404 h 1977672"/>
                <a:gd name="connsiteX3" fmla="*/ 1895760 w 1895760"/>
                <a:gd name="connsiteY3" fmla="*/ 1080779 h 1977672"/>
                <a:gd name="connsiteX4" fmla="*/ 1115872 w 1895760"/>
                <a:gd name="connsiteY4" fmla="*/ 1278085 h 1977672"/>
                <a:gd name="connsiteX5" fmla="*/ 1509572 w 1895760"/>
                <a:gd name="connsiteY5" fmla="*/ 1908004 h 1977672"/>
                <a:gd name="connsiteX6" fmla="*/ 30 w 1895760"/>
                <a:gd name="connsiteY6" fmla="*/ 1043304 h 1977672"/>
                <a:gd name="connsiteX0" fmla="*/ 30 w 1895760"/>
                <a:gd name="connsiteY0" fmla="*/ 1061276 h 1995644"/>
                <a:gd name="connsiteX1" fmla="*/ 1468618 w 1895760"/>
                <a:gd name="connsiteY1" fmla="*/ 166146 h 1995644"/>
                <a:gd name="connsiteX2" fmla="*/ 1077801 w 1895760"/>
                <a:gd name="connsiteY2" fmla="*/ 770376 h 1995644"/>
                <a:gd name="connsiteX3" fmla="*/ 1895760 w 1895760"/>
                <a:gd name="connsiteY3" fmla="*/ 1098751 h 1995644"/>
                <a:gd name="connsiteX4" fmla="*/ 1115872 w 1895760"/>
                <a:gd name="connsiteY4" fmla="*/ 1296057 h 1995644"/>
                <a:gd name="connsiteX5" fmla="*/ 1509572 w 1895760"/>
                <a:gd name="connsiteY5" fmla="*/ 1925976 h 1995644"/>
                <a:gd name="connsiteX6" fmla="*/ 30 w 1895760"/>
                <a:gd name="connsiteY6" fmla="*/ 1061276 h 1995644"/>
                <a:gd name="connsiteX0" fmla="*/ 30 w 1895760"/>
                <a:gd name="connsiteY0" fmla="*/ 1013974 h 1948342"/>
                <a:gd name="connsiteX1" fmla="*/ 1468618 w 1895760"/>
                <a:gd name="connsiteY1" fmla="*/ 118844 h 1948342"/>
                <a:gd name="connsiteX2" fmla="*/ 1077801 w 1895760"/>
                <a:gd name="connsiteY2" fmla="*/ 723074 h 1948342"/>
                <a:gd name="connsiteX3" fmla="*/ 1895760 w 1895760"/>
                <a:gd name="connsiteY3" fmla="*/ 1051449 h 1948342"/>
                <a:gd name="connsiteX4" fmla="*/ 1115872 w 1895760"/>
                <a:gd name="connsiteY4" fmla="*/ 1248755 h 1948342"/>
                <a:gd name="connsiteX5" fmla="*/ 1509572 w 1895760"/>
                <a:gd name="connsiteY5" fmla="*/ 1878674 h 1948342"/>
                <a:gd name="connsiteX6" fmla="*/ 30 w 1895760"/>
                <a:gd name="connsiteY6" fmla="*/ 1013974 h 1948342"/>
                <a:gd name="connsiteX0" fmla="*/ 30 w 1895760"/>
                <a:gd name="connsiteY0" fmla="*/ 1077889 h 2012257"/>
                <a:gd name="connsiteX1" fmla="*/ 1468618 w 1895760"/>
                <a:gd name="connsiteY1" fmla="*/ 182759 h 2012257"/>
                <a:gd name="connsiteX2" fmla="*/ 1077801 w 1895760"/>
                <a:gd name="connsiteY2" fmla="*/ 786989 h 2012257"/>
                <a:gd name="connsiteX3" fmla="*/ 1895760 w 1895760"/>
                <a:gd name="connsiteY3" fmla="*/ 1115364 h 2012257"/>
                <a:gd name="connsiteX4" fmla="*/ 1115872 w 1895760"/>
                <a:gd name="connsiteY4" fmla="*/ 1312670 h 2012257"/>
                <a:gd name="connsiteX5" fmla="*/ 1509572 w 1895760"/>
                <a:gd name="connsiteY5" fmla="*/ 1942589 h 2012257"/>
                <a:gd name="connsiteX6" fmla="*/ 30 w 1895760"/>
                <a:gd name="connsiteY6" fmla="*/ 1077889 h 2012257"/>
                <a:gd name="connsiteX0" fmla="*/ 138 w 1895868"/>
                <a:gd name="connsiteY0" fmla="*/ 1066944 h 2001197"/>
                <a:gd name="connsiteX1" fmla="*/ 1585852 w 1895868"/>
                <a:gd name="connsiteY1" fmla="*/ 183833 h 2001197"/>
                <a:gd name="connsiteX2" fmla="*/ 1077909 w 1895868"/>
                <a:gd name="connsiteY2" fmla="*/ 776044 h 2001197"/>
                <a:gd name="connsiteX3" fmla="*/ 1895868 w 1895868"/>
                <a:gd name="connsiteY3" fmla="*/ 1104419 h 2001197"/>
                <a:gd name="connsiteX4" fmla="*/ 1115980 w 1895868"/>
                <a:gd name="connsiteY4" fmla="*/ 1301725 h 2001197"/>
                <a:gd name="connsiteX5" fmla="*/ 1509680 w 1895868"/>
                <a:gd name="connsiteY5" fmla="*/ 1931644 h 2001197"/>
                <a:gd name="connsiteX6" fmla="*/ 138 w 1895868"/>
                <a:gd name="connsiteY6" fmla="*/ 1066944 h 2001197"/>
                <a:gd name="connsiteX0" fmla="*/ 68 w 1895798"/>
                <a:gd name="connsiteY0" fmla="*/ 1065359 h 1906967"/>
                <a:gd name="connsiteX1" fmla="*/ 1585782 w 1895798"/>
                <a:gd name="connsiteY1" fmla="*/ 182248 h 1906967"/>
                <a:gd name="connsiteX2" fmla="*/ 1077839 w 1895798"/>
                <a:gd name="connsiteY2" fmla="*/ 774459 h 1906967"/>
                <a:gd name="connsiteX3" fmla="*/ 1895798 w 1895798"/>
                <a:gd name="connsiteY3" fmla="*/ 1102834 h 1906967"/>
                <a:gd name="connsiteX4" fmla="*/ 1115910 w 1895798"/>
                <a:gd name="connsiteY4" fmla="*/ 1300140 h 1906967"/>
                <a:gd name="connsiteX5" fmla="*/ 1650942 w 1895798"/>
                <a:gd name="connsiteY5" fmla="*/ 1832060 h 1906967"/>
                <a:gd name="connsiteX6" fmla="*/ 68 w 1895798"/>
                <a:gd name="connsiteY6" fmla="*/ 1065359 h 1906967"/>
                <a:gd name="connsiteX0" fmla="*/ 68 w 1895798"/>
                <a:gd name="connsiteY0" fmla="*/ 1065359 h 1987384"/>
                <a:gd name="connsiteX1" fmla="*/ 1585782 w 1895798"/>
                <a:gd name="connsiteY1" fmla="*/ 182248 h 1987384"/>
                <a:gd name="connsiteX2" fmla="*/ 1077839 w 1895798"/>
                <a:gd name="connsiteY2" fmla="*/ 774459 h 1987384"/>
                <a:gd name="connsiteX3" fmla="*/ 1895798 w 1895798"/>
                <a:gd name="connsiteY3" fmla="*/ 1102834 h 1987384"/>
                <a:gd name="connsiteX4" fmla="*/ 1115910 w 1895798"/>
                <a:gd name="connsiteY4" fmla="*/ 1300140 h 1987384"/>
                <a:gd name="connsiteX5" fmla="*/ 1650942 w 1895798"/>
                <a:gd name="connsiteY5" fmla="*/ 1832060 h 1987384"/>
                <a:gd name="connsiteX6" fmla="*/ 68 w 1895798"/>
                <a:gd name="connsiteY6" fmla="*/ 1065359 h 1987384"/>
                <a:gd name="connsiteX0" fmla="*/ 68 w 1895798"/>
                <a:gd name="connsiteY0" fmla="*/ 1065359 h 2005643"/>
                <a:gd name="connsiteX1" fmla="*/ 1585782 w 1895798"/>
                <a:gd name="connsiteY1" fmla="*/ 182248 h 2005643"/>
                <a:gd name="connsiteX2" fmla="*/ 1077839 w 1895798"/>
                <a:gd name="connsiteY2" fmla="*/ 774459 h 2005643"/>
                <a:gd name="connsiteX3" fmla="*/ 1895798 w 1895798"/>
                <a:gd name="connsiteY3" fmla="*/ 1102834 h 2005643"/>
                <a:gd name="connsiteX4" fmla="*/ 1115910 w 1895798"/>
                <a:gd name="connsiteY4" fmla="*/ 1300140 h 2005643"/>
                <a:gd name="connsiteX5" fmla="*/ 1650942 w 1895798"/>
                <a:gd name="connsiteY5" fmla="*/ 1832060 h 2005643"/>
                <a:gd name="connsiteX6" fmla="*/ 68 w 1895798"/>
                <a:gd name="connsiteY6" fmla="*/ 1065359 h 20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5798" h="2005643">
                  <a:moveTo>
                    <a:pt x="68" y="1065359"/>
                  </a:moveTo>
                  <a:cubicBezTo>
                    <a:pt x="-10792" y="790390"/>
                    <a:pt x="1321523" y="-462789"/>
                    <a:pt x="1585782" y="182248"/>
                  </a:cubicBezTo>
                  <a:cubicBezTo>
                    <a:pt x="1850041" y="827285"/>
                    <a:pt x="1002365" y="768539"/>
                    <a:pt x="1077839" y="774459"/>
                  </a:cubicBezTo>
                  <a:cubicBezTo>
                    <a:pt x="1131232" y="914517"/>
                    <a:pt x="1745907" y="326431"/>
                    <a:pt x="1895798" y="1102834"/>
                  </a:cubicBezTo>
                  <a:cubicBezTo>
                    <a:pt x="1696671" y="1695067"/>
                    <a:pt x="1120387" y="1225011"/>
                    <a:pt x="1115910" y="1300140"/>
                  </a:cubicBezTo>
                  <a:cubicBezTo>
                    <a:pt x="1065191" y="1264893"/>
                    <a:pt x="1890601" y="1503138"/>
                    <a:pt x="1650942" y="1832060"/>
                  </a:cubicBezTo>
                  <a:cubicBezTo>
                    <a:pt x="1027836" y="2422301"/>
                    <a:pt x="10928" y="1340328"/>
                    <a:pt x="68" y="1065359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Oval 77">
              <a:extLst>
                <a:ext uri="{FF2B5EF4-FFF2-40B4-BE49-F238E27FC236}">
                  <a16:creationId xmlns:a16="http://schemas.microsoft.com/office/drawing/2014/main" id="{E72B013C-A42C-5A4B-790F-847F51099CF8}"/>
                </a:ext>
              </a:extLst>
            </p:cNvPr>
            <p:cNvSpPr/>
            <p:nvPr/>
          </p:nvSpPr>
          <p:spPr>
            <a:xfrm>
              <a:off x="5991039" y="3283399"/>
              <a:ext cx="1896080" cy="3004476"/>
            </a:xfrm>
            <a:custGeom>
              <a:avLst/>
              <a:gdLst>
                <a:gd name="connsiteX0" fmla="*/ 0 w 1133776"/>
                <a:gd name="connsiteY0" fmla="*/ 956090 h 1912179"/>
                <a:gd name="connsiteX1" fmla="*/ 566888 w 1133776"/>
                <a:gd name="connsiteY1" fmla="*/ 0 h 1912179"/>
                <a:gd name="connsiteX2" fmla="*/ 1133776 w 1133776"/>
                <a:gd name="connsiteY2" fmla="*/ 956090 h 1912179"/>
                <a:gd name="connsiteX3" fmla="*/ 566888 w 1133776"/>
                <a:gd name="connsiteY3" fmla="*/ 1912180 h 1912179"/>
                <a:gd name="connsiteX4" fmla="*/ 0 w 1133776"/>
                <a:gd name="connsiteY4" fmla="*/ 956090 h 1912179"/>
                <a:gd name="connsiteX0" fmla="*/ 27690 w 1502628"/>
                <a:gd name="connsiteY0" fmla="*/ 1476790 h 2432880"/>
                <a:gd name="connsiteX1" fmla="*/ 1407378 w 1502628"/>
                <a:gd name="connsiteY1" fmla="*/ 0 h 2432880"/>
                <a:gd name="connsiteX2" fmla="*/ 1161466 w 1502628"/>
                <a:gd name="connsiteY2" fmla="*/ 1476790 h 2432880"/>
                <a:gd name="connsiteX3" fmla="*/ 594578 w 1502628"/>
                <a:gd name="connsiteY3" fmla="*/ 2432880 h 2432880"/>
                <a:gd name="connsiteX4" fmla="*/ 27690 w 1502628"/>
                <a:gd name="connsiteY4" fmla="*/ 1476790 h 2432880"/>
                <a:gd name="connsiteX0" fmla="*/ 27690 w 1544141"/>
                <a:gd name="connsiteY0" fmla="*/ 1476914 h 2433004"/>
                <a:gd name="connsiteX1" fmla="*/ 1407378 w 1544141"/>
                <a:gd name="connsiteY1" fmla="*/ 124 h 2433004"/>
                <a:gd name="connsiteX2" fmla="*/ 1161466 w 1544141"/>
                <a:gd name="connsiteY2" fmla="*/ 1476914 h 2433004"/>
                <a:gd name="connsiteX3" fmla="*/ 594578 w 1544141"/>
                <a:gd name="connsiteY3" fmla="*/ 2433004 h 2433004"/>
                <a:gd name="connsiteX4" fmla="*/ 27690 w 1544141"/>
                <a:gd name="connsiteY4" fmla="*/ 1476914 h 2433004"/>
                <a:gd name="connsiteX0" fmla="*/ 297412 w 1813863"/>
                <a:gd name="connsiteY0" fmla="*/ 1522727 h 2733938"/>
                <a:gd name="connsiteX1" fmla="*/ 1677100 w 1813863"/>
                <a:gd name="connsiteY1" fmla="*/ 45937 h 2733938"/>
                <a:gd name="connsiteX2" fmla="*/ 1431188 w 1813863"/>
                <a:gd name="connsiteY2" fmla="*/ 1522727 h 2733938"/>
                <a:gd name="connsiteX3" fmla="*/ 864300 w 1813863"/>
                <a:gd name="connsiteY3" fmla="*/ 2478817 h 2733938"/>
                <a:gd name="connsiteX4" fmla="*/ 297412 w 1813863"/>
                <a:gd name="connsiteY4" fmla="*/ 1522727 h 2733938"/>
                <a:gd name="connsiteX0" fmla="*/ 270970 w 1765590"/>
                <a:gd name="connsiteY0" fmla="*/ 1486823 h 2725994"/>
                <a:gd name="connsiteX1" fmla="*/ 1714158 w 1765590"/>
                <a:gd name="connsiteY1" fmla="*/ 73533 h 2725994"/>
                <a:gd name="connsiteX2" fmla="*/ 1468246 w 1765590"/>
                <a:gd name="connsiteY2" fmla="*/ 1550323 h 2725994"/>
                <a:gd name="connsiteX3" fmla="*/ 901358 w 1765590"/>
                <a:gd name="connsiteY3" fmla="*/ 2506413 h 2725994"/>
                <a:gd name="connsiteX4" fmla="*/ 270970 w 1765590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2045439"/>
                <a:gd name="connsiteY0" fmla="*/ 1439877 h 2679048"/>
                <a:gd name="connsiteX1" fmla="*/ 1714158 w 2045439"/>
                <a:gd name="connsiteY1" fmla="*/ 26587 h 2679048"/>
                <a:gd name="connsiteX2" fmla="*/ 2034513 w 2045439"/>
                <a:gd name="connsiteY2" fmla="*/ 866936 h 2679048"/>
                <a:gd name="connsiteX3" fmla="*/ 1468246 w 2045439"/>
                <a:gd name="connsiteY3" fmla="*/ 1503377 h 2679048"/>
                <a:gd name="connsiteX4" fmla="*/ 901358 w 2045439"/>
                <a:gd name="connsiteY4" fmla="*/ 2459467 h 2679048"/>
                <a:gd name="connsiteX5" fmla="*/ 270970 w 2045439"/>
                <a:gd name="connsiteY5" fmla="*/ 1439877 h 2679048"/>
                <a:gd name="connsiteX0" fmla="*/ 270970 w 2051712"/>
                <a:gd name="connsiteY0" fmla="*/ 1446627 h 2685798"/>
                <a:gd name="connsiteX1" fmla="*/ 1714158 w 2051712"/>
                <a:gd name="connsiteY1" fmla="*/ 33337 h 2685798"/>
                <a:gd name="connsiteX2" fmla="*/ 1805913 w 2051712"/>
                <a:gd name="connsiteY2" fmla="*/ 479986 h 2685798"/>
                <a:gd name="connsiteX3" fmla="*/ 2034513 w 2051712"/>
                <a:gd name="connsiteY3" fmla="*/ 873686 h 2685798"/>
                <a:gd name="connsiteX4" fmla="*/ 1468246 w 2051712"/>
                <a:gd name="connsiteY4" fmla="*/ 1510127 h 2685798"/>
                <a:gd name="connsiteX5" fmla="*/ 901358 w 2051712"/>
                <a:gd name="connsiteY5" fmla="*/ 2466217 h 2685798"/>
                <a:gd name="connsiteX6" fmla="*/ 270970 w 2051712"/>
                <a:gd name="connsiteY6" fmla="*/ 1446627 h 2685798"/>
                <a:gd name="connsiteX0" fmla="*/ 15588 w 1796330"/>
                <a:gd name="connsiteY0" fmla="*/ 1482716 h 2502423"/>
                <a:gd name="connsiteX1" fmla="*/ 1331776 w 1796330"/>
                <a:gd name="connsiteY1" fmla="*/ 31326 h 2502423"/>
                <a:gd name="connsiteX2" fmla="*/ 1550531 w 1796330"/>
                <a:gd name="connsiteY2" fmla="*/ 516075 h 2502423"/>
                <a:gd name="connsiteX3" fmla="*/ 1779131 w 1796330"/>
                <a:gd name="connsiteY3" fmla="*/ 909775 h 2502423"/>
                <a:gd name="connsiteX4" fmla="*/ 1212864 w 1796330"/>
                <a:gd name="connsiteY4" fmla="*/ 1546216 h 2502423"/>
                <a:gd name="connsiteX5" fmla="*/ 645976 w 1796330"/>
                <a:gd name="connsiteY5" fmla="*/ 2502306 h 2502423"/>
                <a:gd name="connsiteX6" fmla="*/ 15588 w 1796330"/>
                <a:gd name="connsiteY6" fmla="*/ 1482716 h 2502423"/>
                <a:gd name="connsiteX0" fmla="*/ 15588 w 1796330"/>
                <a:gd name="connsiteY0" fmla="*/ 1461558 h 2481265"/>
                <a:gd name="connsiteX1" fmla="*/ 1331776 w 1796330"/>
                <a:gd name="connsiteY1" fmla="*/ 10168 h 2481265"/>
                <a:gd name="connsiteX2" fmla="*/ 1550531 w 1796330"/>
                <a:gd name="connsiteY2" fmla="*/ 494917 h 2481265"/>
                <a:gd name="connsiteX3" fmla="*/ 1779131 w 1796330"/>
                <a:gd name="connsiteY3" fmla="*/ 888617 h 2481265"/>
                <a:gd name="connsiteX4" fmla="*/ 1212864 w 1796330"/>
                <a:gd name="connsiteY4" fmla="*/ 1525058 h 2481265"/>
                <a:gd name="connsiteX5" fmla="*/ 645976 w 1796330"/>
                <a:gd name="connsiteY5" fmla="*/ 2481148 h 2481265"/>
                <a:gd name="connsiteX6" fmla="*/ 15588 w 1796330"/>
                <a:gd name="connsiteY6" fmla="*/ 1461558 h 2481265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857019"/>
                <a:gd name="connsiteY0" fmla="*/ 1469707 h 2489414"/>
                <a:gd name="connsiteX1" fmla="*/ 1331776 w 1857019"/>
                <a:gd name="connsiteY1" fmla="*/ 18317 h 2489414"/>
                <a:gd name="connsiteX2" fmla="*/ 1550531 w 1857019"/>
                <a:gd name="connsiteY2" fmla="*/ 503066 h 2489414"/>
                <a:gd name="connsiteX3" fmla="*/ 1842631 w 1857019"/>
                <a:gd name="connsiteY3" fmla="*/ 845966 h 2489414"/>
                <a:gd name="connsiteX4" fmla="*/ 1212864 w 1857019"/>
                <a:gd name="connsiteY4" fmla="*/ 1533207 h 2489414"/>
                <a:gd name="connsiteX5" fmla="*/ 645976 w 1857019"/>
                <a:gd name="connsiteY5" fmla="*/ 2489297 h 2489414"/>
                <a:gd name="connsiteX6" fmla="*/ 15588 w 1857019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70056"/>
                <a:gd name="connsiteY0" fmla="*/ 1469707 h 2489403"/>
                <a:gd name="connsiteX1" fmla="*/ 1331776 w 1870056"/>
                <a:gd name="connsiteY1" fmla="*/ 18317 h 2489403"/>
                <a:gd name="connsiteX2" fmla="*/ 1550531 w 1870056"/>
                <a:gd name="connsiteY2" fmla="*/ 503066 h 2489403"/>
                <a:gd name="connsiteX3" fmla="*/ 1842631 w 1870056"/>
                <a:gd name="connsiteY3" fmla="*/ 845966 h 2489403"/>
                <a:gd name="connsiteX4" fmla="*/ 1448929 w 1870056"/>
                <a:gd name="connsiteY4" fmla="*/ 1176167 h 2489403"/>
                <a:gd name="connsiteX5" fmla="*/ 1868029 w 1870056"/>
                <a:gd name="connsiteY5" fmla="*/ 1633368 h 2489403"/>
                <a:gd name="connsiteX6" fmla="*/ 1212864 w 1870056"/>
                <a:gd name="connsiteY6" fmla="*/ 1533207 h 2489403"/>
                <a:gd name="connsiteX7" fmla="*/ 645976 w 1870056"/>
                <a:gd name="connsiteY7" fmla="*/ 2489297 h 2489403"/>
                <a:gd name="connsiteX8" fmla="*/ 15588 w 1870056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6689 w 1869130"/>
                <a:gd name="connsiteY0" fmla="*/ 1469707 h 2574440"/>
                <a:gd name="connsiteX1" fmla="*/ 1332877 w 1869130"/>
                <a:gd name="connsiteY1" fmla="*/ 18317 h 2574440"/>
                <a:gd name="connsiteX2" fmla="*/ 1551632 w 1869130"/>
                <a:gd name="connsiteY2" fmla="*/ 503066 h 2574440"/>
                <a:gd name="connsiteX3" fmla="*/ 1843732 w 1869130"/>
                <a:gd name="connsiteY3" fmla="*/ 845966 h 2574440"/>
                <a:gd name="connsiteX4" fmla="*/ 1450030 w 1869130"/>
                <a:gd name="connsiteY4" fmla="*/ 1176167 h 2574440"/>
                <a:gd name="connsiteX5" fmla="*/ 1869130 w 1869130"/>
                <a:gd name="connsiteY5" fmla="*/ 1633368 h 2574440"/>
                <a:gd name="connsiteX6" fmla="*/ 1302865 w 1869130"/>
                <a:gd name="connsiteY6" fmla="*/ 1850707 h 2574440"/>
                <a:gd name="connsiteX7" fmla="*/ 1754831 w 1869130"/>
                <a:gd name="connsiteY7" fmla="*/ 2319168 h 2574440"/>
                <a:gd name="connsiteX8" fmla="*/ 1475431 w 1869130"/>
                <a:gd name="connsiteY8" fmla="*/ 2496968 h 2574440"/>
                <a:gd name="connsiteX9" fmla="*/ 647077 w 1869130"/>
                <a:gd name="connsiteY9" fmla="*/ 2489297 h 2574440"/>
                <a:gd name="connsiteX10" fmla="*/ 16689 w 1869130"/>
                <a:gd name="connsiteY10" fmla="*/ 1469707 h 2574440"/>
                <a:gd name="connsiteX0" fmla="*/ 16745 w 1869186"/>
                <a:gd name="connsiteY0" fmla="*/ 1469707 h 2966869"/>
                <a:gd name="connsiteX1" fmla="*/ 1332933 w 1869186"/>
                <a:gd name="connsiteY1" fmla="*/ 18317 h 2966869"/>
                <a:gd name="connsiteX2" fmla="*/ 1551688 w 1869186"/>
                <a:gd name="connsiteY2" fmla="*/ 503066 h 2966869"/>
                <a:gd name="connsiteX3" fmla="*/ 1843788 w 1869186"/>
                <a:gd name="connsiteY3" fmla="*/ 845966 h 2966869"/>
                <a:gd name="connsiteX4" fmla="*/ 1450086 w 1869186"/>
                <a:gd name="connsiteY4" fmla="*/ 1176167 h 2966869"/>
                <a:gd name="connsiteX5" fmla="*/ 1869186 w 1869186"/>
                <a:gd name="connsiteY5" fmla="*/ 1633368 h 2966869"/>
                <a:gd name="connsiteX6" fmla="*/ 1302921 w 1869186"/>
                <a:gd name="connsiteY6" fmla="*/ 1850707 h 2966869"/>
                <a:gd name="connsiteX7" fmla="*/ 1754887 w 1869186"/>
                <a:gd name="connsiteY7" fmla="*/ 2319168 h 2966869"/>
                <a:gd name="connsiteX8" fmla="*/ 1475487 w 1869186"/>
                <a:gd name="connsiteY8" fmla="*/ 2496968 h 2966869"/>
                <a:gd name="connsiteX9" fmla="*/ 1488187 w 1869186"/>
                <a:gd name="connsiteY9" fmla="*/ 2966867 h 2966869"/>
                <a:gd name="connsiteX10" fmla="*/ 647133 w 1869186"/>
                <a:gd name="connsiteY10" fmla="*/ 2489297 h 2966869"/>
                <a:gd name="connsiteX11" fmla="*/ 16745 w 1869186"/>
                <a:gd name="connsiteY11" fmla="*/ 1469707 h 2966869"/>
                <a:gd name="connsiteX0" fmla="*/ 16745 w 1869186"/>
                <a:gd name="connsiteY0" fmla="*/ 1469707 h 2966867"/>
                <a:gd name="connsiteX1" fmla="*/ 1332933 w 1869186"/>
                <a:gd name="connsiteY1" fmla="*/ 18317 h 2966867"/>
                <a:gd name="connsiteX2" fmla="*/ 1551688 w 1869186"/>
                <a:gd name="connsiteY2" fmla="*/ 503066 h 2966867"/>
                <a:gd name="connsiteX3" fmla="*/ 1843788 w 1869186"/>
                <a:gd name="connsiteY3" fmla="*/ 845966 h 2966867"/>
                <a:gd name="connsiteX4" fmla="*/ 1450086 w 1869186"/>
                <a:gd name="connsiteY4" fmla="*/ 1176167 h 2966867"/>
                <a:gd name="connsiteX5" fmla="*/ 1869186 w 1869186"/>
                <a:gd name="connsiteY5" fmla="*/ 1633368 h 2966867"/>
                <a:gd name="connsiteX6" fmla="*/ 1302921 w 1869186"/>
                <a:gd name="connsiteY6" fmla="*/ 1850707 h 2966867"/>
                <a:gd name="connsiteX7" fmla="*/ 1754887 w 1869186"/>
                <a:gd name="connsiteY7" fmla="*/ 2319168 h 2966867"/>
                <a:gd name="connsiteX8" fmla="*/ 1475487 w 1869186"/>
                <a:gd name="connsiteY8" fmla="*/ 2496968 h 2966867"/>
                <a:gd name="connsiteX9" fmla="*/ 1488187 w 1869186"/>
                <a:gd name="connsiteY9" fmla="*/ 2966867 h 2966867"/>
                <a:gd name="connsiteX10" fmla="*/ 647133 w 1869186"/>
                <a:gd name="connsiteY10" fmla="*/ 2489297 h 2966867"/>
                <a:gd name="connsiteX11" fmla="*/ 16745 w 1869186"/>
                <a:gd name="connsiteY11" fmla="*/ 1469707 h 2966867"/>
                <a:gd name="connsiteX0" fmla="*/ 16745 w 1869186"/>
                <a:gd name="connsiteY0" fmla="*/ 1469707 h 2985386"/>
                <a:gd name="connsiteX1" fmla="*/ 1332933 w 1869186"/>
                <a:gd name="connsiteY1" fmla="*/ 18317 h 2985386"/>
                <a:gd name="connsiteX2" fmla="*/ 1551688 w 1869186"/>
                <a:gd name="connsiteY2" fmla="*/ 503066 h 2985386"/>
                <a:gd name="connsiteX3" fmla="*/ 1843788 w 1869186"/>
                <a:gd name="connsiteY3" fmla="*/ 845966 h 2985386"/>
                <a:gd name="connsiteX4" fmla="*/ 1450086 w 1869186"/>
                <a:gd name="connsiteY4" fmla="*/ 1176167 h 2985386"/>
                <a:gd name="connsiteX5" fmla="*/ 1869186 w 1869186"/>
                <a:gd name="connsiteY5" fmla="*/ 1633368 h 2985386"/>
                <a:gd name="connsiteX6" fmla="*/ 1302921 w 1869186"/>
                <a:gd name="connsiteY6" fmla="*/ 1850707 h 2985386"/>
                <a:gd name="connsiteX7" fmla="*/ 1754887 w 1869186"/>
                <a:gd name="connsiteY7" fmla="*/ 2319168 h 2985386"/>
                <a:gd name="connsiteX8" fmla="*/ 1475487 w 1869186"/>
                <a:gd name="connsiteY8" fmla="*/ 2496968 h 2985386"/>
                <a:gd name="connsiteX9" fmla="*/ 1488187 w 1869186"/>
                <a:gd name="connsiteY9" fmla="*/ 2966867 h 2985386"/>
                <a:gd name="connsiteX10" fmla="*/ 647133 w 1869186"/>
                <a:gd name="connsiteY10" fmla="*/ 2489297 h 2985386"/>
                <a:gd name="connsiteX11" fmla="*/ 16745 w 1869186"/>
                <a:gd name="connsiteY11" fmla="*/ 1469707 h 2985386"/>
                <a:gd name="connsiteX0" fmla="*/ 23868 w 1876309"/>
                <a:gd name="connsiteY0" fmla="*/ 1469763 h 2986627"/>
                <a:gd name="connsiteX1" fmla="*/ 1340056 w 1876309"/>
                <a:gd name="connsiteY1" fmla="*/ 18373 h 2986627"/>
                <a:gd name="connsiteX2" fmla="*/ 1558811 w 1876309"/>
                <a:gd name="connsiteY2" fmla="*/ 503122 h 2986627"/>
                <a:gd name="connsiteX3" fmla="*/ 1850911 w 1876309"/>
                <a:gd name="connsiteY3" fmla="*/ 846022 h 2986627"/>
                <a:gd name="connsiteX4" fmla="*/ 1457209 w 1876309"/>
                <a:gd name="connsiteY4" fmla="*/ 1176223 h 2986627"/>
                <a:gd name="connsiteX5" fmla="*/ 1876309 w 1876309"/>
                <a:gd name="connsiteY5" fmla="*/ 1633424 h 2986627"/>
                <a:gd name="connsiteX6" fmla="*/ 1310044 w 1876309"/>
                <a:gd name="connsiteY6" fmla="*/ 1850763 h 2986627"/>
                <a:gd name="connsiteX7" fmla="*/ 1762010 w 1876309"/>
                <a:gd name="connsiteY7" fmla="*/ 2319224 h 2986627"/>
                <a:gd name="connsiteX8" fmla="*/ 1482610 w 1876309"/>
                <a:gd name="connsiteY8" fmla="*/ 2497024 h 2986627"/>
                <a:gd name="connsiteX9" fmla="*/ 1495310 w 1876309"/>
                <a:gd name="connsiteY9" fmla="*/ 2966923 h 2986627"/>
                <a:gd name="connsiteX10" fmla="*/ 565356 w 1876309"/>
                <a:gd name="connsiteY10" fmla="*/ 2514753 h 2986627"/>
                <a:gd name="connsiteX11" fmla="*/ 23868 w 1876309"/>
                <a:gd name="connsiteY11" fmla="*/ 1469763 h 2986627"/>
                <a:gd name="connsiteX0" fmla="*/ 680 w 1853121"/>
                <a:gd name="connsiteY0" fmla="*/ 1470811 h 2967971"/>
                <a:gd name="connsiteX1" fmla="*/ 1316868 w 1853121"/>
                <a:gd name="connsiteY1" fmla="*/ 19421 h 2967971"/>
                <a:gd name="connsiteX2" fmla="*/ 1535623 w 1853121"/>
                <a:gd name="connsiteY2" fmla="*/ 504170 h 2967971"/>
                <a:gd name="connsiteX3" fmla="*/ 1827723 w 1853121"/>
                <a:gd name="connsiteY3" fmla="*/ 847070 h 2967971"/>
                <a:gd name="connsiteX4" fmla="*/ 1434021 w 1853121"/>
                <a:gd name="connsiteY4" fmla="*/ 1177271 h 2967971"/>
                <a:gd name="connsiteX5" fmla="*/ 1853121 w 1853121"/>
                <a:gd name="connsiteY5" fmla="*/ 1634472 h 2967971"/>
                <a:gd name="connsiteX6" fmla="*/ 1286856 w 1853121"/>
                <a:gd name="connsiteY6" fmla="*/ 1851811 h 2967971"/>
                <a:gd name="connsiteX7" fmla="*/ 1738822 w 1853121"/>
                <a:gd name="connsiteY7" fmla="*/ 2320272 h 2967971"/>
                <a:gd name="connsiteX8" fmla="*/ 1459422 w 1853121"/>
                <a:gd name="connsiteY8" fmla="*/ 2498072 h 2967971"/>
                <a:gd name="connsiteX9" fmla="*/ 1472122 w 1853121"/>
                <a:gd name="connsiteY9" fmla="*/ 2967971 h 2967971"/>
                <a:gd name="connsiteX10" fmla="*/ 680 w 1853121"/>
                <a:gd name="connsiteY10" fmla="*/ 1470811 h 2967971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86856 w 1853121"/>
                <a:gd name="connsiteY6" fmla="*/ 1851811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86856 w 1853121"/>
                <a:gd name="connsiteY6" fmla="*/ 1851811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86856 w 1853121"/>
                <a:gd name="connsiteY6" fmla="*/ 1851811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67065"/>
                <a:gd name="connsiteY0" fmla="*/ 1470811 h 3018250"/>
                <a:gd name="connsiteX1" fmla="*/ 1316868 w 1867065"/>
                <a:gd name="connsiteY1" fmla="*/ 19421 h 3018250"/>
                <a:gd name="connsiteX2" fmla="*/ 1535623 w 1867065"/>
                <a:gd name="connsiteY2" fmla="*/ 504170 h 3018250"/>
                <a:gd name="connsiteX3" fmla="*/ 1827723 w 1867065"/>
                <a:gd name="connsiteY3" fmla="*/ 847070 h 3018250"/>
                <a:gd name="connsiteX4" fmla="*/ 1434021 w 1867065"/>
                <a:gd name="connsiteY4" fmla="*/ 1177271 h 3018250"/>
                <a:gd name="connsiteX5" fmla="*/ 1853121 w 1867065"/>
                <a:gd name="connsiteY5" fmla="*/ 1634472 h 3018250"/>
                <a:gd name="connsiteX6" fmla="*/ 1738822 w 1867065"/>
                <a:gd name="connsiteY6" fmla="*/ 2320272 h 3018250"/>
                <a:gd name="connsiteX7" fmla="*/ 1459422 w 1867065"/>
                <a:gd name="connsiteY7" fmla="*/ 2498072 h 3018250"/>
                <a:gd name="connsiteX8" fmla="*/ 1472122 w 1867065"/>
                <a:gd name="connsiteY8" fmla="*/ 2967971 h 3018250"/>
                <a:gd name="connsiteX9" fmla="*/ 680 w 1867065"/>
                <a:gd name="connsiteY9" fmla="*/ 1470811 h 3018250"/>
                <a:gd name="connsiteX0" fmla="*/ 680 w 1858777"/>
                <a:gd name="connsiteY0" fmla="*/ 1470811 h 3018250"/>
                <a:gd name="connsiteX1" fmla="*/ 1316868 w 1858777"/>
                <a:gd name="connsiteY1" fmla="*/ 19421 h 3018250"/>
                <a:gd name="connsiteX2" fmla="*/ 1535623 w 1858777"/>
                <a:gd name="connsiteY2" fmla="*/ 504170 h 3018250"/>
                <a:gd name="connsiteX3" fmla="*/ 1827723 w 1858777"/>
                <a:gd name="connsiteY3" fmla="*/ 847070 h 3018250"/>
                <a:gd name="connsiteX4" fmla="*/ 1434021 w 1858777"/>
                <a:gd name="connsiteY4" fmla="*/ 1177271 h 3018250"/>
                <a:gd name="connsiteX5" fmla="*/ 1853121 w 1858777"/>
                <a:gd name="connsiteY5" fmla="*/ 1634472 h 3018250"/>
                <a:gd name="connsiteX6" fmla="*/ 1291023 w 1858777"/>
                <a:gd name="connsiteY6" fmla="*/ 1859588 h 3018250"/>
                <a:gd name="connsiteX7" fmla="*/ 1738822 w 1858777"/>
                <a:gd name="connsiteY7" fmla="*/ 2320272 h 3018250"/>
                <a:gd name="connsiteX8" fmla="*/ 1459422 w 1858777"/>
                <a:gd name="connsiteY8" fmla="*/ 2498072 h 3018250"/>
                <a:gd name="connsiteX9" fmla="*/ 1472122 w 1858777"/>
                <a:gd name="connsiteY9" fmla="*/ 2967971 h 3018250"/>
                <a:gd name="connsiteX10" fmla="*/ 680 w 1858777"/>
                <a:gd name="connsiteY10" fmla="*/ 1470811 h 3018250"/>
                <a:gd name="connsiteX0" fmla="*/ 680 w 1858659"/>
                <a:gd name="connsiteY0" fmla="*/ 1470811 h 3018250"/>
                <a:gd name="connsiteX1" fmla="*/ 1316868 w 1858659"/>
                <a:gd name="connsiteY1" fmla="*/ 19421 h 3018250"/>
                <a:gd name="connsiteX2" fmla="*/ 1535623 w 1858659"/>
                <a:gd name="connsiteY2" fmla="*/ 504170 h 3018250"/>
                <a:gd name="connsiteX3" fmla="*/ 1827723 w 1858659"/>
                <a:gd name="connsiteY3" fmla="*/ 847070 h 3018250"/>
                <a:gd name="connsiteX4" fmla="*/ 1434021 w 1858659"/>
                <a:gd name="connsiteY4" fmla="*/ 1177271 h 3018250"/>
                <a:gd name="connsiteX5" fmla="*/ 1853121 w 1858659"/>
                <a:gd name="connsiteY5" fmla="*/ 1634472 h 3018250"/>
                <a:gd name="connsiteX6" fmla="*/ 1291023 w 1858659"/>
                <a:gd name="connsiteY6" fmla="*/ 1859588 h 3018250"/>
                <a:gd name="connsiteX7" fmla="*/ 1738822 w 1858659"/>
                <a:gd name="connsiteY7" fmla="*/ 2320272 h 3018250"/>
                <a:gd name="connsiteX8" fmla="*/ 1459422 w 1858659"/>
                <a:gd name="connsiteY8" fmla="*/ 2498072 h 3018250"/>
                <a:gd name="connsiteX9" fmla="*/ 1472122 w 1858659"/>
                <a:gd name="connsiteY9" fmla="*/ 2967971 h 3018250"/>
                <a:gd name="connsiteX10" fmla="*/ 680 w 1858659"/>
                <a:gd name="connsiteY10" fmla="*/ 1470811 h 3018250"/>
                <a:gd name="connsiteX0" fmla="*/ 680 w 1858659"/>
                <a:gd name="connsiteY0" fmla="*/ 1470811 h 3018250"/>
                <a:gd name="connsiteX1" fmla="*/ 1316868 w 1858659"/>
                <a:gd name="connsiteY1" fmla="*/ 19421 h 3018250"/>
                <a:gd name="connsiteX2" fmla="*/ 1535623 w 1858659"/>
                <a:gd name="connsiteY2" fmla="*/ 504170 h 3018250"/>
                <a:gd name="connsiteX3" fmla="*/ 1827723 w 1858659"/>
                <a:gd name="connsiteY3" fmla="*/ 847070 h 3018250"/>
                <a:gd name="connsiteX4" fmla="*/ 1434021 w 1858659"/>
                <a:gd name="connsiteY4" fmla="*/ 1177271 h 3018250"/>
                <a:gd name="connsiteX5" fmla="*/ 1853121 w 1858659"/>
                <a:gd name="connsiteY5" fmla="*/ 1634472 h 3018250"/>
                <a:gd name="connsiteX6" fmla="*/ 1291023 w 1858659"/>
                <a:gd name="connsiteY6" fmla="*/ 1859588 h 3018250"/>
                <a:gd name="connsiteX7" fmla="*/ 1738822 w 1858659"/>
                <a:gd name="connsiteY7" fmla="*/ 2320272 h 3018250"/>
                <a:gd name="connsiteX8" fmla="*/ 1459422 w 1858659"/>
                <a:gd name="connsiteY8" fmla="*/ 2498072 h 3018250"/>
                <a:gd name="connsiteX9" fmla="*/ 1472122 w 1858659"/>
                <a:gd name="connsiteY9" fmla="*/ 2967971 h 3018250"/>
                <a:gd name="connsiteX10" fmla="*/ 680 w 1858659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91209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91209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91209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434021 w 1853121"/>
                <a:gd name="connsiteY3" fmla="*/ 1177271 h 3018250"/>
                <a:gd name="connsiteX4" fmla="*/ 1853121 w 1853121"/>
                <a:gd name="connsiteY4" fmla="*/ 1634472 h 3018250"/>
                <a:gd name="connsiteX5" fmla="*/ 1291023 w 1853121"/>
                <a:gd name="connsiteY5" fmla="*/ 1859588 h 3018250"/>
                <a:gd name="connsiteX6" fmla="*/ 1791209 w 1853121"/>
                <a:gd name="connsiteY6" fmla="*/ 2320272 h 3018250"/>
                <a:gd name="connsiteX7" fmla="*/ 1459422 w 1853121"/>
                <a:gd name="connsiteY7" fmla="*/ 2498072 h 3018250"/>
                <a:gd name="connsiteX8" fmla="*/ 1472122 w 1853121"/>
                <a:gd name="connsiteY8" fmla="*/ 2967971 h 3018250"/>
                <a:gd name="connsiteX9" fmla="*/ 680 w 1853121"/>
                <a:gd name="connsiteY9" fmla="*/ 1470811 h 3018250"/>
                <a:gd name="connsiteX0" fmla="*/ 680 w 1896456"/>
                <a:gd name="connsiteY0" fmla="*/ 1470811 h 3018250"/>
                <a:gd name="connsiteX1" fmla="*/ 1316868 w 1896456"/>
                <a:gd name="connsiteY1" fmla="*/ 19421 h 3018250"/>
                <a:gd name="connsiteX2" fmla="*/ 1535623 w 1896456"/>
                <a:gd name="connsiteY2" fmla="*/ 504170 h 3018250"/>
                <a:gd name="connsiteX3" fmla="*/ 1895860 w 1896456"/>
                <a:gd name="connsiteY3" fmla="*/ 754688 h 3018250"/>
                <a:gd name="connsiteX4" fmla="*/ 1434021 w 1896456"/>
                <a:gd name="connsiteY4" fmla="*/ 1177271 h 3018250"/>
                <a:gd name="connsiteX5" fmla="*/ 1853121 w 1896456"/>
                <a:gd name="connsiteY5" fmla="*/ 1634472 h 3018250"/>
                <a:gd name="connsiteX6" fmla="*/ 1291023 w 1896456"/>
                <a:gd name="connsiteY6" fmla="*/ 1859588 h 3018250"/>
                <a:gd name="connsiteX7" fmla="*/ 1791209 w 1896456"/>
                <a:gd name="connsiteY7" fmla="*/ 2320272 h 3018250"/>
                <a:gd name="connsiteX8" fmla="*/ 1459422 w 1896456"/>
                <a:gd name="connsiteY8" fmla="*/ 2498072 h 3018250"/>
                <a:gd name="connsiteX9" fmla="*/ 1472122 w 1896456"/>
                <a:gd name="connsiteY9" fmla="*/ 2967971 h 3018250"/>
                <a:gd name="connsiteX10" fmla="*/ 680 w 1896456"/>
                <a:gd name="connsiteY10" fmla="*/ 1470811 h 3018250"/>
                <a:gd name="connsiteX0" fmla="*/ 680 w 1895860"/>
                <a:gd name="connsiteY0" fmla="*/ 1470811 h 3018250"/>
                <a:gd name="connsiteX1" fmla="*/ 1316868 w 1895860"/>
                <a:gd name="connsiteY1" fmla="*/ 19421 h 3018250"/>
                <a:gd name="connsiteX2" fmla="*/ 1535623 w 1895860"/>
                <a:gd name="connsiteY2" fmla="*/ 504170 h 3018250"/>
                <a:gd name="connsiteX3" fmla="*/ 1895860 w 1895860"/>
                <a:gd name="connsiteY3" fmla="*/ 754688 h 3018250"/>
                <a:gd name="connsiteX4" fmla="*/ 1434021 w 1895860"/>
                <a:gd name="connsiteY4" fmla="*/ 1177271 h 3018250"/>
                <a:gd name="connsiteX5" fmla="*/ 1853121 w 1895860"/>
                <a:gd name="connsiteY5" fmla="*/ 1634472 h 3018250"/>
                <a:gd name="connsiteX6" fmla="*/ 1291023 w 1895860"/>
                <a:gd name="connsiteY6" fmla="*/ 1859588 h 3018250"/>
                <a:gd name="connsiteX7" fmla="*/ 1791209 w 1895860"/>
                <a:gd name="connsiteY7" fmla="*/ 2320272 h 3018250"/>
                <a:gd name="connsiteX8" fmla="*/ 1459422 w 1895860"/>
                <a:gd name="connsiteY8" fmla="*/ 2498072 h 3018250"/>
                <a:gd name="connsiteX9" fmla="*/ 1472122 w 1895860"/>
                <a:gd name="connsiteY9" fmla="*/ 2967971 h 3018250"/>
                <a:gd name="connsiteX10" fmla="*/ 680 w 1895860"/>
                <a:gd name="connsiteY10" fmla="*/ 1470811 h 3018250"/>
                <a:gd name="connsiteX0" fmla="*/ 680 w 1896226"/>
                <a:gd name="connsiteY0" fmla="*/ 1470811 h 3018250"/>
                <a:gd name="connsiteX1" fmla="*/ 1316868 w 1896226"/>
                <a:gd name="connsiteY1" fmla="*/ 19421 h 3018250"/>
                <a:gd name="connsiteX2" fmla="*/ 1535623 w 1896226"/>
                <a:gd name="connsiteY2" fmla="*/ 504170 h 3018250"/>
                <a:gd name="connsiteX3" fmla="*/ 1895860 w 1896226"/>
                <a:gd name="connsiteY3" fmla="*/ 754688 h 3018250"/>
                <a:gd name="connsiteX4" fmla="*/ 1434021 w 1896226"/>
                <a:gd name="connsiteY4" fmla="*/ 1177271 h 3018250"/>
                <a:gd name="connsiteX5" fmla="*/ 1853121 w 1896226"/>
                <a:gd name="connsiteY5" fmla="*/ 1634472 h 3018250"/>
                <a:gd name="connsiteX6" fmla="*/ 1291023 w 1896226"/>
                <a:gd name="connsiteY6" fmla="*/ 1859588 h 3018250"/>
                <a:gd name="connsiteX7" fmla="*/ 1791209 w 1896226"/>
                <a:gd name="connsiteY7" fmla="*/ 2320272 h 3018250"/>
                <a:gd name="connsiteX8" fmla="*/ 1459422 w 1896226"/>
                <a:gd name="connsiteY8" fmla="*/ 2498072 h 3018250"/>
                <a:gd name="connsiteX9" fmla="*/ 1472122 w 1896226"/>
                <a:gd name="connsiteY9" fmla="*/ 2967971 h 3018250"/>
                <a:gd name="connsiteX10" fmla="*/ 680 w 1896226"/>
                <a:gd name="connsiteY10" fmla="*/ 1470811 h 3018250"/>
                <a:gd name="connsiteX0" fmla="*/ 680 w 1896277"/>
                <a:gd name="connsiteY0" fmla="*/ 1470811 h 3018250"/>
                <a:gd name="connsiteX1" fmla="*/ 1316868 w 1896277"/>
                <a:gd name="connsiteY1" fmla="*/ 19421 h 3018250"/>
                <a:gd name="connsiteX2" fmla="*/ 1535623 w 1896277"/>
                <a:gd name="connsiteY2" fmla="*/ 504170 h 3018250"/>
                <a:gd name="connsiteX3" fmla="*/ 1895860 w 1896277"/>
                <a:gd name="connsiteY3" fmla="*/ 754688 h 3018250"/>
                <a:gd name="connsiteX4" fmla="*/ 1434021 w 1896277"/>
                <a:gd name="connsiteY4" fmla="*/ 1177271 h 3018250"/>
                <a:gd name="connsiteX5" fmla="*/ 1853121 w 1896277"/>
                <a:gd name="connsiteY5" fmla="*/ 1634472 h 3018250"/>
                <a:gd name="connsiteX6" fmla="*/ 1291023 w 1896277"/>
                <a:gd name="connsiteY6" fmla="*/ 1859588 h 3018250"/>
                <a:gd name="connsiteX7" fmla="*/ 1791209 w 1896277"/>
                <a:gd name="connsiteY7" fmla="*/ 2320272 h 3018250"/>
                <a:gd name="connsiteX8" fmla="*/ 1459422 w 1896277"/>
                <a:gd name="connsiteY8" fmla="*/ 2498072 h 3018250"/>
                <a:gd name="connsiteX9" fmla="*/ 1472122 w 1896277"/>
                <a:gd name="connsiteY9" fmla="*/ 2967971 h 3018250"/>
                <a:gd name="connsiteX10" fmla="*/ 680 w 1896277"/>
                <a:gd name="connsiteY10" fmla="*/ 1470811 h 3018250"/>
                <a:gd name="connsiteX0" fmla="*/ 680 w 1896277"/>
                <a:gd name="connsiteY0" fmla="*/ 1470811 h 3018250"/>
                <a:gd name="connsiteX1" fmla="*/ 1316868 w 1896277"/>
                <a:gd name="connsiteY1" fmla="*/ 19421 h 3018250"/>
                <a:gd name="connsiteX2" fmla="*/ 1535623 w 1896277"/>
                <a:gd name="connsiteY2" fmla="*/ 504170 h 3018250"/>
                <a:gd name="connsiteX3" fmla="*/ 1895860 w 1896277"/>
                <a:gd name="connsiteY3" fmla="*/ 754688 h 3018250"/>
                <a:gd name="connsiteX4" fmla="*/ 1434021 w 1896277"/>
                <a:gd name="connsiteY4" fmla="*/ 1177271 h 3018250"/>
                <a:gd name="connsiteX5" fmla="*/ 1853121 w 1896277"/>
                <a:gd name="connsiteY5" fmla="*/ 1634472 h 3018250"/>
                <a:gd name="connsiteX6" fmla="*/ 1291023 w 1896277"/>
                <a:gd name="connsiteY6" fmla="*/ 1859588 h 3018250"/>
                <a:gd name="connsiteX7" fmla="*/ 1791209 w 1896277"/>
                <a:gd name="connsiteY7" fmla="*/ 2320272 h 3018250"/>
                <a:gd name="connsiteX8" fmla="*/ 1459422 w 1896277"/>
                <a:gd name="connsiteY8" fmla="*/ 2498072 h 3018250"/>
                <a:gd name="connsiteX9" fmla="*/ 1472122 w 1896277"/>
                <a:gd name="connsiteY9" fmla="*/ 2967971 h 3018250"/>
                <a:gd name="connsiteX10" fmla="*/ 680 w 1896277"/>
                <a:gd name="connsiteY10" fmla="*/ 1470811 h 3018250"/>
                <a:gd name="connsiteX0" fmla="*/ 441 w 1896038"/>
                <a:gd name="connsiteY0" fmla="*/ 1479415 h 3026854"/>
                <a:gd name="connsiteX1" fmla="*/ 1316629 w 1896038"/>
                <a:gd name="connsiteY1" fmla="*/ 28025 h 3026854"/>
                <a:gd name="connsiteX2" fmla="*/ 1325834 w 1896038"/>
                <a:gd name="connsiteY2" fmla="*/ 544524 h 3026854"/>
                <a:gd name="connsiteX3" fmla="*/ 1895621 w 1896038"/>
                <a:gd name="connsiteY3" fmla="*/ 763292 h 3026854"/>
                <a:gd name="connsiteX4" fmla="*/ 1433782 w 1896038"/>
                <a:gd name="connsiteY4" fmla="*/ 1185875 h 3026854"/>
                <a:gd name="connsiteX5" fmla="*/ 1852882 w 1896038"/>
                <a:gd name="connsiteY5" fmla="*/ 1643076 h 3026854"/>
                <a:gd name="connsiteX6" fmla="*/ 1290784 w 1896038"/>
                <a:gd name="connsiteY6" fmla="*/ 1868192 h 3026854"/>
                <a:gd name="connsiteX7" fmla="*/ 1790970 w 1896038"/>
                <a:gd name="connsiteY7" fmla="*/ 2328876 h 3026854"/>
                <a:gd name="connsiteX8" fmla="*/ 1459183 w 1896038"/>
                <a:gd name="connsiteY8" fmla="*/ 2506676 h 3026854"/>
                <a:gd name="connsiteX9" fmla="*/ 1471883 w 1896038"/>
                <a:gd name="connsiteY9" fmla="*/ 2976575 h 3026854"/>
                <a:gd name="connsiteX10" fmla="*/ 441 w 1896038"/>
                <a:gd name="connsiteY10" fmla="*/ 1479415 h 3026854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96080" h="3004476">
                  <a:moveTo>
                    <a:pt x="483" y="1457037"/>
                  </a:moveTo>
                  <a:cubicBezTo>
                    <a:pt x="-25393" y="965612"/>
                    <a:pt x="994172" y="-86188"/>
                    <a:pt x="1316671" y="5647"/>
                  </a:cubicBezTo>
                  <a:cubicBezTo>
                    <a:pt x="1639170" y="97482"/>
                    <a:pt x="2059640" y="528189"/>
                    <a:pt x="1325876" y="522146"/>
                  </a:cubicBezTo>
                  <a:cubicBezTo>
                    <a:pt x="1493812" y="541503"/>
                    <a:pt x="1864972" y="357268"/>
                    <a:pt x="1895663" y="740914"/>
                  </a:cubicBezTo>
                  <a:cubicBezTo>
                    <a:pt x="1912067" y="1367448"/>
                    <a:pt x="1439360" y="1099417"/>
                    <a:pt x="1433824" y="1163497"/>
                  </a:cubicBezTo>
                  <a:cubicBezTo>
                    <a:pt x="1354449" y="1225939"/>
                    <a:pt x="1828768" y="964291"/>
                    <a:pt x="1852924" y="1620698"/>
                  </a:cubicBezTo>
                  <a:cubicBezTo>
                    <a:pt x="1752097" y="2151930"/>
                    <a:pt x="1295588" y="1807714"/>
                    <a:pt x="1290826" y="1845814"/>
                  </a:cubicBezTo>
                  <a:cubicBezTo>
                    <a:pt x="1286063" y="1898202"/>
                    <a:pt x="1847878" y="1874647"/>
                    <a:pt x="1791012" y="2306498"/>
                  </a:cubicBezTo>
                  <a:cubicBezTo>
                    <a:pt x="1711824" y="2545970"/>
                    <a:pt x="1643851" y="2455943"/>
                    <a:pt x="1459225" y="2484298"/>
                  </a:cubicBezTo>
                  <a:cubicBezTo>
                    <a:pt x="1344925" y="2526631"/>
                    <a:pt x="1711584" y="2625275"/>
                    <a:pt x="1471925" y="2954197"/>
                  </a:cubicBezTo>
                  <a:cubicBezTo>
                    <a:pt x="809701" y="3278287"/>
                    <a:pt x="26359" y="1948462"/>
                    <a:pt x="483" y="1457037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Oval 76">
              <a:extLst>
                <a:ext uri="{FF2B5EF4-FFF2-40B4-BE49-F238E27FC236}">
                  <a16:creationId xmlns:a16="http://schemas.microsoft.com/office/drawing/2014/main" id="{D143ED81-8C4B-EFC5-D670-4578DF0227AD}"/>
                </a:ext>
              </a:extLst>
            </p:cNvPr>
            <p:cNvSpPr/>
            <p:nvPr/>
          </p:nvSpPr>
          <p:spPr>
            <a:xfrm>
              <a:off x="2771930" y="3362242"/>
              <a:ext cx="3812031" cy="2994394"/>
            </a:xfrm>
            <a:custGeom>
              <a:avLst/>
              <a:gdLst>
                <a:gd name="connsiteX0" fmla="*/ 0 w 2802962"/>
                <a:gd name="connsiteY0" fmla="*/ 1241530 h 2483060"/>
                <a:gd name="connsiteX1" fmla="*/ 1401481 w 2802962"/>
                <a:gd name="connsiteY1" fmla="*/ 0 h 2483060"/>
                <a:gd name="connsiteX2" fmla="*/ 2802962 w 2802962"/>
                <a:gd name="connsiteY2" fmla="*/ 1241530 h 2483060"/>
                <a:gd name="connsiteX3" fmla="*/ 1401481 w 2802962"/>
                <a:gd name="connsiteY3" fmla="*/ 2483060 h 2483060"/>
                <a:gd name="connsiteX4" fmla="*/ 0 w 2802962"/>
                <a:gd name="connsiteY4" fmla="*/ 1241530 h 2483060"/>
                <a:gd name="connsiteX0" fmla="*/ 621 w 2803583"/>
                <a:gd name="connsiteY0" fmla="*/ 1432030 h 2673560"/>
                <a:gd name="connsiteX1" fmla="*/ 1275102 w 2803583"/>
                <a:gd name="connsiteY1" fmla="*/ 0 h 2673560"/>
                <a:gd name="connsiteX2" fmla="*/ 2803583 w 2803583"/>
                <a:gd name="connsiteY2" fmla="*/ 1432030 h 2673560"/>
                <a:gd name="connsiteX3" fmla="*/ 1402102 w 2803583"/>
                <a:gd name="connsiteY3" fmla="*/ 2673560 h 2673560"/>
                <a:gd name="connsiteX4" fmla="*/ 621 w 2803583"/>
                <a:gd name="connsiteY4" fmla="*/ 1432030 h 2673560"/>
                <a:gd name="connsiteX0" fmla="*/ 281 w 3222343"/>
                <a:gd name="connsiteY0" fmla="*/ 467072 h 2775934"/>
                <a:gd name="connsiteX1" fmla="*/ 1693862 w 3222343"/>
                <a:gd name="connsiteY1" fmla="*/ 76442 h 2775934"/>
                <a:gd name="connsiteX2" fmla="*/ 3222343 w 3222343"/>
                <a:gd name="connsiteY2" fmla="*/ 1508472 h 2775934"/>
                <a:gd name="connsiteX3" fmla="*/ 1820862 w 3222343"/>
                <a:gd name="connsiteY3" fmla="*/ 2750002 h 2775934"/>
                <a:gd name="connsiteX4" fmla="*/ 281 w 3222343"/>
                <a:gd name="connsiteY4" fmla="*/ 467072 h 2775934"/>
                <a:gd name="connsiteX0" fmla="*/ 25 w 3222087"/>
                <a:gd name="connsiteY0" fmla="*/ 488207 h 2797069"/>
                <a:gd name="connsiteX1" fmla="*/ 1782506 w 3222087"/>
                <a:gd name="connsiteY1" fmla="*/ 72177 h 2797069"/>
                <a:gd name="connsiteX2" fmla="*/ 3222087 w 3222087"/>
                <a:gd name="connsiteY2" fmla="*/ 1529607 h 2797069"/>
                <a:gd name="connsiteX3" fmla="*/ 1820606 w 3222087"/>
                <a:gd name="connsiteY3" fmla="*/ 2771137 h 2797069"/>
                <a:gd name="connsiteX4" fmla="*/ 25 w 3222087"/>
                <a:gd name="connsiteY4" fmla="*/ 488207 h 2797069"/>
                <a:gd name="connsiteX0" fmla="*/ 25 w 3222087"/>
                <a:gd name="connsiteY0" fmla="*/ 477197 h 2786059"/>
                <a:gd name="connsiteX1" fmla="*/ 1782506 w 3222087"/>
                <a:gd name="connsiteY1" fmla="*/ 61167 h 2786059"/>
                <a:gd name="connsiteX2" fmla="*/ 3222087 w 3222087"/>
                <a:gd name="connsiteY2" fmla="*/ 1518597 h 2786059"/>
                <a:gd name="connsiteX3" fmla="*/ 1820606 w 3222087"/>
                <a:gd name="connsiteY3" fmla="*/ 2760127 h 2786059"/>
                <a:gd name="connsiteX4" fmla="*/ 25 w 3222087"/>
                <a:gd name="connsiteY4" fmla="*/ 477197 h 2786059"/>
                <a:gd name="connsiteX0" fmla="*/ 29 w 3222091"/>
                <a:gd name="connsiteY0" fmla="*/ 493731 h 2802593"/>
                <a:gd name="connsiteX1" fmla="*/ 1782510 w 3222091"/>
                <a:gd name="connsiteY1" fmla="*/ 77701 h 2802593"/>
                <a:gd name="connsiteX2" fmla="*/ 3222091 w 3222091"/>
                <a:gd name="connsiteY2" fmla="*/ 1535131 h 2802593"/>
                <a:gd name="connsiteX3" fmla="*/ 1820610 w 3222091"/>
                <a:gd name="connsiteY3" fmla="*/ 2776661 h 2802593"/>
                <a:gd name="connsiteX4" fmla="*/ 29 w 3222091"/>
                <a:gd name="connsiteY4" fmla="*/ 493731 h 2802593"/>
                <a:gd name="connsiteX0" fmla="*/ 314598 w 3536660"/>
                <a:gd name="connsiteY0" fmla="*/ 491004 h 2938449"/>
                <a:gd name="connsiteX1" fmla="*/ 2097079 w 3536660"/>
                <a:gd name="connsiteY1" fmla="*/ 74974 h 2938449"/>
                <a:gd name="connsiteX2" fmla="*/ 3536660 w 3536660"/>
                <a:gd name="connsiteY2" fmla="*/ 1532404 h 2938449"/>
                <a:gd name="connsiteX3" fmla="*/ 2135179 w 3536660"/>
                <a:gd name="connsiteY3" fmla="*/ 2773934 h 2938449"/>
                <a:gd name="connsiteX4" fmla="*/ 173861 w 3536660"/>
                <a:gd name="connsiteY4" fmla="*/ 2674780 h 2938449"/>
                <a:gd name="connsiteX5" fmla="*/ 314598 w 3536660"/>
                <a:gd name="connsiteY5" fmla="*/ 491004 h 2938449"/>
                <a:gd name="connsiteX0" fmla="*/ 314598 w 3536660"/>
                <a:gd name="connsiteY0" fmla="*/ 491004 h 2996718"/>
                <a:gd name="connsiteX1" fmla="*/ 2097079 w 3536660"/>
                <a:gd name="connsiteY1" fmla="*/ 74974 h 2996718"/>
                <a:gd name="connsiteX2" fmla="*/ 3536660 w 3536660"/>
                <a:gd name="connsiteY2" fmla="*/ 1532404 h 2996718"/>
                <a:gd name="connsiteX3" fmla="*/ 2236779 w 3536660"/>
                <a:gd name="connsiteY3" fmla="*/ 2875534 h 2996718"/>
                <a:gd name="connsiteX4" fmla="*/ 173861 w 3536660"/>
                <a:gd name="connsiteY4" fmla="*/ 2674780 h 2996718"/>
                <a:gd name="connsiteX5" fmla="*/ 314598 w 3536660"/>
                <a:gd name="connsiteY5" fmla="*/ 491004 h 2996718"/>
                <a:gd name="connsiteX0" fmla="*/ 314598 w 3536660"/>
                <a:gd name="connsiteY0" fmla="*/ 491004 h 2996718"/>
                <a:gd name="connsiteX1" fmla="*/ 2097079 w 3536660"/>
                <a:gd name="connsiteY1" fmla="*/ 74974 h 2996718"/>
                <a:gd name="connsiteX2" fmla="*/ 3536660 w 3536660"/>
                <a:gd name="connsiteY2" fmla="*/ 1532404 h 2996718"/>
                <a:gd name="connsiteX3" fmla="*/ 2274879 w 3536660"/>
                <a:gd name="connsiteY3" fmla="*/ 2875534 h 2996718"/>
                <a:gd name="connsiteX4" fmla="*/ 173861 w 3536660"/>
                <a:gd name="connsiteY4" fmla="*/ 2674780 h 2996718"/>
                <a:gd name="connsiteX5" fmla="*/ 314598 w 3536660"/>
                <a:gd name="connsiteY5" fmla="*/ 491004 h 2996718"/>
                <a:gd name="connsiteX0" fmla="*/ 261029 w 3571991"/>
                <a:gd name="connsiteY0" fmla="*/ 439640 h 3008854"/>
                <a:gd name="connsiteX1" fmla="*/ 2132410 w 3571991"/>
                <a:gd name="connsiteY1" fmla="*/ 87110 h 3008854"/>
                <a:gd name="connsiteX2" fmla="*/ 3571991 w 3571991"/>
                <a:gd name="connsiteY2" fmla="*/ 1544540 h 3008854"/>
                <a:gd name="connsiteX3" fmla="*/ 2310210 w 3571991"/>
                <a:gd name="connsiteY3" fmla="*/ 2887670 h 3008854"/>
                <a:gd name="connsiteX4" fmla="*/ 209192 w 3571991"/>
                <a:gd name="connsiteY4" fmla="*/ 2686916 h 3008854"/>
                <a:gd name="connsiteX5" fmla="*/ 261029 w 3571991"/>
                <a:gd name="connsiteY5" fmla="*/ 439640 h 3008854"/>
                <a:gd name="connsiteX0" fmla="*/ 497053 w 3808015"/>
                <a:gd name="connsiteY0" fmla="*/ 411016 h 2941589"/>
                <a:gd name="connsiteX1" fmla="*/ 2368434 w 3808015"/>
                <a:gd name="connsiteY1" fmla="*/ 58486 h 2941589"/>
                <a:gd name="connsiteX2" fmla="*/ 3808015 w 3808015"/>
                <a:gd name="connsiteY2" fmla="*/ 1515916 h 2941589"/>
                <a:gd name="connsiteX3" fmla="*/ 2546234 w 3808015"/>
                <a:gd name="connsiteY3" fmla="*/ 2859046 h 2941589"/>
                <a:gd name="connsiteX4" fmla="*/ 445216 w 3808015"/>
                <a:gd name="connsiteY4" fmla="*/ 2658292 h 2941589"/>
                <a:gd name="connsiteX5" fmla="*/ 717 w 3808015"/>
                <a:gd name="connsiteY5" fmla="*/ 1553390 h 2941589"/>
                <a:gd name="connsiteX6" fmla="*/ 497053 w 3808015"/>
                <a:gd name="connsiteY6" fmla="*/ 411016 h 2941589"/>
                <a:gd name="connsiteX0" fmla="*/ 497053 w 3808015"/>
                <a:gd name="connsiteY0" fmla="*/ 428984 h 2959557"/>
                <a:gd name="connsiteX1" fmla="*/ 2368434 w 3808015"/>
                <a:gd name="connsiteY1" fmla="*/ 76454 h 2959557"/>
                <a:gd name="connsiteX2" fmla="*/ 3808015 w 3808015"/>
                <a:gd name="connsiteY2" fmla="*/ 1533884 h 2959557"/>
                <a:gd name="connsiteX3" fmla="*/ 2546234 w 3808015"/>
                <a:gd name="connsiteY3" fmla="*/ 2877014 h 2959557"/>
                <a:gd name="connsiteX4" fmla="*/ 445216 w 3808015"/>
                <a:gd name="connsiteY4" fmla="*/ 2676260 h 2959557"/>
                <a:gd name="connsiteX5" fmla="*/ 717 w 3808015"/>
                <a:gd name="connsiteY5" fmla="*/ 1571358 h 2959557"/>
                <a:gd name="connsiteX6" fmla="*/ 497053 w 3808015"/>
                <a:gd name="connsiteY6" fmla="*/ 428984 h 2959557"/>
                <a:gd name="connsiteX0" fmla="*/ 497053 w 3808015"/>
                <a:gd name="connsiteY0" fmla="*/ 446329 h 2976902"/>
                <a:gd name="connsiteX1" fmla="*/ 2368434 w 3808015"/>
                <a:gd name="connsiteY1" fmla="*/ 93799 h 2976902"/>
                <a:gd name="connsiteX2" fmla="*/ 3808015 w 3808015"/>
                <a:gd name="connsiteY2" fmla="*/ 1551229 h 2976902"/>
                <a:gd name="connsiteX3" fmla="*/ 2546234 w 3808015"/>
                <a:gd name="connsiteY3" fmla="*/ 2894359 h 2976902"/>
                <a:gd name="connsiteX4" fmla="*/ 445216 w 3808015"/>
                <a:gd name="connsiteY4" fmla="*/ 2693605 h 2976902"/>
                <a:gd name="connsiteX5" fmla="*/ 717 w 3808015"/>
                <a:gd name="connsiteY5" fmla="*/ 1588703 h 2976902"/>
                <a:gd name="connsiteX6" fmla="*/ 497053 w 3808015"/>
                <a:gd name="connsiteY6" fmla="*/ 446329 h 2976902"/>
                <a:gd name="connsiteX0" fmla="*/ 497053 w 3808015"/>
                <a:gd name="connsiteY0" fmla="*/ 406822 h 2937395"/>
                <a:gd name="connsiteX1" fmla="*/ 2368434 w 3808015"/>
                <a:gd name="connsiteY1" fmla="*/ 54292 h 2937395"/>
                <a:gd name="connsiteX2" fmla="*/ 3808015 w 3808015"/>
                <a:gd name="connsiteY2" fmla="*/ 1511722 h 2937395"/>
                <a:gd name="connsiteX3" fmla="*/ 2546234 w 3808015"/>
                <a:gd name="connsiteY3" fmla="*/ 2854852 h 2937395"/>
                <a:gd name="connsiteX4" fmla="*/ 445216 w 3808015"/>
                <a:gd name="connsiteY4" fmla="*/ 2654098 h 2937395"/>
                <a:gd name="connsiteX5" fmla="*/ 717 w 3808015"/>
                <a:gd name="connsiteY5" fmla="*/ 1549196 h 2937395"/>
                <a:gd name="connsiteX6" fmla="*/ 497053 w 3808015"/>
                <a:gd name="connsiteY6" fmla="*/ 406822 h 2937395"/>
                <a:gd name="connsiteX0" fmla="*/ 497053 w 3808015"/>
                <a:gd name="connsiteY0" fmla="*/ 422210 h 2952783"/>
                <a:gd name="connsiteX1" fmla="*/ 2368434 w 3808015"/>
                <a:gd name="connsiteY1" fmla="*/ 69680 h 2952783"/>
                <a:gd name="connsiteX2" fmla="*/ 3808015 w 3808015"/>
                <a:gd name="connsiteY2" fmla="*/ 1527110 h 2952783"/>
                <a:gd name="connsiteX3" fmla="*/ 2546234 w 3808015"/>
                <a:gd name="connsiteY3" fmla="*/ 2870240 h 2952783"/>
                <a:gd name="connsiteX4" fmla="*/ 445216 w 3808015"/>
                <a:gd name="connsiteY4" fmla="*/ 2669486 h 2952783"/>
                <a:gd name="connsiteX5" fmla="*/ 717 w 3808015"/>
                <a:gd name="connsiteY5" fmla="*/ 1564584 h 2952783"/>
                <a:gd name="connsiteX6" fmla="*/ 497053 w 3808015"/>
                <a:gd name="connsiteY6" fmla="*/ 422210 h 2952783"/>
                <a:gd name="connsiteX0" fmla="*/ 497053 w 3808015"/>
                <a:gd name="connsiteY0" fmla="*/ 450160 h 2980733"/>
                <a:gd name="connsiteX1" fmla="*/ 2368434 w 3808015"/>
                <a:gd name="connsiteY1" fmla="*/ 97630 h 2980733"/>
                <a:gd name="connsiteX2" fmla="*/ 3808015 w 3808015"/>
                <a:gd name="connsiteY2" fmla="*/ 1555060 h 2980733"/>
                <a:gd name="connsiteX3" fmla="*/ 2546234 w 3808015"/>
                <a:gd name="connsiteY3" fmla="*/ 2898190 h 2980733"/>
                <a:gd name="connsiteX4" fmla="*/ 445216 w 3808015"/>
                <a:gd name="connsiteY4" fmla="*/ 2697436 h 2980733"/>
                <a:gd name="connsiteX5" fmla="*/ 717 w 3808015"/>
                <a:gd name="connsiteY5" fmla="*/ 1592534 h 2980733"/>
                <a:gd name="connsiteX6" fmla="*/ 497053 w 3808015"/>
                <a:gd name="connsiteY6" fmla="*/ 450160 h 2980733"/>
                <a:gd name="connsiteX0" fmla="*/ 497053 w 3808015"/>
                <a:gd name="connsiteY0" fmla="*/ 423912 h 2954485"/>
                <a:gd name="connsiteX1" fmla="*/ 2368434 w 3808015"/>
                <a:gd name="connsiteY1" fmla="*/ 45982 h 2954485"/>
                <a:gd name="connsiteX2" fmla="*/ 3808015 w 3808015"/>
                <a:gd name="connsiteY2" fmla="*/ 1528812 h 2954485"/>
                <a:gd name="connsiteX3" fmla="*/ 2546234 w 3808015"/>
                <a:gd name="connsiteY3" fmla="*/ 2871942 h 2954485"/>
                <a:gd name="connsiteX4" fmla="*/ 445216 w 3808015"/>
                <a:gd name="connsiteY4" fmla="*/ 2671188 h 2954485"/>
                <a:gd name="connsiteX5" fmla="*/ 717 w 3808015"/>
                <a:gd name="connsiteY5" fmla="*/ 1566286 h 2954485"/>
                <a:gd name="connsiteX6" fmla="*/ 497053 w 3808015"/>
                <a:gd name="connsiteY6" fmla="*/ 423912 h 2954485"/>
                <a:gd name="connsiteX0" fmla="*/ 497053 w 3808015"/>
                <a:gd name="connsiteY0" fmla="*/ 423912 h 2954485"/>
                <a:gd name="connsiteX1" fmla="*/ 2368434 w 3808015"/>
                <a:gd name="connsiteY1" fmla="*/ 45982 h 2954485"/>
                <a:gd name="connsiteX2" fmla="*/ 3808015 w 3808015"/>
                <a:gd name="connsiteY2" fmla="*/ 1528812 h 2954485"/>
                <a:gd name="connsiteX3" fmla="*/ 2546234 w 3808015"/>
                <a:gd name="connsiteY3" fmla="*/ 2871942 h 2954485"/>
                <a:gd name="connsiteX4" fmla="*/ 445216 w 3808015"/>
                <a:gd name="connsiteY4" fmla="*/ 2671188 h 2954485"/>
                <a:gd name="connsiteX5" fmla="*/ 717 w 3808015"/>
                <a:gd name="connsiteY5" fmla="*/ 1566286 h 2954485"/>
                <a:gd name="connsiteX6" fmla="*/ 497053 w 3808015"/>
                <a:gd name="connsiteY6" fmla="*/ 423912 h 2954485"/>
                <a:gd name="connsiteX0" fmla="*/ 497053 w 3808015"/>
                <a:gd name="connsiteY0" fmla="*/ 437578 h 2968151"/>
                <a:gd name="connsiteX1" fmla="*/ 2368434 w 3808015"/>
                <a:gd name="connsiteY1" fmla="*/ 59648 h 2968151"/>
                <a:gd name="connsiteX2" fmla="*/ 3808015 w 3808015"/>
                <a:gd name="connsiteY2" fmla="*/ 1542478 h 2968151"/>
                <a:gd name="connsiteX3" fmla="*/ 2546234 w 3808015"/>
                <a:gd name="connsiteY3" fmla="*/ 2885608 h 2968151"/>
                <a:gd name="connsiteX4" fmla="*/ 445216 w 3808015"/>
                <a:gd name="connsiteY4" fmla="*/ 2684854 h 2968151"/>
                <a:gd name="connsiteX5" fmla="*/ 717 w 3808015"/>
                <a:gd name="connsiteY5" fmla="*/ 1579952 h 2968151"/>
                <a:gd name="connsiteX6" fmla="*/ 497053 w 3808015"/>
                <a:gd name="connsiteY6" fmla="*/ 437578 h 2968151"/>
                <a:gd name="connsiteX0" fmla="*/ 501069 w 3812031"/>
                <a:gd name="connsiteY0" fmla="*/ 437578 h 2968151"/>
                <a:gd name="connsiteX1" fmla="*/ 2372450 w 3812031"/>
                <a:gd name="connsiteY1" fmla="*/ 59648 h 2968151"/>
                <a:gd name="connsiteX2" fmla="*/ 3812031 w 3812031"/>
                <a:gd name="connsiteY2" fmla="*/ 1542478 h 2968151"/>
                <a:gd name="connsiteX3" fmla="*/ 2550250 w 3812031"/>
                <a:gd name="connsiteY3" fmla="*/ 2885608 h 2968151"/>
                <a:gd name="connsiteX4" fmla="*/ 449232 w 3812031"/>
                <a:gd name="connsiteY4" fmla="*/ 2684854 h 2968151"/>
                <a:gd name="connsiteX5" fmla="*/ 4733 w 3812031"/>
                <a:gd name="connsiteY5" fmla="*/ 1579952 h 2968151"/>
                <a:gd name="connsiteX6" fmla="*/ 501069 w 3812031"/>
                <a:gd name="connsiteY6" fmla="*/ 437578 h 2968151"/>
                <a:gd name="connsiteX0" fmla="*/ 501069 w 3812031"/>
                <a:gd name="connsiteY0" fmla="*/ 437578 h 2994394"/>
                <a:gd name="connsiteX1" fmla="*/ 2372450 w 3812031"/>
                <a:gd name="connsiteY1" fmla="*/ 59648 h 2994394"/>
                <a:gd name="connsiteX2" fmla="*/ 3812031 w 3812031"/>
                <a:gd name="connsiteY2" fmla="*/ 1542478 h 2994394"/>
                <a:gd name="connsiteX3" fmla="*/ 2550250 w 3812031"/>
                <a:gd name="connsiteY3" fmla="*/ 2885608 h 2994394"/>
                <a:gd name="connsiteX4" fmla="*/ 449232 w 3812031"/>
                <a:gd name="connsiteY4" fmla="*/ 2684854 h 2994394"/>
                <a:gd name="connsiteX5" fmla="*/ 4733 w 3812031"/>
                <a:gd name="connsiteY5" fmla="*/ 1579952 h 2994394"/>
                <a:gd name="connsiteX6" fmla="*/ 501069 w 3812031"/>
                <a:gd name="connsiteY6" fmla="*/ 437578 h 299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2031" h="2994394">
                  <a:moveTo>
                    <a:pt x="501069" y="437578"/>
                  </a:moveTo>
                  <a:cubicBezTo>
                    <a:pt x="794088" y="69894"/>
                    <a:pt x="1769823" y="-99102"/>
                    <a:pt x="2372450" y="59648"/>
                  </a:cubicBezTo>
                  <a:cubicBezTo>
                    <a:pt x="2975077" y="218398"/>
                    <a:pt x="3812031" y="856800"/>
                    <a:pt x="3812031" y="1542478"/>
                  </a:cubicBezTo>
                  <a:cubicBezTo>
                    <a:pt x="3812031" y="2228156"/>
                    <a:pt x="3110717" y="2695212"/>
                    <a:pt x="2550250" y="2885608"/>
                  </a:cubicBezTo>
                  <a:cubicBezTo>
                    <a:pt x="1989784" y="3076004"/>
                    <a:pt x="862902" y="3020997"/>
                    <a:pt x="449232" y="2684854"/>
                  </a:cubicBezTo>
                  <a:cubicBezTo>
                    <a:pt x="60962" y="2463011"/>
                    <a:pt x="-3907" y="1954498"/>
                    <a:pt x="4733" y="1579952"/>
                  </a:cubicBezTo>
                  <a:cubicBezTo>
                    <a:pt x="-37428" y="976806"/>
                    <a:pt x="208050" y="805262"/>
                    <a:pt x="501069" y="437578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Arc 5">
              <a:extLst>
                <a:ext uri="{FF2B5EF4-FFF2-40B4-BE49-F238E27FC236}">
                  <a16:creationId xmlns:a16="http://schemas.microsoft.com/office/drawing/2014/main" id="{DBD4391D-DF67-6445-B99C-0BC5C7EE7559}"/>
                </a:ext>
              </a:extLst>
            </p:cNvPr>
            <p:cNvSpPr/>
            <p:nvPr/>
          </p:nvSpPr>
          <p:spPr>
            <a:xfrm rot="4016574">
              <a:off x="4009350" y="5991008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AA5012CD-A401-0C79-AD4D-3A38F9B8E8B7}"/>
                </a:ext>
              </a:extLst>
            </p:cNvPr>
            <p:cNvSpPr/>
            <p:nvPr/>
          </p:nvSpPr>
          <p:spPr>
            <a:xfrm rot="4016574">
              <a:off x="4157243" y="5310522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B632175E-E105-A199-90CE-8910887740D9}"/>
                </a:ext>
              </a:extLst>
            </p:cNvPr>
            <p:cNvSpPr/>
            <p:nvPr/>
          </p:nvSpPr>
          <p:spPr>
            <a:xfrm rot="4016574">
              <a:off x="4107945" y="5652360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2097161D-0AD3-130C-4BD1-A7FA8EE79F69}"/>
                </a:ext>
              </a:extLst>
            </p:cNvPr>
            <p:cNvSpPr/>
            <p:nvPr/>
          </p:nvSpPr>
          <p:spPr>
            <a:xfrm rot="4016574">
              <a:off x="4256359" y="4993894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724FAC7F-690C-9303-252B-57A9A0957E9F}"/>
                </a:ext>
              </a:extLst>
            </p:cNvPr>
            <p:cNvSpPr/>
            <p:nvPr/>
          </p:nvSpPr>
          <p:spPr>
            <a:xfrm rot="4016574">
              <a:off x="4320721" y="5507265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17207011-DC4B-7C71-A69C-A4555F83E3C1}"/>
                </a:ext>
              </a:extLst>
            </p:cNvPr>
            <p:cNvSpPr/>
            <p:nvPr/>
          </p:nvSpPr>
          <p:spPr>
            <a:xfrm rot="4016574">
              <a:off x="3898115" y="5814916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21AEDF30-DA95-E0B8-68F2-26971ACE607D}"/>
                </a:ext>
              </a:extLst>
            </p:cNvPr>
            <p:cNvSpPr/>
            <p:nvPr/>
          </p:nvSpPr>
          <p:spPr>
            <a:xfrm rot="4016574">
              <a:off x="4545190" y="4711971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8768DA67-CC9D-33CA-3365-5B0220DEA36C}"/>
                </a:ext>
              </a:extLst>
            </p:cNvPr>
            <p:cNvSpPr/>
            <p:nvPr/>
          </p:nvSpPr>
          <p:spPr>
            <a:xfrm rot="4016574">
              <a:off x="3972372" y="5532994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5C36E759-4364-B013-8650-C950F0F7C4C2}"/>
                </a:ext>
              </a:extLst>
            </p:cNvPr>
            <p:cNvSpPr/>
            <p:nvPr/>
          </p:nvSpPr>
          <p:spPr>
            <a:xfrm rot="4016574">
              <a:off x="4009456" y="5213746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EDE13CD3-1C44-93DA-C202-F7DDADB381D4}"/>
                </a:ext>
              </a:extLst>
            </p:cNvPr>
            <p:cNvSpPr/>
            <p:nvPr/>
          </p:nvSpPr>
          <p:spPr>
            <a:xfrm rot="4016574">
              <a:off x="4231292" y="5821820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Arc 136">
              <a:extLst>
                <a:ext uri="{FF2B5EF4-FFF2-40B4-BE49-F238E27FC236}">
                  <a16:creationId xmlns:a16="http://schemas.microsoft.com/office/drawing/2014/main" id="{F3E442CA-750D-30A0-7569-04254371A9A1}"/>
                </a:ext>
              </a:extLst>
            </p:cNvPr>
            <p:cNvSpPr/>
            <p:nvPr/>
          </p:nvSpPr>
          <p:spPr>
            <a:xfrm rot="4016574">
              <a:off x="4345233" y="5235082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" name="Arc 137">
              <a:extLst>
                <a:ext uri="{FF2B5EF4-FFF2-40B4-BE49-F238E27FC236}">
                  <a16:creationId xmlns:a16="http://schemas.microsoft.com/office/drawing/2014/main" id="{A073226D-3898-0452-2706-486312EAC5DC}"/>
                </a:ext>
              </a:extLst>
            </p:cNvPr>
            <p:cNvSpPr/>
            <p:nvPr/>
          </p:nvSpPr>
          <p:spPr>
            <a:xfrm rot="4016574">
              <a:off x="4075226" y="4874962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Arc 138">
              <a:extLst>
                <a:ext uri="{FF2B5EF4-FFF2-40B4-BE49-F238E27FC236}">
                  <a16:creationId xmlns:a16="http://schemas.microsoft.com/office/drawing/2014/main" id="{6B8B4289-7E48-962E-BF27-202D9F8E153D}"/>
                </a:ext>
              </a:extLst>
            </p:cNvPr>
            <p:cNvSpPr/>
            <p:nvPr/>
          </p:nvSpPr>
          <p:spPr>
            <a:xfrm rot="4016574">
              <a:off x="4074806" y="4581730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" name="Arc 139">
              <a:extLst>
                <a:ext uri="{FF2B5EF4-FFF2-40B4-BE49-F238E27FC236}">
                  <a16:creationId xmlns:a16="http://schemas.microsoft.com/office/drawing/2014/main" id="{AC1E04D5-5E89-58C7-972D-D8A55EFC5313}"/>
                </a:ext>
              </a:extLst>
            </p:cNvPr>
            <p:cNvSpPr/>
            <p:nvPr/>
          </p:nvSpPr>
          <p:spPr>
            <a:xfrm rot="4016574">
              <a:off x="4050436" y="4288361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" name="Arc 140">
              <a:extLst>
                <a:ext uri="{FF2B5EF4-FFF2-40B4-BE49-F238E27FC236}">
                  <a16:creationId xmlns:a16="http://schemas.microsoft.com/office/drawing/2014/main" id="{EB570911-D393-94BD-51A8-40FEB798DB60}"/>
                </a:ext>
              </a:extLst>
            </p:cNvPr>
            <p:cNvSpPr/>
            <p:nvPr/>
          </p:nvSpPr>
          <p:spPr>
            <a:xfrm rot="4016574">
              <a:off x="4002553" y="4007138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Arc 141">
              <a:extLst>
                <a:ext uri="{FF2B5EF4-FFF2-40B4-BE49-F238E27FC236}">
                  <a16:creationId xmlns:a16="http://schemas.microsoft.com/office/drawing/2014/main" id="{7761A7A5-5057-84CF-DE7C-4082707D5AA5}"/>
                </a:ext>
              </a:extLst>
            </p:cNvPr>
            <p:cNvSpPr/>
            <p:nvPr/>
          </p:nvSpPr>
          <p:spPr>
            <a:xfrm rot="2839385">
              <a:off x="3720112" y="3474822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" name="Arc 142">
              <a:extLst>
                <a:ext uri="{FF2B5EF4-FFF2-40B4-BE49-F238E27FC236}">
                  <a16:creationId xmlns:a16="http://schemas.microsoft.com/office/drawing/2014/main" id="{49F8A86B-89CE-9599-2EAA-5A532FDB50D8}"/>
                </a:ext>
              </a:extLst>
            </p:cNvPr>
            <p:cNvSpPr/>
            <p:nvPr/>
          </p:nvSpPr>
          <p:spPr>
            <a:xfrm rot="2839385">
              <a:off x="3884367" y="3754173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Arc 143">
              <a:extLst>
                <a:ext uri="{FF2B5EF4-FFF2-40B4-BE49-F238E27FC236}">
                  <a16:creationId xmlns:a16="http://schemas.microsoft.com/office/drawing/2014/main" id="{BECF6101-7B36-A766-C067-4213DAB64466}"/>
                </a:ext>
              </a:extLst>
            </p:cNvPr>
            <p:cNvSpPr/>
            <p:nvPr/>
          </p:nvSpPr>
          <p:spPr>
            <a:xfrm rot="2839385">
              <a:off x="3948160" y="3551815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Arc 144">
              <a:extLst>
                <a:ext uri="{FF2B5EF4-FFF2-40B4-BE49-F238E27FC236}">
                  <a16:creationId xmlns:a16="http://schemas.microsoft.com/office/drawing/2014/main" id="{E900726F-0A0D-9EA6-A1B8-8B3EE582FA04}"/>
                </a:ext>
              </a:extLst>
            </p:cNvPr>
            <p:cNvSpPr/>
            <p:nvPr/>
          </p:nvSpPr>
          <p:spPr>
            <a:xfrm rot="2839385">
              <a:off x="4101208" y="3869078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Arc 145">
              <a:extLst>
                <a:ext uri="{FF2B5EF4-FFF2-40B4-BE49-F238E27FC236}">
                  <a16:creationId xmlns:a16="http://schemas.microsoft.com/office/drawing/2014/main" id="{66287E98-72F3-1849-5D0D-5CF2C21ED6E7}"/>
                </a:ext>
              </a:extLst>
            </p:cNvPr>
            <p:cNvSpPr/>
            <p:nvPr/>
          </p:nvSpPr>
          <p:spPr>
            <a:xfrm rot="2839385">
              <a:off x="4189531" y="4148253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Arc 146">
              <a:extLst>
                <a:ext uri="{FF2B5EF4-FFF2-40B4-BE49-F238E27FC236}">
                  <a16:creationId xmlns:a16="http://schemas.microsoft.com/office/drawing/2014/main" id="{4FC0C308-323B-2500-83DE-62D0F95564FE}"/>
                </a:ext>
              </a:extLst>
            </p:cNvPr>
            <p:cNvSpPr/>
            <p:nvPr/>
          </p:nvSpPr>
          <p:spPr>
            <a:xfrm rot="2839385">
              <a:off x="4243286" y="4479021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" name="Arc 147">
              <a:extLst>
                <a:ext uri="{FF2B5EF4-FFF2-40B4-BE49-F238E27FC236}">
                  <a16:creationId xmlns:a16="http://schemas.microsoft.com/office/drawing/2014/main" id="{187C7F12-A521-0D00-DD4E-651B28423562}"/>
                </a:ext>
              </a:extLst>
            </p:cNvPr>
            <p:cNvSpPr/>
            <p:nvPr/>
          </p:nvSpPr>
          <p:spPr>
            <a:xfrm rot="2839385">
              <a:off x="4053649" y="3410027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" name="Arc 148">
              <a:extLst>
                <a:ext uri="{FF2B5EF4-FFF2-40B4-BE49-F238E27FC236}">
                  <a16:creationId xmlns:a16="http://schemas.microsoft.com/office/drawing/2014/main" id="{6E9072FA-1BDC-AE06-E7F8-B8C0E8D053C7}"/>
                </a:ext>
              </a:extLst>
            </p:cNvPr>
            <p:cNvSpPr/>
            <p:nvPr/>
          </p:nvSpPr>
          <p:spPr>
            <a:xfrm rot="2839385">
              <a:off x="4204935" y="3613162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Arc 149">
              <a:extLst>
                <a:ext uri="{FF2B5EF4-FFF2-40B4-BE49-F238E27FC236}">
                  <a16:creationId xmlns:a16="http://schemas.microsoft.com/office/drawing/2014/main" id="{F5071D3E-2175-2F05-EFBF-997725CFABCB}"/>
                </a:ext>
              </a:extLst>
            </p:cNvPr>
            <p:cNvSpPr/>
            <p:nvPr/>
          </p:nvSpPr>
          <p:spPr>
            <a:xfrm rot="2839385">
              <a:off x="4369597" y="4235252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Arc 150">
              <a:extLst>
                <a:ext uri="{FF2B5EF4-FFF2-40B4-BE49-F238E27FC236}">
                  <a16:creationId xmlns:a16="http://schemas.microsoft.com/office/drawing/2014/main" id="{43CFD66A-CA50-30DE-BAAC-B816D2D079AE}"/>
                </a:ext>
              </a:extLst>
            </p:cNvPr>
            <p:cNvSpPr/>
            <p:nvPr/>
          </p:nvSpPr>
          <p:spPr>
            <a:xfrm rot="2839385">
              <a:off x="4305240" y="4743174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Arc 151">
              <a:extLst>
                <a:ext uri="{FF2B5EF4-FFF2-40B4-BE49-F238E27FC236}">
                  <a16:creationId xmlns:a16="http://schemas.microsoft.com/office/drawing/2014/main" id="{1C382ADD-6F23-3D40-31F2-038ADFB1C7CB}"/>
                </a:ext>
              </a:extLst>
            </p:cNvPr>
            <p:cNvSpPr/>
            <p:nvPr/>
          </p:nvSpPr>
          <p:spPr>
            <a:xfrm rot="2839385">
              <a:off x="4458449" y="4563657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Arc 152">
              <a:extLst>
                <a:ext uri="{FF2B5EF4-FFF2-40B4-BE49-F238E27FC236}">
                  <a16:creationId xmlns:a16="http://schemas.microsoft.com/office/drawing/2014/main" id="{8C702C43-436A-3856-0E80-1BA15D3612F8}"/>
                </a:ext>
              </a:extLst>
            </p:cNvPr>
            <p:cNvSpPr/>
            <p:nvPr/>
          </p:nvSpPr>
          <p:spPr>
            <a:xfrm rot="2839385">
              <a:off x="4306411" y="3915871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Arc 153">
              <a:extLst>
                <a:ext uri="{FF2B5EF4-FFF2-40B4-BE49-F238E27FC236}">
                  <a16:creationId xmlns:a16="http://schemas.microsoft.com/office/drawing/2014/main" id="{189F2DB3-D4B3-F509-FF97-C8089CDBD193}"/>
                </a:ext>
              </a:extLst>
            </p:cNvPr>
            <p:cNvSpPr/>
            <p:nvPr/>
          </p:nvSpPr>
          <p:spPr>
            <a:xfrm rot="2839385">
              <a:off x="4470714" y="5033051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Arc 154">
              <a:extLst>
                <a:ext uri="{FF2B5EF4-FFF2-40B4-BE49-F238E27FC236}">
                  <a16:creationId xmlns:a16="http://schemas.microsoft.com/office/drawing/2014/main" id="{3847C3A6-575E-AE1E-F5A6-4B805E28C51B}"/>
                </a:ext>
              </a:extLst>
            </p:cNvPr>
            <p:cNvSpPr/>
            <p:nvPr/>
          </p:nvSpPr>
          <p:spPr>
            <a:xfrm rot="2839385">
              <a:off x="4497347" y="5464548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" name="Arc 155">
              <a:extLst>
                <a:ext uri="{FF2B5EF4-FFF2-40B4-BE49-F238E27FC236}">
                  <a16:creationId xmlns:a16="http://schemas.microsoft.com/office/drawing/2014/main" id="{254E54A3-ED5B-16AC-9687-B92D4B84284E}"/>
                </a:ext>
              </a:extLst>
            </p:cNvPr>
            <p:cNvSpPr/>
            <p:nvPr/>
          </p:nvSpPr>
          <p:spPr>
            <a:xfrm rot="2839385">
              <a:off x="4420001" y="5754862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Arc 156">
              <a:extLst>
                <a:ext uri="{FF2B5EF4-FFF2-40B4-BE49-F238E27FC236}">
                  <a16:creationId xmlns:a16="http://schemas.microsoft.com/office/drawing/2014/main" id="{F7D0AC54-68BD-F9B2-26B7-0FFB77EF1DCC}"/>
                </a:ext>
              </a:extLst>
            </p:cNvPr>
            <p:cNvSpPr/>
            <p:nvPr/>
          </p:nvSpPr>
          <p:spPr>
            <a:xfrm rot="4016574">
              <a:off x="4238397" y="6068028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Arc 157">
              <a:extLst>
                <a:ext uri="{FF2B5EF4-FFF2-40B4-BE49-F238E27FC236}">
                  <a16:creationId xmlns:a16="http://schemas.microsoft.com/office/drawing/2014/main" id="{3B72A90D-DAB7-3799-344F-B4651299BA4C}"/>
                </a:ext>
              </a:extLst>
            </p:cNvPr>
            <p:cNvSpPr/>
            <p:nvPr/>
          </p:nvSpPr>
          <p:spPr>
            <a:xfrm rot="4016574">
              <a:off x="4491778" y="5915815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Arc 158">
              <a:extLst>
                <a:ext uri="{FF2B5EF4-FFF2-40B4-BE49-F238E27FC236}">
                  <a16:creationId xmlns:a16="http://schemas.microsoft.com/office/drawing/2014/main" id="{CA1BC91E-5986-3736-5102-2E1C2FA929FB}"/>
                </a:ext>
              </a:extLst>
            </p:cNvPr>
            <p:cNvSpPr/>
            <p:nvPr/>
          </p:nvSpPr>
          <p:spPr>
            <a:xfrm rot="4016574">
              <a:off x="4617996" y="6055951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Arc 159">
              <a:extLst>
                <a:ext uri="{FF2B5EF4-FFF2-40B4-BE49-F238E27FC236}">
                  <a16:creationId xmlns:a16="http://schemas.microsoft.com/office/drawing/2014/main" id="{A0E9424E-1F22-1CCD-13EC-E3B96DE2A2D6}"/>
                </a:ext>
              </a:extLst>
            </p:cNvPr>
            <p:cNvSpPr/>
            <p:nvPr/>
          </p:nvSpPr>
          <p:spPr>
            <a:xfrm rot="4016574">
              <a:off x="4643096" y="5661768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Arc 160">
              <a:extLst>
                <a:ext uri="{FF2B5EF4-FFF2-40B4-BE49-F238E27FC236}">
                  <a16:creationId xmlns:a16="http://schemas.microsoft.com/office/drawing/2014/main" id="{5861DDBD-1282-F33A-1DB0-F40B2FC519D4}"/>
                </a:ext>
              </a:extLst>
            </p:cNvPr>
            <p:cNvSpPr/>
            <p:nvPr/>
          </p:nvSpPr>
          <p:spPr>
            <a:xfrm rot="4016574">
              <a:off x="4617995" y="5216134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Arc 161">
              <a:extLst>
                <a:ext uri="{FF2B5EF4-FFF2-40B4-BE49-F238E27FC236}">
                  <a16:creationId xmlns:a16="http://schemas.microsoft.com/office/drawing/2014/main" id="{86684475-133F-4AAA-1A58-D165A85550A2}"/>
                </a:ext>
              </a:extLst>
            </p:cNvPr>
            <p:cNvSpPr/>
            <p:nvPr/>
          </p:nvSpPr>
          <p:spPr>
            <a:xfrm rot="4016574">
              <a:off x="4708284" y="4937964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Arc 162">
              <a:extLst>
                <a:ext uri="{FF2B5EF4-FFF2-40B4-BE49-F238E27FC236}">
                  <a16:creationId xmlns:a16="http://schemas.microsoft.com/office/drawing/2014/main" id="{6432C045-EC2C-3015-BF18-870AD7F837A6}"/>
                </a:ext>
              </a:extLst>
            </p:cNvPr>
            <p:cNvSpPr/>
            <p:nvPr/>
          </p:nvSpPr>
          <p:spPr>
            <a:xfrm rot="4016574">
              <a:off x="4732688" y="4658390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Arc 163">
              <a:extLst>
                <a:ext uri="{FF2B5EF4-FFF2-40B4-BE49-F238E27FC236}">
                  <a16:creationId xmlns:a16="http://schemas.microsoft.com/office/drawing/2014/main" id="{EDCBD6EB-62D2-42A6-BEB7-5731BDF5FAE8}"/>
                </a:ext>
              </a:extLst>
            </p:cNvPr>
            <p:cNvSpPr/>
            <p:nvPr/>
          </p:nvSpPr>
          <p:spPr>
            <a:xfrm rot="2839385">
              <a:off x="4635623" y="4348815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" name="Arc 164">
              <a:extLst>
                <a:ext uri="{FF2B5EF4-FFF2-40B4-BE49-F238E27FC236}">
                  <a16:creationId xmlns:a16="http://schemas.microsoft.com/office/drawing/2014/main" id="{8AB8151B-C1C9-8DF3-A2FE-BEEFCE002107}"/>
                </a:ext>
              </a:extLst>
            </p:cNvPr>
            <p:cNvSpPr/>
            <p:nvPr/>
          </p:nvSpPr>
          <p:spPr>
            <a:xfrm rot="2839385">
              <a:off x="4546244" y="4082792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" name="Arc 165">
              <a:extLst>
                <a:ext uri="{FF2B5EF4-FFF2-40B4-BE49-F238E27FC236}">
                  <a16:creationId xmlns:a16="http://schemas.microsoft.com/office/drawing/2014/main" id="{3DD56F83-3BAE-622E-D1C8-679E025D2744}"/>
                </a:ext>
              </a:extLst>
            </p:cNvPr>
            <p:cNvSpPr/>
            <p:nvPr/>
          </p:nvSpPr>
          <p:spPr>
            <a:xfrm rot="2839385">
              <a:off x="4458367" y="3752781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Arc 166">
              <a:extLst>
                <a:ext uri="{FF2B5EF4-FFF2-40B4-BE49-F238E27FC236}">
                  <a16:creationId xmlns:a16="http://schemas.microsoft.com/office/drawing/2014/main" id="{3A1376D5-C499-EE87-38E5-4C8A9320B2B1}"/>
                </a:ext>
              </a:extLst>
            </p:cNvPr>
            <p:cNvSpPr/>
            <p:nvPr/>
          </p:nvSpPr>
          <p:spPr>
            <a:xfrm rot="2839385">
              <a:off x="4333284" y="3486962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" name="Arc 167">
              <a:extLst>
                <a:ext uri="{FF2B5EF4-FFF2-40B4-BE49-F238E27FC236}">
                  <a16:creationId xmlns:a16="http://schemas.microsoft.com/office/drawing/2014/main" id="{E6BE116C-1AA1-9A30-D9B4-96BA23EABEC9}"/>
                </a:ext>
              </a:extLst>
            </p:cNvPr>
            <p:cNvSpPr/>
            <p:nvPr/>
          </p:nvSpPr>
          <p:spPr>
            <a:xfrm rot="2839385">
              <a:off x="4664763" y="3651262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Arc 168">
              <a:extLst>
                <a:ext uri="{FF2B5EF4-FFF2-40B4-BE49-F238E27FC236}">
                  <a16:creationId xmlns:a16="http://schemas.microsoft.com/office/drawing/2014/main" id="{3AC0972B-3C08-2C21-42EE-E74C6ECAD2D4}"/>
                </a:ext>
              </a:extLst>
            </p:cNvPr>
            <p:cNvSpPr/>
            <p:nvPr/>
          </p:nvSpPr>
          <p:spPr>
            <a:xfrm rot="2839385">
              <a:off x="4701249" y="3943949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" name="Arc 169">
              <a:extLst>
                <a:ext uri="{FF2B5EF4-FFF2-40B4-BE49-F238E27FC236}">
                  <a16:creationId xmlns:a16="http://schemas.microsoft.com/office/drawing/2014/main" id="{AC38B908-9C22-2762-CDAE-696A71134409}"/>
                </a:ext>
              </a:extLst>
            </p:cNvPr>
            <p:cNvSpPr/>
            <p:nvPr/>
          </p:nvSpPr>
          <p:spPr>
            <a:xfrm rot="2839385">
              <a:off x="4830284" y="4236486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Arc 170">
              <a:extLst>
                <a:ext uri="{FF2B5EF4-FFF2-40B4-BE49-F238E27FC236}">
                  <a16:creationId xmlns:a16="http://schemas.microsoft.com/office/drawing/2014/main" id="{2473D4A9-ECE6-92DD-2A48-2D0CC8E3CCD4}"/>
                </a:ext>
              </a:extLst>
            </p:cNvPr>
            <p:cNvSpPr/>
            <p:nvPr/>
          </p:nvSpPr>
          <p:spPr>
            <a:xfrm rot="2839385">
              <a:off x="4805342" y="3523780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DD26DD07-D085-B090-28B7-CB2ADCE5E048}"/>
                </a:ext>
              </a:extLst>
            </p:cNvPr>
            <p:cNvSpPr/>
            <p:nvPr/>
          </p:nvSpPr>
          <p:spPr>
            <a:xfrm rot="2839385">
              <a:off x="4909775" y="3827472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" name="Arc 172">
              <a:extLst>
                <a:ext uri="{FF2B5EF4-FFF2-40B4-BE49-F238E27FC236}">
                  <a16:creationId xmlns:a16="http://schemas.microsoft.com/office/drawing/2014/main" id="{DE285DEE-CF6B-8BA4-371A-11BD666D1934}"/>
                </a:ext>
              </a:extLst>
            </p:cNvPr>
            <p:cNvSpPr/>
            <p:nvPr/>
          </p:nvSpPr>
          <p:spPr>
            <a:xfrm rot="2839385">
              <a:off x="4985602" y="4081499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" name="Arc 173">
              <a:extLst>
                <a:ext uri="{FF2B5EF4-FFF2-40B4-BE49-F238E27FC236}">
                  <a16:creationId xmlns:a16="http://schemas.microsoft.com/office/drawing/2014/main" id="{D35B8A09-50B4-1405-0BE7-BB27F7870114}"/>
                </a:ext>
              </a:extLst>
            </p:cNvPr>
            <p:cNvSpPr/>
            <p:nvPr/>
          </p:nvSpPr>
          <p:spPr>
            <a:xfrm rot="2839385">
              <a:off x="4894479" y="4500026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D165B218-D47C-5050-8C70-C4DFA19A3DF2}"/>
                </a:ext>
              </a:extLst>
            </p:cNvPr>
            <p:cNvSpPr/>
            <p:nvPr/>
          </p:nvSpPr>
          <p:spPr>
            <a:xfrm rot="2839385">
              <a:off x="5146984" y="3903343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" name="Arc 175">
              <a:extLst>
                <a:ext uri="{FF2B5EF4-FFF2-40B4-BE49-F238E27FC236}">
                  <a16:creationId xmlns:a16="http://schemas.microsoft.com/office/drawing/2014/main" id="{2DC56E5C-C103-2AFD-7FC0-EEACDF765CA3}"/>
                </a:ext>
              </a:extLst>
            </p:cNvPr>
            <p:cNvSpPr/>
            <p:nvPr/>
          </p:nvSpPr>
          <p:spPr>
            <a:xfrm rot="2839385">
              <a:off x="5071187" y="3610646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Arc 176">
              <a:extLst>
                <a:ext uri="{FF2B5EF4-FFF2-40B4-BE49-F238E27FC236}">
                  <a16:creationId xmlns:a16="http://schemas.microsoft.com/office/drawing/2014/main" id="{785A41F2-5DFF-ABB0-38A0-53FFE464D535}"/>
                </a:ext>
              </a:extLst>
            </p:cNvPr>
            <p:cNvSpPr/>
            <p:nvPr/>
          </p:nvSpPr>
          <p:spPr>
            <a:xfrm rot="2839385">
              <a:off x="5236135" y="3558915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DE52D2A2-B698-BB52-C97D-A6A905B2D231}"/>
                </a:ext>
              </a:extLst>
            </p:cNvPr>
            <p:cNvSpPr/>
            <p:nvPr/>
          </p:nvSpPr>
          <p:spPr>
            <a:xfrm rot="2839385">
              <a:off x="5308993" y="3813049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" name="Arc 178">
              <a:extLst>
                <a:ext uri="{FF2B5EF4-FFF2-40B4-BE49-F238E27FC236}">
                  <a16:creationId xmlns:a16="http://schemas.microsoft.com/office/drawing/2014/main" id="{E272867E-3D0E-835F-4E09-F6845FB5CECD}"/>
                </a:ext>
              </a:extLst>
            </p:cNvPr>
            <p:cNvSpPr/>
            <p:nvPr/>
          </p:nvSpPr>
          <p:spPr>
            <a:xfrm rot="2839385">
              <a:off x="5068849" y="4396771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" name="Arc 179">
              <a:extLst>
                <a:ext uri="{FF2B5EF4-FFF2-40B4-BE49-F238E27FC236}">
                  <a16:creationId xmlns:a16="http://schemas.microsoft.com/office/drawing/2014/main" id="{FC286A0F-5159-8947-4814-189CB7DD832A}"/>
                </a:ext>
              </a:extLst>
            </p:cNvPr>
            <p:cNvSpPr/>
            <p:nvPr/>
          </p:nvSpPr>
          <p:spPr>
            <a:xfrm rot="2839385">
              <a:off x="5221559" y="4205807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" name="Arc 180">
              <a:extLst>
                <a:ext uri="{FF2B5EF4-FFF2-40B4-BE49-F238E27FC236}">
                  <a16:creationId xmlns:a16="http://schemas.microsoft.com/office/drawing/2014/main" id="{76E9ECEB-51CD-13D1-47A9-B5CFE6E86F3E}"/>
                </a:ext>
              </a:extLst>
            </p:cNvPr>
            <p:cNvSpPr/>
            <p:nvPr/>
          </p:nvSpPr>
          <p:spPr>
            <a:xfrm rot="2839385">
              <a:off x="5387232" y="4102917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" name="Arc 181">
              <a:extLst>
                <a:ext uri="{FF2B5EF4-FFF2-40B4-BE49-F238E27FC236}">
                  <a16:creationId xmlns:a16="http://schemas.microsoft.com/office/drawing/2014/main" id="{FB1DD87E-3FF6-DC45-1FD3-1B7CDED61090}"/>
                </a:ext>
              </a:extLst>
            </p:cNvPr>
            <p:cNvSpPr/>
            <p:nvPr/>
          </p:nvSpPr>
          <p:spPr>
            <a:xfrm rot="2839385">
              <a:off x="5260529" y="4470871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" name="Arc 182">
              <a:extLst>
                <a:ext uri="{FF2B5EF4-FFF2-40B4-BE49-F238E27FC236}">
                  <a16:creationId xmlns:a16="http://schemas.microsoft.com/office/drawing/2014/main" id="{5A3584DC-5625-5FBF-2911-B0969C3BC0CD}"/>
                </a:ext>
              </a:extLst>
            </p:cNvPr>
            <p:cNvSpPr/>
            <p:nvPr/>
          </p:nvSpPr>
          <p:spPr>
            <a:xfrm rot="2839385">
              <a:off x="5096202" y="4688337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" name="Arc 183">
              <a:extLst>
                <a:ext uri="{FF2B5EF4-FFF2-40B4-BE49-F238E27FC236}">
                  <a16:creationId xmlns:a16="http://schemas.microsoft.com/office/drawing/2014/main" id="{712EFB01-D9F7-AA0B-843B-8E9C7978CEDD}"/>
                </a:ext>
              </a:extLst>
            </p:cNvPr>
            <p:cNvSpPr/>
            <p:nvPr/>
          </p:nvSpPr>
          <p:spPr>
            <a:xfrm rot="2839385">
              <a:off x="4932782" y="4764726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" name="Arc 184">
              <a:extLst>
                <a:ext uri="{FF2B5EF4-FFF2-40B4-BE49-F238E27FC236}">
                  <a16:creationId xmlns:a16="http://schemas.microsoft.com/office/drawing/2014/main" id="{AE4B97B9-DF53-B0D5-1026-188BD687E042}"/>
                </a:ext>
              </a:extLst>
            </p:cNvPr>
            <p:cNvSpPr/>
            <p:nvPr/>
          </p:nvSpPr>
          <p:spPr>
            <a:xfrm rot="2839385">
              <a:off x="5440452" y="3697879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" name="Arc 185">
              <a:extLst>
                <a:ext uri="{FF2B5EF4-FFF2-40B4-BE49-F238E27FC236}">
                  <a16:creationId xmlns:a16="http://schemas.microsoft.com/office/drawing/2014/main" id="{09CBD5AC-22B2-2040-79C0-5E5B3023964B}"/>
                </a:ext>
              </a:extLst>
            </p:cNvPr>
            <p:cNvSpPr/>
            <p:nvPr/>
          </p:nvSpPr>
          <p:spPr>
            <a:xfrm rot="2839385">
              <a:off x="5529022" y="3991172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Arc 186">
              <a:extLst>
                <a:ext uri="{FF2B5EF4-FFF2-40B4-BE49-F238E27FC236}">
                  <a16:creationId xmlns:a16="http://schemas.microsoft.com/office/drawing/2014/main" id="{BA5BE24A-CD7D-4767-22E7-E4F6B605D318}"/>
                </a:ext>
              </a:extLst>
            </p:cNvPr>
            <p:cNvSpPr/>
            <p:nvPr/>
          </p:nvSpPr>
          <p:spPr>
            <a:xfrm rot="2839385">
              <a:off x="5666873" y="3862773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" name="Arc 187">
              <a:extLst>
                <a:ext uri="{FF2B5EF4-FFF2-40B4-BE49-F238E27FC236}">
                  <a16:creationId xmlns:a16="http://schemas.microsoft.com/office/drawing/2014/main" id="{5DF0488A-55BC-4AA3-DFD7-757A2D60D356}"/>
                </a:ext>
              </a:extLst>
            </p:cNvPr>
            <p:cNvSpPr/>
            <p:nvPr/>
          </p:nvSpPr>
          <p:spPr>
            <a:xfrm rot="2839385">
              <a:off x="5463081" y="4374359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" name="Arc 188">
              <a:extLst>
                <a:ext uri="{FF2B5EF4-FFF2-40B4-BE49-F238E27FC236}">
                  <a16:creationId xmlns:a16="http://schemas.microsoft.com/office/drawing/2014/main" id="{AF18AC9C-E47B-3945-4ECA-D9C78952562C}"/>
                </a:ext>
              </a:extLst>
            </p:cNvPr>
            <p:cNvSpPr/>
            <p:nvPr/>
          </p:nvSpPr>
          <p:spPr>
            <a:xfrm rot="2839385">
              <a:off x="5640695" y="4235251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" name="Arc 189">
              <a:extLst>
                <a:ext uri="{FF2B5EF4-FFF2-40B4-BE49-F238E27FC236}">
                  <a16:creationId xmlns:a16="http://schemas.microsoft.com/office/drawing/2014/main" id="{6B50349E-64C9-156B-D424-379CC81F9F1B}"/>
                </a:ext>
              </a:extLst>
            </p:cNvPr>
            <p:cNvSpPr/>
            <p:nvPr/>
          </p:nvSpPr>
          <p:spPr>
            <a:xfrm rot="2839385">
              <a:off x="5361411" y="4730890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" name="Arc 190">
              <a:extLst>
                <a:ext uri="{FF2B5EF4-FFF2-40B4-BE49-F238E27FC236}">
                  <a16:creationId xmlns:a16="http://schemas.microsoft.com/office/drawing/2014/main" id="{8D7A6A61-35C4-7B88-890D-7126A49A3DA2}"/>
                </a:ext>
              </a:extLst>
            </p:cNvPr>
            <p:cNvSpPr/>
            <p:nvPr/>
          </p:nvSpPr>
          <p:spPr>
            <a:xfrm rot="2839385">
              <a:off x="5743449" y="4503276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Arc 191">
              <a:extLst>
                <a:ext uri="{FF2B5EF4-FFF2-40B4-BE49-F238E27FC236}">
                  <a16:creationId xmlns:a16="http://schemas.microsoft.com/office/drawing/2014/main" id="{5FE952D2-DF82-0F19-DBB9-022AC30AC47E}"/>
                </a:ext>
              </a:extLst>
            </p:cNvPr>
            <p:cNvSpPr/>
            <p:nvPr/>
          </p:nvSpPr>
          <p:spPr>
            <a:xfrm rot="2839385">
              <a:off x="5794322" y="4096142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" name="Arc 192">
              <a:extLst>
                <a:ext uri="{FF2B5EF4-FFF2-40B4-BE49-F238E27FC236}">
                  <a16:creationId xmlns:a16="http://schemas.microsoft.com/office/drawing/2014/main" id="{4E8D21DA-5A85-DE7B-22A0-6F7E6B7C78C6}"/>
                </a:ext>
              </a:extLst>
            </p:cNvPr>
            <p:cNvSpPr/>
            <p:nvPr/>
          </p:nvSpPr>
          <p:spPr>
            <a:xfrm rot="2839385">
              <a:off x="6024466" y="4134769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" name="Arc 193">
              <a:extLst>
                <a:ext uri="{FF2B5EF4-FFF2-40B4-BE49-F238E27FC236}">
                  <a16:creationId xmlns:a16="http://schemas.microsoft.com/office/drawing/2014/main" id="{22673371-2E8A-515C-2953-8AC3FFBC42AF}"/>
                </a:ext>
              </a:extLst>
            </p:cNvPr>
            <p:cNvSpPr/>
            <p:nvPr/>
          </p:nvSpPr>
          <p:spPr>
            <a:xfrm rot="2839385">
              <a:off x="5959500" y="4413125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" name="Arc 194">
              <a:extLst>
                <a:ext uri="{FF2B5EF4-FFF2-40B4-BE49-F238E27FC236}">
                  <a16:creationId xmlns:a16="http://schemas.microsoft.com/office/drawing/2014/main" id="{F3B61E15-7121-BB74-6B2E-D24664DE2294}"/>
                </a:ext>
              </a:extLst>
            </p:cNvPr>
            <p:cNvSpPr/>
            <p:nvPr/>
          </p:nvSpPr>
          <p:spPr>
            <a:xfrm rot="2839385">
              <a:off x="6138064" y="4363093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" name="Arc 195">
              <a:extLst>
                <a:ext uri="{FF2B5EF4-FFF2-40B4-BE49-F238E27FC236}">
                  <a16:creationId xmlns:a16="http://schemas.microsoft.com/office/drawing/2014/main" id="{B60DCD15-2463-85EF-DE0E-12031E99C792}"/>
                </a:ext>
              </a:extLst>
            </p:cNvPr>
            <p:cNvSpPr/>
            <p:nvPr/>
          </p:nvSpPr>
          <p:spPr>
            <a:xfrm rot="2839385">
              <a:off x="6251723" y="4537965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Arc 196">
              <a:extLst>
                <a:ext uri="{FF2B5EF4-FFF2-40B4-BE49-F238E27FC236}">
                  <a16:creationId xmlns:a16="http://schemas.microsoft.com/office/drawing/2014/main" id="{9A7007E1-AA6C-B70D-CFB8-2858F0BEF8E1}"/>
                </a:ext>
              </a:extLst>
            </p:cNvPr>
            <p:cNvSpPr/>
            <p:nvPr/>
          </p:nvSpPr>
          <p:spPr>
            <a:xfrm rot="2839385">
              <a:off x="6111966" y="4613764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" name="Arc 197">
              <a:extLst>
                <a:ext uri="{FF2B5EF4-FFF2-40B4-BE49-F238E27FC236}">
                  <a16:creationId xmlns:a16="http://schemas.microsoft.com/office/drawing/2014/main" id="{7C8816B6-C1F1-EC81-5F0B-1F2D7199F872}"/>
                </a:ext>
              </a:extLst>
            </p:cNvPr>
            <p:cNvSpPr/>
            <p:nvPr/>
          </p:nvSpPr>
          <p:spPr>
            <a:xfrm rot="2839385">
              <a:off x="5885650" y="4703331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00ED036D-AAD0-6EC9-B689-FF656C8474A1}"/>
                </a:ext>
              </a:extLst>
            </p:cNvPr>
            <p:cNvSpPr/>
            <p:nvPr/>
          </p:nvSpPr>
          <p:spPr>
            <a:xfrm rot="2839385">
              <a:off x="5542654" y="4640586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" name="Arc 199">
              <a:extLst>
                <a:ext uri="{FF2B5EF4-FFF2-40B4-BE49-F238E27FC236}">
                  <a16:creationId xmlns:a16="http://schemas.microsoft.com/office/drawing/2014/main" id="{152104A3-EDA2-D255-E493-EB1ECFE67751}"/>
                </a:ext>
              </a:extLst>
            </p:cNvPr>
            <p:cNvSpPr/>
            <p:nvPr/>
          </p:nvSpPr>
          <p:spPr>
            <a:xfrm rot="2839385">
              <a:off x="5681857" y="4844351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Arc 200">
              <a:extLst>
                <a:ext uri="{FF2B5EF4-FFF2-40B4-BE49-F238E27FC236}">
                  <a16:creationId xmlns:a16="http://schemas.microsoft.com/office/drawing/2014/main" id="{4C836CBE-B46C-8D38-344E-024EBA89B8C3}"/>
                </a:ext>
              </a:extLst>
            </p:cNvPr>
            <p:cNvSpPr/>
            <p:nvPr/>
          </p:nvSpPr>
          <p:spPr>
            <a:xfrm rot="2839385">
              <a:off x="5478431" y="4933452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" name="Arc 201">
              <a:extLst>
                <a:ext uri="{FF2B5EF4-FFF2-40B4-BE49-F238E27FC236}">
                  <a16:creationId xmlns:a16="http://schemas.microsoft.com/office/drawing/2014/main" id="{0D1D043F-0D49-2425-7A8C-DC724B35BCD7}"/>
                </a:ext>
              </a:extLst>
            </p:cNvPr>
            <p:cNvSpPr/>
            <p:nvPr/>
          </p:nvSpPr>
          <p:spPr>
            <a:xfrm rot="2839385">
              <a:off x="5237339" y="4907708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Arc 202">
              <a:extLst>
                <a:ext uri="{FF2B5EF4-FFF2-40B4-BE49-F238E27FC236}">
                  <a16:creationId xmlns:a16="http://schemas.microsoft.com/office/drawing/2014/main" id="{9B6C17E7-950F-0878-3D9B-DE0C5A551FAE}"/>
                </a:ext>
              </a:extLst>
            </p:cNvPr>
            <p:cNvSpPr/>
            <p:nvPr/>
          </p:nvSpPr>
          <p:spPr>
            <a:xfrm rot="2839385">
              <a:off x="5009140" y="5007952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" name="Arc 203">
              <a:extLst>
                <a:ext uri="{FF2B5EF4-FFF2-40B4-BE49-F238E27FC236}">
                  <a16:creationId xmlns:a16="http://schemas.microsoft.com/office/drawing/2014/main" id="{77B1B69A-0EBE-5F60-895D-520869A3BE9B}"/>
                </a:ext>
              </a:extLst>
            </p:cNvPr>
            <p:cNvSpPr/>
            <p:nvPr/>
          </p:nvSpPr>
          <p:spPr>
            <a:xfrm rot="2839385">
              <a:off x="4830895" y="5211247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" name="Arc 204">
              <a:extLst>
                <a:ext uri="{FF2B5EF4-FFF2-40B4-BE49-F238E27FC236}">
                  <a16:creationId xmlns:a16="http://schemas.microsoft.com/office/drawing/2014/main" id="{DBB96EEC-B60C-4B92-375E-BF3ABDBFB571}"/>
                </a:ext>
              </a:extLst>
            </p:cNvPr>
            <p:cNvSpPr/>
            <p:nvPr/>
          </p:nvSpPr>
          <p:spPr>
            <a:xfrm rot="2839385">
              <a:off x="5098520" y="5198713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F704EAC3-74CB-2765-134B-0F1587504334}"/>
                </a:ext>
              </a:extLst>
            </p:cNvPr>
            <p:cNvSpPr/>
            <p:nvPr/>
          </p:nvSpPr>
          <p:spPr>
            <a:xfrm rot="2839385">
              <a:off x="5352625" y="5122323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" name="Arc 206">
              <a:extLst>
                <a:ext uri="{FF2B5EF4-FFF2-40B4-BE49-F238E27FC236}">
                  <a16:creationId xmlns:a16="http://schemas.microsoft.com/office/drawing/2014/main" id="{05D0CF74-A25D-DA2C-163D-3E0E934DAEE5}"/>
                </a:ext>
              </a:extLst>
            </p:cNvPr>
            <p:cNvSpPr/>
            <p:nvPr/>
          </p:nvSpPr>
          <p:spPr>
            <a:xfrm rot="2839385">
              <a:off x="5200258" y="5401325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" name="Arc 207">
              <a:extLst>
                <a:ext uri="{FF2B5EF4-FFF2-40B4-BE49-F238E27FC236}">
                  <a16:creationId xmlns:a16="http://schemas.microsoft.com/office/drawing/2014/main" id="{1D6B0055-FE57-A1BC-CA2F-082BB21DE27E}"/>
                </a:ext>
              </a:extLst>
            </p:cNvPr>
            <p:cNvSpPr/>
            <p:nvPr/>
          </p:nvSpPr>
          <p:spPr>
            <a:xfrm rot="2839385">
              <a:off x="5403958" y="5337883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" name="Arc 208">
              <a:extLst>
                <a:ext uri="{FF2B5EF4-FFF2-40B4-BE49-F238E27FC236}">
                  <a16:creationId xmlns:a16="http://schemas.microsoft.com/office/drawing/2014/main" id="{11A9424B-CB95-C662-64B2-165811E64D16}"/>
                </a:ext>
              </a:extLst>
            </p:cNvPr>
            <p:cNvSpPr/>
            <p:nvPr/>
          </p:nvSpPr>
          <p:spPr>
            <a:xfrm rot="2839385">
              <a:off x="5569207" y="5122323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Arc 209">
              <a:extLst>
                <a:ext uri="{FF2B5EF4-FFF2-40B4-BE49-F238E27FC236}">
                  <a16:creationId xmlns:a16="http://schemas.microsoft.com/office/drawing/2014/main" id="{D41E5B69-D42D-90D2-40DC-19836B5013FC}"/>
                </a:ext>
              </a:extLst>
            </p:cNvPr>
            <p:cNvSpPr/>
            <p:nvPr/>
          </p:nvSpPr>
          <p:spPr>
            <a:xfrm rot="2839385">
              <a:off x="5812752" y="5058135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Arc 210">
              <a:extLst>
                <a:ext uri="{FF2B5EF4-FFF2-40B4-BE49-F238E27FC236}">
                  <a16:creationId xmlns:a16="http://schemas.microsoft.com/office/drawing/2014/main" id="{B3DC3702-26AD-A15A-923E-BAAF6F74C970}"/>
                </a:ext>
              </a:extLst>
            </p:cNvPr>
            <p:cNvSpPr/>
            <p:nvPr/>
          </p:nvSpPr>
          <p:spPr>
            <a:xfrm rot="2839385">
              <a:off x="5675007" y="5324866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" name="Arc 211">
              <a:extLst>
                <a:ext uri="{FF2B5EF4-FFF2-40B4-BE49-F238E27FC236}">
                  <a16:creationId xmlns:a16="http://schemas.microsoft.com/office/drawing/2014/main" id="{1471A421-BDA1-EDEC-6E75-BA64FBC69E68}"/>
                </a:ext>
              </a:extLst>
            </p:cNvPr>
            <p:cNvSpPr/>
            <p:nvPr/>
          </p:nvSpPr>
          <p:spPr>
            <a:xfrm rot="2839385">
              <a:off x="5878522" y="5312957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Arc 212">
              <a:extLst>
                <a:ext uri="{FF2B5EF4-FFF2-40B4-BE49-F238E27FC236}">
                  <a16:creationId xmlns:a16="http://schemas.microsoft.com/office/drawing/2014/main" id="{F3B2E423-2BFC-760D-A075-D13ABCDB0E19}"/>
                </a:ext>
              </a:extLst>
            </p:cNvPr>
            <p:cNvSpPr/>
            <p:nvPr/>
          </p:nvSpPr>
          <p:spPr>
            <a:xfrm rot="2839385">
              <a:off x="5990636" y="4968467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B628412B-9A20-F3D7-0BCD-26D54C985072}"/>
                </a:ext>
              </a:extLst>
            </p:cNvPr>
            <p:cNvSpPr/>
            <p:nvPr/>
          </p:nvSpPr>
          <p:spPr>
            <a:xfrm rot="2839385">
              <a:off x="6181567" y="4879365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5" name="Arc 214">
              <a:extLst>
                <a:ext uri="{FF2B5EF4-FFF2-40B4-BE49-F238E27FC236}">
                  <a16:creationId xmlns:a16="http://schemas.microsoft.com/office/drawing/2014/main" id="{72B6E002-05E1-8D6F-6326-346405C33BA0}"/>
                </a:ext>
              </a:extLst>
            </p:cNvPr>
            <p:cNvSpPr/>
            <p:nvPr/>
          </p:nvSpPr>
          <p:spPr>
            <a:xfrm rot="2839385">
              <a:off x="6142581" y="5196740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Arc 215">
              <a:extLst>
                <a:ext uri="{FF2B5EF4-FFF2-40B4-BE49-F238E27FC236}">
                  <a16:creationId xmlns:a16="http://schemas.microsoft.com/office/drawing/2014/main" id="{74EAB66C-8839-4AB5-7E93-AAAA4DEC8B79}"/>
                </a:ext>
              </a:extLst>
            </p:cNvPr>
            <p:cNvSpPr/>
            <p:nvPr/>
          </p:nvSpPr>
          <p:spPr>
            <a:xfrm rot="2839385">
              <a:off x="6054125" y="5439213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Arc 216">
              <a:extLst>
                <a:ext uri="{FF2B5EF4-FFF2-40B4-BE49-F238E27FC236}">
                  <a16:creationId xmlns:a16="http://schemas.microsoft.com/office/drawing/2014/main" id="{C8F3B647-62D4-ACBB-97A3-5A2F442BC1C8}"/>
                </a:ext>
              </a:extLst>
            </p:cNvPr>
            <p:cNvSpPr/>
            <p:nvPr/>
          </p:nvSpPr>
          <p:spPr>
            <a:xfrm rot="2839385">
              <a:off x="6320048" y="4955796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Arc 217">
              <a:extLst>
                <a:ext uri="{FF2B5EF4-FFF2-40B4-BE49-F238E27FC236}">
                  <a16:creationId xmlns:a16="http://schemas.microsoft.com/office/drawing/2014/main" id="{EE55089B-B354-4A79-B930-EB83B1938A7F}"/>
                </a:ext>
              </a:extLst>
            </p:cNvPr>
            <p:cNvSpPr/>
            <p:nvPr/>
          </p:nvSpPr>
          <p:spPr>
            <a:xfrm rot="4016574">
              <a:off x="4771302" y="5878440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Arc 218">
              <a:extLst>
                <a:ext uri="{FF2B5EF4-FFF2-40B4-BE49-F238E27FC236}">
                  <a16:creationId xmlns:a16="http://schemas.microsoft.com/office/drawing/2014/main" id="{A9DA5206-68A8-AAAB-6781-C99278D8F3C7}"/>
                </a:ext>
              </a:extLst>
            </p:cNvPr>
            <p:cNvSpPr/>
            <p:nvPr/>
          </p:nvSpPr>
          <p:spPr>
            <a:xfrm rot="4016574">
              <a:off x="4746798" y="5433120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Arc 219">
              <a:extLst>
                <a:ext uri="{FF2B5EF4-FFF2-40B4-BE49-F238E27FC236}">
                  <a16:creationId xmlns:a16="http://schemas.microsoft.com/office/drawing/2014/main" id="{7F14C1C2-FD59-3249-650F-4BAC1EEEC433}"/>
                </a:ext>
              </a:extLst>
            </p:cNvPr>
            <p:cNvSpPr/>
            <p:nvPr/>
          </p:nvSpPr>
          <p:spPr>
            <a:xfrm rot="4016574">
              <a:off x="4910763" y="5585538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1" name="Arc 220">
              <a:extLst>
                <a:ext uri="{FF2B5EF4-FFF2-40B4-BE49-F238E27FC236}">
                  <a16:creationId xmlns:a16="http://schemas.microsoft.com/office/drawing/2014/main" id="{53687EA3-B372-6CFD-F991-E2DCC8406800}"/>
                </a:ext>
              </a:extLst>
            </p:cNvPr>
            <p:cNvSpPr/>
            <p:nvPr/>
          </p:nvSpPr>
          <p:spPr>
            <a:xfrm rot="4016574">
              <a:off x="4999607" y="5370261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Arc 221">
              <a:extLst>
                <a:ext uri="{FF2B5EF4-FFF2-40B4-BE49-F238E27FC236}">
                  <a16:creationId xmlns:a16="http://schemas.microsoft.com/office/drawing/2014/main" id="{E076A36D-5446-7610-3C9E-E17F633C90D7}"/>
                </a:ext>
              </a:extLst>
            </p:cNvPr>
            <p:cNvSpPr/>
            <p:nvPr/>
          </p:nvSpPr>
          <p:spPr>
            <a:xfrm rot="4016574">
              <a:off x="4998248" y="5789220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Arc 222">
              <a:extLst>
                <a:ext uri="{FF2B5EF4-FFF2-40B4-BE49-F238E27FC236}">
                  <a16:creationId xmlns:a16="http://schemas.microsoft.com/office/drawing/2014/main" id="{0B5EF7AF-AE48-AC59-AC02-4802B004EF6D}"/>
                </a:ext>
              </a:extLst>
            </p:cNvPr>
            <p:cNvSpPr/>
            <p:nvPr/>
          </p:nvSpPr>
          <p:spPr>
            <a:xfrm rot="4016574">
              <a:off x="4895612" y="6020713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" name="Arc 223">
              <a:extLst>
                <a:ext uri="{FF2B5EF4-FFF2-40B4-BE49-F238E27FC236}">
                  <a16:creationId xmlns:a16="http://schemas.microsoft.com/office/drawing/2014/main" id="{47EF28B9-9C20-D051-DC60-D48BC32D53FF}"/>
                </a:ext>
              </a:extLst>
            </p:cNvPr>
            <p:cNvSpPr/>
            <p:nvPr/>
          </p:nvSpPr>
          <p:spPr>
            <a:xfrm rot="4016574">
              <a:off x="5136719" y="5893896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Arc 224">
              <a:extLst>
                <a:ext uri="{FF2B5EF4-FFF2-40B4-BE49-F238E27FC236}">
                  <a16:creationId xmlns:a16="http://schemas.microsoft.com/office/drawing/2014/main" id="{D1152F64-D74C-EFD1-58C6-96BDEFDF8BB1}"/>
                </a:ext>
              </a:extLst>
            </p:cNvPr>
            <p:cNvSpPr/>
            <p:nvPr/>
          </p:nvSpPr>
          <p:spPr>
            <a:xfrm rot="4016574">
              <a:off x="5188081" y="5589222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" name="Arc 225">
              <a:extLst>
                <a:ext uri="{FF2B5EF4-FFF2-40B4-BE49-F238E27FC236}">
                  <a16:creationId xmlns:a16="http://schemas.microsoft.com/office/drawing/2014/main" id="{23A12B26-34EB-49DF-E6A5-A2B347B6BF9D}"/>
                </a:ext>
              </a:extLst>
            </p:cNvPr>
            <p:cNvSpPr/>
            <p:nvPr/>
          </p:nvSpPr>
          <p:spPr>
            <a:xfrm rot="4016574">
              <a:off x="5314468" y="5754688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7" name="Arc 226">
              <a:extLst>
                <a:ext uri="{FF2B5EF4-FFF2-40B4-BE49-F238E27FC236}">
                  <a16:creationId xmlns:a16="http://schemas.microsoft.com/office/drawing/2014/main" id="{EAE50C86-7ED4-A126-D25C-F86C0A7AD092}"/>
                </a:ext>
              </a:extLst>
            </p:cNvPr>
            <p:cNvSpPr/>
            <p:nvPr/>
          </p:nvSpPr>
          <p:spPr>
            <a:xfrm rot="4016574">
              <a:off x="5517970" y="5740184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8" name="Arc 227">
              <a:extLst>
                <a:ext uri="{FF2B5EF4-FFF2-40B4-BE49-F238E27FC236}">
                  <a16:creationId xmlns:a16="http://schemas.microsoft.com/office/drawing/2014/main" id="{1A72D83B-7946-2DCB-5C4E-67FF80996779}"/>
                </a:ext>
              </a:extLst>
            </p:cNvPr>
            <p:cNvSpPr/>
            <p:nvPr/>
          </p:nvSpPr>
          <p:spPr>
            <a:xfrm rot="4016574">
              <a:off x="5543088" y="5485954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9" name="Arc 228">
              <a:extLst>
                <a:ext uri="{FF2B5EF4-FFF2-40B4-BE49-F238E27FC236}">
                  <a16:creationId xmlns:a16="http://schemas.microsoft.com/office/drawing/2014/main" id="{E3D2C7AB-C821-E296-4BC3-4C9BE2B8186E}"/>
                </a:ext>
              </a:extLst>
            </p:cNvPr>
            <p:cNvSpPr/>
            <p:nvPr/>
          </p:nvSpPr>
          <p:spPr>
            <a:xfrm rot="4016574">
              <a:off x="5758940" y="5513666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0" name="Arc 229">
              <a:extLst>
                <a:ext uri="{FF2B5EF4-FFF2-40B4-BE49-F238E27FC236}">
                  <a16:creationId xmlns:a16="http://schemas.microsoft.com/office/drawing/2014/main" id="{B39013D9-0854-D73D-75FC-98E1CE0AAACE}"/>
                </a:ext>
              </a:extLst>
            </p:cNvPr>
            <p:cNvSpPr/>
            <p:nvPr/>
          </p:nvSpPr>
          <p:spPr>
            <a:xfrm rot="4016574">
              <a:off x="5644760" y="5779531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1" name="Arc 230">
              <a:extLst>
                <a:ext uri="{FF2B5EF4-FFF2-40B4-BE49-F238E27FC236}">
                  <a16:creationId xmlns:a16="http://schemas.microsoft.com/office/drawing/2014/main" id="{B54085C8-87C3-FB9A-EB3F-B34450936F80}"/>
                </a:ext>
              </a:extLst>
            </p:cNvPr>
            <p:cNvSpPr/>
            <p:nvPr/>
          </p:nvSpPr>
          <p:spPr>
            <a:xfrm rot="4016574">
              <a:off x="5898725" y="5601139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3D3B742-1436-E569-5B08-56998049AA57}"/>
                </a:ext>
              </a:extLst>
            </p:cNvPr>
            <p:cNvSpPr/>
            <p:nvPr/>
          </p:nvSpPr>
          <p:spPr>
            <a:xfrm>
              <a:off x="2595778" y="4647158"/>
              <a:ext cx="397732" cy="705318"/>
            </a:xfrm>
            <a:custGeom>
              <a:avLst/>
              <a:gdLst>
                <a:gd name="connsiteX0" fmla="*/ 358940 w 397732"/>
                <a:gd name="connsiteY0" fmla="*/ 0 h 705318"/>
                <a:gd name="connsiteX1" fmla="*/ 361803 w 397732"/>
                <a:gd name="connsiteY1" fmla="*/ 7848 h 705318"/>
                <a:gd name="connsiteX2" fmla="*/ 397732 w 397732"/>
                <a:gd name="connsiteY2" fmla="*/ 272594 h 705318"/>
                <a:gd name="connsiteX3" fmla="*/ 319650 w 397732"/>
                <a:gd name="connsiteY3" fmla="*/ 652874 h 705318"/>
                <a:gd name="connsiteX4" fmla="*/ 291786 w 397732"/>
                <a:gd name="connsiteY4" fmla="*/ 703115 h 705318"/>
                <a:gd name="connsiteX5" fmla="*/ 219944 w 397732"/>
                <a:gd name="connsiteY5" fmla="*/ 705318 h 705318"/>
                <a:gd name="connsiteX6" fmla="*/ 5801 w 397732"/>
                <a:gd name="connsiteY6" fmla="*/ 525127 h 705318"/>
                <a:gd name="connsiteX7" fmla="*/ 56600 w 397732"/>
                <a:gd name="connsiteY7" fmla="*/ 347327 h 705318"/>
                <a:gd name="connsiteX8" fmla="*/ 353382 w 397732"/>
                <a:gd name="connsiteY8" fmla="*/ 9484 h 705318"/>
                <a:gd name="connsiteX9" fmla="*/ 358940 w 397732"/>
                <a:gd name="connsiteY9" fmla="*/ 0 h 705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732" h="705318">
                  <a:moveTo>
                    <a:pt x="358940" y="0"/>
                  </a:moveTo>
                  <a:lnTo>
                    <a:pt x="361803" y="7848"/>
                  </a:lnTo>
                  <a:cubicBezTo>
                    <a:pt x="384939" y="89220"/>
                    <a:pt x="397732" y="178685"/>
                    <a:pt x="397732" y="272594"/>
                  </a:cubicBezTo>
                  <a:cubicBezTo>
                    <a:pt x="397732" y="413458"/>
                    <a:pt x="368947" y="544321"/>
                    <a:pt x="319650" y="652874"/>
                  </a:cubicBezTo>
                  <a:lnTo>
                    <a:pt x="291786" y="703115"/>
                  </a:lnTo>
                  <a:lnTo>
                    <a:pt x="219944" y="705318"/>
                  </a:lnTo>
                  <a:cubicBezTo>
                    <a:pt x="57802" y="696801"/>
                    <a:pt x="28026" y="595506"/>
                    <a:pt x="5801" y="525127"/>
                  </a:cubicBezTo>
                  <a:cubicBezTo>
                    <a:pt x="-19599" y="444694"/>
                    <a:pt x="46017" y="436227"/>
                    <a:pt x="56600" y="347327"/>
                  </a:cubicBezTo>
                  <a:cubicBezTo>
                    <a:pt x="-136968" y="-195306"/>
                    <a:pt x="262570" y="99566"/>
                    <a:pt x="353382" y="9484"/>
                  </a:cubicBezTo>
                  <a:lnTo>
                    <a:pt x="358940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3" name="Arc 232">
              <a:extLst>
                <a:ext uri="{FF2B5EF4-FFF2-40B4-BE49-F238E27FC236}">
                  <a16:creationId xmlns:a16="http://schemas.microsoft.com/office/drawing/2014/main" id="{6712FE88-AA09-C71D-A541-1EEDEA3E6D0F}"/>
                </a:ext>
              </a:extLst>
            </p:cNvPr>
            <p:cNvSpPr/>
            <p:nvPr/>
          </p:nvSpPr>
          <p:spPr>
            <a:xfrm rot="2839385">
              <a:off x="4570096" y="3454855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4" name="Arc 233">
              <a:extLst>
                <a:ext uri="{FF2B5EF4-FFF2-40B4-BE49-F238E27FC236}">
                  <a16:creationId xmlns:a16="http://schemas.microsoft.com/office/drawing/2014/main" id="{6B93EB89-49FE-5F34-1122-BF386C69359F}"/>
                </a:ext>
              </a:extLst>
            </p:cNvPr>
            <p:cNvSpPr/>
            <p:nvPr/>
          </p:nvSpPr>
          <p:spPr>
            <a:xfrm rot="2839385">
              <a:off x="4938679" y="3455293"/>
              <a:ext cx="258162" cy="258162"/>
            </a:xfrm>
            <a:prstGeom prst="arc">
              <a:avLst/>
            </a:prstGeom>
            <a:grp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5" name="Oval 77">
              <a:extLst>
                <a:ext uri="{FF2B5EF4-FFF2-40B4-BE49-F238E27FC236}">
                  <a16:creationId xmlns:a16="http://schemas.microsoft.com/office/drawing/2014/main" id="{664A80B6-8AFF-6687-CC69-D4C1F36A5897}"/>
                </a:ext>
              </a:extLst>
            </p:cNvPr>
            <p:cNvSpPr/>
            <p:nvPr/>
          </p:nvSpPr>
          <p:spPr>
            <a:xfrm>
              <a:off x="3840361" y="4327780"/>
              <a:ext cx="704614" cy="956740"/>
            </a:xfrm>
            <a:custGeom>
              <a:avLst/>
              <a:gdLst>
                <a:gd name="connsiteX0" fmla="*/ 0 w 1133776"/>
                <a:gd name="connsiteY0" fmla="*/ 956090 h 1912179"/>
                <a:gd name="connsiteX1" fmla="*/ 566888 w 1133776"/>
                <a:gd name="connsiteY1" fmla="*/ 0 h 1912179"/>
                <a:gd name="connsiteX2" fmla="*/ 1133776 w 1133776"/>
                <a:gd name="connsiteY2" fmla="*/ 956090 h 1912179"/>
                <a:gd name="connsiteX3" fmla="*/ 566888 w 1133776"/>
                <a:gd name="connsiteY3" fmla="*/ 1912180 h 1912179"/>
                <a:gd name="connsiteX4" fmla="*/ 0 w 1133776"/>
                <a:gd name="connsiteY4" fmla="*/ 956090 h 1912179"/>
                <a:gd name="connsiteX0" fmla="*/ 27690 w 1502628"/>
                <a:gd name="connsiteY0" fmla="*/ 1476790 h 2432880"/>
                <a:gd name="connsiteX1" fmla="*/ 1407378 w 1502628"/>
                <a:gd name="connsiteY1" fmla="*/ 0 h 2432880"/>
                <a:gd name="connsiteX2" fmla="*/ 1161466 w 1502628"/>
                <a:gd name="connsiteY2" fmla="*/ 1476790 h 2432880"/>
                <a:gd name="connsiteX3" fmla="*/ 594578 w 1502628"/>
                <a:gd name="connsiteY3" fmla="*/ 2432880 h 2432880"/>
                <a:gd name="connsiteX4" fmla="*/ 27690 w 1502628"/>
                <a:gd name="connsiteY4" fmla="*/ 1476790 h 2432880"/>
                <a:gd name="connsiteX0" fmla="*/ 27690 w 1544141"/>
                <a:gd name="connsiteY0" fmla="*/ 1476914 h 2433004"/>
                <a:gd name="connsiteX1" fmla="*/ 1407378 w 1544141"/>
                <a:gd name="connsiteY1" fmla="*/ 124 h 2433004"/>
                <a:gd name="connsiteX2" fmla="*/ 1161466 w 1544141"/>
                <a:gd name="connsiteY2" fmla="*/ 1476914 h 2433004"/>
                <a:gd name="connsiteX3" fmla="*/ 594578 w 1544141"/>
                <a:gd name="connsiteY3" fmla="*/ 2433004 h 2433004"/>
                <a:gd name="connsiteX4" fmla="*/ 27690 w 1544141"/>
                <a:gd name="connsiteY4" fmla="*/ 1476914 h 2433004"/>
                <a:gd name="connsiteX0" fmla="*/ 297412 w 1813863"/>
                <a:gd name="connsiteY0" fmla="*/ 1522727 h 2733938"/>
                <a:gd name="connsiteX1" fmla="*/ 1677100 w 1813863"/>
                <a:gd name="connsiteY1" fmla="*/ 45937 h 2733938"/>
                <a:gd name="connsiteX2" fmla="*/ 1431188 w 1813863"/>
                <a:gd name="connsiteY2" fmla="*/ 1522727 h 2733938"/>
                <a:gd name="connsiteX3" fmla="*/ 864300 w 1813863"/>
                <a:gd name="connsiteY3" fmla="*/ 2478817 h 2733938"/>
                <a:gd name="connsiteX4" fmla="*/ 297412 w 1813863"/>
                <a:gd name="connsiteY4" fmla="*/ 1522727 h 2733938"/>
                <a:gd name="connsiteX0" fmla="*/ 270970 w 1765590"/>
                <a:gd name="connsiteY0" fmla="*/ 1486823 h 2725994"/>
                <a:gd name="connsiteX1" fmla="*/ 1714158 w 1765590"/>
                <a:gd name="connsiteY1" fmla="*/ 73533 h 2725994"/>
                <a:gd name="connsiteX2" fmla="*/ 1468246 w 1765590"/>
                <a:gd name="connsiteY2" fmla="*/ 1550323 h 2725994"/>
                <a:gd name="connsiteX3" fmla="*/ 901358 w 1765590"/>
                <a:gd name="connsiteY3" fmla="*/ 2506413 h 2725994"/>
                <a:gd name="connsiteX4" fmla="*/ 270970 w 1765590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2045439"/>
                <a:gd name="connsiteY0" fmla="*/ 1439877 h 2679048"/>
                <a:gd name="connsiteX1" fmla="*/ 1714158 w 2045439"/>
                <a:gd name="connsiteY1" fmla="*/ 26587 h 2679048"/>
                <a:gd name="connsiteX2" fmla="*/ 2034513 w 2045439"/>
                <a:gd name="connsiteY2" fmla="*/ 866936 h 2679048"/>
                <a:gd name="connsiteX3" fmla="*/ 1468246 w 2045439"/>
                <a:gd name="connsiteY3" fmla="*/ 1503377 h 2679048"/>
                <a:gd name="connsiteX4" fmla="*/ 901358 w 2045439"/>
                <a:gd name="connsiteY4" fmla="*/ 2459467 h 2679048"/>
                <a:gd name="connsiteX5" fmla="*/ 270970 w 2045439"/>
                <a:gd name="connsiteY5" fmla="*/ 1439877 h 2679048"/>
                <a:gd name="connsiteX0" fmla="*/ 270970 w 2051712"/>
                <a:gd name="connsiteY0" fmla="*/ 1446627 h 2685798"/>
                <a:gd name="connsiteX1" fmla="*/ 1714158 w 2051712"/>
                <a:gd name="connsiteY1" fmla="*/ 33337 h 2685798"/>
                <a:gd name="connsiteX2" fmla="*/ 1805913 w 2051712"/>
                <a:gd name="connsiteY2" fmla="*/ 479986 h 2685798"/>
                <a:gd name="connsiteX3" fmla="*/ 2034513 w 2051712"/>
                <a:gd name="connsiteY3" fmla="*/ 873686 h 2685798"/>
                <a:gd name="connsiteX4" fmla="*/ 1468246 w 2051712"/>
                <a:gd name="connsiteY4" fmla="*/ 1510127 h 2685798"/>
                <a:gd name="connsiteX5" fmla="*/ 901358 w 2051712"/>
                <a:gd name="connsiteY5" fmla="*/ 2466217 h 2685798"/>
                <a:gd name="connsiteX6" fmla="*/ 270970 w 2051712"/>
                <a:gd name="connsiteY6" fmla="*/ 1446627 h 2685798"/>
                <a:gd name="connsiteX0" fmla="*/ 15588 w 1796330"/>
                <a:gd name="connsiteY0" fmla="*/ 1482716 h 2502423"/>
                <a:gd name="connsiteX1" fmla="*/ 1331776 w 1796330"/>
                <a:gd name="connsiteY1" fmla="*/ 31326 h 2502423"/>
                <a:gd name="connsiteX2" fmla="*/ 1550531 w 1796330"/>
                <a:gd name="connsiteY2" fmla="*/ 516075 h 2502423"/>
                <a:gd name="connsiteX3" fmla="*/ 1779131 w 1796330"/>
                <a:gd name="connsiteY3" fmla="*/ 909775 h 2502423"/>
                <a:gd name="connsiteX4" fmla="*/ 1212864 w 1796330"/>
                <a:gd name="connsiteY4" fmla="*/ 1546216 h 2502423"/>
                <a:gd name="connsiteX5" fmla="*/ 645976 w 1796330"/>
                <a:gd name="connsiteY5" fmla="*/ 2502306 h 2502423"/>
                <a:gd name="connsiteX6" fmla="*/ 15588 w 1796330"/>
                <a:gd name="connsiteY6" fmla="*/ 1482716 h 2502423"/>
                <a:gd name="connsiteX0" fmla="*/ 15588 w 1796330"/>
                <a:gd name="connsiteY0" fmla="*/ 1461558 h 2481265"/>
                <a:gd name="connsiteX1" fmla="*/ 1331776 w 1796330"/>
                <a:gd name="connsiteY1" fmla="*/ 10168 h 2481265"/>
                <a:gd name="connsiteX2" fmla="*/ 1550531 w 1796330"/>
                <a:gd name="connsiteY2" fmla="*/ 494917 h 2481265"/>
                <a:gd name="connsiteX3" fmla="*/ 1779131 w 1796330"/>
                <a:gd name="connsiteY3" fmla="*/ 888617 h 2481265"/>
                <a:gd name="connsiteX4" fmla="*/ 1212864 w 1796330"/>
                <a:gd name="connsiteY4" fmla="*/ 1525058 h 2481265"/>
                <a:gd name="connsiteX5" fmla="*/ 645976 w 1796330"/>
                <a:gd name="connsiteY5" fmla="*/ 2481148 h 2481265"/>
                <a:gd name="connsiteX6" fmla="*/ 15588 w 1796330"/>
                <a:gd name="connsiteY6" fmla="*/ 1461558 h 2481265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857019"/>
                <a:gd name="connsiteY0" fmla="*/ 1469707 h 2489414"/>
                <a:gd name="connsiteX1" fmla="*/ 1331776 w 1857019"/>
                <a:gd name="connsiteY1" fmla="*/ 18317 h 2489414"/>
                <a:gd name="connsiteX2" fmla="*/ 1550531 w 1857019"/>
                <a:gd name="connsiteY2" fmla="*/ 503066 h 2489414"/>
                <a:gd name="connsiteX3" fmla="*/ 1842631 w 1857019"/>
                <a:gd name="connsiteY3" fmla="*/ 845966 h 2489414"/>
                <a:gd name="connsiteX4" fmla="*/ 1212864 w 1857019"/>
                <a:gd name="connsiteY4" fmla="*/ 1533207 h 2489414"/>
                <a:gd name="connsiteX5" fmla="*/ 645976 w 1857019"/>
                <a:gd name="connsiteY5" fmla="*/ 2489297 h 2489414"/>
                <a:gd name="connsiteX6" fmla="*/ 15588 w 1857019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70056"/>
                <a:gd name="connsiteY0" fmla="*/ 1469707 h 2489403"/>
                <a:gd name="connsiteX1" fmla="*/ 1331776 w 1870056"/>
                <a:gd name="connsiteY1" fmla="*/ 18317 h 2489403"/>
                <a:gd name="connsiteX2" fmla="*/ 1550531 w 1870056"/>
                <a:gd name="connsiteY2" fmla="*/ 503066 h 2489403"/>
                <a:gd name="connsiteX3" fmla="*/ 1842631 w 1870056"/>
                <a:gd name="connsiteY3" fmla="*/ 845966 h 2489403"/>
                <a:gd name="connsiteX4" fmla="*/ 1448929 w 1870056"/>
                <a:gd name="connsiteY4" fmla="*/ 1176167 h 2489403"/>
                <a:gd name="connsiteX5" fmla="*/ 1868029 w 1870056"/>
                <a:gd name="connsiteY5" fmla="*/ 1633368 h 2489403"/>
                <a:gd name="connsiteX6" fmla="*/ 1212864 w 1870056"/>
                <a:gd name="connsiteY6" fmla="*/ 1533207 h 2489403"/>
                <a:gd name="connsiteX7" fmla="*/ 645976 w 1870056"/>
                <a:gd name="connsiteY7" fmla="*/ 2489297 h 2489403"/>
                <a:gd name="connsiteX8" fmla="*/ 15588 w 1870056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6689 w 1869130"/>
                <a:gd name="connsiteY0" fmla="*/ 1469707 h 2574440"/>
                <a:gd name="connsiteX1" fmla="*/ 1332877 w 1869130"/>
                <a:gd name="connsiteY1" fmla="*/ 18317 h 2574440"/>
                <a:gd name="connsiteX2" fmla="*/ 1551632 w 1869130"/>
                <a:gd name="connsiteY2" fmla="*/ 503066 h 2574440"/>
                <a:gd name="connsiteX3" fmla="*/ 1843732 w 1869130"/>
                <a:gd name="connsiteY3" fmla="*/ 845966 h 2574440"/>
                <a:gd name="connsiteX4" fmla="*/ 1450030 w 1869130"/>
                <a:gd name="connsiteY4" fmla="*/ 1176167 h 2574440"/>
                <a:gd name="connsiteX5" fmla="*/ 1869130 w 1869130"/>
                <a:gd name="connsiteY5" fmla="*/ 1633368 h 2574440"/>
                <a:gd name="connsiteX6" fmla="*/ 1302865 w 1869130"/>
                <a:gd name="connsiteY6" fmla="*/ 1850707 h 2574440"/>
                <a:gd name="connsiteX7" fmla="*/ 1754831 w 1869130"/>
                <a:gd name="connsiteY7" fmla="*/ 2319168 h 2574440"/>
                <a:gd name="connsiteX8" fmla="*/ 1475431 w 1869130"/>
                <a:gd name="connsiteY8" fmla="*/ 2496968 h 2574440"/>
                <a:gd name="connsiteX9" fmla="*/ 647077 w 1869130"/>
                <a:gd name="connsiteY9" fmla="*/ 2489297 h 2574440"/>
                <a:gd name="connsiteX10" fmla="*/ 16689 w 1869130"/>
                <a:gd name="connsiteY10" fmla="*/ 1469707 h 2574440"/>
                <a:gd name="connsiteX0" fmla="*/ 16745 w 1869186"/>
                <a:gd name="connsiteY0" fmla="*/ 1469707 h 2966869"/>
                <a:gd name="connsiteX1" fmla="*/ 1332933 w 1869186"/>
                <a:gd name="connsiteY1" fmla="*/ 18317 h 2966869"/>
                <a:gd name="connsiteX2" fmla="*/ 1551688 w 1869186"/>
                <a:gd name="connsiteY2" fmla="*/ 503066 h 2966869"/>
                <a:gd name="connsiteX3" fmla="*/ 1843788 w 1869186"/>
                <a:gd name="connsiteY3" fmla="*/ 845966 h 2966869"/>
                <a:gd name="connsiteX4" fmla="*/ 1450086 w 1869186"/>
                <a:gd name="connsiteY4" fmla="*/ 1176167 h 2966869"/>
                <a:gd name="connsiteX5" fmla="*/ 1869186 w 1869186"/>
                <a:gd name="connsiteY5" fmla="*/ 1633368 h 2966869"/>
                <a:gd name="connsiteX6" fmla="*/ 1302921 w 1869186"/>
                <a:gd name="connsiteY6" fmla="*/ 1850707 h 2966869"/>
                <a:gd name="connsiteX7" fmla="*/ 1754887 w 1869186"/>
                <a:gd name="connsiteY7" fmla="*/ 2319168 h 2966869"/>
                <a:gd name="connsiteX8" fmla="*/ 1475487 w 1869186"/>
                <a:gd name="connsiteY8" fmla="*/ 2496968 h 2966869"/>
                <a:gd name="connsiteX9" fmla="*/ 1488187 w 1869186"/>
                <a:gd name="connsiteY9" fmla="*/ 2966867 h 2966869"/>
                <a:gd name="connsiteX10" fmla="*/ 647133 w 1869186"/>
                <a:gd name="connsiteY10" fmla="*/ 2489297 h 2966869"/>
                <a:gd name="connsiteX11" fmla="*/ 16745 w 1869186"/>
                <a:gd name="connsiteY11" fmla="*/ 1469707 h 2966869"/>
                <a:gd name="connsiteX0" fmla="*/ 16745 w 1869186"/>
                <a:gd name="connsiteY0" fmla="*/ 1469707 h 2966867"/>
                <a:gd name="connsiteX1" fmla="*/ 1332933 w 1869186"/>
                <a:gd name="connsiteY1" fmla="*/ 18317 h 2966867"/>
                <a:gd name="connsiteX2" fmla="*/ 1551688 w 1869186"/>
                <a:gd name="connsiteY2" fmla="*/ 503066 h 2966867"/>
                <a:gd name="connsiteX3" fmla="*/ 1843788 w 1869186"/>
                <a:gd name="connsiteY3" fmla="*/ 845966 h 2966867"/>
                <a:gd name="connsiteX4" fmla="*/ 1450086 w 1869186"/>
                <a:gd name="connsiteY4" fmla="*/ 1176167 h 2966867"/>
                <a:gd name="connsiteX5" fmla="*/ 1869186 w 1869186"/>
                <a:gd name="connsiteY5" fmla="*/ 1633368 h 2966867"/>
                <a:gd name="connsiteX6" fmla="*/ 1302921 w 1869186"/>
                <a:gd name="connsiteY6" fmla="*/ 1850707 h 2966867"/>
                <a:gd name="connsiteX7" fmla="*/ 1754887 w 1869186"/>
                <a:gd name="connsiteY7" fmla="*/ 2319168 h 2966867"/>
                <a:gd name="connsiteX8" fmla="*/ 1475487 w 1869186"/>
                <a:gd name="connsiteY8" fmla="*/ 2496968 h 2966867"/>
                <a:gd name="connsiteX9" fmla="*/ 1488187 w 1869186"/>
                <a:gd name="connsiteY9" fmla="*/ 2966867 h 2966867"/>
                <a:gd name="connsiteX10" fmla="*/ 647133 w 1869186"/>
                <a:gd name="connsiteY10" fmla="*/ 2489297 h 2966867"/>
                <a:gd name="connsiteX11" fmla="*/ 16745 w 1869186"/>
                <a:gd name="connsiteY11" fmla="*/ 1469707 h 2966867"/>
                <a:gd name="connsiteX0" fmla="*/ 16745 w 1869186"/>
                <a:gd name="connsiteY0" fmla="*/ 1469707 h 2985386"/>
                <a:gd name="connsiteX1" fmla="*/ 1332933 w 1869186"/>
                <a:gd name="connsiteY1" fmla="*/ 18317 h 2985386"/>
                <a:gd name="connsiteX2" fmla="*/ 1551688 w 1869186"/>
                <a:gd name="connsiteY2" fmla="*/ 503066 h 2985386"/>
                <a:gd name="connsiteX3" fmla="*/ 1843788 w 1869186"/>
                <a:gd name="connsiteY3" fmla="*/ 845966 h 2985386"/>
                <a:gd name="connsiteX4" fmla="*/ 1450086 w 1869186"/>
                <a:gd name="connsiteY4" fmla="*/ 1176167 h 2985386"/>
                <a:gd name="connsiteX5" fmla="*/ 1869186 w 1869186"/>
                <a:gd name="connsiteY5" fmla="*/ 1633368 h 2985386"/>
                <a:gd name="connsiteX6" fmla="*/ 1302921 w 1869186"/>
                <a:gd name="connsiteY6" fmla="*/ 1850707 h 2985386"/>
                <a:gd name="connsiteX7" fmla="*/ 1754887 w 1869186"/>
                <a:gd name="connsiteY7" fmla="*/ 2319168 h 2985386"/>
                <a:gd name="connsiteX8" fmla="*/ 1475487 w 1869186"/>
                <a:gd name="connsiteY8" fmla="*/ 2496968 h 2985386"/>
                <a:gd name="connsiteX9" fmla="*/ 1488187 w 1869186"/>
                <a:gd name="connsiteY9" fmla="*/ 2966867 h 2985386"/>
                <a:gd name="connsiteX10" fmla="*/ 647133 w 1869186"/>
                <a:gd name="connsiteY10" fmla="*/ 2489297 h 2985386"/>
                <a:gd name="connsiteX11" fmla="*/ 16745 w 1869186"/>
                <a:gd name="connsiteY11" fmla="*/ 1469707 h 2985386"/>
                <a:gd name="connsiteX0" fmla="*/ 23868 w 1876309"/>
                <a:gd name="connsiteY0" fmla="*/ 1469763 h 2986627"/>
                <a:gd name="connsiteX1" fmla="*/ 1340056 w 1876309"/>
                <a:gd name="connsiteY1" fmla="*/ 18373 h 2986627"/>
                <a:gd name="connsiteX2" fmla="*/ 1558811 w 1876309"/>
                <a:gd name="connsiteY2" fmla="*/ 503122 h 2986627"/>
                <a:gd name="connsiteX3" fmla="*/ 1850911 w 1876309"/>
                <a:gd name="connsiteY3" fmla="*/ 846022 h 2986627"/>
                <a:gd name="connsiteX4" fmla="*/ 1457209 w 1876309"/>
                <a:gd name="connsiteY4" fmla="*/ 1176223 h 2986627"/>
                <a:gd name="connsiteX5" fmla="*/ 1876309 w 1876309"/>
                <a:gd name="connsiteY5" fmla="*/ 1633424 h 2986627"/>
                <a:gd name="connsiteX6" fmla="*/ 1310044 w 1876309"/>
                <a:gd name="connsiteY6" fmla="*/ 1850763 h 2986627"/>
                <a:gd name="connsiteX7" fmla="*/ 1762010 w 1876309"/>
                <a:gd name="connsiteY7" fmla="*/ 2319224 h 2986627"/>
                <a:gd name="connsiteX8" fmla="*/ 1482610 w 1876309"/>
                <a:gd name="connsiteY8" fmla="*/ 2497024 h 2986627"/>
                <a:gd name="connsiteX9" fmla="*/ 1495310 w 1876309"/>
                <a:gd name="connsiteY9" fmla="*/ 2966923 h 2986627"/>
                <a:gd name="connsiteX10" fmla="*/ 565356 w 1876309"/>
                <a:gd name="connsiteY10" fmla="*/ 2514753 h 2986627"/>
                <a:gd name="connsiteX11" fmla="*/ 23868 w 1876309"/>
                <a:gd name="connsiteY11" fmla="*/ 1469763 h 2986627"/>
                <a:gd name="connsiteX0" fmla="*/ 680 w 1853121"/>
                <a:gd name="connsiteY0" fmla="*/ 1470811 h 2967971"/>
                <a:gd name="connsiteX1" fmla="*/ 1316868 w 1853121"/>
                <a:gd name="connsiteY1" fmla="*/ 19421 h 2967971"/>
                <a:gd name="connsiteX2" fmla="*/ 1535623 w 1853121"/>
                <a:gd name="connsiteY2" fmla="*/ 504170 h 2967971"/>
                <a:gd name="connsiteX3" fmla="*/ 1827723 w 1853121"/>
                <a:gd name="connsiteY3" fmla="*/ 847070 h 2967971"/>
                <a:gd name="connsiteX4" fmla="*/ 1434021 w 1853121"/>
                <a:gd name="connsiteY4" fmla="*/ 1177271 h 2967971"/>
                <a:gd name="connsiteX5" fmla="*/ 1853121 w 1853121"/>
                <a:gd name="connsiteY5" fmla="*/ 1634472 h 2967971"/>
                <a:gd name="connsiteX6" fmla="*/ 1286856 w 1853121"/>
                <a:gd name="connsiteY6" fmla="*/ 1851811 h 2967971"/>
                <a:gd name="connsiteX7" fmla="*/ 1738822 w 1853121"/>
                <a:gd name="connsiteY7" fmla="*/ 2320272 h 2967971"/>
                <a:gd name="connsiteX8" fmla="*/ 1459422 w 1853121"/>
                <a:gd name="connsiteY8" fmla="*/ 2498072 h 2967971"/>
                <a:gd name="connsiteX9" fmla="*/ 1472122 w 1853121"/>
                <a:gd name="connsiteY9" fmla="*/ 2967971 h 2967971"/>
                <a:gd name="connsiteX10" fmla="*/ 680 w 1853121"/>
                <a:gd name="connsiteY10" fmla="*/ 1470811 h 2967971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86856 w 1853121"/>
                <a:gd name="connsiteY6" fmla="*/ 1851811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67065"/>
                <a:gd name="connsiteY0" fmla="*/ 1470811 h 3018250"/>
                <a:gd name="connsiteX1" fmla="*/ 1316868 w 1867065"/>
                <a:gd name="connsiteY1" fmla="*/ 19421 h 3018250"/>
                <a:gd name="connsiteX2" fmla="*/ 1535623 w 1867065"/>
                <a:gd name="connsiteY2" fmla="*/ 504170 h 3018250"/>
                <a:gd name="connsiteX3" fmla="*/ 1827723 w 1867065"/>
                <a:gd name="connsiteY3" fmla="*/ 847070 h 3018250"/>
                <a:gd name="connsiteX4" fmla="*/ 1434021 w 1867065"/>
                <a:gd name="connsiteY4" fmla="*/ 1177271 h 3018250"/>
                <a:gd name="connsiteX5" fmla="*/ 1853121 w 1867065"/>
                <a:gd name="connsiteY5" fmla="*/ 1634472 h 3018250"/>
                <a:gd name="connsiteX6" fmla="*/ 1738822 w 1867065"/>
                <a:gd name="connsiteY6" fmla="*/ 2320272 h 3018250"/>
                <a:gd name="connsiteX7" fmla="*/ 1459422 w 1867065"/>
                <a:gd name="connsiteY7" fmla="*/ 2498072 h 3018250"/>
                <a:gd name="connsiteX8" fmla="*/ 1472122 w 1867065"/>
                <a:gd name="connsiteY8" fmla="*/ 2967971 h 3018250"/>
                <a:gd name="connsiteX9" fmla="*/ 680 w 1867065"/>
                <a:gd name="connsiteY9" fmla="*/ 1470811 h 3018250"/>
                <a:gd name="connsiteX0" fmla="*/ 680 w 1867065"/>
                <a:gd name="connsiteY0" fmla="*/ 1470811 h 3018250"/>
                <a:gd name="connsiteX1" fmla="*/ 1316868 w 1867065"/>
                <a:gd name="connsiteY1" fmla="*/ 19421 h 3018250"/>
                <a:gd name="connsiteX2" fmla="*/ 1535623 w 1867065"/>
                <a:gd name="connsiteY2" fmla="*/ 504170 h 3018250"/>
                <a:gd name="connsiteX3" fmla="*/ 1827723 w 1867065"/>
                <a:gd name="connsiteY3" fmla="*/ 847070 h 3018250"/>
                <a:gd name="connsiteX4" fmla="*/ 1434021 w 1867065"/>
                <a:gd name="connsiteY4" fmla="*/ 1177271 h 3018250"/>
                <a:gd name="connsiteX5" fmla="*/ 1853121 w 1867065"/>
                <a:gd name="connsiteY5" fmla="*/ 1634472 h 3018250"/>
                <a:gd name="connsiteX6" fmla="*/ 1738822 w 1867065"/>
                <a:gd name="connsiteY6" fmla="*/ 2320272 h 3018250"/>
                <a:gd name="connsiteX7" fmla="*/ 1116522 w 1867065"/>
                <a:gd name="connsiteY7" fmla="*/ 1705592 h 3018250"/>
                <a:gd name="connsiteX8" fmla="*/ 1472122 w 1867065"/>
                <a:gd name="connsiteY8" fmla="*/ 2967971 h 3018250"/>
                <a:gd name="connsiteX9" fmla="*/ 680 w 1867065"/>
                <a:gd name="connsiteY9" fmla="*/ 1470811 h 3018250"/>
                <a:gd name="connsiteX0" fmla="*/ 425 w 1866810"/>
                <a:gd name="connsiteY0" fmla="*/ 1452780 h 3000219"/>
                <a:gd name="connsiteX1" fmla="*/ 1316613 w 1866810"/>
                <a:gd name="connsiteY1" fmla="*/ 1390 h 3000219"/>
                <a:gd name="connsiteX2" fmla="*/ 1070548 w 1866810"/>
                <a:gd name="connsiteY2" fmla="*/ 1149079 h 3000219"/>
                <a:gd name="connsiteX3" fmla="*/ 1827468 w 1866810"/>
                <a:gd name="connsiteY3" fmla="*/ 829039 h 3000219"/>
                <a:gd name="connsiteX4" fmla="*/ 1433766 w 1866810"/>
                <a:gd name="connsiteY4" fmla="*/ 1159240 h 3000219"/>
                <a:gd name="connsiteX5" fmla="*/ 1852866 w 1866810"/>
                <a:gd name="connsiteY5" fmla="*/ 1616441 h 3000219"/>
                <a:gd name="connsiteX6" fmla="*/ 1738567 w 1866810"/>
                <a:gd name="connsiteY6" fmla="*/ 2302241 h 3000219"/>
                <a:gd name="connsiteX7" fmla="*/ 1116267 w 1866810"/>
                <a:gd name="connsiteY7" fmla="*/ 1687561 h 3000219"/>
                <a:gd name="connsiteX8" fmla="*/ 1471867 w 1866810"/>
                <a:gd name="connsiteY8" fmla="*/ 2949940 h 3000219"/>
                <a:gd name="connsiteX9" fmla="*/ 425 w 1866810"/>
                <a:gd name="connsiteY9" fmla="*/ 1452780 h 3000219"/>
                <a:gd name="connsiteX0" fmla="*/ 425 w 1897014"/>
                <a:gd name="connsiteY0" fmla="*/ 1452780 h 3000219"/>
                <a:gd name="connsiteX1" fmla="*/ 1316613 w 1897014"/>
                <a:gd name="connsiteY1" fmla="*/ 1390 h 3000219"/>
                <a:gd name="connsiteX2" fmla="*/ 1070548 w 1897014"/>
                <a:gd name="connsiteY2" fmla="*/ 1149079 h 3000219"/>
                <a:gd name="connsiteX3" fmla="*/ 1827468 w 1897014"/>
                <a:gd name="connsiteY3" fmla="*/ 829039 h 3000219"/>
                <a:gd name="connsiteX4" fmla="*/ 1852866 w 1897014"/>
                <a:gd name="connsiteY4" fmla="*/ 1616441 h 3000219"/>
                <a:gd name="connsiteX5" fmla="*/ 1738567 w 1897014"/>
                <a:gd name="connsiteY5" fmla="*/ 2302241 h 3000219"/>
                <a:gd name="connsiteX6" fmla="*/ 1116267 w 1897014"/>
                <a:gd name="connsiteY6" fmla="*/ 1687561 h 3000219"/>
                <a:gd name="connsiteX7" fmla="*/ 1471867 w 1897014"/>
                <a:gd name="connsiteY7" fmla="*/ 2949940 h 3000219"/>
                <a:gd name="connsiteX8" fmla="*/ 425 w 1897014"/>
                <a:gd name="connsiteY8" fmla="*/ 1452780 h 3000219"/>
                <a:gd name="connsiteX0" fmla="*/ 425 w 1880243"/>
                <a:gd name="connsiteY0" fmla="*/ 1452780 h 3000219"/>
                <a:gd name="connsiteX1" fmla="*/ 1316613 w 1880243"/>
                <a:gd name="connsiteY1" fmla="*/ 1390 h 3000219"/>
                <a:gd name="connsiteX2" fmla="*/ 1070548 w 1880243"/>
                <a:gd name="connsiteY2" fmla="*/ 1149079 h 3000219"/>
                <a:gd name="connsiteX3" fmla="*/ 1827468 w 1880243"/>
                <a:gd name="connsiteY3" fmla="*/ 829039 h 3000219"/>
                <a:gd name="connsiteX4" fmla="*/ 1738567 w 1880243"/>
                <a:gd name="connsiteY4" fmla="*/ 2302241 h 3000219"/>
                <a:gd name="connsiteX5" fmla="*/ 1116267 w 1880243"/>
                <a:gd name="connsiteY5" fmla="*/ 1687561 h 3000219"/>
                <a:gd name="connsiteX6" fmla="*/ 1471867 w 1880243"/>
                <a:gd name="connsiteY6" fmla="*/ 2949940 h 3000219"/>
                <a:gd name="connsiteX7" fmla="*/ 425 w 1880243"/>
                <a:gd name="connsiteY7" fmla="*/ 1452780 h 3000219"/>
                <a:gd name="connsiteX0" fmla="*/ 1 w 1879819"/>
                <a:gd name="connsiteY0" fmla="*/ 897456 h 2442217"/>
                <a:gd name="connsiteX1" fmla="*/ 1468589 w 1879819"/>
                <a:gd name="connsiteY1" fmla="*/ 2326 h 2442217"/>
                <a:gd name="connsiteX2" fmla="*/ 1070124 w 1879819"/>
                <a:gd name="connsiteY2" fmla="*/ 593755 h 2442217"/>
                <a:gd name="connsiteX3" fmla="*/ 1827044 w 1879819"/>
                <a:gd name="connsiteY3" fmla="*/ 273715 h 2442217"/>
                <a:gd name="connsiteX4" fmla="*/ 1738143 w 1879819"/>
                <a:gd name="connsiteY4" fmla="*/ 1746917 h 2442217"/>
                <a:gd name="connsiteX5" fmla="*/ 1115843 w 1879819"/>
                <a:gd name="connsiteY5" fmla="*/ 1132237 h 2442217"/>
                <a:gd name="connsiteX6" fmla="*/ 1471443 w 1879819"/>
                <a:gd name="connsiteY6" fmla="*/ 2394616 h 2442217"/>
                <a:gd name="connsiteX7" fmla="*/ 1 w 1879819"/>
                <a:gd name="connsiteY7" fmla="*/ 897456 h 2442217"/>
                <a:gd name="connsiteX0" fmla="*/ 1 w 1879819"/>
                <a:gd name="connsiteY0" fmla="*/ 979169 h 2523930"/>
                <a:gd name="connsiteX1" fmla="*/ 1468589 w 1879819"/>
                <a:gd name="connsiteY1" fmla="*/ 84039 h 2523930"/>
                <a:gd name="connsiteX2" fmla="*/ 1070124 w 1879819"/>
                <a:gd name="connsiteY2" fmla="*/ 675468 h 2523930"/>
                <a:gd name="connsiteX3" fmla="*/ 1827044 w 1879819"/>
                <a:gd name="connsiteY3" fmla="*/ 355428 h 2523930"/>
                <a:gd name="connsiteX4" fmla="*/ 1738143 w 1879819"/>
                <a:gd name="connsiteY4" fmla="*/ 1828630 h 2523930"/>
                <a:gd name="connsiteX5" fmla="*/ 1115843 w 1879819"/>
                <a:gd name="connsiteY5" fmla="*/ 1213950 h 2523930"/>
                <a:gd name="connsiteX6" fmla="*/ 1471443 w 1879819"/>
                <a:gd name="connsiteY6" fmla="*/ 2476329 h 2523930"/>
                <a:gd name="connsiteX7" fmla="*/ 1 w 1879819"/>
                <a:gd name="connsiteY7" fmla="*/ 979169 h 2523930"/>
                <a:gd name="connsiteX0" fmla="*/ 1 w 1885523"/>
                <a:gd name="connsiteY0" fmla="*/ 979169 h 2523930"/>
                <a:gd name="connsiteX1" fmla="*/ 1468589 w 1885523"/>
                <a:gd name="connsiteY1" fmla="*/ 84039 h 2523930"/>
                <a:gd name="connsiteX2" fmla="*/ 1070124 w 1885523"/>
                <a:gd name="connsiteY2" fmla="*/ 675468 h 2523930"/>
                <a:gd name="connsiteX3" fmla="*/ 1834664 w 1885523"/>
                <a:gd name="connsiteY3" fmla="*/ 782148 h 2523930"/>
                <a:gd name="connsiteX4" fmla="*/ 1738143 w 1885523"/>
                <a:gd name="connsiteY4" fmla="*/ 1828630 h 2523930"/>
                <a:gd name="connsiteX5" fmla="*/ 1115843 w 1885523"/>
                <a:gd name="connsiteY5" fmla="*/ 1213950 h 2523930"/>
                <a:gd name="connsiteX6" fmla="*/ 1471443 w 1885523"/>
                <a:gd name="connsiteY6" fmla="*/ 2476329 h 2523930"/>
                <a:gd name="connsiteX7" fmla="*/ 1 w 1885523"/>
                <a:gd name="connsiteY7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4 w 1845012"/>
                <a:gd name="connsiteY0" fmla="*/ 972372 h 1899510"/>
                <a:gd name="connsiteX1" fmla="*/ 1468592 w 1845012"/>
                <a:gd name="connsiteY1" fmla="*/ 77242 h 1899510"/>
                <a:gd name="connsiteX2" fmla="*/ 1070127 w 1845012"/>
                <a:gd name="connsiteY2" fmla="*/ 668671 h 1899510"/>
                <a:gd name="connsiteX3" fmla="*/ 1834667 w 1845012"/>
                <a:gd name="connsiteY3" fmla="*/ 775351 h 1899510"/>
                <a:gd name="connsiteX4" fmla="*/ 1115846 w 1845012"/>
                <a:gd name="connsiteY4" fmla="*/ 1207153 h 1899510"/>
                <a:gd name="connsiteX5" fmla="*/ 1486686 w 1845012"/>
                <a:gd name="connsiteY5" fmla="*/ 1829452 h 1899510"/>
                <a:gd name="connsiteX6" fmla="*/ 4 w 1845012"/>
                <a:gd name="connsiteY6" fmla="*/ 972372 h 1899510"/>
                <a:gd name="connsiteX0" fmla="*/ 24 w 1845032"/>
                <a:gd name="connsiteY0" fmla="*/ 972297 h 1892209"/>
                <a:gd name="connsiteX1" fmla="*/ 1468612 w 1845032"/>
                <a:gd name="connsiteY1" fmla="*/ 77167 h 1892209"/>
                <a:gd name="connsiteX2" fmla="*/ 1070147 w 1845032"/>
                <a:gd name="connsiteY2" fmla="*/ 668596 h 1892209"/>
                <a:gd name="connsiteX3" fmla="*/ 1834687 w 1845032"/>
                <a:gd name="connsiteY3" fmla="*/ 775276 h 1892209"/>
                <a:gd name="connsiteX4" fmla="*/ 1115866 w 1845032"/>
                <a:gd name="connsiteY4" fmla="*/ 1207078 h 1892209"/>
                <a:gd name="connsiteX5" fmla="*/ 1509566 w 1845032"/>
                <a:gd name="connsiteY5" fmla="*/ 1821757 h 1892209"/>
                <a:gd name="connsiteX6" fmla="*/ 24 w 1845032"/>
                <a:gd name="connsiteY6" fmla="*/ 972297 h 1892209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7542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52565"/>
                <a:gd name="connsiteY0" fmla="*/ 972446 h 1906814"/>
                <a:gd name="connsiteX1" fmla="*/ 1468612 w 1852565"/>
                <a:gd name="connsiteY1" fmla="*/ 77316 h 1906814"/>
                <a:gd name="connsiteX2" fmla="*/ 1070147 w 1852565"/>
                <a:gd name="connsiteY2" fmla="*/ 668745 h 1906814"/>
                <a:gd name="connsiteX3" fmla="*/ 1842307 w 1852565"/>
                <a:gd name="connsiteY3" fmla="*/ 798285 h 1906814"/>
                <a:gd name="connsiteX4" fmla="*/ 1115866 w 1852565"/>
                <a:gd name="connsiteY4" fmla="*/ 1207227 h 1906814"/>
                <a:gd name="connsiteX5" fmla="*/ 1509566 w 1852565"/>
                <a:gd name="connsiteY5" fmla="*/ 1837146 h 1906814"/>
                <a:gd name="connsiteX6" fmla="*/ 24 w 1852565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58638"/>
                <a:gd name="connsiteY0" fmla="*/ 972446 h 1906814"/>
                <a:gd name="connsiteX1" fmla="*/ 1468612 w 1858638"/>
                <a:gd name="connsiteY1" fmla="*/ 77316 h 1906814"/>
                <a:gd name="connsiteX2" fmla="*/ 1070147 w 1858638"/>
                <a:gd name="connsiteY2" fmla="*/ 668745 h 1906814"/>
                <a:gd name="connsiteX3" fmla="*/ 1858637 w 1858638"/>
                <a:gd name="connsiteY3" fmla="*/ 914360 h 1906814"/>
                <a:gd name="connsiteX4" fmla="*/ 1115866 w 1858638"/>
                <a:gd name="connsiteY4" fmla="*/ 1207227 h 1906814"/>
                <a:gd name="connsiteX5" fmla="*/ 1509566 w 1858638"/>
                <a:gd name="connsiteY5" fmla="*/ 1837146 h 1906814"/>
                <a:gd name="connsiteX6" fmla="*/ 24 w 1858638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7 w 1895757"/>
                <a:gd name="connsiteY0" fmla="*/ 897919 h 1832287"/>
                <a:gd name="connsiteX1" fmla="*/ 1468615 w 1895757"/>
                <a:gd name="connsiteY1" fmla="*/ 2789 h 1832287"/>
                <a:gd name="connsiteX2" fmla="*/ 1077798 w 1895757"/>
                <a:gd name="connsiteY2" fmla="*/ 607019 h 1832287"/>
                <a:gd name="connsiteX3" fmla="*/ 1895757 w 1895757"/>
                <a:gd name="connsiteY3" fmla="*/ 935394 h 1832287"/>
                <a:gd name="connsiteX4" fmla="*/ 1115869 w 1895757"/>
                <a:gd name="connsiteY4" fmla="*/ 1132700 h 1832287"/>
                <a:gd name="connsiteX5" fmla="*/ 1509569 w 1895757"/>
                <a:gd name="connsiteY5" fmla="*/ 1762619 h 1832287"/>
                <a:gd name="connsiteX6" fmla="*/ 27 w 1895757"/>
                <a:gd name="connsiteY6" fmla="*/ 897919 h 1832287"/>
                <a:gd name="connsiteX0" fmla="*/ 27 w 1895757"/>
                <a:gd name="connsiteY0" fmla="*/ 897726 h 1832094"/>
                <a:gd name="connsiteX1" fmla="*/ 1468615 w 1895757"/>
                <a:gd name="connsiteY1" fmla="*/ 2596 h 1832094"/>
                <a:gd name="connsiteX2" fmla="*/ 1077798 w 1895757"/>
                <a:gd name="connsiteY2" fmla="*/ 606826 h 1832094"/>
                <a:gd name="connsiteX3" fmla="*/ 1895757 w 1895757"/>
                <a:gd name="connsiteY3" fmla="*/ 935201 h 1832094"/>
                <a:gd name="connsiteX4" fmla="*/ 1115869 w 1895757"/>
                <a:gd name="connsiteY4" fmla="*/ 1132507 h 1832094"/>
                <a:gd name="connsiteX5" fmla="*/ 1509569 w 1895757"/>
                <a:gd name="connsiteY5" fmla="*/ 1762426 h 1832094"/>
                <a:gd name="connsiteX6" fmla="*/ 27 w 1895757"/>
                <a:gd name="connsiteY6" fmla="*/ 897726 h 1832094"/>
                <a:gd name="connsiteX0" fmla="*/ 30 w 1895760"/>
                <a:gd name="connsiteY0" fmla="*/ 1043304 h 1977672"/>
                <a:gd name="connsiteX1" fmla="*/ 1468618 w 1895760"/>
                <a:gd name="connsiteY1" fmla="*/ 148174 h 1977672"/>
                <a:gd name="connsiteX2" fmla="*/ 1077801 w 1895760"/>
                <a:gd name="connsiteY2" fmla="*/ 752404 h 1977672"/>
                <a:gd name="connsiteX3" fmla="*/ 1895760 w 1895760"/>
                <a:gd name="connsiteY3" fmla="*/ 1080779 h 1977672"/>
                <a:gd name="connsiteX4" fmla="*/ 1115872 w 1895760"/>
                <a:gd name="connsiteY4" fmla="*/ 1278085 h 1977672"/>
                <a:gd name="connsiteX5" fmla="*/ 1509572 w 1895760"/>
                <a:gd name="connsiteY5" fmla="*/ 1908004 h 1977672"/>
                <a:gd name="connsiteX6" fmla="*/ 30 w 1895760"/>
                <a:gd name="connsiteY6" fmla="*/ 1043304 h 1977672"/>
                <a:gd name="connsiteX0" fmla="*/ 30 w 1895760"/>
                <a:gd name="connsiteY0" fmla="*/ 1061276 h 1995644"/>
                <a:gd name="connsiteX1" fmla="*/ 1468618 w 1895760"/>
                <a:gd name="connsiteY1" fmla="*/ 166146 h 1995644"/>
                <a:gd name="connsiteX2" fmla="*/ 1077801 w 1895760"/>
                <a:gd name="connsiteY2" fmla="*/ 770376 h 1995644"/>
                <a:gd name="connsiteX3" fmla="*/ 1895760 w 1895760"/>
                <a:gd name="connsiteY3" fmla="*/ 1098751 h 1995644"/>
                <a:gd name="connsiteX4" fmla="*/ 1115872 w 1895760"/>
                <a:gd name="connsiteY4" fmla="*/ 1296057 h 1995644"/>
                <a:gd name="connsiteX5" fmla="*/ 1509572 w 1895760"/>
                <a:gd name="connsiteY5" fmla="*/ 1925976 h 1995644"/>
                <a:gd name="connsiteX6" fmla="*/ 30 w 1895760"/>
                <a:gd name="connsiteY6" fmla="*/ 1061276 h 1995644"/>
                <a:gd name="connsiteX0" fmla="*/ 30 w 1895760"/>
                <a:gd name="connsiteY0" fmla="*/ 1013974 h 1948342"/>
                <a:gd name="connsiteX1" fmla="*/ 1468618 w 1895760"/>
                <a:gd name="connsiteY1" fmla="*/ 118844 h 1948342"/>
                <a:gd name="connsiteX2" fmla="*/ 1077801 w 1895760"/>
                <a:gd name="connsiteY2" fmla="*/ 723074 h 1948342"/>
                <a:gd name="connsiteX3" fmla="*/ 1895760 w 1895760"/>
                <a:gd name="connsiteY3" fmla="*/ 1051449 h 1948342"/>
                <a:gd name="connsiteX4" fmla="*/ 1115872 w 1895760"/>
                <a:gd name="connsiteY4" fmla="*/ 1248755 h 1948342"/>
                <a:gd name="connsiteX5" fmla="*/ 1509572 w 1895760"/>
                <a:gd name="connsiteY5" fmla="*/ 1878674 h 1948342"/>
                <a:gd name="connsiteX6" fmla="*/ 30 w 1895760"/>
                <a:gd name="connsiteY6" fmla="*/ 1013974 h 1948342"/>
                <a:gd name="connsiteX0" fmla="*/ 30 w 1895760"/>
                <a:gd name="connsiteY0" fmla="*/ 1077889 h 2012257"/>
                <a:gd name="connsiteX1" fmla="*/ 1468618 w 1895760"/>
                <a:gd name="connsiteY1" fmla="*/ 182759 h 2012257"/>
                <a:gd name="connsiteX2" fmla="*/ 1077801 w 1895760"/>
                <a:gd name="connsiteY2" fmla="*/ 786989 h 2012257"/>
                <a:gd name="connsiteX3" fmla="*/ 1895760 w 1895760"/>
                <a:gd name="connsiteY3" fmla="*/ 1115364 h 2012257"/>
                <a:gd name="connsiteX4" fmla="*/ 1115872 w 1895760"/>
                <a:gd name="connsiteY4" fmla="*/ 1312670 h 2012257"/>
                <a:gd name="connsiteX5" fmla="*/ 1509572 w 1895760"/>
                <a:gd name="connsiteY5" fmla="*/ 1942589 h 2012257"/>
                <a:gd name="connsiteX6" fmla="*/ 30 w 1895760"/>
                <a:gd name="connsiteY6" fmla="*/ 1077889 h 2012257"/>
                <a:gd name="connsiteX0" fmla="*/ 138 w 1895868"/>
                <a:gd name="connsiteY0" fmla="*/ 1066944 h 2001197"/>
                <a:gd name="connsiteX1" fmla="*/ 1585852 w 1895868"/>
                <a:gd name="connsiteY1" fmla="*/ 183833 h 2001197"/>
                <a:gd name="connsiteX2" fmla="*/ 1077909 w 1895868"/>
                <a:gd name="connsiteY2" fmla="*/ 776044 h 2001197"/>
                <a:gd name="connsiteX3" fmla="*/ 1895868 w 1895868"/>
                <a:gd name="connsiteY3" fmla="*/ 1104419 h 2001197"/>
                <a:gd name="connsiteX4" fmla="*/ 1115980 w 1895868"/>
                <a:gd name="connsiteY4" fmla="*/ 1301725 h 2001197"/>
                <a:gd name="connsiteX5" fmla="*/ 1509680 w 1895868"/>
                <a:gd name="connsiteY5" fmla="*/ 1931644 h 2001197"/>
                <a:gd name="connsiteX6" fmla="*/ 138 w 1895868"/>
                <a:gd name="connsiteY6" fmla="*/ 1066944 h 2001197"/>
                <a:gd name="connsiteX0" fmla="*/ 68 w 1895798"/>
                <a:gd name="connsiteY0" fmla="*/ 1065359 h 1906967"/>
                <a:gd name="connsiteX1" fmla="*/ 1585782 w 1895798"/>
                <a:gd name="connsiteY1" fmla="*/ 182248 h 1906967"/>
                <a:gd name="connsiteX2" fmla="*/ 1077839 w 1895798"/>
                <a:gd name="connsiteY2" fmla="*/ 774459 h 1906967"/>
                <a:gd name="connsiteX3" fmla="*/ 1895798 w 1895798"/>
                <a:gd name="connsiteY3" fmla="*/ 1102834 h 1906967"/>
                <a:gd name="connsiteX4" fmla="*/ 1115910 w 1895798"/>
                <a:gd name="connsiteY4" fmla="*/ 1300140 h 1906967"/>
                <a:gd name="connsiteX5" fmla="*/ 1650942 w 1895798"/>
                <a:gd name="connsiteY5" fmla="*/ 1832060 h 1906967"/>
                <a:gd name="connsiteX6" fmla="*/ 68 w 1895798"/>
                <a:gd name="connsiteY6" fmla="*/ 1065359 h 1906967"/>
                <a:gd name="connsiteX0" fmla="*/ 68 w 1895798"/>
                <a:gd name="connsiteY0" fmla="*/ 1065359 h 1987384"/>
                <a:gd name="connsiteX1" fmla="*/ 1585782 w 1895798"/>
                <a:gd name="connsiteY1" fmla="*/ 182248 h 1987384"/>
                <a:gd name="connsiteX2" fmla="*/ 1077839 w 1895798"/>
                <a:gd name="connsiteY2" fmla="*/ 774459 h 1987384"/>
                <a:gd name="connsiteX3" fmla="*/ 1895798 w 1895798"/>
                <a:gd name="connsiteY3" fmla="*/ 1102834 h 1987384"/>
                <a:gd name="connsiteX4" fmla="*/ 1115910 w 1895798"/>
                <a:gd name="connsiteY4" fmla="*/ 1300140 h 1987384"/>
                <a:gd name="connsiteX5" fmla="*/ 1650942 w 1895798"/>
                <a:gd name="connsiteY5" fmla="*/ 1832060 h 1987384"/>
                <a:gd name="connsiteX6" fmla="*/ 68 w 1895798"/>
                <a:gd name="connsiteY6" fmla="*/ 1065359 h 1987384"/>
                <a:gd name="connsiteX0" fmla="*/ 68 w 1895798"/>
                <a:gd name="connsiteY0" fmla="*/ 1065359 h 2005643"/>
                <a:gd name="connsiteX1" fmla="*/ 1585782 w 1895798"/>
                <a:gd name="connsiteY1" fmla="*/ 182248 h 2005643"/>
                <a:gd name="connsiteX2" fmla="*/ 1077839 w 1895798"/>
                <a:gd name="connsiteY2" fmla="*/ 774459 h 2005643"/>
                <a:gd name="connsiteX3" fmla="*/ 1895798 w 1895798"/>
                <a:gd name="connsiteY3" fmla="*/ 1102834 h 2005643"/>
                <a:gd name="connsiteX4" fmla="*/ 1115910 w 1895798"/>
                <a:gd name="connsiteY4" fmla="*/ 1300140 h 2005643"/>
                <a:gd name="connsiteX5" fmla="*/ 1650942 w 1895798"/>
                <a:gd name="connsiteY5" fmla="*/ 1832060 h 2005643"/>
                <a:gd name="connsiteX6" fmla="*/ 68 w 1895798"/>
                <a:gd name="connsiteY6" fmla="*/ 1065359 h 20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5798" h="2005643">
                  <a:moveTo>
                    <a:pt x="68" y="1065359"/>
                  </a:moveTo>
                  <a:cubicBezTo>
                    <a:pt x="-10792" y="790390"/>
                    <a:pt x="1321523" y="-462789"/>
                    <a:pt x="1585782" y="182248"/>
                  </a:cubicBezTo>
                  <a:cubicBezTo>
                    <a:pt x="1850041" y="827285"/>
                    <a:pt x="1002365" y="768539"/>
                    <a:pt x="1077839" y="774459"/>
                  </a:cubicBezTo>
                  <a:cubicBezTo>
                    <a:pt x="1131232" y="914517"/>
                    <a:pt x="1745907" y="326431"/>
                    <a:pt x="1895798" y="1102834"/>
                  </a:cubicBezTo>
                  <a:cubicBezTo>
                    <a:pt x="1696671" y="1695067"/>
                    <a:pt x="1120387" y="1225011"/>
                    <a:pt x="1115910" y="1300140"/>
                  </a:cubicBezTo>
                  <a:cubicBezTo>
                    <a:pt x="1065191" y="1264893"/>
                    <a:pt x="1890601" y="1503138"/>
                    <a:pt x="1650942" y="1832060"/>
                  </a:cubicBezTo>
                  <a:cubicBezTo>
                    <a:pt x="1027836" y="2422301"/>
                    <a:pt x="10928" y="1340328"/>
                    <a:pt x="68" y="1065359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E303AE0D-1277-B4ED-3E3D-270501308B83}"/>
                </a:ext>
              </a:extLst>
            </p:cNvPr>
            <p:cNvSpPr/>
            <p:nvPr/>
          </p:nvSpPr>
          <p:spPr>
            <a:xfrm>
              <a:off x="2767714" y="3463987"/>
              <a:ext cx="1352264" cy="2816535"/>
            </a:xfrm>
            <a:custGeom>
              <a:avLst/>
              <a:gdLst>
                <a:gd name="connsiteX0" fmla="*/ 1068814 w 1352264"/>
                <a:gd name="connsiteY0" fmla="*/ 0 h 2816535"/>
                <a:gd name="connsiteX1" fmla="*/ 1091150 w 1352264"/>
                <a:gd name="connsiteY1" fmla="*/ 49913 h 2816535"/>
                <a:gd name="connsiteX2" fmla="*/ 1352264 w 1352264"/>
                <a:gd name="connsiteY2" fmla="*/ 1344584 h 2816535"/>
                <a:gd name="connsiteX3" fmla="*/ 1091323 w 1352264"/>
                <a:gd name="connsiteY3" fmla="*/ 2768680 h 2816535"/>
                <a:gd name="connsiteX4" fmla="*/ 1063040 w 1352264"/>
                <a:gd name="connsiteY4" fmla="*/ 2816535 h 2816535"/>
                <a:gd name="connsiteX5" fmla="*/ 1006946 w 1352264"/>
                <a:gd name="connsiteY5" fmla="*/ 2805568 h 2816535"/>
                <a:gd name="connsiteX6" fmla="*/ 449233 w 1352264"/>
                <a:gd name="connsiteY6" fmla="*/ 2571708 h 2816535"/>
                <a:gd name="connsiteX7" fmla="*/ 4734 w 1352264"/>
                <a:gd name="connsiteY7" fmla="*/ 1466806 h 2816535"/>
                <a:gd name="connsiteX8" fmla="*/ 501070 w 1352264"/>
                <a:gd name="connsiteY8" fmla="*/ 324432 h 2816535"/>
                <a:gd name="connsiteX9" fmla="*/ 1063059 w 1352264"/>
                <a:gd name="connsiteY9" fmla="*/ 1415 h 2816535"/>
                <a:gd name="connsiteX10" fmla="*/ 1068814 w 1352264"/>
                <a:gd name="connsiteY10" fmla="*/ 0 h 28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52264" h="2816535">
                  <a:moveTo>
                    <a:pt x="1068814" y="0"/>
                  </a:moveTo>
                  <a:lnTo>
                    <a:pt x="1091150" y="49913"/>
                  </a:lnTo>
                  <a:cubicBezTo>
                    <a:pt x="1221490" y="357645"/>
                    <a:pt x="1352264" y="821838"/>
                    <a:pt x="1352264" y="1344584"/>
                  </a:cubicBezTo>
                  <a:cubicBezTo>
                    <a:pt x="1352264" y="1983496"/>
                    <a:pt x="1243182" y="2485366"/>
                    <a:pt x="1091323" y="2768680"/>
                  </a:cubicBezTo>
                  <a:lnTo>
                    <a:pt x="1063040" y="2816535"/>
                  </a:lnTo>
                  <a:lnTo>
                    <a:pt x="1006946" y="2805568"/>
                  </a:lnTo>
                  <a:cubicBezTo>
                    <a:pt x="777426" y="2754343"/>
                    <a:pt x="578505" y="2676753"/>
                    <a:pt x="449233" y="2571708"/>
                  </a:cubicBezTo>
                  <a:cubicBezTo>
                    <a:pt x="60963" y="2349865"/>
                    <a:pt x="-3906" y="1841352"/>
                    <a:pt x="4734" y="1466806"/>
                  </a:cubicBezTo>
                  <a:cubicBezTo>
                    <a:pt x="-37427" y="863660"/>
                    <a:pt x="208051" y="692116"/>
                    <a:pt x="501070" y="324432"/>
                  </a:cubicBezTo>
                  <a:cubicBezTo>
                    <a:pt x="610952" y="186551"/>
                    <a:pt x="816841" y="76610"/>
                    <a:pt x="1063059" y="1415"/>
                  </a:cubicBezTo>
                  <a:lnTo>
                    <a:pt x="1068814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A9C4556C-A292-7C88-0ABD-9C699FAA2567}"/>
                </a:ext>
              </a:extLst>
            </p:cNvPr>
            <p:cNvSpPr/>
            <p:nvPr/>
          </p:nvSpPr>
          <p:spPr>
            <a:xfrm>
              <a:off x="3100305" y="4156504"/>
              <a:ext cx="369673" cy="76996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ABE5D086-763D-70FC-6234-C9FC6728B691}"/>
                </a:ext>
              </a:extLst>
            </p:cNvPr>
            <p:cNvSpPr/>
            <p:nvPr/>
          </p:nvSpPr>
          <p:spPr>
            <a:xfrm>
              <a:off x="3104281" y="4364091"/>
              <a:ext cx="214811" cy="447415"/>
            </a:xfrm>
            <a:prstGeom prst="ellipse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F7104347-50AA-5888-359A-9EA05125B73A}"/>
                </a:ext>
              </a:extLst>
            </p:cNvPr>
            <p:cNvSpPr/>
            <p:nvPr/>
          </p:nvSpPr>
          <p:spPr>
            <a:xfrm>
              <a:off x="3123032" y="4543269"/>
              <a:ext cx="88654" cy="184651"/>
            </a:xfrm>
            <a:prstGeom prst="ellipse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EB067EF8-BBFE-49C6-F285-11968E6F9D74}"/>
              </a:ext>
            </a:extLst>
          </p:cNvPr>
          <p:cNvGrpSpPr/>
          <p:nvPr/>
        </p:nvGrpSpPr>
        <p:grpSpPr>
          <a:xfrm>
            <a:off x="-1606544" y="1175362"/>
            <a:ext cx="8737365" cy="5363665"/>
            <a:chOff x="2595778" y="3283399"/>
            <a:chExt cx="5291341" cy="3248229"/>
          </a:xfrm>
        </p:grpSpPr>
        <p:sp>
          <p:nvSpPr>
            <p:cNvPr id="241" name="Oval 77">
              <a:extLst>
                <a:ext uri="{FF2B5EF4-FFF2-40B4-BE49-F238E27FC236}">
                  <a16:creationId xmlns:a16="http://schemas.microsoft.com/office/drawing/2014/main" id="{B5D12BA4-ADA6-D22E-131A-5A900175CA90}"/>
                </a:ext>
              </a:extLst>
            </p:cNvPr>
            <p:cNvSpPr/>
            <p:nvPr/>
          </p:nvSpPr>
          <p:spPr>
            <a:xfrm rot="4198079">
              <a:off x="4950112" y="5700951"/>
              <a:ext cx="704614" cy="956740"/>
            </a:xfrm>
            <a:custGeom>
              <a:avLst/>
              <a:gdLst>
                <a:gd name="connsiteX0" fmla="*/ 0 w 1133776"/>
                <a:gd name="connsiteY0" fmla="*/ 956090 h 1912179"/>
                <a:gd name="connsiteX1" fmla="*/ 566888 w 1133776"/>
                <a:gd name="connsiteY1" fmla="*/ 0 h 1912179"/>
                <a:gd name="connsiteX2" fmla="*/ 1133776 w 1133776"/>
                <a:gd name="connsiteY2" fmla="*/ 956090 h 1912179"/>
                <a:gd name="connsiteX3" fmla="*/ 566888 w 1133776"/>
                <a:gd name="connsiteY3" fmla="*/ 1912180 h 1912179"/>
                <a:gd name="connsiteX4" fmla="*/ 0 w 1133776"/>
                <a:gd name="connsiteY4" fmla="*/ 956090 h 1912179"/>
                <a:gd name="connsiteX0" fmla="*/ 27690 w 1502628"/>
                <a:gd name="connsiteY0" fmla="*/ 1476790 h 2432880"/>
                <a:gd name="connsiteX1" fmla="*/ 1407378 w 1502628"/>
                <a:gd name="connsiteY1" fmla="*/ 0 h 2432880"/>
                <a:gd name="connsiteX2" fmla="*/ 1161466 w 1502628"/>
                <a:gd name="connsiteY2" fmla="*/ 1476790 h 2432880"/>
                <a:gd name="connsiteX3" fmla="*/ 594578 w 1502628"/>
                <a:gd name="connsiteY3" fmla="*/ 2432880 h 2432880"/>
                <a:gd name="connsiteX4" fmla="*/ 27690 w 1502628"/>
                <a:gd name="connsiteY4" fmla="*/ 1476790 h 2432880"/>
                <a:gd name="connsiteX0" fmla="*/ 27690 w 1544141"/>
                <a:gd name="connsiteY0" fmla="*/ 1476914 h 2433004"/>
                <a:gd name="connsiteX1" fmla="*/ 1407378 w 1544141"/>
                <a:gd name="connsiteY1" fmla="*/ 124 h 2433004"/>
                <a:gd name="connsiteX2" fmla="*/ 1161466 w 1544141"/>
                <a:gd name="connsiteY2" fmla="*/ 1476914 h 2433004"/>
                <a:gd name="connsiteX3" fmla="*/ 594578 w 1544141"/>
                <a:gd name="connsiteY3" fmla="*/ 2433004 h 2433004"/>
                <a:gd name="connsiteX4" fmla="*/ 27690 w 1544141"/>
                <a:gd name="connsiteY4" fmla="*/ 1476914 h 2433004"/>
                <a:gd name="connsiteX0" fmla="*/ 297412 w 1813863"/>
                <a:gd name="connsiteY0" fmla="*/ 1522727 h 2733938"/>
                <a:gd name="connsiteX1" fmla="*/ 1677100 w 1813863"/>
                <a:gd name="connsiteY1" fmla="*/ 45937 h 2733938"/>
                <a:gd name="connsiteX2" fmla="*/ 1431188 w 1813863"/>
                <a:gd name="connsiteY2" fmla="*/ 1522727 h 2733938"/>
                <a:gd name="connsiteX3" fmla="*/ 864300 w 1813863"/>
                <a:gd name="connsiteY3" fmla="*/ 2478817 h 2733938"/>
                <a:gd name="connsiteX4" fmla="*/ 297412 w 1813863"/>
                <a:gd name="connsiteY4" fmla="*/ 1522727 h 2733938"/>
                <a:gd name="connsiteX0" fmla="*/ 270970 w 1765590"/>
                <a:gd name="connsiteY0" fmla="*/ 1486823 h 2725994"/>
                <a:gd name="connsiteX1" fmla="*/ 1714158 w 1765590"/>
                <a:gd name="connsiteY1" fmla="*/ 73533 h 2725994"/>
                <a:gd name="connsiteX2" fmla="*/ 1468246 w 1765590"/>
                <a:gd name="connsiteY2" fmla="*/ 1550323 h 2725994"/>
                <a:gd name="connsiteX3" fmla="*/ 901358 w 1765590"/>
                <a:gd name="connsiteY3" fmla="*/ 2506413 h 2725994"/>
                <a:gd name="connsiteX4" fmla="*/ 270970 w 1765590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2045439"/>
                <a:gd name="connsiteY0" fmla="*/ 1439877 h 2679048"/>
                <a:gd name="connsiteX1" fmla="*/ 1714158 w 2045439"/>
                <a:gd name="connsiteY1" fmla="*/ 26587 h 2679048"/>
                <a:gd name="connsiteX2" fmla="*/ 2034513 w 2045439"/>
                <a:gd name="connsiteY2" fmla="*/ 866936 h 2679048"/>
                <a:gd name="connsiteX3" fmla="*/ 1468246 w 2045439"/>
                <a:gd name="connsiteY3" fmla="*/ 1503377 h 2679048"/>
                <a:gd name="connsiteX4" fmla="*/ 901358 w 2045439"/>
                <a:gd name="connsiteY4" fmla="*/ 2459467 h 2679048"/>
                <a:gd name="connsiteX5" fmla="*/ 270970 w 2045439"/>
                <a:gd name="connsiteY5" fmla="*/ 1439877 h 2679048"/>
                <a:gd name="connsiteX0" fmla="*/ 270970 w 2051712"/>
                <a:gd name="connsiteY0" fmla="*/ 1446627 h 2685798"/>
                <a:gd name="connsiteX1" fmla="*/ 1714158 w 2051712"/>
                <a:gd name="connsiteY1" fmla="*/ 33337 h 2685798"/>
                <a:gd name="connsiteX2" fmla="*/ 1805913 w 2051712"/>
                <a:gd name="connsiteY2" fmla="*/ 479986 h 2685798"/>
                <a:gd name="connsiteX3" fmla="*/ 2034513 w 2051712"/>
                <a:gd name="connsiteY3" fmla="*/ 873686 h 2685798"/>
                <a:gd name="connsiteX4" fmla="*/ 1468246 w 2051712"/>
                <a:gd name="connsiteY4" fmla="*/ 1510127 h 2685798"/>
                <a:gd name="connsiteX5" fmla="*/ 901358 w 2051712"/>
                <a:gd name="connsiteY5" fmla="*/ 2466217 h 2685798"/>
                <a:gd name="connsiteX6" fmla="*/ 270970 w 2051712"/>
                <a:gd name="connsiteY6" fmla="*/ 1446627 h 2685798"/>
                <a:gd name="connsiteX0" fmla="*/ 15588 w 1796330"/>
                <a:gd name="connsiteY0" fmla="*/ 1482716 h 2502423"/>
                <a:gd name="connsiteX1" fmla="*/ 1331776 w 1796330"/>
                <a:gd name="connsiteY1" fmla="*/ 31326 h 2502423"/>
                <a:gd name="connsiteX2" fmla="*/ 1550531 w 1796330"/>
                <a:gd name="connsiteY2" fmla="*/ 516075 h 2502423"/>
                <a:gd name="connsiteX3" fmla="*/ 1779131 w 1796330"/>
                <a:gd name="connsiteY3" fmla="*/ 909775 h 2502423"/>
                <a:gd name="connsiteX4" fmla="*/ 1212864 w 1796330"/>
                <a:gd name="connsiteY4" fmla="*/ 1546216 h 2502423"/>
                <a:gd name="connsiteX5" fmla="*/ 645976 w 1796330"/>
                <a:gd name="connsiteY5" fmla="*/ 2502306 h 2502423"/>
                <a:gd name="connsiteX6" fmla="*/ 15588 w 1796330"/>
                <a:gd name="connsiteY6" fmla="*/ 1482716 h 2502423"/>
                <a:gd name="connsiteX0" fmla="*/ 15588 w 1796330"/>
                <a:gd name="connsiteY0" fmla="*/ 1461558 h 2481265"/>
                <a:gd name="connsiteX1" fmla="*/ 1331776 w 1796330"/>
                <a:gd name="connsiteY1" fmla="*/ 10168 h 2481265"/>
                <a:gd name="connsiteX2" fmla="*/ 1550531 w 1796330"/>
                <a:gd name="connsiteY2" fmla="*/ 494917 h 2481265"/>
                <a:gd name="connsiteX3" fmla="*/ 1779131 w 1796330"/>
                <a:gd name="connsiteY3" fmla="*/ 888617 h 2481265"/>
                <a:gd name="connsiteX4" fmla="*/ 1212864 w 1796330"/>
                <a:gd name="connsiteY4" fmla="*/ 1525058 h 2481265"/>
                <a:gd name="connsiteX5" fmla="*/ 645976 w 1796330"/>
                <a:gd name="connsiteY5" fmla="*/ 2481148 h 2481265"/>
                <a:gd name="connsiteX6" fmla="*/ 15588 w 1796330"/>
                <a:gd name="connsiteY6" fmla="*/ 1461558 h 2481265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857019"/>
                <a:gd name="connsiteY0" fmla="*/ 1469707 h 2489414"/>
                <a:gd name="connsiteX1" fmla="*/ 1331776 w 1857019"/>
                <a:gd name="connsiteY1" fmla="*/ 18317 h 2489414"/>
                <a:gd name="connsiteX2" fmla="*/ 1550531 w 1857019"/>
                <a:gd name="connsiteY2" fmla="*/ 503066 h 2489414"/>
                <a:gd name="connsiteX3" fmla="*/ 1842631 w 1857019"/>
                <a:gd name="connsiteY3" fmla="*/ 845966 h 2489414"/>
                <a:gd name="connsiteX4" fmla="*/ 1212864 w 1857019"/>
                <a:gd name="connsiteY4" fmla="*/ 1533207 h 2489414"/>
                <a:gd name="connsiteX5" fmla="*/ 645976 w 1857019"/>
                <a:gd name="connsiteY5" fmla="*/ 2489297 h 2489414"/>
                <a:gd name="connsiteX6" fmla="*/ 15588 w 1857019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70056"/>
                <a:gd name="connsiteY0" fmla="*/ 1469707 h 2489403"/>
                <a:gd name="connsiteX1" fmla="*/ 1331776 w 1870056"/>
                <a:gd name="connsiteY1" fmla="*/ 18317 h 2489403"/>
                <a:gd name="connsiteX2" fmla="*/ 1550531 w 1870056"/>
                <a:gd name="connsiteY2" fmla="*/ 503066 h 2489403"/>
                <a:gd name="connsiteX3" fmla="*/ 1842631 w 1870056"/>
                <a:gd name="connsiteY3" fmla="*/ 845966 h 2489403"/>
                <a:gd name="connsiteX4" fmla="*/ 1448929 w 1870056"/>
                <a:gd name="connsiteY4" fmla="*/ 1176167 h 2489403"/>
                <a:gd name="connsiteX5" fmla="*/ 1868029 w 1870056"/>
                <a:gd name="connsiteY5" fmla="*/ 1633368 h 2489403"/>
                <a:gd name="connsiteX6" fmla="*/ 1212864 w 1870056"/>
                <a:gd name="connsiteY6" fmla="*/ 1533207 h 2489403"/>
                <a:gd name="connsiteX7" fmla="*/ 645976 w 1870056"/>
                <a:gd name="connsiteY7" fmla="*/ 2489297 h 2489403"/>
                <a:gd name="connsiteX8" fmla="*/ 15588 w 1870056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6689 w 1869130"/>
                <a:gd name="connsiteY0" fmla="*/ 1469707 h 2574440"/>
                <a:gd name="connsiteX1" fmla="*/ 1332877 w 1869130"/>
                <a:gd name="connsiteY1" fmla="*/ 18317 h 2574440"/>
                <a:gd name="connsiteX2" fmla="*/ 1551632 w 1869130"/>
                <a:gd name="connsiteY2" fmla="*/ 503066 h 2574440"/>
                <a:gd name="connsiteX3" fmla="*/ 1843732 w 1869130"/>
                <a:gd name="connsiteY3" fmla="*/ 845966 h 2574440"/>
                <a:gd name="connsiteX4" fmla="*/ 1450030 w 1869130"/>
                <a:gd name="connsiteY4" fmla="*/ 1176167 h 2574440"/>
                <a:gd name="connsiteX5" fmla="*/ 1869130 w 1869130"/>
                <a:gd name="connsiteY5" fmla="*/ 1633368 h 2574440"/>
                <a:gd name="connsiteX6" fmla="*/ 1302865 w 1869130"/>
                <a:gd name="connsiteY6" fmla="*/ 1850707 h 2574440"/>
                <a:gd name="connsiteX7" fmla="*/ 1754831 w 1869130"/>
                <a:gd name="connsiteY7" fmla="*/ 2319168 h 2574440"/>
                <a:gd name="connsiteX8" fmla="*/ 1475431 w 1869130"/>
                <a:gd name="connsiteY8" fmla="*/ 2496968 h 2574440"/>
                <a:gd name="connsiteX9" fmla="*/ 647077 w 1869130"/>
                <a:gd name="connsiteY9" fmla="*/ 2489297 h 2574440"/>
                <a:gd name="connsiteX10" fmla="*/ 16689 w 1869130"/>
                <a:gd name="connsiteY10" fmla="*/ 1469707 h 2574440"/>
                <a:gd name="connsiteX0" fmla="*/ 16745 w 1869186"/>
                <a:gd name="connsiteY0" fmla="*/ 1469707 h 2966869"/>
                <a:gd name="connsiteX1" fmla="*/ 1332933 w 1869186"/>
                <a:gd name="connsiteY1" fmla="*/ 18317 h 2966869"/>
                <a:gd name="connsiteX2" fmla="*/ 1551688 w 1869186"/>
                <a:gd name="connsiteY2" fmla="*/ 503066 h 2966869"/>
                <a:gd name="connsiteX3" fmla="*/ 1843788 w 1869186"/>
                <a:gd name="connsiteY3" fmla="*/ 845966 h 2966869"/>
                <a:gd name="connsiteX4" fmla="*/ 1450086 w 1869186"/>
                <a:gd name="connsiteY4" fmla="*/ 1176167 h 2966869"/>
                <a:gd name="connsiteX5" fmla="*/ 1869186 w 1869186"/>
                <a:gd name="connsiteY5" fmla="*/ 1633368 h 2966869"/>
                <a:gd name="connsiteX6" fmla="*/ 1302921 w 1869186"/>
                <a:gd name="connsiteY6" fmla="*/ 1850707 h 2966869"/>
                <a:gd name="connsiteX7" fmla="*/ 1754887 w 1869186"/>
                <a:gd name="connsiteY7" fmla="*/ 2319168 h 2966869"/>
                <a:gd name="connsiteX8" fmla="*/ 1475487 w 1869186"/>
                <a:gd name="connsiteY8" fmla="*/ 2496968 h 2966869"/>
                <a:gd name="connsiteX9" fmla="*/ 1488187 w 1869186"/>
                <a:gd name="connsiteY9" fmla="*/ 2966867 h 2966869"/>
                <a:gd name="connsiteX10" fmla="*/ 647133 w 1869186"/>
                <a:gd name="connsiteY10" fmla="*/ 2489297 h 2966869"/>
                <a:gd name="connsiteX11" fmla="*/ 16745 w 1869186"/>
                <a:gd name="connsiteY11" fmla="*/ 1469707 h 2966869"/>
                <a:gd name="connsiteX0" fmla="*/ 16745 w 1869186"/>
                <a:gd name="connsiteY0" fmla="*/ 1469707 h 2966867"/>
                <a:gd name="connsiteX1" fmla="*/ 1332933 w 1869186"/>
                <a:gd name="connsiteY1" fmla="*/ 18317 h 2966867"/>
                <a:gd name="connsiteX2" fmla="*/ 1551688 w 1869186"/>
                <a:gd name="connsiteY2" fmla="*/ 503066 h 2966867"/>
                <a:gd name="connsiteX3" fmla="*/ 1843788 w 1869186"/>
                <a:gd name="connsiteY3" fmla="*/ 845966 h 2966867"/>
                <a:gd name="connsiteX4" fmla="*/ 1450086 w 1869186"/>
                <a:gd name="connsiteY4" fmla="*/ 1176167 h 2966867"/>
                <a:gd name="connsiteX5" fmla="*/ 1869186 w 1869186"/>
                <a:gd name="connsiteY5" fmla="*/ 1633368 h 2966867"/>
                <a:gd name="connsiteX6" fmla="*/ 1302921 w 1869186"/>
                <a:gd name="connsiteY6" fmla="*/ 1850707 h 2966867"/>
                <a:gd name="connsiteX7" fmla="*/ 1754887 w 1869186"/>
                <a:gd name="connsiteY7" fmla="*/ 2319168 h 2966867"/>
                <a:gd name="connsiteX8" fmla="*/ 1475487 w 1869186"/>
                <a:gd name="connsiteY8" fmla="*/ 2496968 h 2966867"/>
                <a:gd name="connsiteX9" fmla="*/ 1488187 w 1869186"/>
                <a:gd name="connsiteY9" fmla="*/ 2966867 h 2966867"/>
                <a:gd name="connsiteX10" fmla="*/ 647133 w 1869186"/>
                <a:gd name="connsiteY10" fmla="*/ 2489297 h 2966867"/>
                <a:gd name="connsiteX11" fmla="*/ 16745 w 1869186"/>
                <a:gd name="connsiteY11" fmla="*/ 1469707 h 2966867"/>
                <a:gd name="connsiteX0" fmla="*/ 16745 w 1869186"/>
                <a:gd name="connsiteY0" fmla="*/ 1469707 h 2985386"/>
                <a:gd name="connsiteX1" fmla="*/ 1332933 w 1869186"/>
                <a:gd name="connsiteY1" fmla="*/ 18317 h 2985386"/>
                <a:gd name="connsiteX2" fmla="*/ 1551688 w 1869186"/>
                <a:gd name="connsiteY2" fmla="*/ 503066 h 2985386"/>
                <a:gd name="connsiteX3" fmla="*/ 1843788 w 1869186"/>
                <a:gd name="connsiteY3" fmla="*/ 845966 h 2985386"/>
                <a:gd name="connsiteX4" fmla="*/ 1450086 w 1869186"/>
                <a:gd name="connsiteY4" fmla="*/ 1176167 h 2985386"/>
                <a:gd name="connsiteX5" fmla="*/ 1869186 w 1869186"/>
                <a:gd name="connsiteY5" fmla="*/ 1633368 h 2985386"/>
                <a:gd name="connsiteX6" fmla="*/ 1302921 w 1869186"/>
                <a:gd name="connsiteY6" fmla="*/ 1850707 h 2985386"/>
                <a:gd name="connsiteX7" fmla="*/ 1754887 w 1869186"/>
                <a:gd name="connsiteY7" fmla="*/ 2319168 h 2985386"/>
                <a:gd name="connsiteX8" fmla="*/ 1475487 w 1869186"/>
                <a:gd name="connsiteY8" fmla="*/ 2496968 h 2985386"/>
                <a:gd name="connsiteX9" fmla="*/ 1488187 w 1869186"/>
                <a:gd name="connsiteY9" fmla="*/ 2966867 h 2985386"/>
                <a:gd name="connsiteX10" fmla="*/ 647133 w 1869186"/>
                <a:gd name="connsiteY10" fmla="*/ 2489297 h 2985386"/>
                <a:gd name="connsiteX11" fmla="*/ 16745 w 1869186"/>
                <a:gd name="connsiteY11" fmla="*/ 1469707 h 2985386"/>
                <a:gd name="connsiteX0" fmla="*/ 23868 w 1876309"/>
                <a:gd name="connsiteY0" fmla="*/ 1469763 h 2986627"/>
                <a:gd name="connsiteX1" fmla="*/ 1340056 w 1876309"/>
                <a:gd name="connsiteY1" fmla="*/ 18373 h 2986627"/>
                <a:gd name="connsiteX2" fmla="*/ 1558811 w 1876309"/>
                <a:gd name="connsiteY2" fmla="*/ 503122 h 2986627"/>
                <a:gd name="connsiteX3" fmla="*/ 1850911 w 1876309"/>
                <a:gd name="connsiteY3" fmla="*/ 846022 h 2986627"/>
                <a:gd name="connsiteX4" fmla="*/ 1457209 w 1876309"/>
                <a:gd name="connsiteY4" fmla="*/ 1176223 h 2986627"/>
                <a:gd name="connsiteX5" fmla="*/ 1876309 w 1876309"/>
                <a:gd name="connsiteY5" fmla="*/ 1633424 h 2986627"/>
                <a:gd name="connsiteX6" fmla="*/ 1310044 w 1876309"/>
                <a:gd name="connsiteY6" fmla="*/ 1850763 h 2986627"/>
                <a:gd name="connsiteX7" fmla="*/ 1762010 w 1876309"/>
                <a:gd name="connsiteY7" fmla="*/ 2319224 h 2986627"/>
                <a:gd name="connsiteX8" fmla="*/ 1482610 w 1876309"/>
                <a:gd name="connsiteY8" fmla="*/ 2497024 h 2986627"/>
                <a:gd name="connsiteX9" fmla="*/ 1495310 w 1876309"/>
                <a:gd name="connsiteY9" fmla="*/ 2966923 h 2986627"/>
                <a:gd name="connsiteX10" fmla="*/ 565356 w 1876309"/>
                <a:gd name="connsiteY10" fmla="*/ 2514753 h 2986627"/>
                <a:gd name="connsiteX11" fmla="*/ 23868 w 1876309"/>
                <a:gd name="connsiteY11" fmla="*/ 1469763 h 2986627"/>
                <a:gd name="connsiteX0" fmla="*/ 680 w 1853121"/>
                <a:gd name="connsiteY0" fmla="*/ 1470811 h 2967971"/>
                <a:gd name="connsiteX1" fmla="*/ 1316868 w 1853121"/>
                <a:gd name="connsiteY1" fmla="*/ 19421 h 2967971"/>
                <a:gd name="connsiteX2" fmla="*/ 1535623 w 1853121"/>
                <a:gd name="connsiteY2" fmla="*/ 504170 h 2967971"/>
                <a:gd name="connsiteX3" fmla="*/ 1827723 w 1853121"/>
                <a:gd name="connsiteY3" fmla="*/ 847070 h 2967971"/>
                <a:gd name="connsiteX4" fmla="*/ 1434021 w 1853121"/>
                <a:gd name="connsiteY4" fmla="*/ 1177271 h 2967971"/>
                <a:gd name="connsiteX5" fmla="*/ 1853121 w 1853121"/>
                <a:gd name="connsiteY5" fmla="*/ 1634472 h 2967971"/>
                <a:gd name="connsiteX6" fmla="*/ 1286856 w 1853121"/>
                <a:gd name="connsiteY6" fmla="*/ 1851811 h 2967971"/>
                <a:gd name="connsiteX7" fmla="*/ 1738822 w 1853121"/>
                <a:gd name="connsiteY7" fmla="*/ 2320272 h 2967971"/>
                <a:gd name="connsiteX8" fmla="*/ 1459422 w 1853121"/>
                <a:gd name="connsiteY8" fmla="*/ 2498072 h 2967971"/>
                <a:gd name="connsiteX9" fmla="*/ 1472122 w 1853121"/>
                <a:gd name="connsiteY9" fmla="*/ 2967971 h 2967971"/>
                <a:gd name="connsiteX10" fmla="*/ 680 w 1853121"/>
                <a:gd name="connsiteY10" fmla="*/ 1470811 h 2967971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86856 w 1853121"/>
                <a:gd name="connsiteY6" fmla="*/ 1851811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67065"/>
                <a:gd name="connsiteY0" fmla="*/ 1470811 h 3018250"/>
                <a:gd name="connsiteX1" fmla="*/ 1316868 w 1867065"/>
                <a:gd name="connsiteY1" fmla="*/ 19421 h 3018250"/>
                <a:gd name="connsiteX2" fmla="*/ 1535623 w 1867065"/>
                <a:gd name="connsiteY2" fmla="*/ 504170 h 3018250"/>
                <a:gd name="connsiteX3" fmla="*/ 1827723 w 1867065"/>
                <a:gd name="connsiteY3" fmla="*/ 847070 h 3018250"/>
                <a:gd name="connsiteX4" fmla="*/ 1434021 w 1867065"/>
                <a:gd name="connsiteY4" fmla="*/ 1177271 h 3018250"/>
                <a:gd name="connsiteX5" fmla="*/ 1853121 w 1867065"/>
                <a:gd name="connsiteY5" fmla="*/ 1634472 h 3018250"/>
                <a:gd name="connsiteX6" fmla="*/ 1738822 w 1867065"/>
                <a:gd name="connsiteY6" fmla="*/ 2320272 h 3018250"/>
                <a:gd name="connsiteX7" fmla="*/ 1459422 w 1867065"/>
                <a:gd name="connsiteY7" fmla="*/ 2498072 h 3018250"/>
                <a:gd name="connsiteX8" fmla="*/ 1472122 w 1867065"/>
                <a:gd name="connsiteY8" fmla="*/ 2967971 h 3018250"/>
                <a:gd name="connsiteX9" fmla="*/ 680 w 1867065"/>
                <a:gd name="connsiteY9" fmla="*/ 1470811 h 3018250"/>
                <a:gd name="connsiteX0" fmla="*/ 680 w 1867065"/>
                <a:gd name="connsiteY0" fmla="*/ 1470811 h 3018250"/>
                <a:gd name="connsiteX1" fmla="*/ 1316868 w 1867065"/>
                <a:gd name="connsiteY1" fmla="*/ 19421 h 3018250"/>
                <a:gd name="connsiteX2" fmla="*/ 1535623 w 1867065"/>
                <a:gd name="connsiteY2" fmla="*/ 504170 h 3018250"/>
                <a:gd name="connsiteX3" fmla="*/ 1827723 w 1867065"/>
                <a:gd name="connsiteY3" fmla="*/ 847070 h 3018250"/>
                <a:gd name="connsiteX4" fmla="*/ 1434021 w 1867065"/>
                <a:gd name="connsiteY4" fmla="*/ 1177271 h 3018250"/>
                <a:gd name="connsiteX5" fmla="*/ 1853121 w 1867065"/>
                <a:gd name="connsiteY5" fmla="*/ 1634472 h 3018250"/>
                <a:gd name="connsiteX6" fmla="*/ 1738822 w 1867065"/>
                <a:gd name="connsiteY6" fmla="*/ 2320272 h 3018250"/>
                <a:gd name="connsiteX7" fmla="*/ 1116522 w 1867065"/>
                <a:gd name="connsiteY7" fmla="*/ 1705592 h 3018250"/>
                <a:gd name="connsiteX8" fmla="*/ 1472122 w 1867065"/>
                <a:gd name="connsiteY8" fmla="*/ 2967971 h 3018250"/>
                <a:gd name="connsiteX9" fmla="*/ 680 w 1867065"/>
                <a:gd name="connsiteY9" fmla="*/ 1470811 h 3018250"/>
                <a:gd name="connsiteX0" fmla="*/ 425 w 1866810"/>
                <a:gd name="connsiteY0" fmla="*/ 1452780 h 3000219"/>
                <a:gd name="connsiteX1" fmla="*/ 1316613 w 1866810"/>
                <a:gd name="connsiteY1" fmla="*/ 1390 h 3000219"/>
                <a:gd name="connsiteX2" fmla="*/ 1070548 w 1866810"/>
                <a:gd name="connsiteY2" fmla="*/ 1149079 h 3000219"/>
                <a:gd name="connsiteX3" fmla="*/ 1827468 w 1866810"/>
                <a:gd name="connsiteY3" fmla="*/ 829039 h 3000219"/>
                <a:gd name="connsiteX4" fmla="*/ 1433766 w 1866810"/>
                <a:gd name="connsiteY4" fmla="*/ 1159240 h 3000219"/>
                <a:gd name="connsiteX5" fmla="*/ 1852866 w 1866810"/>
                <a:gd name="connsiteY5" fmla="*/ 1616441 h 3000219"/>
                <a:gd name="connsiteX6" fmla="*/ 1738567 w 1866810"/>
                <a:gd name="connsiteY6" fmla="*/ 2302241 h 3000219"/>
                <a:gd name="connsiteX7" fmla="*/ 1116267 w 1866810"/>
                <a:gd name="connsiteY7" fmla="*/ 1687561 h 3000219"/>
                <a:gd name="connsiteX8" fmla="*/ 1471867 w 1866810"/>
                <a:gd name="connsiteY8" fmla="*/ 2949940 h 3000219"/>
                <a:gd name="connsiteX9" fmla="*/ 425 w 1866810"/>
                <a:gd name="connsiteY9" fmla="*/ 1452780 h 3000219"/>
                <a:gd name="connsiteX0" fmla="*/ 425 w 1897014"/>
                <a:gd name="connsiteY0" fmla="*/ 1452780 h 3000219"/>
                <a:gd name="connsiteX1" fmla="*/ 1316613 w 1897014"/>
                <a:gd name="connsiteY1" fmla="*/ 1390 h 3000219"/>
                <a:gd name="connsiteX2" fmla="*/ 1070548 w 1897014"/>
                <a:gd name="connsiteY2" fmla="*/ 1149079 h 3000219"/>
                <a:gd name="connsiteX3" fmla="*/ 1827468 w 1897014"/>
                <a:gd name="connsiteY3" fmla="*/ 829039 h 3000219"/>
                <a:gd name="connsiteX4" fmla="*/ 1852866 w 1897014"/>
                <a:gd name="connsiteY4" fmla="*/ 1616441 h 3000219"/>
                <a:gd name="connsiteX5" fmla="*/ 1738567 w 1897014"/>
                <a:gd name="connsiteY5" fmla="*/ 2302241 h 3000219"/>
                <a:gd name="connsiteX6" fmla="*/ 1116267 w 1897014"/>
                <a:gd name="connsiteY6" fmla="*/ 1687561 h 3000219"/>
                <a:gd name="connsiteX7" fmla="*/ 1471867 w 1897014"/>
                <a:gd name="connsiteY7" fmla="*/ 2949940 h 3000219"/>
                <a:gd name="connsiteX8" fmla="*/ 425 w 1897014"/>
                <a:gd name="connsiteY8" fmla="*/ 1452780 h 3000219"/>
                <a:gd name="connsiteX0" fmla="*/ 425 w 1880243"/>
                <a:gd name="connsiteY0" fmla="*/ 1452780 h 3000219"/>
                <a:gd name="connsiteX1" fmla="*/ 1316613 w 1880243"/>
                <a:gd name="connsiteY1" fmla="*/ 1390 h 3000219"/>
                <a:gd name="connsiteX2" fmla="*/ 1070548 w 1880243"/>
                <a:gd name="connsiteY2" fmla="*/ 1149079 h 3000219"/>
                <a:gd name="connsiteX3" fmla="*/ 1827468 w 1880243"/>
                <a:gd name="connsiteY3" fmla="*/ 829039 h 3000219"/>
                <a:gd name="connsiteX4" fmla="*/ 1738567 w 1880243"/>
                <a:gd name="connsiteY4" fmla="*/ 2302241 h 3000219"/>
                <a:gd name="connsiteX5" fmla="*/ 1116267 w 1880243"/>
                <a:gd name="connsiteY5" fmla="*/ 1687561 h 3000219"/>
                <a:gd name="connsiteX6" fmla="*/ 1471867 w 1880243"/>
                <a:gd name="connsiteY6" fmla="*/ 2949940 h 3000219"/>
                <a:gd name="connsiteX7" fmla="*/ 425 w 1880243"/>
                <a:gd name="connsiteY7" fmla="*/ 1452780 h 3000219"/>
                <a:gd name="connsiteX0" fmla="*/ 1 w 1879819"/>
                <a:gd name="connsiteY0" fmla="*/ 897456 h 2442217"/>
                <a:gd name="connsiteX1" fmla="*/ 1468589 w 1879819"/>
                <a:gd name="connsiteY1" fmla="*/ 2326 h 2442217"/>
                <a:gd name="connsiteX2" fmla="*/ 1070124 w 1879819"/>
                <a:gd name="connsiteY2" fmla="*/ 593755 h 2442217"/>
                <a:gd name="connsiteX3" fmla="*/ 1827044 w 1879819"/>
                <a:gd name="connsiteY3" fmla="*/ 273715 h 2442217"/>
                <a:gd name="connsiteX4" fmla="*/ 1738143 w 1879819"/>
                <a:gd name="connsiteY4" fmla="*/ 1746917 h 2442217"/>
                <a:gd name="connsiteX5" fmla="*/ 1115843 w 1879819"/>
                <a:gd name="connsiteY5" fmla="*/ 1132237 h 2442217"/>
                <a:gd name="connsiteX6" fmla="*/ 1471443 w 1879819"/>
                <a:gd name="connsiteY6" fmla="*/ 2394616 h 2442217"/>
                <a:gd name="connsiteX7" fmla="*/ 1 w 1879819"/>
                <a:gd name="connsiteY7" fmla="*/ 897456 h 2442217"/>
                <a:gd name="connsiteX0" fmla="*/ 1 w 1879819"/>
                <a:gd name="connsiteY0" fmla="*/ 979169 h 2523930"/>
                <a:gd name="connsiteX1" fmla="*/ 1468589 w 1879819"/>
                <a:gd name="connsiteY1" fmla="*/ 84039 h 2523930"/>
                <a:gd name="connsiteX2" fmla="*/ 1070124 w 1879819"/>
                <a:gd name="connsiteY2" fmla="*/ 675468 h 2523930"/>
                <a:gd name="connsiteX3" fmla="*/ 1827044 w 1879819"/>
                <a:gd name="connsiteY3" fmla="*/ 355428 h 2523930"/>
                <a:gd name="connsiteX4" fmla="*/ 1738143 w 1879819"/>
                <a:gd name="connsiteY4" fmla="*/ 1828630 h 2523930"/>
                <a:gd name="connsiteX5" fmla="*/ 1115843 w 1879819"/>
                <a:gd name="connsiteY5" fmla="*/ 1213950 h 2523930"/>
                <a:gd name="connsiteX6" fmla="*/ 1471443 w 1879819"/>
                <a:gd name="connsiteY6" fmla="*/ 2476329 h 2523930"/>
                <a:gd name="connsiteX7" fmla="*/ 1 w 1879819"/>
                <a:gd name="connsiteY7" fmla="*/ 979169 h 2523930"/>
                <a:gd name="connsiteX0" fmla="*/ 1 w 1885523"/>
                <a:gd name="connsiteY0" fmla="*/ 979169 h 2523930"/>
                <a:gd name="connsiteX1" fmla="*/ 1468589 w 1885523"/>
                <a:gd name="connsiteY1" fmla="*/ 84039 h 2523930"/>
                <a:gd name="connsiteX2" fmla="*/ 1070124 w 1885523"/>
                <a:gd name="connsiteY2" fmla="*/ 675468 h 2523930"/>
                <a:gd name="connsiteX3" fmla="*/ 1834664 w 1885523"/>
                <a:gd name="connsiteY3" fmla="*/ 782148 h 2523930"/>
                <a:gd name="connsiteX4" fmla="*/ 1738143 w 1885523"/>
                <a:gd name="connsiteY4" fmla="*/ 1828630 h 2523930"/>
                <a:gd name="connsiteX5" fmla="*/ 1115843 w 1885523"/>
                <a:gd name="connsiteY5" fmla="*/ 1213950 h 2523930"/>
                <a:gd name="connsiteX6" fmla="*/ 1471443 w 1885523"/>
                <a:gd name="connsiteY6" fmla="*/ 2476329 h 2523930"/>
                <a:gd name="connsiteX7" fmla="*/ 1 w 1885523"/>
                <a:gd name="connsiteY7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4 w 1845012"/>
                <a:gd name="connsiteY0" fmla="*/ 972372 h 1899510"/>
                <a:gd name="connsiteX1" fmla="*/ 1468592 w 1845012"/>
                <a:gd name="connsiteY1" fmla="*/ 77242 h 1899510"/>
                <a:gd name="connsiteX2" fmla="*/ 1070127 w 1845012"/>
                <a:gd name="connsiteY2" fmla="*/ 668671 h 1899510"/>
                <a:gd name="connsiteX3" fmla="*/ 1834667 w 1845012"/>
                <a:gd name="connsiteY3" fmla="*/ 775351 h 1899510"/>
                <a:gd name="connsiteX4" fmla="*/ 1115846 w 1845012"/>
                <a:gd name="connsiteY4" fmla="*/ 1207153 h 1899510"/>
                <a:gd name="connsiteX5" fmla="*/ 1486686 w 1845012"/>
                <a:gd name="connsiteY5" fmla="*/ 1829452 h 1899510"/>
                <a:gd name="connsiteX6" fmla="*/ 4 w 1845012"/>
                <a:gd name="connsiteY6" fmla="*/ 972372 h 1899510"/>
                <a:gd name="connsiteX0" fmla="*/ 24 w 1845032"/>
                <a:gd name="connsiteY0" fmla="*/ 972297 h 1892209"/>
                <a:gd name="connsiteX1" fmla="*/ 1468612 w 1845032"/>
                <a:gd name="connsiteY1" fmla="*/ 77167 h 1892209"/>
                <a:gd name="connsiteX2" fmla="*/ 1070147 w 1845032"/>
                <a:gd name="connsiteY2" fmla="*/ 668596 h 1892209"/>
                <a:gd name="connsiteX3" fmla="*/ 1834687 w 1845032"/>
                <a:gd name="connsiteY3" fmla="*/ 775276 h 1892209"/>
                <a:gd name="connsiteX4" fmla="*/ 1115866 w 1845032"/>
                <a:gd name="connsiteY4" fmla="*/ 1207078 h 1892209"/>
                <a:gd name="connsiteX5" fmla="*/ 1509566 w 1845032"/>
                <a:gd name="connsiteY5" fmla="*/ 1821757 h 1892209"/>
                <a:gd name="connsiteX6" fmla="*/ 24 w 1845032"/>
                <a:gd name="connsiteY6" fmla="*/ 972297 h 1892209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7542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52565"/>
                <a:gd name="connsiteY0" fmla="*/ 972446 h 1906814"/>
                <a:gd name="connsiteX1" fmla="*/ 1468612 w 1852565"/>
                <a:gd name="connsiteY1" fmla="*/ 77316 h 1906814"/>
                <a:gd name="connsiteX2" fmla="*/ 1070147 w 1852565"/>
                <a:gd name="connsiteY2" fmla="*/ 668745 h 1906814"/>
                <a:gd name="connsiteX3" fmla="*/ 1842307 w 1852565"/>
                <a:gd name="connsiteY3" fmla="*/ 798285 h 1906814"/>
                <a:gd name="connsiteX4" fmla="*/ 1115866 w 1852565"/>
                <a:gd name="connsiteY4" fmla="*/ 1207227 h 1906814"/>
                <a:gd name="connsiteX5" fmla="*/ 1509566 w 1852565"/>
                <a:gd name="connsiteY5" fmla="*/ 1837146 h 1906814"/>
                <a:gd name="connsiteX6" fmla="*/ 24 w 1852565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58638"/>
                <a:gd name="connsiteY0" fmla="*/ 972446 h 1906814"/>
                <a:gd name="connsiteX1" fmla="*/ 1468612 w 1858638"/>
                <a:gd name="connsiteY1" fmla="*/ 77316 h 1906814"/>
                <a:gd name="connsiteX2" fmla="*/ 1070147 w 1858638"/>
                <a:gd name="connsiteY2" fmla="*/ 668745 h 1906814"/>
                <a:gd name="connsiteX3" fmla="*/ 1858637 w 1858638"/>
                <a:gd name="connsiteY3" fmla="*/ 914360 h 1906814"/>
                <a:gd name="connsiteX4" fmla="*/ 1115866 w 1858638"/>
                <a:gd name="connsiteY4" fmla="*/ 1207227 h 1906814"/>
                <a:gd name="connsiteX5" fmla="*/ 1509566 w 1858638"/>
                <a:gd name="connsiteY5" fmla="*/ 1837146 h 1906814"/>
                <a:gd name="connsiteX6" fmla="*/ 24 w 1858638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7 w 1895757"/>
                <a:gd name="connsiteY0" fmla="*/ 897919 h 1832287"/>
                <a:gd name="connsiteX1" fmla="*/ 1468615 w 1895757"/>
                <a:gd name="connsiteY1" fmla="*/ 2789 h 1832287"/>
                <a:gd name="connsiteX2" fmla="*/ 1077798 w 1895757"/>
                <a:gd name="connsiteY2" fmla="*/ 607019 h 1832287"/>
                <a:gd name="connsiteX3" fmla="*/ 1895757 w 1895757"/>
                <a:gd name="connsiteY3" fmla="*/ 935394 h 1832287"/>
                <a:gd name="connsiteX4" fmla="*/ 1115869 w 1895757"/>
                <a:gd name="connsiteY4" fmla="*/ 1132700 h 1832287"/>
                <a:gd name="connsiteX5" fmla="*/ 1509569 w 1895757"/>
                <a:gd name="connsiteY5" fmla="*/ 1762619 h 1832287"/>
                <a:gd name="connsiteX6" fmla="*/ 27 w 1895757"/>
                <a:gd name="connsiteY6" fmla="*/ 897919 h 1832287"/>
                <a:gd name="connsiteX0" fmla="*/ 27 w 1895757"/>
                <a:gd name="connsiteY0" fmla="*/ 897726 h 1832094"/>
                <a:gd name="connsiteX1" fmla="*/ 1468615 w 1895757"/>
                <a:gd name="connsiteY1" fmla="*/ 2596 h 1832094"/>
                <a:gd name="connsiteX2" fmla="*/ 1077798 w 1895757"/>
                <a:gd name="connsiteY2" fmla="*/ 606826 h 1832094"/>
                <a:gd name="connsiteX3" fmla="*/ 1895757 w 1895757"/>
                <a:gd name="connsiteY3" fmla="*/ 935201 h 1832094"/>
                <a:gd name="connsiteX4" fmla="*/ 1115869 w 1895757"/>
                <a:gd name="connsiteY4" fmla="*/ 1132507 h 1832094"/>
                <a:gd name="connsiteX5" fmla="*/ 1509569 w 1895757"/>
                <a:gd name="connsiteY5" fmla="*/ 1762426 h 1832094"/>
                <a:gd name="connsiteX6" fmla="*/ 27 w 1895757"/>
                <a:gd name="connsiteY6" fmla="*/ 897726 h 1832094"/>
                <a:gd name="connsiteX0" fmla="*/ 30 w 1895760"/>
                <a:gd name="connsiteY0" fmla="*/ 1043304 h 1977672"/>
                <a:gd name="connsiteX1" fmla="*/ 1468618 w 1895760"/>
                <a:gd name="connsiteY1" fmla="*/ 148174 h 1977672"/>
                <a:gd name="connsiteX2" fmla="*/ 1077801 w 1895760"/>
                <a:gd name="connsiteY2" fmla="*/ 752404 h 1977672"/>
                <a:gd name="connsiteX3" fmla="*/ 1895760 w 1895760"/>
                <a:gd name="connsiteY3" fmla="*/ 1080779 h 1977672"/>
                <a:gd name="connsiteX4" fmla="*/ 1115872 w 1895760"/>
                <a:gd name="connsiteY4" fmla="*/ 1278085 h 1977672"/>
                <a:gd name="connsiteX5" fmla="*/ 1509572 w 1895760"/>
                <a:gd name="connsiteY5" fmla="*/ 1908004 h 1977672"/>
                <a:gd name="connsiteX6" fmla="*/ 30 w 1895760"/>
                <a:gd name="connsiteY6" fmla="*/ 1043304 h 1977672"/>
                <a:gd name="connsiteX0" fmla="*/ 30 w 1895760"/>
                <a:gd name="connsiteY0" fmla="*/ 1061276 h 1995644"/>
                <a:gd name="connsiteX1" fmla="*/ 1468618 w 1895760"/>
                <a:gd name="connsiteY1" fmla="*/ 166146 h 1995644"/>
                <a:gd name="connsiteX2" fmla="*/ 1077801 w 1895760"/>
                <a:gd name="connsiteY2" fmla="*/ 770376 h 1995644"/>
                <a:gd name="connsiteX3" fmla="*/ 1895760 w 1895760"/>
                <a:gd name="connsiteY3" fmla="*/ 1098751 h 1995644"/>
                <a:gd name="connsiteX4" fmla="*/ 1115872 w 1895760"/>
                <a:gd name="connsiteY4" fmla="*/ 1296057 h 1995644"/>
                <a:gd name="connsiteX5" fmla="*/ 1509572 w 1895760"/>
                <a:gd name="connsiteY5" fmla="*/ 1925976 h 1995644"/>
                <a:gd name="connsiteX6" fmla="*/ 30 w 1895760"/>
                <a:gd name="connsiteY6" fmla="*/ 1061276 h 1995644"/>
                <a:gd name="connsiteX0" fmla="*/ 30 w 1895760"/>
                <a:gd name="connsiteY0" fmla="*/ 1013974 h 1948342"/>
                <a:gd name="connsiteX1" fmla="*/ 1468618 w 1895760"/>
                <a:gd name="connsiteY1" fmla="*/ 118844 h 1948342"/>
                <a:gd name="connsiteX2" fmla="*/ 1077801 w 1895760"/>
                <a:gd name="connsiteY2" fmla="*/ 723074 h 1948342"/>
                <a:gd name="connsiteX3" fmla="*/ 1895760 w 1895760"/>
                <a:gd name="connsiteY3" fmla="*/ 1051449 h 1948342"/>
                <a:gd name="connsiteX4" fmla="*/ 1115872 w 1895760"/>
                <a:gd name="connsiteY4" fmla="*/ 1248755 h 1948342"/>
                <a:gd name="connsiteX5" fmla="*/ 1509572 w 1895760"/>
                <a:gd name="connsiteY5" fmla="*/ 1878674 h 1948342"/>
                <a:gd name="connsiteX6" fmla="*/ 30 w 1895760"/>
                <a:gd name="connsiteY6" fmla="*/ 1013974 h 1948342"/>
                <a:gd name="connsiteX0" fmla="*/ 30 w 1895760"/>
                <a:gd name="connsiteY0" fmla="*/ 1077889 h 2012257"/>
                <a:gd name="connsiteX1" fmla="*/ 1468618 w 1895760"/>
                <a:gd name="connsiteY1" fmla="*/ 182759 h 2012257"/>
                <a:gd name="connsiteX2" fmla="*/ 1077801 w 1895760"/>
                <a:gd name="connsiteY2" fmla="*/ 786989 h 2012257"/>
                <a:gd name="connsiteX3" fmla="*/ 1895760 w 1895760"/>
                <a:gd name="connsiteY3" fmla="*/ 1115364 h 2012257"/>
                <a:gd name="connsiteX4" fmla="*/ 1115872 w 1895760"/>
                <a:gd name="connsiteY4" fmla="*/ 1312670 h 2012257"/>
                <a:gd name="connsiteX5" fmla="*/ 1509572 w 1895760"/>
                <a:gd name="connsiteY5" fmla="*/ 1942589 h 2012257"/>
                <a:gd name="connsiteX6" fmla="*/ 30 w 1895760"/>
                <a:gd name="connsiteY6" fmla="*/ 1077889 h 2012257"/>
                <a:gd name="connsiteX0" fmla="*/ 138 w 1895868"/>
                <a:gd name="connsiteY0" fmla="*/ 1066944 h 2001197"/>
                <a:gd name="connsiteX1" fmla="*/ 1585852 w 1895868"/>
                <a:gd name="connsiteY1" fmla="*/ 183833 h 2001197"/>
                <a:gd name="connsiteX2" fmla="*/ 1077909 w 1895868"/>
                <a:gd name="connsiteY2" fmla="*/ 776044 h 2001197"/>
                <a:gd name="connsiteX3" fmla="*/ 1895868 w 1895868"/>
                <a:gd name="connsiteY3" fmla="*/ 1104419 h 2001197"/>
                <a:gd name="connsiteX4" fmla="*/ 1115980 w 1895868"/>
                <a:gd name="connsiteY4" fmla="*/ 1301725 h 2001197"/>
                <a:gd name="connsiteX5" fmla="*/ 1509680 w 1895868"/>
                <a:gd name="connsiteY5" fmla="*/ 1931644 h 2001197"/>
                <a:gd name="connsiteX6" fmla="*/ 138 w 1895868"/>
                <a:gd name="connsiteY6" fmla="*/ 1066944 h 2001197"/>
                <a:gd name="connsiteX0" fmla="*/ 68 w 1895798"/>
                <a:gd name="connsiteY0" fmla="*/ 1065359 h 1906967"/>
                <a:gd name="connsiteX1" fmla="*/ 1585782 w 1895798"/>
                <a:gd name="connsiteY1" fmla="*/ 182248 h 1906967"/>
                <a:gd name="connsiteX2" fmla="*/ 1077839 w 1895798"/>
                <a:gd name="connsiteY2" fmla="*/ 774459 h 1906967"/>
                <a:gd name="connsiteX3" fmla="*/ 1895798 w 1895798"/>
                <a:gd name="connsiteY3" fmla="*/ 1102834 h 1906967"/>
                <a:gd name="connsiteX4" fmla="*/ 1115910 w 1895798"/>
                <a:gd name="connsiteY4" fmla="*/ 1300140 h 1906967"/>
                <a:gd name="connsiteX5" fmla="*/ 1650942 w 1895798"/>
                <a:gd name="connsiteY5" fmla="*/ 1832060 h 1906967"/>
                <a:gd name="connsiteX6" fmla="*/ 68 w 1895798"/>
                <a:gd name="connsiteY6" fmla="*/ 1065359 h 1906967"/>
                <a:gd name="connsiteX0" fmla="*/ 68 w 1895798"/>
                <a:gd name="connsiteY0" fmla="*/ 1065359 h 1987384"/>
                <a:gd name="connsiteX1" fmla="*/ 1585782 w 1895798"/>
                <a:gd name="connsiteY1" fmla="*/ 182248 h 1987384"/>
                <a:gd name="connsiteX2" fmla="*/ 1077839 w 1895798"/>
                <a:gd name="connsiteY2" fmla="*/ 774459 h 1987384"/>
                <a:gd name="connsiteX3" fmla="*/ 1895798 w 1895798"/>
                <a:gd name="connsiteY3" fmla="*/ 1102834 h 1987384"/>
                <a:gd name="connsiteX4" fmla="*/ 1115910 w 1895798"/>
                <a:gd name="connsiteY4" fmla="*/ 1300140 h 1987384"/>
                <a:gd name="connsiteX5" fmla="*/ 1650942 w 1895798"/>
                <a:gd name="connsiteY5" fmla="*/ 1832060 h 1987384"/>
                <a:gd name="connsiteX6" fmla="*/ 68 w 1895798"/>
                <a:gd name="connsiteY6" fmla="*/ 1065359 h 1987384"/>
                <a:gd name="connsiteX0" fmla="*/ 68 w 1895798"/>
                <a:gd name="connsiteY0" fmla="*/ 1065359 h 2005643"/>
                <a:gd name="connsiteX1" fmla="*/ 1585782 w 1895798"/>
                <a:gd name="connsiteY1" fmla="*/ 182248 h 2005643"/>
                <a:gd name="connsiteX2" fmla="*/ 1077839 w 1895798"/>
                <a:gd name="connsiteY2" fmla="*/ 774459 h 2005643"/>
                <a:gd name="connsiteX3" fmla="*/ 1895798 w 1895798"/>
                <a:gd name="connsiteY3" fmla="*/ 1102834 h 2005643"/>
                <a:gd name="connsiteX4" fmla="*/ 1115910 w 1895798"/>
                <a:gd name="connsiteY4" fmla="*/ 1300140 h 2005643"/>
                <a:gd name="connsiteX5" fmla="*/ 1650942 w 1895798"/>
                <a:gd name="connsiteY5" fmla="*/ 1832060 h 2005643"/>
                <a:gd name="connsiteX6" fmla="*/ 68 w 1895798"/>
                <a:gd name="connsiteY6" fmla="*/ 1065359 h 20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5798" h="2005643">
                  <a:moveTo>
                    <a:pt x="68" y="1065359"/>
                  </a:moveTo>
                  <a:cubicBezTo>
                    <a:pt x="-10792" y="790390"/>
                    <a:pt x="1321523" y="-462789"/>
                    <a:pt x="1585782" y="182248"/>
                  </a:cubicBezTo>
                  <a:cubicBezTo>
                    <a:pt x="1850041" y="827285"/>
                    <a:pt x="1002365" y="768539"/>
                    <a:pt x="1077839" y="774459"/>
                  </a:cubicBezTo>
                  <a:cubicBezTo>
                    <a:pt x="1131232" y="914517"/>
                    <a:pt x="1745907" y="326431"/>
                    <a:pt x="1895798" y="1102834"/>
                  </a:cubicBezTo>
                  <a:cubicBezTo>
                    <a:pt x="1696671" y="1695067"/>
                    <a:pt x="1120387" y="1225011"/>
                    <a:pt x="1115910" y="1300140"/>
                  </a:cubicBezTo>
                  <a:cubicBezTo>
                    <a:pt x="1065191" y="1264893"/>
                    <a:pt x="1890601" y="1503138"/>
                    <a:pt x="1650942" y="1832060"/>
                  </a:cubicBezTo>
                  <a:cubicBezTo>
                    <a:pt x="1027836" y="2422301"/>
                    <a:pt x="10928" y="1340328"/>
                    <a:pt x="68" y="1065359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90000">
                  <a:srgbClr val="FFFF00"/>
                </a:gs>
              </a:gsLst>
              <a:lin ang="72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2" name="Oval 77">
              <a:extLst>
                <a:ext uri="{FF2B5EF4-FFF2-40B4-BE49-F238E27FC236}">
                  <a16:creationId xmlns:a16="http://schemas.microsoft.com/office/drawing/2014/main" id="{2AA001A0-BA4F-0E50-E2CA-8A9EA6E5307B}"/>
                </a:ext>
              </a:extLst>
            </p:cNvPr>
            <p:cNvSpPr/>
            <p:nvPr/>
          </p:nvSpPr>
          <p:spPr>
            <a:xfrm>
              <a:off x="5991039" y="3283399"/>
              <a:ext cx="1896080" cy="3004476"/>
            </a:xfrm>
            <a:custGeom>
              <a:avLst/>
              <a:gdLst>
                <a:gd name="connsiteX0" fmla="*/ 0 w 1133776"/>
                <a:gd name="connsiteY0" fmla="*/ 956090 h 1912179"/>
                <a:gd name="connsiteX1" fmla="*/ 566888 w 1133776"/>
                <a:gd name="connsiteY1" fmla="*/ 0 h 1912179"/>
                <a:gd name="connsiteX2" fmla="*/ 1133776 w 1133776"/>
                <a:gd name="connsiteY2" fmla="*/ 956090 h 1912179"/>
                <a:gd name="connsiteX3" fmla="*/ 566888 w 1133776"/>
                <a:gd name="connsiteY3" fmla="*/ 1912180 h 1912179"/>
                <a:gd name="connsiteX4" fmla="*/ 0 w 1133776"/>
                <a:gd name="connsiteY4" fmla="*/ 956090 h 1912179"/>
                <a:gd name="connsiteX0" fmla="*/ 27690 w 1502628"/>
                <a:gd name="connsiteY0" fmla="*/ 1476790 h 2432880"/>
                <a:gd name="connsiteX1" fmla="*/ 1407378 w 1502628"/>
                <a:gd name="connsiteY1" fmla="*/ 0 h 2432880"/>
                <a:gd name="connsiteX2" fmla="*/ 1161466 w 1502628"/>
                <a:gd name="connsiteY2" fmla="*/ 1476790 h 2432880"/>
                <a:gd name="connsiteX3" fmla="*/ 594578 w 1502628"/>
                <a:gd name="connsiteY3" fmla="*/ 2432880 h 2432880"/>
                <a:gd name="connsiteX4" fmla="*/ 27690 w 1502628"/>
                <a:gd name="connsiteY4" fmla="*/ 1476790 h 2432880"/>
                <a:gd name="connsiteX0" fmla="*/ 27690 w 1544141"/>
                <a:gd name="connsiteY0" fmla="*/ 1476914 h 2433004"/>
                <a:gd name="connsiteX1" fmla="*/ 1407378 w 1544141"/>
                <a:gd name="connsiteY1" fmla="*/ 124 h 2433004"/>
                <a:gd name="connsiteX2" fmla="*/ 1161466 w 1544141"/>
                <a:gd name="connsiteY2" fmla="*/ 1476914 h 2433004"/>
                <a:gd name="connsiteX3" fmla="*/ 594578 w 1544141"/>
                <a:gd name="connsiteY3" fmla="*/ 2433004 h 2433004"/>
                <a:gd name="connsiteX4" fmla="*/ 27690 w 1544141"/>
                <a:gd name="connsiteY4" fmla="*/ 1476914 h 2433004"/>
                <a:gd name="connsiteX0" fmla="*/ 297412 w 1813863"/>
                <a:gd name="connsiteY0" fmla="*/ 1522727 h 2733938"/>
                <a:gd name="connsiteX1" fmla="*/ 1677100 w 1813863"/>
                <a:gd name="connsiteY1" fmla="*/ 45937 h 2733938"/>
                <a:gd name="connsiteX2" fmla="*/ 1431188 w 1813863"/>
                <a:gd name="connsiteY2" fmla="*/ 1522727 h 2733938"/>
                <a:gd name="connsiteX3" fmla="*/ 864300 w 1813863"/>
                <a:gd name="connsiteY3" fmla="*/ 2478817 h 2733938"/>
                <a:gd name="connsiteX4" fmla="*/ 297412 w 1813863"/>
                <a:gd name="connsiteY4" fmla="*/ 1522727 h 2733938"/>
                <a:gd name="connsiteX0" fmla="*/ 270970 w 1765590"/>
                <a:gd name="connsiteY0" fmla="*/ 1486823 h 2725994"/>
                <a:gd name="connsiteX1" fmla="*/ 1714158 w 1765590"/>
                <a:gd name="connsiteY1" fmla="*/ 73533 h 2725994"/>
                <a:gd name="connsiteX2" fmla="*/ 1468246 w 1765590"/>
                <a:gd name="connsiteY2" fmla="*/ 1550323 h 2725994"/>
                <a:gd name="connsiteX3" fmla="*/ 901358 w 1765590"/>
                <a:gd name="connsiteY3" fmla="*/ 2506413 h 2725994"/>
                <a:gd name="connsiteX4" fmla="*/ 270970 w 1765590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2045439"/>
                <a:gd name="connsiteY0" fmla="*/ 1439877 h 2679048"/>
                <a:gd name="connsiteX1" fmla="*/ 1714158 w 2045439"/>
                <a:gd name="connsiteY1" fmla="*/ 26587 h 2679048"/>
                <a:gd name="connsiteX2" fmla="*/ 2034513 w 2045439"/>
                <a:gd name="connsiteY2" fmla="*/ 866936 h 2679048"/>
                <a:gd name="connsiteX3" fmla="*/ 1468246 w 2045439"/>
                <a:gd name="connsiteY3" fmla="*/ 1503377 h 2679048"/>
                <a:gd name="connsiteX4" fmla="*/ 901358 w 2045439"/>
                <a:gd name="connsiteY4" fmla="*/ 2459467 h 2679048"/>
                <a:gd name="connsiteX5" fmla="*/ 270970 w 2045439"/>
                <a:gd name="connsiteY5" fmla="*/ 1439877 h 2679048"/>
                <a:gd name="connsiteX0" fmla="*/ 270970 w 2051712"/>
                <a:gd name="connsiteY0" fmla="*/ 1446627 h 2685798"/>
                <a:gd name="connsiteX1" fmla="*/ 1714158 w 2051712"/>
                <a:gd name="connsiteY1" fmla="*/ 33337 h 2685798"/>
                <a:gd name="connsiteX2" fmla="*/ 1805913 w 2051712"/>
                <a:gd name="connsiteY2" fmla="*/ 479986 h 2685798"/>
                <a:gd name="connsiteX3" fmla="*/ 2034513 w 2051712"/>
                <a:gd name="connsiteY3" fmla="*/ 873686 h 2685798"/>
                <a:gd name="connsiteX4" fmla="*/ 1468246 w 2051712"/>
                <a:gd name="connsiteY4" fmla="*/ 1510127 h 2685798"/>
                <a:gd name="connsiteX5" fmla="*/ 901358 w 2051712"/>
                <a:gd name="connsiteY5" fmla="*/ 2466217 h 2685798"/>
                <a:gd name="connsiteX6" fmla="*/ 270970 w 2051712"/>
                <a:gd name="connsiteY6" fmla="*/ 1446627 h 2685798"/>
                <a:gd name="connsiteX0" fmla="*/ 15588 w 1796330"/>
                <a:gd name="connsiteY0" fmla="*/ 1482716 h 2502423"/>
                <a:gd name="connsiteX1" fmla="*/ 1331776 w 1796330"/>
                <a:gd name="connsiteY1" fmla="*/ 31326 h 2502423"/>
                <a:gd name="connsiteX2" fmla="*/ 1550531 w 1796330"/>
                <a:gd name="connsiteY2" fmla="*/ 516075 h 2502423"/>
                <a:gd name="connsiteX3" fmla="*/ 1779131 w 1796330"/>
                <a:gd name="connsiteY3" fmla="*/ 909775 h 2502423"/>
                <a:gd name="connsiteX4" fmla="*/ 1212864 w 1796330"/>
                <a:gd name="connsiteY4" fmla="*/ 1546216 h 2502423"/>
                <a:gd name="connsiteX5" fmla="*/ 645976 w 1796330"/>
                <a:gd name="connsiteY5" fmla="*/ 2502306 h 2502423"/>
                <a:gd name="connsiteX6" fmla="*/ 15588 w 1796330"/>
                <a:gd name="connsiteY6" fmla="*/ 1482716 h 2502423"/>
                <a:gd name="connsiteX0" fmla="*/ 15588 w 1796330"/>
                <a:gd name="connsiteY0" fmla="*/ 1461558 h 2481265"/>
                <a:gd name="connsiteX1" fmla="*/ 1331776 w 1796330"/>
                <a:gd name="connsiteY1" fmla="*/ 10168 h 2481265"/>
                <a:gd name="connsiteX2" fmla="*/ 1550531 w 1796330"/>
                <a:gd name="connsiteY2" fmla="*/ 494917 h 2481265"/>
                <a:gd name="connsiteX3" fmla="*/ 1779131 w 1796330"/>
                <a:gd name="connsiteY3" fmla="*/ 888617 h 2481265"/>
                <a:gd name="connsiteX4" fmla="*/ 1212864 w 1796330"/>
                <a:gd name="connsiteY4" fmla="*/ 1525058 h 2481265"/>
                <a:gd name="connsiteX5" fmla="*/ 645976 w 1796330"/>
                <a:gd name="connsiteY5" fmla="*/ 2481148 h 2481265"/>
                <a:gd name="connsiteX6" fmla="*/ 15588 w 1796330"/>
                <a:gd name="connsiteY6" fmla="*/ 1461558 h 2481265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857019"/>
                <a:gd name="connsiteY0" fmla="*/ 1469707 h 2489414"/>
                <a:gd name="connsiteX1" fmla="*/ 1331776 w 1857019"/>
                <a:gd name="connsiteY1" fmla="*/ 18317 h 2489414"/>
                <a:gd name="connsiteX2" fmla="*/ 1550531 w 1857019"/>
                <a:gd name="connsiteY2" fmla="*/ 503066 h 2489414"/>
                <a:gd name="connsiteX3" fmla="*/ 1842631 w 1857019"/>
                <a:gd name="connsiteY3" fmla="*/ 845966 h 2489414"/>
                <a:gd name="connsiteX4" fmla="*/ 1212864 w 1857019"/>
                <a:gd name="connsiteY4" fmla="*/ 1533207 h 2489414"/>
                <a:gd name="connsiteX5" fmla="*/ 645976 w 1857019"/>
                <a:gd name="connsiteY5" fmla="*/ 2489297 h 2489414"/>
                <a:gd name="connsiteX6" fmla="*/ 15588 w 1857019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70056"/>
                <a:gd name="connsiteY0" fmla="*/ 1469707 h 2489403"/>
                <a:gd name="connsiteX1" fmla="*/ 1331776 w 1870056"/>
                <a:gd name="connsiteY1" fmla="*/ 18317 h 2489403"/>
                <a:gd name="connsiteX2" fmla="*/ 1550531 w 1870056"/>
                <a:gd name="connsiteY2" fmla="*/ 503066 h 2489403"/>
                <a:gd name="connsiteX3" fmla="*/ 1842631 w 1870056"/>
                <a:gd name="connsiteY3" fmla="*/ 845966 h 2489403"/>
                <a:gd name="connsiteX4" fmla="*/ 1448929 w 1870056"/>
                <a:gd name="connsiteY4" fmla="*/ 1176167 h 2489403"/>
                <a:gd name="connsiteX5" fmla="*/ 1868029 w 1870056"/>
                <a:gd name="connsiteY5" fmla="*/ 1633368 h 2489403"/>
                <a:gd name="connsiteX6" fmla="*/ 1212864 w 1870056"/>
                <a:gd name="connsiteY6" fmla="*/ 1533207 h 2489403"/>
                <a:gd name="connsiteX7" fmla="*/ 645976 w 1870056"/>
                <a:gd name="connsiteY7" fmla="*/ 2489297 h 2489403"/>
                <a:gd name="connsiteX8" fmla="*/ 15588 w 1870056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6689 w 1869130"/>
                <a:gd name="connsiteY0" fmla="*/ 1469707 h 2574440"/>
                <a:gd name="connsiteX1" fmla="*/ 1332877 w 1869130"/>
                <a:gd name="connsiteY1" fmla="*/ 18317 h 2574440"/>
                <a:gd name="connsiteX2" fmla="*/ 1551632 w 1869130"/>
                <a:gd name="connsiteY2" fmla="*/ 503066 h 2574440"/>
                <a:gd name="connsiteX3" fmla="*/ 1843732 w 1869130"/>
                <a:gd name="connsiteY3" fmla="*/ 845966 h 2574440"/>
                <a:gd name="connsiteX4" fmla="*/ 1450030 w 1869130"/>
                <a:gd name="connsiteY4" fmla="*/ 1176167 h 2574440"/>
                <a:gd name="connsiteX5" fmla="*/ 1869130 w 1869130"/>
                <a:gd name="connsiteY5" fmla="*/ 1633368 h 2574440"/>
                <a:gd name="connsiteX6" fmla="*/ 1302865 w 1869130"/>
                <a:gd name="connsiteY6" fmla="*/ 1850707 h 2574440"/>
                <a:gd name="connsiteX7" fmla="*/ 1754831 w 1869130"/>
                <a:gd name="connsiteY7" fmla="*/ 2319168 h 2574440"/>
                <a:gd name="connsiteX8" fmla="*/ 1475431 w 1869130"/>
                <a:gd name="connsiteY8" fmla="*/ 2496968 h 2574440"/>
                <a:gd name="connsiteX9" fmla="*/ 647077 w 1869130"/>
                <a:gd name="connsiteY9" fmla="*/ 2489297 h 2574440"/>
                <a:gd name="connsiteX10" fmla="*/ 16689 w 1869130"/>
                <a:gd name="connsiteY10" fmla="*/ 1469707 h 2574440"/>
                <a:gd name="connsiteX0" fmla="*/ 16745 w 1869186"/>
                <a:gd name="connsiteY0" fmla="*/ 1469707 h 2966869"/>
                <a:gd name="connsiteX1" fmla="*/ 1332933 w 1869186"/>
                <a:gd name="connsiteY1" fmla="*/ 18317 h 2966869"/>
                <a:gd name="connsiteX2" fmla="*/ 1551688 w 1869186"/>
                <a:gd name="connsiteY2" fmla="*/ 503066 h 2966869"/>
                <a:gd name="connsiteX3" fmla="*/ 1843788 w 1869186"/>
                <a:gd name="connsiteY3" fmla="*/ 845966 h 2966869"/>
                <a:gd name="connsiteX4" fmla="*/ 1450086 w 1869186"/>
                <a:gd name="connsiteY4" fmla="*/ 1176167 h 2966869"/>
                <a:gd name="connsiteX5" fmla="*/ 1869186 w 1869186"/>
                <a:gd name="connsiteY5" fmla="*/ 1633368 h 2966869"/>
                <a:gd name="connsiteX6" fmla="*/ 1302921 w 1869186"/>
                <a:gd name="connsiteY6" fmla="*/ 1850707 h 2966869"/>
                <a:gd name="connsiteX7" fmla="*/ 1754887 w 1869186"/>
                <a:gd name="connsiteY7" fmla="*/ 2319168 h 2966869"/>
                <a:gd name="connsiteX8" fmla="*/ 1475487 w 1869186"/>
                <a:gd name="connsiteY8" fmla="*/ 2496968 h 2966869"/>
                <a:gd name="connsiteX9" fmla="*/ 1488187 w 1869186"/>
                <a:gd name="connsiteY9" fmla="*/ 2966867 h 2966869"/>
                <a:gd name="connsiteX10" fmla="*/ 647133 w 1869186"/>
                <a:gd name="connsiteY10" fmla="*/ 2489297 h 2966869"/>
                <a:gd name="connsiteX11" fmla="*/ 16745 w 1869186"/>
                <a:gd name="connsiteY11" fmla="*/ 1469707 h 2966869"/>
                <a:gd name="connsiteX0" fmla="*/ 16745 w 1869186"/>
                <a:gd name="connsiteY0" fmla="*/ 1469707 h 2966867"/>
                <a:gd name="connsiteX1" fmla="*/ 1332933 w 1869186"/>
                <a:gd name="connsiteY1" fmla="*/ 18317 h 2966867"/>
                <a:gd name="connsiteX2" fmla="*/ 1551688 w 1869186"/>
                <a:gd name="connsiteY2" fmla="*/ 503066 h 2966867"/>
                <a:gd name="connsiteX3" fmla="*/ 1843788 w 1869186"/>
                <a:gd name="connsiteY3" fmla="*/ 845966 h 2966867"/>
                <a:gd name="connsiteX4" fmla="*/ 1450086 w 1869186"/>
                <a:gd name="connsiteY4" fmla="*/ 1176167 h 2966867"/>
                <a:gd name="connsiteX5" fmla="*/ 1869186 w 1869186"/>
                <a:gd name="connsiteY5" fmla="*/ 1633368 h 2966867"/>
                <a:gd name="connsiteX6" fmla="*/ 1302921 w 1869186"/>
                <a:gd name="connsiteY6" fmla="*/ 1850707 h 2966867"/>
                <a:gd name="connsiteX7" fmla="*/ 1754887 w 1869186"/>
                <a:gd name="connsiteY7" fmla="*/ 2319168 h 2966867"/>
                <a:gd name="connsiteX8" fmla="*/ 1475487 w 1869186"/>
                <a:gd name="connsiteY8" fmla="*/ 2496968 h 2966867"/>
                <a:gd name="connsiteX9" fmla="*/ 1488187 w 1869186"/>
                <a:gd name="connsiteY9" fmla="*/ 2966867 h 2966867"/>
                <a:gd name="connsiteX10" fmla="*/ 647133 w 1869186"/>
                <a:gd name="connsiteY10" fmla="*/ 2489297 h 2966867"/>
                <a:gd name="connsiteX11" fmla="*/ 16745 w 1869186"/>
                <a:gd name="connsiteY11" fmla="*/ 1469707 h 2966867"/>
                <a:gd name="connsiteX0" fmla="*/ 16745 w 1869186"/>
                <a:gd name="connsiteY0" fmla="*/ 1469707 h 2985386"/>
                <a:gd name="connsiteX1" fmla="*/ 1332933 w 1869186"/>
                <a:gd name="connsiteY1" fmla="*/ 18317 h 2985386"/>
                <a:gd name="connsiteX2" fmla="*/ 1551688 w 1869186"/>
                <a:gd name="connsiteY2" fmla="*/ 503066 h 2985386"/>
                <a:gd name="connsiteX3" fmla="*/ 1843788 w 1869186"/>
                <a:gd name="connsiteY3" fmla="*/ 845966 h 2985386"/>
                <a:gd name="connsiteX4" fmla="*/ 1450086 w 1869186"/>
                <a:gd name="connsiteY4" fmla="*/ 1176167 h 2985386"/>
                <a:gd name="connsiteX5" fmla="*/ 1869186 w 1869186"/>
                <a:gd name="connsiteY5" fmla="*/ 1633368 h 2985386"/>
                <a:gd name="connsiteX6" fmla="*/ 1302921 w 1869186"/>
                <a:gd name="connsiteY6" fmla="*/ 1850707 h 2985386"/>
                <a:gd name="connsiteX7" fmla="*/ 1754887 w 1869186"/>
                <a:gd name="connsiteY7" fmla="*/ 2319168 h 2985386"/>
                <a:gd name="connsiteX8" fmla="*/ 1475487 w 1869186"/>
                <a:gd name="connsiteY8" fmla="*/ 2496968 h 2985386"/>
                <a:gd name="connsiteX9" fmla="*/ 1488187 w 1869186"/>
                <a:gd name="connsiteY9" fmla="*/ 2966867 h 2985386"/>
                <a:gd name="connsiteX10" fmla="*/ 647133 w 1869186"/>
                <a:gd name="connsiteY10" fmla="*/ 2489297 h 2985386"/>
                <a:gd name="connsiteX11" fmla="*/ 16745 w 1869186"/>
                <a:gd name="connsiteY11" fmla="*/ 1469707 h 2985386"/>
                <a:gd name="connsiteX0" fmla="*/ 23868 w 1876309"/>
                <a:gd name="connsiteY0" fmla="*/ 1469763 h 2986627"/>
                <a:gd name="connsiteX1" fmla="*/ 1340056 w 1876309"/>
                <a:gd name="connsiteY1" fmla="*/ 18373 h 2986627"/>
                <a:gd name="connsiteX2" fmla="*/ 1558811 w 1876309"/>
                <a:gd name="connsiteY2" fmla="*/ 503122 h 2986627"/>
                <a:gd name="connsiteX3" fmla="*/ 1850911 w 1876309"/>
                <a:gd name="connsiteY3" fmla="*/ 846022 h 2986627"/>
                <a:gd name="connsiteX4" fmla="*/ 1457209 w 1876309"/>
                <a:gd name="connsiteY4" fmla="*/ 1176223 h 2986627"/>
                <a:gd name="connsiteX5" fmla="*/ 1876309 w 1876309"/>
                <a:gd name="connsiteY5" fmla="*/ 1633424 h 2986627"/>
                <a:gd name="connsiteX6" fmla="*/ 1310044 w 1876309"/>
                <a:gd name="connsiteY6" fmla="*/ 1850763 h 2986627"/>
                <a:gd name="connsiteX7" fmla="*/ 1762010 w 1876309"/>
                <a:gd name="connsiteY7" fmla="*/ 2319224 h 2986627"/>
                <a:gd name="connsiteX8" fmla="*/ 1482610 w 1876309"/>
                <a:gd name="connsiteY8" fmla="*/ 2497024 h 2986627"/>
                <a:gd name="connsiteX9" fmla="*/ 1495310 w 1876309"/>
                <a:gd name="connsiteY9" fmla="*/ 2966923 h 2986627"/>
                <a:gd name="connsiteX10" fmla="*/ 565356 w 1876309"/>
                <a:gd name="connsiteY10" fmla="*/ 2514753 h 2986627"/>
                <a:gd name="connsiteX11" fmla="*/ 23868 w 1876309"/>
                <a:gd name="connsiteY11" fmla="*/ 1469763 h 2986627"/>
                <a:gd name="connsiteX0" fmla="*/ 680 w 1853121"/>
                <a:gd name="connsiteY0" fmla="*/ 1470811 h 2967971"/>
                <a:gd name="connsiteX1" fmla="*/ 1316868 w 1853121"/>
                <a:gd name="connsiteY1" fmla="*/ 19421 h 2967971"/>
                <a:gd name="connsiteX2" fmla="*/ 1535623 w 1853121"/>
                <a:gd name="connsiteY2" fmla="*/ 504170 h 2967971"/>
                <a:gd name="connsiteX3" fmla="*/ 1827723 w 1853121"/>
                <a:gd name="connsiteY3" fmla="*/ 847070 h 2967971"/>
                <a:gd name="connsiteX4" fmla="*/ 1434021 w 1853121"/>
                <a:gd name="connsiteY4" fmla="*/ 1177271 h 2967971"/>
                <a:gd name="connsiteX5" fmla="*/ 1853121 w 1853121"/>
                <a:gd name="connsiteY5" fmla="*/ 1634472 h 2967971"/>
                <a:gd name="connsiteX6" fmla="*/ 1286856 w 1853121"/>
                <a:gd name="connsiteY6" fmla="*/ 1851811 h 2967971"/>
                <a:gd name="connsiteX7" fmla="*/ 1738822 w 1853121"/>
                <a:gd name="connsiteY7" fmla="*/ 2320272 h 2967971"/>
                <a:gd name="connsiteX8" fmla="*/ 1459422 w 1853121"/>
                <a:gd name="connsiteY8" fmla="*/ 2498072 h 2967971"/>
                <a:gd name="connsiteX9" fmla="*/ 1472122 w 1853121"/>
                <a:gd name="connsiteY9" fmla="*/ 2967971 h 2967971"/>
                <a:gd name="connsiteX10" fmla="*/ 680 w 1853121"/>
                <a:gd name="connsiteY10" fmla="*/ 1470811 h 2967971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86856 w 1853121"/>
                <a:gd name="connsiteY6" fmla="*/ 1851811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86856 w 1853121"/>
                <a:gd name="connsiteY6" fmla="*/ 1851811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86856 w 1853121"/>
                <a:gd name="connsiteY6" fmla="*/ 1851811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67065"/>
                <a:gd name="connsiteY0" fmla="*/ 1470811 h 3018250"/>
                <a:gd name="connsiteX1" fmla="*/ 1316868 w 1867065"/>
                <a:gd name="connsiteY1" fmla="*/ 19421 h 3018250"/>
                <a:gd name="connsiteX2" fmla="*/ 1535623 w 1867065"/>
                <a:gd name="connsiteY2" fmla="*/ 504170 h 3018250"/>
                <a:gd name="connsiteX3" fmla="*/ 1827723 w 1867065"/>
                <a:gd name="connsiteY3" fmla="*/ 847070 h 3018250"/>
                <a:gd name="connsiteX4" fmla="*/ 1434021 w 1867065"/>
                <a:gd name="connsiteY4" fmla="*/ 1177271 h 3018250"/>
                <a:gd name="connsiteX5" fmla="*/ 1853121 w 1867065"/>
                <a:gd name="connsiteY5" fmla="*/ 1634472 h 3018250"/>
                <a:gd name="connsiteX6" fmla="*/ 1738822 w 1867065"/>
                <a:gd name="connsiteY6" fmla="*/ 2320272 h 3018250"/>
                <a:gd name="connsiteX7" fmla="*/ 1459422 w 1867065"/>
                <a:gd name="connsiteY7" fmla="*/ 2498072 h 3018250"/>
                <a:gd name="connsiteX8" fmla="*/ 1472122 w 1867065"/>
                <a:gd name="connsiteY8" fmla="*/ 2967971 h 3018250"/>
                <a:gd name="connsiteX9" fmla="*/ 680 w 1867065"/>
                <a:gd name="connsiteY9" fmla="*/ 1470811 h 3018250"/>
                <a:gd name="connsiteX0" fmla="*/ 680 w 1858777"/>
                <a:gd name="connsiteY0" fmla="*/ 1470811 h 3018250"/>
                <a:gd name="connsiteX1" fmla="*/ 1316868 w 1858777"/>
                <a:gd name="connsiteY1" fmla="*/ 19421 h 3018250"/>
                <a:gd name="connsiteX2" fmla="*/ 1535623 w 1858777"/>
                <a:gd name="connsiteY2" fmla="*/ 504170 h 3018250"/>
                <a:gd name="connsiteX3" fmla="*/ 1827723 w 1858777"/>
                <a:gd name="connsiteY3" fmla="*/ 847070 h 3018250"/>
                <a:gd name="connsiteX4" fmla="*/ 1434021 w 1858777"/>
                <a:gd name="connsiteY4" fmla="*/ 1177271 h 3018250"/>
                <a:gd name="connsiteX5" fmla="*/ 1853121 w 1858777"/>
                <a:gd name="connsiteY5" fmla="*/ 1634472 h 3018250"/>
                <a:gd name="connsiteX6" fmla="*/ 1291023 w 1858777"/>
                <a:gd name="connsiteY6" fmla="*/ 1859588 h 3018250"/>
                <a:gd name="connsiteX7" fmla="*/ 1738822 w 1858777"/>
                <a:gd name="connsiteY7" fmla="*/ 2320272 h 3018250"/>
                <a:gd name="connsiteX8" fmla="*/ 1459422 w 1858777"/>
                <a:gd name="connsiteY8" fmla="*/ 2498072 h 3018250"/>
                <a:gd name="connsiteX9" fmla="*/ 1472122 w 1858777"/>
                <a:gd name="connsiteY9" fmla="*/ 2967971 h 3018250"/>
                <a:gd name="connsiteX10" fmla="*/ 680 w 1858777"/>
                <a:gd name="connsiteY10" fmla="*/ 1470811 h 3018250"/>
                <a:gd name="connsiteX0" fmla="*/ 680 w 1858659"/>
                <a:gd name="connsiteY0" fmla="*/ 1470811 h 3018250"/>
                <a:gd name="connsiteX1" fmla="*/ 1316868 w 1858659"/>
                <a:gd name="connsiteY1" fmla="*/ 19421 h 3018250"/>
                <a:gd name="connsiteX2" fmla="*/ 1535623 w 1858659"/>
                <a:gd name="connsiteY2" fmla="*/ 504170 h 3018250"/>
                <a:gd name="connsiteX3" fmla="*/ 1827723 w 1858659"/>
                <a:gd name="connsiteY3" fmla="*/ 847070 h 3018250"/>
                <a:gd name="connsiteX4" fmla="*/ 1434021 w 1858659"/>
                <a:gd name="connsiteY4" fmla="*/ 1177271 h 3018250"/>
                <a:gd name="connsiteX5" fmla="*/ 1853121 w 1858659"/>
                <a:gd name="connsiteY5" fmla="*/ 1634472 h 3018250"/>
                <a:gd name="connsiteX6" fmla="*/ 1291023 w 1858659"/>
                <a:gd name="connsiteY6" fmla="*/ 1859588 h 3018250"/>
                <a:gd name="connsiteX7" fmla="*/ 1738822 w 1858659"/>
                <a:gd name="connsiteY7" fmla="*/ 2320272 h 3018250"/>
                <a:gd name="connsiteX8" fmla="*/ 1459422 w 1858659"/>
                <a:gd name="connsiteY8" fmla="*/ 2498072 h 3018250"/>
                <a:gd name="connsiteX9" fmla="*/ 1472122 w 1858659"/>
                <a:gd name="connsiteY9" fmla="*/ 2967971 h 3018250"/>
                <a:gd name="connsiteX10" fmla="*/ 680 w 1858659"/>
                <a:gd name="connsiteY10" fmla="*/ 1470811 h 3018250"/>
                <a:gd name="connsiteX0" fmla="*/ 680 w 1858659"/>
                <a:gd name="connsiteY0" fmla="*/ 1470811 h 3018250"/>
                <a:gd name="connsiteX1" fmla="*/ 1316868 w 1858659"/>
                <a:gd name="connsiteY1" fmla="*/ 19421 h 3018250"/>
                <a:gd name="connsiteX2" fmla="*/ 1535623 w 1858659"/>
                <a:gd name="connsiteY2" fmla="*/ 504170 h 3018250"/>
                <a:gd name="connsiteX3" fmla="*/ 1827723 w 1858659"/>
                <a:gd name="connsiteY3" fmla="*/ 847070 h 3018250"/>
                <a:gd name="connsiteX4" fmla="*/ 1434021 w 1858659"/>
                <a:gd name="connsiteY4" fmla="*/ 1177271 h 3018250"/>
                <a:gd name="connsiteX5" fmla="*/ 1853121 w 1858659"/>
                <a:gd name="connsiteY5" fmla="*/ 1634472 h 3018250"/>
                <a:gd name="connsiteX6" fmla="*/ 1291023 w 1858659"/>
                <a:gd name="connsiteY6" fmla="*/ 1859588 h 3018250"/>
                <a:gd name="connsiteX7" fmla="*/ 1738822 w 1858659"/>
                <a:gd name="connsiteY7" fmla="*/ 2320272 h 3018250"/>
                <a:gd name="connsiteX8" fmla="*/ 1459422 w 1858659"/>
                <a:gd name="connsiteY8" fmla="*/ 2498072 h 3018250"/>
                <a:gd name="connsiteX9" fmla="*/ 1472122 w 1858659"/>
                <a:gd name="connsiteY9" fmla="*/ 2967971 h 3018250"/>
                <a:gd name="connsiteX10" fmla="*/ 680 w 1858659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91209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91209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91023 w 1853121"/>
                <a:gd name="connsiteY6" fmla="*/ 1859588 h 3018250"/>
                <a:gd name="connsiteX7" fmla="*/ 1791209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434021 w 1853121"/>
                <a:gd name="connsiteY3" fmla="*/ 1177271 h 3018250"/>
                <a:gd name="connsiteX4" fmla="*/ 1853121 w 1853121"/>
                <a:gd name="connsiteY4" fmla="*/ 1634472 h 3018250"/>
                <a:gd name="connsiteX5" fmla="*/ 1291023 w 1853121"/>
                <a:gd name="connsiteY5" fmla="*/ 1859588 h 3018250"/>
                <a:gd name="connsiteX6" fmla="*/ 1791209 w 1853121"/>
                <a:gd name="connsiteY6" fmla="*/ 2320272 h 3018250"/>
                <a:gd name="connsiteX7" fmla="*/ 1459422 w 1853121"/>
                <a:gd name="connsiteY7" fmla="*/ 2498072 h 3018250"/>
                <a:gd name="connsiteX8" fmla="*/ 1472122 w 1853121"/>
                <a:gd name="connsiteY8" fmla="*/ 2967971 h 3018250"/>
                <a:gd name="connsiteX9" fmla="*/ 680 w 1853121"/>
                <a:gd name="connsiteY9" fmla="*/ 1470811 h 3018250"/>
                <a:gd name="connsiteX0" fmla="*/ 680 w 1896456"/>
                <a:gd name="connsiteY0" fmla="*/ 1470811 h 3018250"/>
                <a:gd name="connsiteX1" fmla="*/ 1316868 w 1896456"/>
                <a:gd name="connsiteY1" fmla="*/ 19421 h 3018250"/>
                <a:gd name="connsiteX2" fmla="*/ 1535623 w 1896456"/>
                <a:gd name="connsiteY2" fmla="*/ 504170 h 3018250"/>
                <a:gd name="connsiteX3" fmla="*/ 1895860 w 1896456"/>
                <a:gd name="connsiteY3" fmla="*/ 754688 h 3018250"/>
                <a:gd name="connsiteX4" fmla="*/ 1434021 w 1896456"/>
                <a:gd name="connsiteY4" fmla="*/ 1177271 h 3018250"/>
                <a:gd name="connsiteX5" fmla="*/ 1853121 w 1896456"/>
                <a:gd name="connsiteY5" fmla="*/ 1634472 h 3018250"/>
                <a:gd name="connsiteX6" fmla="*/ 1291023 w 1896456"/>
                <a:gd name="connsiteY6" fmla="*/ 1859588 h 3018250"/>
                <a:gd name="connsiteX7" fmla="*/ 1791209 w 1896456"/>
                <a:gd name="connsiteY7" fmla="*/ 2320272 h 3018250"/>
                <a:gd name="connsiteX8" fmla="*/ 1459422 w 1896456"/>
                <a:gd name="connsiteY8" fmla="*/ 2498072 h 3018250"/>
                <a:gd name="connsiteX9" fmla="*/ 1472122 w 1896456"/>
                <a:gd name="connsiteY9" fmla="*/ 2967971 h 3018250"/>
                <a:gd name="connsiteX10" fmla="*/ 680 w 1896456"/>
                <a:gd name="connsiteY10" fmla="*/ 1470811 h 3018250"/>
                <a:gd name="connsiteX0" fmla="*/ 680 w 1895860"/>
                <a:gd name="connsiteY0" fmla="*/ 1470811 h 3018250"/>
                <a:gd name="connsiteX1" fmla="*/ 1316868 w 1895860"/>
                <a:gd name="connsiteY1" fmla="*/ 19421 h 3018250"/>
                <a:gd name="connsiteX2" fmla="*/ 1535623 w 1895860"/>
                <a:gd name="connsiteY2" fmla="*/ 504170 h 3018250"/>
                <a:gd name="connsiteX3" fmla="*/ 1895860 w 1895860"/>
                <a:gd name="connsiteY3" fmla="*/ 754688 h 3018250"/>
                <a:gd name="connsiteX4" fmla="*/ 1434021 w 1895860"/>
                <a:gd name="connsiteY4" fmla="*/ 1177271 h 3018250"/>
                <a:gd name="connsiteX5" fmla="*/ 1853121 w 1895860"/>
                <a:gd name="connsiteY5" fmla="*/ 1634472 h 3018250"/>
                <a:gd name="connsiteX6" fmla="*/ 1291023 w 1895860"/>
                <a:gd name="connsiteY6" fmla="*/ 1859588 h 3018250"/>
                <a:gd name="connsiteX7" fmla="*/ 1791209 w 1895860"/>
                <a:gd name="connsiteY7" fmla="*/ 2320272 h 3018250"/>
                <a:gd name="connsiteX8" fmla="*/ 1459422 w 1895860"/>
                <a:gd name="connsiteY8" fmla="*/ 2498072 h 3018250"/>
                <a:gd name="connsiteX9" fmla="*/ 1472122 w 1895860"/>
                <a:gd name="connsiteY9" fmla="*/ 2967971 h 3018250"/>
                <a:gd name="connsiteX10" fmla="*/ 680 w 1895860"/>
                <a:gd name="connsiteY10" fmla="*/ 1470811 h 3018250"/>
                <a:gd name="connsiteX0" fmla="*/ 680 w 1896226"/>
                <a:gd name="connsiteY0" fmla="*/ 1470811 h 3018250"/>
                <a:gd name="connsiteX1" fmla="*/ 1316868 w 1896226"/>
                <a:gd name="connsiteY1" fmla="*/ 19421 h 3018250"/>
                <a:gd name="connsiteX2" fmla="*/ 1535623 w 1896226"/>
                <a:gd name="connsiteY2" fmla="*/ 504170 h 3018250"/>
                <a:gd name="connsiteX3" fmla="*/ 1895860 w 1896226"/>
                <a:gd name="connsiteY3" fmla="*/ 754688 h 3018250"/>
                <a:gd name="connsiteX4" fmla="*/ 1434021 w 1896226"/>
                <a:gd name="connsiteY4" fmla="*/ 1177271 h 3018250"/>
                <a:gd name="connsiteX5" fmla="*/ 1853121 w 1896226"/>
                <a:gd name="connsiteY5" fmla="*/ 1634472 h 3018250"/>
                <a:gd name="connsiteX6" fmla="*/ 1291023 w 1896226"/>
                <a:gd name="connsiteY6" fmla="*/ 1859588 h 3018250"/>
                <a:gd name="connsiteX7" fmla="*/ 1791209 w 1896226"/>
                <a:gd name="connsiteY7" fmla="*/ 2320272 h 3018250"/>
                <a:gd name="connsiteX8" fmla="*/ 1459422 w 1896226"/>
                <a:gd name="connsiteY8" fmla="*/ 2498072 h 3018250"/>
                <a:gd name="connsiteX9" fmla="*/ 1472122 w 1896226"/>
                <a:gd name="connsiteY9" fmla="*/ 2967971 h 3018250"/>
                <a:gd name="connsiteX10" fmla="*/ 680 w 1896226"/>
                <a:gd name="connsiteY10" fmla="*/ 1470811 h 3018250"/>
                <a:gd name="connsiteX0" fmla="*/ 680 w 1896277"/>
                <a:gd name="connsiteY0" fmla="*/ 1470811 h 3018250"/>
                <a:gd name="connsiteX1" fmla="*/ 1316868 w 1896277"/>
                <a:gd name="connsiteY1" fmla="*/ 19421 h 3018250"/>
                <a:gd name="connsiteX2" fmla="*/ 1535623 w 1896277"/>
                <a:gd name="connsiteY2" fmla="*/ 504170 h 3018250"/>
                <a:gd name="connsiteX3" fmla="*/ 1895860 w 1896277"/>
                <a:gd name="connsiteY3" fmla="*/ 754688 h 3018250"/>
                <a:gd name="connsiteX4" fmla="*/ 1434021 w 1896277"/>
                <a:gd name="connsiteY4" fmla="*/ 1177271 h 3018250"/>
                <a:gd name="connsiteX5" fmla="*/ 1853121 w 1896277"/>
                <a:gd name="connsiteY5" fmla="*/ 1634472 h 3018250"/>
                <a:gd name="connsiteX6" fmla="*/ 1291023 w 1896277"/>
                <a:gd name="connsiteY6" fmla="*/ 1859588 h 3018250"/>
                <a:gd name="connsiteX7" fmla="*/ 1791209 w 1896277"/>
                <a:gd name="connsiteY7" fmla="*/ 2320272 h 3018250"/>
                <a:gd name="connsiteX8" fmla="*/ 1459422 w 1896277"/>
                <a:gd name="connsiteY8" fmla="*/ 2498072 h 3018250"/>
                <a:gd name="connsiteX9" fmla="*/ 1472122 w 1896277"/>
                <a:gd name="connsiteY9" fmla="*/ 2967971 h 3018250"/>
                <a:gd name="connsiteX10" fmla="*/ 680 w 1896277"/>
                <a:gd name="connsiteY10" fmla="*/ 1470811 h 3018250"/>
                <a:gd name="connsiteX0" fmla="*/ 680 w 1896277"/>
                <a:gd name="connsiteY0" fmla="*/ 1470811 h 3018250"/>
                <a:gd name="connsiteX1" fmla="*/ 1316868 w 1896277"/>
                <a:gd name="connsiteY1" fmla="*/ 19421 h 3018250"/>
                <a:gd name="connsiteX2" fmla="*/ 1535623 w 1896277"/>
                <a:gd name="connsiteY2" fmla="*/ 504170 h 3018250"/>
                <a:gd name="connsiteX3" fmla="*/ 1895860 w 1896277"/>
                <a:gd name="connsiteY3" fmla="*/ 754688 h 3018250"/>
                <a:gd name="connsiteX4" fmla="*/ 1434021 w 1896277"/>
                <a:gd name="connsiteY4" fmla="*/ 1177271 h 3018250"/>
                <a:gd name="connsiteX5" fmla="*/ 1853121 w 1896277"/>
                <a:gd name="connsiteY5" fmla="*/ 1634472 h 3018250"/>
                <a:gd name="connsiteX6" fmla="*/ 1291023 w 1896277"/>
                <a:gd name="connsiteY6" fmla="*/ 1859588 h 3018250"/>
                <a:gd name="connsiteX7" fmla="*/ 1791209 w 1896277"/>
                <a:gd name="connsiteY7" fmla="*/ 2320272 h 3018250"/>
                <a:gd name="connsiteX8" fmla="*/ 1459422 w 1896277"/>
                <a:gd name="connsiteY8" fmla="*/ 2498072 h 3018250"/>
                <a:gd name="connsiteX9" fmla="*/ 1472122 w 1896277"/>
                <a:gd name="connsiteY9" fmla="*/ 2967971 h 3018250"/>
                <a:gd name="connsiteX10" fmla="*/ 680 w 1896277"/>
                <a:gd name="connsiteY10" fmla="*/ 1470811 h 3018250"/>
                <a:gd name="connsiteX0" fmla="*/ 441 w 1896038"/>
                <a:gd name="connsiteY0" fmla="*/ 1479415 h 3026854"/>
                <a:gd name="connsiteX1" fmla="*/ 1316629 w 1896038"/>
                <a:gd name="connsiteY1" fmla="*/ 28025 h 3026854"/>
                <a:gd name="connsiteX2" fmla="*/ 1325834 w 1896038"/>
                <a:gd name="connsiteY2" fmla="*/ 544524 h 3026854"/>
                <a:gd name="connsiteX3" fmla="*/ 1895621 w 1896038"/>
                <a:gd name="connsiteY3" fmla="*/ 763292 h 3026854"/>
                <a:gd name="connsiteX4" fmla="*/ 1433782 w 1896038"/>
                <a:gd name="connsiteY4" fmla="*/ 1185875 h 3026854"/>
                <a:gd name="connsiteX5" fmla="*/ 1852882 w 1896038"/>
                <a:gd name="connsiteY5" fmla="*/ 1643076 h 3026854"/>
                <a:gd name="connsiteX6" fmla="*/ 1290784 w 1896038"/>
                <a:gd name="connsiteY6" fmla="*/ 1868192 h 3026854"/>
                <a:gd name="connsiteX7" fmla="*/ 1790970 w 1896038"/>
                <a:gd name="connsiteY7" fmla="*/ 2328876 h 3026854"/>
                <a:gd name="connsiteX8" fmla="*/ 1459183 w 1896038"/>
                <a:gd name="connsiteY8" fmla="*/ 2506676 h 3026854"/>
                <a:gd name="connsiteX9" fmla="*/ 1471883 w 1896038"/>
                <a:gd name="connsiteY9" fmla="*/ 2976575 h 3026854"/>
                <a:gd name="connsiteX10" fmla="*/ 441 w 1896038"/>
                <a:gd name="connsiteY10" fmla="*/ 1479415 h 3026854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  <a:gd name="connsiteX0" fmla="*/ 483 w 1896080"/>
                <a:gd name="connsiteY0" fmla="*/ 1457037 h 3004476"/>
                <a:gd name="connsiteX1" fmla="*/ 1316671 w 1896080"/>
                <a:gd name="connsiteY1" fmla="*/ 5647 h 3004476"/>
                <a:gd name="connsiteX2" fmla="*/ 1325876 w 1896080"/>
                <a:gd name="connsiteY2" fmla="*/ 522146 h 3004476"/>
                <a:gd name="connsiteX3" fmla="*/ 1895663 w 1896080"/>
                <a:gd name="connsiteY3" fmla="*/ 740914 h 3004476"/>
                <a:gd name="connsiteX4" fmla="*/ 1433824 w 1896080"/>
                <a:gd name="connsiteY4" fmla="*/ 1163497 h 3004476"/>
                <a:gd name="connsiteX5" fmla="*/ 1852924 w 1896080"/>
                <a:gd name="connsiteY5" fmla="*/ 1620698 h 3004476"/>
                <a:gd name="connsiteX6" fmla="*/ 1290826 w 1896080"/>
                <a:gd name="connsiteY6" fmla="*/ 1845814 h 3004476"/>
                <a:gd name="connsiteX7" fmla="*/ 1791012 w 1896080"/>
                <a:gd name="connsiteY7" fmla="*/ 2306498 h 3004476"/>
                <a:gd name="connsiteX8" fmla="*/ 1459225 w 1896080"/>
                <a:gd name="connsiteY8" fmla="*/ 2484298 h 3004476"/>
                <a:gd name="connsiteX9" fmla="*/ 1471925 w 1896080"/>
                <a:gd name="connsiteY9" fmla="*/ 2954197 h 3004476"/>
                <a:gd name="connsiteX10" fmla="*/ 483 w 1896080"/>
                <a:gd name="connsiteY10" fmla="*/ 1457037 h 3004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96080" h="3004476">
                  <a:moveTo>
                    <a:pt x="483" y="1457037"/>
                  </a:moveTo>
                  <a:cubicBezTo>
                    <a:pt x="-25393" y="965612"/>
                    <a:pt x="994172" y="-86188"/>
                    <a:pt x="1316671" y="5647"/>
                  </a:cubicBezTo>
                  <a:cubicBezTo>
                    <a:pt x="1639170" y="97482"/>
                    <a:pt x="2059640" y="528189"/>
                    <a:pt x="1325876" y="522146"/>
                  </a:cubicBezTo>
                  <a:cubicBezTo>
                    <a:pt x="1493812" y="541503"/>
                    <a:pt x="1864972" y="357268"/>
                    <a:pt x="1895663" y="740914"/>
                  </a:cubicBezTo>
                  <a:cubicBezTo>
                    <a:pt x="1912067" y="1367448"/>
                    <a:pt x="1439360" y="1099417"/>
                    <a:pt x="1433824" y="1163497"/>
                  </a:cubicBezTo>
                  <a:cubicBezTo>
                    <a:pt x="1354449" y="1225939"/>
                    <a:pt x="1828768" y="964291"/>
                    <a:pt x="1852924" y="1620698"/>
                  </a:cubicBezTo>
                  <a:cubicBezTo>
                    <a:pt x="1752097" y="2151930"/>
                    <a:pt x="1295588" y="1807714"/>
                    <a:pt x="1290826" y="1845814"/>
                  </a:cubicBezTo>
                  <a:cubicBezTo>
                    <a:pt x="1286063" y="1898202"/>
                    <a:pt x="1847878" y="1874647"/>
                    <a:pt x="1791012" y="2306498"/>
                  </a:cubicBezTo>
                  <a:cubicBezTo>
                    <a:pt x="1711824" y="2545970"/>
                    <a:pt x="1643851" y="2455943"/>
                    <a:pt x="1459225" y="2484298"/>
                  </a:cubicBezTo>
                  <a:cubicBezTo>
                    <a:pt x="1344925" y="2526631"/>
                    <a:pt x="1711584" y="2625275"/>
                    <a:pt x="1471925" y="2954197"/>
                  </a:cubicBezTo>
                  <a:cubicBezTo>
                    <a:pt x="809701" y="3278287"/>
                    <a:pt x="26359" y="1948462"/>
                    <a:pt x="483" y="1457037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90000">
                  <a:srgbClr val="FFFF00"/>
                </a:gs>
              </a:gsLst>
              <a:lin ang="72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3" name="Oval 76">
              <a:extLst>
                <a:ext uri="{FF2B5EF4-FFF2-40B4-BE49-F238E27FC236}">
                  <a16:creationId xmlns:a16="http://schemas.microsoft.com/office/drawing/2014/main" id="{2CE6B177-05F3-DA02-E090-D27BAD2D5A2C}"/>
                </a:ext>
              </a:extLst>
            </p:cNvPr>
            <p:cNvSpPr/>
            <p:nvPr/>
          </p:nvSpPr>
          <p:spPr>
            <a:xfrm>
              <a:off x="2771930" y="3362242"/>
              <a:ext cx="3812031" cy="2994394"/>
            </a:xfrm>
            <a:custGeom>
              <a:avLst/>
              <a:gdLst>
                <a:gd name="connsiteX0" fmla="*/ 0 w 2802962"/>
                <a:gd name="connsiteY0" fmla="*/ 1241530 h 2483060"/>
                <a:gd name="connsiteX1" fmla="*/ 1401481 w 2802962"/>
                <a:gd name="connsiteY1" fmla="*/ 0 h 2483060"/>
                <a:gd name="connsiteX2" fmla="*/ 2802962 w 2802962"/>
                <a:gd name="connsiteY2" fmla="*/ 1241530 h 2483060"/>
                <a:gd name="connsiteX3" fmla="*/ 1401481 w 2802962"/>
                <a:gd name="connsiteY3" fmla="*/ 2483060 h 2483060"/>
                <a:gd name="connsiteX4" fmla="*/ 0 w 2802962"/>
                <a:gd name="connsiteY4" fmla="*/ 1241530 h 2483060"/>
                <a:gd name="connsiteX0" fmla="*/ 621 w 2803583"/>
                <a:gd name="connsiteY0" fmla="*/ 1432030 h 2673560"/>
                <a:gd name="connsiteX1" fmla="*/ 1275102 w 2803583"/>
                <a:gd name="connsiteY1" fmla="*/ 0 h 2673560"/>
                <a:gd name="connsiteX2" fmla="*/ 2803583 w 2803583"/>
                <a:gd name="connsiteY2" fmla="*/ 1432030 h 2673560"/>
                <a:gd name="connsiteX3" fmla="*/ 1402102 w 2803583"/>
                <a:gd name="connsiteY3" fmla="*/ 2673560 h 2673560"/>
                <a:gd name="connsiteX4" fmla="*/ 621 w 2803583"/>
                <a:gd name="connsiteY4" fmla="*/ 1432030 h 2673560"/>
                <a:gd name="connsiteX0" fmla="*/ 281 w 3222343"/>
                <a:gd name="connsiteY0" fmla="*/ 467072 h 2775934"/>
                <a:gd name="connsiteX1" fmla="*/ 1693862 w 3222343"/>
                <a:gd name="connsiteY1" fmla="*/ 76442 h 2775934"/>
                <a:gd name="connsiteX2" fmla="*/ 3222343 w 3222343"/>
                <a:gd name="connsiteY2" fmla="*/ 1508472 h 2775934"/>
                <a:gd name="connsiteX3" fmla="*/ 1820862 w 3222343"/>
                <a:gd name="connsiteY3" fmla="*/ 2750002 h 2775934"/>
                <a:gd name="connsiteX4" fmla="*/ 281 w 3222343"/>
                <a:gd name="connsiteY4" fmla="*/ 467072 h 2775934"/>
                <a:gd name="connsiteX0" fmla="*/ 25 w 3222087"/>
                <a:gd name="connsiteY0" fmla="*/ 488207 h 2797069"/>
                <a:gd name="connsiteX1" fmla="*/ 1782506 w 3222087"/>
                <a:gd name="connsiteY1" fmla="*/ 72177 h 2797069"/>
                <a:gd name="connsiteX2" fmla="*/ 3222087 w 3222087"/>
                <a:gd name="connsiteY2" fmla="*/ 1529607 h 2797069"/>
                <a:gd name="connsiteX3" fmla="*/ 1820606 w 3222087"/>
                <a:gd name="connsiteY3" fmla="*/ 2771137 h 2797069"/>
                <a:gd name="connsiteX4" fmla="*/ 25 w 3222087"/>
                <a:gd name="connsiteY4" fmla="*/ 488207 h 2797069"/>
                <a:gd name="connsiteX0" fmla="*/ 25 w 3222087"/>
                <a:gd name="connsiteY0" fmla="*/ 477197 h 2786059"/>
                <a:gd name="connsiteX1" fmla="*/ 1782506 w 3222087"/>
                <a:gd name="connsiteY1" fmla="*/ 61167 h 2786059"/>
                <a:gd name="connsiteX2" fmla="*/ 3222087 w 3222087"/>
                <a:gd name="connsiteY2" fmla="*/ 1518597 h 2786059"/>
                <a:gd name="connsiteX3" fmla="*/ 1820606 w 3222087"/>
                <a:gd name="connsiteY3" fmla="*/ 2760127 h 2786059"/>
                <a:gd name="connsiteX4" fmla="*/ 25 w 3222087"/>
                <a:gd name="connsiteY4" fmla="*/ 477197 h 2786059"/>
                <a:gd name="connsiteX0" fmla="*/ 29 w 3222091"/>
                <a:gd name="connsiteY0" fmla="*/ 493731 h 2802593"/>
                <a:gd name="connsiteX1" fmla="*/ 1782510 w 3222091"/>
                <a:gd name="connsiteY1" fmla="*/ 77701 h 2802593"/>
                <a:gd name="connsiteX2" fmla="*/ 3222091 w 3222091"/>
                <a:gd name="connsiteY2" fmla="*/ 1535131 h 2802593"/>
                <a:gd name="connsiteX3" fmla="*/ 1820610 w 3222091"/>
                <a:gd name="connsiteY3" fmla="*/ 2776661 h 2802593"/>
                <a:gd name="connsiteX4" fmla="*/ 29 w 3222091"/>
                <a:gd name="connsiteY4" fmla="*/ 493731 h 2802593"/>
                <a:gd name="connsiteX0" fmla="*/ 314598 w 3536660"/>
                <a:gd name="connsiteY0" fmla="*/ 491004 h 2938449"/>
                <a:gd name="connsiteX1" fmla="*/ 2097079 w 3536660"/>
                <a:gd name="connsiteY1" fmla="*/ 74974 h 2938449"/>
                <a:gd name="connsiteX2" fmla="*/ 3536660 w 3536660"/>
                <a:gd name="connsiteY2" fmla="*/ 1532404 h 2938449"/>
                <a:gd name="connsiteX3" fmla="*/ 2135179 w 3536660"/>
                <a:gd name="connsiteY3" fmla="*/ 2773934 h 2938449"/>
                <a:gd name="connsiteX4" fmla="*/ 173861 w 3536660"/>
                <a:gd name="connsiteY4" fmla="*/ 2674780 h 2938449"/>
                <a:gd name="connsiteX5" fmla="*/ 314598 w 3536660"/>
                <a:gd name="connsiteY5" fmla="*/ 491004 h 2938449"/>
                <a:gd name="connsiteX0" fmla="*/ 314598 w 3536660"/>
                <a:gd name="connsiteY0" fmla="*/ 491004 h 2996718"/>
                <a:gd name="connsiteX1" fmla="*/ 2097079 w 3536660"/>
                <a:gd name="connsiteY1" fmla="*/ 74974 h 2996718"/>
                <a:gd name="connsiteX2" fmla="*/ 3536660 w 3536660"/>
                <a:gd name="connsiteY2" fmla="*/ 1532404 h 2996718"/>
                <a:gd name="connsiteX3" fmla="*/ 2236779 w 3536660"/>
                <a:gd name="connsiteY3" fmla="*/ 2875534 h 2996718"/>
                <a:gd name="connsiteX4" fmla="*/ 173861 w 3536660"/>
                <a:gd name="connsiteY4" fmla="*/ 2674780 h 2996718"/>
                <a:gd name="connsiteX5" fmla="*/ 314598 w 3536660"/>
                <a:gd name="connsiteY5" fmla="*/ 491004 h 2996718"/>
                <a:gd name="connsiteX0" fmla="*/ 314598 w 3536660"/>
                <a:gd name="connsiteY0" fmla="*/ 491004 h 2996718"/>
                <a:gd name="connsiteX1" fmla="*/ 2097079 w 3536660"/>
                <a:gd name="connsiteY1" fmla="*/ 74974 h 2996718"/>
                <a:gd name="connsiteX2" fmla="*/ 3536660 w 3536660"/>
                <a:gd name="connsiteY2" fmla="*/ 1532404 h 2996718"/>
                <a:gd name="connsiteX3" fmla="*/ 2274879 w 3536660"/>
                <a:gd name="connsiteY3" fmla="*/ 2875534 h 2996718"/>
                <a:gd name="connsiteX4" fmla="*/ 173861 w 3536660"/>
                <a:gd name="connsiteY4" fmla="*/ 2674780 h 2996718"/>
                <a:gd name="connsiteX5" fmla="*/ 314598 w 3536660"/>
                <a:gd name="connsiteY5" fmla="*/ 491004 h 2996718"/>
                <a:gd name="connsiteX0" fmla="*/ 261029 w 3571991"/>
                <a:gd name="connsiteY0" fmla="*/ 439640 h 3008854"/>
                <a:gd name="connsiteX1" fmla="*/ 2132410 w 3571991"/>
                <a:gd name="connsiteY1" fmla="*/ 87110 h 3008854"/>
                <a:gd name="connsiteX2" fmla="*/ 3571991 w 3571991"/>
                <a:gd name="connsiteY2" fmla="*/ 1544540 h 3008854"/>
                <a:gd name="connsiteX3" fmla="*/ 2310210 w 3571991"/>
                <a:gd name="connsiteY3" fmla="*/ 2887670 h 3008854"/>
                <a:gd name="connsiteX4" fmla="*/ 209192 w 3571991"/>
                <a:gd name="connsiteY4" fmla="*/ 2686916 h 3008854"/>
                <a:gd name="connsiteX5" fmla="*/ 261029 w 3571991"/>
                <a:gd name="connsiteY5" fmla="*/ 439640 h 3008854"/>
                <a:gd name="connsiteX0" fmla="*/ 497053 w 3808015"/>
                <a:gd name="connsiteY0" fmla="*/ 411016 h 2941589"/>
                <a:gd name="connsiteX1" fmla="*/ 2368434 w 3808015"/>
                <a:gd name="connsiteY1" fmla="*/ 58486 h 2941589"/>
                <a:gd name="connsiteX2" fmla="*/ 3808015 w 3808015"/>
                <a:gd name="connsiteY2" fmla="*/ 1515916 h 2941589"/>
                <a:gd name="connsiteX3" fmla="*/ 2546234 w 3808015"/>
                <a:gd name="connsiteY3" fmla="*/ 2859046 h 2941589"/>
                <a:gd name="connsiteX4" fmla="*/ 445216 w 3808015"/>
                <a:gd name="connsiteY4" fmla="*/ 2658292 h 2941589"/>
                <a:gd name="connsiteX5" fmla="*/ 717 w 3808015"/>
                <a:gd name="connsiteY5" fmla="*/ 1553390 h 2941589"/>
                <a:gd name="connsiteX6" fmla="*/ 497053 w 3808015"/>
                <a:gd name="connsiteY6" fmla="*/ 411016 h 2941589"/>
                <a:gd name="connsiteX0" fmla="*/ 497053 w 3808015"/>
                <a:gd name="connsiteY0" fmla="*/ 428984 h 2959557"/>
                <a:gd name="connsiteX1" fmla="*/ 2368434 w 3808015"/>
                <a:gd name="connsiteY1" fmla="*/ 76454 h 2959557"/>
                <a:gd name="connsiteX2" fmla="*/ 3808015 w 3808015"/>
                <a:gd name="connsiteY2" fmla="*/ 1533884 h 2959557"/>
                <a:gd name="connsiteX3" fmla="*/ 2546234 w 3808015"/>
                <a:gd name="connsiteY3" fmla="*/ 2877014 h 2959557"/>
                <a:gd name="connsiteX4" fmla="*/ 445216 w 3808015"/>
                <a:gd name="connsiteY4" fmla="*/ 2676260 h 2959557"/>
                <a:gd name="connsiteX5" fmla="*/ 717 w 3808015"/>
                <a:gd name="connsiteY5" fmla="*/ 1571358 h 2959557"/>
                <a:gd name="connsiteX6" fmla="*/ 497053 w 3808015"/>
                <a:gd name="connsiteY6" fmla="*/ 428984 h 2959557"/>
                <a:gd name="connsiteX0" fmla="*/ 497053 w 3808015"/>
                <a:gd name="connsiteY0" fmla="*/ 446329 h 2976902"/>
                <a:gd name="connsiteX1" fmla="*/ 2368434 w 3808015"/>
                <a:gd name="connsiteY1" fmla="*/ 93799 h 2976902"/>
                <a:gd name="connsiteX2" fmla="*/ 3808015 w 3808015"/>
                <a:gd name="connsiteY2" fmla="*/ 1551229 h 2976902"/>
                <a:gd name="connsiteX3" fmla="*/ 2546234 w 3808015"/>
                <a:gd name="connsiteY3" fmla="*/ 2894359 h 2976902"/>
                <a:gd name="connsiteX4" fmla="*/ 445216 w 3808015"/>
                <a:gd name="connsiteY4" fmla="*/ 2693605 h 2976902"/>
                <a:gd name="connsiteX5" fmla="*/ 717 w 3808015"/>
                <a:gd name="connsiteY5" fmla="*/ 1588703 h 2976902"/>
                <a:gd name="connsiteX6" fmla="*/ 497053 w 3808015"/>
                <a:gd name="connsiteY6" fmla="*/ 446329 h 2976902"/>
                <a:gd name="connsiteX0" fmla="*/ 497053 w 3808015"/>
                <a:gd name="connsiteY0" fmla="*/ 406822 h 2937395"/>
                <a:gd name="connsiteX1" fmla="*/ 2368434 w 3808015"/>
                <a:gd name="connsiteY1" fmla="*/ 54292 h 2937395"/>
                <a:gd name="connsiteX2" fmla="*/ 3808015 w 3808015"/>
                <a:gd name="connsiteY2" fmla="*/ 1511722 h 2937395"/>
                <a:gd name="connsiteX3" fmla="*/ 2546234 w 3808015"/>
                <a:gd name="connsiteY3" fmla="*/ 2854852 h 2937395"/>
                <a:gd name="connsiteX4" fmla="*/ 445216 w 3808015"/>
                <a:gd name="connsiteY4" fmla="*/ 2654098 h 2937395"/>
                <a:gd name="connsiteX5" fmla="*/ 717 w 3808015"/>
                <a:gd name="connsiteY5" fmla="*/ 1549196 h 2937395"/>
                <a:gd name="connsiteX6" fmla="*/ 497053 w 3808015"/>
                <a:gd name="connsiteY6" fmla="*/ 406822 h 2937395"/>
                <a:gd name="connsiteX0" fmla="*/ 497053 w 3808015"/>
                <a:gd name="connsiteY0" fmla="*/ 422210 h 2952783"/>
                <a:gd name="connsiteX1" fmla="*/ 2368434 w 3808015"/>
                <a:gd name="connsiteY1" fmla="*/ 69680 h 2952783"/>
                <a:gd name="connsiteX2" fmla="*/ 3808015 w 3808015"/>
                <a:gd name="connsiteY2" fmla="*/ 1527110 h 2952783"/>
                <a:gd name="connsiteX3" fmla="*/ 2546234 w 3808015"/>
                <a:gd name="connsiteY3" fmla="*/ 2870240 h 2952783"/>
                <a:gd name="connsiteX4" fmla="*/ 445216 w 3808015"/>
                <a:gd name="connsiteY4" fmla="*/ 2669486 h 2952783"/>
                <a:gd name="connsiteX5" fmla="*/ 717 w 3808015"/>
                <a:gd name="connsiteY5" fmla="*/ 1564584 h 2952783"/>
                <a:gd name="connsiteX6" fmla="*/ 497053 w 3808015"/>
                <a:gd name="connsiteY6" fmla="*/ 422210 h 2952783"/>
                <a:gd name="connsiteX0" fmla="*/ 497053 w 3808015"/>
                <a:gd name="connsiteY0" fmla="*/ 450160 h 2980733"/>
                <a:gd name="connsiteX1" fmla="*/ 2368434 w 3808015"/>
                <a:gd name="connsiteY1" fmla="*/ 97630 h 2980733"/>
                <a:gd name="connsiteX2" fmla="*/ 3808015 w 3808015"/>
                <a:gd name="connsiteY2" fmla="*/ 1555060 h 2980733"/>
                <a:gd name="connsiteX3" fmla="*/ 2546234 w 3808015"/>
                <a:gd name="connsiteY3" fmla="*/ 2898190 h 2980733"/>
                <a:gd name="connsiteX4" fmla="*/ 445216 w 3808015"/>
                <a:gd name="connsiteY4" fmla="*/ 2697436 h 2980733"/>
                <a:gd name="connsiteX5" fmla="*/ 717 w 3808015"/>
                <a:gd name="connsiteY5" fmla="*/ 1592534 h 2980733"/>
                <a:gd name="connsiteX6" fmla="*/ 497053 w 3808015"/>
                <a:gd name="connsiteY6" fmla="*/ 450160 h 2980733"/>
                <a:gd name="connsiteX0" fmla="*/ 497053 w 3808015"/>
                <a:gd name="connsiteY0" fmla="*/ 423912 h 2954485"/>
                <a:gd name="connsiteX1" fmla="*/ 2368434 w 3808015"/>
                <a:gd name="connsiteY1" fmla="*/ 45982 h 2954485"/>
                <a:gd name="connsiteX2" fmla="*/ 3808015 w 3808015"/>
                <a:gd name="connsiteY2" fmla="*/ 1528812 h 2954485"/>
                <a:gd name="connsiteX3" fmla="*/ 2546234 w 3808015"/>
                <a:gd name="connsiteY3" fmla="*/ 2871942 h 2954485"/>
                <a:gd name="connsiteX4" fmla="*/ 445216 w 3808015"/>
                <a:gd name="connsiteY4" fmla="*/ 2671188 h 2954485"/>
                <a:gd name="connsiteX5" fmla="*/ 717 w 3808015"/>
                <a:gd name="connsiteY5" fmla="*/ 1566286 h 2954485"/>
                <a:gd name="connsiteX6" fmla="*/ 497053 w 3808015"/>
                <a:gd name="connsiteY6" fmla="*/ 423912 h 2954485"/>
                <a:gd name="connsiteX0" fmla="*/ 497053 w 3808015"/>
                <a:gd name="connsiteY0" fmla="*/ 423912 h 2954485"/>
                <a:gd name="connsiteX1" fmla="*/ 2368434 w 3808015"/>
                <a:gd name="connsiteY1" fmla="*/ 45982 h 2954485"/>
                <a:gd name="connsiteX2" fmla="*/ 3808015 w 3808015"/>
                <a:gd name="connsiteY2" fmla="*/ 1528812 h 2954485"/>
                <a:gd name="connsiteX3" fmla="*/ 2546234 w 3808015"/>
                <a:gd name="connsiteY3" fmla="*/ 2871942 h 2954485"/>
                <a:gd name="connsiteX4" fmla="*/ 445216 w 3808015"/>
                <a:gd name="connsiteY4" fmla="*/ 2671188 h 2954485"/>
                <a:gd name="connsiteX5" fmla="*/ 717 w 3808015"/>
                <a:gd name="connsiteY5" fmla="*/ 1566286 h 2954485"/>
                <a:gd name="connsiteX6" fmla="*/ 497053 w 3808015"/>
                <a:gd name="connsiteY6" fmla="*/ 423912 h 2954485"/>
                <a:gd name="connsiteX0" fmla="*/ 497053 w 3808015"/>
                <a:gd name="connsiteY0" fmla="*/ 437578 h 2968151"/>
                <a:gd name="connsiteX1" fmla="*/ 2368434 w 3808015"/>
                <a:gd name="connsiteY1" fmla="*/ 59648 h 2968151"/>
                <a:gd name="connsiteX2" fmla="*/ 3808015 w 3808015"/>
                <a:gd name="connsiteY2" fmla="*/ 1542478 h 2968151"/>
                <a:gd name="connsiteX3" fmla="*/ 2546234 w 3808015"/>
                <a:gd name="connsiteY3" fmla="*/ 2885608 h 2968151"/>
                <a:gd name="connsiteX4" fmla="*/ 445216 w 3808015"/>
                <a:gd name="connsiteY4" fmla="*/ 2684854 h 2968151"/>
                <a:gd name="connsiteX5" fmla="*/ 717 w 3808015"/>
                <a:gd name="connsiteY5" fmla="*/ 1579952 h 2968151"/>
                <a:gd name="connsiteX6" fmla="*/ 497053 w 3808015"/>
                <a:gd name="connsiteY6" fmla="*/ 437578 h 2968151"/>
                <a:gd name="connsiteX0" fmla="*/ 501069 w 3812031"/>
                <a:gd name="connsiteY0" fmla="*/ 437578 h 2968151"/>
                <a:gd name="connsiteX1" fmla="*/ 2372450 w 3812031"/>
                <a:gd name="connsiteY1" fmla="*/ 59648 h 2968151"/>
                <a:gd name="connsiteX2" fmla="*/ 3812031 w 3812031"/>
                <a:gd name="connsiteY2" fmla="*/ 1542478 h 2968151"/>
                <a:gd name="connsiteX3" fmla="*/ 2550250 w 3812031"/>
                <a:gd name="connsiteY3" fmla="*/ 2885608 h 2968151"/>
                <a:gd name="connsiteX4" fmla="*/ 449232 w 3812031"/>
                <a:gd name="connsiteY4" fmla="*/ 2684854 h 2968151"/>
                <a:gd name="connsiteX5" fmla="*/ 4733 w 3812031"/>
                <a:gd name="connsiteY5" fmla="*/ 1579952 h 2968151"/>
                <a:gd name="connsiteX6" fmla="*/ 501069 w 3812031"/>
                <a:gd name="connsiteY6" fmla="*/ 437578 h 2968151"/>
                <a:gd name="connsiteX0" fmla="*/ 501069 w 3812031"/>
                <a:gd name="connsiteY0" fmla="*/ 437578 h 2994394"/>
                <a:gd name="connsiteX1" fmla="*/ 2372450 w 3812031"/>
                <a:gd name="connsiteY1" fmla="*/ 59648 h 2994394"/>
                <a:gd name="connsiteX2" fmla="*/ 3812031 w 3812031"/>
                <a:gd name="connsiteY2" fmla="*/ 1542478 h 2994394"/>
                <a:gd name="connsiteX3" fmla="*/ 2550250 w 3812031"/>
                <a:gd name="connsiteY3" fmla="*/ 2885608 h 2994394"/>
                <a:gd name="connsiteX4" fmla="*/ 449232 w 3812031"/>
                <a:gd name="connsiteY4" fmla="*/ 2684854 h 2994394"/>
                <a:gd name="connsiteX5" fmla="*/ 4733 w 3812031"/>
                <a:gd name="connsiteY5" fmla="*/ 1579952 h 2994394"/>
                <a:gd name="connsiteX6" fmla="*/ 501069 w 3812031"/>
                <a:gd name="connsiteY6" fmla="*/ 437578 h 299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2031" h="2994394">
                  <a:moveTo>
                    <a:pt x="501069" y="437578"/>
                  </a:moveTo>
                  <a:cubicBezTo>
                    <a:pt x="794088" y="69894"/>
                    <a:pt x="1769823" y="-99102"/>
                    <a:pt x="2372450" y="59648"/>
                  </a:cubicBezTo>
                  <a:cubicBezTo>
                    <a:pt x="2975077" y="218398"/>
                    <a:pt x="3812031" y="856800"/>
                    <a:pt x="3812031" y="1542478"/>
                  </a:cubicBezTo>
                  <a:cubicBezTo>
                    <a:pt x="3812031" y="2228156"/>
                    <a:pt x="3110717" y="2695212"/>
                    <a:pt x="2550250" y="2885608"/>
                  </a:cubicBezTo>
                  <a:cubicBezTo>
                    <a:pt x="1989784" y="3076004"/>
                    <a:pt x="862902" y="3020997"/>
                    <a:pt x="449232" y="2684854"/>
                  </a:cubicBezTo>
                  <a:cubicBezTo>
                    <a:pt x="60962" y="2463011"/>
                    <a:pt x="-3907" y="1954498"/>
                    <a:pt x="4733" y="1579952"/>
                  </a:cubicBezTo>
                  <a:cubicBezTo>
                    <a:pt x="-37428" y="976806"/>
                    <a:pt x="208050" y="805262"/>
                    <a:pt x="501069" y="437578"/>
                  </a:cubicBezTo>
                  <a:close/>
                </a:path>
              </a:pathLst>
            </a:custGeom>
            <a:solidFill>
              <a:srgbClr val="FFFF00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4" name="Arc 243">
              <a:extLst>
                <a:ext uri="{FF2B5EF4-FFF2-40B4-BE49-F238E27FC236}">
                  <a16:creationId xmlns:a16="http://schemas.microsoft.com/office/drawing/2014/main" id="{D51D14A2-71DE-DBFD-890F-5CFE00AFF3A9}"/>
                </a:ext>
              </a:extLst>
            </p:cNvPr>
            <p:cNvSpPr/>
            <p:nvPr/>
          </p:nvSpPr>
          <p:spPr>
            <a:xfrm rot="4016574">
              <a:off x="4009350" y="599100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Arc 244">
              <a:extLst>
                <a:ext uri="{FF2B5EF4-FFF2-40B4-BE49-F238E27FC236}">
                  <a16:creationId xmlns:a16="http://schemas.microsoft.com/office/drawing/2014/main" id="{276205B2-97EE-073F-40D2-93433C67DC3A}"/>
                </a:ext>
              </a:extLst>
            </p:cNvPr>
            <p:cNvSpPr/>
            <p:nvPr/>
          </p:nvSpPr>
          <p:spPr>
            <a:xfrm rot="4016574">
              <a:off x="4157243" y="531052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6" name="Arc 245">
              <a:extLst>
                <a:ext uri="{FF2B5EF4-FFF2-40B4-BE49-F238E27FC236}">
                  <a16:creationId xmlns:a16="http://schemas.microsoft.com/office/drawing/2014/main" id="{DDDB5C42-C8DE-F519-C548-FA16ABE44084}"/>
                </a:ext>
              </a:extLst>
            </p:cNvPr>
            <p:cNvSpPr/>
            <p:nvPr/>
          </p:nvSpPr>
          <p:spPr>
            <a:xfrm rot="4016574">
              <a:off x="4107945" y="565236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Arc 246">
              <a:extLst>
                <a:ext uri="{FF2B5EF4-FFF2-40B4-BE49-F238E27FC236}">
                  <a16:creationId xmlns:a16="http://schemas.microsoft.com/office/drawing/2014/main" id="{72DAB7E7-2153-4467-7BE3-BECA28462B6F}"/>
                </a:ext>
              </a:extLst>
            </p:cNvPr>
            <p:cNvSpPr/>
            <p:nvPr/>
          </p:nvSpPr>
          <p:spPr>
            <a:xfrm rot="4016574">
              <a:off x="4256359" y="4993894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Arc 247">
              <a:extLst>
                <a:ext uri="{FF2B5EF4-FFF2-40B4-BE49-F238E27FC236}">
                  <a16:creationId xmlns:a16="http://schemas.microsoft.com/office/drawing/2014/main" id="{0CF5F62D-B555-E84A-8919-E9DBA782BE17}"/>
                </a:ext>
              </a:extLst>
            </p:cNvPr>
            <p:cNvSpPr/>
            <p:nvPr/>
          </p:nvSpPr>
          <p:spPr>
            <a:xfrm rot="4016574">
              <a:off x="4320721" y="550726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Arc 248">
              <a:extLst>
                <a:ext uri="{FF2B5EF4-FFF2-40B4-BE49-F238E27FC236}">
                  <a16:creationId xmlns:a16="http://schemas.microsoft.com/office/drawing/2014/main" id="{2444C03D-FA5C-2EC1-013D-2D0D0A3AAF56}"/>
                </a:ext>
              </a:extLst>
            </p:cNvPr>
            <p:cNvSpPr/>
            <p:nvPr/>
          </p:nvSpPr>
          <p:spPr>
            <a:xfrm rot="4016574">
              <a:off x="3898115" y="581491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Arc 249">
              <a:extLst>
                <a:ext uri="{FF2B5EF4-FFF2-40B4-BE49-F238E27FC236}">
                  <a16:creationId xmlns:a16="http://schemas.microsoft.com/office/drawing/2014/main" id="{63990A33-ED3D-246A-178D-E8100EDA3018}"/>
                </a:ext>
              </a:extLst>
            </p:cNvPr>
            <p:cNvSpPr/>
            <p:nvPr/>
          </p:nvSpPr>
          <p:spPr>
            <a:xfrm rot="4016574">
              <a:off x="4545190" y="471197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Arc 250">
              <a:extLst>
                <a:ext uri="{FF2B5EF4-FFF2-40B4-BE49-F238E27FC236}">
                  <a16:creationId xmlns:a16="http://schemas.microsoft.com/office/drawing/2014/main" id="{319775FC-42DB-17D4-89D6-30AAA52B7F91}"/>
                </a:ext>
              </a:extLst>
            </p:cNvPr>
            <p:cNvSpPr/>
            <p:nvPr/>
          </p:nvSpPr>
          <p:spPr>
            <a:xfrm rot="4016574">
              <a:off x="3972372" y="5532994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Arc 251">
              <a:extLst>
                <a:ext uri="{FF2B5EF4-FFF2-40B4-BE49-F238E27FC236}">
                  <a16:creationId xmlns:a16="http://schemas.microsoft.com/office/drawing/2014/main" id="{BEBF1C22-7D51-72B9-3B2C-98327D79DECA}"/>
                </a:ext>
              </a:extLst>
            </p:cNvPr>
            <p:cNvSpPr/>
            <p:nvPr/>
          </p:nvSpPr>
          <p:spPr>
            <a:xfrm rot="4016574">
              <a:off x="4009456" y="521374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Arc 252">
              <a:extLst>
                <a:ext uri="{FF2B5EF4-FFF2-40B4-BE49-F238E27FC236}">
                  <a16:creationId xmlns:a16="http://schemas.microsoft.com/office/drawing/2014/main" id="{A3EED5C1-0EAE-133F-8FCA-B807CEC7BE2F}"/>
                </a:ext>
              </a:extLst>
            </p:cNvPr>
            <p:cNvSpPr/>
            <p:nvPr/>
          </p:nvSpPr>
          <p:spPr>
            <a:xfrm rot="4016574">
              <a:off x="4231292" y="582182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Arc 253">
              <a:extLst>
                <a:ext uri="{FF2B5EF4-FFF2-40B4-BE49-F238E27FC236}">
                  <a16:creationId xmlns:a16="http://schemas.microsoft.com/office/drawing/2014/main" id="{407AEAE3-6B72-49F8-752C-DC243852516C}"/>
                </a:ext>
              </a:extLst>
            </p:cNvPr>
            <p:cNvSpPr/>
            <p:nvPr/>
          </p:nvSpPr>
          <p:spPr>
            <a:xfrm rot="4016574">
              <a:off x="4345233" y="523508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Arc 254">
              <a:extLst>
                <a:ext uri="{FF2B5EF4-FFF2-40B4-BE49-F238E27FC236}">
                  <a16:creationId xmlns:a16="http://schemas.microsoft.com/office/drawing/2014/main" id="{B659F5B0-FE6A-44AA-8BE4-AF91A90D5161}"/>
                </a:ext>
              </a:extLst>
            </p:cNvPr>
            <p:cNvSpPr/>
            <p:nvPr/>
          </p:nvSpPr>
          <p:spPr>
            <a:xfrm rot="4016574">
              <a:off x="4075226" y="487496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Arc 255">
              <a:extLst>
                <a:ext uri="{FF2B5EF4-FFF2-40B4-BE49-F238E27FC236}">
                  <a16:creationId xmlns:a16="http://schemas.microsoft.com/office/drawing/2014/main" id="{32B72289-CDF3-F08F-740B-213F869489C7}"/>
                </a:ext>
              </a:extLst>
            </p:cNvPr>
            <p:cNvSpPr/>
            <p:nvPr/>
          </p:nvSpPr>
          <p:spPr>
            <a:xfrm rot="4016574">
              <a:off x="4074806" y="458173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Arc 256">
              <a:extLst>
                <a:ext uri="{FF2B5EF4-FFF2-40B4-BE49-F238E27FC236}">
                  <a16:creationId xmlns:a16="http://schemas.microsoft.com/office/drawing/2014/main" id="{84A3C373-41C7-ADBF-643C-4A88DFC70CDD}"/>
                </a:ext>
              </a:extLst>
            </p:cNvPr>
            <p:cNvSpPr/>
            <p:nvPr/>
          </p:nvSpPr>
          <p:spPr>
            <a:xfrm rot="4016574">
              <a:off x="4050436" y="428836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Arc 257">
              <a:extLst>
                <a:ext uri="{FF2B5EF4-FFF2-40B4-BE49-F238E27FC236}">
                  <a16:creationId xmlns:a16="http://schemas.microsoft.com/office/drawing/2014/main" id="{8A792F1D-3FA6-E4CC-43EB-9587427126DF}"/>
                </a:ext>
              </a:extLst>
            </p:cNvPr>
            <p:cNvSpPr/>
            <p:nvPr/>
          </p:nvSpPr>
          <p:spPr>
            <a:xfrm rot="4016574">
              <a:off x="4002553" y="400713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9" name="Arc 258">
              <a:extLst>
                <a:ext uri="{FF2B5EF4-FFF2-40B4-BE49-F238E27FC236}">
                  <a16:creationId xmlns:a16="http://schemas.microsoft.com/office/drawing/2014/main" id="{EDFE219E-3C2B-716A-B206-03D66A7E89D9}"/>
                </a:ext>
              </a:extLst>
            </p:cNvPr>
            <p:cNvSpPr/>
            <p:nvPr/>
          </p:nvSpPr>
          <p:spPr>
            <a:xfrm rot="2839385">
              <a:off x="3720112" y="347482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0" name="Arc 259">
              <a:extLst>
                <a:ext uri="{FF2B5EF4-FFF2-40B4-BE49-F238E27FC236}">
                  <a16:creationId xmlns:a16="http://schemas.microsoft.com/office/drawing/2014/main" id="{6E2D1D1D-A792-1DB8-0E08-B1E217DBA40C}"/>
                </a:ext>
              </a:extLst>
            </p:cNvPr>
            <p:cNvSpPr/>
            <p:nvPr/>
          </p:nvSpPr>
          <p:spPr>
            <a:xfrm rot="2839385">
              <a:off x="3884367" y="375417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1" name="Arc 260">
              <a:extLst>
                <a:ext uri="{FF2B5EF4-FFF2-40B4-BE49-F238E27FC236}">
                  <a16:creationId xmlns:a16="http://schemas.microsoft.com/office/drawing/2014/main" id="{53CBDC11-44A6-B43B-ACB6-6AD31A4C1C0F}"/>
                </a:ext>
              </a:extLst>
            </p:cNvPr>
            <p:cNvSpPr/>
            <p:nvPr/>
          </p:nvSpPr>
          <p:spPr>
            <a:xfrm rot="2839385">
              <a:off x="3948160" y="355181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2" name="Arc 261">
              <a:extLst>
                <a:ext uri="{FF2B5EF4-FFF2-40B4-BE49-F238E27FC236}">
                  <a16:creationId xmlns:a16="http://schemas.microsoft.com/office/drawing/2014/main" id="{5FDB612B-1A7B-1D41-0F79-56FF09DD2B43}"/>
                </a:ext>
              </a:extLst>
            </p:cNvPr>
            <p:cNvSpPr/>
            <p:nvPr/>
          </p:nvSpPr>
          <p:spPr>
            <a:xfrm rot="2839385">
              <a:off x="4101208" y="386907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3" name="Arc 262">
              <a:extLst>
                <a:ext uri="{FF2B5EF4-FFF2-40B4-BE49-F238E27FC236}">
                  <a16:creationId xmlns:a16="http://schemas.microsoft.com/office/drawing/2014/main" id="{AA5086FC-5C47-DAF5-CD08-2340575394A5}"/>
                </a:ext>
              </a:extLst>
            </p:cNvPr>
            <p:cNvSpPr/>
            <p:nvPr/>
          </p:nvSpPr>
          <p:spPr>
            <a:xfrm rot="2839385">
              <a:off x="4189531" y="414825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4" name="Arc 263">
              <a:extLst>
                <a:ext uri="{FF2B5EF4-FFF2-40B4-BE49-F238E27FC236}">
                  <a16:creationId xmlns:a16="http://schemas.microsoft.com/office/drawing/2014/main" id="{51CED555-48EA-E1A7-5A71-95FE6FB61AEC}"/>
                </a:ext>
              </a:extLst>
            </p:cNvPr>
            <p:cNvSpPr/>
            <p:nvPr/>
          </p:nvSpPr>
          <p:spPr>
            <a:xfrm rot="2839385">
              <a:off x="4243286" y="447902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5" name="Arc 264">
              <a:extLst>
                <a:ext uri="{FF2B5EF4-FFF2-40B4-BE49-F238E27FC236}">
                  <a16:creationId xmlns:a16="http://schemas.microsoft.com/office/drawing/2014/main" id="{6532AAA4-90EB-CD72-96B4-06F7DCE635CD}"/>
                </a:ext>
              </a:extLst>
            </p:cNvPr>
            <p:cNvSpPr/>
            <p:nvPr/>
          </p:nvSpPr>
          <p:spPr>
            <a:xfrm rot="2839385">
              <a:off x="4053649" y="3410027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6" name="Arc 265">
              <a:extLst>
                <a:ext uri="{FF2B5EF4-FFF2-40B4-BE49-F238E27FC236}">
                  <a16:creationId xmlns:a16="http://schemas.microsoft.com/office/drawing/2014/main" id="{50F8E453-1554-1529-1550-ED15A424D099}"/>
                </a:ext>
              </a:extLst>
            </p:cNvPr>
            <p:cNvSpPr/>
            <p:nvPr/>
          </p:nvSpPr>
          <p:spPr>
            <a:xfrm rot="2839385">
              <a:off x="4204935" y="361316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7" name="Arc 266">
              <a:extLst>
                <a:ext uri="{FF2B5EF4-FFF2-40B4-BE49-F238E27FC236}">
                  <a16:creationId xmlns:a16="http://schemas.microsoft.com/office/drawing/2014/main" id="{C3031E6F-F938-67BF-C0FB-5DD63B7E8A2E}"/>
                </a:ext>
              </a:extLst>
            </p:cNvPr>
            <p:cNvSpPr/>
            <p:nvPr/>
          </p:nvSpPr>
          <p:spPr>
            <a:xfrm rot="2839385">
              <a:off x="4369597" y="423525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8" name="Arc 267">
              <a:extLst>
                <a:ext uri="{FF2B5EF4-FFF2-40B4-BE49-F238E27FC236}">
                  <a16:creationId xmlns:a16="http://schemas.microsoft.com/office/drawing/2014/main" id="{DDCFAB15-A1BE-90BE-FA4F-7CE2DAAB44E0}"/>
                </a:ext>
              </a:extLst>
            </p:cNvPr>
            <p:cNvSpPr/>
            <p:nvPr/>
          </p:nvSpPr>
          <p:spPr>
            <a:xfrm rot="2839385">
              <a:off x="4305240" y="4743174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9" name="Arc 268">
              <a:extLst>
                <a:ext uri="{FF2B5EF4-FFF2-40B4-BE49-F238E27FC236}">
                  <a16:creationId xmlns:a16="http://schemas.microsoft.com/office/drawing/2014/main" id="{5C37728B-4953-994B-BFDF-B12E0629023E}"/>
                </a:ext>
              </a:extLst>
            </p:cNvPr>
            <p:cNvSpPr/>
            <p:nvPr/>
          </p:nvSpPr>
          <p:spPr>
            <a:xfrm rot="2839385">
              <a:off x="4458449" y="4563657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0" name="Arc 269">
              <a:extLst>
                <a:ext uri="{FF2B5EF4-FFF2-40B4-BE49-F238E27FC236}">
                  <a16:creationId xmlns:a16="http://schemas.microsoft.com/office/drawing/2014/main" id="{11C80512-6B24-4717-0680-162ED419E6AE}"/>
                </a:ext>
              </a:extLst>
            </p:cNvPr>
            <p:cNvSpPr/>
            <p:nvPr/>
          </p:nvSpPr>
          <p:spPr>
            <a:xfrm rot="2839385">
              <a:off x="4306411" y="391587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1" name="Arc 270">
              <a:extLst>
                <a:ext uri="{FF2B5EF4-FFF2-40B4-BE49-F238E27FC236}">
                  <a16:creationId xmlns:a16="http://schemas.microsoft.com/office/drawing/2014/main" id="{A5F52BE4-6FB6-0DE7-A804-D18299ECEF44}"/>
                </a:ext>
              </a:extLst>
            </p:cNvPr>
            <p:cNvSpPr/>
            <p:nvPr/>
          </p:nvSpPr>
          <p:spPr>
            <a:xfrm rot="2839385">
              <a:off x="4470714" y="503305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2" name="Arc 271">
              <a:extLst>
                <a:ext uri="{FF2B5EF4-FFF2-40B4-BE49-F238E27FC236}">
                  <a16:creationId xmlns:a16="http://schemas.microsoft.com/office/drawing/2014/main" id="{55DA2015-0AD4-5CB1-658F-053F6944D482}"/>
                </a:ext>
              </a:extLst>
            </p:cNvPr>
            <p:cNvSpPr/>
            <p:nvPr/>
          </p:nvSpPr>
          <p:spPr>
            <a:xfrm rot="2839385">
              <a:off x="4497347" y="546454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3" name="Arc 272">
              <a:extLst>
                <a:ext uri="{FF2B5EF4-FFF2-40B4-BE49-F238E27FC236}">
                  <a16:creationId xmlns:a16="http://schemas.microsoft.com/office/drawing/2014/main" id="{72988615-7DD1-CC3B-CDC5-EA1C5B704CC8}"/>
                </a:ext>
              </a:extLst>
            </p:cNvPr>
            <p:cNvSpPr/>
            <p:nvPr/>
          </p:nvSpPr>
          <p:spPr>
            <a:xfrm rot="2839385">
              <a:off x="4420001" y="575486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4" name="Arc 273">
              <a:extLst>
                <a:ext uri="{FF2B5EF4-FFF2-40B4-BE49-F238E27FC236}">
                  <a16:creationId xmlns:a16="http://schemas.microsoft.com/office/drawing/2014/main" id="{D6C019F9-8C7D-1C8B-DE42-2AC6034632D7}"/>
                </a:ext>
              </a:extLst>
            </p:cNvPr>
            <p:cNvSpPr/>
            <p:nvPr/>
          </p:nvSpPr>
          <p:spPr>
            <a:xfrm rot="4016574">
              <a:off x="4238397" y="606802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5" name="Arc 274">
              <a:extLst>
                <a:ext uri="{FF2B5EF4-FFF2-40B4-BE49-F238E27FC236}">
                  <a16:creationId xmlns:a16="http://schemas.microsoft.com/office/drawing/2014/main" id="{4763F70A-ACBC-02C1-3B58-E51524631815}"/>
                </a:ext>
              </a:extLst>
            </p:cNvPr>
            <p:cNvSpPr/>
            <p:nvPr/>
          </p:nvSpPr>
          <p:spPr>
            <a:xfrm rot="4016574">
              <a:off x="4491778" y="591581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" name="Arc 275">
              <a:extLst>
                <a:ext uri="{FF2B5EF4-FFF2-40B4-BE49-F238E27FC236}">
                  <a16:creationId xmlns:a16="http://schemas.microsoft.com/office/drawing/2014/main" id="{3EE500D8-04F3-CB15-5094-28124E097DCE}"/>
                </a:ext>
              </a:extLst>
            </p:cNvPr>
            <p:cNvSpPr/>
            <p:nvPr/>
          </p:nvSpPr>
          <p:spPr>
            <a:xfrm rot="4016574">
              <a:off x="4617996" y="605595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7" name="Arc 276">
              <a:extLst>
                <a:ext uri="{FF2B5EF4-FFF2-40B4-BE49-F238E27FC236}">
                  <a16:creationId xmlns:a16="http://schemas.microsoft.com/office/drawing/2014/main" id="{65D9B0DB-1FF4-602C-A0DB-902DD6C1DF58}"/>
                </a:ext>
              </a:extLst>
            </p:cNvPr>
            <p:cNvSpPr/>
            <p:nvPr/>
          </p:nvSpPr>
          <p:spPr>
            <a:xfrm rot="4016574">
              <a:off x="4643096" y="566176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8" name="Arc 277">
              <a:extLst>
                <a:ext uri="{FF2B5EF4-FFF2-40B4-BE49-F238E27FC236}">
                  <a16:creationId xmlns:a16="http://schemas.microsoft.com/office/drawing/2014/main" id="{9CBD30B8-08F7-560F-F257-DF7C40D24AA7}"/>
                </a:ext>
              </a:extLst>
            </p:cNvPr>
            <p:cNvSpPr/>
            <p:nvPr/>
          </p:nvSpPr>
          <p:spPr>
            <a:xfrm rot="4016574">
              <a:off x="4617995" y="5216134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9" name="Arc 278">
              <a:extLst>
                <a:ext uri="{FF2B5EF4-FFF2-40B4-BE49-F238E27FC236}">
                  <a16:creationId xmlns:a16="http://schemas.microsoft.com/office/drawing/2014/main" id="{752F3053-7ADC-5E41-7F3B-F953040877A2}"/>
                </a:ext>
              </a:extLst>
            </p:cNvPr>
            <p:cNvSpPr/>
            <p:nvPr/>
          </p:nvSpPr>
          <p:spPr>
            <a:xfrm rot="4016574">
              <a:off x="4708284" y="4937964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0" name="Arc 279">
              <a:extLst>
                <a:ext uri="{FF2B5EF4-FFF2-40B4-BE49-F238E27FC236}">
                  <a16:creationId xmlns:a16="http://schemas.microsoft.com/office/drawing/2014/main" id="{3993DBC1-8A86-D4BF-030A-AB445EEB6EBF}"/>
                </a:ext>
              </a:extLst>
            </p:cNvPr>
            <p:cNvSpPr/>
            <p:nvPr/>
          </p:nvSpPr>
          <p:spPr>
            <a:xfrm rot="4016574">
              <a:off x="4732688" y="465839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1" name="Arc 280">
              <a:extLst>
                <a:ext uri="{FF2B5EF4-FFF2-40B4-BE49-F238E27FC236}">
                  <a16:creationId xmlns:a16="http://schemas.microsoft.com/office/drawing/2014/main" id="{15D44F19-0156-1ABD-60EB-0B8CEC8AB36A}"/>
                </a:ext>
              </a:extLst>
            </p:cNvPr>
            <p:cNvSpPr/>
            <p:nvPr/>
          </p:nvSpPr>
          <p:spPr>
            <a:xfrm rot="2839385">
              <a:off x="4635623" y="434881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2" name="Arc 281">
              <a:extLst>
                <a:ext uri="{FF2B5EF4-FFF2-40B4-BE49-F238E27FC236}">
                  <a16:creationId xmlns:a16="http://schemas.microsoft.com/office/drawing/2014/main" id="{DFB800F2-7A63-B8FA-28CD-9F5C4F97803C}"/>
                </a:ext>
              </a:extLst>
            </p:cNvPr>
            <p:cNvSpPr/>
            <p:nvPr/>
          </p:nvSpPr>
          <p:spPr>
            <a:xfrm rot="2839385">
              <a:off x="4546244" y="408279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3" name="Arc 282">
              <a:extLst>
                <a:ext uri="{FF2B5EF4-FFF2-40B4-BE49-F238E27FC236}">
                  <a16:creationId xmlns:a16="http://schemas.microsoft.com/office/drawing/2014/main" id="{5913D8F1-2DE4-7E4A-3E52-8EB65347F628}"/>
                </a:ext>
              </a:extLst>
            </p:cNvPr>
            <p:cNvSpPr/>
            <p:nvPr/>
          </p:nvSpPr>
          <p:spPr>
            <a:xfrm rot="2839385">
              <a:off x="4458367" y="375278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4" name="Arc 283">
              <a:extLst>
                <a:ext uri="{FF2B5EF4-FFF2-40B4-BE49-F238E27FC236}">
                  <a16:creationId xmlns:a16="http://schemas.microsoft.com/office/drawing/2014/main" id="{4D662A1D-B142-F387-A5FE-99DFAED75AD7}"/>
                </a:ext>
              </a:extLst>
            </p:cNvPr>
            <p:cNvSpPr/>
            <p:nvPr/>
          </p:nvSpPr>
          <p:spPr>
            <a:xfrm rot="2839385">
              <a:off x="4333284" y="348696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5" name="Arc 284">
              <a:extLst>
                <a:ext uri="{FF2B5EF4-FFF2-40B4-BE49-F238E27FC236}">
                  <a16:creationId xmlns:a16="http://schemas.microsoft.com/office/drawing/2014/main" id="{321EA687-F077-E868-98B1-4F629C62884D}"/>
                </a:ext>
              </a:extLst>
            </p:cNvPr>
            <p:cNvSpPr/>
            <p:nvPr/>
          </p:nvSpPr>
          <p:spPr>
            <a:xfrm rot="2839385">
              <a:off x="4664763" y="365126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" name="Arc 285">
              <a:extLst>
                <a:ext uri="{FF2B5EF4-FFF2-40B4-BE49-F238E27FC236}">
                  <a16:creationId xmlns:a16="http://schemas.microsoft.com/office/drawing/2014/main" id="{AF08BF65-F1B0-8DFA-5222-921408A489EC}"/>
                </a:ext>
              </a:extLst>
            </p:cNvPr>
            <p:cNvSpPr/>
            <p:nvPr/>
          </p:nvSpPr>
          <p:spPr>
            <a:xfrm rot="2839385">
              <a:off x="4701249" y="3943949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7" name="Arc 286">
              <a:extLst>
                <a:ext uri="{FF2B5EF4-FFF2-40B4-BE49-F238E27FC236}">
                  <a16:creationId xmlns:a16="http://schemas.microsoft.com/office/drawing/2014/main" id="{0D2E3E52-69C9-4EC5-1FD8-1F1A96C3720F}"/>
                </a:ext>
              </a:extLst>
            </p:cNvPr>
            <p:cNvSpPr/>
            <p:nvPr/>
          </p:nvSpPr>
          <p:spPr>
            <a:xfrm rot="2839385">
              <a:off x="4830284" y="423648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8" name="Arc 287">
              <a:extLst>
                <a:ext uri="{FF2B5EF4-FFF2-40B4-BE49-F238E27FC236}">
                  <a16:creationId xmlns:a16="http://schemas.microsoft.com/office/drawing/2014/main" id="{4B3F67FD-0B8D-051C-0927-EA6E2F89582E}"/>
                </a:ext>
              </a:extLst>
            </p:cNvPr>
            <p:cNvSpPr/>
            <p:nvPr/>
          </p:nvSpPr>
          <p:spPr>
            <a:xfrm rot="2839385">
              <a:off x="4805342" y="352378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9" name="Arc 288">
              <a:extLst>
                <a:ext uri="{FF2B5EF4-FFF2-40B4-BE49-F238E27FC236}">
                  <a16:creationId xmlns:a16="http://schemas.microsoft.com/office/drawing/2014/main" id="{736B0548-B1B6-0C40-A144-C107A3FF5C71}"/>
                </a:ext>
              </a:extLst>
            </p:cNvPr>
            <p:cNvSpPr/>
            <p:nvPr/>
          </p:nvSpPr>
          <p:spPr>
            <a:xfrm rot="2839385">
              <a:off x="4909775" y="382747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0" name="Arc 289">
              <a:extLst>
                <a:ext uri="{FF2B5EF4-FFF2-40B4-BE49-F238E27FC236}">
                  <a16:creationId xmlns:a16="http://schemas.microsoft.com/office/drawing/2014/main" id="{881BFE27-BD97-EF0B-5444-5CBAE704FFD0}"/>
                </a:ext>
              </a:extLst>
            </p:cNvPr>
            <p:cNvSpPr/>
            <p:nvPr/>
          </p:nvSpPr>
          <p:spPr>
            <a:xfrm rot="2839385">
              <a:off x="4985602" y="4081499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1" name="Arc 290">
              <a:extLst>
                <a:ext uri="{FF2B5EF4-FFF2-40B4-BE49-F238E27FC236}">
                  <a16:creationId xmlns:a16="http://schemas.microsoft.com/office/drawing/2014/main" id="{AECC5555-0A9C-61FB-48C7-142A38FF6317}"/>
                </a:ext>
              </a:extLst>
            </p:cNvPr>
            <p:cNvSpPr/>
            <p:nvPr/>
          </p:nvSpPr>
          <p:spPr>
            <a:xfrm rot="2839385">
              <a:off x="4894479" y="450002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2" name="Arc 291">
              <a:extLst>
                <a:ext uri="{FF2B5EF4-FFF2-40B4-BE49-F238E27FC236}">
                  <a16:creationId xmlns:a16="http://schemas.microsoft.com/office/drawing/2014/main" id="{F35B1564-3BCA-1DF6-F3D9-E0E3F58EF38F}"/>
                </a:ext>
              </a:extLst>
            </p:cNvPr>
            <p:cNvSpPr/>
            <p:nvPr/>
          </p:nvSpPr>
          <p:spPr>
            <a:xfrm rot="2839385">
              <a:off x="5146984" y="390334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3" name="Arc 292">
              <a:extLst>
                <a:ext uri="{FF2B5EF4-FFF2-40B4-BE49-F238E27FC236}">
                  <a16:creationId xmlns:a16="http://schemas.microsoft.com/office/drawing/2014/main" id="{66C39ABC-A46B-7636-B2C9-42536F9431BA}"/>
                </a:ext>
              </a:extLst>
            </p:cNvPr>
            <p:cNvSpPr/>
            <p:nvPr/>
          </p:nvSpPr>
          <p:spPr>
            <a:xfrm rot="2839385">
              <a:off x="5071187" y="361064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4" name="Arc 293">
              <a:extLst>
                <a:ext uri="{FF2B5EF4-FFF2-40B4-BE49-F238E27FC236}">
                  <a16:creationId xmlns:a16="http://schemas.microsoft.com/office/drawing/2014/main" id="{A8C5ED7A-ACB6-2A6D-EE51-38597AC12113}"/>
                </a:ext>
              </a:extLst>
            </p:cNvPr>
            <p:cNvSpPr/>
            <p:nvPr/>
          </p:nvSpPr>
          <p:spPr>
            <a:xfrm rot="2839385">
              <a:off x="5236135" y="355891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5" name="Arc 294">
              <a:extLst>
                <a:ext uri="{FF2B5EF4-FFF2-40B4-BE49-F238E27FC236}">
                  <a16:creationId xmlns:a16="http://schemas.microsoft.com/office/drawing/2014/main" id="{A8DA0FB5-443B-3C18-BC38-1C95D52A00C4}"/>
                </a:ext>
              </a:extLst>
            </p:cNvPr>
            <p:cNvSpPr/>
            <p:nvPr/>
          </p:nvSpPr>
          <p:spPr>
            <a:xfrm rot="2839385">
              <a:off x="5308993" y="3813049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6" name="Arc 295">
              <a:extLst>
                <a:ext uri="{FF2B5EF4-FFF2-40B4-BE49-F238E27FC236}">
                  <a16:creationId xmlns:a16="http://schemas.microsoft.com/office/drawing/2014/main" id="{FFA5E7C3-E327-6C40-0945-8014949E01FF}"/>
                </a:ext>
              </a:extLst>
            </p:cNvPr>
            <p:cNvSpPr/>
            <p:nvPr/>
          </p:nvSpPr>
          <p:spPr>
            <a:xfrm rot="2839385">
              <a:off x="5068849" y="439677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7" name="Arc 296">
              <a:extLst>
                <a:ext uri="{FF2B5EF4-FFF2-40B4-BE49-F238E27FC236}">
                  <a16:creationId xmlns:a16="http://schemas.microsoft.com/office/drawing/2014/main" id="{9191CFD8-F1D9-AEC6-CD3F-C5679A6A013A}"/>
                </a:ext>
              </a:extLst>
            </p:cNvPr>
            <p:cNvSpPr/>
            <p:nvPr/>
          </p:nvSpPr>
          <p:spPr>
            <a:xfrm rot="2839385">
              <a:off x="5221559" y="4205807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8" name="Arc 297">
              <a:extLst>
                <a:ext uri="{FF2B5EF4-FFF2-40B4-BE49-F238E27FC236}">
                  <a16:creationId xmlns:a16="http://schemas.microsoft.com/office/drawing/2014/main" id="{6BBCC823-CE55-B006-6C33-70439D281C07}"/>
                </a:ext>
              </a:extLst>
            </p:cNvPr>
            <p:cNvSpPr/>
            <p:nvPr/>
          </p:nvSpPr>
          <p:spPr>
            <a:xfrm rot="2839385">
              <a:off x="5387232" y="4102917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9" name="Arc 298">
              <a:extLst>
                <a:ext uri="{FF2B5EF4-FFF2-40B4-BE49-F238E27FC236}">
                  <a16:creationId xmlns:a16="http://schemas.microsoft.com/office/drawing/2014/main" id="{69F96FB2-28CF-17B3-6B5A-4ECE796CF019}"/>
                </a:ext>
              </a:extLst>
            </p:cNvPr>
            <p:cNvSpPr/>
            <p:nvPr/>
          </p:nvSpPr>
          <p:spPr>
            <a:xfrm rot="2839385">
              <a:off x="5260529" y="447087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0" name="Arc 299">
              <a:extLst>
                <a:ext uri="{FF2B5EF4-FFF2-40B4-BE49-F238E27FC236}">
                  <a16:creationId xmlns:a16="http://schemas.microsoft.com/office/drawing/2014/main" id="{2B91E100-BE3E-48AE-6D3E-5AB15121642C}"/>
                </a:ext>
              </a:extLst>
            </p:cNvPr>
            <p:cNvSpPr/>
            <p:nvPr/>
          </p:nvSpPr>
          <p:spPr>
            <a:xfrm rot="2839385">
              <a:off x="5096202" y="4688337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1" name="Arc 300">
              <a:extLst>
                <a:ext uri="{FF2B5EF4-FFF2-40B4-BE49-F238E27FC236}">
                  <a16:creationId xmlns:a16="http://schemas.microsoft.com/office/drawing/2014/main" id="{F7444AEE-4A50-C8ED-8739-F3B5EFE6C5A2}"/>
                </a:ext>
              </a:extLst>
            </p:cNvPr>
            <p:cNvSpPr/>
            <p:nvPr/>
          </p:nvSpPr>
          <p:spPr>
            <a:xfrm rot="2839385">
              <a:off x="4932782" y="476472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2" name="Arc 301">
              <a:extLst>
                <a:ext uri="{FF2B5EF4-FFF2-40B4-BE49-F238E27FC236}">
                  <a16:creationId xmlns:a16="http://schemas.microsoft.com/office/drawing/2014/main" id="{CC37D29B-645A-A52A-E559-849A8F450D66}"/>
                </a:ext>
              </a:extLst>
            </p:cNvPr>
            <p:cNvSpPr/>
            <p:nvPr/>
          </p:nvSpPr>
          <p:spPr>
            <a:xfrm rot="2839385">
              <a:off x="5440452" y="3697879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3" name="Arc 302">
              <a:extLst>
                <a:ext uri="{FF2B5EF4-FFF2-40B4-BE49-F238E27FC236}">
                  <a16:creationId xmlns:a16="http://schemas.microsoft.com/office/drawing/2014/main" id="{A01C30E5-283D-A381-7E18-B993C61833AA}"/>
                </a:ext>
              </a:extLst>
            </p:cNvPr>
            <p:cNvSpPr/>
            <p:nvPr/>
          </p:nvSpPr>
          <p:spPr>
            <a:xfrm rot="2839385">
              <a:off x="5529022" y="399117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4" name="Arc 303">
              <a:extLst>
                <a:ext uri="{FF2B5EF4-FFF2-40B4-BE49-F238E27FC236}">
                  <a16:creationId xmlns:a16="http://schemas.microsoft.com/office/drawing/2014/main" id="{54696F78-9208-3E84-3052-36EFD98FA106}"/>
                </a:ext>
              </a:extLst>
            </p:cNvPr>
            <p:cNvSpPr/>
            <p:nvPr/>
          </p:nvSpPr>
          <p:spPr>
            <a:xfrm rot="2839385">
              <a:off x="5666873" y="386277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5" name="Arc 304">
              <a:extLst>
                <a:ext uri="{FF2B5EF4-FFF2-40B4-BE49-F238E27FC236}">
                  <a16:creationId xmlns:a16="http://schemas.microsoft.com/office/drawing/2014/main" id="{0257C6BC-BFB2-326B-B74D-A2EE2D41C519}"/>
                </a:ext>
              </a:extLst>
            </p:cNvPr>
            <p:cNvSpPr/>
            <p:nvPr/>
          </p:nvSpPr>
          <p:spPr>
            <a:xfrm rot="2839385">
              <a:off x="5463081" y="4374359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6" name="Arc 305">
              <a:extLst>
                <a:ext uri="{FF2B5EF4-FFF2-40B4-BE49-F238E27FC236}">
                  <a16:creationId xmlns:a16="http://schemas.microsoft.com/office/drawing/2014/main" id="{120296C2-2E83-CE5D-7B61-D80B80F75ED6}"/>
                </a:ext>
              </a:extLst>
            </p:cNvPr>
            <p:cNvSpPr/>
            <p:nvPr/>
          </p:nvSpPr>
          <p:spPr>
            <a:xfrm rot="2839385">
              <a:off x="5640695" y="423525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7" name="Arc 306">
              <a:extLst>
                <a:ext uri="{FF2B5EF4-FFF2-40B4-BE49-F238E27FC236}">
                  <a16:creationId xmlns:a16="http://schemas.microsoft.com/office/drawing/2014/main" id="{6469E354-978A-20FE-6BFA-D490F68F2884}"/>
                </a:ext>
              </a:extLst>
            </p:cNvPr>
            <p:cNvSpPr/>
            <p:nvPr/>
          </p:nvSpPr>
          <p:spPr>
            <a:xfrm rot="2839385">
              <a:off x="5361411" y="473089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8" name="Arc 307">
              <a:extLst>
                <a:ext uri="{FF2B5EF4-FFF2-40B4-BE49-F238E27FC236}">
                  <a16:creationId xmlns:a16="http://schemas.microsoft.com/office/drawing/2014/main" id="{0C30D918-31A6-9209-5AE5-5632D7B4DFBE}"/>
                </a:ext>
              </a:extLst>
            </p:cNvPr>
            <p:cNvSpPr/>
            <p:nvPr/>
          </p:nvSpPr>
          <p:spPr>
            <a:xfrm rot="2839385">
              <a:off x="5743449" y="450327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9" name="Arc 308">
              <a:extLst>
                <a:ext uri="{FF2B5EF4-FFF2-40B4-BE49-F238E27FC236}">
                  <a16:creationId xmlns:a16="http://schemas.microsoft.com/office/drawing/2014/main" id="{41A5277B-B5DF-FB4E-47B0-6B4A206B06D6}"/>
                </a:ext>
              </a:extLst>
            </p:cNvPr>
            <p:cNvSpPr/>
            <p:nvPr/>
          </p:nvSpPr>
          <p:spPr>
            <a:xfrm rot="2839385">
              <a:off x="5794322" y="409614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0" name="Arc 309">
              <a:extLst>
                <a:ext uri="{FF2B5EF4-FFF2-40B4-BE49-F238E27FC236}">
                  <a16:creationId xmlns:a16="http://schemas.microsoft.com/office/drawing/2014/main" id="{8DA27EF2-002D-68DD-E3C6-595F71592736}"/>
                </a:ext>
              </a:extLst>
            </p:cNvPr>
            <p:cNvSpPr/>
            <p:nvPr/>
          </p:nvSpPr>
          <p:spPr>
            <a:xfrm rot="2839385">
              <a:off x="6024466" y="4134769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1" name="Arc 310">
              <a:extLst>
                <a:ext uri="{FF2B5EF4-FFF2-40B4-BE49-F238E27FC236}">
                  <a16:creationId xmlns:a16="http://schemas.microsoft.com/office/drawing/2014/main" id="{17590255-9A7F-DD77-3B15-1750B46E6CA6}"/>
                </a:ext>
              </a:extLst>
            </p:cNvPr>
            <p:cNvSpPr/>
            <p:nvPr/>
          </p:nvSpPr>
          <p:spPr>
            <a:xfrm rot="2839385">
              <a:off x="5959500" y="441312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2" name="Arc 311">
              <a:extLst>
                <a:ext uri="{FF2B5EF4-FFF2-40B4-BE49-F238E27FC236}">
                  <a16:creationId xmlns:a16="http://schemas.microsoft.com/office/drawing/2014/main" id="{5C706593-0052-C721-7C82-9E3F33AA48A1}"/>
                </a:ext>
              </a:extLst>
            </p:cNvPr>
            <p:cNvSpPr/>
            <p:nvPr/>
          </p:nvSpPr>
          <p:spPr>
            <a:xfrm rot="2839385">
              <a:off x="6138064" y="436309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3" name="Arc 312">
              <a:extLst>
                <a:ext uri="{FF2B5EF4-FFF2-40B4-BE49-F238E27FC236}">
                  <a16:creationId xmlns:a16="http://schemas.microsoft.com/office/drawing/2014/main" id="{D13E3FA7-5263-B0B1-ECE9-3ABEED010CB8}"/>
                </a:ext>
              </a:extLst>
            </p:cNvPr>
            <p:cNvSpPr/>
            <p:nvPr/>
          </p:nvSpPr>
          <p:spPr>
            <a:xfrm rot="2839385">
              <a:off x="6251723" y="453796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4" name="Arc 313">
              <a:extLst>
                <a:ext uri="{FF2B5EF4-FFF2-40B4-BE49-F238E27FC236}">
                  <a16:creationId xmlns:a16="http://schemas.microsoft.com/office/drawing/2014/main" id="{93ADD23B-6B0A-E9F1-0DF7-3ACA50C49699}"/>
                </a:ext>
              </a:extLst>
            </p:cNvPr>
            <p:cNvSpPr/>
            <p:nvPr/>
          </p:nvSpPr>
          <p:spPr>
            <a:xfrm rot="2839385">
              <a:off x="6111966" y="4613764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5" name="Arc 314">
              <a:extLst>
                <a:ext uri="{FF2B5EF4-FFF2-40B4-BE49-F238E27FC236}">
                  <a16:creationId xmlns:a16="http://schemas.microsoft.com/office/drawing/2014/main" id="{FA9E15CB-E9B5-1626-2E28-9036DAD8EA47}"/>
                </a:ext>
              </a:extLst>
            </p:cNvPr>
            <p:cNvSpPr/>
            <p:nvPr/>
          </p:nvSpPr>
          <p:spPr>
            <a:xfrm rot="2839385">
              <a:off x="5885650" y="470333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6" name="Arc 315">
              <a:extLst>
                <a:ext uri="{FF2B5EF4-FFF2-40B4-BE49-F238E27FC236}">
                  <a16:creationId xmlns:a16="http://schemas.microsoft.com/office/drawing/2014/main" id="{369AAE45-ABCB-8992-F44A-B0A572102102}"/>
                </a:ext>
              </a:extLst>
            </p:cNvPr>
            <p:cNvSpPr/>
            <p:nvPr/>
          </p:nvSpPr>
          <p:spPr>
            <a:xfrm rot="2839385">
              <a:off x="5542654" y="464058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7" name="Arc 316">
              <a:extLst>
                <a:ext uri="{FF2B5EF4-FFF2-40B4-BE49-F238E27FC236}">
                  <a16:creationId xmlns:a16="http://schemas.microsoft.com/office/drawing/2014/main" id="{C099AB9E-DAF2-F75B-C315-F0CE9D1C0E06}"/>
                </a:ext>
              </a:extLst>
            </p:cNvPr>
            <p:cNvSpPr/>
            <p:nvPr/>
          </p:nvSpPr>
          <p:spPr>
            <a:xfrm rot="2839385">
              <a:off x="5681857" y="484435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8" name="Arc 317">
              <a:extLst>
                <a:ext uri="{FF2B5EF4-FFF2-40B4-BE49-F238E27FC236}">
                  <a16:creationId xmlns:a16="http://schemas.microsoft.com/office/drawing/2014/main" id="{E9E4A444-8BFB-BA23-CB5D-CAD46EBF67F1}"/>
                </a:ext>
              </a:extLst>
            </p:cNvPr>
            <p:cNvSpPr/>
            <p:nvPr/>
          </p:nvSpPr>
          <p:spPr>
            <a:xfrm rot="2839385">
              <a:off x="5478431" y="493345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9" name="Arc 318">
              <a:extLst>
                <a:ext uri="{FF2B5EF4-FFF2-40B4-BE49-F238E27FC236}">
                  <a16:creationId xmlns:a16="http://schemas.microsoft.com/office/drawing/2014/main" id="{2B2F3EE9-E847-861B-8786-664D94272390}"/>
                </a:ext>
              </a:extLst>
            </p:cNvPr>
            <p:cNvSpPr/>
            <p:nvPr/>
          </p:nvSpPr>
          <p:spPr>
            <a:xfrm rot="2839385">
              <a:off x="5237339" y="490770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0" name="Arc 319">
              <a:extLst>
                <a:ext uri="{FF2B5EF4-FFF2-40B4-BE49-F238E27FC236}">
                  <a16:creationId xmlns:a16="http://schemas.microsoft.com/office/drawing/2014/main" id="{4221943E-4A2C-1771-5954-94D2E30D8C2A}"/>
                </a:ext>
              </a:extLst>
            </p:cNvPr>
            <p:cNvSpPr/>
            <p:nvPr/>
          </p:nvSpPr>
          <p:spPr>
            <a:xfrm rot="2839385">
              <a:off x="5009140" y="500795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1" name="Arc 320">
              <a:extLst>
                <a:ext uri="{FF2B5EF4-FFF2-40B4-BE49-F238E27FC236}">
                  <a16:creationId xmlns:a16="http://schemas.microsoft.com/office/drawing/2014/main" id="{3BB5C46B-BF59-BF87-E1DE-2C7FB2CA337E}"/>
                </a:ext>
              </a:extLst>
            </p:cNvPr>
            <p:cNvSpPr/>
            <p:nvPr/>
          </p:nvSpPr>
          <p:spPr>
            <a:xfrm rot="2839385">
              <a:off x="4830895" y="5211247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2" name="Arc 321">
              <a:extLst>
                <a:ext uri="{FF2B5EF4-FFF2-40B4-BE49-F238E27FC236}">
                  <a16:creationId xmlns:a16="http://schemas.microsoft.com/office/drawing/2014/main" id="{7B929D6C-35E7-0506-71E4-B573BB2F8E73}"/>
                </a:ext>
              </a:extLst>
            </p:cNvPr>
            <p:cNvSpPr/>
            <p:nvPr/>
          </p:nvSpPr>
          <p:spPr>
            <a:xfrm rot="2839385">
              <a:off x="5098520" y="519871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3" name="Arc 322">
              <a:extLst>
                <a:ext uri="{FF2B5EF4-FFF2-40B4-BE49-F238E27FC236}">
                  <a16:creationId xmlns:a16="http://schemas.microsoft.com/office/drawing/2014/main" id="{5172CFB3-ACDC-222F-4A3B-20A0AAF4A240}"/>
                </a:ext>
              </a:extLst>
            </p:cNvPr>
            <p:cNvSpPr/>
            <p:nvPr/>
          </p:nvSpPr>
          <p:spPr>
            <a:xfrm rot="2839385">
              <a:off x="5352625" y="512232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4" name="Arc 323">
              <a:extLst>
                <a:ext uri="{FF2B5EF4-FFF2-40B4-BE49-F238E27FC236}">
                  <a16:creationId xmlns:a16="http://schemas.microsoft.com/office/drawing/2014/main" id="{C49E5FDE-222D-49F0-F512-806DDE863F7C}"/>
                </a:ext>
              </a:extLst>
            </p:cNvPr>
            <p:cNvSpPr/>
            <p:nvPr/>
          </p:nvSpPr>
          <p:spPr>
            <a:xfrm rot="2839385">
              <a:off x="5200258" y="540132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Arc 324">
              <a:extLst>
                <a:ext uri="{FF2B5EF4-FFF2-40B4-BE49-F238E27FC236}">
                  <a16:creationId xmlns:a16="http://schemas.microsoft.com/office/drawing/2014/main" id="{A851A97E-B476-32DB-B1E4-B95EAD761D74}"/>
                </a:ext>
              </a:extLst>
            </p:cNvPr>
            <p:cNvSpPr/>
            <p:nvPr/>
          </p:nvSpPr>
          <p:spPr>
            <a:xfrm rot="2839385">
              <a:off x="5403958" y="533788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6" name="Arc 325">
              <a:extLst>
                <a:ext uri="{FF2B5EF4-FFF2-40B4-BE49-F238E27FC236}">
                  <a16:creationId xmlns:a16="http://schemas.microsoft.com/office/drawing/2014/main" id="{A8C18502-3A24-AC1A-8F14-18B3113FC07D}"/>
                </a:ext>
              </a:extLst>
            </p:cNvPr>
            <p:cNvSpPr/>
            <p:nvPr/>
          </p:nvSpPr>
          <p:spPr>
            <a:xfrm rot="2839385">
              <a:off x="5569207" y="512232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7" name="Arc 326">
              <a:extLst>
                <a:ext uri="{FF2B5EF4-FFF2-40B4-BE49-F238E27FC236}">
                  <a16:creationId xmlns:a16="http://schemas.microsoft.com/office/drawing/2014/main" id="{CCBE27A4-21D5-6F3B-E316-F689F0CAB369}"/>
                </a:ext>
              </a:extLst>
            </p:cNvPr>
            <p:cNvSpPr/>
            <p:nvPr/>
          </p:nvSpPr>
          <p:spPr>
            <a:xfrm rot="2839385">
              <a:off x="5812752" y="505813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8" name="Arc 327">
              <a:extLst>
                <a:ext uri="{FF2B5EF4-FFF2-40B4-BE49-F238E27FC236}">
                  <a16:creationId xmlns:a16="http://schemas.microsoft.com/office/drawing/2014/main" id="{12EB1CDB-0F07-5A27-8B15-C732B0078C7D}"/>
                </a:ext>
              </a:extLst>
            </p:cNvPr>
            <p:cNvSpPr/>
            <p:nvPr/>
          </p:nvSpPr>
          <p:spPr>
            <a:xfrm rot="2839385">
              <a:off x="5675007" y="532486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9" name="Arc 328">
              <a:extLst>
                <a:ext uri="{FF2B5EF4-FFF2-40B4-BE49-F238E27FC236}">
                  <a16:creationId xmlns:a16="http://schemas.microsoft.com/office/drawing/2014/main" id="{2C740431-3D93-B2A6-A172-398495FAE225}"/>
                </a:ext>
              </a:extLst>
            </p:cNvPr>
            <p:cNvSpPr/>
            <p:nvPr/>
          </p:nvSpPr>
          <p:spPr>
            <a:xfrm rot="2839385">
              <a:off x="5878522" y="5312957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0" name="Arc 329">
              <a:extLst>
                <a:ext uri="{FF2B5EF4-FFF2-40B4-BE49-F238E27FC236}">
                  <a16:creationId xmlns:a16="http://schemas.microsoft.com/office/drawing/2014/main" id="{52542C67-E059-08D8-10A4-400FF2500D01}"/>
                </a:ext>
              </a:extLst>
            </p:cNvPr>
            <p:cNvSpPr/>
            <p:nvPr/>
          </p:nvSpPr>
          <p:spPr>
            <a:xfrm rot="2839385">
              <a:off x="5990636" y="4968467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1" name="Arc 330">
              <a:extLst>
                <a:ext uri="{FF2B5EF4-FFF2-40B4-BE49-F238E27FC236}">
                  <a16:creationId xmlns:a16="http://schemas.microsoft.com/office/drawing/2014/main" id="{FFB01C1A-11D8-FADF-3102-F9A5694E7439}"/>
                </a:ext>
              </a:extLst>
            </p:cNvPr>
            <p:cNvSpPr/>
            <p:nvPr/>
          </p:nvSpPr>
          <p:spPr>
            <a:xfrm rot="2839385">
              <a:off x="6181567" y="487936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2" name="Arc 331">
              <a:extLst>
                <a:ext uri="{FF2B5EF4-FFF2-40B4-BE49-F238E27FC236}">
                  <a16:creationId xmlns:a16="http://schemas.microsoft.com/office/drawing/2014/main" id="{C852773A-A256-C7A2-C17B-36828CE93D8D}"/>
                </a:ext>
              </a:extLst>
            </p:cNvPr>
            <p:cNvSpPr/>
            <p:nvPr/>
          </p:nvSpPr>
          <p:spPr>
            <a:xfrm rot="2839385">
              <a:off x="6142581" y="519674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3" name="Arc 332">
              <a:extLst>
                <a:ext uri="{FF2B5EF4-FFF2-40B4-BE49-F238E27FC236}">
                  <a16:creationId xmlns:a16="http://schemas.microsoft.com/office/drawing/2014/main" id="{A89DA830-11C6-2EA6-397D-5AE60878F6BE}"/>
                </a:ext>
              </a:extLst>
            </p:cNvPr>
            <p:cNvSpPr/>
            <p:nvPr/>
          </p:nvSpPr>
          <p:spPr>
            <a:xfrm rot="2839385">
              <a:off x="6054125" y="543921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4" name="Arc 333">
              <a:extLst>
                <a:ext uri="{FF2B5EF4-FFF2-40B4-BE49-F238E27FC236}">
                  <a16:creationId xmlns:a16="http://schemas.microsoft.com/office/drawing/2014/main" id="{A96AF0BC-F718-5834-8EE7-FA925E909FD5}"/>
                </a:ext>
              </a:extLst>
            </p:cNvPr>
            <p:cNvSpPr/>
            <p:nvPr/>
          </p:nvSpPr>
          <p:spPr>
            <a:xfrm rot="2839385">
              <a:off x="6320048" y="495579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5" name="Arc 334">
              <a:extLst>
                <a:ext uri="{FF2B5EF4-FFF2-40B4-BE49-F238E27FC236}">
                  <a16:creationId xmlns:a16="http://schemas.microsoft.com/office/drawing/2014/main" id="{35011CD5-0B15-0D43-7D2C-2B217CFD8D5A}"/>
                </a:ext>
              </a:extLst>
            </p:cNvPr>
            <p:cNvSpPr/>
            <p:nvPr/>
          </p:nvSpPr>
          <p:spPr>
            <a:xfrm rot="4016574">
              <a:off x="4771302" y="587844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6" name="Arc 335">
              <a:extLst>
                <a:ext uri="{FF2B5EF4-FFF2-40B4-BE49-F238E27FC236}">
                  <a16:creationId xmlns:a16="http://schemas.microsoft.com/office/drawing/2014/main" id="{D408739B-A4D5-7FCE-2784-596A2D02265A}"/>
                </a:ext>
              </a:extLst>
            </p:cNvPr>
            <p:cNvSpPr/>
            <p:nvPr/>
          </p:nvSpPr>
          <p:spPr>
            <a:xfrm rot="4016574">
              <a:off x="4746798" y="543312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7" name="Arc 336">
              <a:extLst>
                <a:ext uri="{FF2B5EF4-FFF2-40B4-BE49-F238E27FC236}">
                  <a16:creationId xmlns:a16="http://schemas.microsoft.com/office/drawing/2014/main" id="{110FF137-890A-CC0E-F429-7D64067E2679}"/>
                </a:ext>
              </a:extLst>
            </p:cNvPr>
            <p:cNvSpPr/>
            <p:nvPr/>
          </p:nvSpPr>
          <p:spPr>
            <a:xfrm rot="4016574">
              <a:off x="4910763" y="558553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8" name="Arc 337">
              <a:extLst>
                <a:ext uri="{FF2B5EF4-FFF2-40B4-BE49-F238E27FC236}">
                  <a16:creationId xmlns:a16="http://schemas.microsoft.com/office/drawing/2014/main" id="{92A94075-5EF6-119F-59F5-CB4C0D8B87AA}"/>
                </a:ext>
              </a:extLst>
            </p:cNvPr>
            <p:cNvSpPr/>
            <p:nvPr/>
          </p:nvSpPr>
          <p:spPr>
            <a:xfrm rot="4016574">
              <a:off x="4999607" y="537026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9" name="Arc 338">
              <a:extLst>
                <a:ext uri="{FF2B5EF4-FFF2-40B4-BE49-F238E27FC236}">
                  <a16:creationId xmlns:a16="http://schemas.microsoft.com/office/drawing/2014/main" id="{AD820763-4536-46B6-D4D6-3AF17DE342B8}"/>
                </a:ext>
              </a:extLst>
            </p:cNvPr>
            <p:cNvSpPr/>
            <p:nvPr/>
          </p:nvSpPr>
          <p:spPr>
            <a:xfrm rot="4016574">
              <a:off x="4998248" y="5789220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0" name="Arc 339">
              <a:extLst>
                <a:ext uri="{FF2B5EF4-FFF2-40B4-BE49-F238E27FC236}">
                  <a16:creationId xmlns:a16="http://schemas.microsoft.com/office/drawing/2014/main" id="{E292705C-6033-8EB9-B7C3-8092D9068184}"/>
                </a:ext>
              </a:extLst>
            </p:cNvPr>
            <p:cNvSpPr/>
            <p:nvPr/>
          </p:nvSpPr>
          <p:spPr>
            <a:xfrm rot="4016574">
              <a:off x="4895612" y="602071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1" name="Arc 340">
              <a:extLst>
                <a:ext uri="{FF2B5EF4-FFF2-40B4-BE49-F238E27FC236}">
                  <a16:creationId xmlns:a16="http://schemas.microsoft.com/office/drawing/2014/main" id="{BF3B3E77-17A3-821B-D8BA-400E381B2052}"/>
                </a:ext>
              </a:extLst>
            </p:cNvPr>
            <p:cNvSpPr/>
            <p:nvPr/>
          </p:nvSpPr>
          <p:spPr>
            <a:xfrm rot="4016574">
              <a:off x="5136719" y="589389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2" name="Arc 341">
              <a:extLst>
                <a:ext uri="{FF2B5EF4-FFF2-40B4-BE49-F238E27FC236}">
                  <a16:creationId xmlns:a16="http://schemas.microsoft.com/office/drawing/2014/main" id="{57D5E1D8-8365-01AD-3B53-23A6087D0F13}"/>
                </a:ext>
              </a:extLst>
            </p:cNvPr>
            <p:cNvSpPr/>
            <p:nvPr/>
          </p:nvSpPr>
          <p:spPr>
            <a:xfrm rot="4016574">
              <a:off x="5188081" y="5589222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3" name="Arc 342">
              <a:extLst>
                <a:ext uri="{FF2B5EF4-FFF2-40B4-BE49-F238E27FC236}">
                  <a16:creationId xmlns:a16="http://schemas.microsoft.com/office/drawing/2014/main" id="{FA8E6964-9988-60DF-7E0D-686BBFD14F9E}"/>
                </a:ext>
              </a:extLst>
            </p:cNvPr>
            <p:cNvSpPr/>
            <p:nvPr/>
          </p:nvSpPr>
          <p:spPr>
            <a:xfrm rot="4016574">
              <a:off x="5314468" y="5754688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4" name="Arc 343">
              <a:extLst>
                <a:ext uri="{FF2B5EF4-FFF2-40B4-BE49-F238E27FC236}">
                  <a16:creationId xmlns:a16="http://schemas.microsoft.com/office/drawing/2014/main" id="{4C84110E-011F-6895-9170-3B9FA4C3A735}"/>
                </a:ext>
              </a:extLst>
            </p:cNvPr>
            <p:cNvSpPr/>
            <p:nvPr/>
          </p:nvSpPr>
          <p:spPr>
            <a:xfrm rot="4016574">
              <a:off x="5517970" y="5740184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5" name="Arc 344">
              <a:extLst>
                <a:ext uri="{FF2B5EF4-FFF2-40B4-BE49-F238E27FC236}">
                  <a16:creationId xmlns:a16="http://schemas.microsoft.com/office/drawing/2014/main" id="{4A8E4879-B40C-18A0-8A1F-D6C9B2D137DA}"/>
                </a:ext>
              </a:extLst>
            </p:cNvPr>
            <p:cNvSpPr/>
            <p:nvPr/>
          </p:nvSpPr>
          <p:spPr>
            <a:xfrm rot="4016574">
              <a:off x="5543088" y="5485954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6" name="Arc 345">
              <a:extLst>
                <a:ext uri="{FF2B5EF4-FFF2-40B4-BE49-F238E27FC236}">
                  <a16:creationId xmlns:a16="http://schemas.microsoft.com/office/drawing/2014/main" id="{BAC47BB7-93E2-4E5B-B8A0-0EA29BAA524C}"/>
                </a:ext>
              </a:extLst>
            </p:cNvPr>
            <p:cNvSpPr/>
            <p:nvPr/>
          </p:nvSpPr>
          <p:spPr>
            <a:xfrm rot="4016574">
              <a:off x="5758940" y="5513666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7" name="Arc 346">
              <a:extLst>
                <a:ext uri="{FF2B5EF4-FFF2-40B4-BE49-F238E27FC236}">
                  <a16:creationId xmlns:a16="http://schemas.microsoft.com/office/drawing/2014/main" id="{AD987CCC-979B-9171-01B9-9FA2683BA8CF}"/>
                </a:ext>
              </a:extLst>
            </p:cNvPr>
            <p:cNvSpPr/>
            <p:nvPr/>
          </p:nvSpPr>
          <p:spPr>
            <a:xfrm rot="4016574">
              <a:off x="5644760" y="5779531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8" name="Arc 347">
              <a:extLst>
                <a:ext uri="{FF2B5EF4-FFF2-40B4-BE49-F238E27FC236}">
                  <a16:creationId xmlns:a16="http://schemas.microsoft.com/office/drawing/2014/main" id="{C75D01A0-0661-F514-24EE-7F854E909437}"/>
                </a:ext>
              </a:extLst>
            </p:cNvPr>
            <p:cNvSpPr/>
            <p:nvPr/>
          </p:nvSpPr>
          <p:spPr>
            <a:xfrm rot="4016574">
              <a:off x="5898725" y="5601139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37A61F37-8E40-335E-E714-CF741F912F59}"/>
                </a:ext>
              </a:extLst>
            </p:cNvPr>
            <p:cNvSpPr/>
            <p:nvPr/>
          </p:nvSpPr>
          <p:spPr>
            <a:xfrm>
              <a:off x="2595778" y="4647158"/>
              <a:ext cx="397732" cy="705318"/>
            </a:xfrm>
            <a:custGeom>
              <a:avLst/>
              <a:gdLst>
                <a:gd name="connsiteX0" fmla="*/ 358940 w 397732"/>
                <a:gd name="connsiteY0" fmla="*/ 0 h 705318"/>
                <a:gd name="connsiteX1" fmla="*/ 361803 w 397732"/>
                <a:gd name="connsiteY1" fmla="*/ 7848 h 705318"/>
                <a:gd name="connsiteX2" fmla="*/ 397732 w 397732"/>
                <a:gd name="connsiteY2" fmla="*/ 272594 h 705318"/>
                <a:gd name="connsiteX3" fmla="*/ 319650 w 397732"/>
                <a:gd name="connsiteY3" fmla="*/ 652874 h 705318"/>
                <a:gd name="connsiteX4" fmla="*/ 291786 w 397732"/>
                <a:gd name="connsiteY4" fmla="*/ 703115 h 705318"/>
                <a:gd name="connsiteX5" fmla="*/ 219944 w 397732"/>
                <a:gd name="connsiteY5" fmla="*/ 705318 h 705318"/>
                <a:gd name="connsiteX6" fmla="*/ 5801 w 397732"/>
                <a:gd name="connsiteY6" fmla="*/ 525127 h 705318"/>
                <a:gd name="connsiteX7" fmla="*/ 56600 w 397732"/>
                <a:gd name="connsiteY7" fmla="*/ 347327 h 705318"/>
                <a:gd name="connsiteX8" fmla="*/ 353382 w 397732"/>
                <a:gd name="connsiteY8" fmla="*/ 9484 h 705318"/>
                <a:gd name="connsiteX9" fmla="*/ 358940 w 397732"/>
                <a:gd name="connsiteY9" fmla="*/ 0 h 705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732" h="705318">
                  <a:moveTo>
                    <a:pt x="358940" y="0"/>
                  </a:moveTo>
                  <a:lnTo>
                    <a:pt x="361803" y="7848"/>
                  </a:lnTo>
                  <a:cubicBezTo>
                    <a:pt x="384939" y="89220"/>
                    <a:pt x="397732" y="178685"/>
                    <a:pt x="397732" y="272594"/>
                  </a:cubicBezTo>
                  <a:cubicBezTo>
                    <a:pt x="397732" y="413458"/>
                    <a:pt x="368947" y="544321"/>
                    <a:pt x="319650" y="652874"/>
                  </a:cubicBezTo>
                  <a:lnTo>
                    <a:pt x="291786" y="703115"/>
                  </a:lnTo>
                  <a:lnTo>
                    <a:pt x="219944" y="705318"/>
                  </a:lnTo>
                  <a:cubicBezTo>
                    <a:pt x="57802" y="696801"/>
                    <a:pt x="28026" y="595506"/>
                    <a:pt x="5801" y="525127"/>
                  </a:cubicBezTo>
                  <a:cubicBezTo>
                    <a:pt x="-19599" y="444694"/>
                    <a:pt x="46017" y="436227"/>
                    <a:pt x="56600" y="347327"/>
                  </a:cubicBezTo>
                  <a:cubicBezTo>
                    <a:pt x="-136968" y="-195306"/>
                    <a:pt x="262570" y="99566"/>
                    <a:pt x="353382" y="9484"/>
                  </a:cubicBezTo>
                  <a:lnTo>
                    <a:pt x="35894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0" name="Arc 349">
              <a:extLst>
                <a:ext uri="{FF2B5EF4-FFF2-40B4-BE49-F238E27FC236}">
                  <a16:creationId xmlns:a16="http://schemas.microsoft.com/office/drawing/2014/main" id="{A94E480D-2220-9349-9D74-FA1ADDBC8DC8}"/>
                </a:ext>
              </a:extLst>
            </p:cNvPr>
            <p:cNvSpPr/>
            <p:nvPr/>
          </p:nvSpPr>
          <p:spPr>
            <a:xfrm rot="2839385">
              <a:off x="4570096" y="3454855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1" name="Arc 350">
              <a:extLst>
                <a:ext uri="{FF2B5EF4-FFF2-40B4-BE49-F238E27FC236}">
                  <a16:creationId xmlns:a16="http://schemas.microsoft.com/office/drawing/2014/main" id="{C04F5A1F-1BC9-F6F7-9BDC-29C1D5A35DBE}"/>
                </a:ext>
              </a:extLst>
            </p:cNvPr>
            <p:cNvSpPr/>
            <p:nvPr/>
          </p:nvSpPr>
          <p:spPr>
            <a:xfrm rot="2839385">
              <a:off x="4938679" y="3455293"/>
              <a:ext cx="258162" cy="258162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2" name="Oval 77">
              <a:extLst>
                <a:ext uri="{FF2B5EF4-FFF2-40B4-BE49-F238E27FC236}">
                  <a16:creationId xmlns:a16="http://schemas.microsoft.com/office/drawing/2014/main" id="{08F6ECB9-970E-7BE9-8E6C-69A1E7F10E20}"/>
                </a:ext>
              </a:extLst>
            </p:cNvPr>
            <p:cNvSpPr/>
            <p:nvPr/>
          </p:nvSpPr>
          <p:spPr>
            <a:xfrm>
              <a:off x="3840361" y="4327780"/>
              <a:ext cx="704614" cy="956740"/>
            </a:xfrm>
            <a:custGeom>
              <a:avLst/>
              <a:gdLst>
                <a:gd name="connsiteX0" fmla="*/ 0 w 1133776"/>
                <a:gd name="connsiteY0" fmla="*/ 956090 h 1912179"/>
                <a:gd name="connsiteX1" fmla="*/ 566888 w 1133776"/>
                <a:gd name="connsiteY1" fmla="*/ 0 h 1912179"/>
                <a:gd name="connsiteX2" fmla="*/ 1133776 w 1133776"/>
                <a:gd name="connsiteY2" fmla="*/ 956090 h 1912179"/>
                <a:gd name="connsiteX3" fmla="*/ 566888 w 1133776"/>
                <a:gd name="connsiteY3" fmla="*/ 1912180 h 1912179"/>
                <a:gd name="connsiteX4" fmla="*/ 0 w 1133776"/>
                <a:gd name="connsiteY4" fmla="*/ 956090 h 1912179"/>
                <a:gd name="connsiteX0" fmla="*/ 27690 w 1502628"/>
                <a:gd name="connsiteY0" fmla="*/ 1476790 h 2432880"/>
                <a:gd name="connsiteX1" fmla="*/ 1407378 w 1502628"/>
                <a:gd name="connsiteY1" fmla="*/ 0 h 2432880"/>
                <a:gd name="connsiteX2" fmla="*/ 1161466 w 1502628"/>
                <a:gd name="connsiteY2" fmla="*/ 1476790 h 2432880"/>
                <a:gd name="connsiteX3" fmla="*/ 594578 w 1502628"/>
                <a:gd name="connsiteY3" fmla="*/ 2432880 h 2432880"/>
                <a:gd name="connsiteX4" fmla="*/ 27690 w 1502628"/>
                <a:gd name="connsiteY4" fmla="*/ 1476790 h 2432880"/>
                <a:gd name="connsiteX0" fmla="*/ 27690 w 1544141"/>
                <a:gd name="connsiteY0" fmla="*/ 1476914 h 2433004"/>
                <a:gd name="connsiteX1" fmla="*/ 1407378 w 1544141"/>
                <a:gd name="connsiteY1" fmla="*/ 124 h 2433004"/>
                <a:gd name="connsiteX2" fmla="*/ 1161466 w 1544141"/>
                <a:gd name="connsiteY2" fmla="*/ 1476914 h 2433004"/>
                <a:gd name="connsiteX3" fmla="*/ 594578 w 1544141"/>
                <a:gd name="connsiteY3" fmla="*/ 2433004 h 2433004"/>
                <a:gd name="connsiteX4" fmla="*/ 27690 w 1544141"/>
                <a:gd name="connsiteY4" fmla="*/ 1476914 h 2433004"/>
                <a:gd name="connsiteX0" fmla="*/ 297412 w 1813863"/>
                <a:gd name="connsiteY0" fmla="*/ 1522727 h 2733938"/>
                <a:gd name="connsiteX1" fmla="*/ 1677100 w 1813863"/>
                <a:gd name="connsiteY1" fmla="*/ 45937 h 2733938"/>
                <a:gd name="connsiteX2" fmla="*/ 1431188 w 1813863"/>
                <a:gd name="connsiteY2" fmla="*/ 1522727 h 2733938"/>
                <a:gd name="connsiteX3" fmla="*/ 864300 w 1813863"/>
                <a:gd name="connsiteY3" fmla="*/ 2478817 h 2733938"/>
                <a:gd name="connsiteX4" fmla="*/ 297412 w 1813863"/>
                <a:gd name="connsiteY4" fmla="*/ 1522727 h 2733938"/>
                <a:gd name="connsiteX0" fmla="*/ 270970 w 1765590"/>
                <a:gd name="connsiteY0" fmla="*/ 1486823 h 2725994"/>
                <a:gd name="connsiteX1" fmla="*/ 1714158 w 1765590"/>
                <a:gd name="connsiteY1" fmla="*/ 73533 h 2725994"/>
                <a:gd name="connsiteX2" fmla="*/ 1468246 w 1765590"/>
                <a:gd name="connsiteY2" fmla="*/ 1550323 h 2725994"/>
                <a:gd name="connsiteX3" fmla="*/ 901358 w 1765590"/>
                <a:gd name="connsiteY3" fmla="*/ 2506413 h 2725994"/>
                <a:gd name="connsiteX4" fmla="*/ 270970 w 1765590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1825109"/>
                <a:gd name="connsiteY0" fmla="*/ 1486823 h 2725994"/>
                <a:gd name="connsiteX1" fmla="*/ 1714158 w 1825109"/>
                <a:gd name="connsiteY1" fmla="*/ 73533 h 2725994"/>
                <a:gd name="connsiteX2" fmla="*/ 1468246 w 1825109"/>
                <a:gd name="connsiteY2" fmla="*/ 1550323 h 2725994"/>
                <a:gd name="connsiteX3" fmla="*/ 901358 w 1825109"/>
                <a:gd name="connsiteY3" fmla="*/ 2506413 h 2725994"/>
                <a:gd name="connsiteX4" fmla="*/ 270970 w 1825109"/>
                <a:gd name="connsiteY4" fmla="*/ 1486823 h 2725994"/>
                <a:gd name="connsiteX0" fmla="*/ 270970 w 2045439"/>
                <a:gd name="connsiteY0" fmla="*/ 1439877 h 2679048"/>
                <a:gd name="connsiteX1" fmla="*/ 1714158 w 2045439"/>
                <a:gd name="connsiteY1" fmla="*/ 26587 h 2679048"/>
                <a:gd name="connsiteX2" fmla="*/ 2034513 w 2045439"/>
                <a:gd name="connsiteY2" fmla="*/ 866936 h 2679048"/>
                <a:gd name="connsiteX3" fmla="*/ 1468246 w 2045439"/>
                <a:gd name="connsiteY3" fmla="*/ 1503377 h 2679048"/>
                <a:gd name="connsiteX4" fmla="*/ 901358 w 2045439"/>
                <a:gd name="connsiteY4" fmla="*/ 2459467 h 2679048"/>
                <a:gd name="connsiteX5" fmla="*/ 270970 w 2045439"/>
                <a:gd name="connsiteY5" fmla="*/ 1439877 h 2679048"/>
                <a:gd name="connsiteX0" fmla="*/ 270970 w 2051712"/>
                <a:gd name="connsiteY0" fmla="*/ 1446627 h 2685798"/>
                <a:gd name="connsiteX1" fmla="*/ 1714158 w 2051712"/>
                <a:gd name="connsiteY1" fmla="*/ 33337 h 2685798"/>
                <a:gd name="connsiteX2" fmla="*/ 1805913 w 2051712"/>
                <a:gd name="connsiteY2" fmla="*/ 479986 h 2685798"/>
                <a:gd name="connsiteX3" fmla="*/ 2034513 w 2051712"/>
                <a:gd name="connsiteY3" fmla="*/ 873686 h 2685798"/>
                <a:gd name="connsiteX4" fmla="*/ 1468246 w 2051712"/>
                <a:gd name="connsiteY4" fmla="*/ 1510127 h 2685798"/>
                <a:gd name="connsiteX5" fmla="*/ 901358 w 2051712"/>
                <a:gd name="connsiteY5" fmla="*/ 2466217 h 2685798"/>
                <a:gd name="connsiteX6" fmla="*/ 270970 w 2051712"/>
                <a:gd name="connsiteY6" fmla="*/ 1446627 h 2685798"/>
                <a:gd name="connsiteX0" fmla="*/ 15588 w 1796330"/>
                <a:gd name="connsiteY0" fmla="*/ 1482716 h 2502423"/>
                <a:gd name="connsiteX1" fmla="*/ 1331776 w 1796330"/>
                <a:gd name="connsiteY1" fmla="*/ 31326 h 2502423"/>
                <a:gd name="connsiteX2" fmla="*/ 1550531 w 1796330"/>
                <a:gd name="connsiteY2" fmla="*/ 516075 h 2502423"/>
                <a:gd name="connsiteX3" fmla="*/ 1779131 w 1796330"/>
                <a:gd name="connsiteY3" fmla="*/ 909775 h 2502423"/>
                <a:gd name="connsiteX4" fmla="*/ 1212864 w 1796330"/>
                <a:gd name="connsiteY4" fmla="*/ 1546216 h 2502423"/>
                <a:gd name="connsiteX5" fmla="*/ 645976 w 1796330"/>
                <a:gd name="connsiteY5" fmla="*/ 2502306 h 2502423"/>
                <a:gd name="connsiteX6" fmla="*/ 15588 w 1796330"/>
                <a:gd name="connsiteY6" fmla="*/ 1482716 h 2502423"/>
                <a:gd name="connsiteX0" fmla="*/ 15588 w 1796330"/>
                <a:gd name="connsiteY0" fmla="*/ 1461558 h 2481265"/>
                <a:gd name="connsiteX1" fmla="*/ 1331776 w 1796330"/>
                <a:gd name="connsiteY1" fmla="*/ 10168 h 2481265"/>
                <a:gd name="connsiteX2" fmla="*/ 1550531 w 1796330"/>
                <a:gd name="connsiteY2" fmla="*/ 494917 h 2481265"/>
                <a:gd name="connsiteX3" fmla="*/ 1779131 w 1796330"/>
                <a:gd name="connsiteY3" fmla="*/ 888617 h 2481265"/>
                <a:gd name="connsiteX4" fmla="*/ 1212864 w 1796330"/>
                <a:gd name="connsiteY4" fmla="*/ 1525058 h 2481265"/>
                <a:gd name="connsiteX5" fmla="*/ 645976 w 1796330"/>
                <a:gd name="connsiteY5" fmla="*/ 2481148 h 2481265"/>
                <a:gd name="connsiteX6" fmla="*/ 15588 w 1796330"/>
                <a:gd name="connsiteY6" fmla="*/ 1461558 h 2481265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796330"/>
                <a:gd name="connsiteY0" fmla="*/ 1469707 h 2489414"/>
                <a:gd name="connsiteX1" fmla="*/ 1331776 w 1796330"/>
                <a:gd name="connsiteY1" fmla="*/ 18317 h 2489414"/>
                <a:gd name="connsiteX2" fmla="*/ 1550531 w 1796330"/>
                <a:gd name="connsiteY2" fmla="*/ 503066 h 2489414"/>
                <a:gd name="connsiteX3" fmla="*/ 1779131 w 1796330"/>
                <a:gd name="connsiteY3" fmla="*/ 896766 h 2489414"/>
                <a:gd name="connsiteX4" fmla="*/ 1212864 w 1796330"/>
                <a:gd name="connsiteY4" fmla="*/ 1533207 h 2489414"/>
                <a:gd name="connsiteX5" fmla="*/ 645976 w 1796330"/>
                <a:gd name="connsiteY5" fmla="*/ 2489297 h 2489414"/>
                <a:gd name="connsiteX6" fmla="*/ 15588 w 1796330"/>
                <a:gd name="connsiteY6" fmla="*/ 1469707 h 2489414"/>
                <a:gd name="connsiteX0" fmla="*/ 15588 w 1857019"/>
                <a:gd name="connsiteY0" fmla="*/ 1469707 h 2489414"/>
                <a:gd name="connsiteX1" fmla="*/ 1331776 w 1857019"/>
                <a:gd name="connsiteY1" fmla="*/ 18317 h 2489414"/>
                <a:gd name="connsiteX2" fmla="*/ 1550531 w 1857019"/>
                <a:gd name="connsiteY2" fmla="*/ 503066 h 2489414"/>
                <a:gd name="connsiteX3" fmla="*/ 1842631 w 1857019"/>
                <a:gd name="connsiteY3" fmla="*/ 845966 h 2489414"/>
                <a:gd name="connsiteX4" fmla="*/ 1212864 w 1857019"/>
                <a:gd name="connsiteY4" fmla="*/ 1533207 h 2489414"/>
                <a:gd name="connsiteX5" fmla="*/ 645976 w 1857019"/>
                <a:gd name="connsiteY5" fmla="*/ 2489297 h 2489414"/>
                <a:gd name="connsiteX6" fmla="*/ 15588 w 1857019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14"/>
                <a:gd name="connsiteX1" fmla="*/ 1331776 w 1864354"/>
                <a:gd name="connsiteY1" fmla="*/ 18317 h 2489414"/>
                <a:gd name="connsiteX2" fmla="*/ 1550531 w 1864354"/>
                <a:gd name="connsiteY2" fmla="*/ 503066 h 2489414"/>
                <a:gd name="connsiteX3" fmla="*/ 1842631 w 1864354"/>
                <a:gd name="connsiteY3" fmla="*/ 845966 h 2489414"/>
                <a:gd name="connsiteX4" fmla="*/ 1212864 w 1864354"/>
                <a:gd name="connsiteY4" fmla="*/ 1533207 h 2489414"/>
                <a:gd name="connsiteX5" fmla="*/ 645976 w 1864354"/>
                <a:gd name="connsiteY5" fmla="*/ 2489297 h 2489414"/>
                <a:gd name="connsiteX6" fmla="*/ 15588 w 1864354"/>
                <a:gd name="connsiteY6" fmla="*/ 1469707 h 2489414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64354"/>
                <a:gd name="connsiteY0" fmla="*/ 1469707 h 2489409"/>
                <a:gd name="connsiteX1" fmla="*/ 1331776 w 1864354"/>
                <a:gd name="connsiteY1" fmla="*/ 18317 h 2489409"/>
                <a:gd name="connsiteX2" fmla="*/ 1550531 w 1864354"/>
                <a:gd name="connsiteY2" fmla="*/ 503066 h 2489409"/>
                <a:gd name="connsiteX3" fmla="*/ 1842631 w 1864354"/>
                <a:gd name="connsiteY3" fmla="*/ 845966 h 2489409"/>
                <a:gd name="connsiteX4" fmla="*/ 1448929 w 1864354"/>
                <a:gd name="connsiteY4" fmla="*/ 1176167 h 2489409"/>
                <a:gd name="connsiteX5" fmla="*/ 1212864 w 1864354"/>
                <a:gd name="connsiteY5" fmla="*/ 1533207 h 2489409"/>
                <a:gd name="connsiteX6" fmla="*/ 645976 w 1864354"/>
                <a:gd name="connsiteY6" fmla="*/ 2489297 h 2489409"/>
                <a:gd name="connsiteX7" fmla="*/ 15588 w 1864354"/>
                <a:gd name="connsiteY7" fmla="*/ 1469707 h 2489409"/>
                <a:gd name="connsiteX0" fmla="*/ 15588 w 1870056"/>
                <a:gd name="connsiteY0" fmla="*/ 1469707 h 2489403"/>
                <a:gd name="connsiteX1" fmla="*/ 1331776 w 1870056"/>
                <a:gd name="connsiteY1" fmla="*/ 18317 h 2489403"/>
                <a:gd name="connsiteX2" fmla="*/ 1550531 w 1870056"/>
                <a:gd name="connsiteY2" fmla="*/ 503066 h 2489403"/>
                <a:gd name="connsiteX3" fmla="*/ 1842631 w 1870056"/>
                <a:gd name="connsiteY3" fmla="*/ 845966 h 2489403"/>
                <a:gd name="connsiteX4" fmla="*/ 1448929 w 1870056"/>
                <a:gd name="connsiteY4" fmla="*/ 1176167 h 2489403"/>
                <a:gd name="connsiteX5" fmla="*/ 1868029 w 1870056"/>
                <a:gd name="connsiteY5" fmla="*/ 1633368 h 2489403"/>
                <a:gd name="connsiteX6" fmla="*/ 1212864 w 1870056"/>
                <a:gd name="connsiteY6" fmla="*/ 1533207 h 2489403"/>
                <a:gd name="connsiteX7" fmla="*/ 645976 w 1870056"/>
                <a:gd name="connsiteY7" fmla="*/ 2489297 h 2489403"/>
                <a:gd name="connsiteX8" fmla="*/ 15588 w 1870056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588 w 1868029"/>
                <a:gd name="connsiteY0" fmla="*/ 1469707 h 2489403"/>
                <a:gd name="connsiteX1" fmla="*/ 1331776 w 1868029"/>
                <a:gd name="connsiteY1" fmla="*/ 18317 h 2489403"/>
                <a:gd name="connsiteX2" fmla="*/ 1550531 w 1868029"/>
                <a:gd name="connsiteY2" fmla="*/ 503066 h 2489403"/>
                <a:gd name="connsiteX3" fmla="*/ 1842631 w 1868029"/>
                <a:gd name="connsiteY3" fmla="*/ 845966 h 2489403"/>
                <a:gd name="connsiteX4" fmla="*/ 1448929 w 1868029"/>
                <a:gd name="connsiteY4" fmla="*/ 1176167 h 2489403"/>
                <a:gd name="connsiteX5" fmla="*/ 1868029 w 1868029"/>
                <a:gd name="connsiteY5" fmla="*/ 1633368 h 2489403"/>
                <a:gd name="connsiteX6" fmla="*/ 1212864 w 1868029"/>
                <a:gd name="connsiteY6" fmla="*/ 1533207 h 2489403"/>
                <a:gd name="connsiteX7" fmla="*/ 645976 w 1868029"/>
                <a:gd name="connsiteY7" fmla="*/ 2489297 h 2489403"/>
                <a:gd name="connsiteX8" fmla="*/ 15588 w 1868029"/>
                <a:gd name="connsiteY8" fmla="*/ 1469707 h 2489403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5946 w 1868387"/>
                <a:gd name="connsiteY0" fmla="*/ 1469707 h 2494645"/>
                <a:gd name="connsiteX1" fmla="*/ 1332134 w 1868387"/>
                <a:gd name="connsiteY1" fmla="*/ 18317 h 2494645"/>
                <a:gd name="connsiteX2" fmla="*/ 1550889 w 1868387"/>
                <a:gd name="connsiteY2" fmla="*/ 503066 h 2494645"/>
                <a:gd name="connsiteX3" fmla="*/ 1842989 w 1868387"/>
                <a:gd name="connsiteY3" fmla="*/ 845966 h 2494645"/>
                <a:gd name="connsiteX4" fmla="*/ 1449287 w 1868387"/>
                <a:gd name="connsiteY4" fmla="*/ 1176167 h 2494645"/>
                <a:gd name="connsiteX5" fmla="*/ 1868387 w 1868387"/>
                <a:gd name="connsiteY5" fmla="*/ 1633368 h 2494645"/>
                <a:gd name="connsiteX6" fmla="*/ 1302122 w 1868387"/>
                <a:gd name="connsiteY6" fmla="*/ 1850707 h 2494645"/>
                <a:gd name="connsiteX7" fmla="*/ 646334 w 1868387"/>
                <a:gd name="connsiteY7" fmla="*/ 2489297 h 2494645"/>
                <a:gd name="connsiteX8" fmla="*/ 15946 w 1868387"/>
                <a:gd name="connsiteY8" fmla="*/ 1469707 h 2494645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8037 w 1870478"/>
                <a:gd name="connsiteY0" fmla="*/ 1469707 h 2537459"/>
                <a:gd name="connsiteX1" fmla="*/ 1334225 w 1870478"/>
                <a:gd name="connsiteY1" fmla="*/ 18317 h 2537459"/>
                <a:gd name="connsiteX2" fmla="*/ 1552980 w 1870478"/>
                <a:gd name="connsiteY2" fmla="*/ 503066 h 2537459"/>
                <a:gd name="connsiteX3" fmla="*/ 1845080 w 1870478"/>
                <a:gd name="connsiteY3" fmla="*/ 845966 h 2537459"/>
                <a:gd name="connsiteX4" fmla="*/ 1451378 w 1870478"/>
                <a:gd name="connsiteY4" fmla="*/ 1176167 h 2537459"/>
                <a:gd name="connsiteX5" fmla="*/ 1870478 w 1870478"/>
                <a:gd name="connsiteY5" fmla="*/ 1633368 h 2537459"/>
                <a:gd name="connsiteX6" fmla="*/ 1304213 w 1870478"/>
                <a:gd name="connsiteY6" fmla="*/ 1850707 h 2537459"/>
                <a:gd name="connsiteX7" fmla="*/ 1756179 w 1870478"/>
                <a:gd name="connsiteY7" fmla="*/ 2319168 h 2537459"/>
                <a:gd name="connsiteX8" fmla="*/ 648425 w 1870478"/>
                <a:gd name="connsiteY8" fmla="*/ 2489297 h 2537459"/>
                <a:gd name="connsiteX9" fmla="*/ 18037 w 1870478"/>
                <a:gd name="connsiteY9" fmla="*/ 1469707 h 2537459"/>
                <a:gd name="connsiteX0" fmla="*/ 16689 w 1869130"/>
                <a:gd name="connsiteY0" fmla="*/ 1469707 h 2574440"/>
                <a:gd name="connsiteX1" fmla="*/ 1332877 w 1869130"/>
                <a:gd name="connsiteY1" fmla="*/ 18317 h 2574440"/>
                <a:gd name="connsiteX2" fmla="*/ 1551632 w 1869130"/>
                <a:gd name="connsiteY2" fmla="*/ 503066 h 2574440"/>
                <a:gd name="connsiteX3" fmla="*/ 1843732 w 1869130"/>
                <a:gd name="connsiteY3" fmla="*/ 845966 h 2574440"/>
                <a:gd name="connsiteX4" fmla="*/ 1450030 w 1869130"/>
                <a:gd name="connsiteY4" fmla="*/ 1176167 h 2574440"/>
                <a:gd name="connsiteX5" fmla="*/ 1869130 w 1869130"/>
                <a:gd name="connsiteY5" fmla="*/ 1633368 h 2574440"/>
                <a:gd name="connsiteX6" fmla="*/ 1302865 w 1869130"/>
                <a:gd name="connsiteY6" fmla="*/ 1850707 h 2574440"/>
                <a:gd name="connsiteX7" fmla="*/ 1754831 w 1869130"/>
                <a:gd name="connsiteY7" fmla="*/ 2319168 h 2574440"/>
                <a:gd name="connsiteX8" fmla="*/ 1475431 w 1869130"/>
                <a:gd name="connsiteY8" fmla="*/ 2496968 h 2574440"/>
                <a:gd name="connsiteX9" fmla="*/ 647077 w 1869130"/>
                <a:gd name="connsiteY9" fmla="*/ 2489297 h 2574440"/>
                <a:gd name="connsiteX10" fmla="*/ 16689 w 1869130"/>
                <a:gd name="connsiteY10" fmla="*/ 1469707 h 2574440"/>
                <a:gd name="connsiteX0" fmla="*/ 16745 w 1869186"/>
                <a:gd name="connsiteY0" fmla="*/ 1469707 h 2966869"/>
                <a:gd name="connsiteX1" fmla="*/ 1332933 w 1869186"/>
                <a:gd name="connsiteY1" fmla="*/ 18317 h 2966869"/>
                <a:gd name="connsiteX2" fmla="*/ 1551688 w 1869186"/>
                <a:gd name="connsiteY2" fmla="*/ 503066 h 2966869"/>
                <a:gd name="connsiteX3" fmla="*/ 1843788 w 1869186"/>
                <a:gd name="connsiteY3" fmla="*/ 845966 h 2966869"/>
                <a:gd name="connsiteX4" fmla="*/ 1450086 w 1869186"/>
                <a:gd name="connsiteY4" fmla="*/ 1176167 h 2966869"/>
                <a:gd name="connsiteX5" fmla="*/ 1869186 w 1869186"/>
                <a:gd name="connsiteY5" fmla="*/ 1633368 h 2966869"/>
                <a:gd name="connsiteX6" fmla="*/ 1302921 w 1869186"/>
                <a:gd name="connsiteY6" fmla="*/ 1850707 h 2966869"/>
                <a:gd name="connsiteX7" fmla="*/ 1754887 w 1869186"/>
                <a:gd name="connsiteY7" fmla="*/ 2319168 h 2966869"/>
                <a:gd name="connsiteX8" fmla="*/ 1475487 w 1869186"/>
                <a:gd name="connsiteY8" fmla="*/ 2496968 h 2966869"/>
                <a:gd name="connsiteX9" fmla="*/ 1488187 w 1869186"/>
                <a:gd name="connsiteY9" fmla="*/ 2966867 h 2966869"/>
                <a:gd name="connsiteX10" fmla="*/ 647133 w 1869186"/>
                <a:gd name="connsiteY10" fmla="*/ 2489297 h 2966869"/>
                <a:gd name="connsiteX11" fmla="*/ 16745 w 1869186"/>
                <a:gd name="connsiteY11" fmla="*/ 1469707 h 2966869"/>
                <a:gd name="connsiteX0" fmla="*/ 16745 w 1869186"/>
                <a:gd name="connsiteY0" fmla="*/ 1469707 h 2966867"/>
                <a:gd name="connsiteX1" fmla="*/ 1332933 w 1869186"/>
                <a:gd name="connsiteY1" fmla="*/ 18317 h 2966867"/>
                <a:gd name="connsiteX2" fmla="*/ 1551688 w 1869186"/>
                <a:gd name="connsiteY2" fmla="*/ 503066 h 2966867"/>
                <a:gd name="connsiteX3" fmla="*/ 1843788 w 1869186"/>
                <a:gd name="connsiteY3" fmla="*/ 845966 h 2966867"/>
                <a:gd name="connsiteX4" fmla="*/ 1450086 w 1869186"/>
                <a:gd name="connsiteY4" fmla="*/ 1176167 h 2966867"/>
                <a:gd name="connsiteX5" fmla="*/ 1869186 w 1869186"/>
                <a:gd name="connsiteY5" fmla="*/ 1633368 h 2966867"/>
                <a:gd name="connsiteX6" fmla="*/ 1302921 w 1869186"/>
                <a:gd name="connsiteY6" fmla="*/ 1850707 h 2966867"/>
                <a:gd name="connsiteX7" fmla="*/ 1754887 w 1869186"/>
                <a:gd name="connsiteY7" fmla="*/ 2319168 h 2966867"/>
                <a:gd name="connsiteX8" fmla="*/ 1475487 w 1869186"/>
                <a:gd name="connsiteY8" fmla="*/ 2496968 h 2966867"/>
                <a:gd name="connsiteX9" fmla="*/ 1488187 w 1869186"/>
                <a:gd name="connsiteY9" fmla="*/ 2966867 h 2966867"/>
                <a:gd name="connsiteX10" fmla="*/ 647133 w 1869186"/>
                <a:gd name="connsiteY10" fmla="*/ 2489297 h 2966867"/>
                <a:gd name="connsiteX11" fmla="*/ 16745 w 1869186"/>
                <a:gd name="connsiteY11" fmla="*/ 1469707 h 2966867"/>
                <a:gd name="connsiteX0" fmla="*/ 16745 w 1869186"/>
                <a:gd name="connsiteY0" fmla="*/ 1469707 h 2985386"/>
                <a:gd name="connsiteX1" fmla="*/ 1332933 w 1869186"/>
                <a:gd name="connsiteY1" fmla="*/ 18317 h 2985386"/>
                <a:gd name="connsiteX2" fmla="*/ 1551688 w 1869186"/>
                <a:gd name="connsiteY2" fmla="*/ 503066 h 2985386"/>
                <a:gd name="connsiteX3" fmla="*/ 1843788 w 1869186"/>
                <a:gd name="connsiteY3" fmla="*/ 845966 h 2985386"/>
                <a:gd name="connsiteX4" fmla="*/ 1450086 w 1869186"/>
                <a:gd name="connsiteY4" fmla="*/ 1176167 h 2985386"/>
                <a:gd name="connsiteX5" fmla="*/ 1869186 w 1869186"/>
                <a:gd name="connsiteY5" fmla="*/ 1633368 h 2985386"/>
                <a:gd name="connsiteX6" fmla="*/ 1302921 w 1869186"/>
                <a:gd name="connsiteY6" fmla="*/ 1850707 h 2985386"/>
                <a:gd name="connsiteX7" fmla="*/ 1754887 w 1869186"/>
                <a:gd name="connsiteY7" fmla="*/ 2319168 h 2985386"/>
                <a:gd name="connsiteX8" fmla="*/ 1475487 w 1869186"/>
                <a:gd name="connsiteY8" fmla="*/ 2496968 h 2985386"/>
                <a:gd name="connsiteX9" fmla="*/ 1488187 w 1869186"/>
                <a:gd name="connsiteY9" fmla="*/ 2966867 h 2985386"/>
                <a:gd name="connsiteX10" fmla="*/ 647133 w 1869186"/>
                <a:gd name="connsiteY10" fmla="*/ 2489297 h 2985386"/>
                <a:gd name="connsiteX11" fmla="*/ 16745 w 1869186"/>
                <a:gd name="connsiteY11" fmla="*/ 1469707 h 2985386"/>
                <a:gd name="connsiteX0" fmla="*/ 23868 w 1876309"/>
                <a:gd name="connsiteY0" fmla="*/ 1469763 h 2986627"/>
                <a:gd name="connsiteX1" fmla="*/ 1340056 w 1876309"/>
                <a:gd name="connsiteY1" fmla="*/ 18373 h 2986627"/>
                <a:gd name="connsiteX2" fmla="*/ 1558811 w 1876309"/>
                <a:gd name="connsiteY2" fmla="*/ 503122 h 2986627"/>
                <a:gd name="connsiteX3" fmla="*/ 1850911 w 1876309"/>
                <a:gd name="connsiteY3" fmla="*/ 846022 h 2986627"/>
                <a:gd name="connsiteX4" fmla="*/ 1457209 w 1876309"/>
                <a:gd name="connsiteY4" fmla="*/ 1176223 h 2986627"/>
                <a:gd name="connsiteX5" fmla="*/ 1876309 w 1876309"/>
                <a:gd name="connsiteY5" fmla="*/ 1633424 h 2986627"/>
                <a:gd name="connsiteX6" fmla="*/ 1310044 w 1876309"/>
                <a:gd name="connsiteY6" fmla="*/ 1850763 h 2986627"/>
                <a:gd name="connsiteX7" fmla="*/ 1762010 w 1876309"/>
                <a:gd name="connsiteY7" fmla="*/ 2319224 h 2986627"/>
                <a:gd name="connsiteX8" fmla="*/ 1482610 w 1876309"/>
                <a:gd name="connsiteY8" fmla="*/ 2497024 h 2986627"/>
                <a:gd name="connsiteX9" fmla="*/ 1495310 w 1876309"/>
                <a:gd name="connsiteY9" fmla="*/ 2966923 h 2986627"/>
                <a:gd name="connsiteX10" fmla="*/ 565356 w 1876309"/>
                <a:gd name="connsiteY10" fmla="*/ 2514753 h 2986627"/>
                <a:gd name="connsiteX11" fmla="*/ 23868 w 1876309"/>
                <a:gd name="connsiteY11" fmla="*/ 1469763 h 2986627"/>
                <a:gd name="connsiteX0" fmla="*/ 680 w 1853121"/>
                <a:gd name="connsiteY0" fmla="*/ 1470811 h 2967971"/>
                <a:gd name="connsiteX1" fmla="*/ 1316868 w 1853121"/>
                <a:gd name="connsiteY1" fmla="*/ 19421 h 2967971"/>
                <a:gd name="connsiteX2" fmla="*/ 1535623 w 1853121"/>
                <a:gd name="connsiteY2" fmla="*/ 504170 h 2967971"/>
                <a:gd name="connsiteX3" fmla="*/ 1827723 w 1853121"/>
                <a:gd name="connsiteY3" fmla="*/ 847070 h 2967971"/>
                <a:gd name="connsiteX4" fmla="*/ 1434021 w 1853121"/>
                <a:gd name="connsiteY4" fmla="*/ 1177271 h 2967971"/>
                <a:gd name="connsiteX5" fmla="*/ 1853121 w 1853121"/>
                <a:gd name="connsiteY5" fmla="*/ 1634472 h 2967971"/>
                <a:gd name="connsiteX6" fmla="*/ 1286856 w 1853121"/>
                <a:gd name="connsiteY6" fmla="*/ 1851811 h 2967971"/>
                <a:gd name="connsiteX7" fmla="*/ 1738822 w 1853121"/>
                <a:gd name="connsiteY7" fmla="*/ 2320272 h 2967971"/>
                <a:gd name="connsiteX8" fmla="*/ 1459422 w 1853121"/>
                <a:gd name="connsiteY8" fmla="*/ 2498072 h 2967971"/>
                <a:gd name="connsiteX9" fmla="*/ 1472122 w 1853121"/>
                <a:gd name="connsiteY9" fmla="*/ 2967971 h 2967971"/>
                <a:gd name="connsiteX10" fmla="*/ 680 w 1853121"/>
                <a:gd name="connsiteY10" fmla="*/ 1470811 h 2967971"/>
                <a:gd name="connsiteX0" fmla="*/ 680 w 1853121"/>
                <a:gd name="connsiteY0" fmla="*/ 1470811 h 3018250"/>
                <a:gd name="connsiteX1" fmla="*/ 1316868 w 1853121"/>
                <a:gd name="connsiteY1" fmla="*/ 19421 h 3018250"/>
                <a:gd name="connsiteX2" fmla="*/ 1535623 w 1853121"/>
                <a:gd name="connsiteY2" fmla="*/ 504170 h 3018250"/>
                <a:gd name="connsiteX3" fmla="*/ 1827723 w 1853121"/>
                <a:gd name="connsiteY3" fmla="*/ 847070 h 3018250"/>
                <a:gd name="connsiteX4" fmla="*/ 1434021 w 1853121"/>
                <a:gd name="connsiteY4" fmla="*/ 1177271 h 3018250"/>
                <a:gd name="connsiteX5" fmla="*/ 1853121 w 1853121"/>
                <a:gd name="connsiteY5" fmla="*/ 1634472 h 3018250"/>
                <a:gd name="connsiteX6" fmla="*/ 1286856 w 1853121"/>
                <a:gd name="connsiteY6" fmla="*/ 1851811 h 3018250"/>
                <a:gd name="connsiteX7" fmla="*/ 1738822 w 1853121"/>
                <a:gd name="connsiteY7" fmla="*/ 2320272 h 3018250"/>
                <a:gd name="connsiteX8" fmla="*/ 1459422 w 1853121"/>
                <a:gd name="connsiteY8" fmla="*/ 2498072 h 3018250"/>
                <a:gd name="connsiteX9" fmla="*/ 1472122 w 1853121"/>
                <a:gd name="connsiteY9" fmla="*/ 2967971 h 3018250"/>
                <a:gd name="connsiteX10" fmla="*/ 680 w 1853121"/>
                <a:gd name="connsiteY10" fmla="*/ 1470811 h 3018250"/>
                <a:gd name="connsiteX0" fmla="*/ 680 w 1867065"/>
                <a:gd name="connsiteY0" fmla="*/ 1470811 h 3018250"/>
                <a:gd name="connsiteX1" fmla="*/ 1316868 w 1867065"/>
                <a:gd name="connsiteY1" fmla="*/ 19421 h 3018250"/>
                <a:gd name="connsiteX2" fmla="*/ 1535623 w 1867065"/>
                <a:gd name="connsiteY2" fmla="*/ 504170 h 3018250"/>
                <a:gd name="connsiteX3" fmla="*/ 1827723 w 1867065"/>
                <a:gd name="connsiteY3" fmla="*/ 847070 h 3018250"/>
                <a:gd name="connsiteX4" fmla="*/ 1434021 w 1867065"/>
                <a:gd name="connsiteY4" fmla="*/ 1177271 h 3018250"/>
                <a:gd name="connsiteX5" fmla="*/ 1853121 w 1867065"/>
                <a:gd name="connsiteY5" fmla="*/ 1634472 h 3018250"/>
                <a:gd name="connsiteX6" fmla="*/ 1738822 w 1867065"/>
                <a:gd name="connsiteY6" fmla="*/ 2320272 h 3018250"/>
                <a:gd name="connsiteX7" fmla="*/ 1459422 w 1867065"/>
                <a:gd name="connsiteY7" fmla="*/ 2498072 h 3018250"/>
                <a:gd name="connsiteX8" fmla="*/ 1472122 w 1867065"/>
                <a:gd name="connsiteY8" fmla="*/ 2967971 h 3018250"/>
                <a:gd name="connsiteX9" fmla="*/ 680 w 1867065"/>
                <a:gd name="connsiteY9" fmla="*/ 1470811 h 3018250"/>
                <a:gd name="connsiteX0" fmla="*/ 680 w 1867065"/>
                <a:gd name="connsiteY0" fmla="*/ 1470811 h 3018250"/>
                <a:gd name="connsiteX1" fmla="*/ 1316868 w 1867065"/>
                <a:gd name="connsiteY1" fmla="*/ 19421 h 3018250"/>
                <a:gd name="connsiteX2" fmla="*/ 1535623 w 1867065"/>
                <a:gd name="connsiteY2" fmla="*/ 504170 h 3018250"/>
                <a:gd name="connsiteX3" fmla="*/ 1827723 w 1867065"/>
                <a:gd name="connsiteY3" fmla="*/ 847070 h 3018250"/>
                <a:gd name="connsiteX4" fmla="*/ 1434021 w 1867065"/>
                <a:gd name="connsiteY4" fmla="*/ 1177271 h 3018250"/>
                <a:gd name="connsiteX5" fmla="*/ 1853121 w 1867065"/>
                <a:gd name="connsiteY5" fmla="*/ 1634472 h 3018250"/>
                <a:gd name="connsiteX6" fmla="*/ 1738822 w 1867065"/>
                <a:gd name="connsiteY6" fmla="*/ 2320272 h 3018250"/>
                <a:gd name="connsiteX7" fmla="*/ 1116522 w 1867065"/>
                <a:gd name="connsiteY7" fmla="*/ 1705592 h 3018250"/>
                <a:gd name="connsiteX8" fmla="*/ 1472122 w 1867065"/>
                <a:gd name="connsiteY8" fmla="*/ 2967971 h 3018250"/>
                <a:gd name="connsiteX9" fmla="*/ 680 w 1867065"/>
                <a:gd name="connsiteY9" fmla="*/ 1470811 h 3018250"/>
                <a:gd name="connsiteX0" fmla="*/ 425 w 1866810"/>
                <a:gd name="connsiteY0" fmla="*/ 1452780 h 3000219"/>
                <a:gd name="connsiteX1" fmla="*/ 1316613 w 1866810"/>
                <a:gd name="connsiteY1" fmla="*/ 1390 h 3000219"/>
                <a:gd name="connsiteX2" fmla="*/ 1070548 w 1866810"/>
                <a:gd name="connsiteY2" fmla="*/ 1149079 h 3000219"/>
                <a:gd name="connsiteX3" fmla="*/ 1827468 w 1866810"/>
                <a:gd name="connsiteY3" fmla="*/ 829039 h 3000219"/>
                <a:gd name="connsiteX4" fmla="*/ 1433766 w 1866810"/>
                <a:gd name="connsiteY4" fmla="*/ 1159240 h 3000219"/>
                <a:gd name="connsiteX5" fmla="*/ 1852866 w 1866810"/>
                <a:gd name="connsiteY5" fmla="*/ 1616441 h 3000219"/>
                <a:gd name="connsiteX6" fmla="*/ 1738567 w 1866810"/>
                <a:gd name="connsiteY6" fmla="*/ 2302241 h 3000219"/>
                <a:gd name="connsiteX7" fmla="*/ 1116267 w 1866810"/>
                <a:gd name="connsiteY7" fmla="*/ 1687561 h 3000219"/>
                <a:gd name="connsiteX8" fmla="*/ 1471867 w 1866810"/>
                <a:gd name="connsiteY8" fmla="*/ 2949940 h 3000219"/>
                <a:gd name="connsiteX9" fmla="*/ 425 w 1866810"/>
                <a:gd name="connsiteY9" fmla="*/ 1452780 h 3000219"/>
                <a:gd name="connsiteX0" fmla="*/ 425 w 1897014"/>
                <a:gd name="connsiteY0" fmla="*/ 1452780 h 3000219"/>
                <a:gd name="connsiteX1" fmla="*/ 1316613 w 1897014"/>
                <a:gd name="connsiteY1" fmla="*/ 1390 h 3000219"/>
                <a:gd name="connsiteX2" fmla="*/ 1070548 w 1897014"/>
                <a:gd name="connsiteY2" fmla="*/ 1149079 h 3000219"/>
                <a:gd name="connsiteX3" fmla="*/ 1827468 w 1897014"/>
                <a:gd name="connsiteY3" fmla="*/ 829039 h 3000219"/>
                <a:gd name="connsiteX4" fmla="*/ 1852866 w 1897014"/>
                <a:gd name="connsiteY4" fmla="*/ 1616441 h 3000219"/>
                <a:gd name="connsiteX5" fmla="*/ 1738567 w 1897014"/>
                <a:gd name="connsiteY5" fmla="*/ 2302241 h 3000219"/>
                <a:gd name="connsiteX6" fmla="*/ 1116267 w 1897014"/>
                <a:gd name="connsiteY6" fmla="*/ 1687561 h 3000219"/>
                <a:gd name="connsiteX7" fmla="*/ 1471867 w 1897014"/>
                <a:gd name="connsiteY7" fmla="*/ 2949940 h 3000219"/>
                <a:gd name="connsiteX8" fmla="*/ 425 w 1897014"/>
                <a:gd name="connsiteY8" fmla="*/ 1452780 h 3000219"/>
                <a:gd name="connsiteX0" fmla="*/ 425 w 1880243"/>
                <a:gd name="connsiteY0" fmla="*/ 1452780 h 3000219"/>
                <a:gd name="connsiteX1" fmla="*/ 1316613 w 1880243"/>
                <a:gd name="connsiteY1" fmla="*/ 1390 h 3000219"/>
                <a:gd name="connsiteX2" fmla="*/ 1070548 w 1880243"/>
                <a:gd name="connsiteY2" fmla="*/ 1149079 h 3000219"/>
                <a:gd name="connsiteX3" fmla="*/ 1827468 w 1880243"/>
                <a:gd name="connsiteY3" fmla="*/ 829039 h 3000219"/>
                <a:gd name="connsiteX4" fmla="*/ 1738567 w 1880243"/>
                <a:gd name="connsiteY4" fmla="*/ 2302241 h 3000219"/>
                <a:gd name="connsiteX5" fmla="*/ 1116267 w 1880243"/>
                <a:gd name="connsiteY5" fmla="*/ 1687561 h 3000219"/>
                <a:gd name="connsiteX6" fmla="*/ 1471867 w 1880243"/>
                <a:gd name="connsiteY6" fmla="*/ 2949940 h 3000219"/>
                <a:gd name="connsiteX7" fmla="*/ 425 w 1880243"/>
                <a:gd name="connsiteY7" fmla="*/ 1452780 h 3000219"/>
                <a:gd name="connsiteX0" fmla="*/ 1 w 1879819"/>
                <a:gd name="connsiteY0" fmla="*/ 897456 h 2442217"/>
                <a:gd name="connsiteX1" fmla="*/ 1468589 w 1879819"/>
                <a:gd name="connsiteY1" fmla="*/ 2326 h 2442217"/>
                <a:gd name="connsiteX2" fmla="*/ 1070124 w 1879819"/>
                <a:gd name="connsiteY2" fmla="*/ 593755 h 2442217"/>
                <a:gd name="connsiteX3" fmla="*/ 1827044 w 1879819"/>
                <a:gd name="connsiteY3" fmla="*/ 273715 h 2442217"/>
                <a:gd name="connsiteX4" fmla="*/ 1738143 w 1879819"/>
                <a:gd name="connsiteY4" fmla="*/ 1746917 h 2442217"/>
                <a:gd name="connsiteX5" fmla="*/ 1115843 w 1879819"/>
                <a:gd name="connsiteY5" fmla="*/ 1132237 h 2442217"/>
                <a:gd name="connsiteX6" fmla="*/ 1471443 w 1879819"/>
                <a:gd name="connsiteY6" fmla="*/ 2394616 h 2442217"/>
                <a:gd name="connsiteX7" fmla="*/ 1 w 1879819"/>
                <a:gd name="connsiteY7" fmla="*/ 897456 h 2442217"/>
                <a:gd name="connsiteX0" fmla="*/ 1 w 1879819"/>
                <a:gd name="connsiteY0" fmla="*/ 979169 h 2523930"/>
                <a:gd name="connsiteX1" fmla="*/ 1468589 w 1879819"/>
                <a:gd name="connsiteY1" fmla="*/ 84039 h 2523930"/>
                <a:gd name="connsiteX2" fmla="*/ 1070124 w 1879819"/>
                <a:gd name="connsiteY2" fmla="*/ 675468 h 2523930"/>
                <a:gd name="connsiteX3" fmla="*/ 1827044 w 1879819"/>
                <a:gd name="connsiteY3" fmla="*/ 355428 h 2523930"/>
                <a:gd name="connsiteX4" fmla="*/ 1738143 w 1879819"/>
                <a:gd name="connsiteY4" fmla="*/ 1828630 h 2523930"/>
                <a:gd name="connsiteX5" fmla="*/ 1115843 w 1879819"/>
                <a:gd name="connsiteY5" fmla="*/ 1213950 h 2523930"/>
                <a:gd name="connsiteX6" fmla="*/ 1471443 w 1879819"/>
                <a:gd name="connsiteY6" fmla="*/ 2476329 h 2523930"/>
                <a:gd name="connsiteX7" fmla="*/ 1 w 1879819"/>
                <a:gd name="connsiteY7" fmla="*/ 979169 h 2523930"/>
                <a:gd name="connsiteX0" fmla="*/ 1 w 1885523"/>
                <a:gd name="connsiteY0" fmla="*/ 979169 h 2523930"/>
                <a:gd name="connsiteX1" fmla="*/ 1468589 w 1885523"/>
                <a:gd name="connsiteY1" fmla="*/ 84039 h 2523930"/>
                <a:gd name="connsiteX2" fmla="*/ 1070124 w 1885523"/>
                <a:gd name="connsiteY2" fmla="*/ 675468 h 2523930"/>
                <a:gd name="connsiteX3" fmla="*/ 1834664 w 1885523"/>
                <a:gd name="connsiteY3" fmla="*/ 782148 h 2523930"/>
                <a:gd name="connsiteX4" fmla="*/ 1738143 w 1885523"/>
                <a:gd name="connsiteY4" fmla="*/ 1828630 h 2523930"/>
                <a:gd name="connsiteX5" fmla="*/ 1115843 w 1885523"/>
                <a:gd name="connsiteY5" fmla="*/ 1213950 h 2523930"/>
                <a:gd name="connsiteX6" fmla="*/ 1471443 w 1885523"/>
                <a:gd name="connsiteY6" fmla="*/ 2476329 h 2523930"/>
                <a:gd name="connsiteX7" fmla="*/ 1 w 1885523"/>
                <a:gd name="connsiteY7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1 w 1845009"/>
                <a:gd name="connsiteY0" fmla="*/ 979169 h 2523930"/>
                <a:gd name="connsiteX1" fmla="*/ 1468589 w 1845009"/>
                <a:gd name="connsiteY1" fmla="*/ 84039 h 2523930"/>
                <a:gd name="connsiteX2" fmla="*/ 1070124 w 1845009"/>
                <a:gd name="connsiteY2" fmla="*/ 675468 h 2523930"/>
                <a:gd name="connsiteX3" fmla="*/ 1834664 w 1845009"/>
                <a:gd name="connsiteY3" fmla="*/ 782148 h 2523930"/>
                <a:gd name="connsiteX4" fmla="*/ 1115843 w 1845009"/>
                <a:gd name="connsiteY4" fmla="*/ 1213950 h 2523930"/>
                <a:gd name="connsiteX5" fmla="*/ 1471443 w 1845009"/>
                <a:gd name="connsiteY5" fmla="*/ 2476329 h 2523930"/>
                <a:gd name="connsiteX6" fmla="*/ 1 w 1845009"/>
                <a:gd name="connsiteY6" fmla="*/ 979169 h 2523930"/>
                <a:gd name="connsiteX0" fmla="*/ 4 w 1845012"/>
                <a:gd name="connsiteY0" fmla="*/ 972372 h 1899510"/>
                <a:gd name="connsiteX1" fmla="*/ 1468592 w 1845012"/>
                <a:gd name="connsiteY1" fmla="*/ 77242 h 1899510"/>
                <a:gd name="connsiteX2" fmla="*/ 1070127 w 1845012"/>
                <a:gd name="connsiteY2" fmla="*/ 668671 h 1899510"/>
                <a:gd name="connsiteX3" fmla="*/ 1834667 w 1845012"/>
                <a:gd name="connsiteY3" fmla="*/ 775351 h 1899510"/>
                <a:gd name="connsiteX4" fmla="*/ 1115846 w 1845012"/>
                <a:gd name="connsiteY4" fmla="*/ 1207153 h 1899510"/>
                <a:gd name="connsiteX5" fmla="*/ 1486686 w 1845012"/>
                <a:gd name="connsiteY5" fmla="*/ 1829452 h 1899510"/>
                <a:gd name="connsiteX6" fmla="*/ 4 w 1845012"/>
                <a:gd name="connsiteY6" fmla="*/ 972372 h 1899510"/>
                <a:gd name="connsiteX0" fmla="*/ 24 w 1845032"/>
                <a:gd name="connsiteY0" fmla="*/ 972297 h 1892209"/>
                <a:gd name="connsiteX1" fmla="*/ 1468612 w 1845032"/>
                <a:gd name="connsiteY1" fmla="*/ 77167 h 1892209"/>
                <a:gd name="connsiteX2" fmla="*/ 1070147 w 1845032"/>
                <a:gd name="connsiteY2" fmla="*/ 668596 h 1892209"/>
                <a:gd name="connsiteX3" fmla="*/ 1834687 w 1845032"/>
                <a:gd name="connsiteY3" fmla="*/ 775276 h 1892209"/>
                <a:gd name="connsiteX4" fmla="*/ 1115866 w 1845032"/>
                <a:gd name="connsiteY4" fmla="*/ 1207078 h 1892209"/>
                <a:gd name="connsiteX5" fmla="*/ 1509566 w 1845032"/>
                <a:gd name="connsiteY5" fmla="*/ 1821757 h 1892209"/>
                <a:gd name="connsiteX6" fmla="*/ 24 w 1845032"/>
                <a:gd name="connsiteY6" fmla="*/ 972297 h 1892209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7542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52565"/>
                <a:gd name="connsiteY0" fmla="*/ 972446 h 1906814"/>
                <a:gd name="connsiteX1" fmla="*/ 1468612 w 1852565"/>
                <a:gd name="connsiteY1" fmla="*/ 77316 h 1906814"/>
                <a:gd name="connsiteX2" fmla="*/ 1070147 w 1852565"/>
                <a:gd name="connsiteY2" fmla="*/ 668745 h 1906814"/>
                <a:gd name="connsiteX3" fmla="*/ 1842307 w 1852565"/>
                <a:gd name="connsiteY3" fmla="*/ 798285 h 1906814"/>
                <a:gd name="connsiteX4" fmla="*/ 1115866 w 1852565"/>
                <a:gd name="connsiteY4" fmla="*/ 1207227 h 1906814"/>
                <a:gd name="connsiteX5" fmla="*/ 1509566 w 1852565"/>
                <a:gd name="connsiteY5" fmla="*/ 1837146 h 1906814"/>
                <a:gd name="connsiteX6" fmla="*/ 24 w 1852565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45032"/>
                <a:gd name="connsiteY0" fmla="*/ 972446 h 1906814"/>
                <a:gd name="connsiteX1" fmla="*/ 1468612 w 1845032"/>
                <a:gd name="connsiteY1" fmla="*/ 77316 h 1906814"/>
                <a:gd name="connsiteX2" fmla="*/ 1070147 w 1845032"/>
                <a:gd name="connsiteY2" fmla="*/ 668745 h 1906814"/>
                <a:gd name="connsiteX3" fmla="*/ 1834687 w 1845032"/>
                <a:gd name="connsiteY3" fmla="*/ 790665 h 1906814"/>
                <a:gd name="connsiteX4" fmla="*/ 1115866 w 1845032"/>
                <a:gd name="connsiteY4" fmla="*/ 1207227 h 1906814"/>
                <a:gd name="connsiteX5" fmla="*/ 1509566 w 1845032"/>
                <a:gd name="connsiteY5" fmla="*/ 1837146 h 1906814"/>
                <a:gd name="connsiteX6" fmla="*/ 24 w 1845032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68714"/>
                <a:gd name="connsiteY0" fmla="*/ 972446 h 1906814"/>
                <a:gd name="connsiteX1" fmla="*/ 1468612 w 1868714"/>
                <a:gd name="connsiteY1" fmla="*/ 77316 h 1906814"/>
                <a:gd name="connsiteX2" fmla="*/ 1070147 w 1868714"/>
                <a:gd name="connsiteY2" fmla="*/ 668745 h 1906814"/>
                <a:gd name="connsiteX3" fmla="*/ 1858637 w 1868714"/>
                <a:gd name="connsiteY3" fmla="*/ 914360 h 1906814"/>
                <a:gd name="connsiteX4" fmla="*/ 1115866 w 1868714"/>
                <a:gd name="connsiteY4" fmla="*/ 1207227 h 1906814"/>
                <a:gd name="connsiteX5" fmla="*/ 1509566 w 1868714"/>
                <a:gd name="connsiteY5" fmla="*/ 1837146 h 1906814"/>
                <a:gd name="connsiteX6" fmla="*/ 24 w 1868714"/>
                <a:gd name="connsiteY6" fmla="*/ 972446 h 1906814"/>
                <a:gd name="connsiteX0" fmla="*/ 24 w 1858638"/>
                <a:gd name="connsiteY0" fmla="*/ 972446 h 1906814"/>
                <a:gd name="connsiteX1" fmla="*/ 1468612 w 1858638"/>
                <a:gd name="connsiteY1" fmla="*/ 77316 h 1906814"/>
                <a:gd name="connsiteX2" fmla="*/ 1070147 w 1858638"/>
                <a:gd name="connsiteY2" fmla="*/ 668745 h 1906814"/>
                <a:gd name="connsiteX3" fmla="*/ 1858637 w 1858638"/>
                <a:gd name="connsiteY3" fmla="*/ 914360 h 1906814"/>
                <a:gd name="connsiteX4" fmla="*/ 1115866 w 1858638"/>
                <a:gd name="connsiteY4" fmla="*/ 1207227 h 1906814"/>
                <a:gd name="connsiteX5" fmla="*/ 1509566 w 1858638"/>
                <a:gd name="connsiteY5" fmla="*/ 1837146 h 1906814"/>
                <a:gd name="connsiteX6" fmla="*/ 24 w 1858638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4 w 1895754"/>
                <a:gd name="connsiteY0" fmla="*/ 972446 h 1906814"/>
                <a:gd name="connsiteX1" fmla="*/ 1468612 w 1895754"/>
                <a:gd name="connsiteY1" fmla="*/ 77316 h 1906814"/>
                <a:gd name="connsiteX2" fmla="*/ 1070147 w 1895754"/>
                <a:gd name="connsiteY2" fmla="*/ 668745 h 1906814"/>
                <a:gd name="connsiteX3" fmla="*/ 1895754 w 1895754"/>
                <a:gd name="connsiteY3" fmla="*/ 1009921 h 1906814"/>
                <a:gd name="connsiteX4" fmla="*/ 1115866 w 1895754"/>
                <a:gd name="connsiteY4" fmla="*/ 1207227 h 1906814"/>
                <a:gd name="connsiteX5" fmla="*/ 1509566 w 1895754"/>
                <a:gd name="connsiteY5" fmla="*/ 1837146 h 1906814"/>
                <a:gd name="connsiteX6" fmla="*/ 24 w 1895754"/>
                <a:gd name="connsiteY6" fmla="*/ 972446 h 1906814"/>
                <a:gd name="connsiteX0" fmla="*/ 27 w 1895757"/>
                <a:gd name="connsiteY0" fmla="*/ 897919 h 1832287"/>
                <a:gd name="connsiteX1" fmla="*/ 1468615 w 1895757"/>
                <a:gd name="connsiteY1" fmla="*/ 2789 h 1832287"/>
                <a:gd name="connsiteX2" fmla="*/ 1077798 w 1895757"/>
                <a:gd name="connsiteY2" fmla="*/ 607019 h 1832287"/>
                <a:gd name="connsiteX3" fmla="*/ 1895757 w 1895757"/>
                <a:gd name="connsiteY3" fmla="*/ 935394 h 1832287"/>
                <a:gd name="connsiteX4" fmla="*/ 1115869 w 1895757"/>
                <a:gd name="connsiteY4" fmla="*/ 1132700 h 1832287"/>
                <a:gd name="connsiteX5" fmla="*/ 1509569 w 1895757"/>
                <a:gd name="connsiteY5" fmla="*/ 1762619 h 1832287"/>
                <a:gd name="connsiteX6" fmla="*/ 27 w 1895757"/>
                <a:gd name="connsiteY6" fmla="*/ 897919 h 1832287"/>
                <a:gd name="connsiteX0" fmla="*/ 27 w 1895757"/>
                <a:gd name="connsiteY0" fmla="*/ 897726 h 1832094"/>
                <a:gd name="connsiteX1" fmla="*/ 1468615 w 1895757"/>
                <a:gd name="connsiteY1" fmla="*/ 2596 h 1832094"/>
                <a:gd name="connsiteX2" fmla="*/ 1077798 w 1895757"/>
                <a:gd name="connsiteY2" fmla="*/ 606826 h 1832094"/>
                <a:gd name="connsiteX3" fmla="*/ 1895757 w 1895757"/>
                <a:gd name="connsiteY3" fmla="*/ 935201 h 1832094"/>
                <a:gd name="connsiteX4" fmla="*/ 1115869 w 1895757"/>
                <a:gd name="connsiteY4" fmla="*/ 1132507 h 1832094"/>
                <a:gd name="connsiteX5" fmla="*/ 1509569 w 1895757"/>
                <a:gd name="connsiteY5" fmla="*/ 1762426 h 1832094"/>
                <a:gd name="connsiteX6" fmla="*/ 27 w 1895757"/>
                <a:gd name="connsiteY6" fmla="*/ 897726 h 1832094"/>
                <a:gd name="connsiteX0" fmla="*/ 30 w 1895760"/>
                <a:gd name="connsiteY0" fmla="*/ 1043304 h 1977672"/>
                <a:gd name="connsiteX1" fmla="*/ 1468618 w 1895760"/>
                <a:gd name="connsiteY1" fmla="*/ 148174 h 1977672"/>
                <a:gd name="connsiteX2" fmla="*/ 1077801 w 1895760"/>
                <a:gd name="connsiteY2" fmla="*/ 752404 h 1977672"/>
                <a:gd name="connsiteX3" fmla="*/ 1895760 w 1895760"/>
                <a:gd name="connsiteY3" fmla="*/ 1080779 h 1977672"/>
                <a:gd name="connsiteX4" fmla="*/ 1115872 w 1895760"/>
                <a:gd name="connsiteY4" fmla="*/ 1278085 h 1977672"/>
                <a:gd name="connsiteX5" fmla="*/ 1509572 w 1895760"/>
                <a:gd name="connsiteY5" fmla="*/ 1908004 h 1977672"/>
                <a:gd name="connsiteX6" fmla="*/ 30 w 1895760"/>
                <a:gd name="connsiteY6" fmla="*/ 1043304 h 1977672"/>
                <a:gd name="connsiteX0" fmla="*/ 30 w 1895760"/>
                <a:gd name="connsiteY0" fmla="*/ 1061276 h 1995644"/>
                <a:gd name="connsiteX1" fmla="*/ 1468618 w 1895760"/>
                <a:gd name="connsiteY1" fmla="*/ 166146 h 1995644"/>
                <a:gd name="connsiteX2" fmla="*/ 1077801 w 1895760"/>
                <a:gd name="connsiteY2" fmla="*/ 770376 h 1995644"/>
                <a:gd name="connsiteX3" fmla="*/ 1895760 w 1895760"/>
                <a:gd name="connsiteY3" fmla="*/ 1098751 h 1995644"/>
                <a:gd name="connsiteX4" fmla="*/ 1115872 w 1895760"/>
                <a:gd name="connsiteY4" fmla="*/ 1296057 h 1995644"/>
                <a:gd name="connsiteX5" fmla="*/ 1509572 w 1895760"/>
                <a:gd name="connsiteY5" fmla="*/ 1925976 h 1995644"/>
                <a:gd name="connsiteX6" fmla="*/ 30 w 1895760"/>
                <a:gd name="connsiteY6" fmla="*/ 1061276 h 1995644"/>
                <a:gd name="connsiteX0" fmla="*/ 30 w 1895760"/>
                <a:gd name="connsiteY0" fmla="*/ 1013974 h 1948342"/>
                <a:gd name="connsiteX1" fmla="*/ 1468618 w 1895760"/>
                <a:gd name="connsiteY1" fmla="*/ 118844 h 1948342"/>
                <a:gd name="connsiteX2" fmla="*/ 1077801 w 1895760"/>
                <a:gd name="connsiteY2" fmla="*/ 723074 h 1948342"/>
                <a:gd name="connsiteX3" fmla="*/ 1895760 w 1895760"/>
                <a:gd name="connsiteY3" fmla="*/ 1051449 h 1948342"/>
                <a:gd name="connsiteX4" fmla="*/ 1115872 w 1895760"/>
                <a:gd name="connsiteY4" fmla="*/ 1248755 h 1948342"/>
                <a:gd name="connsiteX5" fmla="*/ 1509572 w 1895760"/>
                <a:gd name="connsiteY5" fmla="*/ 1878674 h 1948342"/>
                <a:gd name="connsiteX6" fmla="*/ 30 w 1895760"/>
                <a:gd name="connsiteY6" fmla="*/ 1013974 h 1948342"/>
                <a:gd name="connsiteX0" fmla="*/ 30 w 1895760"/>
                <a:gd name="connsiteY0" fmla="*/ 1077889 h 2012257"/>
                <a:gd name="connsiteX1" fmla="*/ 1468618 w 1895760"/>
                <a:gd name="connsiteY1" fmla="*/ 182759 h 2012257"/>
                <a:gd name="connsiteX2" fmla="*/ 1077801 w 1895760"/>
                <a:gd name="connsiteY2" fmla="*/ 786989 h 2012257"/>
                <a:gd name="connsiteX3" fmla="*/ 1895760 w 1895760"/>
                <a:gd name="connsiteY3" fmla="*/ 1115364 h 2012257"/>
                <a:gd name="connsiteX4" fmla="*/ 1115872 w 1895760"/>
                <a:gd name="connsiteY4" fmla="*/ 1312670 h 2012257"/>
                <a:gd name="connsiteX5" fmla="*/ 1509572 w 1895760"/>
                <a:gd name="connsiteY5" fmla="*/ 1942589 h 2012257"/>
                <a:gd name="connsiteX6" fmla="*/ 30 w 1895760"/>
                <a:gd name="connsiteY6" fmla="*/ 1077889 h 2012257"/>
                <a:gd name="connsiteX0" fmla="*/ 138 w 1895868"/>
                <a:gd name="connsiteY0" fmla="*/ 1066944 h 2001197"/>
                <a:gd name="connsiteX1" fmla="*/ 1585852 w 1895868"/>
                <a:gd name="connsiteY1" fmla="*/ 183833 h 2001197"/>
                <a:gd name="connsiteX2" fmla="*/ 1077909 w 1895868"/>
                <a:gd name="connsiteY2" fmla="*/ 776044 h 2001197"/>
                <a:gd name="connsiteX3" fmla="*/ 1895868 w 1895868"/>
                <a:gd name="connsiteY3" fmla="*/ 1104419 h 2001197"/>
                <a:gd name="connsiteX4" fmla="*/ 1115980 w 1895868"/>
                <a:gd name="connsiteY4" fmla="*/ 1301725 h 2001197"/>
                <a:gd name="connsiteX5" fmla="*/ 1509680 w 1895868"/>
                <a:gd name="connsiteY5" fmla="*/ 1931644 h 2001197"/>
                <a:gd name="connsiteX6" fmla="*/ 138 w 1895868"/>
                <a:gd name="connsiteY6" fmla="*/ 1066944 h 2001197"/>
                <a:gd name="connsiteX0" fmla="*/ 68 w 1895798"/>
                <a:gd name="connsiteY0" fmla="*/ 1065359 h 1906967"/>
                <a:gd name="connsiteX1" fmla="*/ 1585782 w 1895798"/>
                <a:gd name="connsiteY1" fmla="*/ 182248 h 1906967"/>
                <a:gd name="connsiteX2" fmla="*/ 1077839 w 1895798"/>
                <a:gd name="connsiteY2" fmla="*/ 774459 h 1906967"/>
                <a:gd name="connsiteX3" fmla="*/ 1895798 w 1895798"/>
                <a:gd name="connsiteY3" fmla="*/ 1102834 h 1906967"/>
                <a:gd name="connsiteX4" fmla="*/ 1115910 w 1895798"/>
                <a:gd name="connsiteY4" fmla="*/ 1300140 h 1906967"/>
                <a:gd name="connsiteX5" fmla="*/ 1650942 w 1895798"/>
                <a:gd name="connsiteY5" fmla="*/ 1832060 h 1906967"/>
                <a:gd name="connsiteX6" fmla="*/ 68 w 1895798"/>
                <a:gd name="connsiteY6" fmla="*/ 1065359 h 1906967"/>
                <a:gd name="connsiteX0" fmla="*/ 68 w 1895798"/>
                <a:gd name="connsiteY0" fmla="*/ 1065359 h 1987384"/>
                <a:gd name="connsiteX1" fmla="*/ 1585782 w 1895798"/>
                <a:gd name="connsiteY1" fmla="*/ 182248 h 1987384"/>
                <a:gd name="connsiteX2" fmla="*/ 1077839 w 1895798"/>
                <a:gd name="connsiteY2" fmla="*/ 774459 h 1987384"/>
                <a:gd name="connsiteX3" fmla="*/ 1895798 w 1895798"/>
                <a:gd name="connsiteY3" fmla="*/ 1102834 h 1987384"/>
                <a:gd name="connsiteX4" fmla="*/ 1115910 w 1895798"/>
                <a:gd name="connsiteY4" fmla="*/ 1300140 h 1987384"/>
                <a:gd name="connsiteX5" fmla="*/ 1650942 w 1895798"/>
                <a:gd name="connsiteY5" fmla="*/ 1832060 h 1987384"/>
                <a:gd name="connsiteX6" fmla="*/ 68 w 1895798"/>
                <a:gd name="connsiteY6" fmla="*/ 1065359 h 1987384"/>
                <a:gd name="connsiteX0" fmla="*/ 68 w 1895798"/>
                <a:gd name="connsiteY0" fmla="*/ 1065359 h 2005643"/>
                <a:gd name="connsiteX1" fmla="*/ 1585782 w 1895798"/>
                <a:gd name="connsiteY1" fmla="*/ 182248 h 2005643"/>
                <a:gd name="connsiteX2" fmla="*/ 1077839 w 1895798"/>
                <a:gd name="connsiteY2" fmla="*/ 774459 h 2005643"/>
                <a:gd name="connsiteX3" fmla="*/ 1895798 w 1895798"/>
                <a:gd name="connsiteY3" fmla="*/ 1102834 h 2005643"/>
                <a:gd name="connsiteX4" fmla="*/ 1115910 w 1895798"/>
                <a:gd name="connsiteY4" fmla="*/ 1300140 h 2005643"/>
                <a:gd name="connsiteX5" fmla="*/ 1650942 w 1895798"/>
                <a:gd name="connsiteY5" fmla="*/ 1832060 h 2005643"/>
                <a:gd name="connsiteX6" fmla="*/ 68 w 1895798"/>
                <a:gd name="connsiteY6" fmla="*/ 1065359 h 2005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5798" h="2005643">
                  <a:moveTo>
                    <a:pt x="68" y="1065359"/>
                  </a:moveTo>
                  <a:cubicBezTo>
                    <a:pt x="-10792" y="790390"/>
                    <a:pt x="1321523" y="-462789"/>
                    <a:pt x="1585782" y="182248"/>
                  </a:cubicBezTo>
                  <a:cubicBezTo>
                    <a:pt x="1850041" y="827285"/>
                    <a:pt x="1002365" y="768539"/>
                    <a:pt x="1077839" y="774459"/>
                  </a:cubicBezTo>
                  <a:cubicBezTo>
                    <a:pt x="1131232" y="914517"/>
                    <a:pt x="1745907" y="326431"/>
                    <a:pt x="1895798" y="1102834"/>
                  </a:cubicBezTo>
                  <a:cubicBezTo>
                    <a:pt x="1696671" y="1695067"/>
                    <a:pt x="1120387" y="1225011"/>
                    <a:pt x="1115910" y="1300140"/>
                  </a:cubicBezTo>
                  <a:cubicBezTo>
                    <a:pt x="1065191" y="1264893"/>
                    <a:pt x="1890601" y="1503138"/>
                    <a:pt x="1650942" y="1832060"/>
                  </a:cubicBezTo>
                  <a:cubicBezTo>
                    <a:pt x="1027836" y="2422301"/>
                    <a:pt x="10928" y="1340328"/>
                    <a:pt x="68" y="1065359"/>
                  </a:cubicBez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90000">
                  <a:srgbClr val="FFFF00"/>
                </a:gs>
              </a:gsLst>
              <a:lin ang="72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B597B0F-A401-7DD3-F803-B98C89F6F1FA}"/>
                </a:ext>
              </a:extLst>
            </p:cNvPr>
            <p:cNvSpPr/>
            <p:nvPr/>
          </p:nvSpPr>
          <p:spPr>
            <a:xfrm>
              <a:off x="2767714" y="3463987"/>
              <a:ext cx="1352264" cy="2816535"/>
            </a:xfrm>
            <a:custGeom>
              <a:avLst/>
              <a:gdLst>
                <a:gd name="connsiteX0" fmla="*/ 1068814 w 1352264"/>
                <a:gd name="connsiteY0" fmla="*/ 0 h 2816535"/>
                <a:gd name="connsiteX1" fmla="*/ 1091150 w 1352264"/>
                <a:gd name="connsiteY1" fmla="*/ 49913 h 2816535"/>
                <a:gd name="connsiteX2" fmla="*/ 1352264 w 1352264"/>
                <a:gd name="connsiteY2" fmla="*/ 1344584 h 2816535"/>
                <a:gd name="connsiteX3" fmla="*/ 1091323 w 1352264"/>
                <a:gd name="connsiteY3" fmla="*/ 2768680 h 2816535"/>
                <a:gd name="connsiteX4" fmla="*/ 1063040 w 1352264"/>
                <a:gd name="connsiteY4" fmla="*/ 2816535 h 2816535"/>
                <a:gd name="connsiteX5" fmla="*/ 1006946 w 1352264"/>
                <a:gd name="connsiteY5" fmla="*/ 2805568 h 2816535"/>
                <a:gd name="connsiteX6" fmla="*/ 449233 w 1352264"/>
                <a:gd name="connsiteY6" fmla="*/ 2571708 h 2816535"/>
                <a:gd name="connsiteX7" fmla="*/ 4734 w 1352264"/>
                <a:gd name="connsiteY7" fmla="*/ 1466806 h 2816535"/>
                <a:gd name="connsiteX8" fmla="*/ 501070 w 1352264"/>
                <a:gd name="connsiteY8" fmla="*/ 324432 h 2816535"/>
                <a:gd name="connsiteX9" fmla="*/ 1063059 w 1352264"/>
                <a:gd name="connsiteY9" fmla="*/ 1415 h 2816535"/>
                <a:gd name="connsiteX10" fmla="*/ 1068814 w 1352264"/>
                <a:gd name="connsiteY10" fmla="*/ 0 h 28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52264" h="2816535">
                  <a:moveTo>
                    <a:pt x="1068814" y="0"/>
                  </a:moveTo>
                  <a:lnTo>
                    <a:pt x="1091150" y="49913"/>
                  </a:lnTo>
                  <a:cubicBezTo>
                    <a:pt x="1221490" y="357645"/>
                    <a:pt x="1352264" y="821838"/>
                    <a:pt x="1352264" y="1344584"/>
                  </a:cubicBezTo>
                  <a:cubicBezTo>
                    <a:pt x="1352264" y="1983496"/>
                    <a:pt x="1243182" y="2485366"/>
                    <a:pt x="1091323" y="2768680"/>
                  </a:cubicBezTo>
                  <a:lnTo>
                    <a:pt x="1063040" y="2816535"/>
                  </a:lnTo>
                  <a:lnTo>
                    <a:pt x="1006946" y="2805568"/>
                  </a:lnTo>
                  <a:cubicBezTo>
                    <a:pt x="777426" y="2754343"/>
                    <a:pt x="578505" y="2676753"/>
                    <a:pt x="449233" y="2571708"/>
                  </a:cubicBezTo>
                  <a:cubicBezTo>
                    <a:pt x="60963" y="2349865"/>
                    <a:pt x="-3906" y="1841352"/>
                    <a:pt x="4734" y="1466806"/>
                  </a:cubicBezTo>
                  <a:cubicBezTo>
                    <a:pt x="-37427" y="863660"/>
                    <a:pt x="208051" y="692116"/>
                    <a:pt x="501070" y="324432"/>
                  </a:cubicBezTo>
                  <a:cubicBezTo>
                    <a:pt x="610952" y="186551"/>
                    <a:pt x="816841" y="76610"/>
                    <a:pt x="1063059" y="1415"/>
                  </a:cubicBezTo>
                  <a:lnTo>
                    <a:pt x="1068814" y="0"/>
                  </a:lnTo>
                  <a:close/>
                </a:path>
              </a:pathLst>
            </a:cu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90000">
                  <a:srgbClr val="FFFF00"/>
                </a:gs>
              </a:gsLst>
              <a:lin ang="7200000" scaled="0"/>
            </a:gra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DAFE05F8-F9C8-7758-1783-F6FBC39A20A0}"/>
                </a:ext>
              </a:extLst>
            </p:cNvPr>
            <p:cNvSpPr/>
            <p:nvPr/>
          </p:nvSpPr>
          <p:spPr>
            <a:xfrm>
              <a:off x="3100305" y="4156504"/>
              <a:ext cx="369673" cy="769966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4E906CD9-733E-2356-2899-A4970E189FA5}"/>
                </a:ext>
              </a:extLst>
            </p:cNvPr>
            <p:cNvSpPr/>
            <p:nvPr/>
          </p:nvSpPr>
          <p:spPr>
            <a:xfrm>
              <a:off x="3104281" y="4364091"/>
              <a:ext cx="214811" cy="447415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4C89D194-6948-9B23-F596-F2D7FF5156A1}"/>
                </a:ext>
              </a:extLst>
            </p:cNvPr>
            <p:cNvSpPr/>
            <p:nvPr/>
          </p:nvSpPr>
          <p:spPr>
            <a:xfrm>
              <a:off x="3123032" y="4543269"/>
              <a:ext cx="88654" cy="184651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8910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A4DC0E4-419D-9DA3-65CB-DD733F59011E}"/>
              </a:ext>
            </a:extLst>
          </p:cNvPr>
          <p:cNvGrpSpPr/>
          <p:nvPr/>
        </p:nvGrpSpPr>
        <p:grpSpPr>
          <a:xfrm>
            <a:off x="-934050" y="404791"/>
            <a:ext cx="6278060" cy="4466360"/>
            <a:chOff x="1954293" y="1653020"/>
            <a:chExt cx="6278060" cy="446636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2145860-E1B8-3388-1DAE-AE4B8BD77E8E}"/>
                </a:ext>
              </a:extLst>
            </p:cNvPr>
            <p:cNvSpPr/>
            <p:nvPr/>
          </p:nvSpPr>
          <p:spPr>
            <a:xfrm>
              <a:off x="1954293" y="3640099"/>
              <a:ext cx="568777" cy="914447"/>
            </a:xfrm>
            <a:custGeom>
              <a:avLst/>
              <a:gdLst>
                <a:gd name="connsiteX0" fmla="*/ 358940 w 397732"/>
                <a:gd name="connsiteY0" fmla="*/ 0 h 705318"/>
                <a:gd name="connsiteX1" fmla="*/ 361803 w 397732"/>
                <a:gd name="connsiteY1" fmla="*/ 7848 h 705318"/>
                <a:gd name="connsiteX2" fmla="*/ 397732 w 397732"/>
                <a:gd name="connsiteY2" fmla="*/ 272594 h 705318"/>
                <a:gd name="connsiteX3" fmla="*/ 319650 w 397732"/>
                <a:gd name="connsiteY3" fmla="*/ 652874 h 705318"/>
                <a:gd name="connsiteX4" fmla="*/ 291786 w 397732"/>
                <a:gd name="connsiteY4" fmla="*/ 703115 h 705318"/>
                <a:gd name="connsiteX5" fmla="*/ 219944 w 397732"/>
                <a:gd name="connsiteY5" fmla="*/ 705318 h 705318"/>
                <a:gd name="connsiteX6" fmla="*/ 5801 w 397732"/>
                <a:gd name="connsiteY6" fmla="*/ 525127 h 705318"/>
                <a:gd name="connsiteX7" fmla="*/ 56600 w 397732"/>
                <a:gd name="connsiteY7" fmla="*/ 347327 h 705318"/>
                <a:gd name="connsiteX8" fmla="*/ 353382 w 397732"/>
                <a:gd name="connsiteY8" fmla="*/ 9484 h 705318"/>
                <a:gd name="connsiteX9" fmla="*/ 358940 w 397732"/>
                <a:gd name="connsiteY9" fmla="*/ 0 h 705318"/>
                <a:gd name="connsiteX0" fmla="*/ 358940 w 400740"/>
                <a:gd name="connsiteY0" fmla="*/ 0 h 705318"/>
                <a:gd name="connsiteX1" fmla="*/ 361803 w 400740"/>
                <a:gd name="connsiteY1" fmla="*/ 7848 h 705318"/>
                <a:gd name="connsiteX2" fmla="*/ 397732 w 400740"/>
                <a:gd name="connsiteY2" fmla="*/ 272594 h 705318"/>
                <a:gd name="connsiteX3" fmla="*/ 291786 w 400740"/>
                <a:gd name="connsiteY3" fmla="*/ 703115 h 705318"/>
                <a:gd name="connsiteX4" fmla="*/ 219944 w 400740"/>
                <a:gd name="connsiteY4" fmla="*/ 705318 h 705318"/>
                <a:gd name="connsiteX5" fmla="*/ 5801 w 400740"/>
                <a:gd name="connsiteY5" fmla="*/ 525127 h 705318"/>
                <a:gd name="connsiteX6" fmla="*/ 56600 w 400740"/>
                <a:gd name="connsiteY6" fmla="*/ 347327 h 705318"/>
                <a:gd name="connsiteX7" fmla="*/ 353382 w 400740"/>
                <a:gd name="connsiteY7" fmla="*/ 9484 h 705318"/>
                <a:gd name="connsiteX8" fmla="*/ 358940 w 400740"/>
                <a:gd name="connsiteY8" fmla="*/ 0 h 705318"/>
                <a:gd name="connsiteX0" fmla="*/ 358940 w 564621"/>
                <a:gd name="connsiteY0" fmla="*/ 0 h 705318"/>
                <a:gd name="connsiteX1" fmla="*/ 361803 w 564621"/>
                <a:gd name="connsiteY1" fmla="*/ 7848 h 705318"/>
                <a:gd name="connsiteX2" fmla="*/ 397732 w 564621"/>
                <a:gd name="connsiteY2" fmla="*/ 272594 h 705318"/>
                <a:gd name="connsiteX3" fmla="*/ 560975 w 564621"/>
                <a:gd name="connsiteY3" fmla="*/ 518528 h 705318"/>
                <a:gd name="connsiteX4" fmla="*/ 219944 w 564621"/>
                <a:gd name="connsiteY4" fmla="*/ 705318 h 705318"/>
                <a:gd name="connsiteX5" fmla="*/ 5801 w 564621"/>
                <a:gd name="connsiteY5" fmla="*/ 525127 h 705318"/>
                <a:gd name="connsiteX6" fmla="*/ 56600 w 564621"/>
                <a:gd name="connsiteY6" fmla="*/ 347327 h 705318"/>
                <a:gd name="connsiteX7" fmla="*/ 353382 w 564621"/>
                <a:gd name="connsiteY7" fmla="*/ 9484 h 705318"/>
                <a:gd name="connsiteX8" fmla="*/ 358940 w 564621"/>
                <a:gd name="connsiteY8" fmla="*/ 0 h 705318"/>
                <a:gd name="connsiteX0" fmla="*/ 358940 w 405404"/>
                <a:gd name="connsiteY0" fmla="*/ 0 h 705318"/>
                <a:gd name="connsiteX1" fmla="*/ 361803 w 405404"/>
                <a:gd name="connsiteY1" fmla="*/ 7848 h 705318"/>
                <a:gd name="connsiteX2" fmla="*/ 397732 w 405404"/>
                <a:gd name="connsiteY2" fmla="*/ 272594 h 705318"/>
                <a:gd name="connsiteX3" fmla="*/ 219944 w 405404"/>
                <a:gd name="connsiteY3" fmla="*/ 705318 h 705318"/>
                <a:gd name="connsiteX4" fmla="*/ 5801 w 405404"/>
                <a:gd name="connsiteY4" fmla="*/ 525127 h 705318"/>
                <a:gd name="connsiteX5" fmla="*/ 56600 w 405404"/>
                <a:gd name="connsiteY5" fmla="*/ 347327 h 705318"/>
                <a:gd name="connsiteX6" fmla="*/ 353382 w 405404"/>
                <a:gd name="connsiteY6" fmla="*/ 9484 h 705318"/>
                <a:gd name="connsiteX7" fmla="*/ 358940 w 405404"/>
                <a:gd name="connsiteY7" fmla="*/ 0 h 705318"/>
                <a:gd name="connsiteX0" fmla="*/ 381429 w 586909"/>
                <a:gd name="connsiteY0" fmla="*/ 0 h 533762"/>
                <a:gd name="connsiteX1" fmla="*/ 384292 w 586909"/>
                <a:gd name="connsiteY1" fmla="*/ 7848 h 533762"/>
                <a:gd name="connsiteX2" fmla="*/ 420221 w 586909"/>
                <a:gd name="connsiteY2" fmla="*/ 272594 h 533762"/>
                <a:gd name="connsiteX3" fmla="*/ 573151 w 586909"/>
                <a:gd name="connsiteY3" fmla="*/ 513040 h 533762"/>
                <a:gd name="connsiteX4" fmla="*/ 28290 w 586909"/>
                <a:gd name="connsiteY4" fmla="*/ 525127 h 533762"/>
                <a:gd name="connsiteX5" fmla="*/ 79089 w 586909"/>
                <a:gd name="connsiteY5" fmla="*/ 347327 h 533762"/>
                <a:gd name="connsiteX6" fmla="*/ 375871 w 586909"/>
                <a:gd name="connsiteY6" fmla="*/ 9484 h 533762"/>
                <a:gd name="connsiteX7" fmla="*/ 381429 w 586909"/>
                <a:gd name="connsiteY7" fmla="*/ 0 h 533762"/>
                <a:gd name="connsiteX0" fmla="*/ 357821 w 563301"/>
                <a:gd name="connsiteY0" fmla="*/ 23296 h 561314"/>
                <a:gd name="connsiteX1" fmla="*/ 360684 w 563301"/>
                <a:gd name="connsiteY1" fmla="*/ 31144 h 561314"/>
                <a:gd name="connsiteX2" fmla="*/ 396613 w 563301"/>
                <a:gd name="connsiteY2" fmla="*/ 295890 h 561314"/>
                <a:gd name="connsiteX3" fmla="*/ 549543 w 563301"/>
                <a:gd name="connsiteY3" fmla="*/ 536336 h 561314"/>
                <a:gd name="connsiteX4" fmla="*/ 4682 w 563301"/>
                <a:gd name="connsiteY4" fmla="*/ 548423 h 561314"/>
                <a:gd name="connsiteX5" fmla="*/ 274677 w 563301"/>
                <a:gd name="connsiteY5" fmla="*/ 309094 h 561314"/>
                <a:gd name="connsiteX6" fmla="*/ 352263 w 563301"/>
                <a:gd name="connsiteY6" fmla="*/ 32780 h 561314"/>
                <a:gd name="connsiteX7" fmla="*/ 357821 w 563301"/>
                <a:gd name="connsiteY7" fmla="*/ 23296 h 561314"/>
                <a:gd name="connsiteX0" fmla="*/ 169301 w 374781"/>
                <a:gd name="connsiteY0" fmla="*/ 23296 h 536360"/>
                <a:gd name="connsiteX1" fmla="*/ 172164 w 374781"/>
                <a:gd name="connsiteY1" fmla="*/ 31144 h 536360"/>
                <a:gd name="connsiteX2" fmla="*/ 208093 w 374781"/>
                <a:gd name="connsiteY2" fmla="*/ 295890 h 536360"/>
                <a:gd name="connsiteX3" fmla="*/ 361023 w 374781"/>
                <a:gd name="connsiteY3" fmla="*/ 536336 h 536360"/>
                <a:gd name="connsiteX4" fmla="*/ 86157 w 374781"/>
                <a:gd name="connsiteY4" fmla="*/ 309094 h 536360"/>
                <a:gd name="connsiteX5" fmla="*/ 163743 w 374781"/>
                <a:gd name="connsiteY5" fmla="*/ 32780 h 536360"/>
                <a:gd name="connsiteX6" fmla="*/ 169301 w 374781"/>
                <a:gd name="connsiteY6" fmla="*/ 23296 h 536360"/>
                <a:gd name="connsiteX0" fmla="*/ 423107 w 423107"/>
                <a:gd name="connsiteY0" fmla="*/ 115589 h 536360"/>
                <a:gd name="connsiteX1" fmla="*/ 172164 w 423107"/>
                <a:gd name="connsiteY1" fmla="*/ 31144 h 536360"/>
                <a:gd name="connsiteX2" fmla="*/ 208093 w 423107"/>
                <a:gd name="connsiteY2" fmla="*/ 295890 h 536360"/>
                <a:gd name="connsiteX3" fmla="*/ 361023 w 423107"/>
                <a:gd name="connsiteY3" fmla="*/ 536336 h 536360"/>
                <a:gd name="connsiteX4" fmla="*/ 86157 w 423107"/>
                <a:gd name="connsiteY4" fmla="*/ 309094 h 536360"/>
                <a:gd name="connsiteX5" fmla="*/ 163743 w 423107"/>
                <a:gd name="connsiteY5" fmla="*/ 32780 h 536360"/>
                <a:gd name="connsiteX6" fmla="*/ 423107 w 423107"/>
                <a:gd name="connsiteY6" fmla="*/ 115589 h 536360"/>
                <a:gd name="connsiteX0" fmla="*/ 163743 w 374781"/>
                <a:gd name="connsiteY0" fmla="*/ 32780 h 536360"/>
                <a:gd name="connsiteX1" fmla="*/ 172164 w 374781"/>
                <a:gd name="connsiteY1" fmla="*/ 31144 h 536360"/>
                <a:gd name="connsiteX2" fmla="*/ 208093 w 374781"/>
                <a:gd name="connsiteY2" fmla="*/ 295890 h 536360"/>
                <a:gd name="connsiteX3" fmla="*/ 361023 w 374781"/>
                <a:gd name="connsiteY3" fmla="*/ 536336 h 536360"/>
                <a:gd name="connsiteX4" fmla="*/ 86157 w 374781"/>
                <a:gd name="connsiteY4" fmla="*/ 309094 h 536360"/>
                <a:gd name="connsiteX5" fmla="*/ 163743 w 374781"/>
                <a:gd name="connsiteY5" fmla="*/ 32780 h 536360"/>
                <a:gd name="connsiteX0" fmla="*/ 352551 w 352551"/>
                <a:gd name="connsiteY0" fmla="*/ 124694 h 505216"/>
                <a:gd name="connsiteX1" fmla="*/ 137930 w 352551"/>
                <a:gd name="connsiteY1" fmla="*/ 0 h 505216"/>
                <a:gd name="connsiteX2" fmla="*/ 173859 w 352551"/>
                <a:gd name="connsiteY2" fmla="*/ 264746 h 505216"/>
                <a:gd name="connsiteX3" fmla="*/ 326789 w 352551"/>
                <a:gd name="connsiteY3" fmla="*/ 505192 h 505216"/>
                <a:gd name="connsiteX4" fmla="*/ 51923 w 352551"/>
                <a:gd name="connsiteY4" fmla="*/ 277950 h 505216"/>
                <a:gd name="connsiteX5" fmla="*/ 352551 w 352551"/>
                <a:gd name="connsiteY5" fmla="*/ 124694 h 505216"/>
                <a:gd name="connsiteX0" fmla="*/ 352551 w 352551"/>
                <a:gd name="connsiteY0" fmla="*/ 124694 h 505216"/>
                <a:gd name="connsiteX1" fmla="*/ 137930 w 352551"/>
                <a:gd name="connsiteY1" fmla="*/ 0 h 505216"/>
                <a:gd name="connsiteX2" fmla="*/ 326789 w 352551"/>
                <a:gd name="connsiteY2" fmla="*/ 505192 h 505216"/>
                <a:gd name="connsiteX3" fmla="*/ 51923 w 352551"/>
                <a:gd name="connsiteY3" fmla="*/ 277950 h 505216"/>
                <a:gd name="connsiteX4" fmla="*/ 352551 w 352551"/>
                <a:gd name="connsiteY4" fmla="*/ 124694 h 505216"/>
                <a:gd name="connsiteX0" fmla="*/ 352551 w 352551"/>
                <a:gd name="connsiteY0" fmla="*/ 109945 h 490467"/>
                <a:gd name="connsiteX1" fmla="*/ 326789 w 352551"/>
                <a:gd name="connsiteY1" fmla="*/ 490443 h 490467"/>
                <a:gd name="connsiteX2" fmla="*/ 51923 w 352551"/>
                <a:gd name="connsiteY2" fmla="*/ 263201 h 490467"/>
                <a:gd name="connsiteX3" fmla="*/ 352551 w 352551"/>
                <a:gd name="connsiteY3" fmla="*/ 109945 h 490467"/>
                <a:gd name="connsiteX0" fmla="*/ 352551 w 352551"/>
                <a:gd name="connsiteY0" fmla="*/ 109945 h 526860"/>
                <a:gd name="connsiteX1" fmla="*/ 326789 w 352551"/>
                <a:gd name="connsiteY1" fmla="*/ 490443 h 526860"/>
                <a:gd name="connsiteX2" fmla="*/ 51923 w 352551"/>
                <a:gd name="connsiteY2" fmla="*/ 263201 h 526860"/>
                <a:gd name="connsiteX3" fmla="*/ 352551 w 352551"/>
                <a:gd name="connsiteY3" fmla="*/ 109945 h 526860"/>
                <a:gd name="connsiteX0" fmla="*/ 352551 w 352551"/>
                <a:gd name="connsiteY0" fmla="*/ 109945 h 558758"/>
                <a:gd name="connsiteX1" fmla="*/ 326789 w 352551"/>
                <a:gd name="connsiteY1" fmla="*/ 490443 h 558758"/>
                <a:gd name="connsiteX2" fmla="*/ 51923 w 352551"/>
                <a:gd name="connsiteY2" fmla="*/ 263201 h 558758"/>
                <a:gd name="connsiteX3" fmla="*/ 352551 w 352551"/>
                <a:gd name="connsiteY3" fmla="*/ 109945 h 558758"/>
                <a:gd name="connsiteX0" fmla="*/ 352551 w 352551"/>
                <a:gd name="connsiteY0" fmla="*/ 109945 h 552985"/>
                <a:gd name="connsiteX1" fmla="*/ 326789 w 352551"/>
                <a:gd name="connsiteY1" fmla="*/ 490443 h 552985"/>
                <a:gd name="connsiteX2" fmla="*/ 51923 w 352551"/>
                <a:gd name="connsiteY2" fmla="*/ 263201 h 552985"/>
                <a:gd name="connsiteX3" fmla="*/ 352551 w 352551"/>
                <a:gd name="connsiteY3" fmla="*/ 109945 h 552985"/>
                <a:gd name="connsiteX0" fmla="*/ 346807 w 346807"/>
                <a:gd name="connsiteY0" fmla="*/ 153778 h 596818"/>
                <a:gd name="connsiteX1" fmla="*/ 321045 w 346807"/>
                <a:gd name="connsiteY1" fmla="*/ 534276 h 596818"/>
                <a:gd name="connsiteX2" fmla="*/ 46179 w 346807"/>
                <a:gd name="connsiteY2" fmla="*/ 307034 h 596818"/>
                <a:gd name="connsiteX3" fmla="*/ 346807 w 346807"/>
                <a:gd name="connsiteY3" fmla="*/ 153778 h 596818"/>
                <a:gd name="connsiteX0" fmla="*/ 346807 w 346807"/>
                <a:gd name="connsiteY0" fmla="*/ 67585 h 510625"/>
                <a:gd name="connsiteX1" fmla="*/ 321045 w 346807"/>
                <a:gd name="connsiteY1" fmla="*/ 448083 h 510625"/>
                <a:gd name="connsiteX2" fmla="*/ 46179 w 346807"/>
                <a:gd name="connsiteY2" fmla="*/ 220841 h 510625"/>
                <a:gd name="connsiteX3" fmla="*/ 346807 w 346807"/>
                <a:gd name="connsiteY3" fmla="*/ 67585 h 510625"/>
                <a:gd name="connsiteX0" fmla="*/ 348491 w 348491"/>
                <a:gd name="connsiteY0" fmla="*/ 118436 h 561476"/>
                <a:gd name="connsiteX1" fmla="*/ 322729 w 348491"/>
                <a:gd name="connsiteY1" fmla="*/ 498934 h 561476"/>
                <a:gd name="connsiteX2" fmla="*/ 47863 w 348491"/>
                <a:gd name="connsiteY2" fmla="*/ 271692 h 561476"/>
                <a:gd name="connsiteX3" fmla="*/ 348491 w 348491"/>
                <a:gd name="connsiteY3" fmla="*/ 118436 h 561476"/>
                <a:gd name="connsiteX0" fmla="*/ 341730 w 341730"/>
                <a:gd name="connsiteY0" fmla="*/ 111596 h 554636"/>
                <a:gd name="connsiteX1" fmla="*/ 315968 w 341730"/>
                <a:gd name="connsiteY1" fmla="*/ 492094 h 554636"/>
                <a:gd name="connsiteX2" fmla="*/ 41102 w 341730"/>
                <a:gd name="connsiteY2" fmla="*/ 264852 h 554636"/>
                <a:gd name="connsiteX3" fmla="*/ 341730 w 341730"/>
                <a:gd name="connsiteY3" fmla="*/ 111596 h 554636"/>
                <a:gd name="connsiteX0" fmla="*/ 339085 w 339085"/>
                <a:gd name="connsiteY0" fmla="*/ 110489 h 553529"/>
                <a:gd name="connsiteX1" fmla="*/ 313323 w 339085"/>
                <a:gd name="connsiteY1" fmla="*/ 490987 h 553529"/>
                <a:gd name="connsiteX2" fmla="*/ 38457 w 339085"/>
                <a:gd name="connsiteY2" fmla="*/ 263745 h 553529"/>
                <a:gd name="connsiteX3" fmla="*/ 339085 w 339085"/>
                <a:gd name="connsiteY3" fmla="*/ 110489 h 553529"/>
                <a:gd name="connsiteX0" fmla="*/ 344450 w 344450"/>
                <a:gd name="connsiteY0" fmla="*/ 107028 h 553788"/>
                <a:gd name="connsiteX1" fmla="*/ 318688 w 344450"/>
                <a:gd name="connsiteY1" fmla="*/ 487526 h 553788"/>
                <a:gd name="connsiteX2" fmla="*/ 38054 w 344450"/>
                <a:gd name="connsiteY2" fmla="*/ 270379 h 553788"/>
                <a:gd name="connsiteX3" fmla="*/ 344450 w 344450"/>
                <a:gd name="connsiteY3" fmla="*/ 107028 h 55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4450" h="553788">
                  <a:moveTo>
                    <a:pt x="344450" y="107028"/>
                  </a:moveTo>
                  <a:lnTo>
                    <a:pt x="318688" y="487526"/>
                  </a:lnTo>
                  <a:cubicBezTo>
                    <a:pt x="286829" y="566638"/>
                    <a:pt x="-113651" y="646567"/>
                    <a:pt x="38054" y="270379"/>
                  </a:cubicBezTo>
                  <a:cubicBezTo>
                    <a:pt x="-128595" y="-26139"/>
                    <a:pt x="303631" y="-75925"/>
                    <a:pt x="344450" y="107028"/>
                  </a:cubicBezTo>
                  <a:close/>
                </a:path>
              </a:pathLst>
            </a:custGeom>
            <a:solidFill>
              <a:schemeClr val="tx1"/>
            </a:solidFill>
            <a:ln w="571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2A44F81-F019-6B41-1DC7-3C18F8D653DB}"/>
                </a:ext>
              </a:extLst>
            </p:cNvPr>
            <p:cNvSpPr/>
            <p:nvPr/>
          </p:nvSpPr>
          <p:spPr>
            <a:xfrm>
              <a:off x="3348987" y="1653020"/>
              <a:ext cx="3270108" cy="1737394"/>
            </a:xfrm>
            <a:custGeom>
              <a:avLst/>
              <a:gdLst>
                <a:gd name="connsiteX0" fmla="*/ 0 w 1291771"/>
                <a:gd name="connsiteY0" fmla="*/ 0 h 1103086"/>
                <a:gd name="connsiteX1" fmla="*/ 1291771 w 1291771"/>
                <a:gd name="connsiteY1" fmla="*/ 0 h 1103086"/>
                <a:gd name="connsiteX2" fmla="*/ 1291771 w 1291771"/>
                <a:gd name="connsiteY2" fmla="*/ 1103086 h 1103086"/>
                <a:gd name="connsiteX3" fmla="*/ 0 w 1291771"/>
                <a:gd name="connsiteY3" fmla="*/ 1103086 h 1103086"/>
                <a:gd name="connsiteX4" fmla="*/ 0 w 1291771"/>
                <a:gd name="connsiteY4" fmla="*/ 0 h 1103086"/>
                <a:gd name="connsiteX0" fmla="*/ 1016000 w 2307771"/>
                <a:gd name="connsiteY0" fmla="*/ 0 h 1175657"/>
                <a:gd name="connsiteX1" fmla="*/ 2307771 w 2307771"/>
                <a:gd name="connsiteY1" fmla="*/ 0 h 1175657"/>
                <a:gd name="connsiteX2" fmla="*/ 2307771 w 2307771"/>
                <a:gd name="connsiteY2" fmla="*/ 1103086 h 1175657"/>
                <a:gd name="connsiteX3" fmla="*/ 0 w 2307771"/>
                <a:gd name="connsiteY3" fmla="*/ 1175657 h 1175657"/>
                <a:gd name="connsiteX4" fmla="*/ 1016000 w 2307771"/>
                <a:gd name="connsiteY4" fmla="*/ 0 h 1175657"/>
                <a:gd name="connsiteX0" fmla="*/ 4397828 w 4397828"/>
                <a:gd name="connsiteY0" fmla="*/ 0 h 2336800"/>
                <a:gd name="connsiteX1" fmla="*/ 2307771 w 4397828"/>
                <a:gd name="connsiteY1" fmla="*/ 1161143 h 2336800"/>
                <a:gd name="connsiteX2" fmla="*/ 2307771 w 4397828"/>
                <a:gd name="connsiteY2" fmla="*/ 2264229 h 2336800"/>
                <a:gd name="connsiteX3" fmla="*/ 0 w 4397828"/>
                <a:gd name="connsiteY3" fmla="*/ 2336800 h 2336800"/>
                <a:gd name="connsiteX4" fmla="*/ 4397828 w 4397828"/>
                <a:gd name="connsiteY4" fmla="*/ 0 h 2336800"/>
                <a:gd name="connsiteX0" fmla="*/ 3048000 w 3048000"/>
                <a:gd name="connsiteY0" fmla="*/ 0 h 2264229"/>
                <a:gd name="connsiteX1" fmla="*/ 957943 w 3048000"/>
                <a:gd name="connsiteY1" fmla="*/ 1161143 h 2264229"/>
                <a:gd name="connsiteX2" fmla="*/ 957943 w 3048000"/>
                <a:gd name="connsiteY2" fmla="*/ 2264229 h 2264229"/>
                <a:gd name="connsiteX3" fmla="*/ 0 w 3048000"/>
                <a:gd name="connsiteY3" fmla="*/ 174171 h 2264229"/>
                <a:gd name="connsiteX4" fmla="*/ 3048000 w 3048000"/>
                <a:gd name="connsiteY4" fmla="*/ 0 h 2264229"/>
                <a:gd name="connsiteX0" fmla="*/ 3048000 w 3048000"/>
                <a:gd name="connsiteY0" fmla="*/ 241972 h 2506201"/>
                <a:gd name="connsiteX1" fmla="*/ 957943 w 3048000"/>
                <a:gd name="connsiteY1" fmla="*/ 1403115 h 2506201"/>
                <a:gd name="connsiteX2" fmla="*/ 957943 w 3048000"/>
                <a:gd name="connsiteY2" fmla="*/ 2506201 h 2506201"/>
                <a:gd name="connsiteX3" fmla="*/ 0 w 3048000"/>
                <a:gd name="connsiteY3" fmla="*/ 416143 h 2506201"/>
                <a:gd name="connsiteX4" fmla="*/ 3048000 w 3048000"/>
                <a:gd name="connsiteY4" fmla="*/ 241972 h 2506201"/>
                <a:gd name="connsiteX0" fmla="*/ 3048000 w 3048000"/>
                <a:gd name="connsiteY0" fmla="*/ 567705 h 2831934"/>
                <a:gd name="connsiteX1" fmla="*/ 957943 w 3048000"/>
                <a:gd name="connsiteY1" fmla="*/ 1728848 h 2831934"/>
                <a:gd name="connsiteX2" fmla="*/ 957943 w 3048000"/>
                <a:gd name="connsiteY2" fmla="*/ 2831934 h 2831934"/>
                <a:gd name="connsiteX3" fmla="*/ 0 w 3048000"/>
                <a:gd name="connsiteY3" fmla="*/ 741876 h 2831934"/>
                <a:gd name="connsiteX4" fmla="*/ 3048000 w 3048000"/>
                <a:gd name="connsiteY4" fmla="*/ 567705 h 2831934"/>
                <a:gd name="connsiteX0" fmla="*/ 3048000 w 3142456"/>
                <a:gd name="connsiteY0" fmla="*/ 208042 h 2472271"/>
                <a:gd name="connsiteX1" fmla="*/ 957943 w 3142456"/>
                <a:gd name="connsiteY1" fmla="*/ 1369185 h 2472271"/>
                <a:gd name="connsiteX2" fmla="*/ 957943 w 3142456"/>
                <a:gd name="connsiteY2" fmla="*/ 2472271 h 2472271"/>
                <a:gd name="connsiteX3" fmla="*/ 0 w 3142456"/>
                <a:gd name="connsiteY3" fmla="*/ 382213 h 2472271"/>
                <a:gd name="connsiteX4" fmla="*/ 2496456 w 3142456"/>
                <a:gd name="connsiteY4" fmla="*/ 19358 h 2472271"/>
                <a:gd name="connsiteX5" fmla="*/ 3048000 w 3142456"/>
                <a:gd name="connsiteY5" fmla="*/ 208042 h 2472271"/>
                <a:gd name="connsiteX0" fmla="*/ 3048000 w 3142456"/>
                <a:gd name="connsiteY0" fmla="*/ 397218 h 2661447"/>
                <a:gd name="connsiteX1" fmla="*/ 957943 w 3142456"/>
                <a:gd name="connsiteY1" fmla="*/ 1558361 h 2661447"/>
                <a:gd name="connsiteX2" fmla="*/ 957943 w 3142456"/>
                <a:gd name="connsiteY2" fmla="*/ 2661447 h 2661447"/>
                <a:gd name="connsiteX3" fmla="*/ 0 w 3142456"/>
                <a:gd name="connsiteY3" fmla="*/ 571389 h 2661447"/>
                <a:gd name="connsiteX4" fmla="*/ 2496456 w 3142456"/>
                <a:gd name="connsiteY4" fmla="*/ 208534 h 2661447"/>
                <a:gd name="connsiteX5" fmla="*/ 3048000 w 3142456"/>
                <a:gd name="connsiteY5" fmla="*/ 397218 h 2661447"/>
                <a:gd name="connsiteX0" fmla="*/ 3048000 w 3142456"/>
                <a:gd name="connsiteY0" fmla="*/ 579486 h 2843715"/>
                <a:gd name="connsiteX1" fmla="*/ 957943 w 3142456"/>
                <a:gd name="connsiteY1" fmla="*/ 1740629 h 2843715"/>
                <a:gd name="connsiteX2" fmla="*/ 957943 w 3142456"/>
                <a:gd name="connsiteY2" fmla="*/ 2843715 h 2843715"/>
                <a:gd name="connsiteX3" fmla="*/ 0 w 3142456"/>
                <a:gd name="connsiteY3" fmla="*/ 753657 h 2843715"/>
                <a:gd name="connsiteX4" fmla="*/ 2496456 w 3142456"/>
                <a:gd name="connsiteY4" fmla="*/ 390802 h 2843715"/>
                <a:gd name="connsiteX5" fmla="*/ 3048000 w 3142456"/>
                <a:gd name="connsiteY5" fmla="*/ 579486 h 2843715"/>
                <a:gd name="connsiteX0" fmla="*/ 3048000 w 3142456"/>
                <a:gd name="connsiteY0" fmla="*/ 506701 h 2770930"/>
                <a:gd name="connsiteX1" fmla="*/ 957943 w 3142456"/>
                <a:gd name="connsiteY1" fmla="*/ 1667844 h 2770930"/>
                <a:gd name="connsiteX2" fmla="*/ 957943 w 3142456"/>
                <a:gd name="connsiteY2" fmla="*/ 2770930 h 2770930"/>
                <a:gd name="connsiteX3" fmla="*/ 0 w 3142456"/>
                <a:gd name="connsiteY3" fmla="*/ 680872 h 2770930"/>
                <a:gd name="connsiteX4" fmla="*/ 2496456 w 3142456"/>
                <a:gd name="connsiteY4" fmla="*/ 318017 h 2770930"/>
                <a:gd name="connsiteX5" fmla="*/ 3048000 w 3142456"/>
                <a:gd name="connsiteY5" fmla="*/ 506701 h 2770930"/>
                <a:gd name="connsiteX0" fmla="*/ 3048000 w 3142456"/>
                <a:gd name="connsiteY0" fmla="*/ 561697 h 2825926"/>
                <a:gd name="connsiteX1" fmla="*/ 957943 w 3142456"/>
                <a:gd name="connsiteY1" fmla="*/ 1722840 h 2825926"/>
                <a:gd name="connsiteX2" fmla="*/ 957943 w 3142456"/>
                <a:gd name="connsiteY2" fmla="*/ 2825926 h 2825926"/>
                <a:gd name="connsiteX3" fmla="*/ 0 w 3142456"/>
                <a:gd name="connsiteY3" fmla="*/ 735868 h 2825926"/>
                <a:gd name="connsiteX4" fmla="*/ 2496456 w 3142456"/>
                <a:gd name="connsiteY4" fmla="*/ 373013 h 2825926"/>
                <a:gd name="connsiteX5" fmla="*/ 3048000 w 3142456"/>
                <a:gd name="connsiteY5" fmla="*/ 561697 h 2825926"/>
                <a:gd name="connsiteX0" fmla="*/ 3048000 w 3142456"/>
                <a:gd name="connsiteY0" fmla="*/ 591102 h 2855331"/>
                <a:gd name="connsiteX1" fmla="*/ 957943 w 3142456"/>
                <a:gd name="connsiteY1" fmla="*/ 1752245 h 2855331"/>
                <a:gd name="connsiteX2" fmla="*/ 957943 w 3142456"/>
                <a:gd name="connsiteY2" fmla="*/ 2855331 h 2855331"/>
                <a:gd name="connsiteX3" fmla="*/ 0 w 3142456"/>
                <a:gd name="connsiteY3" fmla="*/ 765273 h 2855331"/>
                <a:gd name="connsiteX4" fmla="*/ 2496456 w 3142456"/>
                <a:gd name="connsiteY4" fmla="*/ 402418 h 2855331"/>
                <a:gd name="connsiteX5" fmla="*/ 3048000 w 3142456"/>
                <a:gd name="connsiteY5" fmla="*/ 591102 h 2855331"/>
                <a:gd name="connsiteX0" fmla="*/ 3048000 w 3115743"/>
                <a:gd name="connsiteY0" fmla="*/ 677634 h 2941863"/>
                <a:gd name="connsiteX1" fmla="*/ 957943 w 3115743"/>
                <a:gd name="connsiteY1" fmla="*/ 1838777 h 2941863"/>
                <a:gd name="connsiteX2" fmla="*/ 957943 w 3115743"/>
                <a:gd name="connsiteY2" fmla="*/ 2941863 h 2941863"/>
                <a:gd name="connsiteX3" fmla="*/ 0 w 3115743"/>
                <a:gd name="connsiteY3" fmla="*/ 851805 h 2941863"/>
                <a:gd name="connsiteX4" fmla="*/ 2267856 w 3115743"/>
                <a:gd name="connsiteY4" fmla="*/ 359410 h 2941863"/>
                <a:gd name="connsiteX5" fmla="*/ 3048000 w 3115743"/>
                <a:gd name="connsiteY5" fmla="*/ 677634 h 2941863"/>
                <a:gd name="connsiteX0" fmla="*/ 3048000 w 3115743"/>
                <a:gd name="connsiteY0" fmla="*/ 537035 h 2801264"/>
                <a:gd name="connsiteX1" fmla="*/ 957943 w 3115743"/>
                <a:gd name="connsiteY1" fmla="*/ 1698178 h 2801264"/>
                <a:gd name="connsiteX2" fmla="*/ 957943 w 3115743"/>
                <a:gd name="connsiteY2" fmla="*/ 2801264 h 2801264"/>
                <a:gd name="connsiteX3" fmla="*/ 0 w 3115743"/>
                <a:gd name="connsiteY3" fmla="*/ 711206 h 2801264"/>
                <a:gd name="connsiteX4" fmla="*/ 2267856 w 3115743"/>
                <a:gd name="connsiteY4" fmla="*/ 218811 h 2801264"/>
                <a:gd name="connsiteX5" fmla="*/ 3048000 w 3115743"/>
                <a:gd name="connsiteY5" fmla="*/ 537035 h 2801264"/>
                <a:gd name="connsiteX0" fmla="*/ 3108960 w 3176703"/>
                <a:gd name="connsiteY0" fmla="*/ 534523 h 2798752"/>
                <a:gd name="connsiteX1" fmla="*/ 1018903 w 3176703"/>
                <a:gd name="connsiteY1" fmla="*/ 1695666 h 2798752"/>
                <a:gd name="connsiteX2" fmla="*/ 1018903 w 3176703"/>
                <a:gd name="connsiteY2" fmla="*/ 2798752 h 2798752"/>
                <a:gd name="connsiteX3" fmla="*/ 0 w 3176703"/>
                <a:gd name="connsiteY3" fmla="*/ 716314 h 2798752"/>
                <a:gd name="connsiteX4" fmla="*/ 2328816 w 3176703"/>
                <a:gd name="connsiteY4" fmla="*/ 216299 h 2798752"/>
                <a:gd name="connsiteX5" fmla="*/ 3108960 w 3176703"/>
                <a:gd name="connsiteY5" fmla="*/ 534523 h 2798752"/>
                <a:gd name="connsiteX0" fmla="*/ 3108960 w 3176703"/>
                <a:gd name="connsiteY0" fmla="*/ 567359 h 2831588"/>
                <a:gd name="connsiteX1" fmla="*/ 1018903 w 3176703"/>
                <a:gd name="connsiteY1" fmla="*/ 1728502 h 2831588"/>
                <a:gd name="connsiteX2" fmla="*/ 1018903 w 3176703"/>
                <a:gd name="connsiteY2" fmla="*/ 2831588 h 2831588"/>
                <a:gd name="connsiteX3" fmla="*/ 0 w 3176703"/>
                <a:gd name="connsiteY3" fmla="*/ 749150 h 2831588"/>
                <a:gd name="connsiteX4" fmla="*/ 2328816 w 3176703"/>
                <a:gd name="connsiteY4" fmla="*/ 249135 h 2831588"/>
                <a:gd name="connsiteX5" fmla="*/ 3108960 w 3176703"/>
                <a:gd name="connsiteY5" fmla="*/ 567359 h 2831588"/>
                <a:gd name="connsiteX0" fmla="*/ 2491740 w 2698567"/>
                <a:gd name="connsiteY0" fmla="*/ 1222679 h 2831588"/>
                <a:gd name="connsiteX1" fmla="*/ 1018903 w 2698567"/>
                <a:gd name="connsiteY1" fmla="*/ 1728502 h 2831588"/>
                <a:gd name="connsiteX2" fmla="*/ 1018903 w 2698567"/>
                <a:gd name="connsiteY2" fmla="*/ 2831588 h 2831588"/>
                <a:gd name="connsiteX3" fmla="*/ 0 w 2698567"/>
                <a:gd name="connsiteY3" fmla="*/ 749150 h 2831588"/>
                <a:gd name="connsiteX4" fmla="*/ 2328816 w 2698567"/>
                <a:gd name="connsiteY4" fmla="*/ 249135 h 2831588"/>
                <a:gd name="connsiteX5" fmla="*/ 2491740 w 2698567"/>
                <a:gd name="connsiteY5" fmla="*/ 1222679 h 2831588"/>
                <a:gd name="connsiteX0" fmla="*/ 2491740 w 2818432"/>
                <a:gd name="connsiteY0" fmla="*/ 1159376 h 2768285"/>
                <a:gd name="connsiteX1" fmla="*/ 1018903 w 2818432"/>
                <a:gd name="connsiteY1" fmla="*/ 1665199 h 2768285"/>
                <a:gd name="connsiteX2" fmla="*/ 1018903 w 2818432"/>
                <a:gd name="connsiteY2" fmla="*/ 2768285 h 2768285"/>
                <a:gd name="connsiteX3" fmla="*/ 0 w 2818432"/>
                <a:gd name="connsiteY3" fmla="*/ 685847 h 2768285"/>
                <a:gd name="connsiteX4" fmla="*/ 2542176 w 2818432"/>
                <a:gd name="connsiteY4" fmla="*/ 292512 h 2768285"/>
                <a:gd name="connsiteX5" fmla="*/ 2491740 w 2818432"/>
                <a:gd name="connsiteY5" fmla="*/ 1159376 h 2768285"/>
                <a:gd name="connsiteX0" fmla="*/ 2491740 w 3140004"/>
                <a:gd name="connsiteY0" fmla="*/ 1159376 h 2768285"/>
                <a:gd name="connsiteX1" fmla="*/ 1018903 w 3140004"/>
                <a:gd name="connsiteY1" fmla="*/ 1665199 h 2768285"/>
                <a:gd name="connsiteX2" fmla="*/ 1018903 w 3140004"/>
                <a:gd name="connsiteY2" fmla="*/ 2768285 h 2768285"/>
                <a:gd name="connsiteX3" fmla="*/ 0 w 3140004"/>
                <a:gd name="connsiteY3" fmla="*/ 685847 h 2768285"/>
                <a:gd name="connsiteX4" fmla="*/ 2542176 w 3140004"/>
                <a:gd name="connsiteY4" fmla="*/ 292512 h 2768285"/>
                <a:gd name="connsiteX5" fmla="*/ 2491740 w 3140004"/>
                <a:gd name="connsiteY5" fmla="*/ 1159376 h 2768285"/>
                <a:gd name="connsiteX0" fmla="*/ 2491740 w 3134362"/>
                <a:gd name="connsiteY0" fmla="*/ 1159376 h 2768285"/>
                <a:gd name="connsiteX1" fmla="*/ 1018903 w 3134362"/>
                <a:gd name="connsiteY1" fmla="*/ 1665199 h 2768285"/>
                <a:gd name="connsiteX2" fmla="*/ 1018903 w 3134362"/>
                <a:gd name="connsiteY2" fmla="*/ 2768285 h 2768285"/>
                <a:gd name="connsiteX3" fmla="*/ 0 w 3134362"/>
                <a:gd name="connsiteY3" fmla="*/ 685847 h 2768285"/>
                <a:gd name="connsiteX4" fmla="*/ 2542176 w 3134362"/>
                <a:gd name="connsiteY4" fmla="*/ 292512 h 2768285"/>
                <a:gd name="connsiteX5" fmla="*/ 2491740 w 3134362"/>
                <a:gd name="connsiteY5" fmla="*/ 1159376 h 2768285"/>
                <a:gd name="connsiteX0" fmla="*/ 2286000 w 3079790"/>
                <a:gd name="connsiteY0" fmla="*/ 1113656 h 2768285"/>
                <a:gd name="connsiteX1" fmla="*/ 1018903 w 3079790"/>
                <a:gd name="connsiteY1" fmla="*/ 1665199 h 2768285"/>
                <a:gd name="connsiteX2" fmla="*/ 1018903 w 3079790"/>
                <a:gd name="connsiteY2" fmla="*/ 2768285 h 2768285"/>
                <a:gd name="connsiteX3" fmla="*/ 0 w 3079790"/>
                <a:gd name="connsiteY3" fmla="*/ 685847 h 2768285"/>
                <a:gd name="connsiteX4" fmla="*/ 2542176 w 3079790"/>
                <a:gd name="connsiteY4" fmla="*/ 292512 h 2768285"/>
                <a:gd name="connsiteX5" fmla="*/ 2286000 w 3079790"/>
                <a:gd name="connsiteY5" fmla="*/ 1113656 h 2768285"/>
                <a:gd name="connsiteX0" fmla="*/ 2286000 w 3127248"/>
                <a:gd name="connsiteY0" fmla="*/ 1113656 h 2768285"/>
                <a:gd name="connsiteX1" fmla="*/ 1018903 w 3127248"/>
                <a:gd name="connsiteY1" fmla="*/ 1665199 h 2768285"/>
                <a:gd name="connsiteX2" fmla="*/ 1018903 w 3127248"/>
                <a:gd name="connsiteY2" fmla="*/ 2768285 h 2768285"/>
                <a:gd name="connsiteX3" fmla="*/ 0 w 3127248"/>
                <a:gd name="connsiteY3" fmla="*/ 685847 h 2768285"/>
                <a:gd name="connsiteX4" fmla="*/ 2542176 w 3127248"/>
                <a:gd name="connsiteY4" fmla="*/ 292512 h 2768285"/>
                <a:gd name="connsiteX5" fmla="*/ 2286000 w 3127248"/>
                <a:gd name="connsiteY5" fmla="*/ 1113656 h 2768285"/>
                <a:gd name="connsiteX0" fmla="*/ 2286000 w 3130630"/>
                <a:gd name="connsiteY0" fmla="*/ 1113656 h 2768285"/>
                <a:gd name="connsiteX1" fmla="*/ 1018903 w 3130630"/>
                <a:gd name="connsiteY1" fmla="*/ 1665199 h 2768285"/>
                <a:gd name="connsiteX2" fmla="*/ 1018903 w 3130630"/>
                <a:gd name="connsiteY2" fmla="*/ 2768285 h 2768285"/>
                <a:gd name="connsiteX3" fmla="*/ 0 w 3130630"/>
                <a:gd name="connsiteY3" fmla="*/ 685847 h 2768285"/>
                <a:gd name="connsiteX4" fmla="*/ 2542176 w 3130630"/>
                <a:gd name="connsiteY4" fmla="*/ 292512 h 2768285"/>
                <a:gd name="connsiteX5" fmla="*/ 2286000 w 3130630"/>
                <a:gd name="connsiteY5" fmla="*/ 1113656 h 2768285"/>
                <a:gd name="connsiteX0" fmla="*/ 2286000 w 3180713"/>
                <a:gd name="connsiteY0" fmla="*/ 1096842 h 2751471"/>
                <a:gd name="connsiteX1" fmla="*/ 1018903 w 3180713"/>
                <a:gd name="connsiteY1" fmla="*/ 1648385 h 2751471"/>
                <a:gd name="connsiteX2" fmla="*/ 1018903 w 3180713"/>
                <a:gd name="connsiteY2" fmla="*/ 2751471 h 2751471"/>
                <a:gd name="connsiteX3" fmla="*/ 0 w 3180713"/>
                <a:gd name="connsiteY3" fmla="*/ 669033 h 2751471"/>
                <a:gd name="connsiteX4" fmla="*/ 2610756 w 3180713"/>
                <a:gd name="connsiteY4" fmla="*/ 306178 h 2751471"/>
                <a:gd name="connsiteX5" fmla="*/ 2286000 w 3180713"/>
                <a:gd name="connsiteY5" fmla="*/ 1096842 h 2751471"/>
                <a:gd name="connsiteX0" fmla="*/ 2286000 w 3153621"/>
                <a:gd name="connsiteY0" fmla="*/ 1096842 h 2751471"/>
                <a:gd name="connsiteX1" fmla="*/ 1018903 w 3153621"/>
                <a:gd name="connsiteY1" fmla="*/ 1648385 h 2751471"/>
                <a:gd name="connsiteX2" fmla="*/ 1018903 w 3153621"/>
                <a:gd name="connsiteY2" fmla="*/ 2751471 h 2751471"/>
                <a:gd name="connsiteX3" fmla="*/ 0 w 3153621"/>
                <a:gd name="connsiteY3" fmla="*/ 669033 h 2751471"/>
                <a:gd name="connsiteX4" fmla="*/ 2610756 w 3153621"/>
                <a:gd name="connsiteY4" fmla="*/ 306178 h 2751471"/>
                <a:gd name="connsiteX5" fmla="*/ 2286000 w 3153621"/>
                <a:gd name="connsiteY5" fmla="*/ 1096842 h 2751471"/>
                <a:gd name="connsiteX0" fmla="*/ 2286000 w 3130417"/>
                <a:gd name="connsiteY0" fmla="*/ 1096842 h 2751471"/>
                <a:gd name="connsiteX1" fmla="*/ 1018903 w 3130417"/>
                <a:gd name="connsiteY1" fmla="*/ 1648385 h 2751471"/>
                <a:gd name="connsiteX2" fmla="*/ 1018903 w 3130417"/>
                <a:gd name="connsiteY2" fmla="*/ 2751471 h 2751471"/>
                <a:gd name="connsiteX3" fmla="*/ 0 w 3130417"/>
                <a:gd name="connsiteY3" fmla="*/ 669033 h 2751471"/>
                <a:gd name="connsiteX4" fmla="*/ 2610756 w 3130417"/>
                <a:gd name="connsiteY4" fmla="*/ 306178 h 2751471"/>
                <a:gd name="connsiteX5" fmla="*/ 2286000 w 3130417"/>
                <a:gd name="connsiteY5" fmla="*/ 1096842 h 2751471"/>
                <a:gd name="connsiteX0" fmla="*/ 2286000 w 3140568"/>
                <a:gd name="connsiteY0" fmla="*/ 1096842 h 2751471"/>
                <a:gd name="connsiteX1" fmla="*/ 1018903 w 3140568"/>
                <a:gd name="connsiteY1" fmla="*/ 1648385 h 2751471"/>
                <a:gd name="connsiteX2" fmla="*/ 1018903 w 3140568"/>
                <a:gd name="connsiteY2" fmla="*/ 2751471 h 2751471"/>
                <a:gd name="connsiteX3" fmla="*/ 0 w 3140568"/>
                <a:gd name="connsiteY3" fmla="*/ 669033 h 2751471"/>
                <a:gd name="connsiteX4" fmla="*/ 2610756 w 3140568"/>
                <a:gd name="connsiteY4" fmla="*/ 306178 h 2751471"/>
                <a:gd name="connsiteX5" fmla="*/ 2286000 w 3140568"/>
                <a:gd name="connsiteY5" fmla="*/ 1096842 h 2751471"/>
                <a:gd name="connsiteX0" fmla="*/ 2286000 w 3140568"/>
                <a:gd name="connsiteY0" fmla="*/ 1172720 h 2827349"/>
                <a:gd name="connsiteX1" fmla="*/ 1018903 w 3140568"/>
                <a:gd name="connsiteY1" fmla="*/ 1724263 h 2827349"/>
                <a:gd name="connsiteX2" fmla="*/ 1018903 w 3140568"/>
                <a:gd name="connsiteY2" fmla="*/ 2827349 h 2827349"/>
                <a:gd name="connsiteX3" fmla="*/ 0 w 3140568"/>
                <a:gd name="connsiteY3" fmla="*/ 744911 h 2827349"/>
                <a:gd name="connsiteX4" fmla="*/ 2610756 w 3140568"/>
                <a:gd name="connsiteY4" fmla="*/ 382056 h 2827349"/>
                <a:gd name="connsiteX5" fmla="*/ 2286000 w 3140568"/>
                <a:gd name="connsiteY5" fmla="*/ 1172720 h 2827349"/>
                <a:gd name="connsiteX0" fmla="*/ 2415540 w 3270108"/>
                <a:gd name="connsiteY0" fmla="*/ 1134895 h 2789524"/>
                <a:gd name="connsiteX1" fmla="*/ 1148443 w 3270108"/>
                <a:gd name="connsiteY1" fmla="*/ 1686438 h 2789524"/>
                <a:gd name="connsiteX2" fmla="*/ 1148443 w 3270108"/>
                <a:gd name="connsiteY2" fmla="*/ 2789524 h 2789524"/>
                <a:gd name="connsiteX3" fmla="*/ 0 w 3270108"/>
                <a:gd name="connsiteY3" fmla="*/ 783286 h 2789524"/>
                <a:gd name="connsiteX4" fmla="*/ 2740296 w 3270108"/>
                <a:gd name="connsiteY4" fmla="*/ 344231 h 2789524"/>
                <a:gd name="connsiteX5" fmla="*/ 2415540 w 3270108"/>
                <a:gd name="connsiteY5" fmla="*/ 1134895 h 2789524"/>
                <a:gd name="connsiteX0" fmla="*/ 2415540 w 3270108"/>
                <a:gd name="connsiteY0" fmla="*/ 1225693 h 2880322"/>
                <a:gd name="connsiteX1" fmla="*/ 1148443 w 3270108"/>
                <a:gd name="connsiteY1" fmla="*/ 1777236 h 2880322"/>
                <a:gd name="connsiteX2" fmla="*/ 1148443 w 3270108"/>
                <a:gd name="connsiteY2" fmla="*/ 2880322 h 2880322"/>
                <a:gd name="connsiteX3" fmla="*/ 0 w 3270108"/>
                <a:gd name="connsiteY3" fmla="*/ 874084 h 2880322"/>
                <a:gd name="connsiteX4" fmla="*/ 2740296 w 3270108"/>
                <a:gd name="connsiteY4" fmla="*/ 435029 h 2880322"/>
                <a:gd name="connsiteX5" fmla="*/ 2415540 w 3270108"/>
                <a:gd name="connsiteY5" fmla="*/ 1225693 h 2880322"/>
                <a:gd name="connsiteX0" fmla="*/ 2415540 w 3270108"/>
                <a:gd name="connsiteY0" fmla="*/ 1185851 h 2840480"/>
                <a:gd name="connsiteX1" fmla="*/ 1148443 w 3270108"/>
                <a:gd name="connsiteY1" fmla="*/ 1737394 h 2840480"/>
                <a:gd name="connsiteX2" fmla="*/ 1148443 w 3270108"/>
                <a:gd name="connsiteY2" fmla="*/ 2840480 h 2840480"/>
                <a:gd name="connsiteX3" fmla="*/ 0 w 3270108"/>
                <a:gd name="connsiteY3" fmla="*/ 834242 h 2840480"/>
                <a:gd name="connsiteX4" fmla="*/ 2740296 w 3270108"/>
                <a:gd name="connsiteY4" fmla="*/ 395187 h 2840480"/>
                <a:gd name="connsiteX5" fmla="*/ 2415540 w 3270108"/>
                <a:gd name="connsiteY5" fmla="*/ 1185851 h 2840480"/>
                <a:gd name="connsiteX0" fmla="*/ 2415540 w 3270108"/>
                <a:gd name="connsiteY0" fmla="*/ 1185851 h 1737394"/>
                <a:gd name="connsiteX1" fmla="*/ 1148443 w 3270108"/>
                <a:gd name="connsiteY1" fmla="*/ 1737394 h 1737394"/>
                <a:gd name="connsiteX2" fmla="*/ 0 w 3270108"/>
                <a:gd name="connsiteY2" fmla="*/ 834242 h 1737394"/>
                <a:gd name="connsiteX3" fmla="*/ 2740296 w 3270108"/>
                <a:gd name="connsiteY3" fmla="*/ 395187 h 1737394"/>
                <a:gd name="connsiteX4" fmla="*/ 2415540 w 3270108"/>
                <a:gd name="connsiteY4" fmla="*/ 1185851 h 1737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70108" h="1737394">
                  <a:moveTo>
                    <a:pt x="2415540" y="1185851"/>
                  </a:moveTo>
                  <a:lnTo>
                    <a:pt x="1148443" y="1737394"/>
                  </a:lnTo>
                  <a:lnTo>
                    <a:pt x="0" y="834242"/>
                  </a:lnTo>
                  <a:cubicBezTo>
                    <a:pt x="750147" y="-188773"/>
                    <a:pt x="1673496" y="-190464"/>
                    <a:pt x="2740296" y="395187"/>
                  </a:cubicBezTo>
                  <a:cubicBezTo>
                    <a:pt x="3949336" y="587139"/>
                    <a:pt x="2758198" y="1386269"/>
                    <a:pt x="2415540" y="1185851"/>
                  </a:cubicBezTo>
                  <a:close/>
                </a:path>
              </a:pathLst>
            </a:custGeom>
            <a:solidFill>
              <a:srgbClr val="A7EF16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840FCDA2-FB86-212A-419A-A091D24F3D1A}"/>
                </a:ext>
              </a:extLst>
            </p:cNvPr>
            <p:cNvSpPr/>
            <p:nvPr/>
          </p:nvSpPr>
          <p:spPr>
            <a:xfrm>
              <a:off x="6233939" y="2070381"/>
              <a:ext cx="1998414" cy="3618363"/>
            </a:xfrm>
            <a:custGeom>
              <a:avLst/>
              <a:gdLst>
                <a:gd name="connsiteX0" fmla="*/ 0 w 1291771"/>
                <a:gd name="connsiteY0" fmla="*/ 0 h 1103086"/>
                <a:gd name="connsiteX1" fmla="*/ 1291771 w 1291771"/>
                <a:gd name="connsiteY1" fmla="*/ 0 h 1103086"/>
                <a:gd name="connsiteX2" fmla="*/ 1291771 w 1291771"/>
                <a:gd name="connsiteY2" fmla="*/ 1103086 h 1103086"/>
                <a:gd name="connsiteX3" fmla="*/ 0 w 1291771"/>
                <a:gd name="connsiteY3" fmla="*/ 1103086 h 1103086"/>
                <a:gd name="connsiteX4" fmla="*/ 0 w 1291771"/>
                <a:gd name="connsiteY4" fmla="*/ 0 h 1103086"/>
                <a:gd name="connsiteX0" fmla="*/ 1016000 w 2307771"/>
                <a:gd name="connsiteY0" fmla="*/ 0 h 1175657"/>
                <a:gd name="connsiteX1" fmla="*/ 2307771 w 2307771"/>
                <a:gd name="connsiteY1" fmla="*/ 0 h 1175657"/>
                <a:gd name="connsiteX2" fmla="*/ 2307771 w 2307771"/>
                <a:gd name="connsiteY2" fmla="*/ 1103086 h 1175657"/>
                <a:gd name="connsiteX3" fmla="*/ 0 w 2307771"/>
                <a:gd name="connsiteY3" fmla="*/ 1175657 h 1175657"/>
                <a:gd name="connsiteX4" fmla="*/ 1016000 w 2307771"/>
                <a:gd name="connsiteY4" fmla="*/ 0 h 1175657"/>
                <a:gd name="connsiteX0" fmla="*/ 4397828 w 4397828"/>
                <a:gd name="connsiteY0" fmla="*/ 0 h 2336800"/>
                <a:gd name="connsiteX1" fmla="*/ 2307771 w 4397828"/>
                <a:gd name="connsiteY1" fmla="*/ 1161143 h 2336800"/>
                <a:gd name="connsiteX2" fmla="*/ 2307771 w 4397828"/>
                <a:gd name="connsiteY2" fmla="*/ 2264229 h 2336800"/>
                <a:gd name="connsiteX3" fmla="*/ 0 w 4397828"/>
                <a:gd name="connsiteY3" fmla="*/ 2336800 h 2336800"/>
                <a:gd name="connsiteX4" fmla="*/ 4397828 w 4397828"/>
                <a:gd name="connsiteY4" fmla="*/ 0 h 2336800"/>
                <a:gd name="connsiteX0" fmla="*/ 3048000 w 3048000"/>
                <a:gd name="connsiteY0" fmla="*/ 0 h 2264229"/>
                <a:gd name="connsiteX1" fmla="*/ 957943 w 3048000"/>
                <a:gd name="connsiteY1" fmla="*/ 1161143 h 2264229"/>
                <a:gd name="connsiteX2" fmla="*/ 957943 w 3048000"/>
                <a:gd name="connsiteY2" fmla="*/ 2264229 h 2264229"/>
                <a:gd name="connsiteX3" fmla="*/ 0 w 3048000"/>
                <a:gd name="connsiteY3" fmla="*/ 174171 h 2264229"/>
                <a:gd name="connsiteX4" fmla="*/ 3048000 w 3048000"/>
                <a:gd name="connsiteY4" fmla="*/ 0 h 2264229"/>
                <a:gd name="connsiteX0" fmla="*/ 3048000 w 3048000"/>
                <a:gd name="connsiteY0" fmla="*/ 241972 h 2506201"/>
                <a:gd name="connsiteX1" fmla="*/ 957943 w 3048000"/>
                <a:gd name="connsiteY1" fmla="*/ 1403115 h 2506201"/>
                <a:gd name="connsiteX2" fmla="*/ 957943 w 3048000"/>
                <a:gd name="connsiteY2" fmla="*/ 2506201 h 2506201"/>
                <a:gd name="connsiteX3" fmla="*/ 0 w 3048000"/>
                <a:gd name="connsiteY3" fmla="*/ 416143 h 2506201"/>
                <a:gd name="connsiteX4" fmla="*/ 3048000 w 3048000"/>
                <a:gd name="connsiteY4" fmla="*/ 241972 h 2506201"/>
                <a:gd name="connsiteX0" fmla="*/ 3048000 w 3048000"/>
                <a:gd name="connsiteY0" fmla="*/ 567705 h 2831934"/>
                <a:gd name="connsiteX1" fmla="*/ 957943 w 3048000"/>
                <a:gd name="connsiteY1" fmla="*/ 1728848 h 2831934"/>
                <a:gd name="connsiteX2" fmla="*/ 957943 w 3048000"/>
                <a:gd name="connsiteY2" fmla="*/ 2831934 h 2831934"/>
                <a:gd name="connsiteX3" fmla="*/ 0 w 3048000"/>
                <a:gd name="connsiteY3" fmla="*/ 741876 h 2831934"/>
                <a:gd name="connsiteX4" fmla="*/ 3048000 w 3048000"/>
                <a:gd name="connsiteY4" fmla="*/ 567705 h 2831934"/>
                <a:gd name="connsiteX0" fmla="*/ 3048000 w 3142456"/>
                <a:gd name="connsiteY0" fmla="*/ 208042 h 2472271"/>
                <a:gd name="connsiteX1" fmla="*/ 957943 w 3142456"/>
                <a:gd name="connsiteY1" fmla="*/ 1369185 h 2472271"/>
                <a:gd name="connsiteX2" fmla="*/ 957943 w 3142456"/>
                <a:gd name="connsiteY2" fmla="*/ 2472271 h 2472271"/>
                <a:gd name="connsiteX3" fmla="*/ 0 w 3142456"/>
                <a:gd name="connsiteY3" fmla="*/ 382213 h 2472271"/>
                <a:gd name="connsiteX4" fmla="*/ 2496456 w 3142456"/>
                <a:gd name="connsiteY4" fmla="*/ 19358 h 2472271"/>
                <a:gd name="connsiteX5" fmla="*/ 3048000 w 3142456"/>
                <a:gd name="connsiteY5" fmla="*/ 208042 h 2472271"/>
                <a:gd name="connsiteX0" fmla="*/ 3048000 w 3142456"/>
                <a:gd name="connsiteY0" fmla="*/ 397218 h 2661447"/>
                <a:gd name="connsiteX1" fmla="*/ 957943 w 3142456"/>
                <a:gd name="connsiteY1" fmla="*/ 1558361 h 2661447"/>
                <a:gd name="connsiteX2" fmla="*/ 957943 w 3142456"/>
                <a:gd name="connsiteY2" fmla="*/ 2661447 h 2661447"/>
                <a:gd name="connsiteX3" fmla="*/ 0 w 3142456"/>
                <a:gd name="connsiteY3" fmla="*/ 571389 h 2661447"/>
                <a:gd name="connsiteX4" fmla="*/ 2496456 w 3142456"/>
                <a:gd name="connsiteY4" fmla="*/ 208534 h 2661447"/>
                <a:gd name="connsiteX5" fmla="*/ 3048000 w 3142456"/>
                <a:gd name="connsiteY5" fmla="*/ 397218 h 2661447"/>
                <a:gd name="connsiteX0" fmla="*/ 3048000 w 3142456"/>
                <a:gd name="connsiteY0" fmla="*/ 579486 h 2843715"/>
                <a:gd name="connsiteX1" fmla="*/ 957943 w 3142456"/>
                <a:gd name="connsiteY1" fmla="*/ 1740629 h 2843715"/>
                <a:gd name="connsiteX2" fmla="*/ 957943 w 3142456"/>
                <a:gd name="connsiteY2" fmla="*/ 2843715 h 2843715"/>
                <a:gd name="connsiteX3" fmla="*/ 0 w 3142456"/>
                <a:gd name="connsiteY3" fmla="*/ 753657 h 2843715"/>
                <a:gd name="connsiteX4" fmla="*/ 2496456 w 3142456"/>
                <a:gd name="connsiteY4" fmla="*/ 390802 h 2843715"/>
                <a:gd name="connsiteX5" fmla="*/ 3048000 w 3142456"/>
                <a:gd name="connsiteY5" fmla="*/ 579486 h 2843715"/>
                <a:gd name="connsiteX0" fmla="*/ 3048000 w 3142456"/>
                <a:gd name="connsiteY0" fmla="*/ 506701 h 2770930"/>
                <a:gd name="connsiteX1" fmla="*/ 957943 w 3142456"/>
                <a:gd name="connsiteY1" fmla="*/ 1667844 h 2770930"/>
                <a:gd name="connsiteX2" fmla="*/ 957943 w 3142456"/>
                <a:gd name="connsiteY2" fmla="*/ 2770930 h 2770930"/>
                <a:gd name="connsiteX3" fmla="*/ 0 w 3142456"/>
                <a:gd name="connsiteY3" fmla="*/ 680872 h 2770930"/>
                <a:gd name="connsiteX4" fmla="*/ 2496456 w 3142456"/>
                <a:gd name="connsiteY4" fmla="*/ 318017 h 2770930"/>
                <a:gd name="connsiteX5" fmla="*/ 3048000 w 3142456"/>
                <a:gd name="connsiteY5" fmla="*/ 506701 h 2770930"/>
                <a:gd name="connsiteX0" fmla="*/ 3048000 w 3142456"/>
                <a:gd name="connsiteY0" fmla="*/ 561697 h 2825926"/>
                <a:gd name="connsiteX1" fmla="*/ 957943 w 3142456"/>
                <a:gd name="connsiteY1" fmla="*/ 1722840 h 2825926"/>
                <a:gd name="connsiteX2" fmla="*/ 957943 w 3142456"/>
                <a:gd name="connsiteY2" fmla="*/ 2825926 h 2825926"/>
                <a:gd name="connsiteX3" fmla="*/ 0 w 3142456"/>
                <a:gd name="connsiteY3" fmla="*/ 735868 h 2825926"/>
                <a:gd name="connsiteX4" fmla="*/ 2496456 w 3142456"/>
                <a:gd name="connsiteY4" fmla="*/ 373013 h 2825926"/>
                <a:gd name="connsiteX5" fmla="*/ 3048000 w 3142456"/>
                <a:gd name="connsiteY5" fmla="*/ 561697 h 2825926"/>
                <a:gd name="connsiteX0" fmla="*/ 3048000 w 3142456"/>
                <a:gd name="connsiteY0" fmla="*/ 591102 h 2855331"/>
                <a:gd name="connsiteX1" fmla="*/ 957943 w 3142456"/>
                <a:gd name="connsiteY1" fmla="*/ 1752245 h 2855331"/>
                <a:gd name="connsiteX2" fmla="*/ 957943 w 3142456"/>
                <a:gd name="connsiteY2" fmla="*/ 2855331 h 2855331"/>
                <a:gd name="connsiteX3" fmla="*/ 0 w 3142456"/>
                <a:gd name="connsiteY3" fmla="*/ 765273 h 2855331"/>
                <a:gd name="connsiteX4" fmla="*/ 2496456 w 3142456"/>
                <a:gd name="connsiteY4" fmla="*/ 402418 h 2855331"/>
                <a:gd name="connsiteX5" fmla="*/ 3048000 w 3142456"/>
                <a:gd name="connsiteY5" fmla="*/ 591102 h 2855331"/>
                <a:gd name="connsiteX0" fmla="*/ 3048000 w 3115743"/>
                <a:gd name="connsiteY0" fmla="*/ 677634 h 2941863"/>
                <a:gd name="connsiteX1" fmla="*/ 957943 w 3115743"/>
                <a:gd name="connsiteY1" fmla="*/ 1838777 h 2941863"/>
                <a:gd name="connsiteX2" fmla="*/ 957943 w 3115743"/>
                <a:gd name="connsiteY2" fmla="*/ 2941863 h 2941863"/>
                <a:gd name="connsiteX3" fmla="*/ 0 w 3115743"/>
                <a:gd name="connsiteY3" fmla="*/ 851805 h 2941863"/>
                <a:gd name="connsiteX4" fmla="*/ 2267856 w 3115743"/>
                <a:gd name="connsiteY4" fmla="*/ 359410 h 2941863"/>
                <a:gd name="connsiteX5" fmla="*/ 3048000 w 3115743"/>
                <a:gd name="connsiteY5" fmla="*/ 677634 h 2941863"/>
                <a:gd name="connsiteX0" fmla="*/ 3048000 w 3115743"/>
                <a:gd name="connsiteY0" fmla="*/ 537035 h 2801264"/>
                <a:gd name="connsiteX1" fmla="*/ 957943 w 3115743"/>
                <a:gd name="connsiteY1" fmla="*/ 1698178 h 2801264"/>
                <a:gd name="connsiteX2" fmla="*/ 957943 w 3115743"/>
                <a:gd name="connsiteY2" fmla="*/ 2801264 h 2801264"/>
                <a:gd name="connsiteX3" fmla="*/ 0 w 3115743"/>
                <a:gd name="connsiteY3" fmla="*/ 711206 h 2801264"/>
                <a:gd name="connsiteX4" fmla="*/ 2267856 w 3115743"/>
                <a:gd name="connsiteY4" fmla="*/ 218811 h 2801264"/>
                <a:gd name="connsiteX5" fmla="*/ 3048000 w 3115743"/>
                <a:gd name="connsiteY5" fmla="*/ 537035 h 2801264"/>
                <a:gd name="connsiteX0" fmla="*/ 3108960 w 3176703"/>
                <a:gd name="connsiteY0" fmla="*/ 534523 h 2798752"/>
                <a:gd name="connsiteX1" fmla="*/ 1018903 w 3176703"/>
                <a:gd name="connsiteY1" fmla="*/ 1695666 h 2798752"/>
                <a:gd name="connsiteX2" fmla="*/ 1018903 w 3176703"/>
                <a:gd name="connsiteY2" fmla="*/ 2798752 h 2798752"/>
                <a:gd name="connsiteX3" fmla="*/ 0 w 3176703"/>
                <a:gd name="connsiteY3" fmla="*/ 716314 h 2798752"/>
                <a:gd name="connsiteX4" fmla="*/ 2328816 w 3176703"/>
                <a:gd name="connsiteY4" fmla="*/ 216299 h 2798752"/>
                <a:gd name="connsiteX5" fmla="*/ 3108960 w 3176703"/>
                <a:gd name="connsiteY5" fmla="*/ 534523 h 2798752"/>
                <a:gd name="connsiteX0" fmla="*/ 3108960 w 3176703"/>
                <a:gd name="connsiteY0" fmla="*/ 567359 h 2831588"/>
                <a:gd name="connsiteX1" fmla="*/ 1018903 w 3176703"/>
                <a:gd name="connsiteY1" fmla="*/ 1728502 h 2831588"/>
                <a:gd name="connsiteX2" fmla="*/ 1018903 w 3176703"/>
                <a:gd name="connsiteY2" fmla="*/ 2831588 h 2831588"/>
                <a:gd name="connsiteX3" fmla="*/ 0 w 3176703"/>
                <a:gd name="connsiteY3" fmla="*/ 749150 h 2831588"/>
                <a:gd name="connsiteX4" fmla="*/ 2328816 w 3176703"/>
                <a:gd name="connsiteY4" fmla="*/ 249135 h 2831588"/>
                <a:gd name="connsiteX5" fmla="*/ 3108960 w 3176703"/>
                <a:gd name="connsiteY5" fmla="*/ 567359 h 2831588"/>
                <a:gd name="connsiteX0" fmla="*/ 2491740 w 2698567"/>
                <a:gd name="connsiteY0" fmla="*/ 1222679 h 2831588"/>
                <a:gd name="connsiteX1" fmla="*/ 1018903 w 2698567"/>
                <a:gd name="connsiteY1" fmla="*/ 1728502 h 2831588"/>
                <a:gd name="connsiteX2" fmla="*/ 1018903 w 2698567"/>
                <a:gd name="connsiteY2" fmla="*/ 2831588 h 2831588"/>
                <a:gd name="connsiteX3" fmla="*/ 0 w 2698567"/>
                <a:gd name="connsiteY3" fmla="*/ 749150 h 2831588"/>
                <a:gd name="connsiteX4" fmla="*/ 2328816 w 2698567"/>
                <a:gd name="connsiteY4" fmla="*/ 249135 h 2831588"/>
                <a:gd name="connsiteX5" fmla="*/ 2491740 w 2698567"/>
                <a:gd name="connsiteY5" fmla="*/ 1222679 h 2831588"/>
                <a:gd name="connsiteX0" fmla="*/ 2491740 w 2818432"/>
                <a:gd name="connsiteY0" fmla="*/ 1159376 h 2768285"/>
                <a:gd name="connsiteX1" fmla="*/ 1018903 w 2818432"/>
                <a:gd name="connsiteY1" fmla="*/ 1665199 h 2768285"/>
                <a:gd name="connsiteX2" fmla="*/ 1018903 w 2818432"/>
                <a:gd name="connsiteY2" fmla="*/ 2768285 h 2768285"/>
                <a:gd name="connsiteX3" fmla="*/ 0 w 2818432"/>
                <a:gd name="connsiteY3" fmla="*/ 685847 h 2768285"/>
                <a:gd name="connsiteX4" fmla="*/ 2542176 w 2818432"/>
                <a:gd name="connsiteY4" fmla="*/ 292512 h 2768285"/>
                <a:gd name="connsiteX5" fmla="*/ 2491740 w 2818432"/>
                <a:gd name="connsiteY5" fmla="*/ 1159376 h 2768285"/>
                <a:gd name="connsiteX0" fmla="*/ 2491740 w 3140004"/>
                <a:gd name="connsiteY0" fmla="*/ 1159376 h 2768285"/>
                <a:gd name="connsiteX1" fmla="*/ 1018903 w 3140004"/>
                <a:gd name="connsiteY1" fmla="*/ 1665199 h 2768285"/>
                <a:gd name="connsiteX2" fmla="*/ 1018903 w 3140004"/>
                <a:gd name="connsiteY2" fmla="*/ 2768285 h 2768285"/>
                <a:gd name="connsiteX3" fmla="*/ 0 w 3140004"/>
                <a:gd name="connsiteY3" fmla="*/ 685847 h 2768285"/>
                <a:gd name="connsiteX4" fmla="*/ 2542176 w 3140004"/>
                <a:gd name="connsiteY4" fmla="*/ 292512 h 2768285"/>
                <a:gd name="connsiteX5" fmla="*/ 2491740 w 3140004"/>
                <a:gd name="connsiteY5" fmla="*/ 1159376 h 2768285"/>
                <a:gd name="connsiteX0" fmla="*/ 2491740 w 3134362"/>
                <a:gd name="connsiteY0" fmla="*/ 1159376 h 2768285"/>
                <a:gd name="connsiteX1" fmla="*/ 1018903 w 3134362"/>
                <a:gd name="connsiteY1" fmla="*/ 1665199 h 2768285"/>
                <a:gd name="connsiteX2" fmla="*/ 1018903 w 3134362"/>
                <a:gd name="connsiteY2" fmla="*/ 2768285 h 2768285"/>
                <a:gd name="connsiteX3" fmla="*/ 0 w 3134362"/>
                <a:gd name="connsiteY3" fmla="*/ 685847 h 2768285"/>
                <a:gd name="connsiteX4" fmla="*/ 2542176 w 3134362"/>
                <a:gd name="connsiteY4" fmla="*/ 292512 h 2768285"/>
                <a:gd name="connsiteX5" fmla="*/ 2491740 w 3134362"/>
                <a:gd name="connsiteY5" fmla="*/ 1159376 h 2768285"/>
                <a:gd name="connsiteX0" fmla="*/ 2286000 w 3079790"/>
                <a:gd name="connsiteY0" fmla="*/ 1113656 h 2768285"/>
                <a:gd name="connsiteX1" fmla="*/ 1018903 w 3079790"/>
                <a:gd name="connsiteY1" fmla="*/ 1665199 h 2768285"/>
                <a:gd name="connsiteX2" fmla="*/ 1018903 w 3079790"/>
                <a:gd name="connsiteY2" fmla="*/ 2768285 h 2768285"/>
                <a:gd name="connsiteX3" fmla="*/ 0 w 3079790"/>
                <a:gd name="connsiteY3" fmla="*/ 685847 h 2768285"/>
                <a:gd name="connsiteX4" fmla="*/ 2542176 w 3079790"/>
                <a:gd name="connsiteY4" fmla="*/ 292512 h 2768285"/>
                <a:gd name="connsiteX5" fmla="*/ 2286000 w 3079790"/>
                <a:gd name="connsiteY5" fmla="*/ 1113656 h 2768285"/>
                <a:gd name="connsiteX0" fmla="*/ 2286000 w 3127248"/>
                <a:gd name="connsiteY0" fmla="*/ 1113656 h 2768285"/>
                <a:gd name="connsiteX1" fmla="*/ 1018903 w 3127248"/>
                <a:gd name="connsiteY1" fmla="*/ 1665199 h 2768285"/>
                <a:gd name="connsiteX2" fmla="*/ 1018903 w 3127248"/>
                <a:gd name="connsiteY2" fmla="*/ 2768285 h 2768285"/>
                <a:gd name="connsiteX3" fmla="*/ 0 w 3127248"/>
                <a:gd name="connsiteY3" fmla="*/ 685847 h 2768285"/>
                <a:gd name="connsiteX4" fmla="*/ 2542176 w 3127248"/>
                <a:gd name="connsiteY4" fmla="*/ 292512 h 2768285"/>
                <a:gd name="connsiteX5" fmla="*/ 2286000 w 3127248"/>
                <a:gd name="connsiteY5" fmla="*/ 1113656 h 2768285"/>
                <a:gd name="connsiteX0" fmla="*/ 2286000 w 3130630"/>
                <a:gd name="connsiteY0" fmla="*/ 1113656 h 2768285"/>
                <a:gd name="connsiteX1" fmla="*/ 1018903 w 3130630"/>
                <a:gd name="connsiteY1" fmla="*/ 1665199 h 2768285"/>
                <a:gd name="connsiteX2" fmla="*/ 1018903 w 3130630"/>
                <a:gd name="connsiteY2" fmla="*/ 2768285 h 2768285"/>
                <a:gd name="connsiteX3" fmla="*/ 0 w 3130630"/>
                <a:gd name="connsiteY3" fmla="*/ 685847 h 2768285"/>
                <a:gd name="connsiteX4" fmla="*/ 2542176 w 3130630"/>
                <a:gd name="connsiteY4" fmla="*/ 292512 h 2768285"/>
                <a:gd name="connsiteX5" fmla="*/ 2286000 w 3130630"/>
                <a:gd name="connsiteY5" fmla="*/ 1113656 h 2768285"/>
                <a:gd name="connsiteX0" fmla="*/ 2286000 w 3180713"/>
                <a:gd name="connsiteY0" fmla="*/ 1096842 h 2751471"/>
                <a:gd name="connsiteX1" fmla="*/ 1018903 w 3180713"/>
                <a:gd name="connsiteY1" fmla="*/ 1648385 h 2751471"/>
                <a:gd name="connsiteX2" fmla="*/ 1018903 w 3180713"/>
                <a:gd name="connsiteY2" fmla="*/ 2751471 h 2751471"/>
                <a:gd name="connsiteX3" fmla="*/ 0 w 3180713"/>
                <a:gd name="connsiteY3" fmla="*/ 669033 h 2751471"/>
                <a:gd name="connsiteX4" fmla="*/ 2610756 w 3180713"/>
                <a:gd name="connsiteY4" fmla="*/ 306178 h 2751471"/>
                <a:gd name="connsiteX5" fmla="*/ 2286000 w 3180713"/>
                <a:gd name="connsiteY5" fmla="*/ 1096842 h 2751471"/>
                <a:gd name="connsiteX0" fmla="*/ 2286000 w 3153621"/>
                <a:gd name="connsiteY0" fmla="*/ 1096842 h 2751471"/>
                <a:gd name="connsiteX1" fmla="*/ 1018903 w 3153621"/>
                <a:gd name="connsiteY1" fmla="*/ 1648385 h 2751471"/>
                <a:gd name="connsiteX2" fmla="*/ 1018903 w 3153621"/>
                <a:gd name="connsiteY2" fmla="*/ 2751471 h 2751471"/>
                <a:gd name="connsiteX3" fmla="*/ 0 w 3153621"/>
                <a:gd name="connsiteY3" fmla="*/ 669033 h 2751471"/>
                <a:gd name="connsiteX4" fmla="*/ 2610756 w 3153621"/>
                <a:gd name="connsiteY4" fmla="*/ 306178 h 2751471"/>
                <a:gd name="connsiteX5" fmla="*/ 2286000 w 3153621"/>
                <a:gd name="connsiteY5" fmla="*/ 1096842 h 2751471"/>
                <a:gd name="connsiteX0" fmla="*/ 2286000 w 3130417"/>
                <a:gd name="connsiteY0" fmla="*/ 1096842 h 2751471"/>
                <a:gd name="connsiteX1" fmla="*/ 1018903 w 3130417"/>
                <a:gd name="connsiteY1" fmla="*/ 1648385 h 2751471"/>
                <a:gd name="connsiteX2" fmla="*/ 1018903 w 3130417"/>
                <a:gd name="connsiteY2" fmla="*/ 2751471 h 2751471"/>
                <a:gd name="connsiteX3" fmla="*/ 0 w 3130417"/>
                <a:gd name="connsiteY3" fmla="*/ 669033 h 2751471"/>
                <a:gd name="connsiteX4" fmla="*/ 2610756 w 3130417"/>
                <a:gd name="connsiteY4" fmla="*/ 306178 h 2751471"/>
                <a:gd name="connsiteX5" fmla="*/ 2286000 w 3130417"/>
                <a:gd name="connsiteY5" fmla="*/ 1096842 h 2751471"/>
                <a:gd name="connsiteX0" fmla="*/ 2286000 w 3140568"/>
                <a:gd name="connsiteY0" fmla="*/ 1096842 h 2751471"/>
                <a:gd name="connsiteX1" fmla="*/ 1018903 w 3140568"/>
                <a:gd name="connsiteY1" fmla="*/ 1648385 h 2751471"/>
                <a:gd name="connsiteX2" fmla="*/ 1018903 w 3140568"/>
                <a:gd name="connsiteY2" fmla="*/ 2751471 h 2751471"/>
                <a:gd name="connsiteX3" fmla="*/ 0 w 3140568"/>
                <a:gd name="connsiteY3" fmla="*/ 669033 h 2751471"/>
                <a:gd name="connsiteX4" fmla="*/ 2610756 w 3140568"/>
                <a:gd name="connsiteY4" fmla="*/ 306178 h 2751471"/>
                <a:gd name="connsiteX5" fmla="*/ 2286000 w 3140568"/>
                <a:gd name="connsiteY5" fmla="*/ 1096842 h 2751471"/>
                <a:gd name="connsiteX0" fmla="*/ 2286000 w 3140568"/>
                <a:gd name="connsiteY0" fmla="*/ 1172720 h 2827349"/>
                <a:gd name="connsiteX1" fmla="*/ 1018903 w 3140568"/>
                <a:gd name="connsiteY1" fmla="*/ 1724263 h 2827349"/>
                <a:gd name="connsiteX2" fmla="*/ 1018903 w 3140568"/>
                <a:gd name="connsiteY2" fmla="*/ 2827349 h 2827349"/>
                <a:gd name="connsiteX3" fmla="*/ 0 w 3140568"/>
                <a:gd name="connsiteY3" fmla="*/ 744911 h 2827349"/>
                <a:gd name="connsiteX4" fmla="*/ 2610756 w 3140568"/>
                <a:gd name="connsiteY4" fmla="*/ 382056 h 2827349"/>
                <a:gd name="connsiteX5" fmla="*/ 2286000 w 3140568"/>
                <a:gd name="connsiteY5" fmla="*/ 1172720 h 2827349"/>
                <a:gd name="connsiteX0" fmla="*/ 2415540 w 3270108"/>
                <a:gd name="connsiteY0" fmla="*/ 1134895 h 2789524"/>
                <a:gd name="connsiteX1" fmla="*/ 1148443 w 3270108"/>
                <a:gd name="connsiteY1" fmla="*/ 1686438 h 2789524"/>
                <a:gd name="connsiteX2" fmla="*/ 1148443 w 3270108"/>
                <a:gd name="connsiteY2" fmla="*/ 2789524 h 2789524"/>
                <a:gd name="connsiteX3" fmla="*/ 0 w 3270108"/>
                <a:gd name="connsiteY3" fmla="*/ 783286 h 2789524"/>
                <a:gd name="connsiteX4" fmla="*/ 2740296 w 3270108"/>
                <a:gd name="connsiteY4" fmla="*/ 344231 h 2789524"/>
                <a:gd name="connsiteX5" fmla="*/ 2415540 w 3270108"/>
                <a:gd name="connsiteY5" fmla="*/ 1134895 h 2789524"/>
                <a:gd name="connsiteX0" fmla="*/ 2415540 w 3270108"/>
                <a:gd name="connsiteY0" fmla="*/ 1225693 h 2880322"/>
                <a:gd name="connsiteX1" fmla="*/ 1148443 w 3270108"/>
                <a:gd name="connsiteY1" fmla="*/ 1777236 h 2880322"/>
                <a:gd name="connsiteX2" fmla="*/ 1148443 w 3270108"/>
                <a:gd name="connsiteY2" fmla="*/ 2880322 h 2880322"/>
                <a:gd name="connsiteX3" fmla="*/ 0 w 3270108"/>
                <a:gd name="connsiteY3" fmla="*/ 874084 h 2880322"/>
                <a:gd name="connsiteX4" fmla="*/ 2740296 w 3270108"/>
                <a:gd name="connsiteY4" fmla="*/ 435029 h 2880322"/>
                <a:gd name="connsiteX5" fmla="*/ 2415540 w 3270108"/>
                <a:gd name="connsiteY5" fmla="*/ 1225693 h 2880322"/>
                <a:gd name="connsiteX0" fmla="*/ 2415540 w 3270108"/>
                <a:gd name="connsiteY0" fmla="*/ 1185851 h 2840480"/>
                <a:gd name="connsiteX1" fmla="*/ 1148443 w 3270108"/>
                <a:gd name="connsiteY1" fmla="*/ 1737394 h 2840480"/>
                <a:gd name="connsiteX2" fmla="*/ 1148443 w 3270108"/>
                <a:gd name="connsiteY2" fmla="*/ 2840480 h 2840480"/>
                <a:gd name="connsiteX3" fmla="*/ 0 w 3270108"/>
                <a:gd name="connsiteY3" fmla="*/ 834242 h 2840480"/>
                <a:gd name="connsiteX4" fmla="*/ 2740296 w 3270108"/>
                <a:gd name="connsiteY4" fmla="*/ 395187 h 2840480"/>
                <a:gd name="connsiteX5" fmla="*/ 2415540 w 3270108"/>
                <a:gd name="connsiteY5" fmla="*/ 1185851 h 2840480"/>
                <a:gd name="connsiteX0" fmla="*/ 2415540 w 3270108"/>
                <a:gd name="connsiteY0" fmla="*/ 1185851 h 1737394"/>
                <a:gd name="connsiteX1" fmla="*/ 1148443 w 3270108"/>
                <a:gd name="connsiteY1" fmla="*/ 1737394 h 1737394"/>
                <a:gd name="connsiteX2" fmla="*/ 0 w 3270108"/>
                <a:gd name="connsiteY2" fmla="*/ 834242 h 1737394"/>
                <a:gd name="connsiteX3" fmla="*/ 2740296 w 3270108"/>
                <a:gd name="connsiteY3" fmla="*/ 395187 h 1737394"/>
                <a:gd name="connsiteX4" fmla="*/ 2415540 w 3270108"/>
                <a:gd name="connsiteY4" fmla="*/ 1185851 h 1737394"/>
                <a:gd name="connsiteX0" fmla="*/ 1267097 w 2121665"/>
                <a:gd name="connsiteY0" fmla="*/ 1379527 h 1931070"/>
                <a:gd name="connsiteX1" fmla="*/ 0 w 2121665"/>
                <a:gd name="connsiteY1" fmla="*/ 1931070 h 1931070"/>
                <a:gd name="connsiteX2" fmla="*/ 238397 w 2121665"/>
                <a:gd name="connsiteY2" fmla="*/ 631678 h 1931070"/>
                <a:gd name="connsiteX3" fmla="*/ 1591853 w 2121665"/>
                <a:gd name="connsiteY3" fmla="*/ 588863 h 1931070"/>
                <a:gd name="connsiteX4" fmla="*/ 1267097 w 2121665"/>
                <a:gd name="connsiteY4" fmla="*/ 1379527 h 1931070"/>
                <a:gd name="connsiteX0" fmla="*/ 1267097 w 2404146"/>
                <a:gd name="connsiteY0" fmla="*/ 1705340 h 2256883"/>
                <a:gd name="connsiteX1" fmla="*/ 0 w 2404146"/>
                <a:gd name="connsiteY1" fmla="*/ 2256883 h 2256883"/>
                <a:gd name="connsiteX2" fmla="*/ 238397 w 2404146"/>
                <a:gd name="connsiteY2" fmla="*/ 957491 h 2256883"/>
                <a:gd name="connsiteX3" fmla="*/ 1949993 w 2404146"/>
                <a:gd name="connsiteY3" fmla="*/ 327936 h 2256883"/>
                <a:gd name="connsiteX4" fmla="*/ 1267097 w 2404146"/>
                <a:gd name="connsiteY4" fmla="*/ 1705340 h 2256883"/>
                <a:gd name="connsiteX0" fmla="*/ 1267097 w 2145320"/>
                <a:gd name="connsiteY0" fmla="*/ 1705340 h 2256883"/>
                <a:gd name="connsiteX1" fmla="*/ 0 w 2145320"/>
                <a:gd name="connsiteY1" fmla="*/ 2256883 h 2256883"/>
                <a:gd name="connsiteX2" fmla="*/ 238397 w 2145320"/>
                <a:gd name="connsiteY2" fmla="*/ 957491 h 2256883"/>
                <a:gd name="connsiteX3" fmla="*/ 1949993 w 2145320"/>
                <a:gd name="connsiteY3" fmla="*/ 327936 h 2256883"/>
                <a:gd name="connsiteX4" fmla="*/ 2000470 w 2145320"/>
                <a:gd name="connsiteY4" fmla="*/ 1056189 h 2256883"/>
                <a:gd name="connsiteX5" fmla="*/ 1267097 w 2145320"/>
                <a:gd name="connsiteY5" fmla="*/ 1705340 h 2256883"/>
                <a:gd name="connsiteX0" fmla="*/ 2021840 w 2160530"/>
                <a:gd name="connsiteY0" fmla="*/ 1966597 h 2256883"/>
                <a:gd name="connsiteX1" fmla="*/ 0 w 2160530"/>
                <a:gd name="connsiteY1" fmla="*/ 2256883 h 2256883"/>
                <a:gd name="connsiteX2" fmla="*/ 238397 w 2160530"/>
                <a:gd name="connsiteY2" fmla="*/ 957491 h 2256883"/>
                <a:gd name="connsiteX3" fmla="*/ 1949993 w 2160530"/>
                <a:gd name="connsiteY3" fmla="*/ 327936 h 2256883"/>
                <a:gd name="connsiteX4" fmla="*/ 2000470 w 2160530"/>
                <a:gd name="connsiteY4" fmla="*/ 1056189 h 2256883"/>
                <a:gd name="connsiteX5" fmla="*/ 2021840 w 2160530"/>
                <a:gd name="connsiteY5" fmla="*/ 1966597 h 2256883"/>
                <a:gd name="connsiteX0" fmla="*/ 2021840 w 2160530"/>
                <a:gd name="connsiteY0" fmla="*/ 1966597 h 2725332"/>
                <a:gd name="connsiteX1" fmla="*/ 1956927 w 2160530"/>
                <a:gd name="connsiteY1" fmla="*/ 2725332 h 2725332"/>
                <a:gd name="connsiteX2" fmla="*/ 0 w 2160530"/>
                <a:gd name="connsiteY2" fmla="*/ 2256883 h 2725332"/>
                <a:gd name="connsiteX3" fmla="*/ 238397 w 2160530"/>
                <a:gd name="connsiteY3" fmla="*/ 957491 h 2725332"/>
                <a:gd name="connsiteX4" fmla="*/ 1949993 w 2160530"/>
                <a:gd name="connsiteY4" fmla="*/ 327936 h 2725332"/>
                <a:gd name="connsiteX5" fmla="*/ 2000470 w 2160530"/>
                <a:gd name="connsiteY5" fmla="*/ 1056189 h 2725332"/>
                <a:gd name="connsiteX6" fmla="*/ 2021840 w 2160530"/>
                <a:gd name="connsiteY6" fmla="*/ 1966597 h 2725332"/>
                <a:gd name="connsiteX0" fmla="*/ 1783443 w 1922133"/>
                <a:gd name="connsiteY0" fmla="*/ 1966597 h 2725332"/>
                <a:gd name="connsiteX1" fmla="*/ 1718530 w 1922133"/>
                <a:gd name="connsiteY1" fmla="*/ 2725332 h 2725332"/>
                <a:gd name="connsiteX2" fmla="*/ 98153 w 1922133"/>
                <a:gd name="connsiteY2" fmla="*/ 2110833 h 2725332"/>
                <a:gd name="connsiteX3" fmla="*/ 0 w 1922133"/>
                <a:gd name="connsiteY3" fmla="*/ 957491 h 2725332"/>
                <a:gd name="connsiteX4" fmla="*/ 1711596 w 1922133"/>
                <a:gd name="connsiteY4" fmla="*/ 327936 h 2725332"/>
                <a:gd name="connsiteX5" fmla="*/ 1762073 w 1922133"/>
                <a:gd name="connsiteY5" fmla="*/ 1056189 h 2725332"/>
                <a:gd name="connsiteX6" fmla="*/ 1783443 w 1922133"/>
                <a:gd name="connsiteY6" fmla="*/ 1966597 h 2725332"/>
                <a:gd name="connsiteX0" fmla="*/ 1783443 w 1922133"/>
                <a:gd name="connsiteY0" fmla="*/ 1966597 h 2812660"/>
                <a:gd name="connsiteX1" fmla="*/ 1718530 w 1922133"/>
                <a:gd name="connsiteY1" fmla="*/ 2725332 h 2812660"/>
                <a:gd name="connsiteX2" fmla="*/ 98153 w 1922133"/>
                <a:gd name="connsiteY2" fmla="*/ 2110833 h 2812660"/>
                <a:gd name="connsiteX3" fmla="*/ 0 w 1922133"/>
                <a:gd name="connsiteY3" fmla="*/ 957491 h 2812660"/>
                <a:gd name="connsiteX4" fmla="*/ 1711596 w 1922133"/>
                <a:gd name="connsiteY4" fmla="*/ 327936 h 2812660"/>
                <a:gd name="connsiteX5" fmla="*/ 1762073 w 1922133"/>
                <a:gd name="connsiteY5" fmla="*/ 1056189 h 2812660"/>
                <a:gd name="connsiteX6" fmla="*/ 1783443 w 1922133"/>
                <a:gd name="connsiteY6" fmla="*/ 1966597 h 2812660"/>
                <a:gd name="connsiteX0" fmla="*/ 1783443 w 1922133"/>
                <a:gd name="connsiteY0" fmla="*/ 1966597 h 3262280"/>
                <a:gd name="connsiteX1" fmla="*/ 1718530 w 1922133"/>
                <a:gd name="connsiteY1" fmla="*/ 2725332 h 3262280"/>
                <a:gd name="connsiteX2" fmla="*/ 98153 w 1922133"/>
                <a:gd name="connsiteY2" fmla="*/ 2110833 h 3262280"/>
                <a:gd name="connsiteX3" fmla="*/ 0 w 1922133"/>
                <a:gd name="connsiteY3" fmla="*/ 957491 h 3262280"/>
                <a:gd name="connsiteX4" fmla="*/ 1711596 w 1922133"/>
                <a:gd name="connsiteY4" fmla="*/ 327936 h 3262280"/>
                <a:gd name="connsiteX5" fmla="*/ 1762073 w 1922133"/>
                <a:gd name="connsiteY5" fmla="*/ 1056189 h 3262280"/>
                <a:gd name="connsiteX6" fmla="*/ 1783443 w 1922133"/>
                <a:gd name="connsiteY6" fmla="*/ 1966597 h 3262280"/>
                <a:gd name="connsiteX0" fmla="*/ 1783443 w 1922133"/>
                <a:gd name="connsiteY0" fmla="*/ 1966597 h 3254029"/>
                <a:gd name="connsiteX1" fmla="*/ 1693130 w 1922133"/>
                <a:gd name="connsiteY1" fmla="*/ 2712632 h 3254029"/>
                <a:gd name="connsiteX2" fmla="*/ 98153 w 1922133"/>
                <a:gd name="connsiteY2" fmla="*/ 2110833 h 3254029"/>
                <a:gd name="connsiteX3" fmla="*/ 0 w 1922133"/>
                <a:gd name="connsiteY3" fmla="*/ 957491 h 3254029"/>
                <a:gd name="connsiteX4" fmla="*/ 1711596 w 1922133"/>
                <a:gd name="connsiteY4" fmla="*/ 327936 h 3254029"/>
                <a:gd name="connsiteX5" fmla="*/ 1762073 w 1922133"/>
                <a:gd name="connsiteY5" fmla="*/ 1056189 h 3254029"/>
                <a:gd name="connsiteX6" fmla="*/ 1783443 w 1922133"/>
                <a:gd name="connsiteY6" fmla="*/ 1966597 h 3254029"/>
                <a:gd name="connsiteX0" fmla="*/ 1783443 w 1922133"/>
                <a:gd name="connsiteY0" fmla="*/ 1966597 h 3223909"/>
                <a:gd name="connsiteX1" fmla="*/ 1693130 w 1922133"/>
                <a:gd name="connsiteY1" fmla="*/ 2712632 h 3223909"/>
                <a:gd name="connsiteX2" fmla="*/ 98153 w 1922133"/>
                <a:gd name="connsiteY2" fmla="*/ 2110833 h 3223909"/>
                <a:gd name="connsiteX3" fmla="*/ 0 w 1922133"/>
                <a:gd name="connsiteY3" fmla="*/ 957491 h 3223909"/>
                <a:gd name="connsiteX4" fmla="*/ 1711596 w 1922133"/>
                <a:gd name="connsiteY4" fmla="*/ 327936 h 3223909"/>
                <a:gd name="connsiteX5" fmla="*/ 1762073 w 1922133"/>
                <a:gd name="connsiteY5" fmla="*/ 1056189 h 3223909"/>
                <a:gd name="connsiteX6" fmla="*/ 1783443 w 1922133"/>
                <a:gd name="connsiteY6" fmla="*/ 1966597 h 3223909"/>
                <a:gd name="connsiteX0" fmla="*/ 1783443 w 1922133"/>
                <a:gd name="connsiteY0" fmla="*/ 1966597 h 3300444"/>
                <a:gd name="connsiteX1" fmla="*/ 1693130 w 1922133"/>
                <a:gd name="connsiteY1" fmla="*/ 2712632 h 3300444"/>
                <a:gd name="connsiteX2" fmla="*/ 98153 w 1922133"/>
                <a:gd name="connsiteY2" fmla="*/ 2110833 h 3300444"/>
                <a:gd name="connsiteX3" fmla="*/ 0 w 1922133"/>
                <a:gd name="connsiteY3" fmla="*/ 957491 h 3300444"/>
                <a:gd name="connsiteX4" fmla="*/ 1711596 w 1922133"/>
                <a:gd name="connsiteY4" fmla="*/ 327936 h 3300444"/>
                <a:gd name="connsiteX5" fmla="*/ 1762073 w 1922133"/>
                <a:gd name="connsiteY5" fmla="*/ 1056189 h 3300444"/>
                <a:gd name="connsiteX6" fmla="*/ 1783443 w 1922133"/>
                <a:gd name="connsiteY6" fmla="*/ 1966597 h 3300444"/>
                <a:gd name="connsiteX0" fmla="*/ 1783443 w 1922133"/>
                <a:gd name="connsiteY0" fmla="*/ 1966597 h 3253315"/>
                <a:gd name="connsiteX1" fmla="*/ 1693130 w 1922133"/>
                <a:gd name="connsiteY1" fmla="*/ 2712632 h 3253315"/>
                <a:gd name="connsiteX2" fmla="*/ 168003 w 1922133"/>
                <a:gd name="connsiteY2" fmla="*/ 1990183 h 3253315"/>
                <a:gd name="connsiteX3" fmla="*/ 0 w 1922133"/>
                <a:gd name="connsiteY3" fmla="*/ 957491 h 3253315"/>
                <a:gd name="connsiteX4" fmla="*/ 1711596 w 1922133"/>
                <a:gd name="connsiteY4" fmla="*/ 327936 h 3253315"/>
                <a:gd name="connsiteX5" fmla="*/ 1762073 w 1922133"/>
                <a:gd name="connsiteY5" fmla="*/ 1056189 h 3253315"/>
                <a:gd name="connsiteX6" fmla="*/ 1783443 w 1922133"/>
                <a:gd name="connsiteY6" fmla="*/ 1966597 h 3253315"/>
                <a:gd name="connsiteX0" fmla="*/ 1783443 w 1922133"/>
                <a:gd name="connsiteY0" fmla="*/ 1966597 h 3290534"/>
                <a:gd name="connsiteX1" fmla="*/ 1693130 w 1922133"/>
                <a:gd name="connsiteY1" fmla="*/ 2712632 h 3290534"/>
                <a:gd name="connsiteX2" fmla="*/ 168003 w 1922133"/>
                <a:gd name="connsiteY2" fmla="*/ 1990183 h 3290534"/>
                <a:gd name="connsiteX3" fmla="*/ 0 w 1922133"/>
                <a:gd name="connsiteY3" fmla="*/ 957491 h 3290534"/>
                <a:gd name="connsiteX4" fmla="*/ 1711596 w 1922133"/>
                <a:gd name="connsiteY4" fmla="*/ 327936 h 3290534"/>
                <a:gd name="connsiteX5" fmla="*/ 1762073 w 1922133"/>
                <a:gd name="connsiteY5" fmla="*/ 1056189 h 3290534"/>
                <a:gd name="connsiteX6" fmla="*/ 1783443 w 1922133"/>
                <a:gd name="connsiteY6" fmla="*/ 1966597 h 3290534"/>
                <a:gd name="connsiteX0" fmla="*/ 1783443 w 2017465"/>
                <a:gd name="connsiteY0" fmla="*/ 1966597 h 3290534"/>
                <a:gd name="connsiteX1" fmla="*/ 1693130 w 2017465"/>
                <a:gd name="connsiteY1" fmla="*/ 2712632 h 3290534"/>
                <a:gd name="connsiteX2" fmla="*/ 168003 w 2017465"/>
                <a:gd name="connsiteY2" fmla="*/ 1990183 h 3290534"/>
                <a:gd name="connsiteX3" fmla="*/ 0 w 2017465"/>
                <a:gd name="connsiteY3" fmla="*/ 957491 h 3290534"/>
                <a:gd name="connsiteX4" fmla="*/ 1711596 w 2017465"/>
                <a:gd name="connsiteY4" fmla="*/ 327936 h 3290534"/>
                <a:gd name="connsiteX5" fmla="*/ 1762073 w 2017465"/>
                <a:gd name="connsiteY5" fmla="*/ 1056189 h 3290534"/>
                <a:gd name="connsiteX6" fmla="*/ 1783443 w 2017465"/>
                <a:gd name="connsiteY6" fmla="*/ 1966597 h 3290534"/>
                <a:gd name="connsiteX0" fmla="*/ 1783443 w 2084139"/>
                <a:gd name="connsiteY0" fmla="*/ 1966597 h 3290534"/>
                <a:gd name="connsiteX1" fmla="*/ 1693130 w 2084139"/>
                <a:gd name="connsiteY1" fmla="*/ 2712632 h 3290534"/>
                <a:gd name="connsiteX2" fmla="*/ 168003 w 2084139"/>
                <a:gd name="connsiteY2" fmla="*/ 1990183 h 3290534"/>
                <a:gd name="connsiteX3" fmla="*/ 0 w 2084139"/>
                <a:gd name="connsiteY3" fmla="*/ 957491 h 3290534"/>
                <a:gd name="connsiteX4" fmla="*/ 1711596 w 2084139"/>
                <a:gd name="connsiteY4" fmla="*/ 327936 h 3290534"/>
                <a:gd name="connsiteX5" fmla="*/ 1762073 w 2084139"/>
                <a:gd name="connsiteY5" fmla="*/ 1056189 h 3290534"/>
                <a:gd name="connsiteX6" fmla="*/ 1783443 w 2084139"/>
                <a:gd name="connsiteY6" fmla="*/ 1966597 h 3290534"/>
                <a:gd name="connsiteX0" fmla="*/ 1783443 w 2084139"/>
                <a:gd name="connsiteY0" fmla="*/ 1966597 h 3290534"/>
                <a:gd name="connsiteX1" fmla="*/ 1693130 w 2084139"/>
                <a:gd name="connsiteY1" fmla="*/ 2712632 h 3290534"/>
                <a:gd name="connsiteX2" fmla="*/ 168003 w 2084139"/>
                <a:gd name="connsiteY2" fmla="*/ 1990183 h 3290534"/>
                <a:gd name="connsiteX3" fmla="*/ 0 w 2084139"/>
                <a:gd name="connsiteY3" fmla="*/ 957491 h 3290534"/>
                <a:gd name="connsiteX4" fmla="*/ 1711596 w 2084139"/>
                <a:gd name="connsiteY4" fmla="*/ 327936 h 3290534"/>
                <a:gd name="connsiteX5" fmla="*/ 1762073 w 2084139"/>
                <a:gd name="connsiteY5" fmla="*/ 1056189 h 3290534"/>
                <a:gd name="connsiteX6" fmla="*/ 1783443 w 2084139"/>
                <a:gd name="connsiteY6" fmla="*/ 1966597 h 3290534"/>
                <a:gd name="connsiteX0" fmla="*/ 1783443 w 2084139"/>
                <a:gd name="connsiteY0" fmla="*/ 1979780 h 3303717"/>
                <a:gd name="connsiteX1" fmla="*/ 1693130 w 2084139"/>
                <a:gd name="connsiteY1" fmla="*/ 2725815 h 3303717"/>
                <a:gd name="connsiteX2" fmla="*/ 168003 w 2084139"/>
                <a:gd name="connsiteY2" fmla="*/ 2003366 h 3303717"/>
                <a:gd name="connsiteX3" fmla="*/ 0 w 2084139"/>
                <a:gd name="connsiteY3" fmla="*/ 970674 h 3303717"/>
                <a:gd name="connsiteX4" fmla="*/ 1683021 w 2084139"/>
                <a:gd name="connsiteY4" fmla="*/ 322069 h 3303717"/>
                <a:gd name="connsiteX5" fmla="*/ 1762073 w 2084139"/>
                <a:gd name="connsiteY5" fmla="*/ 1069372 h 3303717"/>
                <a:gd name="connsiteX6" fmla="*/ 1783443 w 2084139"/>
                <a:gd name="connsiteY6" fmla="*/ 1979780 h 3303717"/>
                <a:gd name="connsiteX0" fmla="*/ 1783443 w 2084139"/>
                <a:gd name="connsiteY0" fmla="*/ 2211599 h 3535536"/>
                <a:gd name="connsiteX1" fmla="*/ 1693130 w 2084139"/>
                <a:gd name="connsiteY1" fmla="*/ 2957634 h 3535536"/>
                <a:gd name="connsiteX2" fmla="*/ 168003 w 2084139"/>
                <a:gd name="connsiteY2" fmla="*/ 2235185 h 3535536"/>
                <a:gd name="connsiteX3" fmla="*/ 0 w 2084139"/>
                <a:gd name="connsiteY3" fmla="*/ 1202493 h 3535536"/>
                <a:gd name="connsiteX4" fmla="*/ 1683021 w 2084139"/>
                <a:gd name="connsiteY4" fmla="*/ 553888 h 3535536"/>
                <a:gd name="connsiteX5" fmla="*/ 1762073 w 2084139"/>
                <a:gd name="connsiteY5" fmla="*/ 1301191 h 3535536"/>
                <a:gd name="connsiteX6" fmla="*/ 1783443 w 2084139"/>
                <a:gd name="connsiteY6" fmla="*/ 2211599 h 3535536"/>
                <a:gd name="connsiteX0" fmla="*/ 1697718 w 1998414"/>
                <a:gd name="connsiteY0" fmla="*/ 2165861 h 3489798"/>
                <a:gd name="connsiteX1" fmla="*/ 1607405 w 1998414"/>
                <a:gd name="connsiteY1" fmla="*/ 2911896 h 3489798"/>
                <a:gd name="connsiteX2" fmla="*/ 82278 w 1998414"/>
                <a:gd name="connsiteY2" fmla="*/ 2189447 h 3489798"/>
                <a:gd name="connsiteX3" fmla="*/ 0 w 1998414"/>
                <a:gd name="connsiteY3" fmla="*/ 1328205 h 3489798"/>
                <a:gd name="connsiteX4" fmla="*/ 1597296 w 1998414"/>
                <a:gd name="connsiteY4" fmla="*/ 508150 h 3489798"/>
                <a:gd name="connsiteX5" fmla="*/ 1676348 w 1998414"/>
                <a:gd name="connsiteY5" fmla="*/ 1255453 h 3489798"/>
                <a:gd name="connsiteX6" fmla="*/ 1697718 w 1998414"/>
                <a:gd name="connsiteY6" fmla="*/ 2165861 h 3489798"/>
                <a:gd name="connsiteX0" fmla="*/ 1697718 w 1998414"/>
                <a:gd name="connsiteY0" fmla="*/ 2294426 h 3618363"/>
                <a:gd name="connsiteX1" fmla="*/ 1607405 w 1998414"/>
                <a:gd name="connsiteY1" fmla="*/ 3040461 h 3618363"/>
                <a:gd name="connsiteX2" fmla="*/ 82278 w 1998414"/>
                <a:gd name="connsiteY2" fmla="*/ 2318012 h 3618363"/>
                <a:gd name="connsiteX3" fmla="*/ 0 w 1998414"/>
                <a:gd name="connsiteY3" fmla="*/ 1456770 h 3618363"/>
                <a:gd name="connsiteX4" fmla="*/ 1597296 w 1998414"/>
                <a:gd name="connsiteY4" fmla="*/ 636715 h 3618363"/>
                <a:gd name="connsiteX5" fmla="*/ 1676348 w 1998414"/>
                <a:gd name="connsiteY5" fmla="*/ 1384018 h 3618363"/>
                <a:gd name="connsiteX6" fmla="*/ 1697718 w 1998414"/>
                <a:gd name="connsiteY6" fmla="*/ 2294426 h 361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98414" h="3618363">
                  <a:moveTo>
                    <a:pt x="1697718" y="2294426"/>
                  </a:moveTo>
                  <a:cubicBezTo>
                    <a:pt x="2121185" y="2467811"/>
                    <a:pt x="1895138" y="3000426"/>
                    <a:pt x="1607405" y="3040461"/>
                  </a:cubicBezTo>
                  <a:cubicBezTo>
                    <a:pt x="1968979" y="3883378"/>
                    <a:pt x="501754" y="3932545"/>
                    <a:pt x="82278" y="2318012"/>
                  </a:cubicBezTo>
                  <a:lnTo>
                    <a:pt x="0" y="1456770"/>
                  </a:lnTo>
                  <a:cubicBezTo>
                    <a:pt x="302472" y="-90120"/>
                    <a:pt x="1883046" y="-472811"/>
                    <a:pt x="1597296" y="636715"/>
                  </a:cubicBezTo>
                  <a:cubicBezTo>
                    <a:pt x="1929679" y="660422"/>
                    <a:pt x="2152114" y="1125876"/>
                    <a:pt x="1676348" y="1384018"/>
                  </a:cubicBezTo>
                  <a:cubicBezTo>
                    <a:pt x="2134032" y="1638985"/>
                    <a:pt x="2069834" y="2101568"/>
                    <a:pt x="1697718" y="2294426"/>
                  </a:cubicBezTo>
                  <a:close/>
                </a:path>
              </a:pathLst>
            </a:custGeom>
            <a:solidFill>
              <a:srgbClr val="A7EF16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B23D74B-CF40-4231-2A23-73FB937DAFA4}"/>
                </a:ext>
              </a:extLst>
            </p:cNvPr>
            <p:cNvSpPr/>
            <p:nvPr/>
          </p:nvSpPr>
          <p:spPr>
            <a:xfrm>
              <a:off x="4572001" y="5057773"/>
              <a:ext cx="2064207" cy="1061607"/>
            </a:xfrm>
            <a:custGeom>
              <a:avLst/>
              <a:gdLst>
                <a:gd name="connsiteX0" fmla="*/ 0 w 1228725"/>
                <a:gd name="connsiteY0" fmla="*/ 0 h 488094"/>
                <a:gd name="connsiteX1" fmla="*/ 1228725 w 1228725"/>
                <a:gd name="connsiteY1" fmla="*/ 0 h 488094"/>
                <a:gd name="connsiteX2" fmla="*/ 1228725 w 1228725"/>
                <a:gd name="connsiteY2" fmla="*/ 488094 h 488094"/>
                <a:gd name="connsiteX3" fmla="*/ 0 w 1228725"/>
                <a:gd name="connsiteY3" fmla="*/ 488094 h 488094"/>
                <a:gd name="connsiteX4" fmla="*/ 0 w 1228725"/>
                <a:gd name="connsiteY4" fmla="*/ 0 h 488094"/>
                <a:gd name="connsiteX0" fmla="*/ 0 w 1228725"/>
                <a:gd name="connsiteY0" fmla="*/ 0 h 488094"/>
                <a:gd name="connsiteX1" fmla="*/ 1228725 w 1228725"/>
                <a:gd name="connsiteY1" fmla="*/ 0 h 488094"/>
                <a:gd name="connsiteX2" fmla="*/ 0 w 1228725"/>
                <a:gd name="connsiteY2" fmla="*/ 488094 h 488094"/>
                <a:gd name="connsiteX3" fmla="*/ 0 w 1228725"/>
                <a:gd name="connsiteY3" fmla="*/ 0 h 488094"/>
                <a:gd name="connsiteX0" fmla="*/ 0 w 1228725"/>
                <a:gd name="connsiteY0" fmla="*/ 0 h 402369"/>
                <a:gd name="connsiteX1" fmla="*/ 1228725 w 1228725"/>
                <a:gd name="connsiteY1" fmla="*/ 0 h 402369"/>
                <a:gd name="connsiteX2" fmla="*/ 219075 w 1228725"/>
                <a:gd name="connsiteY2" fmla="*/ 402369 h 402369"/>
                <a:gd name="connsiteX3" fmla="*/ 0 w 1228725"/>
                <a:gd name="connsiteY3" fmla="*/ 0 h 402369"/>
                <a:gd name="connsiteX0" fmla="*/ 0 w 1228725"/>
                <a:gd name="connsiteY0" fmla="*/ 0 h 758459"/>
                <a:gd name="connsiteX1" fmla="*/ 1228725 w 1228725"/>
                <a:gd name="connsiteY1" fmla="*/ 0 h 758459"/>
                <a:gd name="connsiteX2" fmla="*/ 219075 w 1228725"/>
                <a:gd name="connsiteY2" fmla="*/ 402369 h 758459"/>
                <a:gd name="connsiteX3" fmla="*/ 0 w 1228725"/>
                <a:gd name="connsiteY3" fmla="*/ 0 h 758459"/>
                <a:gd name="connsiteX0" fmla="*/ 47602 w 1276327"/>
                <a:gd name="connsiteY0" fmla="*/ 0 h 773991"/>
                <a:gd name="connsiteX1" fmla="*/ 1276327 w 1276327"/>
                <a:gd name="connsiteY1" fmla="*/ 0 h 773991"/>
                <a:gd name="connsiteX2" fmla="*/ 85702 w 1276327"/>
                <a:gd name="connsiteY2" fmla="*/ 421419 h 773991"/>
                <a:gd name="connsiteX3" fmla="*/ 47602 w 1276327"/>
                <a:gd name="connsiteY3" fmla="*/ 0 h 773991"/>
                <a:gd name="connsiteX0" fmla="*/ 35012 w 1539962"/>
                <a:gd name="connsiteY0" fmla="*/ 142875 h 892501"/>
                <a:gd name="connsiteX1" fmla="*/ 1539962 w 1539962"/>
                <a:gd name="connsiteY1" fmla="*/ 0 h 892501"/>
                <a:gd name="connsiteX2" fmla="*/ 73112 w 1539962"/>
                <a:gd name="connsiteY2" fmla="*/ 564294 h 892501"/>
                <a:gd name="connsiteX3" fmla="*/ 35012 w 1539962"/>
                <a:gd name="connsiteY3" fmla="*/ 142875 h 892501"/>
                <a:gd name="connsiteX0" fmla="*/ 0 w 2052999"/>
                <a:gd name="connsiteY0" fmla="*/ 142875 h 936245"/>
                <a:gd name="connsiteX1" fmla="*/ 1504950 w 2052999"/>
                <a:gd name="connsiteY1" fmla="*/ 0 h 936245"/>
                <a:gd name="connsiteX2" fmla="*/ 38100 w 2052999"/>
                <a:gd name="connsiteY2" fmla="*/ 564294 h 936245"/>
                <a:gd name="connsiteX3" fmla="*/ 0 w 2052999"/>
                <a:gd name="connsiteY3" fmla="*/ 142875 h 936245"/>
                <a:gd name="connsiteX0" fmla="*/ 0 w 2122416"/>
                <a:gd name="connsiteY0" fmla="*/ 142875 h 1061607"/>
                <a:gd name="connsiteX1" fmla="*/ 1504950 w 2122416"/>
                <a:gd name="connsiteY1" fmla="*/ 0 h 1061607"/>
                <a:gd name="connsiteX2" fmla="*/ 38100 w 2122416"/>
                <a:gd name="connsiteY2" fmla="*/ 564294 h 1061607"/>
                <a:gd name="connsiteX3" fmla="*/ 0 w 2122416"/>
                <a:gd name="connsiteY3" fmla="*/ 142875 h 1061607"/>
                <a:gd name="connsiteX0" fmla="*/ 0 w 2064207"/>
                <a:gd name="connsiteY0" fmla="*/ 142875 h 1061607"/>
                <a:gd name="connsiteX1" fmla="*/ 1504950 w 2064207"/>
                <a:gd name="connsiteY1" fmla="*/ 0 h 1061607"/>
                <a:gd name="connsiteX2" fmla="*/ 38100 w 2064207"/>
                <a:gd name="connsiteY2" fmla="*/ 564294 h 1061607"/>
                <a:gd name="connsiteX3" fmla="*/ 0 w 2064207"/>
                <a:gd name="connsiteY3" fmla="*/ 142875 h 106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4207" h="1061607">
                  <a:moveTo>
                    <a:pt x="0" y="142875"/>
                  </a:moveTo>
                  <a:lnTo>
                    <a:pt x="1504950" y="0"/>
                  </a:lnTo>
                  <a:cubicBezTo>
                    <a:pt x="3292475" y="410348"/>
                    <a:pt x="241300" y="1792246"/>
                    <a:pt x="38100" y="564294"/>
                  </a:cubicBezTo>
                  <a:lnTo>
                    <a:pt x="0" y="142875"/>
                  </a:lnTo>
                  <a:close/>
                </a:path>
              </a:pathLst>
            </a:custGeom>
            <a:solidFill>
              <a:srgbClr val="A7EF16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DC01A80-2415-7382-5468-9BE7BC70F98F}"/>
                </a:ext>
              </a:extLst>
            </p:cNvPr>
            <p:cNvSpPr/>
            <p:nvPr/>
          </p:nvSpPr>
          <p:spPr>
            <a:xfrm>
              <a:off x="2227777" y="2178424"/>
              <a:ext cx="4560518" cy="3623564"/>
            </a:xfrm>
            <a:custGeom>
              <a:avLst/>
              <a:gdLst>
                <a:gd name="connsiteX0" fmla="*/ 0 w 2348880"/>
                <a:gd name="connsiteY0" fmla="*/ 0 h 1524000"/>
                <a:gd name="connsiteX1" fmla="*/ 2348880 w 2348880"/>
                <a:gd name="connsiteY1" fmla="*/ 0 h 1524000"/>
                <a:gd name="connsiteX2" fmla="*/ 2348880 w 2348880"/>
                <a:gd name="connsiteY2" fmla="*/ 1524000 h 1524000"/>
                <a:gd name="connsiteX3" fmla="*/ 0 w 2348880"/>
                <a:gd name="connsiteY3" fmla="*/ 1524000 h 1524000"/>
                <a:gd name="connsiteX4" fmla="*/ 0 w 2348880"/>
                <a:gd name="connsiteY4" fmla="*/ 0 h 1524000"/>
                <a:gd name="connsiteX0" fmla="*/ 0 w 2644155"/>
                <a:gd name="connsiteY0" fmla="*/ 476250 h 1524000"/>
                <a:gd name="connsiteX1" fmla="*/ 2644155 w 2644155"/>
                <a:gd name="connsiteY1" fmla="*/ 0 h 1524000"/>
                <a:gd name="connsiteX2" fmla="*/ 2644155 w 2644155"/>
                <a:gd name="connsiteY2" fmla="*/ 1524000 h 1524000"/>
                <a:gd name="connsiteX3" fmla="*/ 295275 w 2644155"/>
                <a:gd name="connsiteY3" fmla="*/ 1524000 h 1524000"/>
                <a:gd name="connsiteX4" fmla="*/ 0 w 2644155"/>
                <a:gd name="connsiteY4" fmla="*/ 476250 h 1524000"/>
                <a:gd name="connsiteX0" fmla="*/ 0 w 4539630"/>
                <a:gd name="connsiteY0" fmla="*/ 0 h 1047750"/>
                <a:gd name="connsiteX1" fmla="*/ 4539630 w 4539630"/>
                <a:gd name="connsiteY1" fmla="*/ 409575 h 1047750"/>
                <a:gd name="connsiteX2" fmla="*/ 2644155 w 4539630"/>
                <a:gd name="connsiteY2" fmla="*/ 1047750 h 1047750"/>
                <a:gd name="connsiteX3" fmla="*/ 295275 w 4539630"/>
                <a:gd name="connsiteY3" fmla="*/ 1047750 h 1047750"/>
                <a:gd name="connsiteX4" fmla="*/ 0 w 4539630"/>
                <a:gd name="connsiteY4" fmla="*/ 0 h 1047750"/>
                <a:gd name="connsiteX0" fmla="*/ 0 w 4539630"/>
                <a:gd name="connsiteY0" fmla="*/ 0 h 1047750"/>
                <a:gd name="connsiteX1" fmla="*/ 4539630 w 4539630"/>
                <a:gd name="connsiteY1" fmla="*/ 409575 h 1047750"/>
                <a:gd name="connsiteX2" fmla="*/ 295275 w 4539630"/>
                <a:gd name="connsiteY2" fmla="*/ 1047750 h 1047750"/>
                <a:gd name="connsiteX3" fmla="*/ 0 w 4539630"/>
                <a:gd name="connsiteY3" fmla="*/ 0 h 1047750"/>
                <a:gd name="connsiteX0" fmla="*/ 0 w 4539630"/>
                <a:gd name="connsiteY0" fmla="*/ 1252169 h 2299919"/>
                <a:gd name="connsiteX1" fmla="*/ 4539630 w 4539630"/>
                <a:gd name="connsiteY1" fmla="*/ 1661744 h 2299919"/>
                <a:gd name="connsiteX2" fmla="*/ 295275 w 4539630"/>
                <a:gd name="connsiteY2" fmla="*/ 2299919 h 2299919"/>
                <a:gd name="connsiteX3" fmla="*/ 0 w 4539630"/>
                <a:gd name="connsiteY3" fmla="*/ 1252169 h 2299919"/>
                <a:gd name="connsiteX0" fmla="*/ 0 w 4539630"/>
                <a:gd name="connsiteY0" fmla="*/ 1645316 h 2693066"/>
                <a:gd name="connsiteX1" fmla="*/ 4539630 w 4539630"/>
                <a:gd name="connsiteY1" fmla="*/ 2054891 h 2693066"/>
                <a:gd name="connsiteX2" fmla="*/ 295275 w 4539630"/>
                <a:gd name="connsiteY2" fmla="*/ 2693066 h 2693066"/>
                <a:gd name="connsiteX3" fmla="*/ 0 w 4539630"/>
                <a:gd name="connsiteY3" fmla="*/ 1645316 h 2693066"/>
                <a:gd name="connsiteX0" fmla="*/ 0 w 4539630"/>
                <a:gd name="connsiteY0" fmla="*/ 1645316 h 2054891"/>
                <a:gd name="connsiteX1" fmla="*/ 4539630 w 4539630"/>
                <a:gd name="connsiteY1" fmla="*/ 2054891 h 2054891"/>
                <a:gd name="connsiteX2" fmla="*/ 0 w 4539630"/>
                <a:gd name="connsiteY2" fmla="*/ 1645316 h 2054891"/>
                <a:gd name="connsiteX0" fmla="*/ 29683 w 4569313"/>
                <a:gd name="connsiteY0" fmla="*/ 1645316 h 3141202"/>
                <a:gd name="connsiteX1" fmla="*/ 4569313 w 4569313"/>
                <a:gd name="connsiteY1" fmla="*/ 2054891 h 3141202"/>
                <a:gd name="connsiteX2" fmla="*/ 29683 w 4569313"/>
                <a:gd name="connsiteY2" fmla="*/ 1645316 h 3141202"/>
                <a:gd name="connsiteX0" fmla="*/ 23134 w 4562764"/>
                <a:gd name="connsiteY0" fmla="*/ 1645316 h 3741053"/>
                <a:gd name="connsiteX1" fmla="*/ 4562764 w 4562764"/>
                <a:gd name="connsiteY1" fmla="*/ 2054891 h 3741053"/>
                <a:gd name="connsiteX2" fmla="*/ 23134 w 4562764"/>
                <a:gd name="connsiteY2" fmla="*/ 1645316 h 3741053"/>
                <a:gd name="connsiteX0" fmla="*/ 22457 w 4562087"/>
                <a:gd name="connsiteY0" fmla="*/ 1645316 h 3725638"/>
                <a:gd name="connsiteX1" fmla="*/ 4562087 w 4562087"/>
                <a:gd name="connsiteY1" fmla="*/ 2054891 h 3725638"/>
                <a:gd name="connsiteX2" fmla="*/ 22457 w 4562087"/>
                <a:gd name="connsiteY2" fmla="*/ 1645316 h 3725638"/>
                <a:gd name="connsiteX0" fmla="*/ 20888 w 4560518"/>
                <a:gd name="connsiteY0" fmla="*/ 1645316 h 3623564"/>
                <a:gd name="connsiteX1" fmla="*/ 4560518 w 4560518"/>
                <a:gd name="connsiteY1" fmla="*/ 2054891 h 3623564"/>
                <a:gd name="connsiteX2" fmla="*/ 20888 w 4560518"/>
                <a:gd name="connsiteY2" fmla="*/ 1645316 h 3623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60518" h="3623564">
                  <a:moveTo>
                    <a:pt x="20888" y="1645316"/>
                  </a:moveTo>
                  <a:cubicBezTo>
                    <a:pt x="733998" y="-1332834"/>
                    <a:pt x="4561783" y="308641"/>
                    <a:pt x="4560518" y="2054891"/>
                  </a:cubicBezTo>
                  <a:cubicBezTo>
                    <a:pt x="4259251" y="3856023"/>
                    <a:pt x="-346863" y="4568584"/>
                    <a:pt x="20888" y="1645316"/>
                  </a:cubicBezTo>
                  <a:close/>
                </a:path>
              </a:pathLst>
            </a:custGeom>
            <a:solidFill>
              <a:srgbClr val="FFFF00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2B50953B-1574-B982-8D2B-9CCB809A3C0F}"/>
                </a:ext>
              </a:extLst>
            </p:cNvPr>
            <p:cNvSpPr/>
            <p:nvPr/>
          </p:nvSpPr>
          <p:spPr>
            <a:xfrm>
              <a:off x="3595938" y="3199713"/>
              <a:ext cx="1296117" cy="1795221"/>
            </a:xfrm>
            <a:custGeom>
              <a:avLst/>
              <a:gdLst>
                <a:gd name="connsiteX0" fmla="*/ 0 w 1291771"/>
                <a:gd name="connsiteY0" fmla="*/ 0 h 1103086"/>
                <a:gd name="connsiteX1" fmla="*/ 1291771 w 1291771"/>
                <a:gd name="connsiteY1" fmla="*/ 0 h 1103086"/>
                <a:gd name="connsiteX2" fmla="*/ 1291771 w 1291771"/>
                <a:gd name="connsiteY2" fmla="*/ 1103086 h 1103086"/>
                <a:gd name="connsiteX3" fmla="*/ 0 w 1291771"/>
                <a:gd name="connsiteY3" fmla="*/ 1103086 h 1103086"/>
                <a:gd name="connsiteX4" fmla="*/ 0 w 1291771"/>
                <a:gd name="connsiteY4" fmla="*/ 0 h 1103086"/>
                <a:gd name="connsiteX0" fmla="*/ 1016000 w 2307771"/>
                <a:gd name="connsiteY0" fmla="*/ 0 h 1175657"/>
                <a:gd name="connsiteX1" fmla="*/ 2307771 w 2307771"/>
                <a:gd name="connsiteY1" fmla="*/ 0 h 1175657"/>
                <a:gd name="connsiteX2" fmla="*/ 2307771 w 2307771"/>
                <a:gd name="connsiteY2" fmla="*/ 1103086 h 1175657"/>
                <a:gd name="connsiteX3" fmla="*/ 0 w 2307771"/>
                <a:gd name="connsiteY3" fmla="*/ 1175657 h 1175657"/>
                <a:gd name="connsiteX4" fmla="*/ 1016000 w 2307771"/>
                <a:gd name="connsiteY4" fmla="*/ 0 h 1175657"/>
                <a:gd name="connsiteX0" fmla="*/ 4397828 w 4397828"/>
                <a:gd name="connsiteY0" fmla="*/ 0 h 2336800"/>
                <a:gd name="connsiteX1" fmla="*/ 2307771 w 4397828"/>
                <a:gd name="connsiteY1" fmla="*/ 1161143 h 2336800"/>
                <a:gd name="connsiteX2" fmla="*/ 2307771 w 4397828"/>
                <a:gd name="connsiteY2" fmla="*/ 2264229 h 2336800"/>
                <a:gd name="connsiteX3" fmla="*/ 0 w 4397828"/>
                <a:gd name="connsiteY3" fmla="*/ 2336800 h 2336800"/>
                <a:gd name="connsiteX4" fmla="*/ 4397828 w 4397828"/>
                <a:gd name="connsiteY4" fmla="*/ 0 h 2336800"/>
                <a:gd name="connsiteX0" fmla="*/ 3048000 w 3048000"/>
                <a:gd name="connsiteY0" fmla="*/ 0 h 2264229"/>
                <a:gd name="connsiteX1" fmla="*/ 957943 w 3048000"/>
                <a:gd name="connsiteY1" fmla="*/ 1161143 h 2264229"/>
                <a:gd name="connsiteX2" fmla="*/ 957943 w 3048000"/>
                <a:gd name="connsiteY2" fmla="*/ 2264229 h 2264229"/>
                <a:gd name="connsiteX3" fmla="*/ 0 w 3048000"/>
                <a:gd name="connsiteY3" fmla="*/ 174171 h 2264229"/>
                <a:gd name="connsiteX4" fmla="*/ 3048000 w 3048000"/>
                <a:gd name="connsiteY4" fmla="*/ 0 h 2264229"/>
                <a:gd name="connsiteX0" fmla="*/ 3048000 w 3048000"/>
                <a:gd name="connsiteY0" fmla="*/ 241972 h 2506201"/>
                <a:gd name="connsiteX1" fmla="*/ 957943 w 3048000"/>
                <a:gd name="connsiteY1" fmla="*/ 1403115 h 2506201"/>
                <a:gd name="connsiteX2" fmla="*/ 957943 w 3048000"/>
                <a:gd name="connsiteY2" fmla="*/ 2506201 h 2506201"/>
                <a:gd name="connsiteX3" fmla="*/ 0 w 3048000"/>
                <a:gd name="connsiteY3" fmla="*/ 416143 h 2506201"/>
                <a:gd name="connsiteX4" fmla="*/ 3048000 w 3048000"/>
                <a:gd name="connsiteY4" fmla="*/ 241972 h 2506201"/>
                <a:gd name="connsiteX0" fmla="*/ 3048000 w 3048000"/>
                <a:gd name="connsiteY0" fmla="*/ 567705 h 2831934"/>
                <a:gd name="connsiteX1" fmla="*/ 957943 w 3048000"/>
                <a:gd name="connsiteY1" fmla="*/ 1728848 h 2831934"/>
                <a:gd name="connsiteX2" fmla="*/ 957943 w 3048000"/>
                <a:gd name="connsiteY2" fmla="*/ 2831934 h 2831934"/>
                <a:gd name="connsiteX3" fmla="*/ 0 w 3048000"/>
                <a:gd name="connsiteY3" fmla="*/ 741876 h 2831934"/>
                <a:gd name="connsiteX4" fmla="*/ 3048000 w 3048000"/>
                <a:gd name="connsiteY4" fmla="*/ 567705 h 2831934"/>
                <a:gd name="connsiteX0" fmla="*/ 3048000 w 3142456"/>
                <a:gd name="connsiteY0" fmla="*/ 208042 h 2472271"/>
                <a:gd name="connsiteX1" fmla="*/ 957943 w 3142456"/>
                <a:gd name="connsiteY1" fmla="*/ 1369185 h 2472271"/>
                <a:gd name="connsiteX2" fmla="*/ 957943 w 3142456"/>
                <a:gd name="connsiteY2" fmla="*/ 2472271 h 2472271"/>
                <a:gd name="connsiteX3" fmla="*/ 0 w 3142456"/>
                <a:gd name="connsiteY3" fmla="*/ 382213 h 2472271"/>
                <a:gd name="connsiteX4" fmla="*/ 2496456 w 3142456"/>
                <a:gd name="connsiteY4" fmla="*/ 19358 h 2472271"/>
                <a:gd name="connsiteX5" fmla="*/ 3048000 w 3142456"/>
                <a:gd name="connsiteY5" fmla="*/ 208042 h 2472271"/>
                <a:gd name="connsiteX0" fmla="*/ 3048000 w 3142456"/>
                <a:gd name="connsiteY0" fmla="*/ 397218 h 2661447"/>
                <a:gd name="connsiteX1" fmla="*/ 957943 w 3142456"/>
                <a:gd name="connsiteY1" fmla="*/ 1558361 h 2661447"/>
                <a:gd name="connsiteX2" fmla="*/ 957943 w 3142456"/>
                <a:gd name="connsiteY2" fmla="*/ 2661447 h 2661447"/>
                <a:gd name="connsiteX3" fmla="*/ 0 w 3142456"/>
                <a:gd name="connsiteY3" fmla="*/ 571389 h 2661447"/>
                <a:gd name="connsiteX4" fmla="*/ 2496456 w 3142456"/>
                <a:gd name="connsiteY4" fmla="*/ 208534 h 2661447"/>
                <a:gd name="connsiteX5" fmla="*/ 3048000 w 3142456"/>
                <a:gd name="connsiteY5" fmla="*/ 397218 h 2661447"/>
                <a:gd name="connsiteX0" fmla="*/ 3048000 w 3142456"/>
                <a:gd name="connsiteY0" fmla="*/ 579486 h 2843715"/>
                <a:gd name="connsiteX1" fmla="*/ 957943 w 3142456"/>
                <a:gd name="connsiteY1" fmla="*/ 1740629 h 2843715"/>
                <a:gd name="connsiteX2" fmla="*/ 957943 w 3142456"/>
                <a:gd name="connsiteY2" fmla="*/ 2843715 h 2843715"/>
                <a:gd name="connsiteX3" fmla="*/ 0 w 3142456"/>
                <a:gd name="connsiteY3" fmla="*/ 753657 h 2843715"/>
                <a:gd name="connsiteX4" fmla="*/ 2496456 w 3142456"/>
                <a:gd name="connsiteY4" fmla="*/ 390802 h 2843715"/>
                <a:gd name="connsiteX5" fmla="*/ 3048000 w 3142456"/>
                <a:gd name="connsiteY5" fmla="*/ 579486 h 2843715"/>
                <a:gd name="connsiteX0" fmla="*/ 3048000 w 3142456"/>
                <a:gd name="connsiteY0" fmla="*/ 506701 h 2770930"/>
                <a:gd name="connsiteX1" fmla="*/ 957943 w 3142456"/>
                <a:gd name="connsiteY1" fmla="*/ 1667844 h 2770930"/>
                <a:gd name="connsiteX2" fmla="*/ 957943 w 3142456"/>
                <a:gd name="connsiteY2" fmla="*/ 2770930 h 2770930"/>
                <a:gd name="connsiteX3" fmla="*/ 0 w 3142456"/>
                <a:gd name="connsiteY3" fmla="*/ 680872 h 2770930"/>
                <a:gd name="connsiteX4" fmla="*/ 2496456 w 3142456"/>
                <a:gd name="connsiteY4" fmla="*/ 318017 h 2770930"/>
                <a:gd name="connsiteX5" fmla="*/ 3048000 w 3142456"/>
                <a:gd name="connsiteY5" fmla="*/ 506701 h 2770930"/>
                <a:gd name="connsiteX0" fmla="*/ 3048000 w 3142456"/>
                <a:gd name="connsiteY0" fmla="*/ 561697 h 2825926"/>
                <a:gd name="connsiteX1" fmla="*/ 957943 w 3142456"/>
                <a:gd name="connsiteY1" fmla="*/ 1722840 h 2825926"/>
                <a:gd name="connsiteX2" fmla="*/ 957943 w 3142456"/>
                <a:gd name="connsiteY2" fmla="*/ 2825926 h 2825926"/>
                <a:gd name="connsiteX3" fmla="*/ 0 w 3142456"/>
                <a:gd name="connsiteY3" fmla="*/ 735868 h 2825926"/>
                <a:gd name="connsiteX4" fmla="*/ 2496456 w 3142456"/>
                <a:gd name="connsiteY4" fmla="*/ 373013 h 2825926"/>
                <a:gd name="connsiteX5" fmla="*/ 3048000 w 3142456"/>
                <a:gd name="connsiteY5" fmla="*/ 561697 h 2825926"/>
                <a:gd name="connsiteX0" fmla="*/ 3048000 w 3142456"/>
                <a:gd name="connsiteY0" fmla="*/ 591102 h 2855331"/>
                <a:gd name="connsiteX1" fmla="*/ 957943 w 3142456"/>
                <a:gd name="connsiteY1" fmla="*/ 1752245 h 2855331"/>
                <a:gd name="connsiteX2" fmla="*/ 957943 w 3142456"/>
                <a:gd name="connsiteY2" fmla="*/ 2855331 h 2855331"/>
                <a:gd name="connsiteX3" fmla="*/ 0 w 3142456"/>
                <a:gd name="connsiteY3" fmla="*/ 765273 h 2855331"/>
                <a:gd name="connsiteX4" fmla="*/ 2496456 w 3142456"/>
                <a:gd name="connsiteY4" fmla="*/ 402418 h 2855331"/>
                <a:gd name="connsiteX5" fmla="*/ 3048000 w 3142456"/>
                <a:gd name="connsiteY5" fmla="*/ 591102 h 2855331"/>
                <a:gd name="connsiteX0" fmla="*/ 3048000 w 3115743"/>
                <a:gd name="connsiteY0" fmla="*/ 677634 h 2941863"/>
                <a:gd name="connsiteX1" fmla="*/ 957943 w 3115743"/>
                <a:gd name="connsiteY1" fmla="*/ 1838777 h 2941863"/>
                <a:gd name="connsiteX2" fmla="*/ 957943 w 3115743"/>
                <a:gd name="connsiteY2" fmla="*/ 2941863 h 2941863"/>
                <a:gd name="connsiteX3" fmla="*/ 0 w 3115743"/>
                <a:gd name="connsiteY3" fmla="*/ 851805 h 2941863"/>
                <a:gd name="connsiteX4" fmla="*/ 2267856 w 3115743"/>
                <a:gd name="connsiteY4" fmla="*/ 359410 h 2941863"/>
                <a:gd name="connsiteX5" fmla="*/ 3048000 w 3115743"/>
                <a:gd name="connsiteY5" fmla="*/ 677634 h 2941863"/>
                <a:gd name="connsiteX0" fmla="*/ 3048000 w 3115743"/>
                <a:gd name="connsiteY0" fmla="*/ 537035 h 2801264"/>
                <a:gd name="connsiteX1" fmla="*/ 957943 w 3115743"/>
                <a:gd name="connsiteY1" fmla="*/ 1698178 h 2801264"/>
                <a:gd name="connsiteX2" fmla="*/ 957943 w 3115743"/>
                <a:gd name="connsiteY2" fmla="*/ 2801264 h 2801264"/>
                <a:gd name="connsiteX3" fmla="*/ 0 w 3115743"/>
                <a:gd name="connsiteY3" fmla="*/ 711206 h 2801264"/>
                <a:gd name="connsiteX4" fmla="*/ 2267856 w 3115743"/>
                <a:gd name="connsiteY4" fmla="*/ 218811 h 2801264"/>
                <a:gd name="connsiteX5" fmla="*/ 3048000 w 3115743"/>
                <a:gd name="connsiteY5" fmla="*/ 537035 h 2801264"/>
                <a:gd name="connsiteX0" fmla="*/ 3108960 w 3176703"/>
                <a:gd name="connsiteY0" fmla="*/ 534523 h 2798752"/>
                <a:gd name="connsiteX1" fmla="*/ 1018903 w 3176703"/>
                <a:gd name="connsiteY1" fmla="*/ 1695666 h 2798752"/>
                <a:gd name="connsiteX2" fmla="*/ 1018903 w 3176703"/>
                <a:gd name="connsiteY2" fmla="*/ 2798752 h 2798752"/>
                <a:gd name="connsiteX3" fmla="*/ 0 w 3176703"/>
                <a:gd name="connsiteY3" fmla="*/ 716314 h 2798752"/>
                <a:gd name="connsiteX4" fmla="*/ 2328816 w 3176703"/>
                <a:gd name="connsiteY4" fmla="*/ 216299 h 2798752"/>
                <a:gd name="connsiteX5" fmla="*/ 3108960 w 3176703"/>
                <a:gd name="connsiteY5" fmla="*/ 534523 h 2798752"/>
                <a:gd name="connsiteX0" fmla="*/ 3108960 w 3176703"/>
                <a:gd name="connsiteY0" fmla="*/ 567359 h 2831588"/>
                <a:gd name="connsiteX1" fmla="*/ 1018903 w 3176703"/>
                <a:gd name="connsiteY1" fmla="*/ 1728502 h 2831588"/>
                <a:gd name="connsiteX2" fmla="*/ 1018903 w 3176703"/>
                <a:gd name="connsiteY2" fmla="*/ 2831588 h 2831588"/>
                <a:gd name="connsiteX3" fmla="*/ 0 w 3176703"/>
                <a:gd name="connsiteY3" fmla="*/ 749150 h 2831588"/>
                <a:gd name="connsiteX4" fmla="*/ 2328816 w 3176703"/>
                <a:gd name="connsiteY4" fmla="*/ 249135 h 2831588"/>
                <a:gd name="connsiteX5" fmla="*/ 3108960 w 3176703"/>
                <a:gd name="connsiteY5" fmla="*/ 567359 h 2831588"/>
                <a:gd name="connsiteX0" fmla="*/ 2491740 w 2698567"/>
                <a:gd name="connsiteY0" fmla="*/ 1222679 h 2831588"/>
                <a:gd name="connsiteX1" fmla="*/ 1018903 w 2698567"/>
                <a:gd name="connsiteY1" fmla="*/ 1728502 h 2831588"/>
                <a:gd name="connsiteX2" fmla="*/ 1018903 w 2698567"/>
                <a:gd name="connsiteY2" fmla="*/ 2831588 h 2831588"/>
                <a:gd name="connsiteX3" fmla="*/ 0 w 2698567"/>
                <a:gd name="connsiteY3" fmla="*/ 749150 h 2831588"/>
                <a:gd name="connsiteX4" fmla="*/ 2328816 w 2698567"/>
                <a:gd name="connsiteY4" fmla="*/ 249135 h 2831588"/>
                <a:gd name="connsiteX5" fmla="*/ 2491740 w 2698567"/>
                <a:gd name="connsiteY5" fmla="*/ 1222679 h 2831588"/>
                <a:gd name="connsiteX0" fmla="*/ 2491740 w 2818432"/>
                <a:gd name="connsiteY0" fmla="*/ 1159376 h 2768285"/>
                <a:gd name="connsiteX1" fmla="*/ 1018903 w 2818432"/>
                <a:gd name="connsiteY1" fmla="*/ 1665199 h 2768285"/>
                <a:gd name="connsiteX2" fmla="*/ 1018903 w 2818432"/>
                <a:gd name="connsiteY2" fmla="*/ 2768285 h 2768285"/>
                <a:gd name="connsiteX3" fmla="*/ 0 w 2818432"/>
                <a:gd name="connsiteY3" fmla="*/ 685847 h 2768285"/>
                <a:gd name="connsiteX4" fmla="*/ 2542176 w 2818432"/>
                <a:gd name="connsiteY4" fmla="*/ 292512 h 2768285"/>
                <a:gd name="connsiteX5" fmla="*/ 2491740 w 2818432"/>
                <a:gd name="connsiteY5" fmla="*/ 1159376 h 2768285"/>
                <a:gd name="connsiteX0" fmla="*/ 2491740 w 3140004"/>
                <a:gd name="connsiteY0" fmla="*/ 1159376 h 2768285"/>
                <a:gd name="connsiteX1" fmla="*/ 1018903 w 3140004"/>
                <a:gd name="connsiteY1" fmla="*/ 1665199 h 2768285"/>
                <a:gd name="connsiteX2" fmla="*/ 1018903 w 3140004"/>
                <a:gd name="connsiteY2" fmla="*/ 2768285 h 2768285"/>
                <a:gd name="connsiteX3" fmla="*/ 0 w 3140004"/>
                <a:gd name="connsiteY3" fmla="*/ 685847 h 2768285"/>
                <a:gd name="connsiteX4" fmla="*/ 2542176 w 3140004"/>
                <a:gd name="connsiteY4" fmla="*/ 292512 h 2768285"/>
                <a:gd name="connsiteX5" fmla="*/ 2491740 w 3140004"/>
                <a:gd name="connsiteY5" fmla="*/ 1159376 h 2768285"/>
                <a:gd name="connsiteX0" fmla="*/ 2491740 w 3134362"/>
                <a:gd name="connsiteY0" fmla="*/ 1159376 h 2768285"/>
                <a:gd name="connsiteX1" fmla="*/ 1018903 w 3134362"/>
                <a:gd name="connsiteY1" fmla="*/ 1665199 h 2768285"/>
                <a:gd name="connsiteX2" fmla="*/ 1018903 w 3134362"/>
                <a:gd name="connsiteY2" fmla="*/ 2768285 h 2768285"/>
                <a:gd name="connsiteX3" fmla="*/ 0 w 3134362"/>
                <a:gd name="connsiteY3" fmla="*/ 685847 h 2768285"/>
                <a:gd name="connsiteX4" fmla="*/ 2542176 w 3134362"/>
                <a:gd name="connsiteY4" fmla="*/ 292512 h 2768285"/>
                <a:gd name="connsiteX5" fmla="*/ 2491740 w 3134362"/>
                <a:gd name="connsiteY5" fmla="*/ 1159376 h 2768285"/>
                <a:gd name="connsiteX0" fmla="*/ 2286000 w 3079790"/>
                <a:gd name="connsiteY0" fmla="*/ 1113656 h 2768285"/>
                <a:gd name="connsiteX1" fmla="*/ 1018903 w 3079790"/>
                <a:gd name="connsiteY1" fmla="*/ 1665199 h 2768285"/>
                <a:gd name="connsiteX2" fmla="*/ 1018903 w 3079790"/>
                <a:gd name="connsiteY2" fmla="*/ 2768285 h 2768285"/>
                <a:gd name="connsiteX3" fmla="*/ 0 w 3079790"/>
                <a:gd name="connsiteY3" fmla="*/ 685847 h 2768285"/>
                <a:gd name="connsiteX4" fmla="*/ 2542176 w 3079790"/>
                <a:gd name="connsiteY4" fmla="*/ 292512 h 2768285"/>
                <a:gd name="connsiteX5" fmla="*/ 2286000 w 3079790"/>
                <a:gd name="connsiteY5" fmla="*/ 1113656 h 2768285"/>
                <a:gd name="connsiteX0" fmla="*/ 2286000 w 3127248"/>
                <a:gd name="connsiteY0" fmla="*/ 1113656 h 2768285"/>
                <a:gd name="connsiteX1" fmla="*/ 1018903 w 3127248"/>
                <a:gd name="connsiteY1" fmla="*/ 1665199 h 2768285"/>
                <a:gd name="connsiteX2" fmla="*/ 1018903 w 3127248"/>
                <a:gd name="connsiteY2" fmla="*/ 2768285 h 2768285"/>
                <a:gd name="connsiteX3" fmla="*/ 0 w 3127248"/>
                <a:gd name="connsiteY3" fmla="*/ 685847 h 2768285"/>
                <a:gd name="connsiteX4" fmla="*/ 2542176 w 3127248"/>
                <a:gd name="connsiteY4" fmla="*/ 292512 h 2768285"/>
                <a:gd name="connsiteX5" fmla="*/ 2286000 w 3127248"/>
                <a:gd name="connsiteY5" fmla="*/ 1113656 h 2768285"/>
                <a:gd name="connsiteX0" fmla="*/ 2286000 w 3130630"/>
                <a:gd name="connsiteY0" fmla="*/ 1113656 h 2768285"/>
                <a:gd name="connsiteX1" fmla="*/ 1018903 w 3130630"/>
                <a:gd name="connsiteY1" fmla="*/ 1665199 h 2768285"/>
                <a:gd name="connsiteX2" fmla="*/ 1018903 w 3130630"/>
                <a:gd name="connsiteY2" fmla="*/ 2768285 h 2768285"/>
                <a:gd name="connsiteX3" fmla="*/ 0 w 3130630"/>
                <a:gd name="connsiteY3" fmla="*/ 685847 h 2768285"/>
                <a:gd name="connsiteX4" fmla="*/ 2542176 w 3130630"/>
                <a:gd name="connsiteY4" fmla="*/ 292512 h 2768285"/>
                <a:gd name="connsiteX5" fmla="*/ 2286000 w 3130630"/>
                <a:gd name="connsiteY5" fmla="*/ 1113656 h 2768285"/>
                <a:gd name="connsiteX0" fmla="*/ 2286000 w 3180713"/>
                <a:gd name="connsiteY0" fmla="*/ 1096842 h 2751471"/>
                <a:gd name="connsiteX1" fmla="*/ 1018903 w 3180713"/>
                <a:gd name="connsiteY1" fmla="*/ 1648385 h 2751471"/>
                <a:gd name="connsiteX2" fmla="*/ 1018903 w 3180713"/>
                <a:gd name="connsiteY2" fmla="*/ 2751471 h 2751471"/>
                <a:gd name="connsiteX3" fmla="*/ 0 w 3180713"/>
                <a:gd name="connsiteY3" fmla="*/ 669033 h 2751471"/>
                <a:gd name="connsiteX4" fmla="*/ 2610756 w 3180713"/>
                <a:gd name="connsiteY4" fmla="*/ 306178 h 2751471"/>
                <a:gd name="connsiteX5" fmla="*/ 2286000 w 3180713"/>
                <a:gd name="connsiteY5" fmla="*/ 1096842 h 2751471"/>
                <a:gd name="connsiteX0" fmla="*/ 2286000 w 3153621"/>
                <a:gd name="connsiteY0" fmla="*/ 1096842 h 2751471"/>
                <a:gd name="connsiteX1" fmla="*/ 1018903 w 3153621"/>
                <a:gd name="connsiteY1" fmla="*/ 1648385 h 2751471"/>
                <a:gd name="connsiteX2" fmla="*/ 1018903 w 3153621"/>
                <a:gd name="connsiteY2" fmla="*/ 2751471 h 2751471"/>
                <a:gd name="connsiteX3" fmla="*/ 0 w 3153621"/>
                <a:gd name="connsiteY3" fmla="*/ 669033 h 2751471"/>
                <a:gd name="connsiteX4" fmla="*/ 2610756 w 3153621"/>
                <a:gd name="connsiteY4" fmla="*/ 306178 h 2751471"/>
                <a:gd name="connsiteX5" fmla="*/ 2286000 w 3153621"/>
                <a:gd name="connsiteY5" fmla="*/ 1096842 h 2751471"/>
                <a:gd name="connsiteX0" fmla="*/ 2286000 w 3130417"/>
                <a:gd name="connsiteY0" fmla="*/ 1096842 h 2751471"/>
                <a:gd name="connsiteX1" fmla="*/ 1018903 w 3130417"/>
                <a:gd name="connsiteY1" fmla="*/ 1648385 h 2751471"/>
                <a:gd name="connsiteX2" fmla="*/ 1018903 w 3130417"/>
                <a:gd name="connsiteY2" fmla="*/ 2751471 h 2751471"/>
                <a:gd name="connsiteX3" fmla="*/ 0 w 3130417"/>
                <a:gd name="connsiteY3" fmla="*/ 669033 h 2751471"/>
                <a:gd name="connsiteX4" fmla="*/ 2610756 w 3130417"/>
                <a:gd name="connsiteY4" fmla="*/ 306178 h 2751471"/>
                <a:gd name="connsiteX5" fmla="*/ 2286000 w 3130417"/>
                <a:gd name="connsiteY5" fmla="*/ 1096842 h 2751471"/>
                <a:gd name="connsiteX0" fmla="*/ 2286000 w 3140568"/>
                <a:gd name="connsiteY0" fmla="*/ 1096842 h 2751471"/>
                <a:gd name="connsiteX1" fmla="*/ 1018903 w 3140568"/>
                <a:gd name="connsiteY1" fmla="*/ 1648385 h 2751471"/>
                <a:gd name="connsiteX2" fmla="*/ 1018903 w 3140568"/>
                <a:gd name="connsiteY2" fmla="*/ 2751471 h 2751471"/>
                <a:gd name="connsiteX3" fmla="*/ 0 w 3140568"/>
                <a:gd name="connsiteY3" fmla="*/ 669033 h 2751471"/>
                <a:gd name="connsiteX4" fmla="*/ 2610756 w 3140568"/>
                <a:gd name="connsiteY4" fmla="*/ 306178 h 2751471"/>
                <a:gd name="connsiteX5" fmla="*/ 2286000 w 3140568"/>
                <a:gd name="connsiteY5" fmla="*/ 1096842 h 2751471"/>
                <a:gd name="connsiteX0" fmla="*/ 2286000 w 3140568"/>
                <a:gd name="connsiteY0" fmla="*/ 1172720 h 2827349"/>
                <a:gd name="connsiteX1" fmla="*/ 1018903 w 3140568"/>
                <a:gd name="connsiteY1" fmla="*/ 1724263 h 2827349"/>
                <a:gd name="connsiteX2" fmla="*/ 1018903 w 3140568"/>
                <a:gd name="connsiteY2" fmla="*/ 2827349 h 2827349"/>
                <a:gd name="connsiteX3" fmla="*/ 0 w 3140568"/>
                <a:gd name="connsiteY3" fmla="*/ 744911 h 2827349"/>
                <a:gd name="connsiteX4" fmla="*/ 2610756 w 3140568"/>
                <a:gd name="connsiteY4" fmla="*/ 382056 h 2827349"/>
                <a:gd name="connsiteX5" fmla="*/ 2286000 w 3140568"/>
                <a:gd name="connsiteY5" fmla="*/ 1172720 h 2827349"/>
                <a:gd name="connsiteX0" fmla="*/ 2415540 w 3270108"/>
                <a:gd name="connsiteY0" fmla="*/ 1134895 h 2789524"/>
                <a:gd name="connsiteX1" fmla="*/ 1148443 w 3270108"/>
                <a:gd name="connsiteY1" fmla="*/ 1686438 h 2789524"/>
                <a:gd name="connsiteX2" fmla="*/ 1148443 w 3270108"/>
                <a:gd name="connsiteY2" fmla="*/ 2789524 h 2789524"/>
                <a:gd name="connsiteX3" fmla="*/ 0 w 3270108"/>
                <a:gd name="connsiteY3" fmla="*/ 783286 h 2789524"/>
                <a:gd name="connsiteX4" fmla="*/ 2740296 w 3270108"/>
                <a:gd name="connsiteY4" fmla="*/ 344231 h 2789524"/>
                <a:gd name="connsiteX5" fmla="*/ 2415540 w 3270108"/>
                <a:gd name="connsiteY5" fmla="*/ 1134895 h 2789524"/>
                <a:gd name="connsiteX0" fmla="*/ 2415540 w 3270108"/>
                <a:gd name="connsiteY0" fmla="*/ 1225693 h 2880322"/>
                <a:gd name="connsiteX1" fmla="*/ 1148443 w 3270108"/>
                <a:gd name="connsiteY1" fmla="*/ 1777236 h 2880322"/>
                <a:gd name="connsiteX2" fmla="*/ 1148443 w 3270108"/>
                <a:gd name="connsiteY2" fmla="*/ 2880322 h 2880322"/>
                <a:gd name="connsiteX3" fmla="*/ 0 w 3270108"/>
                <a:gd name="connsiteY3" fmla="*/ 874084 h 2880322"/>
                <a:gd name="connsiteX4" fmla="*/ 2740296 w 3270108"/>
                <a:gd name="connsiteY4" fmla="*/ 435029 h 2880322"/>
                <a:gd name="connsiteX5" fmla="*/ 2415540 w 3270108"/>
                <a:gd name="connsiteY5" fmla="*/ 1225693 h 2880322"/>
                <a:gd name="connsiteX0" fmla="*/ 2415540 w 3270108"/>
                <a:gd name="connsiteY0" fmla="*/ 1185851 h 2840480"/>
                <a:gd name="connsiteX1" fmla="*/ 1148443 w 3270108"/>
                <a:gd name="connsiteY1" fmla="*/ 1737394 h 2840480"/>
                <a:gd name="connsiteX2" fmla="*/ 1148443 w 3270108"/>
                <a:gd name="connsiteY2" fmla="*/ 2840480 h 2840480"/>
                <a:gd name="connsiteX3" fmla="*/ 0 w 3270108"/>
                <a:gd name="connsiteY3" fmla="*/ 834242 h 2840480"/>
                <a:gd name="connsiteX4" fmla="*/ 2740296 w 3270108"/>
                <a:gd name="connsiteY4" fmla="*/ 395187 h 2840480"/>
                <a:gd name="connsiteX5" fmla="*/ 2415540 w 3270108"/>
                <a:gd name="connsiteY5" fmla="*/ 1185851 h 2840480"/>
                <a:gd name="connsiteX0" fmla="*/ 2415540 w 3270108"/>
                <a:gd name="connsiteY0" fmla="*/ 1185851 h 1737394"/>
                <a:gd name="connsiteX1" fmla="*/ 1148443 w 3270108"/>
                <a:gd name="connsiteY1" fmla="*/ 1737394 h 1737394"/>
                <a:gd name="connsiteX2" fmla="*/ 0 w 3270108"/>
                <a:gd name="connsiteY2" fmla="*/ 834242 h 1737394"/>
                <a:gd name="connsiteX3" fmla="*/ 2740296 w 3270108"/>
                <a:gd name="connsiteY3" fmla="*/ 395187 h 1737394"/>
                <a:gd name="connsiteX4" fmla="*/ 2415540 w 3270108"/>
                <a:gd name="connsiteY4" fmla="*/ 1185851 h 1737394"/>
                <a:gd name="connsiteX0" fmla="*/ 1267097 w 2121665"/>
                <a:gd name="connsiteY0" fmla="*/ 1379527 h 1931070"/>
                <a:gd name="connsiteX1" fmla="*/ 0 w 2121665"/>
                <a:gd name="connsiteY1" fmla="*/ 1931070 h 1931070"/>
                <a:gd name="connsiteX2" fmla="*/ 238397 w 2121665"/>
                <a:gd name="connsiteY2" fmla="*/ 631678 h 1931070"/>
                <a:gd name="connsiteX3" fmla="*/ 1591853 w 2121665"/>
                <a:gd name="connsiteY3" fmla="*/ 588863 h 1931070"/>
                <a:gd name="connsiteX4" fmla="*/ 1267097 w 2121665"/>
                <a:gd name="connsiteY4" fmla="*/ 1379527 h 1931070"/>
                <a:gd name="connsiteX0" fmla="*/ 1267097 w 2404146"/>
                <a:gd name="connsiteY0" fmla="*/ 1705340 h 2256883"/>
                <a:gd name="connsiteX1" fmla="*/ 0 w 2404146"/>
                <a:gd name="connsiteY1" fmla="*/ 2256883 h 2256883"/>
                <a:gd name="connsiteX2" fmla="*/ 238397 w 2404146"/>
                <a:gd name="connsiteY2" fmla="*/ 957491 h 2256883"/>
                <a:gd name="connsiteX3" fmla="*/ 1949993 w 2404146"/>
                <a:gd name="connsiteY3" fmla="*/ 327936 h 2256883"/>
                <a:gd name="connsiteX4" fmla="*/ 1267097 w 2404146"/>
                <a:gd name="connsiteY4" fmla="*/ 1705340 h 2256883"/>
                <a:gd name="connsiteX0" fmla="*/ 1267097 w 2145320"/>
                <a:gd name="connsiteY0" fmla="*/ 1705340 h 2256883"/>
                <a:gd name="connsiteX1" fmla="*/ 0 w 2145320"/>
                <a:gd name="connsiteY1" fmla="*/ 2256883 h 2256883"/>
                <a:gd name="connsiteX2" fmla="*/ 238397 w 2145320"/>
                <a:gd name="connsiteY2" fmla="*/ 957491 h 2256883"/>
                <a:gd name="connsiteX3" fmla="*/ 1949993 w 2145320"/>
                <a:gd name="connsiteY3" fmla="*/ 327936 h 2256883"/>
                <a:gd name="connsiteX4" fmla="*/ 2000470 w 2145320"/>
                <a:gd name="connsiteY4" fmla="*/ 1056189 h 2256883"/>
                <a:gd name="connsiteX5" fmla="*/ 1267097 w 2145320"/>
                <a:gd name="connsiteY5" fmla="*/ 1705340 h 2256883"/>
                <a:gd name="connsiteX0" fmla="*/ 2021840 w 2160530"/>
                <a:gd name="connsiteY0" fmla="*/ 1966597 h 2256883"/>
                <a:gd name="connsiteX1" fmla="*/ 0 w 2160530"/>
                <a:gd name="connsiteY1" fmla="*/ 2256883 h 2256883"/>
                <a:gd name="connsiteX2" fmla="*/ 238397 w 2160530"/>
                <a:gd name="connsiteY2" fmla="*/ 957491 h 2256883"/>
                <a:gd name="connsiteX3" fmla="*/ 1949993 w 2160530"/>
                <a:gd name="connsiteY3" fmla="*/ 327936 h 2256883"/>
                <a:gd name="connsiteX4" fmla="*/ 2000470 w 2160530"/>
                <a:gd name="connsiteY4" fmla="*/ 1056189 h 2256883"/>
                <a:gd name="connsiteX5" fmla="*/ 2021840 w 2160530"/>
                <a:gd name="connsiteY5" fmla="*/ 1966597 h 2256883"/>
                <a:gd name="connsiteX0" fmla="*/ 2021840 w 2160530"/>
                <a:gd name="connsiteY0" fmla="*/ 1966597 h 2725332"/>
                <a:gd name="connsiteX1" fmla="*/ 1956927 w 2160530"/>
                <a:gd name="connsiteY1" fmla="*/ 2725332 h 2725332"/>
                <a:gd name="connsiteX2" fmla="*/ 0 w 2160530"/>
                <a:gd name="connsiteY2" fmla="*/ 2256883 h 2725332"/>
                <a:gd name="connsiteX3" fmla="*/ 238397 w 2160530"/>
                <a:gd name="connsiteY3" fmla="*/ 957491 h 2725332"/>
                <a:gd name="connsiteX4" fmla="*/ 1949993 w 2160530"/>
                <a:gd name="connsiteY4" fmla="*/ 327936 h 2725332"/>
                <a:gd name="connsiteX5" fmla="*/ 2000470 w 2160530"/>
                <a:gd name="connsiteY5" fmla="*/ 1056189 h 2725332"/>
                <a:gd name="connsiteX6" fmla="*/ 2021840 w 2160530"/>
                <a:gd name="connsiteY6" fmla="*/ 1966597 h 2725332"/>
                <a:gd name="connsiteX0" fmla="*/ 1783443 w 1922133"/>
                <a:gd name="connsiteY0" fmla="*/ 1966597 h 2725332"/>
                <a:gd name="connsiteX1" fmla="*/ 1718530 w 1922133"/>
                <a:gd name="connsiteY1" fmla="*/ 2725332 h 2725332"/>
                <a:gd name="connsiteX2" fmla="*/ 98153 w 1922133"/>
                <a:gd name="connsiteY2" fmla="*/ 2110833 h 2725332"/>
                <a:gd name="connsiteX3" fmla="*/ 0 w 1922133"/>
                <a:gd name="connsiteY3" fmla="*/ 957491 h 2725332"/>
                <a:gd name="connsiteX4" fmla="*/ 1711596 w 1922133"/>
                <a:gd name="connsiteY4" fmla="*/ 327936 h 2725332"/>
                <a:gd name="connsiteX5" fmla="*/ 1762073 w 1922133"/>
                <a:gd name="connsiteY5" fmla="*/ 1056189 h 2725332"/>
                <a:gd name="connsiteX6" fmla="*/ 1783443 w 1922133"/>
                <a:gd name="connsiteY6" fmla="*/ 1966597 h 2725332"/>
                <a:gd name="connsiteX0" fmla="*/ 1783443 w 1922133"/>
                <a:gd name="connsiteY0" fmla="*/ 1966597 h 2812660"/>
                <a:gd name="connsiteX1" fmla="*/ 1718530 w 1922133"/>
                <a:gd name="connsiteY1" fmla="*/ 2725332 h 2812660"/>
                <a:gd name="connsiteX2" fmla="*/ 98153 w 1922133"/>
                <a:gd name="connsiteY2" fmla="*/ 2110833 h 2812660"/>
                <a:gd name="connsiteX3" fmla="*/ 0 w 1922133"/>
                <a:gd name="connsiteY3" fmla="*/ 957491 h 2812660"/>
                <a:gd name="connsiteX4" fmla="*/ 1711596 w 1922133"/>
                <a:gd name="connsiteY4" fmla="*/ 327936 h 2812660"/>
                <a:gd name="connsiteX5" fmla="*/ 1762073 w 1922133"/>
                <a:gd name="connsiteY5" fmla="*/ 1056189 h 2812660"/>
                <a:gd name="connsiteX6" fmla="*/ 1783443 w 1922133"/>
                <a:gd name="connsiteY6" fmla="*/ 1966597 h 2812660"/>
                <a:gd name="connsiteX0" fmla="*/ 1783443 w 1922133"/>
                <a:gd name="connsiteY0" fmla="*/ 1966597 h 3262280"/>
                <a:gd name="connsiteX1" fmla="*/ 1718530 w 1922133"/>
                <a:gd name="connsiteY1" fmla="*/ 2725332 h 3262280"/>
                <a:gd name="connsiteX2" fmla="*/ 98153 w 1922133"/>
                <a:gd name="connsiteY2" fmla="*/ 2110833 h 3262280"/>
                <a:gd name="connsiteX3" fmla="*/ 0 w 1922133"/>
                <a:gd name="connsiteY3" fmla="*/ 957491 h 3262280"/>
                <a:gd name="connsiteX4" fmla="*/ 1711596 w 1922133"/>
                <a:gd name="connsiteY4" fmla="*/ 327936 h 3262280"/>
                <a:gd name="connsiteX5" fmla="*/ 1762073 w 1922133"/>
                <a:gd name="connsiteY5" fmla="*/ 1056189 h 3262280"/>
                <a:gd name="connsiteX6" fmla="*/ 1783443 w 1922133"/>
                <a:gd name="connsiteY6" fmla="*/ 1966597 h 3262280"/>
                <a:gd name="connsiteX0" fmla="*/ 1783443 w 1922133"/>
                <a:gd name="connsiteY0" fmla="*/ 1966597 h 3254029"/>
                <a:gd name="connsiteX1" fmla="*/ 1693130 w 1922133"/>
                <a:gd name="connsiteY1" fmla="*/ 2712632 h 3254029"/>
                <a:gd name="connsiteX2" fmla="*/ 98153 w 1922133"/>
                <a:gd name="connsiteY2" fmla="*/ 2110833 h 3254029"/>
                <a:gd name="connsiteX3" fmla="*/ 0 w 1922133"/>
                <a:gd name="connsiteY3" fmla="*/ 957491 h 3254029"/>
                <a:gd name="connsiteX4" fmla="*/ 1711596 w 1922133"/>
                <a:gd name="connsiteY4" fmla="*/ 327936 h 3254029"/>
                <a:gd name="connsiteX5" fmla="*/ 1762073 w 1922133"/>
                <a:gd name="connsiteY5" fmla="*/ 1056189 h 3254029"/>
                <a:gd name="connsiteX6" fmla="*/ 1783443 w 1922133"/>
                <a:gd name="connsiteY6" fmla="*/ 1966597 h 3254029"/>
                <a:gd name="connsiteX0" fmla="*/ 1783443 w 1922133"/>
                <a:gd name="connsiteY0" fmla="*/ 1966597 h 3223909"/>
                <a:gd name="connsiteX1" fmla="*/ 1693130 w 1922133"/>
                <a:gd name="connsiteY1" fmla="*/ 2712632 h 3223909"/>
                <a:gd name="connsiteX2" fmla="*/ 98153 w 1922133"/>
                <a:gd name="connsiteY2" fmla="*/ 2110833 h 3223909"/>
                <a:gd name="connsiteX3" fmla="*/ 0 w 1922133"/>
                <a:gd name="connsiteY3" fmla="*/ 957491 h 3223909"/>
                <a:gd name="connsiteX4" fmla="*/ 1711596 w 1922133"/>
                <a:gd name="connsiteY4" fmla="*/ 327936 h 3223909"/>
                <a:gd name="connsiteX5" fmla="*/ 1762073 w 1922133"/>
                <a:gd name="connsiteY5" fmla="*/ 1056189 h 3223909"/>
                <a:gd name="connsiteX6" fmla="*/ 1783443 w 1922133"/>
                <a:gd name="connsiteY6" fmla="*/ 1966597 h 3223909"/>
                <a:gd name="connsiteX0" fmla="*/ 1783443 w 1922133"/>
                <a:gd name="connsiteY0" fmla="*/ 1966597 h 3300444"/>
                <a:gd name="connsiteX1" fmla="*/ 1693130 w 1922133"/>
                <a:gd name="connsiteY1" fmla="*/ 2712632 h 3300444"/>
                <a:gd name="connsiteX2" fmla="*/ 98153 w 1922133"/>
                <a:gd name="connsiteY2" fmla="*/ 2110833 h 3300444"/>
                <a:gd name="connsiteX3" fmla="*/ 0 w 1922133"/>
                <a:gd name="connsiteY3" fmla="*/ 957491 h 3300444"/>
                <a:gd name="connsiteX4" fmla="*/ 1711596 w 1922133"/>
                <a:gd name="connsiteY4" fmla="*/ 327936 h 3300444"/>
                <a:gd name="connsiteX5" fmla="*/ 1762073 w 1922133"/>
                <a:gd name="connsiteY5" fmla="*/ 1056189 h 3300444"/>
                <a:gd name="connsiteX6" fmla="*/ 1783443 w 1922133"/>
                <a:gd name="connsiteY6" fmla="*/ 1966597 h 3300444"/>
                <a:gd name="connsiteX0" fmla="*/ 1783443 w 1922133"/>
                <a:gd name="connsiteY0" fmla="*/ 1966597 h 3253315"/>
                <a:gd name="connsiteX1" fmla="*/ 1693130 w 1922133"/>
                <a:gd name="connsiteY1" fmla="*/ 2712632 h 3253315"/>
                <a:gd name="connsiteX2" fmla="*/ 168003 w 1922133"/>
                <a:gd name="connsiteY2" fmla="*/ 1990183 h 3253315"/>
                <a:gd name="connsiteX3" fmla="*/ 0 w 1922133"/>
                <a:gd name="connsiteY3" fmla="*/ 957491 h 3253315"/>
                <a:gd name="connsiteX4" fmla="*/ 1711596 w 1922133"/>
                <a:gd name="connsiteY4" fmla="*/ 327936 h 3253315"/>
                <a:gd name="connsiteX5" fmla="*/ 1762073 w 1922133"/>
                <a:gd name="connsiteY5" fmla="*/ 1056189 h 3253315"/>
                <a:gd name="connsiteX6" fmla="*/ 1783443 w 1922133"/>
                <a:gd name="connsiteY6" fmla="*/ 1966597 h 3253315"/>
                <a:gd name="connsiteX0" fmla="*/ 1783443 w 1922133"/>
                <a:gd name="connsiteY0" fmla="*/ 1966597 h 3290534"/>
                <a:gd name="connsiteX1" fmla="*/ 1693130 w 1922133"/>
                <a:gd name="connsiteY1" fmla="*/ 2712632 h 3290534"/>
                <a:gd name="connsiteX2" fmla="*/ 168003 w 1922133"/>
                <a:gd name="connsiteY2" fmla="*/ 1990183 h 3290534"/>
                <a:gd name="connsiteX3" fmla="*/ 0 w 1922133"/>
                <a:gd name="connsiteY3" fmla="*/ 957491 h 3290534"/>
                <a:gd name="connsiteX4" fmla="*/ 1711596 w 1922133"/>
                <a:gd name="connsiteY4" fmla="*/ 327936 h 3290534"/>
                <a:gd name="connsiteX5" fmla="*/ 1762073 w 1922133"/>
                <a:gd name="connsiteY5" fmla="*/ 1056189 h 3290534"/>
                <a:gd name="connsiteX6" fmla="*/ 1783443 w 1922133"/>
                <a:gd name="connsiteY6" fmla="*/ 1966597 h 3290534"/>
                <a:gd name="connsiteX0" fmla="*/ 1783443 w 2017465"/>
                <a:gd name="connsiteY0" fmla="*/ 1966597 h 3290534"/>
                <a:gd name="connsiteX1" fmla="*/ 1693130 w 2017465"/>
                <a:gd name="connsiteY1" fmla="*/ 2712632 h 3290534"/>
                <a:gd name="connsiteX2" fmla="*/ 168003 w 2017465"/>
                <a:gd name="connsiteY2" fmla="*/ 1990183 h 3290534"/>
                <a:gd name="connsiteX3" fmla="*/ 0 w 2017465"/>
                <a:gd name="connsiteY3" fmla="*/ 957491 h 3290534"/>
                <a:gd name="connsiteX4" fmla="*/ 1711596 w 2017465"/>
                <a:gd name="connsiteY4" fmla="*/ 327936 h 3290534"/>
                <a:gd name="connsiteX5" fmla="*/ 1762073 w 2017465"/>
                <a:gd name="connsiteY5" fmla="*/ 1056189 h 3290534"/>
                <a:gd name="connsiteX6" fmla="*/ 1783443 w 2017465"/>
                <a:gd name="connsiteY6" fmla="*/ 1966597 h 3290534"/>
                <a:gd name="connsiteX0" fmla="*/ 1783443 w 2084139"/>
                <a:gd name="connsiteY0" fmla="*/ 1966597 h 3290534"/>
                <a:gd name="connsiteX1" fmla="*/ 1693130 w 2084139"/>
                <a:gd name="connsiteY1" fmla="*/ 2712632 h 3290534"/>
                <a:gd name="connsiteX2" fmla="*/ 168003 w 2084139"/>
                <a:gd name="connsiteY2" fmla="*/ 1990183 h 3290534"/>
                <a:gd name="connsiteX3" fmla="*/ 0 w 2084139"/>
                <a:gd name="connsiteY3" fmla="*/ 957491 h 3290534"/>
                <a:gd name="connsiteX4" fmla="*/ 1711596 w 2084139"/>
                <a:gd name="connsiteY4" fmla="*/ 327936 h 3290534"/>
                <a:gd name="connsiteX5" fmla="*/ 1762073 w 2084139"/>
                <a:gd name="connsiteY5" fmla="*/ 1056189 h 3290534"/>
                <a:gd name="connsiteX6" fmla="*/ 1783443 w 2084139"/>
                <a:gd name="connsiteY6" fmla="*/ 1966597 h 3290534"/>
                <a:gd name="connsiteX0" fmla="*/ 1783443 w 2084139"/>
                <a:gd name="connsiteY0" fmla="*/ 1966597 h 3290534"/>
                <a:gd name="connsiteX1" fmla="*/ 1693130 w 2084139"/>
                <a:gd name="connsiteY1" fmla="*/ 2712632 h 3290534"/>
                <a:gd name="connsiteX2" fmla="*/ 168003 w 2084139"/>
                <a:gd name="connsiteY2" fmla="*/ 1990183 h 3290534"/>
                <a:gd name="connsiteX3" fmla="*/ 0 w 2084139"/>
                <a:gd name="connsiteY3" fmla="*/ 957491 h 3290534"/>
                <a:gd name="connsiteX4" fmla="*/ 1711596 w 2084139"/>
                <a:gd name="connsiteY4" fmla="*/ 327936 h 3290534"/>
                <a:gd name="connsiteX5" fmla="*/ 1762073 w 2084139"/>
                <a:gd name="connsiteY5" fmla="*/ 1056189 h 3290534"/>
                <a:gd name="connsiteX6" fmla="*/ 1783443 w 2084139"/>
                <a:gd name="connsiteY6" fmla="*/ 1966597 h 3290534"/>
                <a:gd name="connsiteX0" fmla="*/ 1783443 w 2084139"/>
                <a:gd name="connsiteY0" fmla="*/ 1979780 h 3303717"/>
                <a:gd name="connsiteX1" fmla="*/ 1693130 w 2084139"/>
                <a:gd name="connsiteY1" fmla="*/ 2725815 h 3303717"/>
                <a:gd name="connsiteX2" fmla="*/ 168003 w 2084139"/>
                <a:gd name="connsiteY2" fmla="*/ 2003366 h 3303717"/>
                <a:gd name="connsiteX3" fmla="*/ 0 w 2084139"/>
                <a:gd name="connsiteY3" fmla="*/ 970674 h 3303717"/>
                <a:gd name="connsiteX4" fmla="*/ 1683021 w 2084139"/>
                <a:gd name="connsiteY4" fmla="*/ 322069 h 3303717"/>
                <a:gd name="connsiteX5" fmla="*/ 1762073 w 2084139"/>
                <a:gd name="connsiteY5" fmla="*/ 1069372 h 3303717"/>
                <a:gd name="connsiteX6" fmla="*/ 1783443 w 2084139"/>
                <a:gd name="connsiteY6" fmla="*/ 1979780 h 3303717"/>
                <a:gd name="connsiteX0" fmla="*/ 1783443 w 2084139"/>
                <a:gd name="connsiteY0" fmla="*/ 2211599 h 3535536"/>
                <a:gd name="connsiteX1" fmla="*/ 1693130 w 2084139"/>
                <a:gd name="connsiteY1" fmla="*/ 2957634 h 3535536"/>
                <a:gd name="connsiteX2" fmla="*/ 168003 w 2084139"/>
                <a:gd name="connsiteY2" fmla="*/ 2235185 h 3535536"/>
                <a:gd name="connsiteX3" fmla="*/ 0 w 2084139"/>
                <a:gd name="connsiteY3" fmla="*/ 1202493 h 3535536"/>
                <a:gd name="connsiteX4" fmla="*/ 1683021 w 2084139"/>
                <a:gd name="connsiteY4" fmla="*/ 553888 h 3535536"/>
                <a:gd name="connsiteX5" fmla="*/ 1762073 w 2084139"/>
                <a:gd name="connsiteY5" fmla="*/ 1301191 h 3535536"/>
                <a:gd name="connsiteX6" fmla="*/ 1783443 w 2084139"/>
                <a:gd name="connsiteY6" fmla="*/ 2211599 h 3535536"/>
                <a:gd name="connsiteX0" fmla="*/ 1697718 w 1998414"/>
                <a:gd name="connsiteY0" fmla="*/ 2165861 h 3489798"/>
                <a:gd name="connsiteX1" fmla="*/ 1607405 w 1998414"/>
                <a:gd name="connsiteY1" fmla="*/ 2911896 h 3489798"/>
                <a:gd name="connsiteX2" fmla="*/ 82278 w 1998414"/>
                <a:gd name="connsiteY2" fmla="*/ 2189447 h 3489798"/>
                <a:gd name="connsiteX3" fmla="*/ 0 w 1998414"/>
                <a:gd name="connsiteY3" fmla="*/ 1328205 h 3489798"/>
                <a:gd name="connsiteX4" fmla="*/ 1597296 w 1998414"/>
                <a:gd name="connsiteY4" fmla="*/ 508150 h 3489798"/>
                <a:gd name="connsiteX5" fmla="*/ 1676348 w 1998414"/>
                <a:gd name="connsiteY5" fmla="*/ 1255453 h 3489798"/>
                <a:gd name="connsiteX6" fmla="*/ 1697718 w 1998414"/>
                <a:gd name="connsiteY6" fmla="*/ 2165861 h 3489798"/>
                <a:gd name="connsiteX0" fmla="*/ 1697718 w 1998414"/>
                <a:gd name="connsiteY0" fmla="*/ 2294426 h 3618363"/>
                <a:gd name="connsiteX1" fmla="*/ 1607405 w 1998414"/>
                <a:gd name="connsiteY1" fmla="*/ 3040461 h 3618363"/>
                <a:gd name="connsiteX2" fmla="*/ 82278 w 1998414"/>
                <a:gd name="connsiteY2" fmla="*/ 2318012 h 3618363"/>
                <a:gd name="connsiteX3" fmla="*/ 0 w 1998414"/>
                <a:gd name="connsiteY3" fmla="*/ 1456770 h 3618363"/>
                <a:gd name="connsiteX4" fmla="*/ 1597296 w 1998414"/>
                <a:gd name="connsiteY4" fmla="*/ 636715 h 3618363"/>
                <a:gd name="connsiteX5" fmla="*/ 1676348 w 1998414"/>
                <a:gd name="connsiteY5" fmla="*/ 1384018 h 3618363"/>
                <a:gd name="connsiteX6" fmla="*/ 1697718 w 1998414"/>
                <a:gd name="connsiteY6" fmla="*/ 2294426 h 3618363"/>
                <a:gd name="connsiteX0" fmla="*/ 1697718 w 1931740"/>
                <a:gd name="connsiteY0" fmla="*/ 2294426 h 3618363"/>
                <a:gd name="connsiteX1" fmla="*/ 1607405 w 1931740"/>
                <a:gd name="connsiteY1" fmla="*/ 3040461 h 3618363"/>
                <a:gd name="connsiteX2" fmla="*/ 82278 w 1931740"/>
                <a:gd name="connsiteY2" fmla="*/ 2318012 h 3618363"/>
                <a:gd name="connsiteX3" fmla="*/ 0 w 1931740"/>
                <a:gd name="connsiteY3" fmla="*/ 1456770 h 3618363"/>
                <a:gd name="connsiteX4" fmla="*/ 1597296 w 1931740"/>
                <a:gd name="connsiteY4" fmla="*/ 636715 h 3618363"/>
                <a:gd name="connsiteX5" fmla="*/ 1697718 w 1931740"/>
                <a:gd name="connsiteY5" fmla="*/ 2294426 h 3618363"/>
                <a:gd name="connsiteX0" fmla="*/ 1697718 w 1931740"/>
                <a:gd name="connsiteY0" fmla="*/ 1946447 h 3270384"/>
                <a:gd name="connsiteX1" fmla="*/ 1607405 w 1931740"/>
                <a:gd name="connsiteY1" fmla="*/ 2692482 h 3270384"/>
                <a:gd name="connsiteX2" fmla="*/ 82278 w 1931740"/>
                <a:gd name="connsiteY2" fmla="*/ 1970033 h 3270384"/>
                <a:gd name="connsiteX3" fmla="*/ 0 w 1931740"/>
                <a:gd name="connsiteY3" fmla="*/ 1108791 h 3270384"/>
                <a:gd name="connsiteX4" fmla="*/ 1541295 w 1931740"/>
                <a:gd name="connsiteY4" fmla="*/ 883535 h 3270384"/>
                <a:gd name="connsiteX5" fmla="*/ 1697718 w 1931740"/>
                <a:gd name="connsiteY5" fmla="*/ 1946447 h 3270384"/>
                <a:gd name="connsiteX0" fmla="*/ 1615440 w 1849462"/>
                <a:gd name="connsiteY0" fmla="*/ 2014741 h 3338678"/>
                <a:gd name="connsiteX1" fmla="*/ 1525127 w 1849462"/>
                <a:gd name="connsiteY1" fmla="*/ 2760776 h 3338678"/>
                <a:gd name="connsiteX2" fmla="*/ 0 w 1849462"/>
                <a:gd name="connsiteY2" fmla="*/ 2038327 h 3338678"/>
                <a:gd name="connsiteX3" fmla="*/ 197726 w 1849462"/>
                <a:gd name="connsiteY3" fmla="*/ 1044908 h 3338678"/>
                <a:gd name="connsiteX4" fmla="*/ 1459017 w 1849462"/>
                <a:gd name="connsiteY4" fmla="*/ 951829 h 3338678"/>
                <a:gd name="connsiteX5" fmla="*/ 1615440 w 1849462"/>
                <a:gd name="connsiteY5" fmla="*/ 2014741 h 3338678"/>
                <a:gd name="connsiteX0" fmla="*/ 1627885 w 1857636"/>
                <a:gd name="connsiteY0" fmla="*/ 2039524 h 3338678"/>
                <a:gd name="connsiteX1" fmla="*/ 1525127 w 1857636"/>
                <a:gd name="connsiteY1" fmla="*/ 2760776 h 3338678"/>
                <a:gd name="connsiteX2" fmla="*/ 0 w 1857636"/>
                <a:gd name="connsiteY2" fmla="*/ 2038327 h 3338678"/>
                <a:gd name="connsiteX3" fmla="*/ 197726 w 1857636"/>
                <a:gd name="connsiteY3" fmla="*/ 1044908 h 3338678"/>
                <a:gd name="connsiteX4" fmla="*/ 1459017 w 1857636"/>
                <a:gd name="connsiteY4" fmla="*/ 951829 h 3338678"/>
                <a:gd name="connsiteX5" fmla="*/ 1627885 w 1857636"/>
                <a:gd name="connsiteY5" fmla="*/ 2039524 h 3338678"/>
                <a:gd name="connsiteX0" fmla="*/ 1459017 w 1670913"/>
                <a:gd name="connsiteY0" fmla="*/ 951829 h 3338678"/>
                <a:gd name="connsiteX1" fmla="*/ 1525127 w 1670913"/>
                <a:gd name="connsiteY1" fmla="*/ 2760776 h 3338678"/>
                <a:gd name="connsiteX2" fmla="*/ 0 w 1670913"/>
                <a:gd name="connsiteY2" fmla="*/ 2038327 h 3338678"/>
                <a:gd name="connsiteX3" fmla="*/ 197726 w 1670913"/>
                <a:gd name="connsiteY3" fmla="*/ 1044908 h 3338678"/>
                <a:gd name="connsiteX4" fmla="*/ 1459017 w 1670913"/>
                <a:gd name="connsiteY4" fmla="*/ 951829 h 3338678"/>
                <a:gd name="connsiteX0" fmla="*/ 1459017 w 1648822"/>
                <a:gd name="connsiteY0" fmla="*/ 951829 h 3062258"/>
                <a:gd name="connsiteX1" fmla="*/ 1487793 w 1648822"/>
                <a:gd name="connsiteY1" fmla="*/ 2232065 h 3062258"/>
                <a:gd name="connsiteX2" fmla="*/ 0 w 1648822"/>
                <a:gd name="connsiteY2" fmla="*/ 2038327 h 3062258"/>
                <a:gd name="connsiteX3" fmla="*/ 197726 w 1648822"/>
                <a:gd name="connsiteY3" fmla="*/ 1044908 h 3062258"/>
                <a:gd name="connsiteX4" fmla="*/ 1459017 w 1648822"/>
                <a:gd name="connsiteY4" fmla="*/ 951829 h 3062258"/>
                <a:gd name="connsiteX0" fmla="*/ 1303460 w 1493265"/>
                <a:gd name="connsiteY0" fmla="*/ 951829 h 3114015"/>
                <a:gd name="connsiteX1" fmla="*/ 1332236 w 1493265"/>
                <a:gd name="connsiteY1" fmla="*/ 2232065 h 3114015"/>
                <a:gd name="connsiteX2" fmla="*/ 0 w 1493265"/>
                <a:gd name="connsiteY2" fmla="*/ 2129198 h 3114015"/>
                <a:gd name="connsiteX3" fmla="*/ 42169 w 1493265"/>
                <a:gd name="connsiteY3" fmla="*/ 1044908 h 3114015"/>
                <a:gd name="connsiteX4" fmla="*/ 1303460 w 1493265"/>
                <a:gd name="connsiteY4" fmla="*/ 951829 h 3114015"/>
                <a:gd name="connsiteX0" fmla="*/ 1303460 w 1690691"/>
                <a:gd name="connsiteY0" fmla="*/ 951829 h 3114017"/>
                <a:gd name="connsiteX1" fmla="*/ 1332236 w 1690691"/>
                <a:gd name="connsiteY1" fmla="*/ 2232065 h 3114017"/>
                <a:gd name="connsiteX2" fmla="*/ 0 w 1690691"/>
                <a:gd name="connsiteY2" fmla="*/ 2129198 h 3114017"/>
                <a:gd name="connsiteX3" fmla="*/ 42169 w 1690691"/>
                <a:gd name="connsiteY3" fmla="*/ 1044908 h 3114017"/>
                <a:gd name="connsiteX4" fmla="*/ 1303460 w 1690691"/>
                <a:gd name="connsiteY4" fmla="*/ 951829 h 3114017"/>
                <a:gd name="connsiteX0" fmla="*/ 1303460 w 1742828"/>
                <a:gd name="connsiteY0" fmla="*/ 951829 h 3114015"/>
                <a:gd name="connsiteX1" fmla="*/ 1332236 w 1742828"/>
                <a:gd name="connsiteY1" fmla="*/ 2232065 h 3114015"/>
                <a:gd name="connsiteX2" fmla="*/ 0 w 1742828"/>
                <a:gd name="connsiteY2" fmla="*/ 2129198 h 3114015"/>
                <a:gd name="connsiteX3" fmla="*/ 42169 w 1742828"/>
                <a:gd name="connsiteY3" fmla="*/ 1044908 h 3114015"/>
                <a:gd name="connsiteX4" fmla="*/ 1303460 w 1742828"/>
                <a:gd name="connsiteY4" fmla="*/ 951829 h 3114015"/>
                <a:gd name="connsiteX0" fmla="*/ 1303460 w 1693399"/>
                <a:gd name="connsiteY0" fmla="*/ 951829 h 3114017"/>
                <a:gd name="connsiteX1" fmla="*/ 1332236 w 1693399"/>
                <a:gd name="connsiteY1" fmla="*/ 2232065 h 3114017"/>
                <a:gd name="connsiteX2" fmla="*/ 0 w 1693399"/>
                <a:gd name="connsiteY2" fmla="*/ 2129198 h 3114017"/>
                <a:gd name="connsiteX3" fmla="*/ 42169 w 1693399"/>
                <a:gd name="connsiteY3" fmla="*/ 1044908 h 3114017"/>
                <a:gd name="connsiteX4" fmla="*/ 1303460 w 1693399"/>
                <a:gd name="connsiteY4" fmla="*/ 951829 h 311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3399" h="3114017">
                  <a:moveTo>
                    <a:pt x="1303460" y="951829"/>
                  </a:moveTo>
                  <a:cubicBezTo>
                    <a:pt x="1705140" y="1056063"/>
                    <a:pt x="1917632" y="1960109"/>
                    <a:pt x="1332236" y="2232065"/>
                  </a:cubicBezTo>
                  <a:cubicBezTo>
                    <a:pt x="1693810" y="3074982"/>
                    <a:pt x="419476" y="3743731"/>
                    <a:pt x="0" y="2129198"/>
                  </a:cubicBezTo>
                  <a:lnTo>
                    <a:pt x="42169" y="1044908"/>
                  </a:lnTo>
                  <a:cubicBezTo>
                    <a:pt x="344641" y="-501982"/>
                    <a:pt x="1589210" y="-157697"/>
                    <a:pt x="1303460" y="951829"/>
                  </a:cubicBezTo>
                  <a:close/>
                </a:path>
              </a:pathLst>
            </a:custGeom>
            <a:solidFill>
              <a:srgbClr val="A7EF16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2D2CD6-A97A-E74B-3E94-D2740D508E66}"/>
                </a:ext>
              </a:extLst>
            </p:cNvPr>
            <p:cNvSpPr/>
            <p:nvPr/>
          </p:nvSpPr>
          <p:spPr>
            <a:xfrm>
              <a:off x="2227777" y="2331719"/>
              <a:ext cx="1725098" cy="3357025"/>
            </a:xfrm>
            <a:custGeom>
              <a:avLst/>
              <a:gdLst>
                <a:gd name="connsiteX0" fmla="*/ 1099634 w 1608253"/>
                <a:gd name="connsiteY0" fmla="*/ 0 h 3309958"/>
                <a:gd name="connsiteX1" fmla="*/ 1125354 w 1608253"/>
                <a:gd name="connsiteY1" fmla="*/ 30147 h 3309958"/>
                <a:gd name="connsiteX2" fmla="*/ 1608253 w 1608253"/>
                <a:gd name="connsiteY2" fmla="*/ 1635158 h 3309958"/>
                <a:gd name="connsiteX3" fmla="*/ 1125354 w 1608253"/>
                <a:gd name="connsiteY3" fmla="*/ 3240169 h 3309958"/>
                <a:gd name="connsiteX4" fmla="*/ 1065813 w 1608253"/>
                <a:gd name="connsiteY4" fmla="*/ 3309958 h 3309958"/>
                <a:gd name="connsiteX5" fmla="*/ 1027950 w 1608253"/>
                <a:gd name="connsiteY5" fmla="*/ 3297906 h 3309958"/>
                <a:gd name="connsiteX6" fmla="*/ 20888 w 1608253"/>
                <a:gd name="connsiteY6" fmla="*/ 1468692 h 3309958"/>
                <a:gd name="connsiteX7" fmla="*/ 1031226 w 1608253"/>
                <a:gd name="connsiteY7" fmla="*/ 30715 h 3309958"/>
                <a:gd name="connsiteX8" fmla="*/ 1099634 w 1608253"/>
                <a:gd name="connsiteY8" fmla="*/ 0 h 330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8253" h="3309958">
                  <a:moveTo>
                    <a:pt x="1099634" y="0"/>
                  </a:moveTo>
                  <a:lnTo>
                    <a:pt x="1125354" y="30147"/>
                  </a:lnTo>
                  <a:cubicBezTo>
                    <a:pt x="1420273" y="411646"/>
                    <a:pt x="1608253" y="988992"/>
                    <a:pt x="1608253" y="1635158"/>
                  </a:cubicBezTo>
                  <a:cubicBezTo>
                    <a:pt x="1608253" y="2281324"/>
                    <a:pt x="1420273" y="2858671"/>
                    <a:pt x="1125354" y="3240169"/>
                  </a:cubicBezTo>
                  <a:lnTo>
                    <a:pt x="1065813" y="3309958"/>
                  </a:lnTo>
                  <a:lnTo>
                    <a:pt x="1027950" y="3297906"/>
                  </a:lnTo>
                  <a:cubicBezTo>
                    <a:pt x="355791" y="3048815"/>
                    <a:pt x="-105527" y="2473566"/>
                    <a:pt x="20888" y="1468692"/>
                  </a:cubicBezTo>
                  <a:cubicBezTo>
                    <a:pt x="199166" y="724155"/>
                    <a:pt x="572110" y="268344"/>
                    <a:pt x="1031226" y="30715"/>
                  </a:cubicBezTo>
                  <a:lnTo>
                    <a:pt x="1099634" y="0"/>
                  </a:lnTo>
                  <a:close/>
                </a:path>
              </a:pathLst>
            </a:custGeom>
            <a:solidFill>
              <a:srgbClr val="FFFF00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750C14A-70A5-AA40-2B20-5343BA8C67EF}"/>
                </a:ext>
              </a:extLst>
            </p:cNvPr>
            <p:cNvSpPr/>
            <p:nvPr/>
          </p:nvSpPr>
          <p:spPr>
            <a:xfrm>
              <a:off x="2449594" y="3457777"/>
              <a:ext cx="779382" cy="77938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B7B799F-270E-51B5-C48A-61A0BD62F299}"/>
                </a:ext>
              </a:extLst>
            </p:cNvPr>
            <p:cNvSpPr/>
            <p:nvPr/>
          </p:nvSpPr>
          <p:spPr>
            <a:xfrm>
              <a:off x="2554767" y="3593737"/>
              <a:ext cx="358124" cy="358124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762AEB4-48AC-079C-0E15-193A5F434AA7}"/>
              </a:ext>
            </a:extLst>
          </p:cNvPr>
          <p:cNvGrpSpPr/>
          <p:nvPr/>
        </p:nvGrpSpPr>
        <p:grpSpPr>
          <a:xfrm>
            <a:off x="-3060337" y="1083490"/>
            <a:ext cx="9530055" cy="6779906"/>
            <a:chOff x="1954293" y="1653020"/>
            <a:chExt cx="6278060" cy="4466360"/>
          </a:xfrm>
          <a:solidFill>
            <a:schemeClr val="bg1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49BCD2E-AD04-1716-87F5-548D4E30CAEC}"/>
                </a:ext>
              </a:extLst>
            </p:cNvPr>
            <p:cNvSpPr/>
            <p:nvPr/>
          </p:nvSpPr>
          <p:spPr>
            <a:xfrm>
              <a:off x="1954293" y="3640099"/>
              <a:ext cx="568777" cy="914447"/>
            </a:xfrm>
            <a:custGeom>
              <a:avLst/>
              <a:gdLst>
                <a:gd name="connsiteX0" fmla="*/ 358940 w 397732"/>
                <a:gd name="connsiteY0" fmla="*/ 0 h 705318"/>
                <a:gd name="connsiteX1" fmla="*/ 361803 w 397732"/>
                <a:gd name="connsiteY1" fmla="*/ 7848 h 705318"/>
                <a:gd name="connsiteX2" fmla="*/ 397732 w 397732"/>
                <a:gd name="connsiteY2" fmla="*/ 272594 h 705318"/>
                <a:gd name="connsiteX3" fmla="*/ 319650 w 397732"/>
                <a:gd name="connsiteY3" fmla="*/ 652874 h 705318"/>
                <a:gd name="connsiteX4" fmla="*/ 291786 w 397732"/>
                <a:gd name="connsiteY4" fmla="*/ 703115 h 705318"/>
                <a:gd name="connsiteX5" fmla="*/ 219944 w 397732"/>
                <a:gd name="connsiteY5" fmla="*/ 705318 h 705318"/>
                <a:gd name="connsiteX6" fmla="*/ 5801 w 397732"/>
                <a:gd name="connsiteY6" fmla="*/ 525127 h 705318"/>
                <a:gd name="connsiteX7" fmla="*/ 56600 w 397732"/>
                <a:gd name="connsiteY7" fmla="*/ 347327 h 705318"/>
                <a:gd name="connsiteX8" fmla="*/ 353382 w 397732"/>
                <a:gd name="connsiteY8" fmla="*/ 9484 h 705318"/>
                <a:gd name="connsiteX9" fmla="*/ 358940 w 397732"/>
                <a:gd name="connsiteY9" fmla="*/ 0 h 705318"/>
                <a:gd name="connsiteX0" fmla="*/ 358940 w 400740"/>
                <a:gd name="connsiteY0" fmla="*/ 0 h 705318"/>
                <a:gd name="connsiteX1" fmla="*/ 361803 w 400740"/>
                <a:gd name="connsiteY1" fmla="*/ 7848 h 705318"/>
                <a:gd name="connsiteX2" fmla="*/ 397732 w 400740"/>
                <a:gd name="connsiteY2" fmla="*/ 272594 h 705318"/>
                <a:gd name="connsiteX3" fmla="*/ 291786 w 400740"/>
                <a:gd name="connsiteY3" fmla="*/ 703115 h 705318"/>
                <a:gd name="connsiteX4" fmla="*/ 219944 w 400740"/>
                <a:gd name="connsiteY4" fmla="*/ 705318 h 705318"/>
                <a:gd name="connsiteX5" fmla="*/ 5801 w 400740"/>
                <a:gd name="connsiteY5" fmla="*/ 525127 h 705318"/>
                <a:gd name="connsiteX6" fmla="*/ 56600 w 400740"/>
                <a:gd name="connsiteY6" fmla="*/ 347327 h 705318"/>
                <a:gd name="connsiteX7" fmla="*/ 353382 w 400740"/>
                <a:gd name="connsiteY7" fmla="*/ 9484 h 705318"/>
                <a:gd name="connsiteX8" fmla="*/ 358940 w 400740"/>
                <a:gd name="connsiteY8" fmla="*/ 0 h 705318"/>
                <a:gd name="connsiteX0" fmla="*/ 358940 w 564621"/>
                <a:gd name="connsiteY0" fmla="*/ 0 h 705318"/>
                <a:gd name="connsiteX1" fmla="*/ 361803 w 564621"/>
                <a:gd name="connsiteY1" fmla="*/ 7848 h 705318"/>
                <a:gd name="connsiteX2" fmla="*/ 397732 w 564621"/>
                <a:gd name="connsiteY2" fmla="*/ 272594 h 705318"/>
                <a:gd name="connsiteX3" fmla="*/ 560975 w 564621"/>
                <a:gd name="connsiteY3" fmla="*/ 518528 h 705318"/>
                <a:gd name="connsiteX4" fmla="*/ 219944 w 564621"/>
                <a:gd name="connsiteY4" fmla="*/ 705318 h 705318"/>
                <a:gd name="connsiteX5" fmla="*/ 5801 w 564621"/>
                <a:gd name="connsiteY5" fmla="*/ 525127 h 705318"/>
                <a:gd name="connsiteX6" fmla="*/ 56600 w 564621"/>
                <a:gd name="connsiteY6" fmla="*/ 347327 h 705318"/>
                <a:gd name="connsiteX7" fmla="*/ 353382 w 564621"/>
                <a:gd name="connsiteY7" fmla="*/ 9484 h 705318"/>
                <a:gd name="connsiteX8" fmla="*/ 358940 w 564621"/>
                <a:gd name="connsiteY8" fmla="*/ 0 h 705318"/>
                <a:gd name="connsiteX0" fmla="*/ 358940 w 405404"/>
                <a:gd name="connsiteY0" fmla="*/ 0 h 705318"/>
                <a:gd name="connsiteX1" fmla="*/ 361803 w 405404"/>
                <a:gd name="connsiteY1" fmla="*/ 7848 h 705318"/>
                <a:gd name="connsiteX2" fmla="*/ 397732 w 405404"/>
                <a:gd name="connsiteY2" fmla="*/ 272594 h 705318"/>
                <a:gd name="connsiteX3" fmla="*/ 219944 w 405404"/>
                <a:gd name="connsiteY3" fmla="*/ 705318 h 705318"/>
                <a:gd name="connsiteX4" fmla="*/ 5801 w 405404"/>
                <a:gd name="connsiteY4" fmla="*/ 525127 h 705318"/>
                <a:gd name="connsiteX5" fmla="*/ 56600 w 405404"/>
                <a:gd name="connsiteY5" fmla="*/ 347327 h 705318"/>
                <a:gd name="connsiteX6" fmla="*/ 353382 w 405404"/>
                <a:gd name="connsiteY6" fmla="*/ 9484 h 705318"/>
                <a:gd name="connsiteX7" fmla="*/ 358940 w 405404"/>
                <a:gd name="connsiteY7" fmla="*/ 0 h 705318"/>
                <a:gd name="connsiteX0" fmla="*/ 381429 w 586909"/>
                <a:gd name="connsiteY0" fmla="*/ 0 h 533762"/>
                <a:gd name="connsiteX1" fmla="*/ 384292 w 586909"/>
                <a:gd name="connsiteY1" fmla="*/ 7848 h 533762"/>
                <a:gd name="connsiteX2" fmla="*/ 420221 w 586909"/>
                <a:gd name="connsiteY2" fmla="*/ 272594 h 533762"/>
                <a:gd name="connsiteX3" fmla="*/ 573151 w 586909"/>
                <a:gd name="connsiteY3" fmla="*/ 513040 h 533762"/>
                <a:gd name="connsiteX4" fmla="*/ 28290 w 586909"/>
                <a:gd name="connsiteY4" fmla="*/ 525127 h 533762"/>
                <a:gd name="connsiteX5" fmla="*/ 79089 w 586909"/>
                <a:gd name="connsiteY5" fmla="*/ 347327 h 533762"/>
                <a:gd name="connsiteX6" fmla="*/ 375871 w 586909"/>
                <a:gd name="connsiteY6" fmla="*/ 9484 h 533762"/>
                <a:gd name="connsiteX7" fmla="*/ 381429 w 586909"/>
                <a:gd name="connsiteY7" fmla="*/ 0 h 533762"/>
                <a:gd name="connsiteX0" fmla="*/ 357821 w 563301"/>
                <a:gd name="connsiteY0" fmla="*/ 23296 h 561314"/>
                <a:gd name="connsiteX1" fmla="*/ 360684 w 563301"/>
                <a:gd name="connsiteY1" fmla="*/ 31144 h 561314"/>
                <a:gd name="connsiteX2" fmla="*/ 396613 w 563301"/>
                <a:gd name="connsiteY2" fmla="*/ 295890 h 561314"/>
                <a:gd name="connsiteX3" fmla="*/ 549543 w 563301"/>
                <a:gd name="connsiteY3" fmla="*/ 536336 h 561314"/>
                <a:gd name="connsiteX4" fmla="*/ 4682 w 563301"/>
                <a:gd name="connsiteY4" fmla="*/ 548423 h 561314"/>
                <a:gd name="connsiteX5" fmla="*/ 274677 w 563301"/>
                <a:gd name="connsiteY5" fmla="*/ 309094 h 561314"/>
                <a:gd name="connsiteX6" fmla="*/ 352263 w 563301"/>
                <a:gd name="connsiteY6" fmla="*/ 32780 h 561314"/>
                <a:gd name="connsiteX7" fmla="*/ 357821 w 563301"/>
                <a:gd name="connsiteY7" fmla="*/ 23296 h 561314"/>
                <a:gd name="connsiteX0" fmla="*/ 169301 w 374781"/>
                <a:gd name="connsiteY0" fmla="*/ 23296 h 536360"/>
                <a:gd name="connsiteX1" fmla="*/ 172164 w 374781"/>
                <a:gd name="connsiteY1" fmla="*/ 31144 h 536360"/>
                <a:gd name="connsiteX2" fmla="*/ 208093 w 374781"/>
                <a:gd name="connsiteY2" fmla="*/ 295890 h 536360"/>
                <a:gd name="connsiteX3" fmla="*/ 361023 w 374781"/>
                <a:gd name="connsiteY3" fmla="*/ 536336 h 536360"/>
                <a:gd name="connsiteX4" fmla="*/ 86157 w 374781"/>
                <a:gd name="connsiteY4" fmla="*/ 309094 h 536360"/>
                <a:gd name="connsiteX5" fmla="*/ 163743 w 374781"/>
                <a:gd name="connsiteY5" fmla="*/ 32780 h 536360"/>
                <a:gd name="connsiteX6" fmla="*/ 169301 w 374781"/>
                <a:gd name="connsiteY6" fmla="*/ 23296 h 536360"/>
                <a:gd name="connsiteX0" fmla="*/ 423107 w 423107"/>
                <a:gd name="connsiteY0" fmla="*/ 115589 h 536360"/>
                <a:gd name="connsiteX1" fmla="*/ 172164 w 423107"/>
                <a:gd name="connsiteY1" fmla="*/ 31144 h 536360"/>
                <a:gd name="connsiteX2" fmla="*/ 208093 w 423107"/>
                <a:gd name="connsiteY2" fmla="*/ 295890 h 536360"/>
                <a:gd name="connsiteX3" fmla="*/ 361023 w 423107"/>
                <a:gd name="connsiteY3" fmla="*/ 536336 h 536360"/>
                <a:gd name="connsiteX4" fmla="*/ 86157 w 423107"/>
                <a:gd name="connsiteY4" fmla="*/ 309094 h 536360"/>
                <a:gd name="connsiteX5" fmla="*/ 163743 w 423107"/>
                <a:gd name="connsiteY5" fmla="*/ 32780 h 536360"/>
                <a:gd name="connsiteX6" fmla="*/ 423107 w 423107"/>
                <a:gd name="connsiteY6" fmla="*/ 115589 h 536360"/>
                <a:gd name="connsiteX0" fmla="*/ 163743 w 374781"/>
                <a:gd name="connsiteY0" fmla="*/ 32780 h 536360"/>
                <a:gd name="connsiteX1" fmla="*/ 172164 w 374781"/>
                <a:gd name="connsiteY1" fmla="*/ 31144 h 536360"/>
                <a:gd name="connsiteX2" fmla="*/ 208093 w 374781"/>
                <a:gd name="connsiteY2" fmla="*/ 295890 h 536360"/>
                <a:gd name="connsiteX3" fmla="*/ 361023 w 374781"/>
                <a:gd name="connsiteY3" fmla="*/ 536336 h 536360"/>
                <a:gd name="connsiteX4" fmla="*/ 86157 w 374781"/>
                <a:gd name="connsiteY4" fmla="*/ 309094 h 536360"/>
                <a:gd name="connsiteX5" fmla="*/ 163743 w 374781"/>
                <a:gd name="connsiteY5" fmla="*/ 32780 h 536360"/>
                <a:gd name="connsiteX0" fmla="*/ 352551 w 352551"/>
                <a:gd name="connsiteY0" fmla="*/ 124694 h 505216"/>
                <a:gd name="connsiteX1" fmla="*/ 137930 w 352551"/>
                <a:gd name="connsiteY1" fmla="*/ 0 h 505216"/>
                <a:gd name="connsiteX2" fmla="*/ 173859 w 352551"/>
                <a:gd name="connsiteY2" fmla="*/ 264746 h 505216"/>
                <a:gd name="connsiteX3" fmla="*/ 326789 w 352551"/>
                <a:gd name="connsiteY3" fmla="*/ 505192 h 505216"/>
                <a:gd name="connsiteX4" fmla="*/ 51923 w 352551"/>
                <a:gd name="connsiteY4" fmla="*/ 277950 h 505216"/>
                <a:gd name="connsiteX5" fmla="*/ 352551 w 352551"/>
                <a:gd name="connsiteY5" fmla="*/ 124694 h 505216"/>
                <a:gd name="connsiteX0" fmla="*/ 352551 w 352551"/>
                <a:gd name="connsiteY0" fmla="*/ 124694 h 505216"/>
                <a:gd name="connsiteX1" fmla="*/ 137930 w 352551"/>
                <a:gd name="connsiteY1" fmla="*/ 0 h 505216"/>
                <a:gd name="connsiteX2" fmla="*/ 326789 w 352551"/>
                <a:gd name="connsiteY2" fmla="*/ 505192 h 505216"/>
                <a:gd name="connsiteX3" fmla="*/ 51923 w 352551"/>
                <a:gd name="connsiteY3" fmla="*/ 277950 h 505216"/>
                <a:gd name="connsiteX4" fmla="*/ 352551 w 352551"/>
                <a:gd name="connsiteY4" fmla="*/ 124694 h 505216"/>
                <a:gd name="connsiteX0" fmla="*/ 352551 w 352551"/>
                <a:gd name="connsiteY0" fmla="*/ 109945 h 490467"/>
                <a:gd name="connsiteX1" fmla="*/ 326789 w 352551"/>
                <a:gd name="connsiteY1" fmla="*/ 490443 h 490467"/>
                <a:gd name="connsiteX2" fmla="*/ 51923 w 352551"/>
                <a:gd name="connsiteY2" fmla="*/ 263201 h 490467"/>
                <a:gd name="connsiteX3" fmla="*/ 352551 w 352551"/>
                <a:gd name="connsiteY3" fmla="*/ 109945 h 490467"/>
                <a:gd name="connsiteX0" fmla="*/ 352551 w 352551"/>
                <a:gd name="connsiteY0" fmla="*/ 109945 h 526860"/>
                <a:gd name="connsiteX1" fmla="*/ 326789 w 352551"/>
                <a:gd name="connsiteY1" fmla="*/ 490443 h 526860"/>
                <a:gd name="connsiteX2" fmla="*/ 51923 w 352551"/>
                <a:gd name="connsiteY2" fmla="*/ 263201 h 526860"/>
                <a:gd name="connsiteX3" fmla="*/ 352551 w 352551"/>
                <a:gd name="connsiteY3" fmla="*/ 109945 h 526860"/>
                <a:gd name="connsiteX0" fmla="*/ 352551 w 352551"/>
                <a:gd name="connsiteY0" fmla="*/ 109945 h 558758"/>
                <a:gd name="connsiteX1" fmla="*/ 326789 w 352551"/>
                <a:gd name="connsiteY1" fmla="*/ 490443 h 558758"/>
                <a:gd name="connsiteX2" fmla="*/ 51923 w 352551"/>
                <a:gd name="connsiteY2" fmla="*/ 263201 h 558758"/>
                <a:gd name="connsiteX3" fmla="*/ 352551 w 352551"/>
                <a:gd name="connsiteY3" fmla="*/ 109945 h 558758"/>
                <a:gd name="connsiteX0" fmla="*/ 352551 w 352551"/>
                <a:gd name="connsiteY0" fmla="*/ 109945 h 552985"/>
                <a:gd name="connsiteX1" fmla="*/ 326789 w 352551"/>
                <a:gd name="connsiteY1" fmla="*/ 490443 h 552985"/>
                <a:gd name="connsiteX2" fmla="*/ 51923 w 352551"/>
                <a:gd name="connsiteY2" fmla="*/ 263201 h 552985"/>
                <a:gd name="connsiteX3" fmla="*/ 352551 w 352551"/>
                <a:gd name="connsiteY3" fmla="*/ 109945 h 552985"/>
                <a:gd name="connsiteX0" fmla="*/ 346807 w 346807"/>
                <a:gd name="connsiteY0" fmla="*/ 153778 h 596818"/>
                <a:gd name="connsiteX1" fmla="*/ 321045 w 346807"/>
                <a:gd name="connsiteY1" fmla="*/ 534276 h 596818"/>
                <a:gd name="connsiteX2" fmla="*/ 46179 w 346807"/>
                <a:gd name="connsiteY2" fmla="*/ 307034 h 596818"/>
                <a:gd name="connsiteX3" fmla="*/ 346807 w 346807"/>
                <a:gd name="connsiteY3" fmla="*/ 153778 h 596818"/>
                <a:gd name="connsiteX0" fmla="*/ 346807 w 346807"/>
                <a:gd name="connsiteY0" fmla="*/ 67585 h 510625"/>
                <a:gd name="connsiteX1" fmla="*/ 321045 w 346807"/>
                <a:gd name="connsiteY1" fmla="*/ 448083 h 510625"/>
                <a:gd name="connsiteX2" fmla="*/ 46179 w 346807"/>
                <a:gd name="connsiteY2" fmla="*/ 220841 h 510625"/>
                <a:gd name="connsiteX3" fmla="*/ 346807 w 346807"/>
                <a:gd name="connsiteY3" fmla="*/ 67585 h 510625"/>
                <a:gd name="connsiteX0" fmla="*/ 348491 w 348491"/>
                <a:gd name="connsiteY0" fmla="*/ 118436 h 561476"/>
                <a:gd name="connsiteX1" fmla="*/ 322729 w 348491"/>
                <a:gd name="connsiteY1" fmla="*/ 498934 h 561476"/>
                <a:gd name="connsiteX2" fmla="*/ 47863 w 348491"/>
                <a:gd name="connsiteY2" fmla="*/ 271692 h 561476"/>
                <a:gd name="connsiteX3" fmla="*/ 348491 w 348491"/>
                <a:gd name="connsiteY3" fmla="*/ 118436 h 561476"/>
                <a:gd name="connsiteX0" fmla="*/ 341730 w 341730"/>
                <a:gd name="connsiteY0" fmla="*/ 111596 h 554636"/>
                <a:gd name="connsiteX1" fmla="*/ 315968 w 341730"/>
                <a:gd name="connsiteY1" fmla="*/ 492094 h 554636"/>
                <a:gd name="connsiteX2" fmla="*/ 41102 w 341730"/>
                <a:gd name="connsiteY2" fmla="*/ 264852 h 554636"/>
                <a:gd name="connsiteX3" fmla="*/ 341730 w 341730"/>
                <a:gd name="connsiteY3" fmla="*/ 111596 h 554636"/>
                <a:gd name="connsiteX0" fmla="*/ 339085 w 339085"/>
                <a:gd name="connsiteY0" fmla="*/ 110489 h 553529"/>
                <a:gd name="connsiteX1" fmla="*/ 313323 w 339085"/>
                <a:gd name="connsiteY1" fmla="*/ 490987 h 553529"/>
                <a:gd name="connsiteX2" fmla="*/ 38457 w 339085"/>
                <a:gd name="connsiteY2" fmla="*/ 263745 h 553529"/>
                <a:gd name="connsiteX3" fmla="*/ 339085 w 339085"/>
                <a:gd name="connsiteY3" fmla="*/ 110489 h 553529"/>
                <a:gd name="connsiteX0" fmla="*/ 344450 w 344450"/>
                <a:gd name="connsiteY0" fmla="*/ 107028 h 553788"/>
                <a:gd name="connsiteX1" fmla="*/ 318688 w 344450"/>
                <a:gd name="connsiteY1" fmla="*/ 487526 h 553788"/>
                <a:gd name="connsiteX2" fmla="*/ 38054 w 344450"/>
                <a:gd name="connsiteY2" fmla="*/ 270379 h 553788"/>
                <a:gd name="connsiteX3" fmla="*/ 344450 w 344450"/>
                <a:gd name="connsiteY3" fmla="*/ 107028 h 55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4450" h="553788">
                  <a:moveTo>
                    <a:pt x="344450" y="107028"/>
                  </a:moveTo>
                  <a:lnTo>
                    <a:pt x="318688" y="487526"/>
                  </a:lnTo>
                  <a:cubicBezTo>
                    <a:pt x="286829" y="566638"/>
                    <a:pt x="-113651" y="646567"/>
                    <a:pt x="38054" y="270379"/>
                  </a:cubicBezTo>
                  <a:cubicBezTo>
                    <a:pt x="-128595" y="-26139"/>
                    <a:pt x="303631" y="-75925"/>
                    <a:pt x="344450" y="107028"/>
                  </a:cubicBezTo>
                  <a:close/>
                </a:path>
              </a:pathLst>
            </a:custGeom>
            <a:grpFill/>
            <a:ln w="5715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2">
              <a:extLst>
                <a:ext uri="{FF2B5EF4-FFF2-40B4-BE49-F238E27FC236}">
                  <a16:creationId xmlns:a16="http://schemas.microsoft.com/office/drawing/2014/main" id="{7A776075-3326-0A13-4ED8-FF8765A76845}"/>
                </a:ext>
              </a:extLst>
            </p:cNvPr>
            <p:cNvSpPr/>
            <p:nvPr/>
          </p:nvSpPr>
          <p:spPr>
            <a:xfrm>
              <a:off x="3348987" y="1653020"/>
              <a:ext cx="3270108" cy="1737394"/>
            </a:xfrm>
            <a:custGeom>
              <a:avLst/>
              <a:gdLst>
                <a:gd name="connsiteX0" fmla="*/ 0 w 1291771"/>
                <a:gd name="connsiteY0" fmla="*/ 0 h 1103086"/>
                <a:gd name="connsiteX1" fmla="*/ 1291771 w 1291771"/>
                <a:gd name="connsiteY1" fmla="*/ 0 h 1103086"/>
                <a:gd name="connsiteX2" fmla="*/ 1291771 w 1291771"/>
                <a:gd name="connsiteY2" fmla="*/ 1103086 h 1103086"/>
                <a:gd name="connsiteX3" fmla="*/ 0 w 1291771"/>
                <a:gd name="connsiteY3" fmla="*/ 1103086 h 1103086"/>
                <a:gd name="connsiteX4" fmla="*/ 0 w 1291771"/>
                <a:gd name="connsiteY4" fmla="*/ 0 h 1103086"/>
                <a:gd name="connsiteX0" fmla="*/ 1016000 w 2307771"/>
                <a:gd name="connsiteY0" fmla="*/ 0 h 1175657"/>
                <a:gd name="connsiteX1" fmla="*/ 2307771 w 2307771"/>
                <a:gd name="connsiteY1" fmla="*/ 0 h 1175657"/>
                <a:gd name="connsiteX2" fmla="*/ 2307771 w 2307771"/>
                <a:gd name="connsiteY2" fmla="*/ 1103086 h 1175657"/>
                <a:gd name="connsiteX3" fmla="*/ 0 w 2307771"/>
                <a:gd name="connsiteY3" fmla="*/ 1175657 h 1175657"/>
                <a:gd name="connsiteX4" fmla="*/ 1016000 w 2307771"/>
                <a:gd name="connsiteY4" fmla="*/ 0 h 1175657"/>
                <a:gd name="connsiteX0" fmla="*/ 4397828 w 4397828"/>
                <a:gd name="connsiteY0" fmla="*/ 0 h 2336800"/>
                <a:gd name="connsiteX1" fmla="*/ 2307771 w 4397828"/>
                <a:gd name="connsiteY1" fmla="*/ 1161143 h 2336800"/>
                <a:gd name="connsiteX2" fmla="*/ 2307771 w 4397828"/>
                <a:gd name="connsiteY2" fmla="*/ 2264229 h 2336800"/>
                <a:gd name="connsiteX3" fmla="*/ 0 w 4397828"/>
                <a:gd name="connsiteY3" fmla="*/ 2336800 h 2336800"/>
                <a:gd name="connsiteX4" fmla="*/ 4397828 w 4397828"/>
                <a:gd name="connsiteY4" fmla="*/ 0 h 2336800"/>
                <a:gd name="connsiteX0" fmla="*/ 3048000 w 3048000"/>
                <a:gd name="connsiteY0" fmla="*/ 0 h 2264229"/>
                <a:gd name="connsiteX1" fmla="*/ 957943 w 3048000"/>
                <a:gd name="connsiteY1" fmla="*/ 1161143 h 2264229"/>
                <a:gd name="connsiteX2" fmla="*/ 957943 w 3048000"/>
                <a:gd name="connsiteY2" fmla="*/ 2264229 h 2264229"/>
                <a:gd name="connsiteX3" fmla="*/ 0 w 3048000"/>
                <a:gd name="connsiteY3" fmla="*/ 174171 h 2264229"/>
                <a:gd name="connsiteX4" fmla="*/ 3048000 w 3048000"/>
                <a:gd name="connsiteY4" fmla="*/ 0 h 2264229"/>
                <a:gd name="connsiteX0" fmla="*/ 3048000 w 3048000"/>
                <a:gd name="connsiteY0" fmla="*/ 241972 h 2506201"/>
                <a:gd name="connsiteX1" fmla="*/ 957943 w 3048000"/>
                <a:gd name="connsiteY1" fmla="*/ 1403115 h 2506201"/>
                <a:gd name="connsiteX2" fmla="*/ 957943 w 3048000"/>
                <a:gd name="connsiteY2" fmla="*/ 2506201 h 2506201"/>
                <a:gd name="connsiteX3" fmla="*/ 0 w 3048000"/>
                <a:gd name="connsiteY3" fmla="*/ 416143 h 2506201"/>
                <a:gd name="connsiteX4" fmla="*/ 3048000 w 3048000"/>
                <a:gd name="connsiteY4" fmla="*/ 241972 h 2506201"/>
                <a:gd name="connsiteX0" fmla="*/ 3048000 w 3048000"/>
                <a:gd name="connsiteY0" fmla="*/ 567705 h 2831934"/>
                <a:gd name="connsiteX1" fmla="*/ 957943 w 3048000"/>
                <a:gd name="connsiteY1" fmla="*/ 1728848 h 2831934"/>
                <a:gd name="connsiteX2" fmla="*/ 957943 w 3048000"/>
                <a:gd name="connsiteY2" fmla="*/ 2831934 h 2831934"/>
                <a:gd name="connsiteX3" fmla="*/ 0 w 3048000"/>
                <a:gd name="connsiteY3" fmla="*/ 741876 h 2831934"/>
                <a:gd name="connsiteX4" fmla="*/ 3048000 w 3048000"/>
                <a:gd name="connsiteY4" fmla="*/ 567705 h 2831934"/>
                <a:gd name="connsiteX0" fmla="*/ 3048000 w 3142456"/>
                <a:gd name="connsiteY0" fmla="*/ 208042 h 2472271"/>
                <a:gd name="connsiteX1" fmla="*/ 957943 w 3142456"/>
                <a:gd name="connsiteY1" fmla="*/ 1369185 h 2472271"/>
                <a:gd name="connsiteX2" fmla="*/ 957943 w 3142456"/>
                <a:gd name="connsiteY2" fmla="*/ 2472271 h 2472271"/>
                <a:gd name="connsiteX3" fmla="*/ 0 w 3142456"/>
                <a:gd name="connsiteY3" fmla="*/ 382213 h 2472271"/>
                <a:gd name="connsiteX4" fmla="*/ 2496456 w 3142456"/>
                <a:gd name="connsiteY4" fmla="*/ 19358 h 2472271"/>
                <a:gd name="connsiteX5" fmla="*/ 3048000 w 3142456"/>
                <a:gd name="connsiteY5" fmla="*/ 208042 h 2472271"/>
                <a:gd name="connsiteX0" fmla="*/ 3048000 w 3142456"/>
                <a:gd name="connsiteY0" fmla="*/ 397218 h 2661447"/>
                <a:gd name="connsiteX1" fmla="*/ 957943 w 3142456"/>
                <a:gd name="connsiteY1" fmla="*/ 1558361 h 2661447"/>
                <a:gd name="connsiteX2" fmla="*/ 957943 w 3142456"/>
                <a:gd name="connsiteY2" fmla="*/ 2661447 h 2661447"/>
                <a:gd name="connsiteX3" fmla="*/ 0 w 3142456"/>
                <a:gd name="connsiteY3" fmla="*/ 571389 h 2661447"/>
                <a:gd name="connsiteX4" fmla="*/ 2496456 w 3142456"/>
                <a:gd name="connsiteY4" fmla="*/ 208534 h 2661447"/>
                <a:gd name="connsiteX5" fmla="*/ 3048000 w 3142456"/>
                <a:gd name="connsiteY5" fmla="*/ 397218 h 2661447"/>
                <a:gd name="connsiteX0" fmla="*/ 3048000 w 3142456"/>
                <a:gd name="connsiteY0" fmla="*/ 579486 h 2843715"/>
                <a:gd name="connsiteX1" fmla="*/ 957943 w 3142456"/>
                <a:gd name="connsiteY1" fmla="*/ 1740629 h 2843715"/>
                <a:gd name="connsiteX2" fmla="*/ 957943 w 3142456"/>
                <a:gd name="connsiteY2" fmla="*/ 2843715 h 2843715"/>
                <a:gd name="connsiteX3" fmla="*/ 0 w 3142456"/>
                <a:gd name="connsiteY3" fmla="*/ 753657 h 2843715"/>
                <a:gd name="connsiteX4" fmla="*/ 2496456 w 3142456"/>
                <a:gd name="connsiteY4" fmla="*/ 390802 h 2843715"/>
                <a:gd name="connsiteX5" fmla="*/ 3048000 w 3142456"/>
                <a:gd name="connsiteY5" fmla="*/ 579486 h 2843715"/>
                <a:gd name="connsiteX0" fmla="*/ 3048000 w 3142456"/>
                <a:gd name="connsiteY0" fmla="*/ 506701 h 2770930"/>
                <a:gd name="connsiteX1" fmla="*/ 957943 w 3142456"/>
                <a:gd name="connsiteY1" fmla="*/ 1667844 h 2770930"/>
                <a:gd name="connsiteX2" fmla="*/ 957943 w 3142456"/>
                <a:gd name="connsiteY2" fmla="*/ 2770930 h 2770930"/>
                <a:gd name="connsiteX3" fmla="*/ 0 w 3142456"/>
                <a:gd name="connsiteY3" fmla="*/ 680872 h 2770930"/>
                <a:gd name="connsiteX4" fmla="*/ 2496456 w 3142456"/>
                <a:gd name="connsiteY4" fmla="*/ 318017 h 2770930"/>
                <a:gd name="connsiteX5" fmla="*/ 3048000 w 3142456"/>
                <a:gd name="connsiteY5" fmla="*/ 506701 h 2770930"/>
                <a:gd name="connsiteX0" fmla="*/ 3048000 w 3142456"/>
                <a:gd name="connsiteY0" fmla="*/ 561697 h 2825926"/>
                <a:gd name="connsiteX1" fmla="*/ 957943 w 3142456"/>
                <a:gd name="connsiteY1" fmla="*/ 1722840 h 2825926"/>
                <a:gd name="connsiteX2" fmla="*/ 957943 w 3142456"/>
                <a:gd name="connsiteY2" fmla="*/ 2825926 h 2825926"/>
                <a:gd name="connsiteX3" fmla="*/ 0 w 3142456"/>
                <a:gd name="connsiteY3" fmla="*/ 735868 h 2825926"/>
                <a:gd name="connsiteX4" fmla="*/ 2496456 w 3142456"/>
                <a:gd name="connsiteY4" fmla="*/ 373013 h 2825926"/>
                <a:gd name="connsiteX5" fmla="*/ 3048000 w 3142456"/>
                <a:gd name="connsiteY5" fmla="*/ 561697 h 2825926"/>
                <a:gd name="connsiteX0" fmla="*/ 3048000 w 3142456"/>
                <a:gd name="connsiteY0" fmla="*/ 591102 h 2855331"/>
                <a:gd name="connsiteX1" fmla="*/ 957943 w 3142456"/>
                <a:gd name="connsiteY1" fmla="*/ 1752245 h 2855331"/>
                <a:gd name="connsiteX2" fmla="*/ 957943 w 3142456"/>
                <a:gd name="connsiteY2" fmla="*/ 2855331 h 2855331"/>
                <a:gd name="connsiteX3" fmla="*/ 0 w 3142456"/>
                <a:gd name="connsiteY3" fmla="*/ 765273 h 2855331"/>
                <a:gd name="connsiteX4" fmla="*/ 2496456 w 3142456"/>
                <a:gd name="connsiteY4" fmla="*/ 402418 h 2855331"/>
                <a:gd name="connsiteX5" fmla="*/ 3048000 w 3142456"/>
                <a:gd name="connsiteY5" fmla="*/ 591102 h 2855331"/>
                <a:gd name="connsiteX0" fmla="*/ 3048000 w 3115743"/>
                <a:gd name="connsiteY0" fmla="*/ 677634 h 2941863"/>
                <a:gd name="connsiteX1" fmla="*/ 957943 w 3115743"/>
                <a:gd name="connsiteY1" fmla="*/ 1838777 h 2941863"/>
                <a:gd name="connsiteX2" fmla="*/ 957943 w 3115743"/>
                <a:gd name="connsiteY2" fmla="*/ 2941863 h 2941863"/>
                <a:gd name="connsiteX3" fmla="*/ 0 w 3115743"/>
                <a:gd name="connsiteY3" fmla="*/ 851805 h 2941863"/>
                <a:gd name="connsiteX4" fmla="*/ 2267856 w 3115743"/>
                <a:gd name="connsiteY4" fmla="*/ 359410 h 2941863"/>
                <a:gd name="connsiteX5" fmla="*/ 3048000 w 3115743"/>
                <a:gd name="connsiteY5" fmla="*/ 677634 h 2941863"/>
                <a:gd name="connsiteX0" fmla="*/ 3048000 w 3115743"/>
                <a:gd name="connsiteY0" fmla="*/ 537035 h 2801264"/>
                <a:gd name="connsiteX1" fmla="*/ 957943 w 3115743"/>
                <a:gd name="connsiteY1" fmla="*/ 1698178 h 2801264"/>
                <a:gd name="connsiteX2" fmla="*/ 957943 w 3115743"/>
                <a:gd name="connsiteY2" fmla="*/ 2801264 h 2801264"/>
                <a:gd name="connsiteX3" fmla="*/ 0 w 3115743"/>
                <a:gd name="connsiteY3" fmla="*/ 711206 h 2801264"/>
                <a:gd name="connsiteX4" fmla="*/ 2267856 w 3115743"/>
                <a:gd name="connsiteY4" fmla="*/ 218811 h 2801264"/>
                <a:gd name="connsiteX5" fmla="*/ 3048000 w 3115743"/>
                <a:gd name="connsiteY5" fmla="*/ 537035 h 2801264"/>
                <a:gd name="connsiteX0" fmla="*/ 3108960 w 3176703"/>
                <a:gd name="connsiteY0" fmla="*/ 534523 h 2798752"/>
                <a:gd name="connsiteX1" fmla="*/ 1018903 w 3176703"/>
                <a:gd name="connsiteY1" fmla="*/ 1695666 h 2798752"/>
                <a:gd name="connsiteX2" fmla="*/ 1018903 w 3176703"/>
                <a:gd name="connsiteY2" fmla="*/ 2798752 h 2798752"/>
                <a:gd name="connsiteX3" fmla="*/ 0 w 3176703"/>
                <a:gd name="connsiteY3" fmla="*/ 716314 h 2798752"/>
                <a:gd name="connsiteX4" fmla="*/ 2328816 w 3176703"/>
                <a:gd name="connsiteY4" fmla="*/ 216299 h 2798752"/>
                <a:gd name="connsiteX5" fmla="*/ 3108960 w 3176703"/>
                <a:gd name="connsiteY5" fmla="*/ 534523 h 2798752"/>
                <a:gd name="connsiteX0" fmla="*/ 3108960 w 3176703"/>
                <a:gd name="connsiteY0" fmla="*/ 567359 h 2831588"/>
                <a:gd name="connsiteX1" fmla="*/ 1018903 w 3176703"/>
                <a:gd name="connsiteY1" fmla="*/ 1728502 h 2831588"/>
                <a:gd name="connsiteX2" fmla="*/ 1018903 w 3176703"/>
                <a:gd name="connsiteY2" fmla="*/ 2831588 h 2831588"/>
                <a:gd name="connsiteX3" fmla="*/ 0 w 3176703"/>
                <a:gd name="connsiteY3" fmla="*/ 749150 h 2831588"/>
                <a:gd name="connsiteX4" fmla="*/ 2328816 w 3176703"/>
                <a:gd name="connsiteY4" fmla="*/ 249135 h 2831588"/>
                <a:gd name="connsiteX5" fmla="*/ 3108960 w 3176703"/>
                <a:gd name="connsiteY5" fmla="*/ 567359 h 2831588"/>
                <a:gd name="connsiteX0" fmla="*/ 2491740 w 2698567"/>
                <a:gd name="connsiteY0" fmla="*/ 1222679 h 2831588"/>
                <a:gd name="connsiteX1" fmla="*/ 1018903 w 2698567"/>
                <a:gd name="connsiteY1" fmla="*/ 1728502 h 2831588"/>
                <a:gd name="connsiteX2" fmla="*/ 1018903 w 2698567"/>
                <a:gd name="connsiteY2" fmla="*/ 2831588 h 2831588"/>
                <a:gd name="connsiteX3" fmla="*/ 0 w 2698567"/>
                <a:gd name="connsiteY3" fmla="*/ 749150 h 2831588"/>
                <a:gd name="connsiteX4" fmla="*/ 2328816 w 2698567"/>
                <a:gd name="connsiteY4" fmla="*/ 249135 h 2831588"/>
                <a:gd name="connsiteX5" fmla="*/ 2491740 w 2698567"/>
                <a:gd name="connsiteY5" fmla="*/ 1222679 h 2831588"/>
                <a:gd name="connsiteX0" fmla="*/ 2491740 w 2818432"/>
                <a:gd name="connsiteY0" fmla="*/ 1159376 h 2768285"/>
                <a:gd name="connsiteX1" fmla="*/ 1018903 w 2818432"/>
                <a:gd name="connsiteY1" fmla="*/ 1665199 h 2768285"/>
                <a:gd name="connsiteX2" fmla="*/ 1018903 w 2818432"/>
                <a:gd name="connsiteY2" fmla="*/ 2768285 h 2768285"/>
                <a:gd name="connsiteX3" fmla="*/ 0 w 2818432"/>
                <a:gd name="connsiteY3" fmla="*/ 685847 h 2768285"/>
                <a:gd name="connsiteX4" fmla="*/ 2542176 w 2818432"/>
                <a:gd name="connsiteY4" fmla="*/ 292512 h 2768285"/>
                <a:gd name="connsiteX5" fmla="*/ 2491740 w 2818432"/>
                <a:gd name="connsiteY5" fmla="*/ 1159376 h 2768285"/>
                <a:gd name="connsiteX0" fmla="*/ 2491740 w 3140004"/>
                <a:gd name="connsiteY0" fmla="*/ 1159376 h 2768285"/>
                <a:gd name="connsiteX1" fmla="*/ 1018903 w 3140004"/>
                <a:gd name="connsiteY1" fmla="*/ 1665199 h 2768285"/>
                <a:gd name="connsiteX2" fmla="*/ 1018903 w 3140004"/>
                <a:gd name="connsiteY2" fmla="*/ 2768285 h 2768285"/>
                <a:gd name="connsiteX3" fmla="*/ 0 w 3140004"/>
                <a:gd name="connsiteY3" fmla="*/ 685847 h 2768285"/>
                <a:gd name="connsiteX4" fmla="*/ 2542176 w 3140004"/>
                <a:gd name="connsiteY4" fmla="*/ 292512 h 2768285"/>
                <a:gd name="connsiteX5" fmla="*/ 2491740 w 3140004"/>
                <a:gd name="connsiteY5" fmla="*/ 1159376 h 2768285"/>
                <a:gd name="connsiteX0" fmla="*/ 2491740 w 3134362"/>
                <a:gd name="connsiteY0" fmla="*/ 1159376 h 2768285"/>
                <a:gd name="connsiteX1" fmla="*/ 1018903 w 3134362"/>
                <a:gd name="connsiteY1" fmla="*/ 1665199 h 2768285"/>
                <a:gd name="connsiteX2" fmla="*/ 1018903 w 3134362"/>
                <a:gd name="connsiteY2" fmla="*/ 2768285 h 2768285"/>
                <a:gd name="connsiteX3" fmla="*/ 0 w 3134362"/>
                <a:gd name="connsiteY3" fmla="*/ 685847 h 2768285"/>
                <a:gd name="connsiteX4" fmla="*/ 2542176 w 3134362"/>
                <a:gd name="connsiteY4" fmla="*/ 292512 h 2768285"/>
                <a:gd name="connsiteX5" fmla="*/ 2491740 w 3134362"/>
                <a:gd name="connsiteY5" fmla="*/ 1159376 h 2768285"/>
                <a:gd name="connsiteX0" fmla="*/ 2286000 w 3079790"/>
                <a:gd name="connsiteY0" fmla="*/ 1113656 h 2768285"/>
                <a:gd name="connsiteX1" fmla="*/ 1018903 w 3079790"/>
                <a:gd name="connsiteY1" fmla="*/ 1665199 h 2768285"/>
                <a:gd name="connsiteX2" fmla="*/ 1018903 w 3079790"/>
                <a:gd name="connsiteY2" fmla="*/ 2768285 h 2768285"/>
                <a:gd name="connsiteX3" fmla="*/ 0 w 3079790"/>
                <a:gd name="connsiteY3" fmla="*/ 685847 h 2768285"/>
                <a:gd name="connsiteX4" fmla="*/ 2542176 w 3079790"/>
                <a:gd name="connsiteY4" fmla="*/ 292512 h 2768285"/>
                <a:gd name="connsiteX5" fmla="*/ 2286000 w 3079790"/>
                <a:gd name="connsiteY5" fmla="*/ 1113656 h 2768285"/>
                <a:gd name="connsiteX0" fmla="*/ 2286000 w 3127248"/>
                <a:gd name="connsiteY0" fmla="*/ 1113656 h 2768285"/>
                <a:gd name="connsiteX1" fmla="*/ 1018903 w 3127248"/>
                <a:gd name="connsiteY1" fmla="*/ 1665199 h 2768285"/>
                <a:gd name="connsiteX2" fmla="*/ 1018903 w 3127248"/>
                <a:gd name="connsiteY2" fmla="*/ 2768285 h 2768285"/>
                <a:gd name="connsiteX3" fmla="*/ 0 w 3127248"/>
                <a:gd name="connsiteY3" fmla="*/ 685847 h 2768285"/>
                <a:gd name="connsiteX4" fmla="*/ 2542176 w 3127248"/>
                <a:gd name="connsiteY4" fmla="*/ 292512 h 2768285"/>
                <a:gd name="connsiteX5" fmla="*/ 2286000 w 3127248"/>
                <a:gd name="connsiteY5" fmla="*/ 1113656 h 2768285"/>
                <a:gd name="connsiteX0" fmla="*/ 2286000 w 3130630"/>
                <a:gd name="connsiteY0" fmla="*/ 1113656 h 2768285"/>
                <a:gd name="connsiteX1" fmla="*/ 1018903 w 3130630"/>
                <a:gd name="connsiteY1" fmla="*/ 1665199 h 2768285"/>
                <a:gd name="connsiteX2" fmla="*/ 1018903 w 3130630"/>
                <a:gd name="connsiteY2" fmla="*/ 2768285 h 2768285"/>
                <a:gd name="connsiteX3" fmla="*/ 0 w 3130630"/>
                <a:gd name="connsiteY3" fmla="*/ 685847 h 2768285"/>
                <a:gd name="connsiteX4" fmla="*/ 2542176 w 3130630"/>
                <a:gd name="connsiteY4" fmla="*/ 292512 h 2768285"/>
                <a:gd name="connsiteX5" fmla="*/ 2286000 w 3130630"/>
                <a:gd name="connsiteY5" fmla="*/ 1113656 h 2768285"/>
                <a:gd name="connsiteX0" fmla="*/ 2286000 w 3180713"/>
                <a:gd name="connsiteY0" fmla="*/ 1096842 h 2751471"/>
                <a:gd name="connsiteX1" fmla="*/ 1018903 w 3180713"/>
                <a:gd name="connsiteY1" fmla="*/ 1648385 h 2751471"/>
                <a:gd name="connsiteX2" fmla="*/ 1018903 w 3180713"/>
                <a:gd name="connsiteY2" fmla="*/ 2751471 h 2751471"/>
                <a:gd name="connsiteX3" fmla="*/ 0 w 3180713"/>
                <a:gd name="connsiteY3" fmla="*/ 669033 h 2751471"/>
                <a:gd name="connsiteX4" fmla="*/ 2610756 w 3180713"/>
                <a:gd name="connsiteY4" fmla="*/ 306178 h 2751471"/>
                <a:gd name="connsiteX5" fmla="*/ 2286000 w 3180713"/>
                <a:gd name="connsiteY5" fmla="*/ 1096842 h 2751471"/>
                <a:gd name="connsiteX0" fmla="*/ 2286000 w 3153621"/>
                <a:gd name="connsiteY0" fmla="*/ 1096842 h 2751471"/>
                <a:gd name="connsiteX1" fmla="*/ 1018903 w 3153621"/>
                <a:gd name="connsiteY1" fmla="*/ 1648385 h 2751471"/>
                <a:gd name="connsiteX2" fmla="*/ 1018903 w 3153621"/>
                <a:gd name="connsiteY2" fmla="*/ 2751471 h 2751471"/>
                <a:gd name="connsiteX3" fmla="*/ 0 w 3153621"/>
                <a:gd name="connsiteY3" fmla="*/ 669033 h 2751471"/>
                <a:gd name="connsiteX4" fmla="*/ 2610756 w 3153621"/>
                <a:gd name="connsiteY4" fmla="*/ 306178 h 2751471"/>
                <a:gd name="connsiteX5" fmla="*/ 2286000 w 3153621"/>
                <a:gd name="connsiteY5" fmla="*/ 1096842 h 2751471"/>
                <a:gd name="connsiteX0" fmla="*/ 2286000 w 3130417"/>
                <a:gd name="connsiteY0" fmla="*/ 1096842 h 2751471"/>
                <a:gd name="connsiteX1" fmla="*/ 1018903 w 3130417"/>
                <a:gd name="connsiteY1" fmla="*/ 1648385 h 2751471"/>
                <a:gd name="connsiteX2" fmla="*/ 1018903 w 3130417"/>
                <a:gd name="connsiteY2" fmla="*/ 2751471 h 2751471"/>
                <a:gd name="connsiteX3" fmla="*/ 0 w 3130417"/>
                <a:gd name="connsiteY3" fmla="*/ 669033 h 2751471"/>
                <a:gd name="connsiteX4" fmla="*/ 2610756 w 3130417"/>
                <a:gd name="connsiteY4" fmla="*/ 306178 h 2751471"/>
                <a:gd name="connsiteX5" fmla="*/ 2286000 w 3130417"/>
                <a:gd name="connsiteY5" fmla="*/ 1096842 h 2751471"/>
                <a:gd name="connsiteX0" fmla="*/ 2286000 w 3140568"/>
                <a:gd name="connsiteY0" fmla="*/ 1096842 h 2751471"/>
                <a:gd name="connsiteX1" fmla="*/ 1018903 w 3140568"/>
                <a:gd name="connsiteY1" fmla="*/ 1648385 h 2751471"/>
                <a:gd name="connsiteX2" fmla="*/ 1018903 w 3140568"/>
                <a:gd name="connsiteY2" fmla="*/ 2751471 h 2751471"/>
                <a:gd name="connsiteX3" fmla="*/ 0 w 3140568"/>
                <a:gd name="connsiteY3" fmla="*/ 669033 h 2751471"/>
                <a:gd name="connsiteX4" fmla="*/ 2610756 w 3140568"/>
                <a:gd name="connsiteY4" fmla="*/ 306178 h 2751471"/>
                <a:gd name="connsiteX5" fmla="*/ 2286000 w 3140568"/>
                <a:gd name="connsiteY5" fmla="*/ 1096842 h 2751471"/>
                <a:gd name="connsiteX0" fmla="*/ 2286000 w 3140568"/>
                <a:gd name="connsiteY0" fmla="*/ 1172720 h 2827349"/>
                <a:gd name="connsiteX1" fmla="*/ 1018903 w 3140568"/>
                <a:gd name="connsiteY1" fmla="*/ 1724263 h 2827349"/>
                <a:gd name="connsiteX2" fmla="*/ 1018903 w 3140568"/>
                <a:gd name="connsiteY2" fmla="*/ 2827349 h 2827349"/>
                <a:gd name="connsiteX3" fmla="*/ 0 w 3140568"/>
                <a:gd name="connsiteY3" fmla="*/ 744911 h 2827349"/>
                <a:gd name="connsiteX4" fmla="*/ 2610756 w 3140568"/>
                <a:gd name="connsiteY4" fmla="*/ 382056 h 2827349"/>
                <a:gd name="connsiteX5" fmla="*/ 2286000 w 3140568"/>
                <a:gd name="connsiteY5" fmla="*/ 1172720 h 2827349"/>
                <a:gd name="connsiteX0" fmla="*/ 2415540 w 3270108"/>
                <a:gd name="connsiteY0" fmla="*/ 1134895 h 2789524"/>
                <a:gd name="connsiteX1" fmla="*/ 1148443 w 3270108"/>
                <a:gd name="connsiteY1" fmla="*/ 1686438 h 2789524"/>
                <a:gd name="connsiteX2" fmla="*/ 1148443 w 3270108"/>
                <a:gd name="connsiteY2" fmla="*/ 2789524 h 2789524"/>
                <a:gd name="connsiteX3" fmla="*/ 0 w 3270108"/>
                <a:gd name="connsiteY3" fmla="*/ 783286 h 2789524"/>
                <a:gd name="connsiteX4" fmla="*/ 2740296 w 3270108"/>
                <a:gd name="connsiteY4" fmla="*/ 344231 h 2789524"/>
                <a:gd name="connsiteX5" fmla="*/ 2415540 w 3270108"/>
                <a:gd name="connsiteY5" fmla="*/ 1134895 h 2789524"/>
                <a:gd name="connsiteX0" fmla="*/ 2415540 w 3270108"/>
                <a:gd name="connsiteY0" fmla="*/ 1225693 h 2880322"/>
                <a:gd name="connsiteX1" fmla="*/ 1148443 w 3270108"/>
                <a:gd name="connsiteY1" fmla="*/ 1777236 h 2880322"/>
                <a:gd name="connsiteX2" fmla="*/ 1148443 w 3270108"/>
                <a:gd name="connsiteY2" fmla="*/ 2880322 h 2880322"/>
                <a:gd name="connsiteX3" fmla="*/ 0 w 3270108"/>
                <a:gd name="connsiteY3" fmla="*/ 874084 h 2880322"/>
                <a:gd name="connsiteX4" fmla="*/ 2740296 w 3270108"/>
                <a:gd name="connsiteY4" fmla="*/ 435029 h 2880322"/>
                <a:gd name="connsiteX5" fmla="*/ 2415540 w 3270108"/>
                <a:gd name="connsiteY5" fmla="*/ 1225693 h 2880322"/>
                <a:gd name="connsiteX0" fmla="*/ 2415540 w 3270108"/>
                <a:gd name="connsiteY0" fmla="*/ 1185851 h 2840480"/>
                <a:gd name="connsiteX1" fmla="*/ 1148443 w 3270108"/>
                <a:gd name="connsiteY1" fmla="*/ 1737394 h 2840480"/>
                <a:gd name="connsiteX2" fmla="*/ 1148443 w 3270108"/>
                <a:gd name="connsiteY2" fmla="*/ 2840480 h 2840480"/>
                <a:gd name="connsiteX3" fmla="*/ 0 w 3270108"/>
                <a:gd name="connsiteY3" fmla="*/ 834242 h 2840480"/>
                <a:gd name="connsiteX4" fmla="*/ 2740296 w 3270108"/>
                <a:gd name="connsiteY4" fmla="*/ 395187 h 2840480"/>
                <a:gd name="connsiteX5" fmla="*/ 2415540 w 3270108"/>
                <a:gd name="connsiteY5" fmla="*/ 1185851 h 2840480"/>
                <a:gd name="connsiteX0" fmla="*/ 2415540 w 3270108"/>
                <a:gd name="connsiteY0" fmla="*/ 1185851 h 1737394"/>
                <a:gd name="connsiteX1" fmla="*/ 1148443 w 3270108"/>
                <a:gd name="connsiteY1" fmla="*/ 1737394 h 1737394"/>
                <a:gd name="connsiteX2" fmla="*/ 0 w 3270108"/>
                <a:gd name="connsiteY2" fmla="*/ 834242 h 1737394"/>
                <a:gd name="connsiteX3" fmla="*/ 2740296 w 3270108"/>
                <a:gd name="connsiteY3" fmla="*/ 395187 h 1737394"/>
                <a:gd name="connsiteX4" fmla="*/ 2415540 w 3270108"/>
                <a:gd name="connsiteY4" fmla="*/ 1185851 h 1737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70108" h="1737394">
                  <a:moveTo>
                    <a:pt x="2415540" y="1185851"/>
                  </a:moveTo>
                  <a:lnTo>
                    <a:pt x="1148443" y="1737394"/>
                  </a:lnTo>
                  <a:lnTo>
                    <a:pt x="0" y="834242"/>
                  </a:lnTo>
                  <a:cubicBezTo>
                    <a:pt x="750147" y="-188773"/>
                    <a:pt x="1673496" y="-190464"/>
                    <a:pt x="2740296" y="395187"/>
                  </a:cubicBezTo>
                  <a:cubicBezTo>
                    <a:pt x="3949336" y="587139"/>
                    <a:pt x="2758198" y="1386269"/>
                    <a:pt x="2415540" y="1185851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2">
              <a:extLst>
                <a:ext uri="{FF2B5EF4-FFF2-40B4-BE49-F238E27FC236}">
                  <a16:creationId xmlns:a16="http://schemas.microsoft.com/office/drawing/2014/main" id="{47168CBF-CD86-559D-AEA9-F05D275CD13B}"/>
                </a:ext>
              </a:extLst>
            </p:cNvPr>
            <p:cNvSpPr/>
            <p:nvPr/>
          </p:nvSpPr>
          <p:spPr>
            <a:xfrm>
              <a:off x="6233939" y="2070381"/>
              <a:ext cx="1998414" cy="3618363"/>
            </a:xfrm>
            <a:custGeom>
              <a:avLst/>
              <a:gdLst>
                <a:gd name="connsiteX0" fmla="*/ 0 w 1291771"/>
                <a:gd name="connsiteY0" fmla="*/ 0 h 1103086"/>
                <a:gd name="connsiteX1" fmla="*/ 1291771 w 1291771"/>
                <a:gd name="connsiteY1" fmla="*/ 0 h 1103086"/>
                <a:gd name="connsiteX2" fmla="*/ 1291771 w 1291771"/>
                <a:gd name="connsiteY2" fmla="*/ 1103086 h 1103086"/>
                <a:gd name="connsiteX3" fmla="*/ 0 w 1291771"/>
                <a:gd name="connsiteY3" fmla="*/ 1103086 h 1103086"/>
                <a:gd name="connsiteX4" fmla="*/ 0 w 1291771"/>
                <a:gd name="connsiteY4" fmla="*/ 0 h 1103086"/>
                <a:gd name="connsiteX0" fmla="*/ 1016000 w 2307771"/>
                <a:gd name="connsiteY0" fmla="*/ 0 h 1175657"/>
                <a:gd name="connsiteX1" fmla="*/ 2307771 w 2307771"/>
                <a:gd name="connsiteY1" fmla="*/ 0 h 1175657"/>
                <a:gd name="connsiteX2" fmla="*/ 2307771 w 2307771"/>
                <a:gd name="connsiteY2" fmla="*/ 1103086 h 1175657"/>
                <a:gd name="connsiteX3" fmla="*/ 0 w 2307771"/>
                <a:gd name="connsiteY3" fmla="*/ 1175657 h 1175657"/>
                <a:gd name="connsiteX4" fmla="*/ 1016000 w 2307771"/>
                <a:gd name="connsiteY4" fmla="*/ 0 h 1175657"/>
                <a:gd name="connsiteX0" fmla="*/ 4397828 w 4397828"/>
                <a:gd name="connsiteY0" fmla="*/ 0 h 2336800"/>
                <a:gd name="connsiteX1" fmla="*/ 2307771 w 4397828"/>
                <a:gd name="connsiteY1" fmla="*/ 1161143 h 2336800"/>
                <a:gd name="connsiteX2" fmla="*/ 2307771 w 4397828"/>
                <a:gd name="connsiteY2" fmla="*/ 2264229 h 2336800"/>
                <a:gd name="connsiteX3" fmla="*/ 0 w 4397828"/>
                <a:gd name="connsiteY3" fmla="*/ 2336800 h 2336800"/>
                <a:gd name="connsiteX4" fmla="*/ 4397828 w 4397828"/>
                <a:gd name="connsiteY4" fmla="*/ 0 h 2336800"/>
                <a:gd name="connsiteX0" fmla="*/ 3048000 w 3048000"/>
                <a:gd name="connsiteY0" fmla="*/ 0 h 2264229"/>
                <a:gd name="connsiteX1" fmla="*/ 957943 w 3048000"/>
                <a:gd name="connsiteY1" fmla="*/ 1161143 h 2264229"/>
                <a:gd name="connsiteX2" fmla="*/ 957943 w 3048000"/>
                <a:gd name="connsiteY2" fmla="*/ 2264229 h 2264229"/>
                <a:gd name="connsiteX3" fmla="*/ 0 w 3048000"/>
                <a:gd name="connsiteY3" fmla="*/ 174171 h 2264229"/>
                <a:gd name="connsiteX4" fmla="*/ 3048000 w 3048000"/>
                <a:gd name="connsiteY4" fmla="*/ 0 h 2264229"/>
                <a:gd name="connsiteX0" fmla="*/ 3048000 w 3048000"/>
                <a:gd name="connsiteY0" fmla="*/ 241972 h 2506201"/>
                <a:gd name="connsiteX1" fmla="*/ 957943 w 3048000"/>
                <a:gd name="connsiteY1" fmla="*/ 1403115 h 2506201"/>
                <a:gd name="connsiteX2" fmla="*/ 957943 w 3048000"/>
                <a:gd name="connsiteY2" fmla="*/ 2506201 h 2506201"/>
                <a:gd name="connsiteX3" fmla="*/ 0 w 3048000"/>
                <a:gd name="connsiteY3" fmla="*/ 416143 h 2506201"/>
                <a:gd name="connsiteX4" fmla="*/ 3048000 w 3048000"/>
                <a:gd name="connsiteY4" fmla="*/ 241972 h 2506201"/>
                <a:gd name="connsiteX0" fmla="*/ 3048000 w 3048000"/>
                <a:gd name="connsiteY0" fmla="*/ 567705 h 2831934"/>
                <a:gd name="connsiteX1" fmla="*/ 957943 w 3048000"/>
                <a:gd name="connsiteY1" fmla="*/ 1728848 h 2831934"/>
                <a:gd name="connsiteX2" fmla="*/ 957943 w 3048000"/>
                <a:gd name="connsiteY2" fmla="*/ 2831934 h 2831934"/>
                <a:gd name="connsiteX3" fmla="*/ 0 w 3048000"/>
                <a:gd name="connsiteY3" fmla="*/ 741876 h 2831934"/>
                <a:gd name="connsiteX4" fmla="*/ 3048000 w 3048000"/>
                <a:gd name="connsiteY4" fmla="*/ 567705 h 2831934"/>
                <a:gd name="connsiteX0" fmla="*/ 3048000 w 3142456"/>
                <a:gd name="connsiteY0" fmla="*/ 208042 h 2472271"/>
                <a:gd name="connsiteX1" fmla="*/ 957943 w 3142456"/>
                <a:gd name="connsiteY1" fmla="*/ 1369185 h 2472271"/>
                <a:gd name="connsiteX2" fmla="*/ 957943 w 3142456"/>
                <a:gd name="connsiteY2" fmla="*/ 2472271 h 2472271"/>
                <a:gd name="connsiteX3" fmla="*/ 0 w 3142456"/>
                <a:gd name="connsiteY3" fmla="*/ 382213 h 2472271"/>
                <a:gd name="connsiteX4" fmla="*/ 2496456 w 3142456"/>
                <a:gd name="connsiteY4" fmla="*/ 19358 h 2472271"/>
                <a:gd name="connsiteX5" fmla="*/ 3048000 w 3142456"/>
                <a:gd name="connsiteY5" fmla="*/ 208042 h 2472271"/>
                <a:gd name="connsiteX0" fmla="*/ 3048000 w 3142456"/>
                <a:gd name="connsiteY0" fmla="*/ 397218 h 2661447"/>
                <a:gd name="connsiteX1" fmla="*/ 957943 w 3142456"/>
                <a:gd name="connsiteY1" fmla="*/ 1558361 h 2661447"/>
                <a:gd name="connsiteX2" fmla="*/ 957943 w 3142456"/>
                <a:gd name="connsiteY2" fmla="*/ 2661447 h 2661447"/>
                <a:gd name="connsiteX3" fmla="*/ 0 w 3142456"/>
                <a:gd name="connsiteY3" fmla="*/ 571389 h 2661447"/>
                <a:gd name="connsiteX4" fmla="*/ 2496456 w 3142456"/>
                <a:gd name="connsiteY4" fmla="*/ 208534 h 2661447"/>
                <a:gd name="connsiteX5" fmla="*/ 3048000 w 3142456"/>
                <a:gd name="connsiteY5" fmla="*/ 397218 h 2661447"/>
                <a:gd name="connsiteX0" fmla="*/ 3048000 w 3142456"/>
                <a:gd name="connsiteY0" fmla="*/ 579486 h 2843715"/>
                <a:gd name="connsiteX1" fmla="*/ 957943 w 3142456"/>
                <a:gd name="connsiteY1" fmla="*/ 1740629 h 2843715"/>
                <a:gd name="connsiteX2" fmla="*/ 957943 w 3142456"/>
                <a:gd name="connsiteY2" fmla="*/ 2843715 h 2843715"/>
                <a:gd name="connsiteX3" fmla="*/ 0 w 3142456"/>
                <a:gd name="connsiteY3" fmla="*/ 753657 h 2843715"/>
                <a:gd name="connsiteX4" fmla="*/ 2496456 w 3142456"/>
                <a:gd name="connsiteY4" fmla="*/ 390802 h 2843715"/>
                <a:gd name="connsiteX5" fmla="*/ 3048000 w 3142456"/>
                <a:gd name="connsiteY5" fmla="*/ 579486 h 2843715"/>
                <a:gd name="connsiteX0" fmla="*/ 3048000 w 3142456"/>
                <a:gd name="connsiteY0" fmla="*/ 506701 h 2770930"/>
                <a:gd name="connsiteX1" fmla="*/ 957943 w 3142456"/>
                <a:gd name="connsiteY1" fmla="*/ 1667844 h 2770930"/>
                <a:gd name="connsiteX2" fmla="*/ 957943 w 3142456"/>
                <a:gd name="connsiteY2" fmla="*/ 2770930 h 2770930"/>
                <a:gd name="connsiteX3" fmla="*/ 0 w 3142456"/>
                <a:gd name="connsiteY3" fmla="*/ 680872 h 2770930"/>
                <a:gd name="connsiteX4" fmla="*/ 2496456 w 3142456"/>
                <a:gd name="connsiteY4" fmla="*/ 318017 h 2770930"/>
                <a:gd name="connsiteX5" fmla="*/ 3048000 w 3142456"/>
                <a:gd name="connsiteY5" fmla="*/ 506701 h 2770930"/>
                <a:gd name="connsiteX0" fmla="*/ 3048000 w 3142456"/>
                <a:gd name="connsiteY0" fmla="*/ 561697 h 2825926"/>
                <a:gd name="connsiteX1" fmla="*/ 957943 w 3142456"/>
                <a:gd name="connsiteY1" fmla="*/ 1722840 h 2825926"/>
                <a:gd name="connsiteX2" fmla="*/ 957943 w 3142456"/>
                <a:gd name="connsiteY2" fmla="*/ 2825926 h 2825926"/>
                <a:gd name="connsiteX3" fmla="*/ 0 w 3142456"/>
                <a:gd name="connsiteY3" fmla="*/ 735868 h 2825926"/>
                <a:gd name="connsiteX4" fmla="*/ 2496456 w 3142456"/>
                <a:gd name="connsiteY4" fmla="*/ 373013 h 2825926"/>
                <a:gd name="connsiteX5" fmla="*/ 3048000 w 3142456"/>
                <a:gd name="connsiteY5" fmla="*/ 561697 h 2825926"/>
                <a:gd name="connsiteX0" fmla="*/ 3048000 w 3142456"/>
                <a:gd name="connsiteY0" fmla="*/ 591102 h 2855331"/>
                <a:gd name="connsiteX1" fmla="*/ 957943 w 3142456"/>
                <a:gd name="connsiteY1" fmla="*/ 1752245 h 2855331"/>
                <a:gd name="connsiteX2" fmla="*/ 957943 w 3142456"/>
                <a:gd name="connsiteY2" fmla="*/ 2855331 h 2855331"/>
                <a:gd name="connsiteX3" fmla="*/ 0 w 3142456"/>
                <a:gd name="connsiteY3" fmla="*/ 765273 h 2855331"/>
                <a:gd name="connsiteX4" fmla="*/ 2496456 w 3142456"/>
                <a:gd name="connsiteY4" fmla="*/ 402418 h 2855331"/>
                <a:gd name="connsiteX5" fmla="*/ 3048000 w 3142456"/>
                <a:gd name="connsiteY5" fmla="*/ 591102 h 2855331"/>
                <a:gd name="connsiteX0" fmla="*/ 3048000 w 3115743"/>
                <a:gd name="connsiteY0" fmla="*/ 677634 h 2941863"/>
                <a:gd name="connsiteX1" fmla="*/ 957943 w 3115743"/>
                <a:gd name="connsiteY1" fmla="*/ 1838777 h 2941863"/>
                <a:gd name="connsiteX2" fmla="*/ 957943 w 3115743"/>
                <a:gd name="connsiteY2" fmla="*/ 2941863 h 2941863"/>
                <a:gd name="connsiteX3" fmla="*/ 0 w 3115743"/>
                <a:gd name="connsiteY3" fmla="*/ 851805 h 2941863"/>
                <a:gd name="connsiteX4" fmla="*/ 2267856 w 3115743"/>
                <a:gd name="connsiteY4" fmla="*/ 359410 h 2941863"/>
                <a:gd name="connsiteX5" fmla="*/ 3048000 w 3115743"/>
                <a:gd name="connsiteY5" fmla="*/ 677634 h 2941863"/>
                <a:gd name="connsiteX0" fmla="*/ 3048000 w 3115743"/>
                <a:gd name="connsiteY0" fmla="*/ 537035 h 2801264"/>
                <a:gd name="connsiteX1" fmla="*/ 957943 w 3115743"/>
                <a:gd name="connsiteY1" fmla="*/ 1698178 h 2801264"/>
                <a:gd name="connsiteX2" fmla="*/ 957943 w 3115743"/>
                <a:gd name="connsiteY2" fmla="*/ 2801264 h 2801264"/>
                <a:gd name="connsiteX3" fmla="*/ 0 w 3115743"/>
                <a:gd name="connsiteY3" fmla="*/ 711206 h 2801264"/>
                <a:gd name="connsiteX4" fmla="*/ 2267856 w 3115743"/>
                <a:gd name="connsiteY4" fmla="*/ 218811 h 2801264"/>
                <a:gd name="connsiteX5" fmla="*/ 3048000 w 3115743"/>
                <a:gd name="connsiteY5" fmla="*/ 537035 h 2801264"/>
                <a:gd name="connsiteX0" fmla="*/ 3108960 w 3176703"/>
                <a:gd name="connsiteY0" fmla="*/ 534523 h 2798752"/>
                <a:gd name="connsiteX1" fmla="*/ 1018903 w 3176703"/>
                <a:gd name="connsiteY1" fmla="*/ 1695666 h 2798752"/>
                <a:gd name="connsiteX2" fmla="*/ 1018903 w 3176703"/>
                <a:gd name="connsiteY2" fmla="*/ 2798752 h 2798752"/>
                <a:gd name="connsiteX3" fmla="*/ 0 w 3176703"/>
                <a:gd name="connsiteY3" fmla="*/ 716314 h 2798752"/>
                <a:gd name="connsiteX4" fmla="*/ 2328816 w 3176703"/>
                <a:gd name="connsiteY4" fmla="*/ 216299 h 2798752"/>
                <a:gd name="connsiteX5" fmla="*/ 3108960 w 3176703"/>
                <a:gd name="connsiteY5" fmla="*/ 534523 h 2798752"/>
                <a:gd name="connsiteX0" fmla="*/ 3108960 w 3176703"/>
                <a:gd name="connsiteY0" fmla="*/ 567359 h 2831588"/>
                <a:gd name="connsiteX1" fmla="*/ 1018903 w 3176703"/>
                <a:gd name="connsiteY1" fmla="*/ 1728502 h 2831588"/>
                <a:gd name="connsiteX2" fmla="*/ 1018903 w 3176703"/>
                <a:gd name="connsiteY2" fmla="*/ 2831588 h 2831588"/>
                <a:gd name="connsiteX3" fmla="*/ 0 w 3176703"/>
                <a:gd name="connsiteY3" fmla="*/ 749150 h 2831588"/>
                <a:gd name="connsiteX4" fmla="*/ 2328816 w 3176703"/>
                <a:gd name="connsiteY4" fmla="*/ 249135 h 2831588"/>
                <a:gd name="connsiteX5" fmla="*/ 3108960 w 3176703"/>
                <a:gd name="connsiteY5" fmla="*/ 567359 h 2831588"/>
                <a:gd name="connsiteX0" fmla="*/ 2491740 w 2698567"/>
                <a:gd name="connsiteY0" fmla="*/ 1222679 h 2831588"/>
                <a:gd name="connsiteX1" fmla="*/ 1018903 w 2698567"/>
                <a:gd name="connsiteY1" fmla="*/ 1728502 h 2831588"/>
                <a:gd name="connsiteX2" fmla="*/ 1018903 w 2698567"/>
                <a:gd name="connsiteY2" fmla="*/ 2831588 h 2831588"/>
                <a:gd name="connsiteX3" fmla="*/ 0 w 2698567"/>
                <a:gd name="connsiteY3" fmla="*/ 749150 h 2831588"/>
                <a:gd name="connsiteX4" fmla="*/ 2328816 w 2698567"/>
                <a:gd name="connsiteY4" fmla="*/ 249135 h 2831588"/>
                <a:gd name="connsiteX5" fmla="*/ 2491740 w 2698567"/>
                <a:gd name="connsiteY5" fmla="*/ 1222679 h 2831588"/>
                <a:gd name="connsiteX0" fmla="*/ 2491740 w 2818432"/>
                <a:gd name="connsiteY0" fmla="*/ 1159376 h 2768285"/>
                <a:gd name="connsiteX1" fmla="*/ 1018903 w 2818432"/>
                <a:gd name="connsiteY1" fmla="*/ 1665199 h 2768285"/>
                <a:gd name="connsiteX2" fmla="*/ 1018903 w 2818432"/>
                <a:gd name="connsiteY2" fmla="*/ 2768285 h 2768285"/>
                <a:gd name="connsiteX3" fmla="*/ 0 w 2818432"/>
                <a:gd name="connsiteY3" fmla="*/ 685847 h 2768285"/>
                <a:gd name="connsiteX4" fmla="*/ 2542176 w 2818432"/>
                <a:gd name="connsiteY4" fmla="*/ 292512 h 2768285"/>
                <a:gd name="connsiteX5" fmla="*/ 2491740 w 2818432"/>
                <a:gd name="connsiteY5" fmla="*/ 1159376 h 2768285"/>
                <a:gd name="connsiteX0" fmla="*/ 2491740 w 3140004"/>
                <a:gd name="connsiteY0" fmla="*/ 1159376 h 2768285"/>
                <a:gd name="connsiteX1" fmla="*/ 1018903 w 3140004"/>
                <a:gd name="connsiteY1" fmla="*/ 1665199 h 2768285"/>
                <a:gd name="connsiteX2" fmla="*/ 1018903 w 3140004"/>
                <a:gd name="connsiteY2" fmla="*/ 2768285 h 2768285"/>
                <a:gd name="connsiteX3" fmla="*/ 0 w 3140004"/>
                <a:gd name="connsiteY3" fmla="*/ 685847 h 2768285"/>
                <a:gd name="connsiteX4" fmla="*/ 2542176 w 3140004"/>
                <a:gd name="connsiteY4" fmla="*/ 292512 h 2768285"/>
                <a:gd name="connsiteX5" fmla="*/ 2491740 w 3140004"/>
                <a:gd name="connsiteY5" fmla="*/ 1159376 h 2768285"/>
                <a:gd name="connsiteX0" fmla="*/ 2491740 w 3134362"/>
                <a:gd name="connsiteY0" fmla="*/ 1159376 h 2768285"/>
                <a:gd name="connsiteX1" fmla="*/ 1018903 w 3134362"/>
                <a:gd name="connsiteY1" fmla="*/ 1665199 h 2768285"/>
                <a:gd name="connsiteX2" fmla="*/ 1018903 w 3134362"/>
                <a:gd name="connsiteY2" fmla="*/ 2768285 h 2768285"/>
                <a:gd name="connsiteX3" fmla="*/ 0 w 3134362"/>
                <a:gd name="connsiteY3" fmla="*/ 685847 h 2768285"/>
                <a:gd name="connsiteX4" fmla="*/ 2542176 w 3134362"/>
                <a:gd name="connsiteY4" fmla="*/ 292512 h 2768285"/>
                <a:gd name="connsiteX5" fmla="*/ 2491740 w 3134362"/>
                <a:gd name="connsiteY5" fmla="*/ 1159376 h 2768285"/>
                <a:gd name="connsiteX0" fmla="*/ 2286000 w 3079790"/>
                <a:gd name="connsiteY0" fmla="*/ 1113656 h 2768285"/>
                <a:gd name="connsiteX1" fmla="*/ 1018903 w 3079790"/>
                <a:gd name="connsiteY1" fmla="*/ 1665199 h 2768285"/>
                <a:gd name="connsiteX2" fmla="*/ 1018903 w 3079790"/>
                <a:gd name="connsiteY2" fmla="*/ 2768285 h 2768285"/>
                <a:gd name="connsiteX3" fmla="*/ 0 w 3079790"/>
                <a:gd name="connsiteY3" fmla="*/ 685847 h 2768285"/>
                <a:gd name="connsiteX4" fmla="*/ 2542176 w 3079790"/>
                <a:gd name="connsiteY4" fmla="*/ 292512 h 2768285"/>
                <a:gd name="connsiteX5" fmla="*/ 2286000 w 3079790"/>
                <a:gd name="connsiteY5" fmla="*/ 1113656 h 2768285"/>
                <a:gd name="connsiteX0" fmla="*/ 2286000 w 3127248"/>
                <a:gd name="connsiteY0" fmla="*/ 1113656 h 2768285"/>
                <a:gd name="connsiteX1" fmla="*/ 1018903 w 3127248"/>
                <a:gd name="connsiteY1" fmla="*/ 1665199 h 2768285"/>
                <a:gd name="connsiteX2" fmla="*/ 1018903 w 3127248"/>
                <a:gd name="connsiteY2" fmla="*/ 2768285 h 2768285"/>
                <a:gd name="connsiteX3" fmla="*/ 0 w 3127248"/>
                <a:gd name="connsiteY3" fmla="*/ 685847 h 2768285"/>
                <a:gd name="connsiteX4" fmla="*/ 2542176 w 3127248"/>
                <a:gd name="connsiteY4" fmla="*/ 292512 h 2768285"/>
                <a:gd name="connsiteX5" fmla="*/ 2286000 w 3127248"/>
                <a:gd name="connsiteY5" fmla="*/ 1113656 h 2768285"/>
                <a:gd name="connsiteX0" fmla="*/ 2286000 w 3130630"/>
                <a:gd name="connsiteY0" fmla="*/ 1113656 h 2768285"/>
                <a:gd name="connsiteX1" fmla="*/ 1018903 w 3130630"/>
                <a:gd name="connsiteY1" fmla="*/ 1665199 h 2768285"/>
                <a:gd name="connsiteX2" fmla="*/ 1018903 w 3130630"/>
                <a:gd name="connsiteY2" fmla="*/ 2768285 h 2768285"/>
                <a:gd name="connsiteX3" fmla="*/ 0 w 3130630"/>
                <a:gd name="connsiteY3" fmla="*/ 685847 h 2768285"/>
                <a:gd name="connsiteX4" fmla="*/ 2542176 w 3130630"/>
                <a:gd name="connsiteY4" fmla="*/ 292512 h 2768285"/>
                <a:gd name="connsiteX5" fmla="*/ 2286000 w 3130630"/>
                <a:gd name="connsiteY5" fmla="*/ 1113656 h 2768285"/>
                <a:gd name="connsiteX0" fmla="*/ 2286000 w 3180713"/>
                <a:gd name="connsiteY0" fmla="*/ 1096842 h 2751471"/>
                <a:gd name="connsiteX1" fmla="*/ 1018903 w 3180713"/>
                <a:gd name="connsiteY1" fmla="*/ 1648385 h 2751471"/>
                <a:gd name="connsiteX2" fmla="*/ 1018903 w 3180713"/>
                <a:gd name="connsiteY2" fmla="*/ 2751471 h 2751471"/>
                <a:gd name="connsiteX3" fmla="*/ 0 w 3180713"/>
                <a:gd name="connsiteY3" fmla="*/ 669033 h 2751471"/>
                <a:gd name="connsiteX4" fmla="*/ 2610756 w 3180713"/>
                <a:gd name="connsiteY4" fmla="*/ 306178 h 2751471"/>
                <a:gd name="connsiteX5" fmla="*/ 2286000 w 3180713"/>
                <a:gd name="connsiteY5" fmla="*/ 1096842 h 2751471"/>
                <a:gd name="connsiteX0" fmla="*/ 2286000 w 3153621"/>
                <a:gd name="connsiteY0" fmla="*/ 1096842 h 2751471"/>
                <a:gd name="connsiteX1" fmla="*/ 1018903 w 3153621"/>
                <a:gd name="connsiteY1" fmla="*/ 1648385 h 2751471"/>
                <a:gd name="connsiteX2" fmla="*/ 1018903 w 3153621"/>
                <a:gd name="connsiteY2" fmla="*/ 2751471 h 2751471"/>
                <a:gd name="connsiteX3" fmla="*/ 0 w 3153621"/>
                <a:gd name="connsiteY3" fmla="*/ 669033 h 2751471"/>
                <a:gd name="connsiteX4" fmla="*/ 2610756 w 3153621"/>
                <a:gd name="connsiteY4" fmla="*/ 306178 h 2751471"/>
                <a:gd name="connsiteX5" fmla="*/ 2286000 w 3153621"/>
                <a:gd name="connsiteY5" fmla="*/ 1096842 h 2751471"/>
                <a:gd name="connsiteX0" fmla="*/ 2286000 w 3130417"/>
                <a:gd name="connsiteY0" fmla="*/ 1096842 h 2751471"/>
                <a:gd name="connsiteX1" fmla="*/ 1018903 w 3130417"/>
                <a:gd name="connsiteY1" fmla="*/ 1648385 h 2751471"/>
                <a:gd name="connsiteX2" fmla="*/ 1018903 w 3130417"/>
                <a:gd name="connsiteY2" fmla="*/ 2751471 h 2751471"/>
                <a:gd name="connsiteX3" fmla="*/ 0 w 3130417"/>
                <a:gd name="connsiteY3" fmla="*/ 669033 h 2751471"/>
                <a:gd name="connsiteX4" fmla="*/ 2610756 w 3130417"/>
                <a:gd name="connsiteY4" fmla="*/ 306178 h 2751471"/>
                <a:gd name="connsiteX5" fmla="*/ 2286000 w 3130417"/>
                <a:gd name="connsiteY5" fmla="*/ 1096842 h 2751471"/>
                <a:gd name="connsiteX0" fmla="*/ 2286000 w 3140568"/>
                <a:gd name="connsiteY0" fmla="*/ 1096842 h 2751471"/>
                <a:gd name="connsiteX1" fmla="*/ 1018903 w 3140568"/>
                <a:gd name="connsiteY1" fmla="*/ 1648385 h 2751471"/>
                <a:gd name="connsiteX2" fmla="*/ 1018903 w 3140568"/>
                <a:gd name="connsiteY2" fmla="*/ 2751471 h 2751471"/>
                <a:gd name="connsiteX3" fmla="*/ 0 w 3140568"/>
                <a:gd name="connsiteY3" fmla="*/ 669033 h 2751471"/>
                <a:gd name="connsiteX4" fmla="*/ 2610756 w 3140568"/>
                <a:gd name="connsiteY4" fmla="*/ 306178 h 2751471"/>
                <a:gd name="connsiteX5" fmla="*/ 2286000 w 3140568"/>
                <a:gd name="connsiteY5" fmla="*/ 1096842 h 2751471"/>
                <a:gd name="connsiteX0" fmla="*/ 2286000 w 3140568"/>
                <a:gd name="connsiteY0" fmla="*/ 1172720 h 2827349"/>
                <a:gd name="connsiteX1" fmla="*/ 1018903 w 3140568"/>
                <a:gd name="connsiteY1" fmla="*/ 1724263 h 2827349"/>
                <a:gd name="connsiteX2" fmla="*/ 1018903 w 3140568"/>
                <a:gd name="connsiteY2" fmla="*/ 2827349 h 2827349"/>
                <a:gd name="connsiteX3" fmla="*/ 0 w 3140568"/>
                <a:gd name="connsiteY3" fmla="*/ 744911 h 2827349"/>
                <a:gd name="connsiteX4" fmla="*/ 2610756 w 3140568"/>
                <a:gd name="connsiteY4" fmla="*/ 382056 h 2827349"/>
                <a:gd name="connsiteX5" fmla="*/ 2286000 w 3140568"/>
                <a:gd name="connsiteY5" fmla="*/ 1172720 h 2827349"/>
                <a:gd name="connsiteX0" fmla="*/ 2415540 w 3270108"/>
                <a:gd name="connsiteY0" fmla="*/ 1134895 h 2789524"/>
                <a:gd name="connsiteX1" fmla="*/ 1148443 w 3270108"/>
                <a:gd name="connsiteY1" fmla="*/ 1686438 h 2789524"/>
                <a:gd name="connsiteX2" fmla="*/ 1148443 w 3270108"/>
                <a:gd name="connsiteY2" fmla="*/ 2789524 h 2789524"/>
                <a:gd name="connsiteX3" fmla="*/ 0 w 3270108"/>
                <a:gd name="connsiteY3" fmla="*/ 783286 h 2789524"/>
                <a:gd name="connsiteX4" fmla="*/ 2740296 w 3270108"/>
                <a:gd name="connsiteY4" fmla="*/ 344231 h 2789524"/>
                <a:gd name="connsiteX5" fmla="*/ 2415540 w 3270108"/>
                <a:gd name="connsiteY5" fmla="*/ 1134895 h 2789524"/>
                <a:gd name="connsiteX0" fmla="*/ 2415540 w 3270108"/>
                <a:gd name="connsiteY0" fmla="*/ 1225693 h 2880322"/>
                <a:gd name="connsiteX1" fmla="*/ 1148443 w 3270108"/>
                <a:gd name="connsiteY1" fmla="*/ 1777236 h 2880322"/>
                <a:gd name="connsiteX2" fmla="*/ 1148443 w 3270108"/>
                <a:gd name="connsiteY2" fmla="*/ 2880322 h 2880322"/>
                <a:gd name="connsiteX3" fmla="*/ 0 w 3270108"/>
                <a:gd name="connsiteY3" fmla="*/ 874084 h 2880322"/>
                <a:gd name="connsiteX4" fmla="*/ 2740296 w 3270108"/>
                <a:gd name="connsiteY4" fmla="*/ 435029 h 2880322"/>
                <a:gd name="connsiteX5" fmla="*/ 2415540 w 3270108"/>
                <a:gd name="connsiteY5" fmla="*/ 1225693 h 2880322"/>
                <a:gd name="connsiteX0" fmla="*/ 2415540 w 3270108"/>
                <a:gd name="connsiteY0" fmla="*/ 1185851 h 2840480"/>
                <a:gd name="connsiteX1" fmla="*/ 1148443 w 3270108"/>
                <a:gd name="connsiteY1" fmla="*/ 1737394 h 2840480"/>
                <a:gd name="connsiteX2" fmla="*/ 1148443 w 3270108"/>
                <a:gd name="connsiteY2" fmla="*/ 2840480 h 2840480"/>
                <a:gd name="connsiteX3" fmla="*/ 0 w 3270108"/>
                <a:gd name="connsiteY3" fmla="*/ 834242 h 2840480"/>
                <a:gd name="connsiteX4" fmla="*/ 2740296 w 3270108"/>
                <a:gd name="connsiteY4" fmla="*/ 395187 h 2840480"/>
                <a:gd name="connsiteX5" fmla="*/ 2415540 w 3270108"/>
                <a:gd name="connsiteY5" fmla="*/ 1185851 h 2840480"/>
                <a:gd name="connsiteX0" fmla="*/ 2415540 w 3270108"/>
                <a:gd name="connsiteY0" fmla="*/ 1185851 h 1737394"/>
                <a:gd name="connsiteX1" fmla="*/ 1148443 w 3270108"/>
                <a:gd name="connsiteY1" fmla="*/ 1737394 h 1737394"/>
                <a:gd name="connsiteX2" fmla="*/ 0 w 3270108"/>
                <a:gd name="connsiteY2" fmla="*/ 834242 h 1737394"/>
                <a:gd name="connsiteX3" fmla="*/ 2740296 w 3270108"/>
                <a:gd name="connsiteY3" fmla="*/ 395187 h 1737394"/>
                <a:gd name="connsiteX4" fmla="*/ 2415540 w 3270108"/>
                <a:gd name="connsiteY4" fmla="*/ 1185851 h 1737394"/>
                <a:gd name="connsiteX0" fmla="*/ 1267097 w 2121665"/>
                <a:gd name="connsiteY0" fmla="*/ 1379527 h 1931070"/>
                <a:gd name="connsiteX1" fmla="*/ 0 w 2121665"/>
                <a:gd name="connsiteY1" fmla="*/ 1931070 h 1931070"/>
                <a:gd name="connsiteX2" fmla="*/ 238397 w 2121665"/>
                <a:gd name="connsiteY2" fmla="*/ 631678 h 1931070"/>
                <a:gd name="connsiteX3" fmla="*/ 1591853 w 2121665"/>
                <a:gd name="connsiteY3" fmla="*/ 588863 h 1931070"/>
                <a:gd name="connsiteX4" fmla="*/ 1267097 w 2121665"/>
                <a:gd name="connsiteY4" fmla="*/ 1379527 h 1931070"/>
                <a:gd name="connsiteX0" fmla="*/ 1267097 w 2404146"/>
                <a:gd name="connsiteY0" fmla="*/ 1705340 h 2256883"/>
                <a:gd name="connsiteX1" fmla="*/ 0 w 2404146"/>
                <a:gd name="connsiteY1" fmla="*/ 2256883 h 2256883"/>
                <a:gd name="connsiteX2" fmla="*/ 238397 w 2404146"/>
                <a:gd name="connsiteY2" fmla="*/ 957491 h 2256883"/>
                <a:gd name="connsiteX3" fmla="*/ 1949993 w 2404146"/>
                <a:gd name="connsiteY3" fmla="*/ 327936 h 2256883"/>
                <a:gd name="connsiteX4" fmla="*/ 1267097 w 2404146"/>
                <a:gd name="connsiteY4" fmla="*/ 1705340 h 2256883"/>
                <a:gd name="connsiteX0" fmla="*/ 1267097 w 2145320"/>
                <a:gd name="connsiteY0" fmla="*/ 1705340 h 2256883"/>
                <a:gd name="connsiteX1" fmla="*/ 0 w 2145320"/>
                <a:gd name="connsiteY1" fmla="*/ 2256883 h 2256883"/>
                <a:gd name="connsiteX2" fmla="*/ 238397 w 2145320"/>
                <a:gd name="connsiteY2" fmla="*/ 957491 h 2256883"/>
                <a:gd name="connsiteX3" fmla="*/ 1949993 w 2145320"/>
                <a:gd name="connsiteY3" fmla="*/ 327936 h 2256883"/>
                <a:gd name="connsiteX4" fmla="*/ 2000470 w 2145320"/>
                <a:gd name="connsiteY4" fmla="*/ 1056189 h 2256883"/>
                <a:gd name="connsiteX5" fmla="*/ 1267097 w 2145320"/>
                <a:gd name="connsiteY5" fmla="*/ 1705340 h 2256883"/>
                <a:gd name="connsiteX0" fmla="*/ 2021840 w 2160530"/>
                <a:gd name="connsiteY0" fmla="*/ 1966597 h 2256883"/>
                <a:gd name="connsiteX1" fmla="*/ 0 w 2160530"/>
                <a:gd name="connsiteY1" fmla="*/ 2256883 h 2256883"/>
                <a:gd name="connsiteX2" fmla="*/ 238397 w 2160530"/>
                <a:gd name="connsiteY2" fmla="*/ 957491 h 2256883"/>
                <a:gd name="connsiteX3" fmla="*/ 1949993 w 2160530"/>
                <a:gd name="connsiteY3" fmla="*/ 327936 h 2256883"/>
                <a:gd name="connsiteX4" fmla="*/ 2000470 w 2160530"/>
                <a:gd name="connsiteY4" fmla="*/ 1056189 h 2256883"/>
                <a:gd name="connsiteX5" fmla="*/ 2021840 w 2160530"/>
                <a:gd name="connsiteY5" fmla="*/ 1966597 h 2256883"/>
                <a:gd name="connsiteX0" fmla="*/ 2021840 w 2160530"/>
                <a:gd name="connsiteY0" fmla="*/ 1966597 h 2725332"/>
                <a:gd name="connsiteX1" fmla="*/ 1956927 w 2160530"/>
                <a:gd name="connsiteY1" fmla="*/ 2725332 h 2725332"/>
                <a:gd name="connsiteX2" fmla="*/ 0 w 2160530"/>
                <a:gd name="connsiteY2" fmla="*/ 2256883 h 2725332"/>
                <a:gd name="connsiteX3" fmla="*/ 238397 w 2160530"/>
                <a:gd name="connsiteY3" fmla="*/ 957491 h 2725332"/>
                <a:gd name="connsiteX4" fmla="*/ 1949993 w 2160530"/>
                <a:gd name="connsiteY4" fmla="*/ 327936 h 2725332"/>
                <a:gd name="connsiteX5" fmla="*/ 2000470 w 2160530"/>
                <a:gd name="connsiteY5" fmla="*/ 1056189 h 2725332"/>
                <a:gd name="connsiteX6" fmla="*/ 2021840 w 2160530"/>
                <a:gd name="connsiteY6" fmla="*/ 1966597 h 2725332"/>
                <a:gd name="connsiteX0" fmla="*/ 1783443 w 1922133"/>
                <a:gd name="connsiteY0" fmla="*/ 1966597 h 2725332"/>
                <a:gd name="connsiteX1" fmla="*/ 1718530 w 1922133"/>
                <a:gd name="connsiteY1" fmla="*/ 2725332 h 2725332"/>
                <a:gd name="connsiteX2" fmla="*/ 98153 w 1922133"/>
                <a:gd name="connsiteY2" fmla="*/ 2110833 h 2725332"/>
                <a:gd name="connsiteX3" fmla="*/ 0 w 1922133"/>
                <a:gd name="connsiteY3" fmla="*/ 957491 h 2725332"/>
                <a:gd name="connsiteX4" fmla="*/ 1711596 w 1922133"/>
                <a:gd name="connsiteY4" fmla="*/ 327936 h 2725332"/>
                <a:gd name="connsiteX5" fmla="*/ 1762073 w 1922133"/>
                <a:gd name="connsiteY5" fmla="*/ 1056189 h 2725332"/>
                <a:gd name="connsiteX6" fmla="*/ 1783443 w 1922133"/>
                <a:gd name="connsiteY6" fmla="*/ 1966597 h 2725332"/>
                <a:gd name="connsiteX0" fmla="*/ 1783443 w 1922133"/>
                <a:gd name="connsiteY0" fmla="*/ 1966597 h 2812660"/>
                <a:gd name="connsiteX1" fmla="*/ 1718530 w 1922133"/>
                <a:gd name="connsiteY1" fmla="*/ 2725332 h 2812660"/>
                <a:gd name="connsiteX2" fmla="*/ 98153 w 1922133"/>
                <a:gd name="connsiteY2" fmla="*/ 2110833 h 2812660"/>
                <a:gd name="connsiteX3" fmla="*/ 0 w 1922133"/>
                <a:gd name="connsiteY3" fmla="*/ 957491 h 2812660"/>
                <a:gd name="connsiteX4" fmla="*/ 1711596 w 1922133"/>
                <a:gd name="connsiteY4" fmla="*/ 327936 h 2812660"/>
                <a:gd name="connsiteX5" fmla="*/ 1762073 w 1922133"/>
                <a:gd name="connsiteY5" fmla="*/ 1056189 h 2812660"/>
                <a:gd name="connsiteX6" fmla="*/ 1783443 w 1922133"/>
                <a:gd name="connsiteY6" fmla="*/ 1966597 h 2812660"/>
                <a:gd name="connsiteX0" fmla="*/ 1783443 w 1922133"/>
                <a:gd name="connsiteY0" fmla="*/ 1966597 h 3262280"/>
                <a:gd name="connsiteX1" fmla="*/ 1718530 w 1922133"/>
                <a:gd name="connsiteY1" fmla="*/ 2725332 h 3262280"/>
                <a:gd name="connsiteX2" fmla="*/ 98153 w 1922133"/>
                <a:gd name="connsiteY2" fmla="*/ 2110833 h 3262280"/>
                <a:gd name="connsiteX3" fmla="*/ 0 w 1922133"/>
                <a:gd name="connsiteY3" fmla="*/ 957491 h 3262280"/>
                <a:gd name="connsiteX4" fmla="*/ 1711596 w 1922133"/>
                <a:gd name="connsiteY4" fmla="*/ 327936 h 3262280"/>
                <a:gd name="connsiteX5" fmla="*/ 1762073 w 1922133"/>
                <a:gd name="connsiteY5" fmla="*/ 1056189 h 3262280"/>
                <a:gd name="connsiteX6" fmla="*/ 1783443 w 1922133"/>
                <a:gd name="connsiteY6" fmla="*/ 1966597 h 3262280"/>
                <a:gd name="connsiteX0" fmla="*/ 1783443 w 1922133"/>
                <a:gd name="connsiteY0" fmla="*/ 1966597 h 3254029"/>
                <a:gd name="connsiteX1" fmla="*/ 1693130 w 1922133"/>
                <a:gd name="connsiteY1" fmla="*/ 2712632 h 3254029"/>
                <a:gd name="connsiteX2" fmla="*/ 98153 w 1922133"/>
                <a:gd name="connsiteY2" fmla="*/ 2110833 h 3254029"/>
                <a:gd name="connsiteX3" fmla="*/ 0 w 1922133"/>
                <a:gd name="connsiteY3" fmla="*/ 957491 h 3254029"/>
                <a:gd name="connsiteX4" fmla="*/ 1711596 w 1922133"/>
                <a:gd name="connsiteY4" fmla="*/ 327936 h 3254029"/>
                <a:gd name="connsiteX5" fmla="*/ 1762073 w 1922133"/>
                <a:gd name="connsiteY5" fmla="*/ 1056189 h 3254029"/>
                <a:gd name="connsiteX6" fmla="*/ 1783443 w 1922133"/>
                <a:gd name="connsiteY6" fmla="*/ 1966597 h 3254029"/>
                <a:gd name="connsiteX0" fmla="*/ 1783443 w 1922133"/>
                <a:gd name="connsiteY0" fmla="*/ 1966597 h 3223909"/>
                <a:gd name="connsiteX1" fmla="*/ 1693130 w 1922133"/>
                <a:gd name="connsiteY1" fmla="*/ 2712632 h 3223909"/>
                <a:gd name="connsiteX2" fmla="*/ 98153 w 1922133"/>
                <a:gd name="connsiteY2" fmla="*/ 2110833 h 3223909"/>
                <a:gd name="connsiteX3" fmla="*/ 0 w 1922133"/>
                <a:gd name="connsiteY3" fmla="*/ 957491 h 3223909"/>
                <a:gd name="connsiteX4" fmla="*/ 1711596 w 1922133"/>
                <a:gd name="connsiteY4" fmla="*/ 327936 h 3223909"/>
                <a:gd name="connsiteX5" fmla="*/ 1762073 w 1922133"/>
                <a:gd name="connsiteY5" fmla="*/ 1056189 h 3223909"/>
                <a:gd name="connsiteX6" fmla="*/ 1783443 w 1922133"/>
                <a:gd name="connsiteY6" fmla="*/ 1966597 h 3223909"/>
                <a:gd name="connsiteX0" fmla="*/ 1783443 w 1922133"/>
                <a:gd name="connsiteY0" fmla="*/ 1966597 h 3300444"/>
                <a:gd name="connsiteX1" fmla="*/ 1693130 w 1922133"/>
                <a:gd name="connsiteY1" fmla="*/ 2712632 h 3300444"/>
                <a:gd name="connsiteX2" fmla="*/ 98153 w 1922133"/>
                <a:gd name="connsiteY2" fmla="*/ 2110833 h 3300444"/>
                <a:gd name="connsiteX3" fmla="*/ 0 w 1922133"/>
                <a:gd name="connsiteY3" fmla="*/ 957491 h 3300444"/>
                <a:gd name="connsiteX4" fmla="*/ 1711596 w 1922133"/>
                <a:gd name="connsiteY4" fmla="*/ 327936 h 3300444"/>
                <a:gd name="connsiteX5" fmla="*/ 1762073 w 1922133"/>
                <a:gd name="connsiteY5" fmla="*/ 1056189 h 3300444"/>
                <a:gd name="connsiteX6" fmla="*/ 1783443 w 1922133"/>
                <a:gd name="connsiteY6" fmla="*/ 1966597 h 3300444"/>
                <a:gd name="connsiteX0" fmla="*/ 1783443 w 1922133"/>
                <a:gd name="connsiteY0" fmla="*/ 1966597 h 3253315"/>
                <a:gd name="connsiteX1" fmla="*/ 1693130 w 1922133"/>
                <a:gd name="connsiteY1" fmla="*/ 2712632 h 3253315"/>
                <a:gd name="connsiteX2" fmla="*/ 168003 w 1922133"/>
                <a:gd name="connsiteY2" fmla="*/ 1990183 h 3253315"/>
                <a:gd name="connsiteX3" fmla="*/ 0 w 1922133"/>
                <a:gd name="connsiteY3" fmla="*/ 957491 h 3253315"/>
                <a:gd name="connsiteX4" fmla="*/ 1711596 w 1922133"/>
                <a:gd name="connsiteY4" fmla="*/ 327936 h 3253315"/>
                <a:gd name="connsiteX5" fmla="*/ 1762073 w 1922133"/>
                <a:gd name="connsiteY5" fmla="*/ 1056189 h 3253315"/>
                <a:gd name="connsiteX6" fmla="*/ 1783443 w 1922133"/>
                <a:gd name="connsiteY6" fmla="*/ 1966597 h 3253315"/>
                <a:gd name="connsiteX0" fmla="*/ 1783443 w 1922133"/>
                <a:gd name="connsiteY0" fmla="*/ 1966597 h 3290534"/>
                <a:gd name="connsiteX1" fmla="*/ 1693130 w 1922133"/>
                <a:gd name="connsiteY1" fmla="*/ 2712632 h 3290534"/>
                <a:gd name="connsiteX2" fmla="*/ 168003 w 1922133"/>
                <a:gd name="connsiteY2" fmla="*/ 1990183 h 3290534"/>
                <a:gd name="connsiteX3" fmla="*/ 0 w 1922133"/>
                <a:gd name="connsiteY3" fmla="*/ 957491 h 3290534"/>
                <a:gd name="connsiteX4" fmla="*/ 1711596 w 1922133"/>
                <a:gd name="connsiteY4" fmla="*/ 327936 h 3290534"/>
                <a:gd name="connsiteX5" fmla="*/ 1762073 w 1922133"/>
                <a:gd name="connsiteY5" fmla="*/ 1056189 h 3290534"/>
                <a:gd name="connsiteX6" fmla="*/ 1783443 w 1922133"/>
                <a:gd name="connsiteY6" fmla="*/ 1966597 h 3290534"/>
                <a:gd name="connsiteX0" fmla="*/ 1783443 w 2017465"/>
                <a:gd name="connsiteY0" fmla="*/ 1966597 h 3290534"/>
                <a:gd name="connsiteX1" fmla="*/ 1693130 w 2017465"/>
                <a:gd name="connsiteY1" fmla="*/ 2712632 h 3290534"/>
                <a:gd name="connsiteX2" fmla="*/ 168003 w 2017465"/>
                <a:gd name="connsiteY2" fmla="*/ 1990183 h 3290534"/>
                <a:gd name="connsiteX3" fmla="*/ 0 w 2017465"/>
                <a:gd name="connsiteY3" fmla="*/ 957491 h 3290534"/>
                <a:gd name="connsiteX4" fmla="*/ 1711596 w 2017465"/>
                <a:gd name="connsiteY4" fmla="*/ 327936 h 3290534"/>
                <a:gd name="connsiteX5" fmla="*/ 1762073 w 2017465"/>
                <a:gd name="connsiteY5" fmla="*/ 1056189 h 3290534"/>
                <a:gd name="connsiteX6" fmla="*/ 1783443 w 2017465"/>
                <a:gd name="connsiteY6" fmla="*/ 1966597 h 3290534"/>
                <a:gd name="connsiteX0" fmla="*/ 1783443 w 2084139"/>
                <a:gd name="connsiteY0" fmla="*/ 1966597 h 3290534"/>
                <a:gd name="connsiteX1" fmla="*/ 1693130 w 2084139"/>
                <a:gd name="connsiteY1" fmla="*/ 2712632 h 3290534"/>
                <a:gd name="connsiteX2" fmla="*/ 168003 w 2084139"/>
                <a:gd name="connsiteY2" fmla="*/ 1990183 h 3290534"/>
                <a:gd name="connsiteX3" fmla="*/ 0 w 2084139"/>
                <a:gd name="connsiteY3" fmla="*/ 957491 h 3290534"/>
                <a:gd name="connsiteX4" fmla="*/ 1711596 w 2084139"/>
                <a:gd name="connsiteY4" fmla="*/ 327936 h 3290534"/>
                <a:gd name="connsiteX5" fmla="*/ 1762073 w 2084139"/>
                <a:gd name="connsiteY5" fmla="*/ 1056189 h 3290534"/>
                <a:gd name="connsiteX6" fmla="*/ 1783443 w 2084139"/>
                <a:gd name="connsiteY6" fmla="*/ 1966597 h 3290534"/>
                <a:gd name="connsiteX0" fmla="*/ 1783443 w 2084139"/>
                <a:gd name="connsiteY0" fmla="*/ 1966597 h 3290534"/>
                <a:gd name="connsiteX1" fmla="*/ 1693130 w 2084139"/>
                <a:gd name="connsiteY1" fmla="*/ 2712632 h 3290534"/>
                <a:gd name="connsiteX2" fmla="*/ 168003 w 2084139"/>
                <a:gd name="connsiteY2" fmla="*/ 1990183 h 3290534"/>
                <a:gd name="connsiteX3" fmla="*/ 0 w 2084139"/>
                <a:gd name="connsiteY3" fmla="*/ 957491 h 3290534"/>
                <a:gd name="connsiteX4" fmla="*/ 1711596 w 2084139"/>
                <a:gd name="connsiteY4" fmla="*/ 327936 h 3290534"/>
                <a:gd name="connsiteX5" fmla="*/ 1762073 w 2084139"/>
                <a:gd name="connsiteY5" fmla="*/ 1056189 h 3290534"/>
                <a:gd name="connsiteX6" fmla="*/ 1783443 w 2084139"/>
                <a:gd name="connsiteY6" fmla="*/ 1966597 h 3290534"/>
                <a:gd name="connsiteX0" fmla="*/ 1783443 w 2084139"/>
                <a:gd name="connsiteY0" fmla="*/ 1979780 h 3303717"/>
                <a:gd name="connsiteX1" fmla="*/ 1693130 w 2084139"/>
                <a:gd name="connsiteY1" fmla="*/ 2725815 h 3303717"/>
                <a:gd name="connsiteX2" fmla="*/ 168003 w 2084139"/>
                <a:gd name="connsiteY2" fmla="*/ 2003366 h 3303717"/>
                <a:gd name="connsiteX3" fmla="*/ 0 w 2084139"/>
                <a:gd name="connsiteY3" fmla="*/ 970674 h 3303717"/>
                <a:gd name="connsiteX4" fmla="*/ 1683021 w 2084139"/>
                <a:gd name="connsiteY4" fmla="*/ 322069 h 3303717"/>
                <a:gd name="connsiteX5" fmla="*/ 1762073 w 2084139"/>
                <a:gd name="connsiteY5" fmla="*/ 1069372 h 3303717"/>
                <a:gd name="connsiteX6" fmla="*/ 1783443 w 2084139"/>
                <a:gd name="connsiteY6" fmla="*/ 1979780 h 3303717"/>
                <a:gd name="connsiteX0" fmla="*/ 1783443 w 2084139"/>
                <a:gd name="connsiteY0" fmla="*/ 2211599 h 3535536"/>
                <a:gd name="connsiteX1" fmla="*/ 1693130 w 2084139"/>
                <a:gd name="connsiteY1" fmla="*/ 2957634 h 3535536"/>
                <a:gd name="connsiteX2" fmla="*/ 168003 w 2084139"/>
                <a:gd name="connsiteY2" fmla="*/ 2235185 h 3535536"/>
                <a:gd name="connsiteX3" fmla="*/ 0 w 2084139"/>
                <a:gd name="connsiteY3" fmla="*/ 1202493 h 3535536"/>
                <a:gd name="connsiteX4" fmla="*/ 1683021 w 2084139"/>
                <a:gd name="connsiteY4" fmla="*/ 553888 h 3535536"/>
                <a:gd name="connsiteX5" fmla="*/ 1762073 w 2084139"/>
                <a:gd name="connsiteY5" fmla="*/ 1301191 h 3535536"/>
                <a:gd name="connsiteX6" fmla="*/ 1783443 w 2084139"/>
                <a:gd name="connsiteY6" fmla="*/ 2211599 h 3535536"/>
                <a:gd name="connsiteX0" fmla="*/ 1697718 w 1998414"/>
                <a:gd name="connsiteY0" fmla="*/ 2165861 h 3489798"/>
                <a:gd name="connsiteX1" fmla="*/ 1607405 w 1998414"/>
                <a:gd name="connsiteY1" fmla="*/ 2911896 h 3489798"/>
                <a:gd name="connsiteX2" fmla="*/ 82278 w 1998414"/>
                <a:gd name="connsiteY2" fmla="*/ 2189447 h 3489798"/>
                <a:gd name="connsiteX3" fmla="*/ 0 w 1998414"/>
                <a:gd name="connsiteY3" fmla="*/ 1328205 h 3489798"/>
                <a:gd name="connsiteX4" fmla="*/ 1597296 w 1998414"/>
                <a:gd name="connsiteY4" fmla="*/ 508150 h 3489798"/>
                <a:gd name="connsiteX5" fmla="*/ 1676348 w 1998414"/>
                <a:gd name="connsiteY5" fmla="*/ 1255453 h 3489798"/>
                <a:gd name="connsiteX6" fmla="*/ 1697718 w 1998414"/>
                <a:gd name="connsiteY6" fmla="*/ 2165861 h 3489798"/>
                <a:gd name="connsiteX0" fmla="*/ 1697718 w 1998414"/>
                <a:gd name="connsiteY0" fmla="*/ 2294426 h 3618363"/>
                <a:gd name="connsiteX1" fmla="*/ 1607405 w 1998414"/>
                <a:gd name="connsiteY1" fmla="*/ 3040461 h 3618363"/>
                <a:gd name="connsiteX2" fmla="*/ 82278 w 1998414"/>
                <a:gd name="connsiteY2" fmla="*/ 2318012 h 3618363"/>
                <a:gd name="connsiteX3" fmla="*/ 0 w 1998414"/>
                <a:gd name="connsiteY3" fmla="*/ 1456770 h 3618363"/>
                <a:gd name="connsiteX4" fmla="*/ 1597296 w 1998414"/>
                <a:gd name="connsiteY4" fmla="*/ 636715 h 3618363"/>
                <a:gd name="connsiteX5" fmla="*/ 1676348 w 1998414"/>
                <a:gd name="connsiteY5" fmla="*/ 1384018 h 3618363"/>
                <a:gd name="connsiteX6" fmla="*/ 1697718 w 1998414"/>
                <a:gd name="connsiteY6" fmla="*/ 2294426 h 361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98414" h="3618363">
                  <a:moveTo>
                    <a:pt x="1697718" y="2294426"/>
                  </a:moveTo>
                  <a:cubicBezTo>
                    <a:pt x="2121185" y="2467811"/>
                    <a:pt x="1895138" y="3000426"/>
                    <a:pt x="1607405" y="3040461"/>
                  </a:cubicBezTo>
                  <a:cubicBezTo>
                    <a:pt x="1968979" y="3883378"/>
                    <a:pt x="501754" y="3932545"/>
                    <a:pt x="82278" y="2318012"/>
                  </a:cubicBezTo>
                  <a:lnTo>
                    <a:pt x="0" y="1456770"/>
                  </a:lnTo>
                  <a:cubicBezTo>
                    <a:pt x="302472" y="-90120"/>
                    <a:pt x="1883046" y="-472811"/>
                    <a:pt x="1597296" y="636715"/>
                  </a:cubicBezTo>
                  <a:cubicBezTo>
                    <a:pt x="1929679" y="660422"/>
                    <a:pt x="2152114" y="1125876"/>
                    <a:pt x="1676348" y="1384018"/>
                  </a:cubicBezTo>
                  <a:cubicBezTo>
                    <a:pt x="2134032" y="1638985"/>
                    <a:pt x="2069834" y="2101568"/>
                    <a:pt x="1697718" y="2294426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5">
              <a:extLst>
                <a:ext uri="{FF2B5EF4-FFF2-40B4-BE49-F238E27FC236}">
                  <a16:creationId xmlns:a16="http://schemas.microsoft.com/office/drawing/2014/main" id="{9A427750-8999-3926-14BD-78BF283349B5}"/>
                </a:ext>
              </a:extLst>
            </p:cNvPr>
            <p:cNvSpPr/>
            <p:nvPr/>
          </p:nvSpPr>
          <p:spPr>
            <a:xfrm>
              <a:off x="4572001" y="5057773"/>
              <a:ext cx="2064207" cy="1061607"/>
            </a:xfrm>
            <a:custGeom>
              <a:avLst/>
              <a:gdLst>
                <a:gd name="connsiteX0" fmla="*/ 0 w 1228725"/>
                <a:gd name="connsiteY0" fmla="*/ 0 h 488094"/>
                <a:gd name="connsiteX1" fmla="*/ 1228725 w 1228725"/>
                <a:gd name="connsiteY1" fmla="*/ 0 h 488094"/>
                <a:gd name="connsiteX2" fmla="*/ 1228725 w 1228725"/>
                <a:gd name="connsiteY2" fmla="*/ 488094 h 488094"/>
                <a:gd name="connsiteX3" fmla="*/ 0 w 1228725"/>
                <a:gd name="connsiteY3" fmla="*/ 488094 h 488094"/>
                <a:gd name="connsiteX4" fmla="*/ 0 w 1228725"/>
                <a:gd name="connsiteY4" fmla="*/ 0 h 488094"/>
                <a:gd name="connsiteX0" fmla="*/ 0 w 1228725"/>
                <a:gd name="connsiteY0" fmla="*/ 0 h 488094"/>
                <a:gd name="connsiteX1" fmla="*/ 1228725 w 1228725"/>
                <a:gd name="connsiteY1" fmla="*/ 0 h 488094"/>
                <a:gd name="connsiteX2" fmla="*/ 0 w 1228725"/>
                <a:gd name="connsiteY2" fmla="*/ 488094 h 488094"/>
                <a:gd name="connsiteX3" fmla="*/ 0 w 1228725"/>
                <a:gd name="connsiteY3" fmla="*/ 0 h 488094"/>
                <a:gd name="connsiteX0" fmla="*/ 0 w 1228725"/>
                <a:gd name="connsiteY0" fmla="*/ 0 h 402369"/>
                <a:gd name="connsiteX1" fmla="*/ 1228725 w 1228725"/>
                <a:gd name="connsiteY1" fmla="*/ 0 h 402369"/>
                <a:gd name="connsiteX2" fmla="*/ 219075 w 1228725"/>
                <a:gd name="connsiteY2" fmla="*/ 402369 h 402369"/>
                <a:gd name="connsiteX3" fmla="*/ 0 w 1228725"/>
                <a:gd name="connsiteY3" fmla="*/ 0 h 402369"/>
                <a:gd name="connsiteX0" fmla="*/ 0 w 1228725"/>
                <a:gd name="connsiteY0" fmla="*/ 0 h 758459"/>
                <a:gd name="connsiteX1" fmla="*/ 1228725 w 1228725"/>
                <a:gd name="connsiteY1" fmla="*/ 0 h 758459"/>
                <a:gd name="connsiteX2" fmla="*/ 219075 w 1228725"/>
                <a:gd name="connsiteY2" fmla="*/ 402369 h 758459"/>
                <a:gd name="connsiteX3" fmla="*/ 0 w 1228725"/>
                <a:gd name="connsiteY3" fmla="*/ 0 h 758459"/>
                <a:gd name="connsiteX0" fmla="*/ 47602 w 1276327"/>
                <a:gd name="connsiteY0" fmla="*/ 0 h 773991"/>
                <a:gd name="connsiteX1" fmla="*/ 1276327 w 1276327"/>
                <a:gd name="connsiteY1" fmla="*/ 0 h 773991"/>
                <a:gd name="connsiteX2" fmla="*/ 85702 w 1276327"/>
                <a:gd name="connsiteY2" fmla="*/ 421419 h 773991"/>
                <a:gd name="connsiteX3" fmla="*/ 47602 w 1276327"/>
                <a:gd name="connsiteY3" fmla="*/ 0 h 773991"/>
                <a:gd name="connsiteX0" fmla="*/ 35012 w 1539962"/>
                <a:gd name="connsiteY0" fmla="*/ 142875 h 892501"/>
                <a:gd name="connsiteX1" fmla="*/ 1539962 w 1539962"/>
                <a:gd name="connsiteY1" fmla="*/ 0 h 892501"/>
                <a:gd name="connsiteX2" fmla="*/ 73112 w 1539962"/>
                <a:gd name="connsiteY2" fmla="*/ 564294 h 892501"/>
                <a:gd name="connsiteX3" fmla="*/ 35012 w 1539962"/>
                <a:gd name="connsiteY3" fmla="*/ 142875 h 892501"/>
                <a:gd name="connsiteX0" fmla="*/ 0 w 2052999"/>
                <a:gd name="connsiteY0" fmla="*/ 142875 h 936245"/>
                <a:gd name="connsiteX1" fmla="*/ 1504950 w 2052999"/>
                <a:gd name="connsiteY1" fmla="*/ 0 h 936245"/>
                <a:gd name="connsiteX2" fmla="*/ 38100 w 2052999"/>
                <a:gd name="connsiteY2" fmla="*/ 564294 h 936245"/>
                <a:gd name="connsiteX3" fmla="*/ 0 w 2052999"/>
                <a:gd name="connsiteY3" fmla="*/ 142875 h 936245"/>
                <a:gd name="connsiteX0" fmla="*/ 0 w 2122416"/>
                <a:gd name="connsiteY0" fmla="*/ 142875 h 1061607"/>
                <a:gd name="connsiteX1" fmla="*/ 1504950 w 2122416"/>
                <a:gd name="connsiteY1" fmla="*/ 0 h 1061607"/>
                <a:gd name="connsiteX2" fmla="*/ 38100 w 2122416"/>
                <a:gd name="connsiteY2" fmla="*/ 564294 h 1061607"/>
                <a:gd name="connsiteX3" fmla="*/ 0 w 2122416"/>
                <a:gd name="connsiteY3" fmla="*/ 142875 h 1061607"/>
                <a:gd name="connsiteX0" fmla="*/ 0 w 2064207"/>
                <a:gd name="connsiteY0" fmla="*/ 142875 h 1061607"/>
                <a:gd name="connsiteX1" fmla="*/ 1504950 w 2064207"/>
                <a:gd name="connsiteY1" fmla="*/ 0 h 1061607"/>
                <a:gd name="connsiteX2" fmla="*/ 38100 w 2064207"/>
                <a:gd name="connsiteY2" fmla="*/ 564294 h 1061607"/>
                <a:gd name="connsiteX3" fmla="*/ 0 w 2064207"/>
                <a:gd name="connsiteY3" fmla="*/ 142875 h 106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4207" h="1061607">
                  <a:moveTo>
                    <a:pt x="0" y="142875"/>
                  </a:moveTo>
                  <a:lnTo>
                    <a:pt x="1504950" y="0"/>
                  </a:lnTo>
                  <a:cubicBezTo>
                    <a:pt x="3292475" y="410348"/>
                    <a:pt x="241300" y="1792246"/>
                    <a:pt x="38100" y="564294"/>
                  </a:cubicBezTo>
                  <a:lnTo>
                    <a:pt x="0" y="142875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6">
              <a:extLst>
                <a:ext uri="{FF2B5EF4-FFF2-40B4-BE49-F238E27FC236}">
                  <a16:creationId xmlns:a16="http://schemas.microsoft.com/office/drawing/2014/main" id="{AD0BA15C-AE1D-E51F-93C8-77CABE5291BC}"/>
                </a:ext>
              </a:extLst>
            </p:cNvPr>
            <p:cNvSpPr/>
            <p:nvPr/>
          </p:nvSpPr>
          <p:spPr>
            <a:xfrm>
              <a:off x="2227777" y="2178424"/>
              <a:ext cx="4560518" cy="3623564"/>
            </a:xfrm>
            <a:custGeom>
              <a:avLst/>
              <a:gdLst>
                <a:gd name="connsiteX0" fmla="*/ 0 w 2348880"/>
                <a:gd name="connsiteY0" fmla="*/ 0 h 1524000"/>
                <a:gd name="connsiteX1" fmla="*/ 2348880 w 2348880"/>
                <a:gd name="connsiteY1" fmla="*/ 0 h 1524000"/>
                <a:gd name="connsiteX2" fmla="*/ 2348880 w 2348880"/>
                <a:gd name="connsiteY2" fmla="*/ 1524000 h 1524000"/>
                <a:gd name="connsiteX3" fmla="*/ 0 w 2348880"/>
                <a:gd name="connsiteY3" fmla="*/ 1524000 h 1524000"/>
                <a:gd name="connsiteX4" fmla="*/ 0 w 2348880"/>
                <a:gd name="connsiteY4" fmla="*/ 0 h 1524000"/>
                <a:gd name="connsiteX0" fmla="*/ 0 w 2644155"/>
                <a:gd name="connsiteY0" fmla="*/ 476250 h 1524000"/>
                <a:gd name="connsiteX1" fmla="*/ 2644155 w 2644155"/>
                <a:gd name="connsiteY1" fmla="*/ 0 h 1524000"/>
                <a:gd name="connsiteX2" fmla="*/ 2644155 w 2644155"/>
                <a:gd name="connsiteY2" fmla="*/ 1524000 h 1524000"/>
                <a:gd name="connsiteX3" fmla="*/ 295275 w 2644155"/>
                <a:gd name="connsiteY3" fmla="*/ 1524000 h 1524000"/>
                <a:gd name="connsiteX4" fmla="*/ 0 w 2644155"/>
                <a:gd name="connsiteY4" fmla="*/ 476250 h 1524000"/>
                <a:gd name="connsiteX0" fmla="*/ 0 w 4539630"/>
                <a:gd name="connsiteY0" fmla="*/ 0 h 1047750"/>
                <a:gd name="connsiteX1" fmla="*/ 4539630 w 4539630"/>
                <a:gd name="connsiteY1" fmla="*/ 409575 h 1047750"/>
                <a:gd name="connsiteX2" fmla="*/ 2644155 w 4539630"/>
                <a:gd name="connsiteY2" fmla="*/ 1047750 h 1047750"/>
                <a:gd name="connsiteX3" fmla="*/ 295275 w 4539630"/>
                <a:gd name="connsiteY3" fmla="*/ 1047750 h 1047750"/>
                <a:gd name="connsiteX4" fmla="*/ 0 w 4539630"/>
                <a:gd name="connsiteY4" fmla="*/ 0 h 1047750"/>
                <a:gd name="connsiteX0" fmla="*/ 0 w 4539630"/>
                <a:gd name="connsiteY0" fmla="*/ 0 h 1047750"/>
                <a:gd name="connsiteX1" fmla="*/ 4539630 w 4539630"/>
                <a:gd name="connsiteY1" fmla="*/ 409575 h 1047750"/>
                <a:gd name="connsiteX2" fmla="*/ 295275 w 4539630"/>
                <a:gd name="connsiteY2" fmla="*/ 1047750 h 1047750"/>
                <a:gd name="connsiteX3" fmla="*/ 0 w 4539630"/>
                <a:gd name="connsiteY3" fmla="*/ 0 h 1047750"/>
                <a:gd name="connsiteX0" fmla="*/ 0 w 4539630"/>
                <a:gd name="connsiteY0" fmla="*/ 1252169 h 2299919"/>
                <a:gd name="connsiteX1" fmla="*/ 4539630 w 4539630"/>
                <a:gd name="connsiteY1" fmla="*/ 1661744 h 2299919"/>
                <a:gd name="connsiteX2" fmla="*/ 295275 w 4539630"/>
                <a:gd name="connsiteY2" fmla="*/ 2299919 h 2299919"/>
                <a:gd name="connsiteX3" fmla="*/ 0 w 4539630"/>
                <a:gd name="connsiteY3" fmla="*/ 1252169 h 2299919"/>
                <a:gd name="connsiteX0" fmla="*/ 0 w 4539630"/>
                <a:gd name="connsiteY0" fmla="*/ 1645316 h 2693066"/>
                <a:gd name="connsiteX1" fmla="*/ 4539630 w 4539630"/>
                <a:gd name="connsiteY1" fmla="*/ 2054891 h 2693066"/>
                <a:gd name="connsiteX2" fmla="*/ 295275 w 4539630"/>
                <a:gd name="connsiteY2" fmla="*/ 2693066 h 2693066"/>
                <a:gd name="connsiteX3" fmla="*/ 0 w 4539630"/>
                <a:gd name="connsiteY3" fmla="*/ 1645316 h 2693066"/>
                <a:gd name="connsiteX0" fmla="*/ 0 w 4539630"/>
                <a:gd name="connsiteY0" fmla="*/ 1645316 h 2054891"/>
                <a:gd name="connsiteX1" fmla="*/ 4539630 w 4539630"/>
                <a:gd name="connsiteY1" fmla="*/ 2054891 h 2054891"/>
                <a:gd name="connsiteX2" fmla="*/ 0 w 4539630"/>
                <a:gd name="connsiteY2" fmla="*/ 1645316 h 2054891"/>
                <a:gd name="connsiteX0" fmla="*/ 29683 w 4569313"/>
                <a:gd name="connsiteY0" fmla="*/ 1645316 h 3141202"/>
                <a:gd name="connsiteX1" fmla="*/ 4569313 w 4569313"/>
                <a:gd name="connsiteY1" fmla="*/ 2054891 h 3141202"/>
                <a:gd name="connsiteX2" fmla="*/ 29683 w 4569313"/>
                <a:gd name="connsiteY2" fmla="*/ 1645316 h 3141202"/>
                <a:gd name="connsiteX0" fmla="*/ 23134 w 4562764"/>
                <a:gd name="connsiteY0" fmla="*/ 1645316 h 3741053"/>
                <a:gd name="connsiteX1" fmla="*/ 4562764 w 4562764"/>
                <a:gd name="connsiteY1" fmla="*/ 2054891 h 3741053"/>
                <a:gd name="connsiteX2" fmla="*/ 23134 w 4562764"/>
                <a:gd name="connsiteY2" fmla="*/ 1645316 h 3741053"/>
                <a:gd name="connsiteX0" fmla="*/ 22457 w 4562087"/>
                <a:gd name="connsiteY0" fmla="*/ 1645316 h 3725638"/>
                <a:gd name="connsiteX1" fmla="*/ 4562087 w 4562087"/>
                <a:gd name="connsiteY1" fmla="*/ 2054891 h 3725638"/>
                <a:gd name="connsiteX2" fmla="*/ 22457 w 4562087"/>
                <a:gd name="connsiteY2" fmla="*/ 1645316 h 3725638"/>
                <a:gd name="connsiteX0" fmla="*/ 20888 w 4560518"/>
                <a:gd name="connsiteY0" fmla="*/ 1645316 h 3623564"/>
                <a:gd name="connsiteX1" fmla="*/ 4560518 w 4560518"/>
                <a:gd name="connsiteY1" fmla="*/ 2054891 h 3623564"/>
                <a:gd name="connsiteX2" fmla="*/ 20888 w 4560518"/>
                <a:gd name="connsiteY2" fmla="*/ 1645316 h 3623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60518" h="3623564">
                  <a:moveTo>
                    <a:pt x="20888" y="1645316"/>
                  </a:moveTo>
                  <a:cubicBezTo>
                    <a:pt x="733998" y="-1332834"/>
                    <a:pt x="4561783" y="308641"/>
                    <a:pt x="4560518" y="2054891"/>
                  </a:cubicBezTo>
                  <a:cubicBezTo>
                    <a:pt x="4259251" y="3856023"/>
                    <a:pt x="-346863" y="4568584"/>
                    <a:pt x="20888" y="1645316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2">
              <a:extLst>
                <a:ext uri="{FF2B5EF4-FFF2-40B4-BE49-F238E27FC236}">
                  <a16:creationId xmlns:a16="http://schemas.microsoft.com/office/drawing/2014/main" id="{78EB9BB3-7ED2-47B4-7E5C-32A9711C2D38}"/>
                </a:ext>
              </a:extLst>
            </p:cNvPr>
            <p:cNvSpPr/>
            <p:nvPr/>
          </p:nvSpPr>
          <p:spPr>
            <a:xfrm>
              <a:off x="3595938" y="3199713"/>
              <a:ext cx="1296117" cy="1795221"/>
            </a:xfrm>
            <a:custGeom>
              <a:avLst/>
              <a:gdLst>
                <a:gd name="connsiteX0" fmla="*/ 0 w 1291771"/>
                <a:gd name="connsiteY0" fmla="*/ 0 h 1103086"/>
                <a:gd name="connsiteX1" fmla="*/ 1291771 w 1291771"/>
                <a:gd name="connsiteY1" fmla="*/ 0 h 1103086"/>
                <a:gd name="connsiteX2" fmla="*/ 1291771 w 1291771"/>
                <a:gd name="connsiteY2" fmla="*/ 1103086 h 1103086"/>
                <a:gd name="connsiteX3" fmla="*/ 0 w 1291771"/>
                <a:gd name="connsiteY3" fmla="*/ 1103086 h 1103086"/>
                <a:gd name="connsiteX4" fmla="*/ 0 w 1291771"/>
                <a:gd name="connsiteY4" fmla="*/ 0 h 1103086"/>
                <a:gd name="connsiteX0" fmla="*/ 1016000 w 2307771"/>
                <a:gd name="connsiteY0" fmla="*/ 0 h 1175657"/>
                <a:gd name="connsiteX1" fmla="*/ 2307771 w 2307771"/>
                <a:gd name="connsiteY1" fmla="*/ 0 h 1175657"/>
                <a:gd name="connsiteX2" fmla="*/ 2307771 w 2307771"/>
                <a:gd name="connsiteY2" fmla="*/ 1103086 h 1175657"/>
                <a:gd name="connsiteX3" fmla="*/ 0 w 2307771"/>
                <a:gd name="connsiteY3" fmla="*/ 1175657 h 1175657"/>
                <a:gd name="connsiteX4" fmla="*/ 1016000 w 2307771"/>
                <a:gd name="connsiteY4" fmla="*/ 0 h 1175657"/>
                <a:gd name="connsiteX0" fmla="*/ 4397828 w 4397828"/>
                <a:gd name="connsiteY0" fmla="*/ 0 h 2336800"/>
                <a:gd name="connsiteX1" fmla="*/ 2307771 w 4397828"/>
                <a:gd name="connsiteY1" fmla="*/ 1161143 h 2336800"/>
                <a:gd name="connsiteX2" fmla="*/ 2307771 w 4397828"/>
                <a:gd name="connsiteY2" fmla="*/ 2264229 h 2336800"/>
                <a:gd name="connsiteX3" fmla="*/ 0 w 4397828"/>
                <a:gd name="connsiteY3" fmla="*/ 2336800 h 2336800"/>
                <a:gd name="connsiteX4" fmla="*/ 4397828 w 4397828"/>
                <a:gd name="connsiteY4" fmla="*/ 0 h 2336800"/>
                <a:gd name="connsiteX0" fmla="*/ 3048000 w 3048000"/>
                <a:gd name="connsiteY0" fmla="*/ 0 h 2264229"/>
                <a:gd name="connsiteX1" fmla="*/ 957943 w 3048000"/>
                <a:gd name="connsiteY1" fmla="*/ 1161143 h 2264229"/>
                <a:gd name="connsiteX2" fmla="*/ 957943 w 3048000"/>
                <a:gd name="connsiteY2" fmla="*/ 2264229 h 2264229"/>
                <a:gd name="connsiteX3" fmla="*/ 0 w 3048000"/>
                <a:gd name="connsiteY3" fmla="*/ 174171 h 2264229"/>
                <a:gd name="connsiteX4" fmla="*/ 3048000 w 3048000"/>
                <a:gd name="connsiteY4" fmla="*/ 0 h 2264229"/>
                <a:gd name="connsiteX0" fmla="*/ 3048000 w 3048000"/>
                <a:gd name="connsiteY0" fmla="*/ 241972 h 2506201"/>
                <a:gd name="connsiteX1" fmla="*/ 957943 w 3048000"/>
                <a:gd name="connsiteY1" fmla="*/ 1403115 h 2506201"/>
                <a:gd name="connsiteX2" fmla="*/ 957943 w 3048000"/>
                <a:gd name="connsiteY2" fmla="*/ 2506201 h 2506201"/>
                <a:gd name="connsiteX3" fmla="*/ 0 w 3048000"/>
                <a:gd name="connsiteY3" fmla="*/ 416143 h 2506201"/>
                <a:gd name="connsiteX4" fmla="*/ 3048000 w 3048000"/>
                <a:gd name="connsiteY4" fmla="*/ 241972 h 2506201"/>
                <a:gd name="connsiteX0" fmla="*/ 3048000 w 3048000"/>
                <a:gd name="connsiteY0" fmla="*/ 567705 h 2831934"/>
                <a:gd name="connsiteX1" fmla="*/ 957943 w 3048000"/>
                <a:gd name="connsiteY1" fmla="*/ 1728848 h 2831934"/>
                <a:gd name="connsiteX2" fmla="*/ 957943 w 3048000"/>
                <a:gd name="connsiteY2" fmla="*/ 2831934 h 2831934"/>
                <a:gd name="connsiteX3" fmla="*/ 0 w 3048000"/>
                <a:gd name="connsiteY3" fmla="*/ 741876 h 2831934"/>
                <a:gd name="connsiteX4" fmla="*/ 3048000 w 3048000"/>
                <a:gd name="connsiteY4" fmla="*/ 567705 h 2831934"/>
                <a:gd name="connsiteX0" fmla="*/ 3048000 w 3142456"/>
                <a:gd name="connsiteY0" fmla="*/ 208042 h 2472271"/>
                <a:gd name="connsiteX1" fmla="*/ 957943 w 3142456"/>
                <a:gd name="connsiteY1" fmla="*/ 1369185 h 2472271"/>
                <a:gd name="connsiteX2" fmla="*/ 957943 w 3142456"/>
                <a:gd name="connsiteY2" fmla="*/ 2472271 h 2472271"/>
                <a:gd name="connsiteX3" fmla="*/ 0 w 3142456"/>
                <a:gd name="connsiteY3" fmla="*/ 382213 h 2472271"/>
                <a:gd name="connsiteX4" fmla="*/ 2496456 w 3142456"/>
                <a:gd name="connsiteY4" fmla="*/ 19358 h 2472271"/>
                <a:gd name="connsiteX5" fmla="*/ 3048000 w 3142456"/>
                <a:gd name="connsiteY5" fmla="*/ 208042 h 2472271"/>
                <a:gd name="connsiteX0" fmla="*/ 3048000 w 3142456"/>
                <a:gd name="connsiteY0" fmla="*/ 397218 h 2661447"/>
                <a:gd name="connsiteX1" fmla="*/ 957943 w 3142456"/>
                <a:gd name="connsiteY1" fmla="*/ 1558361 h 2661447"/>
                <a:gd name="connsiteX2" fmla="*/ 957943 w 3142456"/>
                <a:gd name="connsiteY2" fmla="*/ 2661447 h 2661447"/>
                <a:gd name="connsiteX3" fmla="*/ 0 w 3142456"/>
                <a:gd name="connsiteY3" fmla="*/ 571389 h 2661447"/>
                <a:gd name="connsiteX4" fmla="*/ 2496456 w 3142456"/>
                <a:gd name="connsiteY4" fmla="*/ 208534 h 2661447"/>
                <a:gd name="connsiteX5" fmla="*/ 3048000 w 3142456"/>
                <a:gd name="connsiteY5" fmla="*/ 397218 h 2661447"/>
                <a:gd name="connsiteX0" fmla="*/ 3048000 w 3142456"/>
                <a:gd name="connsiteY0" fmla="*/ 579486 h 2843715"/>
                <a:gd name="connsiteX1" fmla="*/ 957943 w 3142456"/>
                <a:gd name="connsiteY1" fmla="*/ 1740629 h 2843715"/>
                <a:gd name="connsiteX2" fmla="*/ 957943 w 3142456"/>
                <a:gd name="connsiteY2" fmla="*/ 2843715 h 2843715"/>
                <a:gd name="connsiteX3" fmla="*/ 0 w 3142456"/>
                <a:gd name="connsiteY3" fmla="*/ 753657 h 2843715"/>
                <a:gd name="connsiteX4" fmla="*/ 2496456 w 3142456"/>
                <a:gd name="connsiteY4" fmla="*/ 390802 h 2843715"/>
                <a:gd name="connsiteX5" fmla="*/ 3048000 w 3142456"/>
                <a:gd name="connsiteY5" fmla="*/ 579486 h 2843715"/>
                <a:gd name="connsiteX0" fmla="*/ 3048000 w 3142456"/>
                <a:gd name="connsiteY0" fmla="*/ 506701 h 2770930"/>
                <a:gd name="connsiteX1" fmla="*/ 957943 w 3142456"/>
                <a:gd name="connsiteY1" fmla="*/ 1667844 h 2770930"/>
                <a:gd name="connsiteX2" fmla="*/ 957943 w 3142456"/>
                <a:gd name="connsiteY2" fmla="*/ 2770930 h 2770930"/>
                <a:gd name="connsiteX3" fmla="*/ 0 w 3142456"/>
                <a:gd name="connsiteY3" fmla="*/ 680872 h 2770930"/>
                <a:gd name="connsiteX4" fmla="*/ 2496456 w 3142456"/>
                <a:gd name="connsiteY4" fmla="*/ 318017 h 2770930"/>
                <a:gd name="connsiteX5" fmla="*/ 3048000 w 3142456"/>
                <a:gd name="connsiteY5" fmla="*/ 506701 h 2770930"/>
                <a:gd name="connsiteX0" fmla="*/ 3048000 w 3142456"/>
                <a:gd name="connsiteY0" fmla="*/ 561697 h 2825926"/>
                <a:gd name="connsiteX1" fmla="*/ 957943 w 3142456"/>
                <a:gd name="connsiteY1" fmla="*/ 1722840 h 2825926"/>
                <a:gd name="connsiteX2" fmla="*/ 957943 w 3142456"/>
                <a:gd name="connsiteY2" fmla="*/ 2825926 h 2825926"/>
                <a:gd name="connsiteX3" fmla="*/ 0 w 3142456"/>
                <a:gd name="connsiteY3" fmla="*/ 735868 h 2825926"/>
                <a:gd name="connsiteX4" fmla="*/ 2496456 w 3142456"/>
                <a:gd name="connsiteY4" fmla="*/ 373013 h 2825926"/>
                <a:gd name="connsiteX5" fmla="*/ 3048000 w 3142456"/>
                <a:gd name="connsiteY5" fmla="*/ 561697 h 2825926"/>
                <a:gd name="connsiteX0" fmla="*/ 3048000 w 3142456"/>
                <a:gd name="connsiteY0" fmla="*/ 591102 h 2855331"/>
                <a:gd name="connsiteX1" fmla="*/ 957943 w 3142456"/>
                <a:gd name="connsiteY1" fmla="*/ 1752245 h 2855331"/>
                <a:gd name="connsiteX2" fmla="*/ 957943 w 3142456"/>
                <a:gd name="connsiteY2" fmla="*/ 2855331 h 2855331"/>
                <a:gd name="connsiteX3" fmla="*/ 0 w 3142456"/>
                <a:gd name="connsiteY3" fmla="*/ 765273 h 2855331"/>
                <a:gd name="connsiteX4" fmla="*/ 2496456 w 3142456"/>
                <a:gd name="connsiteY4" fmla="*/ 402418 h 2855331"/>
                <a:gd name="connsiteX5" fmla="*/ 3048000 w 3142456"/>
                <a:gd name="connsiteY5" fmla="*/ 591102 h 2855331"/>
                <a:gd name="connsiteX0" fmla="*/ 3048000 w 3115743"/>
                <a:gd name="connsiteY0" fmla="*/ 677634 h 2941863"/>
                <a:gd name="connsiteX1" fmla="*/ 957943 w 3115743"/>
                <a:gd name="connsiteY1" fmla="*/ 1838777 h 2941863"/>
                <a:gd name="connsiteX2" fmla="*/ 957943 w 3115743"/>
                <a:gd name="connsiteY2" fmla="*/ 2941863 h 2941863"/>
                <a:gd name="connsiteX3" fmla="*/ 0 w 3115743"/>
                <a:gd name="connsiteY3" fmla="*/ 851805 h 2941863"/>
                <a:gd name="connsiteX4" fmla="*/ 2267856 w 3115743"/>
                <a:gd name="connsiteY4" fmla="*/ 359410 h 2941863"/>
                <a:gd name="connsiteX5" fmla="*/ 3048000 w 3115743"/>
                <a:gd name="connsiteY5" fmla="*/ 677634 h 2941863"/>
                <a:gd name="connsiteX0" fmla="*/ 3048000 w 3115743"/>
                <a:gd name="connsiteY0" fmla="*/ 537035 h 2801264"/>
                <a:gd name="connsiteX1" fmla="*/ 957943 w 3115743"/>
                <a:gd name="connsiteY1" fmla="*/ 1698178 h 2801264"/>
                <a:gd name="connsiteX2" fmla="*/ 957943 w 3115743"/>
                <a:gd name="connsiteY2" fmla="*/ 2801264 h 2801264"/>
                <a:gd name="connsiteX3" fmla="*/ 0 w 3115743"/>
                <a:gd name="connsiteY3" fmla="*/ 711206 h 2801264"/>
                <a:gd name="connsiteX4" fmla="*/ 2267856 w 3115743"/>
                <a:gd name="connsiteY4" fmla="*/ 218811 h 2801264"/>
                <a:gd name="connsiteX5" fmla="*/ 3048000 w 3115743"/>
                <a:gd name="connsiteY5" fmla="*/ 537035 h 2801264"/>
                <a:gd name="connsiteX0" fmla="*/ 3108960 w 3176703"/>
                <a:gd name="connsiteY0" fmla="*/ 534523 h 2798752"/>
                <a:gd name="connsiteX1" fmla="*/ 1018903 w 3176703"/>
                <a:gd name="connsiteY1" fmla="*/ 1695666 h 2798752"/>
                <a:gd name="connsiteX2" fmla="*/ 1018903 w 3176703"/>
                <a:gd name="connsiteY2" fmla="*/ 2798752 h 2798752"/>
                <a:gd name="connsiteX3" fmla="*/ 0 w 3176703"/>
                <a:gd name="connsiteY3" fmla="*/ 716314 h 2798752"/>
                <a:gd name="connsiteX4" fmla="*/ 2328816 w 3176703"/>
                <a:gd name="connsiteY4" fmla="*/ 216299 h 2798752"/>
                <a:gd name="connsiteX5" fmla="*/ 3108960 w 3176703"/>
                <a:gd name="connsiteY5" fmla="*/ 534523 h 2798752"/>
                <a:gd name="connsiteX0" fmla="*/ 3108960 w 3176703"/>
                <a:gd name="connsiteY0" fmla="*/ 567359 h 2831588"/>
                <a:gd name="connsiteX1" fmla="*/ 1018903 w 3176703"/>
                <a:gd name="connsiteY1" fmla="*/ 1728502 h 2831588"/>
                <a:gd name="connsiteX2" fmla="*/ 1018903 w 3176703"/>
                <a:gd name="connsiteY2" fmla="*/ 2831588 h 2831588"/>
                <a:gd name="connsiteX3" fmla="*/ 0 w 3176703"/>
                <a:gd name="connsiteY3" fmla="*/ 749150 h 2831588"/>
                <a:gd name="connsiteX4" fmla="*/ 2328816 w 3176703"/>
                <a:gd name="connsiteY4" fmla="*/ 249135 h 2831588"/>
                <a:gd name="connsiteX5" fmla="*/ 3108960 w 3176703"/>
                <a:gd name="connsiteY5" fmla="*/ 567359 h 2831588"/>
                <a:gd name="connsiteX0" fmla="*/ 2491740 w 2698567"/>
                <a:gd name="connsiteY0" fmla="*/ 1222679 h 2831588"/>
                <a:gd name="connsiteX1" fmla="*/ 1018903 w 2698567"/>
                <a:gd name="connsiteY1" fmla="*/ 1728502 h 2831588"/>
                <a:gd name="connsiteX2" fmla="*/ 1018903 w 2698567"/>
                <a:gd name="connsiteY2" fmla="*/ 2831588 h 2831588"/>
                <a:gd name="connsiteX3" fmla="*/ 0 w 2698567"/>
                <a:gd name="connsiteY3" fmla="*/ 749150 h 2831588"/>
                <a:gd name="connsiteX4" fmla="*/ 2328816 w 2698567"/>
                <a:gd name="connsiteY4" fmla="*/ 249135 h 2831588"/>
                <a:gd name="connsiteX5" fmla="*/ 2491740 w 2698567"/>
                <a:gd name="connsiteY5" fmla="*/ 1222679 h 2831588"/>
                <a:gd name="connsiteX0" fmla="*/ 2491740 w 2818432"/>
                <a:gd name="connsiteY0" fmla="*/ 1159376 h 2768285"/>
                <a:gd name="connsiteX1" fmla="*/ 1018903 w 2818432"/>
                <a:gd name="connsiteY1" fmla="*/ 1665199 h 2768285"/>
                <a:gd name="connsiteX2" fmla="*/ 1018903 w 2818432"/>
                <a:gd name="connsiteY2" fmla="*/ 2768285 h 2768285"/>
                <a:gd name="connsiteX3" fmla="*/ 0 w 2818432"/>
                <a:gd name="connsiteY3" fmla="*/ 685847 h 2768285"/>
                <a:gd name="connsiteX4" fmla="*/ 2542176 w 2818432"/>
                <a:gd name="connsiteY4" fmla="*/ 292512 h 2768285"/>
                <a:gd name="connsiteX5" fmla="*/ 2491740 w 2818432"/>
                <a:gd name="connsiteY5" fmla="*/ 1159376 h 2768285"/>
                <a:gd name="connsiteX0" fmla="*/ 2491740 w 3140004"/>
                <a:gd name="connsiteY0" fmla="*/ 1159376 h 2768285"/>
                <a:gd name="connsiteX1" fmla="*/ 1018903 w 3140004"/>
                <a:gd name="connsiteY1" fmla="*/ 1665199 h 2768285"/>
                <a:gd name="connsiteX2" fmla="*/ 1018903 w 3140004"/>
                <a:gd name="connsiteY2" fmla="*/ 2768285 h 2768285"/>
                <a:gd name="connsiteX3" fmla="*/ 0 w 3140004"/>
                <a:gd name="connsiteY3" fmla="*/ 685847 h 2768285"/>
                <a:gd name="connsiteX4" fmla="*/ 2542176 w 3140004"/>
                <a:gd name="connsiteY4" fmla="*/ 292512 h 2768285"/>
                <a:gd name="connsiteX5" fmla="*/ 2491740 w 3140004"/>
                <a:gd name="connsiteY5" fmla="*/ 1159376 h 2768285"/>
                <a:gd name="connsiteX0" fmla="*/ 2491740 w 3134362"/>
                <a:gd name="connsiteY0" fmla="*/ 1159376 h 2768285"/>
                <a:gd name="connsiteX1" fmla="*/ 1018903 w 3134362"/>
                <a:gd name="connsiteY1" fmla="*/ 1665199 h 2768285"/>
                <a:gd name="connsiteX2" fmla="*/ 1018903 w 3134362"/>
                <a:gd name="connsiteY2" fmla="*/ 2768285 h 2768285"/>
                <a:gd name="connsiteX3" fmla="*/ 0 w 3134362"/>
                <a:gd name="connsiteY3" fmla="*/ 685847 h 2768285"/>
                <a:gd name="connsiteX4" fmla="*/ 2542176 w 3134362"/>
                <a:gd name="connsiteY4" fmla="*/ 292512 h 2768285"/>
                <a:gd name="connsiteX5" fmla="*/ 2491740 w 3134362"/>
                <a:gd name="connsiteY5" fmla="*/ 1159376 h 2768285"/>
                <a:gd name="connsiteX0" fmla="*/ 2286000 w 3079790"/>
                <a:gd name="connsiteY0" fmla="*/ 1113656 h 2768285"/>
                <a:gd name="connsiteX1" fmla="*/ 1018903 w 3079790"/>
                <a:gd name="connsiteY1" fmla="*/ 1665199 h 2768285"/>
                <a:gd name="connsiteX2" fmla="*/ 1018903 w 3079790"/>
                <a:gd name="connsiteY2" fmla="*/ 2768285 h 2768285"/>
                <a:gd name="connsiteX3" fmla="*/ 0 w 3079790"/>
                <a:gd name="connsiteY3" fmla="*/ 685847 h 2768285"/>
                <a:gd name="connsiteX4" fmla="*/ 2542176 w 3079790"/>
                <a:gd name="connsiteY4" fmla="*/ 292512 h 2768285"/>
                <a:gd name="connsiteX5" fmla="*/ 2286000 w 3079790"/>
                <a:gd name="connsiteY5" fmla="*/ 1113656 h 2768285"/>
                <a:gd name="connsiteX0" fmla="*/ 2286000 w 3127248"/>
                <a:gd name="connsiteY0" fmla="*/ 1113656 h 2768285"/>
                <a:gd name="connsiteX1" fmla="*/ 1018903 w 3127248"/>
                <a:gd name="connsiteY1" fmla="*/ 1665199 h 2768285"/>
                <a:gd name="connsiteX2" fmla="*/ 1018903 w 3127248"/>
                <a:gd name="connsiteY2" fmla="*/ 2768285 h 2768285"/>
                <a:gd name="connsiteX3" fmla="*/ 0 w 3127248"/>
                <a:gd name="connsiteY3" fmla="*/ 685847 h 2768285"/>
                <a:gd name="connsiteX4" fmla="*/ 2542176 w 3127248"/>
                <a:gd name="connsiteY4" fmla="*/ 292512 h 2768285"/>
                <a:gd name="connsiteX5" fmla="*/ 2286000 w 3127248"/>
                <a:gd name="connsiteY5" fmla="*/ 1113656 h 2768285"/>
                <a:gd name="connsiteX0" fmla="*/ 2286000 w 3130630"/>
                <a:gd name="connsiteY0" fmla="*/ 1113656 h 2768285"/>
                <a:gd name="connsiteX1" fmla="*/ 1018903 w 3130630"/>
                <a:gd name="connsiteY1" fmla="*/ 1665199 h 2768285"/>
                <a:gd name="connsiteX2" fmla="*/ 1018903 w 3130630"/>
                <a:gd name="connsiteY2" fmla="*/ 2768285 h 2768285"/>
                <a:gd name="connsiteX3" fmla="*/ 0 w 3130630"/>
                <a:gd name="connsiteY3" fmla="*/ 685847 h 2768285"/>
                <a:gd name="connsiteX4" fmla="*/ 2542176 w 3130630"/>
                <a:gd name="connsiteY4" fmla="*/ 292512 h 2768285"/>
                <a:gd name="connsiteX5" fmla="*/ 2286000 w 3130630"/>
                <a:gd name="connsiteY5" fmla="*/ 1113656 h 2768285"/>
                <a:gd name="connsiteX0" fmla="*/ 2286000 w 3180713"/>
                <a:gd name="connsiteY0" fmla="*/ 1096842 h 2751471"/>
                <a:gd name="connsiteX1" fmla="*/ 1018903 w 3180713"/>
                <a:gd name="connsiteY1" fmla="*/ 1648385 h 2751471"/>
                <a:gd name="connsiteX2" fmla="*/ 1018903 w 3180713"/>
                <a:gd name="connsiteY2" fmla="*/ 2751471 h 2751471"/>
                <a:gd name="connsiteX3" fmla="*/ 0 w 3180713"/>
                <a:gd name="connsiteY3" fmla="*/ 669033 h 2751471"/>
                <a:gd name="connsiteX4" fmla="*/ 2610756 w 3180713"/>
                <a:gd name="connsiteY4" fmla="*/ 306178 h 2751471"/>
                <a:gd name="connsiteX5" fmla="*/ 2286000 w 3180713"/>
                <a:gd name="connsiteY5" fmla="*/ 1096842 h 2751471"/>
                <a:gd name="connsiteX0" fmla="*/ 2286000 w 3153621"/>
                <a:gd name="connsiteY0" fmla="*/ 1096842 h 2751471"/>
                <a:gd name="connsiteX1" fmla="*/ 1018903 w 3153621"/>
                <a:gd name="connsiteY1" fmla="*/ 1648385 h 2751471"/>
                <a:gd name="connsiteX2" fmla="*/ 1018903 w 3153621"/>
                <a:gd name="connsiteY2" fmla="*/ 2751471 h 2751471"/>
                <a:gd name="connsiteX3" fmla="*/ 0 w 3153621"/>
                <a:gd name="connsiteY3" fmla="*/ 669033 h 2751471"/>
                <a:gd name="connsiteX4" fmla="*/ 2610756 w 3153621"/>
                <a:gd name="connsiteY4" fmla="*/ 306178 h 2751471"/>
                <a:gd name="connsiteX5" fmla="*/ 2286000 w 3153621"/>
                <a:gd name="connsiteY5" fmla="*/ 1096842 h 2751471"/>
                <a:gd name="connsiteX0" fmla="*/ 2286000 w 3130417"/>
                <a:gd name="connsiteY0" fmla="*/ 1096842 h 2751471"/>
                <a:gd name="connsiteX1" fmla="*/ 1018903 w 3130417"/>
                <a:gd name="connsiteY1" fmla="*/ 1648385 h 2751471"/>
                <a:gd name="connsiteX2" fmla="*/ 1018903 w 3130417"/>
                <a:gd name="connsiteY2" fmla="*/ 2751471 h 2751471"/>
                <a:gd name="connsiteX3" fmla="*/ 0 w 3130417"/>
                <a:gd name="connsiteY3" fmla="*/ 669033 h 2751471"/>
                <a:gd name="connsiteX4" fmla="*/ 2610756 w 3130417"/>
                <a:gd name="connsiteY4" fmla="*/ 306178 h 2751471"/>
                <a:gd name="connsiteX5" fmla="*/ 2286000 w 3130417"/>
                <a:gd name="connsiteY5" fmla="*/ 1096842 h 2751471"/>
                <a:gd name="connsiteX0" fmla="*/ 2286000 w 3140568"/>
                <a:gd name="connsiteY0" fmla="*/ 1096842 h 2751471"/>
                <a:gd name="connsiteX1" fmla="*/ 1018903 w 3140568"/>
                <a:gd name="connsiteY1" fmla="*/ 1648385 h 2751471"/>
                <a:gd name="connsiteX2" fmla="*/ 1018903 w 3140568"/>
                <a:gd name="connsiteY2" fmla="*/ 2751471 h 2751471"/>
                <a:gd name="connsiteX3" fmla="*/ 0 w 3140568"/>
                <a:gd name="connsiteY3" fmla="*/ 669033 h 2751471"/>
                <a:gd name="connsiteX4" fmla="*/ 2610756 w 3140568"/>
                <a:gd name="connsiteY4" fmla="*/ 306178 h 2751471"/>
                <a:gd name="connsiteX5" fmla="*/ 2286000 w 3140568"/>
                <a:gd name="connsiteY5" fmla="*/ 1096842 h 2751471"/>
                <a:gd name="connsiteX0" fmla="*/ 2286000 w 3140568"/>
                <a:gd name="connsiteY0" fmla="*/ 1172720 h 2827349"/>
                <a:gd name="connsiteX1" fmla="*/ 1018903 w 3140568"/>
                <a:gd name="connsiteY1" fmla="*/ 1724263 h 2827349"/>
                <a:gd name="connsiteX2" fmla="*/ 1018903 w 3140568"/>
                <a:gd name="connsiteY2" fmla="*/ 2827349 h 2827349"/>
                <a:gd name="connsiteX3" fmla="*/ 0 w 3140568"/>
                <a:gd name="connsiteY3" fmla="*/ 744911 h 2827349"/>
                <a:gd name="connsiteX4" fmla="*/ 2610756 w 3140568"/>
                <a:gd name="connsiteY4" fmla="*/ 382056 h 2827349"/>
                <a:gd name="connsiteX5" fmla="*/ 2286000 w 3140568"/>
                <a:gd name="connsiteY5" fmla="*/ 1172720 h 2827349"/>
                <a:gd name="connsiteX0" fmla="*/ 2415540 w 3270108"/>
                <a:gd name="connsiteY0" fmla="*/ 1134895 h 2789524"/>
                <a:gd name="connsiteX1" fmla="*/ 1148443 w 3270108"/>
                <a:gd name="connsiteY1" fmla="*/ 1686438 h 2789524"/>
                <a:gd name="connsiteX2" fmla="*/ 1148443 w 3270108"/>
                <a:gd name="connsiteY2" fmla="*/ 2789524 h 2789524"/>
                <a:gd name="connsiteX3" fmla="*/ 0 w 3270108"/>
                <a:gd name="connsiteY3" fmla="*/ 783286 h 2789524"/>
                <a:gd name="connsiteX4" fmla="*/ 2740296 w 3270108"/>
                <a:gd name="connsiteY4" fmla="*/ 344231 h 2789524"/>
                <a:gd name="connsiteX5" fmla="*/ 2415540 w 3270108"/>
                <a:gd name="connsiteY5" fmla="*/ 1134895 h 2789524"/>
                <a:gd name="connsiteX0" fmla="*/ 2415540 w 3270108"/>
                <a:gd name="connsiteY0" fmla="*/ 1225693 h 2880322"/>
                <a:gd name="connsiteX1" fmla="*/ 1148443 w 3270108"/>
                <a:gd name="connsiteY1" fmla="*/ 1777236 h 2880322"/>
                <a:gd name="connsiteX2" fmla="*/ 1148443 w 3270108"/>
                <a:gd name="connsiteY2" fmla="*/ 2880322 h 2880322"/>
                <a:gd name="connsiteX3" fmla="*/ 0 w 3270108"/>
                <a:gd name="connsiteY3" fmla="*/ 874084 h 2880322"/>
                <a:gd name="connsiteX4" fmla="*/ 2740296 w 3270108"/>
                <a:gd name="connsiteY4" fmla="*/ 435029 h 2880322"/>
                <a:gd name="connsiteX5" fmla="*/ 2415540 w 3270108"/>
                <a:gd name="connsiteY5" fmla="*/ 1225693 h 2880322"/>
                <a:gd name="connsiteX0" fmla="*/ 2415540 w 3270108"/>
                <a:gd name="connsiteY0" fmla="*/ 1185851 h 2840480"/>
                <a:gd name="connsiteX1" fmla="*/ 1148443 w 3270108"/>
                <a:gd name="connsiteY1" fmla="*/ 1737394 h 2840480"/>
                <a:gd name="connsiteX2" fmla="*/ 1148443 w 3270108"/>
                <a:gd name="connsiteY2" fmla="*/ 2840480 h 2840480"/>
                <a:gd name="connsiteX3" fmla="*/ 0 w 3270108"/>
                <a:gd name="connsiteY3" fmla="*/ 834242 h 2840480"/>
                <a:gd name="connsiteX4" fmla="*/ 2740296 w 3270108"/>
                <a:gd name="connsiteY4" fmla="*/ 395187 h 2840480"/>
                <a:gd name="connsiteX5" fmla="*/ 2415540 w 3270108"/>
                <a:gd name="connsiteY5" fmla="*/ 1185851 h 2840480"/>
                <a:gd name="connsiteX0" fmla="*/ 2415540 w 3270108"/>
                <a:gd name="connsiteY0" fmla="*/ 1185851 h 1737394"/>
                <a:gd name="connsiteX1" fmla="*/ 1148443 w 3270108"/>
                <a:gd name="connsiteY1" fmla="*/ 1737394 h 1737394"/>
                <a:gd name="connsiteX2" fmla="*/ 0 w 3270108"/>
                <a:gd name="connsiteY2" fmla="*/ 834242 h 1737394"/>
                <a:gd name="connsiteX3" fmla="*/ 2740296 w 3270108"/>
                <a:gd name="connsiteY3" fmla="*/ 395187 h 1737394"/>
                <a:gd name="connsiteX4" fmla="*/ 2415540 w 3270108"/>
                <a:gd name="connsiteY4" fmla="*/ 1185851 h 1737394"/>
                <a:gd name="connsiteX0" fmla="*/ 1267097 w 2121665"/>
                <a:gd name="connsiteY0" fmla="*/ 1379527 h 1931070"/>
                <a:gd name="connsiteX1" fmla="*/ 0 w 2121665"/>
                <a:gd name="connsiteY1" fmla="*/ 1931070 h 1931070"/>
                <a:gd name="connsiteX2" fmla="*/ 238397 w 2121665"/>
                <a:gd name="connsiteY2" fmla="*/ 631678 h 1931070"/>
                <a:gd name="connsiteX3" fmla="*/ 1591853 w 2121665"/>
                <a:gd name="connsiteY3" fmla="*/ 588863 h 1931070"/>
                <a:gd name="connsiteX4" fmla="*/ 1267097 w 2121665"/>
                <a:gd name="connsiteY4" fmla="*/ 1379527 h 1931070"/>
                <a:gd name="connsiteX0" fmla="*/ 1267097 w 2404146"/>
                <a:gd name="connsiteY0" fmla="*/ 1705340 h 2256883"/>
                <a:gd name="connsiteX1" fmla="*/ 0 w 2404146"/>
                <a:gd name="connsiteY1" fmla="*/ 2256883 h 2256883"/>
                <a:gd name="connsiteX2" fmla="*/ 238397 w 2404146"/>
                <a:gd name="connsiteY2" fmla="*/ 957491 h 2256883"/>
                <a:gd name="connsiteX3" fmla="*/ 1949993 w 2404146"/>
                <a:gd name="connsiteY3" fmla="*/ 327936 h 2256883"/>
                <a:gd name="connsiteX4" fmla="*/ 1267097 w 2404146"/>
                <a:gd name="connsiteY4" fmla="*/ 1705340 h 2256883"/>
                <a:gd name="connsiteX0" fmla="*/ 1267097 w 2145320"/>
                <a:gd name="connsiteY0" fmla="*/ 1705340 h 2256883"/>
                <a:gd name="connsiteX1" fmla="*/ 0 w 2145320"/>
                <a:gd name="connsiteY1" fmla="*/ 2256883 h 2256883"/>
                <a:gd name="connsiteX2" fmla="*/ 238397 w 2145320"/>
                <a:gd name="connsiteY2" fmla="*/ 957491 h 2256883"/>
                <a:gd name="connsiteX3" fmla="*/ 1949993 w 2145320"/>
                <a:gd name="connsiteY3" fmla="*/ 327936 h 2256883"/>
                <a:gd name="connsiteX4" fmla="*/ 2000470 w 2145320"/>
                <a:gd name="connsiteY4" fmla="*/ 1056189 h 2256883"/>
                <a:gd name="connsiteX5" fmla="*/ 1267097 w 2145320"/>
                <a:gd name="connsiteY5" fmla="*/ 1705340 h 2256883"/>
                <a:gd name="connsiteX0" fmla="*/ 2021840 w 2160530"/>
                <a:gd name="connsiteY0" fmla="*/ 1966597 h 2256883"/>
                <a:gd name="connsiteX1" fmla="*/ 0 w 2160530"/>
                <a:gd name="connsiteY1" fmla="*/ 2256883 h 2256883"/>
                <a:gd name="connsiteX2" fmla="*/ 238397 w 2160530"/>
                <a:gd name="connsiteY2" fmla="*/ 957491 h 2256883"/>
                <a:gd name="connsiteX3" fmla="*/ 1949993 w 2160530"/>
                <a:gd name="connsiteY3" fmla="*/ 327936 h 2256883"/>
                <a:gd name="connsiteX4" fmla="*/ 2000470 w 2160530"/>
                <a:gd name="connsiteY4" fmla="*/ 1056189 h 2256883"/>
                <a:gd name="connsiteX5" fmla="*/ 2021840 w 2160530"/>
                <a:gd name="connsiteY5" fmla="*/ 1966597 h 2256883"/>
                <a:gd name="connsiteX0" fmla="*/ 2021840 w 2160530"/>
                <a:gd name="connsiteY0" fmla="*/ 1966597 h 2725332"/>
                <a:gd name="connsiteX1" fmla="*/ 1956927 w 2160530"/>
                <a:gd name="connsiteY1" fmla="*/ 2725332 h 2725332"/>
                <a:gd name="connsiteX2" fmla="*/ 0 w 2160530"/>
                <a:gd name="connsiteY2" fmla="*/ 2256883 h 2725332"/>
                <a:gd name="connsiteX3" fmla="*/ 238397 w 2160530"/>
                <a:gd name="connsiteY3" fmla="*/ 957491 h 2725332"/>
                <a:gd name="connsiteX4" fmla="*/ 1949993 w 2160530"/>
                <a:gd name="connsiteY4" fmla="*/ 327936 h 2725332"/>
                <a:gd name="connsiteX5" fmla="*/ 2000470 w 2160530"/>
                <a:gd name="connsiteY5" fmla="*/ 1056189 h 2725332"/>
                <a:gd name="connsiteX6" fmla="*/ 2021840 w 2160530"/>
                <a:gd name="connsiteY6" fmla="*/ 1966597 h 2725332"/>
                <a:gd name="connsiteX0" fmla="*/ 1783443 w 1922133"/>
                <a:gd name="connsiteY0" fmla="*/ 1966597 h 2725332"/>
                <a:gd name="connsiteX1" fmla="*/ 1718530 w 1922133"/>
                <a:gd name="connsiteY1" fmla="*/ 2725332 h 2725332"/>
                <a:gd name="connsiteX2" fmla="*/ 98153 w 1922133"/>
                <a:gd name="connsiteY2" fmla="*/ 2110833 h 2725332"/>
                <a:gd name="connsiteX3" fmla="*/ 0 w 1922133"/>
                <a:gd name="connsiteY3" fmla="*/ 957491 h 2725332"/>
                <a:gd name="connsiteX4" fmla="*/ 1711596 w 1922133"/>
                <a:gd name="connsiteY4" fmla="*/ 327936 h 2725332"/>
                <a:gd name="connsiteX5" fmla="*/ 1762073 w 1922133"/>
                <a:gd name="connsiteY5" fmla="*/ 1056189 h 2725332"/>
                <a:gd name="connsiteX6" fmla="*/ 1783443 w 1922133"/>
                <a:gd name="connsiteY6" fmla="*/ 1966597 h 2725332"/>
                <a:gd name="connsiteX0" fmla="*/ 1783443 w 1922133"/>
                <a:gd name="connsiteY0" fmla="*/ 1966597 h 2812660"/>
                <a:gd name="connsiteX1" fmla="*/ 1718530 w 1922133"/>
                <a:gd name="connsiteY1" fmla="*/ 2725332 h 2812660"/>
                <a:gd name="connsiteX2" fmla="*/ 98153 w 1922133"/>
                <a:gd name="connsiteY2" fmla="*/ 2110833 h 2812660"/>
                <a:gd name="connsiteX3" fmla="*/ 0 w 1922133"/>
                <a:gd name="connsiteY3" fmla="*/ 957491 h 2812660"/>
                <a:gd name="connsiteX4" fmla="*/ 1711596 w 1922133"/>
                <a:gd name="connsiteY4" fmla="*/ 327936 h 2812660"/>
                <a:gd name="connsiteX5" fmla="*/ 1762073 w 1922133"/>
                <a:gd name="connsiteY5" fmla="*/ 1056189 h 2812660"/>
                <a:gd name="connsiteX6" fmla="*/ 1783443 w 1922133"/>
                <a:gd name="connsiteY6" fmla="*/ 1966597 h 2812660"/>
                <a:gd name="connsiteX0" fmla="*/ 1783443 w 1922133"/>
                <a:gd name="connsiteY0" fmla="*/ 1966597 h 3262280"/>
                <a:gd name="connsiteX1" fmla="*/ 1718530 w 1922133"/>
                <a:gd name="connsiteY1" fmla="*/ 2725332 h 3262280"/>
                <a:gd name="connsiteX2" fmla="*/ 98153 w 1922133"/>
                <a:gd name="connsiteY2" fmla="*/ 2110833 h 3262280"/>
                <a:gd name="connsiteX3" fmla="*/ 0 w 1922133"/>
                <a:gd name="connsiteY3" fmla="*/ 957491 h 3262280"/>
                <a:gd name="connsiteX4" fmla="*/ 1711596 w 1922133"/>
                <a:gd name="connsiteY4" fmla="*/ 327936 h 3262280"/>
                <a:gd name="connsiteX5" fmla="*/ 1762073 w 1922133"/>
                <a:gd name="connsiteY5" fmla="*/ 1056189 h 3262280"/>
                <a:gd name="connsiteX6" fmla="*/ 1783443 w 1922133"/>
                <a:gd name="connsiteY6" fmla="*/ 1966597 h 3262280"/>
                <a:gd name="connsiteX0" fmla="*/ 1783443 w 1922133"/>
                <a:gd name="connsiteY0" fmla="*/ 1966597 h 3254029"/>
                <a:gd name="connsiteX1" fmla="*/ 1693130 w 1922133"/>
                <a:gd name="connsiteY1" fmla="*/ 2712632 h 3254029"/>
                <a:gd name="connsiteX2" fmla="*/ 98153 w 1922133"/>
                <a:gd name="connsiteY2" fmla="*/ 2110833 h 3254029"/>
                <a:gd name="connsiteX3" fmla="*/ 0 w 1922133"/>
                <a:gd name="connsiteY3" fmla="*/ 957491 h 3254029"/>
                <a:gd name="connsiteX4" fmla="*/ 1711596 w 1922133"/>
                <a:gd name="connsiteY4" fmla="*/ 327936 h 3254029"/>
                <a:gd name="connsiteX5" fmla="*/ 1762073 w 1922133"/>
                <a:gd name="connsiteY5" fmla="*/ 1056189 h 3254029"/>
                <a:gd name="connsiteX6" fmla="*/ 1783443 w 1922133"/>
                <a:gd name="connsiteY6" fmla="*/ 1966597 h 3254029"/>
                <a:gd name="connsiteX0" fmla="*/ 1783443 w 1922133"/>
                <a:gd name="connsiteY0" fmla="*/ 1966597 h 3223909"/>
                <a:gd name="connsiteX1" fmla="*/ 1693130 w 1922133"/>
                <a:gd name="connsiteY1" fmla="*/ 2712632 h 3223909"/>
                <a:gd name="connsiteX2" fmla="*/ 98153 w 1922133"/>
                <a:gd name="connsiteY2" fmla="*/ 2110833 h 3223909"/>
                <a:gd name="connsiteX3" fmla="*/ 0 w 1922133"/>
                <a:gd name="connsiteY3" fmla="*/ 957491 h 3223909"/>
                <a:gd name="connsiteX4" fmla="*/ 1711596 w 1922133"/>
                <a:gd name="connsiteY4" fmla="*/ 327936 h 3223909"/>
                <a:gd name="connsiteX5" fmla="*/ 1762073 w 1922133"/>
                <a:gd name="connsiteY5" fmla="*/ 1056189 h 3223909"/>
                <a:gd name="connsiteX6" fmla="*/ 1783443 w 1922133"/>
                <a:gd name="connsiteY6" fmla="*/ 1966597 h 3223909"/>
                <a:gd name="connsiteX0" fmla="*/ 1783443 w 1922133"/>
                <a:gd name="connsiteY0" fmla="*/ 1966597 h 3300444"/>
                <a:gd name="connsiteX1" fmla="*/ 1693130 w 1922133"/>
                <a:gd name="connsiteY1" fmla="*/ 2712632 h 3300444"/>
                <a:gd name="connsiteX2" fmla="*/ 98153 w 1922133"/>
                <a:gd name="connsiteY2" fmla="*/ 2110833 h 3300444"/>
                <a:gd name="connsiteX3" fmla="*/ 0 w 1922133"/>
                <a:gd name="connsiteY3" fmla="*/ 957491 h 3300444"/>
                <a:gd name="connsiteX4" fmla="*/ 1711596 w 1922133"/>
                <a:gd name="connsiteY4" fmla="*/ 327936 h 3300444"/>
                <a:gd name="connsiteX5" fmla="*/ 1762073 w 1922133"/>
                <a:gd name="connsiteY5" fmla="*/ 1056189 h 3300444"/>
                <a:gd name="connsiteX6" fmla="*/ 1783443 w 1922133"/>
                <a:gd name="connsiteY6" fmla="*/ 1966597 h 3300444"/>
                <a:gd name="connsiteX0" fmla="*/ 1783443 w 1922133"/>
                <a:gd name="connsiteY0" fmla="*/ 1966597 h 3253315"/>
                <a:gd name="connsiteX1" fmla="*/ 1693130 w 1922133"/>
                <a:gd name="connsiteY1" fmla="*/ 2712632 h 3253315"/>
                <a:gd name="connsiteX2" fmla="*/ 168003 w 1922133"/>
                <a:gd name="connsiteY2" fmla="*/ 1990183 h 3253315"/>
                <a:gd name="connsiteX3" fmla="*/ 0 w 1922133"/>
                <a:gd name="connsiteY3" fmla="*/ 957491 h 3253315"/>
                <a:gd name="connsiteX4" fmla="*/ 1711596 w 1922133"/>
                <a:gd name="connsiteY4" fmla="*/ 327936 h 3253315"/>
                <a:gd name="connsiteX5" fmla="*/ 1762073 w 1922133"/>
                <a:gd name="connsiteY5" fmla="*/ 1056189 h 3253315"/>
                <a:gd name="connsiteX6" fmla="*/ 1783443 w 1922133"/>
                <a:gd name="connsiteY6" fmla="*/ 1966597 h 3253315"/>
                <a:gd name="connsiteX0" fmla="*/ 1783443 w 1922133"/>
                <a:gd name="connsiteY0" fmla="*/ 1966597 h 3290534"/>
                <a:gd name="connsiteX1" fmla="*/ 1693130 w 1922133"/>
                <a:gd name="connsiteY1" fmla="*/ 2712632 h 3290534"/>
                <a:gd name="connsiteX2" fmla="*/ 168003 w 1922133"/>
                <a:gd name="connsiteY2" fmla="*/ 1990183 h 3290534"/>
                <a:gd name="connsiteX3" fmla="*/ 0 w 1922133"/>
                <a:gd name="connsiteY3" fmla="*/ 957491 h 3290534"/>
                <a:gd name="connsiteX4" fmla="*/ 1711596 w 1922133"/>
                <a:gd name="connsiteY4" fmla="*/ 327936 h 3290534"/>
                <a:gd name="connsiteX5" fmla="*/ 1762073 w 1922133"/>
                <a:gd name="connsiteY5" fmla="*/ 1056189 h 3290534"/>
                <a:gd name="connsiteX6" fmla="*/ 1783443 w 1922133"/>
                <a:gd name="connsiteY6" fmla="*/ 1966597 h 3290534"/>
                <a:gd name="connsiteX0" fmla="*/ 1783443 w 2017465"/>
                <a:gd name="connsiteY0" fmla="*/ 1966597 h 3290534"/>
                <a:gd name="connsiteX1" fmla="*/ 1693130 w 2017465"/>
                <a:gd name="connsiteY1" fmla="*/ 2712632 h 3290534"/>
                <a:gd name="connsiteX2" fmla="*/ 168003 w 2017465"/>
                <a:gd name="connsiteY2" fmla="*/ 1990183 h 3290534"/>
                <a:gd name="connsiteX3" fmla="*/ 0 w 2017465"/>
                <a:gd name="connsiteY3" fmla="*/ 957491 h 3290534"/>
                <a:gd name="connsiteX4" fmla="*/ 1711596 w 2017465"/>
                <a:gd name="connsiteY4" fmla="*/ 327936 h 3290534"/>
                <a:gd name="connsiteX5" fmla="*/ 1762073 w 2017465"/>
                <a:gd name="connsiteY5" fmla="*/ 1056189 h 3290534"/>
                <a:gd name="connsiteX6" fmla="*/ 1783443 w 2017465"/>
                <a:gd name="connsiteY6" fmla="*/ 1966597 h 3290534"/>
                <a:gd name="connsiteX0" fmla="*/ 1783443 w 2084139"/>
                <a:gd name="connsiteY0" fmla="*/ 1966597 h 3290534"/>
                <a:gd name="connsiteX1" fmla="*/ 1693130 w 2084139"/>
                <a:gd name="connsiteY1" fmla="*/ 2712632 h 3290534"/>
                <a:gd name="connsiteX2" fmla="*/ 168003 w 2084139"/>
                <a:gd name="connsiteY2" fmla="*/ 1990183 h 3290534"/>
                <a:gd name="connsiteX3" fmla="*/ 0 w 2084139"/>
                <a:gd name="connsiteY3" fmla="*/ 957491 h 3290534"/>
                <a:gd name="connsiteX4" fmla="*/ 1711596 w 2084139"/>
                <a:gd name="connsiteY4" fmla="*/ 327936 h 3290534"/>
                <a:gd name="connsiteX5" fmla="*/ 1762073 w 2084139"/>
                <a:gd name="connsiteY5" fmla="*/ 1056189 h 3290534"/>
                <a:gd name="connsiteX6" fmla="*/ 1783443 w 2084139"/>
                <a:gd name="connsiteY6" fmla="*/ 1966597 h 3290534"/>
                <a:gd name="connsiteX0" fmla="*/ 1783443 w 2084139"/>
                <a:gd name="connsiteY0" fmla="*/ 1966597 h 3290534"/>
                <a:gd name="connsiteX1" fmla="*/ 1693130 w 2084139"/>
                <a:gd name="connsiteY1" fmla="*/ 2712632 h 3290534"/>
                <a:gd name="connsiteX2" fmla="*/ 168003 w 2084139"/>
                <a:gd name="connsiteY2" fmla="*/ 1990183 h 3290534"/>
                <a:gd name="connsiteX3" fmla="*/ 0 w 2084139"/>
                <a:gd name="connsiteY3" fmla="*/ 957491 h 3290534"/>
                <a:gd name="connsiteX4" fmla="*/ 1711596 w 2084139"/>
                <a:gd name="connsiteY4" fmla="*/ 327936 h 3290534"/>
                <a:gd name="connsiteX5" fmla="*/ 1762073 w 2084139"/>
                <a:gd name="connsiteY5" fmla="*/ 1056189 h 3290534"/>
                <a:gd name="connsiteX6" fmla="*/ 1783443 w 2084139"/>
                <a:gd name="connsiteY6" fmla="*/ 1966597 h 3290534"/>
                <a:gd name="connsiteX0" fmla="*/ 1783443 w 2084139"/>
                <a:gd name="connsiteY0" fmla="*/ 1979780 h 3303717"/>
                <a:gd name="connsiteX1" fmla="*/ 1693130 w 2084139"/>
                <a:gd name="connsiteY1" fmla="*/ 2725815 h 3303717"/>
                <a:gd name="connsiteX2" fmla="*/ 168003 w 2084139"/>
                <a:gd name="connsiteY2" fmla="*/ 2003366 h 3303717"/>
                <a:gd name="connsiteX3" fmla="*/ 0 w 2084139"/>
                <a:gd name="connsiteY3" fmla="*/ 970674 h 3303717"/>
                <a:gd name="connsiteX4" fmla="*/ 1683021 w 2084139"/>
                <a:gd name="connsiteY4" fmla="*/ 322069 h 3303717"/>
                <a:gd name="connsiteX5" fmla="*/ 1762073 w 2084139"/>
                <a:gd name="connsiteY5" fmla="*/ 1069372 h 3303717"/>
                <a:gd name="connsiteX6" fmla="*/ 1783443 w 2084139"/>
                <a:gd name="connsiteY6" fmla="*/ 1979780 h 3303717"/>
                <a:gd name="connsiteX0" fmla="*/ 1783443 w 2084139"/>
                <a:gd name="connsiteY0" fmla="*/ 2211599 h 3535536"/>
                <a:gd name="connsiteX1" fmla="*/ 1693130 w 2084139"/>
                <a:gd name="connsiteY1" fmla="*/ 2957634 h 3535536"/>
                <a:gd name="connsiteX2" fmla="*/ 168003 w 2084139"/>
                <a:gd name="connsiteY2" fmla="*/ 2235185 h 3535536"/>
                <a:gd name="connsiteX3" fmla="*/ 0 w 2084139"/>
                <a:gd name="connsiteY3" fmla="*/ 1202493 h 3535536"/>
                <a:gd name="connsiteX4" fmla="*/ 1683021 w 2084139"/>
                <a:gd name="connsiteY4" fmla="*/ 553888 h 3535536"/>
                <a:gd name="connsiteX5" fmla="*/ 1762073 w 2084139"/>
                <a:gd name="connsiteY5" fmla="*/ 1301191 h 3535536"/>
                <a:gd name="connsiteX6" fmla="*/ 1783443 w 2084139"/>
                <a:gd name="connsiteY6" fmla="*/ 2211599 h 3535536"/>
                <a:gd name="connsiteX0" fmla="*/ 1697718 w 1998414"/>
                <a:gd name="connsiteY0" fmla="*/ 2165861 h 3489798"/>
                <a:gd name="connsiteX1" fmla="*/ 1607405 w 1998414"/>
                <a:gd name="connsiteY1" fmla="*/ 2911896 h 3489798"/>
                <a:gd name="connsiteX2" fmla="*/ 82278 w 1998414"/>
                <a:gd name="connsiteY2" fmla="*/ 2189447 h 3489798"/>
                <a:gd name="connsiteX3" fmla="*/ 0 w 1998414"/>
                <a:gd name="connsiteY3" fmla="*/ 1328205 h 3489798"/>
                <a:gd name="connsiteX4" fmla="*/ 1597296 w 1998414"/>
                <a:gd name="connsiteY4" fmla="*/ 508150 h 3489798"/>
                <a:gd name="connsiteX5" fmla="*/ 1676348 w 1998414"/>
                <a:gd name="connsiteY5" fmla="*/ 1255453 h 3489798"/>
                <a:gd name="connsiteX6" fmla="*/ 1697718 w 1998414"/>
                <a:gd name="connsiteY6" fmla="*/ 2165861 h 3489798"/>
                <a:gd name="connsiteX0" fmla="*/ 1697718 w 1998414"/>
                <a:gd name="connsiteY0" fmla="*/ 2294426 h 3618363"/>
                <a:gd name="connsiteX1" fmla="*/ 1607405 w 1998414"/>
                <a:gd name="connsiteY1" fmla="*/ 3040461 h 3618363"/>
                <a:gd name="connsiteX2" fmla="*/ 82278 w 1998414"/>
                <a:gd name="connsiteY2" fmla="*/ 2318012 h 3618363"/>
                <a:gd name="connsiteX3" fmla="*/ 0 w 1998414"/>
                <a:gd name="connsiteY3" fmla="*/ 1456770 h 3618363"/>
                <a:gd name="connsiteX4" fmla="*/ 1597296 w 1998414"/>
                <a:gd name="connsiteY4" fmla="*/ 636715 h 3618363"/>
                <a:gd name="connsiteX5" fmla="*/ 1676348 w 1998414"/>
                <a:gd name="connsiteY5" fmla="*/ 1384018 h 3618363"/>
                <a:gd name="connsiteX6" fmla="*/ 1697718 w 1998414"/>
                <a:gd name="connsiteY6" fmla="*/ 2294426 h 3618363"/>
                <a:gd name="connsiteX0" fmla="*/ 1697718 w 1931740"/>
                <a:gd name="connsiteY0" fmla="*/ 2294426 h 3618363"/>
                <a:gd name="connsiteX1" fmla="*/ 1607405 w 1931740"/>
                <a:gd name="connsiteY1" fmla="*/ 3040461 h 3618363"/>
                <a:gd name="connsiteX2" fmla="*/ 82278 w 1931740"/>
                <a:gd name="connsiteY2" fmla="*/ 2318012 h 3618363"/>
                <a:gd name="connsiteX3" fmla="*/ 0 w 1931740"/>
                <a:gd name="connsiteY3" fmla="*/ 1456770 h 3618363"/>
                <a:gd name="connsiteX4" fmla="*/ 1597296 w 1931740"/>
                <a:gd name="connsiteY4" fmla="*/ 636715 h 3618363"/>
                <a:gd name="connsiteX5" fmla="*/ 1697718 w 1931740"/>
                <a:gd name="connsiteY5" fmla="*/ 2294426 h 3618363"/>
                <a:gd name="connsiteX0" fmla="*/ 1697718 w 1931740"/>
                <a:gd name="connsiteY0" fmla="*/ 1946447 h 3270384"/>
                <a:gd name="connsiteX1" fmla="*/ 1607405 w 1931740"/>
                <a:gd name="connsiteY1" fmla="*/ 2692482 h 3270384"/>
                <a:gd name="connsiteX2" fmla="*/ 82278 w 1931740"/>
                <a:gd name="connsiteY2" fmla="*/ 1970033 h 3270384"/>
                <a:gd name="connsiteX3" fmla="*/ 0 w 1931740"/>
                <a:gd name="connsiteY3" fmla="*/ 1108791 h 3270384"/>
                <a:gd name="connsiteX4" fmla="*/ 1541295 w 1931740"/>
                <a:gd name="connsiteY4" fmla="*/ 883535 h 3270384"/>
                <a:gd name="connsiteX5" fmla="*/ 1697718 w 1931740"/>
                <a:gd name="connsiteY5" fmla="*/ 1946447 h 3270384"/>
                <a:gd name="connsiteX0" fmla="*/ 1615440 w 1849462"/>
                <a:gd name="connsiteY0" fmla="*/ 2014741 h 3338678"/>
                <a:gd name="connsiteX1" fmla="*/ 1525127 w 1849462"/>
                <a:gd name="connsiteY1" fmla="*/ 2760776 h 3338678"/>
                <a:gd name="connsiteX2" fmla="*/ 0 w 1849462"/>
                <a:gd name="connsiteY2" fmla="*/ 2038327 h 3338678"/>
                <a:gd name="connsiteX3" fmla="*/ 197726 w 1849462"/>
                <a:gd name="connsiteY3" fmla="*/ 1044908 h 3338678"/>
                <a:gd name="connsiteX4" fmla="*/ 1459017 w 1849462"/>
                <a:gd name="connsiteY4" fmla="*/ 951829 h 3338678"/>
                <a:gd name="connsiteX5" fmla="*/ 1615440 w 1849462"/>
                <a:gd name="connsiteY5" fmla="*/ 2014741 h 3338678"/>
                <a:gd name="connsiteX0" fmla="*/ 1627885 w 1857636"/>
                <a:gd name="connsiteY0" fmla="*/ 2039524 h 3338678"/>
                <a:gd name="connsiteX1" fmla="*/ 1525127 w 1857636"/>
                <a:gd name="connsiteY1" fmla="*/ 2760776 h 3338678"/>
                <a:gd name="connsiteX2" fmla="*/ 0 w 1857636"/>
                <a:gd name="connsiteY2" fmla="*/ 2038327 h 3338678"/>
                <a:gd name="connsiteX3" fmla="*/ 197726 w 1857636"/>
                <a:gd name="connsiteY3" fmla="*/ 1044908 h 3338678"/>
                <a:gd name="connsiteX4" fmla="*/ 1459017 w 1857636"/>
                <a:gd name="connsiteY4" fmla="*/ 951829 h 3338678"/>
                <a:gd name="connsiteX5" fmla="*/ 1627885 w 1857636"/>
                <a:gd name="connsiteY5" fmla="*/ 2039524 h 3338678"/>
                <a:gd name="connsiteX0" fmla="*/ 1459017 w 1670913"/>
                <a:gd name="connsiteY0" fmla="*/ 951829 h 3338678"/>
                <a:gd name="connsiteX1" fmla="*/ 1525127 w 1670913"/>
                <a:gd name="connsiteY1" fmla="*/ 2760776 h 3338678"/>
                <a:gd name="connsiteX2" fmla="*/ 0 w 1670913"/>
                <a:gd name="connsiteY2" fmla="*/ 2038327 h 3338678"/>
                <a:gd name="connsiteX3" fmla="*/ 197726 w 1670913"/>
                <a:gd name="connsiteY3" fmla="*/ 1044908 h 3338678"/>
                <a:gd name="connsiteX4" fmla="*/ 1459017 w 1670913"/>
                <a:gd name="connsiteY4" fmla="*/ 951829 h 3338678"/>
                <a:gd name="connsiteX0" fmla="*/ 1459017 w 1648822"/>
                <a:gd name="connsiteY0" fmla="*/ 951829 h 3062258"/>
                <a:gd name="connsiteX1" fmla="*/ 1487793 w 1648822"/>
                <a:gd name="connsiteY1" fmla="*/ 2232065 h 3062258"/>
                <a:gd name="connsiteX2" fmla="*/ 0 w 1648822"/>
                <a:gd name="connsiteY2" fmla="*/ 2038327 h 3062258"/>
                <a:gd name="connsiteX3" fmla="*/ 197726 w 1648822"/>
                <a:gd name="connsiteY3" fmla="*/ 1044908 h 3062258"/>
                <a:gd name="connsiteX4" fmla="*/ 1459017 w 1648822"/>
                <a:gd name="connsiteY4" fmla="*/ 951829 h 3062258"/>
                <a:gd name="connsiteX0" fmla="*/ 1303460 w 1493265"/>
                <a:gd name="connsiteY0" fmla="*/ 951829 h 3114015"/>
                <a:gd name="connsiteX1" fmla="*/ 1332236 w 1493265"/>
                <a:gd name="connsiteY1" fmla="*/ 2232065 h 3114015"/>
                <a:gd name="connsiteX2" fmla="*/ 0 w 1493265"/>
                <a:gd name="connsiteY2" fmla="*/ 2129198 h 3114015"/>
                <a:gd name="connsiteX3" fmla="*/ 42169 w 1493265"/>
                <a:gd name="connsiteY3" fmla="*/ 1044908 h 3114015"/>
                <a:gd name="connsiteX4" fmla="*/ 1303460 w 1493265"/>
                <a:gd name="connsiteY4" fmla="*/ 951829 h 3114015"/>
                <a:gd name="connsiteX0" fmla="*/ 1303460 w 1690691"/>
                <a:gd name="connsiteY0" fmla="*/ 951829 h 3114017"/>
                <a:gd name="connsiteX1" fmla="*/ 1332236 w 1690691"/>
                <a:gd name="connsiteY1" fmla="*/ 2232065 h 3114017"/>
                <a:gd name="connsiteX2" fmla="*/ 0 w 1690691"/>
                <a:gd name="connsiteY2" fmla="*/ 2129198 h 3114017"/>
                <a:gd name="connsiteX3" fmla="*/ 42169 w 1690691"/>
                <a:gd name="connsiteY3" fmla="*/ 1044908 h 3114017"/>
                <a:gd name="connsiteX4" fmla="*/ 1303460 w 1690691"/>
                <a:gd name="connsiteY4" fmla="*/ 951829 h 3114017"/>
                <a:gd name="connsiteX0" fmla="*/ 1303460 w 1742828"/>
                <a:gd name="connsiteY0" fmla="*/ 951829 h 3114015"/>
                <a:gd name="connsiteX1" fmla="*/ 1332236 w 1742828"/>
                <a:gd name="connsiteY1" fmla="*/ 2232065 h 3114015"/>
                <a:gd name="connsiteX2" fmla="*/ 0 w 1742828"/>
                <a:gd name="connsiteY2" fmla="*/ 2129198 h 3114015"/>
                <a:gd name="connsiteX3" fmla="*/ 42169 w 1742828"/>
                <a:gd name="connsiteY3" fmla="*/ 1044908 h 3114015"/>
                <a:gd name="connsiteX4" fmla="*/ 1303460 w 1742828"/>
                <a:gd name="connsiteY4" fmla="*/ 951829 h 3114015"/>
                <a:gd name="connsiteX0" fmla="*/ 1303460 w 1693399"/>
                <a:gd name="connsiteY0" fmla="*/ 951829 h 3114017"/>
                <a:gd name="connsiteX1" fmla="*/ 1332236 w 1693399"/>
                <a:gd name="connsiteY1" fmla="*/ 2232065 h 3114017"/>
                <a:gd name="connsiteX2" fmla="*/ 0 w 1693399"/>
                <a:gd name="connsiteY2" fmla="*/ 2129198 h 3114017"/>
                <a:gd name="connsiteX3" fmla="*/ 42169 w 1693399"/>
                <a:gd name="connsiteY3" fmla="*/ 1044908 h 3114017"/>
                <a:gd name="connsiteX4" fmla="*/ 1303460 w 1693399"/>
                <a:gd name="connsiteY4" fmla="*/ 951829 h 311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3399" h="3114017">
                  <a:moveTo>
                    <a:pt x="1303460" y="951829"/>
                  </a:moveTo>
                  <a:cubicBezTo>
                    <a:pt x="1705140" y="1056063"/>
                    <a:pt x="1917632" y="1960109"/>
                    <a:pt x="1332236" y="2232065"/>
                  </a:cubicBezTo>
                  <a:cubicBezTo>
                    <a:pt x="1693810" y="3074982"/>
                    <a:pt x="419476" y="3743731"/>
                    <a:pt x="0" y="2129198"/>
                  </a:cubicBezTo>
                  <a:lnTo>
                    <a:pt x="42169" y="1044908"/>
                  </a:lnTo>
                  <a:cubicBezTo>
                    <a:pt x="344641" y="-501982"/>
                    <a:pt x="1589210" y="-157697"/>
                    <a:pt x="1303460" y="951829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6F7E25C-6D9B-4587-24B4-425CB9C3C079}"/>
                </a:ext>
              </a:extLst>
            </p:cNvPr>
            <p:cNvSpPr/>
            <p:nvPr/>
          </p:nvSpPr>
          <p:spPr>
            <a:xfrm>
              <a:off x="2227777" y="2331719"/>
              <a:ext cx="1725098" cy="3357025"/>
            </a:xfrm>
            <a:custGeom>
              <a:avLst/>
              <a:gdLst>
                <a:gd name="connsiteX0" fmla="*/ 1099634 w 1608253"/>
                <a:gd name="connsiteY0" fmla="*/ 0 h 3309958"/>
                <a:gd name="connsiteX1" fmla="*/ 1125354 w 1608253"/>
                <a:gd name="connsiteY1" fmla="*/ 30147 h 3309958"/>
                <a:gd name="connsiteX2" fmla="*/ 1608253 w 1608253"/>
                <a:gd name="connsiteY2" fmla="*/ 1635158 h 3309958"/>
                <a:gd name="connsiteX3" fmla="*/ 1125354 w 1608253"/>
                <a:gd name="connsiteY3" fmla="*/ 3240169 h 3309958"/>
                <a:gd name="connsiteX4" fmla="*/ 1065813 w 1608253"/>
                <a:gd name="connsiteY4" fmla="*/ 3309958 h 3309958"/>
                <a:gd name="connsiteX5" fmla="*/ 1027950 w 1608253"/>
                <a:gd name="connsiteY5" fmla="*/ 3297906 h 3309958"/>
                <a:gd name="connsiteX6" fmla="*/ 20888 w 1608253"/>
                <a:gd name="connsiteY6" fmla="*/ 1468692 h 3309958"/>
                <a:gd name="connsiteX7" fmla="*/ 1031226 w 1608253"/>
                <a:gd name="connsiteY7" fmla="*/ 30715 h 3309958"/>
                <a:gd name="connsiteX8" fmla="*/ 1099634 w 1608253"/>
                <a:gd name="connsiteY8" fmla="*/ 0 h 330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8253" h="3309958">
                  <a:moveTo>
                    <a:pt x="1099634" y="0"/>
                  </a:moveTo>
                  <a:lnTo>
                    <a:pt x="1125354" y="30147"/>
                  </a:lnTo>
                  <a:cubicBezTo>
                    <a:pt x="1420273" y="411646"/>
                    <a:pt x="1608253" y="988992"/>
                    <a:pt x="1608253" y="1635158"/>
                  </a:cubicBezTo>
                  <a:cubicBezTo>
                    <a:pt x="1608253" y="2281324"/>
                    <a:pt x="1420273" y="2858671"/>
                    <a:pt x="1125354" y="3240169"/>
                  </a:cubicBezTo>
                  <a:lnTo>
                    <a:pt x="1065813" y="3309958"/>
                  </a:lnTo>
                  <a:lnTo>
                    <a:pt x="1027950" y="3297906"/>
                  </a:lnTo>
                  <a:cubicBezTo>
                    <a:pt x="355791" y="3048815"/>
                    <a:pt x="-105527" y="2473566"/>
                    <a:pt x="20888" y="1468692"/>
                  </a:cubicBezTo>
                  <a:cubicBezTo>
                    <a:pt x="199166" y="724155"/>
                    <a:pt x="572110" y="268344"/>
                    <a:pt x="1031226" y="30715"/>
                  </a:cubicBezTo>
                  <a:lnTo>
                    <a:pt x="1099634" y="0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CBDBCDA-57CE-29FB-5125-150FA02BE59D}"/>
                </a:ext>
              </a:extLst>
            </p:cNvPr>
            <p:cNvSpPr/>
            <p:nvPr/>
          </p:nvSpPr>
          <p:spPr>
            <a:xfrm>
              <a:off x="2449594" y="3457777"/>
              <a:ext cx="779382" cy="779382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325C789-19B0-6448-DF32-7B372439AF2B}"/>
                </a:ext>
              </a:extLst>
            </p:cNvPr>
            <p:cNvSpPr/>
            <p:nvPr/>
          </p:nvSpPr>
          <p:spPr>
            <a:xfrm>
              <a:off x="2554767" y="3593737"/>
              <a:ext cx="358124" cy="358124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1B2666B-7144-5B34-CAA8-BE1ABEA2128F}"/>
              </a:ext>
            </a:extLst>
          </p:cNvPr>
          <p:cNvGrpSpPr/>
          <p:nvPr/>
        </p:nvGrpSpPr>
        <p:grpSpPr>
          <a:xfrm>
            <a:off x="1953326" y="80789"/>
            <a:ext cx="9007713" cy="6408300"/>
            <a:chOff x="1954293" y="1653020"/>
            <a:chExt cx="6278060" cy="446636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B6E32B5-0DA5-8B23-0A8F-31A51EDD6574}"/>
                </a:ext>
              </a:extLst>
            </p:cNvPr>
            <p:cNvSpPr/>
            <p:nvPr/>
          </p:nvSpPr>
          <p:spPr>
            <a:xfrm>
              <a:off x="1954293" y="3640099"/>
              <a:ext cx="568777" cy="914447"/>
            </a:xfrm>
            <a:custGeom>
              <a:avLst/>
              <a:gdLst>
                <a:gd name="connsiteX0" fmla="*/ 358940 w 397732"/>
                <a:gd name="connsiteY0" fmla="*/ 0 h 705318"/>
                <a:gd name="connsiteX1" fmla="*/ 361803 w 397732"/>
                <a:gd name="connsiteY1" fmla="*/ 7848 h 705318"/>
                <a:gd name="connsiteX2" fmla="*/ 397732 w 397732"/>
                <a:gd name="connsiteY2" fmla="*/ 272594 h 705318"/>
                <a:gd name="connsiteX3" fmla="*/ 319650 w 397732"/>
                <a:gd name="connsiteY3" fmla="*/ 652874 h 705318"/>
                <a:gd name="connsiteX4" fmla="*/ 291786 w 397732"/>
                <a:gd name="connsiteY4" fmla="*/ 703115 h 705318"/>
                <a:gd name="connsiteX5" fmla="*/ 219944 w 397732"/>
                <a:gd name="connsiteY5" fmla="*/ 705318 h 705318"/>
                <a:gd name="connsiteX6" fmla="*/ 5801 w 397732"/>
                <a:gd name="connsiteY6" fmla="*/ 525127 h 705318"/>
                <a:gd name="connsiteX7" fmla="*/ 56600 w 397732"/>
                <a:gd name="connsiteY7" fmla="*/ 347327 h 705318"/>
                <a:gd name="connsiteX8" fmla="*/ 353382 w 397732"/>
                <a:gd name="connsiteY8" fmla="*/ 9484 h 705318"/>
                <a:gd name="connsiteX9" fmla="*/ 358940 w 397732"/>
                <a:gd name="connsiteY9" fmla="*/ 0 h 705318"/>
                <a:gd name="connsiteX0" fmla="*/ 358940 w 400740"/>
                <a:gd name="connsiteY0" fmla="*/ 0 h 705318"/>
                <a:gd name="connsiteX1" fmla="*/ 361803 w 400740"/>
                <a:gd name="connsiteY1" fmla="*/ 7848 h 705318"/>
                <a:gd name="connsiteX2" fmla="*/ 397732 w 400740"/>
                <a:gd name="connsiteY2" fmla="*/ 272594 h 705318"/>
                <a:gd name="connsiteX3" fmla="*/ 291786 w 400740"/>
                <a:gd name="connsiteY3" fmla="*/ 703115 h 705318"/>
                <a:gd name="connsiteX4" fmla="*/ 219944 w 400740"/>
                <a:gd name="connsiteY4" fmla="*/ 705318 h 705318"/>
                <a:gd name="connsiteX5" fmla="*/ 5801 w 400740"/>
                <a:gd name="connsiteY5" fmla="*/ 525127 h 705318"/>
                <a:gd name="connsiteX6" fmla="*/ 56600 w 400740"/>
                <a:gd name="connsiteY6" fmla="*/ 347327 h 705318"/>
                <a:gd name="connsiteX7" fmla="*/ 353382 w 400740"/>
                <a:gd name="connsiteY7" fmla="*/ 9484 h 705318"/>
                <a:gd name="connsiteX8" fmla="*/ 358940 w 400740"/>
                <a:gd name="connsiteY8" fmla="*/ 0 h 705318"/>
                <a:gd name="connsiteX0" fmla="*/ 358940 w 564621"/>
                <a:gd name="connsiteY0" fmla="*/ 0 h 705318"/>
                <a:gd name="connsiteX1" fmla="*/ 361803 w 564621"/>
                <a:gd name="connsiteY1" fmla="*/ 7848 h 705318"/>
                <a:gd name="connsiteX2" fmla="*/ 397732 w 564621"/>
                <a:gd name="connsiteY2" fmla="*/ 272594 h 705318"/>
                <a:gd name="connsiteX3" fmla="*/ 560975 w 564621"/>
                <a:gd name="connsiteY3" fmla="*/ 518528 h 705318"/>
                <a:gd name="connsiteX4" fmla="*/ 219944 w 564621"/>
                <a:gd name="connsiteY4" fmla="*/ 705318 h 705318"/>
                <a:gd name="connsiteX5" fmla="*/ 5801 w 564621"/>
                <a:gd name="connsiteY5" fmla="*/ 525127 h 705318"/>
                <a:gd name="connsiteX6" fmla="*/ 56600 w 564621"/>
                <a:gd name="connsiteY6" fmla="*/ 347327 h 705318"/>
                <a:gd name="connsiteX7" fmla="*/ 353382 w 564621"/>
                <a:gd name="connsiteY7" fmla="*/ 9484 h 705318"/>
                <a:gd name="connsiteX8" fmla="*/ 358940 w 564621"/>
                <a:gd name="connsiteY8" fmla="*/ 0 h 705318"/>
                <a:gd name="connsiteX0" fmla="*/ 358940 w 405404"/>
                <a:gd name="connsiteY0" fmla="*/ 0 h 705318"/>
                <a:gd name="connsiteX1" fmla="*/ 361803 w 405404"/>
                <a:gd name="connsiteY1" fmla="*/ 7848 h 705318"/>
                <a:gd name="connsiteX2" fmla="*/ 397732 w 405404"/>
                <a:gd name="connsiteY2" fmla="*/ 272594 h 705318"/>
                <a:gd name="connsiteX3" fmla="*/ 219944 w 405404"/>
                <a:gd name="connsiteY3" fmla="*/ 705318 h 705318"/>
                <a:gd name="connsiteX4" fmla="*/ 5801 w 405404"/>
                <a:gd name="connsiteY4" fmla="*/ 525127 h 705318"/>
                <a:gd name="connsiteX5" fmla="*/ 56600 w 405404"/>
                <a:gd name="connsiteY5" fmla="*/ 347327 h 705318"/>
                <a:gd name="connsiteX6" fmla="*/ 353382 w 405404"/>
                <a:gd name="connsiteY6" fmla="*/ 9484 h 705318"/>
                <a:gd name="connsiteX7" fmla="*/ 358940 w 405404"/>
                <a:gd name="connsiteY7" fmla="*/ 0 h 705318"/>
                <a:gd name="connsiteX0" fmla="*/ 381429 w 586909"/>
                <a:gd name="connsiteY0" fmla="*/ 0 h 533762"/>
                <a:gd name="connsiteX1" fmla="*/ 384292 w 586909"/>
                <a:gd name="connsiteY1" fmla="*/ 7848 h 533762"/>
                <a:gd name="connsiteX2" fmla="*/ 420221 w 586909"/>
                <a:gd name="connsiteY2" fmla="*/ 272594 h 533762"/>
                <a:gd name="connsiteX3" fmla="*/ 573151 w 586909"/>
                <a:gd name="connsiteY3" fmla="*/ 513040 h 533762"/>
                <a:gd name="connsiteX4" fmla="*/ 28290 w 586909"/>
                <a:gd name="connsiteY4" fmla="*/ 525127 h 533762"/>
                <a:gd name="connsiteX5" fmla="*/ 79089 w 586909"/>
                <a:gd name="connsiteY5" fmla="*/ 347327 h 533762"/>
                <a:gd name="connsiteX6" fmla="*/ 375871 w 586909"/>
                <a:gd name="connsiteY6" fmla="*/ 9484 h 533762"/>
                <a:gd name="connsiteX7" fmla="*/ 381429 w 586909"/>
                <a:gd name="connsiteY7" fmla="*/ 0 h 533762"/>
                <a:gd name="connsiteX0" fmla="*/ 357821 w 563301"/>
                <a:gd name="connsiteY0" fmla="*/ 23296 h 561314"/>
                <a:gd name="connsiteX1" fmla="*/ 360684 w 563301"/>
                <a:gd name="connsiteY1" fmla="*/ 31144 h 561314"/>
                <a:gd name="connsiteX2" fmla="*/ 396613 w 563301"/>
                <a:gd name="connsiteY2" fmla="*/ 295890 h 561314"/>
                <a:gd name="connsiteX3" fmla="*/ 549543 w 563301"/>
                <a:gd name="connsiteY3" fmla="*/ 536336 h 561314"/>
                <a:gd name="connsiteX4" fmla="*/ 4682 w 563301"/>
                <a:gd name="connsiteY4" fmla="*/ 548423 h 561314"/>
                <a:gd name="connsiteX5" fmla="*/ 274677 w 563301"/>
                <a:gd name="connsiteY5" fmla="*/ 309094 h 561314"/>
                <a:gd name="connsiteX6" fmla="*/ 352263 w 563301"/>
                <a:gd name="connsiteY6" fmla="*/ 32780 h 561314"/>
                <a:gd name="connsiteX7" fmla="*/ 357821 w 563301"/>
                <a:gd name="connsiteY7" fmla="*/ 23296 h 561314"/>
                <a:gd name="connsiteX0" fmla="*/ 169301 w 374781"/>
                <a:gd name="connsiteY0" fmla="*/ 23296 h 536360"/>
                <a:gd name="connsiteX1" fmla="*/ 172164 w 374781"/>
                <a:gd name="connsiteY1" fmla="*/ 31144 h 536360"/>
                <a:gd name="connsiteX2" fmla="*/ 208093 w 374781"/>
                <a:gd name="connsiteY2" fmla="*/ 295890 h 536360"/>
                <a:gd name="connsiteX3" fmla="*/ 361023 w 374781"/>
                <a:gd name="connsiteY3" fmla="*/ 536336 h 536360"/>
                <a:gd name="connsiteX4" fmla="*/ 86157 w 374781"/>
                <a:gd name="connsiteY4" fmla="*/ 309094 h 536360"/>
                <a:gd name="connsiteX5" fmla="*/ 163743 w 374781"/>
                <a:gd name="connsiteY5" fmla="*/ 32780 h 536360"/>
                <a:gd name="connsiteX6" fmla="*/ 169301 w 374781"/>
                <a:gd name="connsiteY6" fmla="*/ 23296 h 536360"/>
                <a:gd name="connsiteX0" fmla="*/ 423107 w 423107"/>
                <a:gd name="connsiteY0" fmla="*/ 115589 h 536360"/>
                <a:gd name="connsiteX1" fmla="*/ 172164 w 423107"/>
                <a:gd name="connsiteY1" fmla="*/ 31144 h 536360"/>
                <a:gd name="connsiteX2" fmla="*/ 208093 w 423107"/>
                <a:gd name="connsiteY2" fmla="*/ 295890 h 536360"/>
                <a:gd name="connsiteX3" fmla="*/ 361023 w 423107"/>
                <a:gd name="connsiteY3" fmla="*/ 536336 h 536360"/>
                <a:gd name="connsiteX4" fmla="*/ 86157 w 423107"/>
                <a:gd name="connsiteY4" fmla="*/ 309094 h 536360"/>
                <a:gd name="connsiteX5" fmla="*/ 163743 w 423107"/>
                <a:gd name="connsiteY5" fmla="*/ 32780 h 536360"/>
                <a:gd name="connsiteX6" fmla="*/ 423107 w 423107"/>
                <a:gd name="connsiteY6" fmla="*/ 115589 h 536360"/>
                <a:gd name="connsiteX0" fmla="*/ 163743 w 374781"/>
                <a:gd name="connsiteY0" fmla="*/ 32780 h 536360"/>
                <a:gd name="connsiteX1" fmla="*/ 172164 w 374781"/>
                <a:gd name="connsiteY1" fmla="*/ 31144 h 536360"/>
                <a:gd name="connsiteX2" fmla="*/ 208093 w 374781"/>
                <a:gd name="connsiteY2" fmla="*/ 295890 h 536360"/>
                <a:gd name="connsiteX3" fmla="*/ 361023 w 374781"/>
                <a:gd name="connsiteY3" fmla="*/ 536336 h 536360"/>
                <a:gd name="connsiteX4" fmla="*/ 86157 w 374781"/>
                <a:gd name="connsiteY4" fmla="*/ 309094 h 536360"/>
                <a:gd name="connsiteX5" fmla="*/ 163743 w 374781"/>
                <a:gd name="connsiteY5" fmla="*/ 32780 h 536360"/>
                <a:gd name="connsiteX0" fmla="*/ 352551 w 352551"/>
                <a:gd name="connsiteY0" fmla="*/ 124694 h 505216"/>
                <a:gd name="connsiteX1" fmla="*/ 137930 w 352551"/>
                <a:gd name="connsiteY1" fmla="*/ 0 h 505216"/>
                <a:gd name="connsiteX2" fmla="*/ 173859 w 352551"/>
                <a:gd name="connsiteY2" fmla="*/ 264746 h 505216"/>
                <a:gd name="connsiteX3" fmla="*/ 326789 w 352551"/>
                <a:gd name="connsiteY3" fmla="*/ 505192 h 505216"/>
                <a:gd name="connsiteX4" fmla="*/ 51923 w 352551"/>
                <a:gd name="connsiteY4" fmla="*/ 277950 h 505216"/>
                <a:gd name="connsiteX5" fmla="*/ 352551 w 352551"/>
                <a:gd name="connsiteY5" fmla="*/ 124694 h 505216"/>
                <a:gd name="connsiteX0" fmla="*/ 352551 w 352551"/>
                <a:gd name="connsiteY0" fmla="*/ 124694 h 505216"/>
                <a:gd name="connsiteX1" fmla="*/ 137930 w 352551"/>
                <a:gd name="connsiteY1" fmla="*/ 0 h 505216"/>
                <a:gd name="connsiteX2" fmla="*/ 326789 w 352551"/>
                <a:gd name="connsiteY2" fmla="*/ 505192 h 505216"/>
                <a:gd name="connsiteX3" fmla="*/ 51923 w 352551"/>
                <a:gd name="connsiteY3" fmla="*/ 277950 h 505216"/>
                <a:gd name="connsiteX4" fmla="*/ 352551 w 352551"/>
                <a:gd name="connsiteY4" fmla="*/ 124694 h 505216"/>
                <a:gd name="connsiteX0" fmla="*/ 352551 w 352551"/>
                <a:gd name="connsiteY0" fmla="*/ 109945 h 490467"/>
                <a:gd name="connsiteX1" fmla="*/ 326789 w 352551"/>
                <a:gd name="connsiteY1" fmla="*/ 490443 h 490467"/>
                <a:gd name="connsiteX2" fmla="*/ 51923 w 352551"/>
                <a:gd name="connsiteY2" fmla="*/ 263201 h 490467"/>
                <a:gd name="connsiteX3" fmla="*/ 352551 w 352551"/>
                <a:gd name="connsiteY3" fmla="*/ 109945 h 490467"/>
                <a:gd name="connsiteX0" fmla="*/ 352551 w 352551"/>
                <a:gd name="connsiteY0" fmla="*/ 109945 h 526860"/>
                <a:gd name="connsiteX1" fmla="*/ 326789 w 352551"/>
                <a:gd name="connsiteY1" fmla="*/ 490443 h 526860"/>
                <a:gd name="connsiteX2" fmla="*/ 51923 w 352551"/>
                <a:gd name="connsiteY2" fmla="*/ 263201 h 526860"/>
                <a:gd name="connsiteX3" fmla="*/ 352551 w 352551"/>
                <a:gd name="connsiteY3" fmla="*/ 109945 h 526860"/>
                <a:gd name="connsiteX0" fmla="*/ 352551 w 352551"/>
                <a:gd name="connsiteY0" fmla="*/ 109945 h 558758"/>
                <a:gd name="connsiteX1" fmla="*/ 326789 w 352551"/>
                <a:gd name="connsiteY1" fmla="*/ 490443 h 558758"/>
                <a:gd name="connsiteX2" fmla="*/ 51923 w 352551"/>
                <a:gd name="connsiteY2" fmla="*/ 263201 h 558758"/>
                <a:gd name="connsiteX3" fmla="*/ 352551 w 352551"/>
                <a:gd name="connsiteY3" fmla="*/ 109945 h 558758"/>
                <a:gd name="connsiteX0" fmla="*/ 352551 w 352551"/>
                <a:gd name="connsiteY0" fmla="*/ 109945 h 552985"/>
                <a:gd name="connsiteX1" fmla="*/ 326789 w 352551"/>
                <a:gd name="connsiteY1" fmla="*/ 490443 h 552985"/>
                <a:gd name="connsiteX2" fmla="*/ 51923 w 352551"/>
                <a:gd name="connsiteY2" fmla="*/ 263201 h 552985"/>
                <a:gd name="connsiteX3" fmla="*/ 352551 w 352551"/>
                <a:gd name="connsiteY3" fmla="*/ 109945 h 552985"/>
                <a:gd name="connsiteX0" fmla="*/ 346807 w 346807"/>
                <a:gd name="connsiteY0" fmla="*/ 153778 h 596818"/>
                <a:gd name="connsiteX1" fmla="*/ 321045 w 346807"/>
                <a:gd name="connsiteY1" fmla="*/ 534276 h 596818"/>
                <a:gd name="connsiteX2" fmla="*/ 46179 w 346807"/>
                <a:gd name="connsiteY2" fmla="*/ 307034 h 596818"/>
                <a:gd name="connsiteX3" fmla="*/ 346807 w 346807"/>
                <a:gd name="connsiteY3" fmla="*/ 153778 h 596818"/>
                <a:gd name="connsiteX0" fmla="*/ 346807 w 346807"/>
                <a:gd name="connsiteY0" fmla="*/ 67585 h 510625"/>
                <a:gd name="connsiteX1" fmla="*/ 321045 w 346807"/>
                <a:gd name="connsiteY1" fmla="*/ 448083 h 510625"/>
                <a:gd name="connsiteX2" fmla="*/ 46179 w 346807"/>
                <a:gd name="connsiteY2" fmla="*/ 220841 h 510625"/>
                <a:gd name="connsiteX3" fmla="*/ 346807 w 346807"/>
                <a:gd name="connsiteY3" fmla="*/ 67585 h 510625"/>
                <a:gd name="connsiteX0" fmla="*/ 348491 w 348491"/>
                <a:gd name="connsiteY0" fmla="*/ 118436 h 561476"/>
                <a:gd name="connsiteX1" fmla="*/ 322729 w 348491"/>
                <a:gd name="connsiteY1" fmla="*/ 498934 h 561476"/>
                <a:gd name="connsiteX2" fmla="*/ 47863 w 348491"/>
                <a:gd name="connsiteY2" fmla="*/ 271692 h 561476"/>
                <a:gd name="connsiteX3" fmla="*/ 348491 w 348491"/>
                <a:gd name="connsiteY3" fmla="*/ 118436 h 561476"/>
                <a:gd name="connsiteX0" fmla="*/ 341730 w 341730"/>
                <a:gd name="connsiteY0" fmla="*/ 111596 h 554636"/>
                <a:gd name="connsiteX1" fmla="*/ 315968 w 341730"/>
                <a:gd name="connsiteY1" fmla="*/ 492094 h 554636"/>
                <a:gd name="connsiteX2" fmla="*/ 41102 w 341730"/>
                <a:gd name="connsiteY2" fmla="*/ 264852 h 554636"/>
                <a:gd name="connsiteX3" fmla="*/ 341730 w 341730"/>
                <a:gd name="connsiteY3" fmla="*/ 111596 h 554636"/>
                <a:gd name="connsiteX0" fmla="*/ 339085 w 339085"/>
                <a:gd name="connsiteY0" fmla="*/ 110489 h 553529"/>
                <a:gd name="connsiteX1" fmla="*/ 313323 w 339085"/>
                <a:gd name="connsiteY1" fmla="*/ 490987 h 553529"/>
                <a:gd name="connsiteX2" fmla="*/ 38457 w 339085"/>
                <a:gd name="connsiteY2" fmla="*/ 263745 h 553529"/>
                <a:gd name="connsiteX3" fmla="*/ 339085 w 339085"/>
                <a:gd name="connsiteY3" fmla="*/ 110489 h 553529"/>
                <a:gd name="connsiteX0" fmla="*/ 344450 w 344450"/>
                <a:gd name="connsiteY0" fmla="*/ 107028 h 553788"/>
                <a:gd name="connsiteX1" fmla="*/ 318688 w 344450"/>
                <a:gd name="connsiteY1" fmla="*/ 487526 h 553788"/>
                <a:gd name="connsiteX2" fmla="*/ 38054 w 344450"/>
                <a:gd name="connsiteY2" fmla="*/ 270379 h 553788"/>
                <a:gd name="connsiteX3" fmla="*/ 344450 w 344450"/>
                <a:gd name="connsiteY3" fmla="*/ 107028 h 55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4450" h="553788">
                  <a:moveTo>
                    <a:pt x="344450" y="107028"/>
                  </a:moveTo>
                  <a:lnTo>
                    <a:pt x="318688" y="487526"/>
                  </a:lnTo>
                  <a:cubicBezTo>
                    <a:pt x="286829" y="566638"/>
                    <a:pt x="-113651" y="646567"/>
                    <a:pt x="38054" y="270379"/>
                  </a:cubicBezTo>
                  <a:cubicBezTo>
                    <a:pt x="-128595" y="-26139"/>
                    <a:pt x="303631" y="-75925"/>
                    <a:pt x="344450" y="107028"/>
                  </a:cubicBezTo>
                  <a:close/>
                </a:path>
              </a:pathLst>
            </a:custGeom>
            <a:solidFill>
              <a:schemeClr val="tx1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">
              <a:extLst>
                <a:ext uri="{FF2B5EF4-FFF2-40B4-BE49-F238E27FC236}">
                  <a16:creationId xmlns:a16="http://schemas.microsoft.com/office/drawing/2014/main" id="{DBB1B923-2E54-B6B5-290B-8092AB871406}"/>
                </a:ext>
              </a:extLst>
            </p:cNvPr>
            <p:cNvSpPr/>
            <p:nvPr/>
          </p:nvSpPr>
          <p:spPr>
            <a:xfrm>
              <a:off x="3348987" y="1653020"/>
              <a:ext cx="3270108" cy="1737394"/>
            </a:xfrm>
            <a:custGeom>
              <a:avLst/>
              <a:gdLst>
                <a:gd name="connsiteX0" fmla="*/ 0 w 1291771"/>
                <a:gd name="connsiteY0" fmla="*/ 0 h 1103086"/>
                <a:gd name="connsiteX1" fmla="*/ 1291771 w 1291771"/>
                <a:gd name="connsiteY1" fmla="*/ 0 h 1103086"/>
                <a:gd name="connsiteX2" fmla="*/ 1291771 w 1291771"/>
                <a:gd name="connsiteY2" fmla="*/ 1103086 h 1103086"/>
                <a:gd name="connsiteX3" fmla="*/ 0 w 1291771"/>
                <a:gd name="connsiteY3" fmla="*/ 1103086 h 1103086"/>
                <a:gd name="connsiteX4" fmla="*/ 0 w 1291771"/>
                <a:gd name="connsiteY4" fmla="*/ 0 h 1103086"/>
                <a:gd name="connsiteX0" fmla="*/ 1016000 w 2307771"/>
                <a:gd name="connsiteY0" fmla="*/ 0 h 1175657"/>
                <a:gd name="connsiteX1" fmla="*/ 2307771 w 2307771"/>
                <a:gd name="connsiteY1" fmla="*/ 0 h 1175657"/>
                <a:gd name="connsiteX2" fmla="*/ 2307771 w 2307771"/>
                <a:gd name="connsiteY2" fmla="*/ 1103086 h 1175657"/>
                <a:gd name="connsiteX3" fmla="*/ 0 w 2307771"/>
                <a:gd name="connsiteY3" fmla="*/ 1175657 h 1175657"/>
                <a:gd name="connsiteX4" fmla="*/ 1016000 w 2307771"/>
                <a:gd name="connsiteY4" fmla="*/ 0 h 1175657"/>
                <a:gd name="connsiteX0" fmla="*/ 4397828 w 4397828"/>
                <a:gd name="connsiteY0" fmla="*/ 0 h 2336800"/>
                <a:gd name="connsiteX1" fmla="*/ 2307771 w 4397828"/>
                <a:gd name="connsiteY1" fmla="*/ 1161143 h 2336800"/>
                <a:gd name="connsiteX2" fmla="*/ 2307771 w 4397828"/>
                <a:gd name="connsiteY2" fmla="*/ 2264229 h 2336800"/>
                <a:gd name="connsiteX3" fmla="*/ 0 w 4397828"/>
                <a:gd name="connsiteY3" fmla="*/ 2336800 h 2336800"/>
                <a:gd name="connsiteX4" fmla="*/ 4397828 w 4397828"/>
                <a:gd name="connsiteY4" fmla="*/ 0 h 2336800"/>
                <a:gd name="connsiteX0" fmla="*/ 3048000 w 3048000"/>
                <a:gd name="connsiteY0" fmla="*/ 0 h 2264229"/>
                <a:gd name="connsiteX1" fmla="*/ 957943 w 3048000"/>
                <a:gd name="connsiteY1" fmla="*/ 1161143 h 2264229"/>
                <a:gd name="connsiteX2" fmla="*/ 957943 w 3048000"/>
                <a:gd name="connsiteY2" fmla="*/ 2264229 h 2264229"/>
                <a:gd name="connsiteX3" fmla="*/ 0 w 3048000"/>
                <a:gd name="connsiteY3" fmla="*/ 174171 h 2264229"/>
                <a:gd name="connsiteX4" fmla="*/ 3048000 w 3048000"/>
                <a:gd name="connsiteY4" fmla="*/ 0 h 2264229"/>
                <a:gd name="connsiteX0" fmla="*/ 3048000 w 3048000"/>
                <a:gd name="connsiteY0" fmla="*/ 241972 h 2506201"/>
                <a:gd name="connsiteX1" fmla="*/ 957943 w 3048000"/>
                <a:gd name="connsiteY1" fmla="*/ 1403115 h 2506201"/>
                <a:gd name="connsiteX2" fmla="*/ 957943 w 3048000"/>
                <a:gd name="connsiteY2" fmla="*/ 2506201 h 2506201"/>
                <a:gd name="connsiteX3" fmla="*/ 0 w 3048000"/>
                <a:gd name="connsiteY3" fmla="*/ 416143 h 2506201"/>
                <a:gd name="connsiteX4" fmla="*/ 3048000 w 3048000"/>
                <a:gd name="connsiteY4" fmla="*/ 241972 h 2506201"/>
                <a:gd name="connsiteX0" fmla="*/ 3048000 w 3048000"/>
                <a:gd name="connsiteY0" fmla="*/ 567705 h 2831934"/>
                <a:gd name="connsiteX1" fmla="*/ 957943 w 3048000"/>
                <a:gd name="connsiteY1" fmla="*/ 1728848 h 2831934"/>
                <a:gd name="connsiteX2" fmla="*/ 957943 w 3048000"/>
                <a:gd name="connsiteY2" fmla="*/ 2831934 h 2831934"/>
                <a:gd name="connsiteX3" fmla="*/ 0 w 3048000"/>
                <a:gd name="connsiteY3" fmla="*/ 741876 h 2831934"/>
                <a:gd name="connsiteX4" fmla="*/ 3048000 w 3048000"/>
                <a:gd name="connsiteY4" fmla="*/ 567705 h 2831934"/>
                <a:gd name="connsiteX0" fmla="*/ 3048000 w 3142456"/>
                <a:gd name="connsiteY0" fmla="*/ 208042 h 2472271"/>
                <a:gd name="connsiteX1" fmla="*/ 957943 w 3142456"/>
                <a:gd name="connsiteY1" fmla="*/ 1369185 h 2472271"/>
                <a:gd name="connsiteX2" fmla="*/ 957943 w 3142456"/>
                <a:gd name="connsiteY2" fmla="*/ 2472271 h 2472271"/>
                <a:gd name="connsiteX3" fmla="*/ 0 w 3142456"/>
                <a:gd name="connsiteY3" fmla="*/ 382213 h 2472271"/>
                <a:gd name="connsiteX4" fmla="*/ 2496456 w 3142456"/>
                <a:gd name="connsiteY4" fmla="*/ 19358 h 2472271"/>
                <a:gd name="connsiteX5" fmla="*/ 3048000 w 3142456"/>
                <a:gd name="connsiteY5" fmla="*/ 208042 h 2472271"/>
                <a:gd name="connsiteX0" fmla="*/ 3048000 w 3142456"/>
                <a:gd name="connsiteY0" fmla="*/ 397218 h 2661447"/>
                <a:gd name="connsiteX1" fmla="*/ 957943 w 3142456"/>
                <a:gd name="connsiteY1" fmla="*/ 1558361 h 2661447"/>
                <a:gd name="connsiteX2" fmla="*/ 957943 w 3142456"/>
                <a:gd name="connsiteY2" fmla="*/ 2661447 h 2661447"/>
                <a:gd name="connsiteX3" fmla="*/ 0 w 3142456"/>
                <a:gd name="connsiteY3" fmla="*/ 571389 h 2661447"/>
                <a:gd name="connsiteX4" fmla="*/ 2496456 w 3142456"/>
                <a:gd name="connsiteY4" fmla="*/ 208534 h 2661447"/>
                <a:gd name="connsiteX5" fmla="*/ 3048000 w 3142456"/>
                <a:gd name="connsiteY5" fmla="*/ 397218 h 2661447"/>
                <a:gd name="connsiteX0" fmla="*/ 3048000 w 3142456"/>
                <a:gd name="connsiteY0" fmla="*/ 579486 h 2843715"/>
                <a:gd name="connsiteX1" fmla="*/ 957943 w 3142456"/>
                <a:gd name="connsiteY1" fmla="*/ 1740629 h 2843715"/>
                <a:gd name="connsiteX2" fmla="*/ 957943 w 3142456"/>
                <a:gd name="connsiteY2" fmla="*/ 2843715 h 2843715"/>
                <a:gd name="connsiteX3" fmla="*/ 0 w 3142456"/>
                <a:gd name="connsiteY3" fmla="*/ 753657 h 2843715"/>
                <a:gd name="connsiteX4" fmla="*/ 2496456 w 3142456"/>
                <a:gd name="connsiteY4" fmla="*/ 390802 h 2843715"/>
                <a:gd name="connsiteX5" fmla="*/ 3048000 w 3142456"/>
                <a:gd name="connsiteY5" fmla="*/ 579486 h 2843715"/>
                <a:gd name="connsiteX0" fmla="*/ 3048000 w 3142456"/>
                <a:gd name="connsiteY0" fmla="*/ 506701 h 2770930"/>
                <a:gd name="connsiteX1" fmla="*/ 957943 w 3142456"/>
                <a:gd name="connsiteY1" fmla="*/ 1667844 h 2770930"/>
                <a:gd name="connsiteX2" fmla="*/ 957943 w 3142456"/>
                <a:gd name="connsiteY2" fmla="*/ 2770930 h 2770930"/>
                <a:gd name="connsiteX3" fmla="*/ 0 w 3142456"/>
                <a:gd name="connsiteY3" fmla="*/ 680872 h 2770930"/>
                <a:gd name="connsiteX4" fmla="*/ 2496456 w 3142456"/>
                <a:gd name="connsiteY4" fmla="*/ 318017 h 2770930"/>
                <a:gd name="connsiteX5" fmla="*/ 3048000 w 3142456"/>
                <a:gd name="connsiteY5" fmla="*/ 506701 h 2770930"/>
                <a:gd name="connsiteX0" fmla="*/ 3048000 w 3142456"/>
                <a:gd name="connsiteY0" fmla="*/ 561697 h 2825926"/>
                <a:gd name="connsiteX1" fmla="*/ 957943 w 3142456"/>
                <a:gd name="connsiteY1" fmla="*/ 1722840 h 2825926"/>
                <a:gd name="connsiteX2" fmla="*/ 957943 w 3142456"/>
                <a:gd name="connsiteY2" fmla="*/ 2825926 h 2825926"/>
                <a:gd name="connsiteX3" fmla="*/ 0 w 3142456"/>
                <a:gd name="connsiteY3" fmla="*/ 735868 h 2825926"/>
                <a:gd name="connsiteX4" fmla="*/ 2496456 w 3142456"/>
                <a:gd name="connsiteY4" fmla="*/ 373013 h 2825926"/>
                <a:gd name="connsiteX5" fmla="*/ 3048000 w 3142456"/>
                <a:gd name="connsiteY5" fmla="*/ 561697 h 2825926"/>
                <a:gd name="connsiteX0" fmla="*/ 3048000 w 3142456"/>
                <a:gd name="connsiteY0" fmla="*/ 591102 h 2855331"/>
                <a:gd name="connsiteX1" fmla="*/ 957943 w 3142456"/>
                <a:gd name="connsiteY1" fmla="*/ 1752245 h 2855331"/>
                <a:gd name="connsiteX2" fmla="*/ 957943 w 3142456"/>
                <a:gd name="connsiteY2" fmla="*/ 2855331 h 2855331"/>
                <a:gd name="connsiteX3" fmla="*/ 0 w 3142456"/>
                <a:gd name="connsiteY3" fmla="*/ 765273 h 2855331"/>
                <a:gd name="connsiteX4" fmla="*/ 2496456 w 3142456"/>
                <a:gd name="connsiteY4" fmla="*/ 402418 h 2855331"/>
                <a:gd name="connsiteX5" fmla="*/ 3048000 w 3142456"/>
                <a:gd name="connsiteY5" fmla="*/ 591102 h 2855331"/>
                <a:gd name="connsiteX0" fmla="*/ 3048000 w 3115743"/>
                <a:gd name="connsiteY0" fmla="*/ 677634 h 2941863"/>
                <a:gd name="connsiteX1" fmla="*/ 957943 w 3115743"/>
                <a:gd name="connsiteY1" fmla="*/ 1838777 h 2941863"/>
                <a:gd name="connsiteX2" fmla="*/ 957943 w 3115743"/>
                <a:gd name="connsiteY2" fmla="*/ 2941863 h 2941863"/>
                <a:gd name="connsiteX3" fmla="*/ 0 w 3115743"/>
                <a:gd name="connsiteY3" fmla="*/ 851805 h 2941863"/>
                <a:gd name="connsiteX4" fmla="*/ 2267856 w 3115743"/>
                <a:gd name="connsiteY4" fmla="*/ 359410 h 2941863"/>
                <a:gd name="connsiteX5" fmla="*/ 3048000 w 3115743"/>
                <a:gd name="connsiteY5" fmla="*/ 677634 h 2941863"/>
                <a:gd name="connsiteX0" fmla="*/ 3048000 w 3115743"/>
                <a:gd name="connsiteY0" fmla="*/ 537035 h 2801264"/>
                <a:gd name="connsiteX1" fmla="*/ 957943 w 3115743"/>
                <a:gd name="connsiteY1" fmla="*/ 1698178 h 2801264"/>
                <a:gd name="connsiteX2" fmla="*/ 957943 w 3115743"/>
                <a:gd name="connsiteY2" fmla="*/ 2801264 h 2801264"/>
                <a:gd name="connsiteX3" fmla="*/ 0 w 3115743"/>
                <a:gd name="connsiteY3" fmla="*/ 711206 h 2801264"/>
                <a:gd name="connsiteX4" fmla="*/ 2267856 w 3115743"/>
                <a:gd name="connsiteY4" fmla="*/ 218811 h 2801264"/>
                <a:gd name="connsiteX5" fmla="*/ 3048000 w 3115743"/>
                <a:gd name="connsiteY5" fmla="*/ 537035 h 2801264"/>
                <a:gd name="connsiteX0" fmla="*/ 3108960 w 3176703"/>
                <a:gd name="connsiteY0" fmla="*/ 534523 h 2798752"/>
                <a:gd name="connsiteX1" fmla="*/ 1018903 w 3176703"/>
                <a:gd name="connsiteY1" fmla="*/ 1695666 h 2798752"/>
                <a:gd name="connsiteX2" fmla="*/ 1018903 w 3176703"/>
                <a:gd name="connsiteY2" fmla="*/ 2798752 h 2798752"/>
                <a:gd name="connsiteX3" fmla="*/ 0 w 3176703"/>
                <a:gd name="connsiteY3" fmla="*/ 716314 h 2798752"/>
                <a:gd name="connsiteX4" fmla="*/ 2328816 w 3176703"/>
                <a:gd name="connsiteY4" fmla="*/ 216299 h 2798752"/>
                <a:gd name="connsiteX5" fmla="*/ 3108960 w 3176703"/>
                <a:gd name="connsiteY5" fmla="*/ 534523 h 2798752"/>
                <a:gd name="connsiteX0" fmla="*/ 3108960 w 3176703"/>
                <a:gd name="connsiteY0" fmla="*/ 567359 h 2831588"/>
                <a:gd name="connsiteX1" fmla="*/ 1018903 w 3176703"/>
                <a:gd name="connsiteY1" fmla="*/ 1728502 h 2831588"/>
                <a:gd name="connsiteX2" fmla="*/ 1018903 w 3176703"/>
                <a:gd name="connsiteY2" fmla="*/ 2831588 h 2831588"/>
                <a:gd name="connsiteX3" fmla="*/ 0 w 3176703"/>
                <a:gd name="connsiteY3" fmla="*/ 749150 h 2831588"/>
                <a:gd name="connsiteX4" fmla="*/ 2328816 w 3176703"/>
                <a:gd name="connsiteY4" fmla="*/ 249135 h 2831588"/>
                <a:gd name="connsiteX5" fmla="*/ 3108960 w 3176703"/>
                <a:gd name="connsiteY5" fmla="*/ 567359 h 2831588"/>
                <a:gd name="connsiteX0" fmla="*/ 2491740 w 2698567"/>
                <a:gd name="connsiteY0" fmla="*/ 1222679 h 2831588"/>
                <a:gd name="connsiteX1" fmla="*/ 1018903 w 2698567"/>
                <a:gd name="connsiteY1" fmla="*/ 1728502 h 2831588"/>
                <a:gd name="connsiteX2" fmla="*/ 1018903 w 2698567"/>
                <a:gd name="connsiteY2" fmla="*/ 2831588 h 2831588"/>
                <a:gd name="connsiteX3" fmla="*/ 0 w 2698567"/>
                <a:gd name="connsiteY3" fmla="*/ 749150 h 2831588"/>
                <a:gd name="connsiteX4" fmla="*/ 2328816 w 2698567"/>
                <a:gd name="connsiteY4" fmla="*/ 249135 h 2831588"/>
                <a:gd name="connsiteX5" fmla="*/ 2491740 w 2698567"/>
                <a:gd name="connsiteY5" fmla="*/ 1222679 h 2831588"/>
                <a:gd name="connsiteX0" fmla="*/ 2491740 w 2818432"/>
                <a:gd name="connsiteY0" fmla="*/ 1159376 h 2768285"/>
                <a:gd name="connsiteX1" fmla="*/ 1018903 w 2818432"/>
                <a:gd name="connsiteY1" fmla="*/ 1665199 h 2768285"/>
                <a:gd name="connsiteX2" fmla="*/ 1018903 w 2818432"/>
                <a:gd name="connsiteY2" fmla="*/ 2768285 h 2768285"/>
                <a:gd name="connsiteX3" fmla="*/ 0 w 2818432"/>
                <a:gd name="connsiteY3" fmla="*/ 685847 h 2768285"/>
                <a:gd name="connsiteX4" fmla="*/ 2542176 w 2818432"/>
                <a:gd name="connsiteY4" fmla="*/ 292512 h 2768285"/>
                <a:gd name="connsiteX5" fmla="*/ 2491740 w 2818432"/>
                <a:gd name="connsiteY5" fmla="*/ 1159376 h 2768285"/>
                <a:gd name="connsiteX0" fmla="*/ 2491740 w 3140004"/>
                <a:gd name="connsiteY0" fmla="*/ 1159376 h 2768285"/>
                <a:gd name="connsiteX1" fmla="*/ 1018903 w 3140004"/>
                <a:gd name="connsiteY1" fmla="*/ 1665199 h 2768285"/>
                <a:gd name="connsiteX2" fmla="*/ 1018903 w 3140004"/>
                <a:gd name="connsiteY2" fmla="*/ 2768285 h 2768285"/>
                <a:gd name="connsiteX3" fmla="*/ 0 w 3140004"/>
                <a:gd name="connsiteY3" fmla="*/ 685847 h 2768285"/>
                <a:gd name="connsiteX4" fmla="*/ 2542176 w 3140004"/>
                <a:gd name="connsiteY4" fmla="*/ 292512 h 2768285"/>
                <a:gd name="connsiteX5" fmla="*/ 2491740 w 3140004"/>
                <a:gd name="connsiteY5" fmla="*/ 1159376 h 2768285"/>
                <a:gd name="connsiteX0" fmla="*/ 2491740 w 3134362"/>
                <a:gd name="connsiteY0" fmla="*/ 1159376 h 2768285"/>
                <a:gd name="connsiteX1" fmla="*/ 1018903 w 3134362"/>
                <a:gd name="connsiteY1" fmla="*/ 1665199 h 2768285"/>
                <a:gd name="connsiteX2" fmla="*/ 1018903 w 3134362"/>
                <a:gd name="connsiteY2" fmla="*/ 2768285 h 2768285"/>
                <a:gd name="connsiteX3" fmla="*/ 0 w 3134362"/>
                <a:gd name="connsiteY3" fmla="*/ 685847 h 2768285"/>
                <a:gd name="connsiteX4" fmla="*/ 2542176 w 3134362"/>
                <a:gd name="connsiteY4" fmla="*/ 292512 h 2768285"/>
                <a:gd name="connsiteX5" fmla="*/ 2491740 w 3134362"/>
                <a:gd name="connsiteY5" fmla="*/ 1159376 h 2768285"/>
                <a:gd name="connsiteX0" fmla="*/ 2286000 w 3079790"/>
                <a:gd name="connsiteY0" fmla="*/ 1113656 h 2768285"/>
                <a:gd name="connsiteX1" fmla="*/ 1018903 w 3079790"/>
                <a:gd name="connsiteY1" fmla="*/ 1665199 h 2768285"/>
                <a:gd name="connsiteX2" fmla="*/ 1018903 w 3079790"/>
                <a:gd name="connsiteY2" fmla="*/ 2768285 h 2768285"/>
                <a:gd name="connsiteX3" fmla="*/ 0 w 3079790"/>
                <a:gd name="connsiteY3" fmla="*/ 685847 h 2768285"/>
                <a:gd name="connsiteX4" fmla="*/ 2542176 w 3079790"/>
                <a:gd name="connsiteY4" fmla="*/ 292512 h 2768285"/>
                <a:gd name="connsiteX5" fmla="*/ 2286000 w 3079790"/>
                <a:gd name="connsiteY5" fmla="*/ 1113656 h 2768285"/>
                <a:gd name="connsiteX0" fmla="*/ 2286000 w 3127248"/>
                <a:gd name="connsiteY0" fmla="*/ 1113656 h 2768285"/>
                <a:gd name="connsiteX1" fmla="*/ 1018903 w 3127248"/>
                <a:gd name="connsiteY1" fmla="*/ 1665199 h 2768285"/>
                <a:gd name="connsiteX2" fmla="*/ 1018903 w 3127248"/>
                <a:gd name="connsiteY2" fmla="*/ 2768285 h 2768285"/>
                <a:gd name="connsiteX3" fmla="*/ 0 w 3127248"/>
                <a:gd name="connsiteY3" fmla="*/ 685847 h 2768285"/>
                <a:gd name="connsiteX4" fmla="*/ 2542176 w 3127248"/>
                <a:gd name="connsiteY4" fmla="*/ 292512 h 2768285"/>
                <a:gd name="connsiteX5" fmla="*/ 2286000 w 3127248"/>
                <a:gd name="connsiteY5" fmla="*/ 1113656 h 2768285"/>
                <a:gd name="connsiteX0" fmla="*/ 2286000 w 3130630"/>
                <a:gd name="connsiteY0" fmla="*/ 1113656 h 2768285"/>
                <a:gd name="connsiteX1" fmla="*/ 1018903 w 3130630"/>
                <a:gd name="connsiteY1" fmla="*/ 1665199 h 2768285"/>
                <a:gd name="connsiteX2" fmla="*/ 1018903 w 3130630"/>
                <a:gd name="connsiteY2" fmla="*/ 2768285 h 2768285"/>
                <a:gd name="connsiteX3" fmla="*/ 0 w 3130630"/>
                <a:gd name="connsiteY3" fmla="*/ 685847 h 2768285"/>
                <a:gd name="connsiteX4" fmla="*/ 2542176 w 3130630"/>
                <a:gd name="connsiteY4" fmla="*/ 292512 h 2768285"/>
                <a:gd name="connsiteX5" fmla="*/ 2286000 w 3130630"/>
                <a:gd name="connsiteY5" fmla="*/ 1113656 h 2768285"/>
                <a:gd name="connsiteX0" fmla="*/ 2286000 w 3180713"/>
                <a:gd name="connsiteY0" fmla="*/ 1096842 h 2751471"/>
                <a:gd name="connsiteX1" fmla="*/ 1018903 w 3180713"/>
                <a:gd name="connsiteY1" fmla="*/ 1648385 h 2751471"/>
                <a:gd name="connsiteX2" fmla="*/ 1018903 w 3180713"/>
                <a:gd name="connsiteY2" fmla="*/ 2751471 h 2751471"/>
                <a:gd name="connsiteX3" fmla="*/ 0 w 3180713"/>
                <a:gd name="connsiteY3" fmla="*/ 669033 h 2751471"/>
                <a:gd name="connsiteX4" fmla="*/ 2610756 w 3180713"/>
                <a:gd name="connsiteY4" fmla="*/ 306178 h 2751471"/>
                <a:gd name="connsiteX5" fmla="*/ 2286000 w 3180713"/>
                <a:gd name="connsiteY5" fmla="*/ 1096842 h 2751471"/>
                <a:gd name="connsiteX0" fmla="*/ 2286000 w 3153621"/>
                <a:gd name="connsiteY0" fmla="*/ 1096842 h 2751471"/>
                <a:gd name="connsiteX1" fmla="*/ 1018903 w 3153621"/>
                <a:gd name="connsiteY1" fmla="*/ 1648385 h 2751471"/>
                <a:gd name="connsiteX2" fmla="*/ 1018903 w 3153621"/>
                <a:gd name="connsiteY2" fmla="*/ 2751471 h 2751471"/>
                <a:gd name="connsiteX3" fmla="*/ 0 w 3153621"/>
                <a:gd name="connsiteY3" fmla="*/ 669033 h 2751471"/>
                <a:gd name="connsiteX4" fmla="*/ 2610756 w 3153621"/>
                <a:gd name="connsiteY4" fmla="*/ 306178 h 2751471"/>
                <a:gd name="connsiteX5" fmla="*/ 2286000 w 3153621"/>
                <a:gd name="connsiteY5" fmla="*/ 1096842 h 2751471"/>
                <a:gd name="connsiteX0" fmla="*/ 2286000 w 3130417"/>
                <a:gd name="connsiteY0" fmla="*/ 1096842 h 2751471"/>
                <a:gd name="connsiteX1" fmla="*/ 1018903 w 3130417"/>
                <a:gd name="connsiteY1" fmla="*/ 1648385 h 2751471"/>
                <a:gd name="connsiteX2" fmla="*/ 1018903 w 3130417"/>
                <a:gd name="connsiteY2" fmla="*/ 2751471 h 2751471"/>
                <a:gd name="connsiteX3" fmla="*/ 0 w 3130417"/>
                <a:gd name="connsiteY3" fmla="*/ 669033 h 2751471"/>
                <a:gd name="connsiteX4" fmla="*/ 2610756 w 3130417"/>
                <a:gd name="connsiteY4" fmla="*/ 306178 h 2751471"/>
                <a:gd name="connsiteX5" fmla="*/ 2286000 w 3130417"/>
                <a:gd name="connsiteY5" fmla="*/ 1096842 h 2751471"/>
                <a:gd name="connsiteX0" fmla="*/ 2286000 w 3140568"/>
                <a:gd name="connsiteY0" fmla="*/ 1096842 h 2751471"/>
                <a:gd name="connsiteX1" fmla="*/ 1018903 w 3140568"/>
                <a:gd name="connsiteY1" fmla="*/ 1648385 h 2751471"/>
                <a:gd name="connsiteX2" fmla="*/ 1018903 w 3140568"/>
                <a:gd name="connsiteY2" fmla="*/ 2751471 h 2751471"/>
                <a:gd name="connsiteX3" fmla="*/ 0 w 3140568"/>
                <a:gd name="connsiteY3" fmla="*/ 669033 h 2751471"/>
                <a:gd name="connsiteX4" fmla="*/ 2610756 w 3140568"/>
                <a:gd name="connsiteY4" fmla="*/ 306178 h 2751471"/>
                <a:gd name="connsiteX5" fmla="*/ 2286000 w 3140568"/>
                <a:gd name="connsiteY5" fmla="*/ 1096842 h 2751471"/>
                <a:gd name="connsiteX0" fmla="*/ 2286000 w 3140568"/>
                <a:gd name="connsiteY0" fmla="*/ 1172720 h 2827349"/>
                <a:gd name="connsiteX1" fmla="*/ 1018903 w 3140568"/>
                <a:gd name="connsiteY1" fmla="*/ 1724263 h 2827349"/>
                <a:gd name="connsiteX2" fmla="*/ 1018903 w 3140568"/>
                <a:gd name="connsiteY2" fmla="*/ 2827349 h 2827349"/>
                <a:gd name="connsiteX3" fmla="*/ 0 w 3140568"/>
                <a:gd name="connsiteY3" fmla="*/ 744911 h 2827349"/>
                <a:gd name="connsiteX4" fmla="*/ 2610756 w 3140568"/>
                <a:gd name="connsiteY4" fmla="*/ 382056 h 2827349"/>
                <a:gd name="connsiteX5" fmla="*/ 2286000 w 3140568"/>
                <a:gd name="connsiteY5" fmla="*/ 1172720 h 2827349"/>
                <a:gd name="connsiteX0" fmla="*/ 2415540 w 3270108"/>
                <a:gd name="connsiteY0" fmla="*/ 1134895 h 2789524"/>
                <a:gd name="connsiteX1" fmla="*/ 1148443 w 3270108"/>
                <a:gd name="connsiteY1" fmla="*/ 1686438 h 2789524"/>
                <a:gd name="connsiteX2" fmla="*/ 1148443 w 3270108"/>
                <a:gd name="connsiteY2" fmla="*/ 2789524 h 2789524"/>
                <a:gd name="connsiteX3" fmla="*/ 0 w 3270108"/>
                <a:gd name="connsiteY3" fmla="*/ 783286 h 2789524"/>
                <a:gd name="connsiteX4" fmla="*/ 2740296 w 3270108"/>
                <a:gd name="connsiteY4" fmla="*/ 344231 h 2789524"/>
                <a:gd name="connsiteX5" fmla="*/ 2415540 w 3270108"/>
                <a:gd name="connsiteY5" fmla="*/ 1134895 h 2789524"/>
                <a:gd name="connsiteX0" fmla="*/ 2415540 w 3270108"/>
                <a:gd name="connsiteY0" fmla="*/ 1225693 h 2880322"/>
                <a:gd name="connsiteX1" fmla="*/ 1148443 w 3270108"/>
                <a:gd name="connsiteY1" fmla="*/ 1777236 h 2880322"/>
                <a:gd name="connsiteX2" fmla="*/ 1148443 w 3270108"/>
                <a:gd name="connsiteY2" fmla="*/ 2880322 h 2880322"/>
                <a:gd name="connsiteX3" fmla="*/ 0 w 3270108"/>
                <a:gd name="connsiteY3" fmla="*/ 874084 h 2880322"/>
                <a:gd name="connsiteX4" fmla="*/ 2740296 w 3270108"/>
                <a:gd name="connsiteY4" fmla="*/ 435029 h 2880322"/>
                <a:gd name="connsiteX5" fmla="*/ 2415540 w 3270108"/>
                <a:gd name="connsiteY5" fmla="*/ 1225693 h 2880322"/>
                <a:gd name="connsiteX0" fmla="*/ 2415540 w 3270108"/>
                <a:gd name="connsiteY0" fmla="*/ 1185851 h 2840480"/>
                <a:gd name="connsiteX1" fmla="*/ 1148443 w 3270108"/>
                <a:gd name="connsiteY1" fmla="*/ 1737394 h 2840480"/>
                <a:gd name="connsiteX2" fmla="*/ 1148443 w 3270108"/>
                <a:gd name="connsiteY2" fmla="*/ 2840480 h 2840480"/>
                <a:gd name="connsiteX3" fmla="*/ 0 w 3270108"/>
                <a:gd name="connsiteY3" fmla="*/ 834242 h 2840480"/>
                <a:gd name="connsiteX4" fmla="*/ 2740296 w 3270108"/>
                <a:gd name="connsiteY4" fmla="*/ 395187 h 2840480"/>
                <a:gd name="connsiteX5" fmla="*/ 2415540 w 3270108"/>
                <a:gd name="connsiteY5" fmla="*/ 1185851 h 2840480"/>
                <a:gd name="connsiteX0" fmla="*/ 2415540 w 3270108"/>
                <a:gd name="connsiteY0" fmla="*/ 1185851 h 1737394"/>
                <a:gd name="connsiteX1" fmla="*/ 1148443 w 3270108"/>
                <a:gd name="connsiteY1" fmla="*/ 1737394 h 1737394"/>
                <a:gd name="connsiteX2" fmla="*/ 0 w 3270108"/>
                <a:gd name="connsiteY2" fmla="*/ 834242 h 1737394"/>
                <a:gd name="connsiteX3" fmla="*/ 2740296 w 3270108"/>
                <a:gd name="connsiteY3" fmla="*/ 395187 h 1737394"/>
                <a:gd name="connsiteX4" fmla="*/ 2415540 w 3270108"/>
                <a:gd name="connsiteY4" fmla="*/ 1185851 h 1737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70108" h="1737394">
                  <a:moveTo>
                    <a:pt x="2415540" y="1185851"/>
                  </a:moveTo>
                  <a:lnTo>
                    <a:pt x="1148443" y="1737394"/>
                  </a:lnTo>
                  <a:lnTo>
                    <a:pt x="0" y="834242"/>
                  </a:lnTo>
                  <a:cubicBezTo>
                    <a:pt x="750147" y="-188773"/>
                    <a:pt x="1673496" y="-190464"/>
                    <a:pt x="2740296" y="395187"/>
                  </a:cubicBezTo>
                  <a:cubicBezTo>
                    <a:pt x="3949336" y="587139"/>
                    <a:pt x="2758198" y="1386269"/>
                    <a:pt x="2415540" y="1185851"/>
                  </a:cubicBezTo>
                  <a:close/>
                </a:path>
              </a:pathLst>
            </a:custGeom>
            <a:solidFill>
              <a:srgbClr val="A7EF16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">
              <a:extLst>
                <a:ext uri="{FF2B5EF4-FFF2-40B4-BE49-F238E27FC236}">
                  <a16:creationId xmlns:a16="http://schemas.microsoft.com/office/drawing/2014/main" id="{1708F904-3C9B-0D67-AFD0-FD82A9D8C025}"/>
                </a:ext>
              </a:extLst>
            </p:cNvPr>
            <p:cNvSpPr/>
            <p:nvPr/>
          </p:nvSpPr>
          <p:spPr>
            <a:xfrm>
              <a:off x="6233939" y="2070381"/>
              <a:ext cx="1998414" cy="3618363"/>
            </a:xfrm>
            <a:custGeom>
              <a:avLst/>
              <a:gdLst>
                <a:gd name="connsiteX0" fmla="*/ 0 w 1291771"/>
                <a:gd name="connsiteY0" fmla="*/ 0 h 1103086"/>
                <a:gd name="connsiteX1" fmla="*/ 1291771 w 1291771"/>
                <a:gd name="connsiteY1" fmla="*/ 0 h 1103086"/>
                <a:gd name="connsiteX2" fmla="*/ 1291771 w 1291771"/>
                <a:gd name="connsiteY2" fmla="*/ 1103086 h 1103086"/>
                <a:gd name="connsiteX3" fmla="*/ 0 w 1291771"/>
                <a:gd name="connsiteY3" fmla="*/ 1103086 h 1103086"/>
                <a:gd name="connsiteX4" fmla="*/ 0 w 1291771"/>
                <a:gd name="connsiteY4" fmla="*/ 0 h 1103086"/>
                <a:gd name="connsiteX0" fmla="*/ 1016000 w 2307771"/>
                <a:gd name="connsiteY0" fmla="*/ 0 h 1175657"/>
                <a:gd name="connsiteX1" fmla="*/ 2307771 w 2307771"/>
                <a:gd name="connsiteY1" fmla="*/ 0 h 1175657"/>
                <a:gd name="connsiteX2" fmla="*/ 2307771 w 2307771"/>
                <a:gd name="connsiteY2" fmla="*/ 1103086 h 1175657"/>
                <a:gd name="connsiteX3" fmla="*/ 0 w 2307771"/>
                <a:gd name="connsiteY3" fmla="*/ 1175657 h 1175657"/>
                <a:gd name="connsiteX4" fmla="*/ 1016000 w 2307771"/>
                <a:gd name="connsiteY4" fmla="*/ 0 h 1175657"/>
                <a:gd name="connsiteX0" fmla="*/ 4397828 w 4397828"/>
                <a:gd name="connsiteY0" fmla="*/ 0 h 2336800"/>
                <a:gd name="connsiteX1" fmla="*/ 2307771 w 4397828"/>
                <a:gd name="connsiteY1" fmla="*/ 1161143 h 2336800"/>
                <a:gd name="connsiteX2" fmla="*/ 2307771 w 4397828"/>
                <a:gd name="connsiteY2" fmla="*/ 2264229 h 2336800"/>
                <a:gd name="connsiteX3" fmla="*/ 0 w 4397828"/>
                <a:gd name="connsiteY3" fmla="*/ 2336800 h 2336800"/>
                <a:gd name="connsiteX4" fmla="*/ 4397828 w 4397828"/>
                <a:gd name="connsiteY4" fmla="*/ 0 h 2336800"/>
                <a:gd name="connsiteX0" fmla="*/ 3048000 w 3048000"/>
                <a:gd name="connsiteY0" fmla="*/ 0 h 2264229"/>
                <a:gd name="connsiteX1" fmla="*/ 957943 w 3048000"/>
                <a:gd name="connsiteY1" fmla="*/ 1161143 h 2264229"/>
                <a:gd name="connsiteX2" fmla="*/ 957943 w 3048000"/>
                <a:gd name="connsiteY2" fmla="*/ 2264229 h 2264229"/>
                <a:gd name="connsiteX3" fmla="*/ 0 w 3048000"/>
                <a:gd name="connsiteY3" fmla="*/ 174171 h 2264229"/>
                <a:gd name="connsiteX4" fmla="*/ 3048000 w 3048000"/>
                <a:gd name="connsiteY4" fmla="*/ 0 h 2264229"/>
                <a:gd name="connsiteX0" fmla="*/ 3048000 w 3048000"/>
                <a:gd name="connsiteY0" fmla="*/ 241972 h 2506201"/>
                <a:gd name="connsiteX1" fmla="*/ 957943 w 3048000"/>
                <a:gd name="connsiteY1" fmla="*/ 1403115 h 2506201"/>
                <a:gd name="connsiteX2" fmla="*/ 957943 w 3048000"/>
                <a:gd name="connsiteY2" fmla="*/ 2506201 h 2506201"/>
                <a:gd name="connsiteX3" fmla="*/ 0 w 3048000"/>
                <a:gd name="connsiteY3" fmla="*/ 416143 h 2506201"/>
                <a:gd name="connsiteX4" fmla="*/ 3048000 w 3048000"/>
                <a:gd name="connsiteY4" fmla="*/ 241972 h 2506201"/>
                <a:gd name="connsiteX0" fmla="*/ 3048000 w 3048000"/>
                <a:gd name="connsiteY0" fmla="*/ 567705 h 2831934"/>
                <a:gd name="connsiteX1" fmla="*/ 957943 w 3048000"/>
                <a:gd name="connsiteY1" fmla="*/ 1728848 h 2831934"/>
                <a:gd name="connsiteX2" fmla="*/ 957943 w 3048000"/>
                <a:gd name="connsiteY2" fmla="*/ 2831934 h 2831934"/>
                <a:gd name="connsiteX3" fmla="*/ 0 w 3048000"/>
                <a:gd name="connsiteY3" fmla="*/ 741876 h 2831934"/>
                <a:gd name="connsiteX4" fmla="*/ 3048000 w 3048000"/>
                <a:gd name="connsiteY4" fmla="*/ 567705 h 2831934"/>
                <a:gd name="connsiteX0" fmla="*/ 3048000 w 3142456"/>
                <a:gd name="connsiteY0" fmla="*/ 208042 h 2472271"/>
                <a:gd name="connsiteX1" fmla="*/ 957943 w 3142456"/>
                <a:gd name="connsiteY1" fmla="*/ 1369185 h 2472271"/>
                <a:gd name="connsiteX2" fmla="*/ 957943 w 3142456"/>
                <a:gd name="connsiteY2" fmla="*/ 2472271 h 2472271"/>
                <a:gd name="connsiteX3" fmla="*/ 0 w 3142456"/>
                <a:gd name="connsiteY3" fmla="*/ 382213 h 2472271"/>
                <a:gd name="connsiteX4" fmla="*/ 2496456 w 3142456"/>
                <a:gd name="connsiteY4" fmla="*/ 19358 h 2472271"/>
                <a:gd name="connsiteX5" fmla="*/ 3048000 w 3142456"/>
                <a:gd name="connsiteY5" fmla="*/ 208042 h 2472271"/>
                <a:gd name="connsiteX0" fmla="*/ 3048000 w 3142456"/>
                <a:gd name="connsiteY0" fmla="*/ 397218 h 2661447"/>
                <a:gd name="connsiteX1" fmla="*/ 957943 w 3142456"/>
                <a:gd name="connsiteY1" fmla="*/ 1558361 h 2661447"/>
                <a:gd name="connsiteX2" fmla="*/ 957943 w 3142456"/>
                <a:gd name="connsiteY2" fmla="*/ 2661447 h 2661447"/>
                <a:gd name="connsiteX3" fmla="*/ 0 w 3142456"/>
                <a:gd name="connsiteY3" fmla="*/ 571389 h 2661447"/>
                <a:gd name="connsiteX4" fmla="*/ 2496456 w 3142456"/>
                <a:gd name="connsiteY4" fmla="*/ 208534 h 2661447"/>
                <a:gd name="connsiteX5" fmla="*/ 3048000 w 3142456"/>
                <a:gd name="connsiteY5" fmla="*/ 397218 h 2661447"/>
                <a:gd name="connsiteX0" fmla="*/ 3048000 w 3142456"/>
                <a:gd name="connsiteY0" fmla="*/ 579486 h 2843715"/>
                <a:gd name="connsiteX1" fmla="*/ 957943 w 3142456"/>
                <a:gd name="connsiteY1" fmla="*/ 1740629 h 2843715"/>
                <a:gd name="connsiteX2" fmla="*/ 957943 w 3142456"/>
                <a:gd name="connsiteY2" fmla="*/ 2843715 h 2843715"/>
                <a:gd name="connsiteX3" fmla="*/ 0 w 3142456"/>
                <a:gd name="connsiteY3" fmla="*/ 753657 h 2843715"/>
                <a:gd name="connsiteX4" fmla="*/ 2496456 w 3142456"/>
                <a:gd name="connsiteY4" fmla="*/ 390802 h 2843715"/>
                <a:gd name="connsiteX5" fmla="*/ 3048000 w 3142456"/>
                <a:gd name="connsiteY5" fmla="*/ 579486 h 2843715"/>
                <a:gd name="connsiteX0" fmla="*/ 3048000 w 3142456"/>
                <a:gd name="connsiteY0" fmla="*/ 506701 h 2770930"/>
                <a:gd name="connsiteX1" fmla="*/ 957943 w 3142456"/>
                <a:gd name="connsiteY1" fmla="*/ 1667844 h 2770930"/>
                <a:gd name="connsiteX2" fmla="*/ 957943 w 3142456"/>
                <a:gd name="connsiteY2" fmla="*/ 2770930 h 2770930"/>
                <a:gd name="connsiteX3" fmla="*/ 0 w 3142456"/>
                <a:gd name="connsiteY3" fmla="*/ 680872 h 2770930"/>
                <a:gd name="connsiteX4" fmla="*/ 2496456 w 3142456"/>
                <a:gd name="connsiteY4" fmla="*/ 318017 h 2770930"/>
                <a:gd name="connsiteX5" fmla="*/ 3048000 w 3142456"/>
                <a:gd name="connsiteY5" fmla="*/ 506701 h 2770930"/>
                <a:gd name="connsiteX0" fmla="*/ 3048000 w 3142456"/>
                <a:gd name="connsiteY0" fmla="*/ 561697 h 2825926"/>
                <a:gd name="connsiteX1" fmla="*/ 957943 w 3142456"/>
                <a:gd name="connsiteY1" fmla="*/ 1722840 h 2825926"/>
                <a:gd name="connsiteX2" fmla="*/ 957943 w 3142456"/>
                <a:gd name="connsiteY2" fmla="*/ 2825926 h 2825926"/>
                <a:gd name="connsiteX3" fmla="*/ 0 w 3142456"/>
                <a:gd name="connsiteY3" fmla="*/ 735868 h 2825926"/>
                <a:gd name="connsiteX4" fmla="*/ 2496456 w 3142456"/>
                <a:gd name="connsiteY4" fmla="*/ 373013 h 2825926"/>
                <a:gd name="connsiteX5" fmla="*/ 3048000 w 3142456"/>
                <a:gd name="connsiteY5" fmla="*/ 561697 h 2825926"/>
                <a:gd name="connsiteX0" fmla="*/ 3048000 w 3142456"/>
                <a:gd name="connsiteY0" fmla="*/ 591102 h 2855331"/>
                <a:gd name="connsiteX1" fmla="*/ 957943 w 3142456"/>
                <a:gd name="connsiteY1" fmla="*/ 1752245 h 2855331"/>
                <a:gd name="connsiteX2" fmla="*/ 957943 w 3142456"/>
                <a:gd name="connsiteY2" fmla="*/ 2855331 h 2855331"/>
                <a:gd name="connsiteX3" fmla="*/ 0 w 3142456"/>
                <a:gd name="connsiteY3" fmla="*/ 765273 h 2855331"/>
                <a:gd name="connsiteX4" fmla="*/ 2496456 w 3142456"/>
                <a:gd name="connsiteY4" fmla="*/ 402418 h 2855331"/>
                <a:gd name="connsiteX5" fmla="*/ 3048000 w 3142456"/>
                <a:gd name="connsiteY5" fmla="*/ 591102 h 2855331"/>
                <a:gd name="connsiteX0" fmla="*/ 3048000 w 3115743"/>
                <a:gd name="connsiteY0" fmla="*/ 677634 h 2941863"/>
                <a:gd name="connsiteX1" fmla="*/ 957943 w 3115743"/>
                <a:gd name="connsiteY1" fmla="*/ 1838777 h 2941863"/>
                <a:gd name="connsiteX2" fmla="*/ 957943 w 3115743"/>
                <a:gd name="connsiteY2" fmla="*/ 2941863 h 2941863"/>
                <a:gd name="connsiteX3" fmla="*/ 0 w 3115743"/>
                <a:gd name="connsiteY3" fmla="*/ 851805 h 2941863"/>
                <a:gd name="connsiteX4" fmla="*/ 2267856 w 3115743"/>
                <a:gd name="connsiteY4" fmla="*/ 359410 h 2941863"/>
                <a:gd name="connsiteX5" fmla="*/ 3048000 w 3115743"/>
                <a:gd name="connsiteY5" fmla="*/ 677634 h 2941863"/>
                <a:gd name="connsiteX0" fmla="*/ 3048000 w 3115743"/>
                <a:gd name="connsiteY0" fmla="*/ 537035 h 2801264"/>
                <a:gd name="connsiteX1" fmla="*/ 957943 w 3115743"/>
                <a:gd name="connsiteY1" fmla="*/ 1698178 h 2801264"/>
                <a:gd name="connsiteX2" fmla="*/ 957943 w 3115743"/>
                <a:gd name="connsiteY2" fmla="*/ 2801264 h 2801264"/>
                <a:gd name="connsiteX3" fmla="*/ 0 w 3115743"/>
                <a:gd name="connsiteY3" fmla="*/ 711206 h 2801264"/>
                <a:gd name="connsiteX4" fmla="*/ 2267856 w 3115743"/>
                <a:gd name="connsiteY4" fmla="*/ 218811 h 2801264"/>
                <a:gd name="connsiteX5" fmla="*/ 3048000 w 3115743"/>
                <a:gd name="connsiteY5" fmla="*/ 537035 h 2801264"/>
                <a:gd name="connsiteX0" fmla="*/ 3108960 w 3176703"/>
                <a:gd name="connsiteY0" fmla="*/ 534523 h 2798752"/>
                <a:gd name="connsiteX1" fmla="*/ 1018903 w 3176703"/>
                <a:gd name="connsiteY1" fmla="*/ 1695666 h 2798752"/>
                <a:gd name="connsiteX2" fmla="*/ 1018903 w 3176703"/>
                <a:gd name="connsiteY2" fmla="*/ 2798752 h 2798752"/>
                <a:gd name="connsiteX3" fmla="*/ 0 w 3176703"/>
                <a:gd name="connsiteY3" fmla="*/ 716314 h 2798752"/>
                <a:gd name="connsiteX4" fmla="*/ 2328816 w 3176703"/>
                <a:gd name="connsiteY4" fmla="*/ 216299 h 2798752"/>
                <a:gd name="connsiteX5" fmla="*/ 3108960 w 3176703"/>
                <a:gd name="connsiteY5" fmla="*/ 534523 h 2798752"/>
                <a:gd name="connsiteX0" fmla="*/ 3108960 w 3176703"/>
                <a:gd name="connsiteY0" fmla="*/ 567359 h 2831588"/>
                <a:gd name="connsiteX1" fmla="*/ 1018903 w 3176703"/>
                <a:gd name="connsiteY1" fmla="*/ 1728502 h 2831588"/>
                <a:gd name="connsiteX2" fmla="*/ 1018903 w 3176703"/>
                <a:gd name="connsiteY2" fmla="*/ 2831588 h 2831588"/>
                <a:gd name="connsiteX3" fmla="*/ 0 w 3176703"/>
                <a:gd name="connsiteY3" fmla="*/ 749150 h 2831588"/>
                <a:gd name="connsiteX4" fmla="*/ 2328816 w 3176703"/>
                <a:gd name="connsiteY4" fmla="*/ 249135 h 2831588"/>
                <a:gd name="connsiteX5" fmla="*/ 3108960 w 3176703"/>
                <a:gd name="connsiteY5" fmla="*/ 567359 h 2831588"/>
                <a:gd name="connsiteX0" fmla="*/ 2491740 w 2698567"/>
                <a:gd name="connsiteY0" fmla="*/ 1222679 h 2831588"/>
                <a:gd name="connsiteX1" fmla="*/ 1018903 w 2698567"/>
                <a:gd name="connsiteY1" fmla="*/ 1728502 h 2831588"/>
                <a:gd name="connsiteX2" fmla="*/ 1018903 w 2698567"/>
                <a:gd name="connsiteY2" fmla="*/ 2831588 h 2831588"/>
                <a:gd name="connsiteX3" fmla="*/ 0 w 2698567"/>
                <a:gd name="connsiteY3" fmla="*/ 749150 h 2831588"/>
                <a:gd name="connsiteX4" fmla="*/ 2328816 w 2698567"/>
                <a:gd name="connsiteY4" fmla="*/ 249135 h 2831588"/>
                <a:gd name="connsiteX5" fmla="*/ 2491740 w 2698567"/>
                <a:gd name="connsiteY5" fmla="*/ 1222679 h 2831588"/>
                <a:gd name="connsiteX0" fmla="*/ 2491740 w 2818432"/>
                <a:gd name="connsiteY0" fmla="*/ 1159376 h 2768285"/>
                <a:gd name="connsiteX1" fmla="*/ 1018903 w 2818432"/>
                <a:gd name="connsiteY1" fmla="*/ 1665199 h 2768285"/>
                <a:gd name="connsiteX2" fmla="*/ 1018903 w 2818432"/>
                <a:gd name="connsiteY2" fmla="*/ 2768285 h 2768285"/>
                <a:gd name="connsiteX3" fmla="*/ 0 w 2818432"/>
                <a:gd name="connsiteY3" fmla="*/ 685847 h 2768285"/>
                <a:gd name="connsiteX4" fmla="*/ 2542176 w 2818432"/>
                <a:gd name="connsiteY4" fmla="*/ 292512 h 2768285"/>
                <a:gd name="connsiteX5" fmla="*/ 2491740 w 2818432"/>
                <a:gd name="connsiteY5" fmla="*/ 1159376 h 2768285"/>
                <a:gd name="connsiteX0" fmla="*/ 2491740 w 3140004"/>
                <a:gd name="connsiteY0" fmla="*/ 1159376 h 2768285"/>
                <a:gd name="connsiteX1" fmla="*/ 1018903 w 3140004"/>
                <a:gd name="connsiteY1" fmla="*/ 1665199 h 2768285"/>
                <a:gd name="connsiteX2" fmla="*/ 1018903 w 3140004"/>
                <a:gd name="connsiteY2" fmla="*/ 2768285 h 2768285"/>
                <a:gd name="connsiteX3" fmla="*/ 0 w 3140004"/>
                <a:gd name="connsiteY3" fmla="*/ 685847 h 2768285"/>
                <a:gd name="connsiteX4" fmla="*/ 2542176 w 3140004"/>
                <a:gd name="connsiteY4" fmla="*/ 292512 h 2768285"/>
                <a:gd name="connsiteX5" fmla="*/ 2491740 w 3140004"/>
                <a:gd name="connsiteY5" fmla="*/ 1159376 h 2768285"/>
                <a:gd name="connsiteX0" fmla="*/ 2491740 w 3134362"/>
                <a:gd name="connsiteY0" fmla="*/ 1159376 h 2768285"/>
                <a:gd name="connsiteX1" fmla="*/ 1018903 w 3134362"/>
                <a:gd name="connsiteY1" fmla="*/ 1665199 h 2768285"/>
                <a:gd name="connsiteX2" fmla="*/ 1018903 w 3134362"/>
                <a:gd name="connsiteY2" fmla="*/ 2768285 h 2768285"/>
                <a:gd name="connsiteX3" fmla="*/ 0 w 3134362"/>
                <a:gd name="connsiteY3" fmla="*/ 685847 h 2768285"/>
                <a:gd name="connsiteX4" fmla="*/ 2542176 w 3134362"/>
                <a:gd name="connsiteY4" fmla="*/ 292512 h 2768285"/>
                <a:gd name="connsiteX5" fmla="*/ 2491740 w 3134362"/>
                <a:gd name="connsiteY5" fmla="*/ 1159376 h 2768285"/>
                <a:gd name="connsiteX0" fmla="*/ 2286000 w 3079790"/>
                <a:gd name="connsiteY0" fmla="*/ 1113656 h 2768285"/>
                <a:gd name="connsiteX1" fmla="*/ 1018903 w 3079790"/>
                <a:gd name="connsiteY1" fmla="*/ 1665199 h 2768285"/>
                <a:gd name="connsiteX2" fmla="*/ 1018903 w 3079790"/>
                <a:gd name="connsiteY2" fmla="*/ 2768285 h 2768285"/>
                <a:gd name="connsiteX3" fmla="*/ 0 w 3079790"/>
                <a:gd name="connsiteY3" fmla="*/ 685847 h 2768285"/>
                <a:gd name="connsiteX4" fmla="*/ 2542176 w 3079790"/>
                <a:gd name="connsiteY4" fmla="*/ 292512 h 2768285"/>
                <a:gd name="connsiteX5" fmla="*/ 2286000 w 3079790"/>
                <a:gd name="connsiteY5" fmla="*/ 1113656 h 2768285"/>
                <a:gd name="connsiteX0" fmla="*/ 2286000 w 3127248"/>
                <a:gd name="connsiteY0" fmla="*/ 1113656 h 2768285"/>
                <a:gd name="connsiteX1" fmla="*/ 1018903 w 3127248"/>
                <a:gd name="connsiteY1" fmla="*/ 1665199 h 2768285"/>
                <a:gd name="connsiteX2" fmla="*/ 1018903 w 3127248"/>
                <a:gd name="connsiteY2" fmla="*/ 2768285 h 2768285"/>
                <a:gd name="connsiteX3" fmla="*/ 0 w 3127248"/>
                <a:gd name="connsiteY3" fmla="*/ 685847 h 2768285"/>
                <a:gd name="connsiteX4" fmla="*/ 2542176 w 3127248"/>
                <a:gd name="connsiteY4" fmla="*/ 292512 h 2768285"/>
                <a:gd name="connsiteX5" fmla="*/ 2286000 w 3127248"/>
                <a:gd name="connsiteY5" fmla="*/ 1113656 h 2768285"/>
                <a:gd name="connsiteX0" fmla="*/ 2286000 w 3130630"/>
                <a:gd name="connsiteY0" fmla="*/ 1113656 h 2768285"/>
                <a:gd name="connsiteX1" fmla="*/ 1018903 w 3130630"/>
                <a:gd name="connsiteY1" fmla="*/ 1665199 h 2768285"/>
                <a:gd name="connsiteX2" fmla="*/ 1018903 w 3130630"/>
                <a:gd name="connsiteY2" fmla="*/ 2768285 h 2768285"/>
                <a:gd name="connsiteX3" fmla="*/ 0 w 3130630"/>
                <a:gd name="connsiteY3" fmla="*/ 685847 h 2768285"/>
                <a:gd name="connsiteX4" fmla="*/ 2542176 w 3130630"/>
                <a:gd name="connsiteY4" fmla="*/ 292512 h 2768285"/>
                <a:gd name="connsiteX5" fmla="*/ 2286000 w 3130630"/>
                <a:gd name="connsiteY5" fmla="*/ 1113656 h 2768285"/>
                <a:gd name="connsiteX0" fmla="*/ 2286000 w 3180713"/>
                <a:gd name="connsiteY0" fmla="*/ 1096842 h 2751471"/>
                <a:gd name="connsiteX1" fmla="*/ 1018903 w 3180713"/>
                <a:gd name="connsiteY1" fmla="*/ 1648385 h 2751471"/>
                <a:gd name="connsiteX2" fmla="*/ 1018903 w 3180713"/>
                <a:gd name="connsiteY2" fmla="*/ 2751471 h 2751471"/>
                <a:gd name="connsiteX3" fmla="*/ 0 w 3180713"/>
                <a:gd name="connsiteY3" fmla="*/ 669033 h 2751471"/>
                <a:gd name="connsiteX4" fmla="*/ 2610756 w 3180713"/>
                <a:gd name="connsiteY4" fmla="*/ 306178 h 2751471"/>
                <a:gd name="connsiteX5" fmla="*/ 2286000 w 3180713"/>
                <a:gd name="connsiteY5" fmla="*/ 1096842 h 2751471"/>
                <a:gd name="connsiteX0" fmla="*/ 2286000 w 3153621"/>
                <a:gd name="connsiteY0" fmla="*/ 1096842 h 2751471"/>
                <a:gd name="connsiteX1" fmla="*/ 1018903 w 3153621"/>
                <a:gd name="connsiteY1" fmla="*/ 1648385 h 2751471"/>
                <a:gd name="connsiteX2" fmla="*/ 1018903 w 3153621"/>
                <a:gd name="connsiteY2" fmla="*/ 2751471 h 2751471"/>
                <a:gd name="connsiteX3" fmla="*/ 0 w 3153621"/>
                <a:gd name="connsiteY3" fmla="*/ 669033 h 2751471"/>
                <a:gd name="connsiteX4" fmla="*/ 2610756 w 3153621"/>
                <a:gd name="connsiteY4" fmla="*/ 306178 h 2751471"/>
                <a:gd name="connsiteX5" fmla="*/ 2286000 w 3153621"/>
                <a:gd name="connsiteY5" fmla="*/ 1096842 h 2751471"/>
                <a:gd name="connsiteX0" fmla="*/ 2286000 w 3130417"/>
                <a:gd name="connsiteY0" fmla="*/ 1096842 h 2751471"/>
                <a:gd name="connsiteX1" fmla="*/ 1018903 w 3130417"/>
                <a:gd name="connsiteY1" fmla="*/ 1648385 h 2751471"/>
                <a:gd name="connsiteX2" fmla="*/ 1018903 w 3130417"/>
                <a:gd name="connsiteY2" fmla="*/ 2751471 h 2751471"/>
                <a:gd name="connsiteX3" fmla="*/ 0 w 3130417"/>
                <a:gd name="connsiteY3" fmla="*/ 669033 h 2751471"/>
                <a:gd name="connsiteX4" fmla="*/ 2610756 w 3130417"/>
                <a:gd name="connsiteY4" fmla="*/ 306178 h 2751471"/>
                <a:gd name="connsiteX5" fmla="*/ 2286000 w 3130417"/>
                <a:gd name="connsiteY5" fmla="*/ 1096842 h 2751471"/>
                <a:gd name="connsiteX0" fmla="*/ 2286000 w 3140568"/>
                <a:gd name="connsiteY0" fmla="*/ 1096842 h 2751471"/>
                <a:gd name="connsiteX1" fmla="*/ 1018903 w 3140568"/>
                <a:gd name="connsiteY1" fmla="*/ 1648385 h 2751471"/>
                <a:gd name="connsiteX2" fmla="*/ 1018903 w 3140568"/>
                <a:gd name="connsiteY2" fmla="*/ 2751471 h 2751471"/>
                <a:gd name="connsiteX3" fmla="*/ 0 w 3140568"/>
                <a:gd name="connsiteY3" fmla="*/ 669033 h 2751471"/>
                <a:gd name="connsiteX4" fmla="*/ 2610756 w 3140568"/>
                <a:gd name="connsiteY4" fmla="*/ 306178 h 2751471"/>
                <a:gd name="connsiteX5" fmla="*/ 2286000 w 3140568"/>
                <a:gd name="connsiteY5" fmla="*/ 1096842 h 2751471"/>
                <a:gd name="connsiteX0" fmla="*/ 2286000 w 3140568"/>
                <a:gd name="connsiteY0" fmla="*/ 1172720 h 2827349"/>
                <a:gd name="connsiteX1" fmla="*/ 1018903 w 3140568"/>
                <a:gd name="connsiteY1" fmla="*/ 1724263 h 2827349"/>
                <a:gd name="connsiteX2" fmla="*/ 1018903 w 3140568"/>
                <a:gd name="connsiteY2" fmla="*/ 2827349 h 2827349"/>
                <a:gd name="connsiteX3" fmla="*/ 0 w 3140568"/>
                <a:gd name="connsiteY3" fmla="*/ 744911 h 2827349"/>
                <a:gd name="connsiteX4" fmla="*/ 2610756 w 3140568"/>
                <a:gd name="connsiteY4" fmla="*/ 382056 h 2827349"/>
                <a:gd name="connsiteX5" fmla="*/ 2286000 w 3140568"/>
                <a:gd name="connsiteY5" fmla="*/ 1172720 h 2827349"/>
                <a:gd name="connsiteX0" fmla="*/ 2415540 w 3270108"/>
                <a:gd name="connsiteY0" fmla="*/ 1134895 h 2789524"/>
                <a:gd name="connsiteX1" fmla="*/ 1148443 w 3270108"/>
                <a:gd name="connsiteY1" fmla="*/ 1686438 h 2789524"/>
                <a:gd name="connsiteX2" fmla="*/ 1148443 w 3270108"/>
                <a:gd name="connsiteY2" fmla="*/ 2789524 h 2789524"/>
                <a:gd name="connsiteX3" fmla="*/ 0 w 3270108"/>
                <a:gd name="connsiteY3" fmla="*/ 783286 h 2789524"/>
                <a:gd name="connsiteX4" fmla="*/ 2740296 w 3270108"/>
                <a:gd name="connsiteY4" fmla="*/ 344231 h 2789524"/>
                <a:gd name="connsiteX5" fmla="*/ 2415540 w 3270108"/>
                <a:gd name="connsiteY5" fmla="*/ 1134895 h 2789524"/>
                <a:gd name="connsiteX0" fmla="*/ 2415540 w 3270108"/>
                <a:gd name="connsiteY0" fmla="*/ 1225693 h 2880322"/>
                <a:gd name="connsiteX1" fmla="*/ 1148443 w 3270108"/>
                <a:gd name="connsiteY1" fmla="*/ 1777236 h 2880322"/>
                <a:gd name="connsiteX2" fmla="*/ 1148443 w 3270108"/>
                <a:gd name="connsiteY2" fmla="*/ 2880322 h 2880322"/>
                <a:gd name="connsiteX3" fmla="*/ 0 w 3270108"/>
                <a:gd name="connsiteY3" fmla="*/ 874084 h 2880322"/>
                <a:gd name="connsiteX4" fmla="*/ 2740296 w 3270108"/>
                <a:gd name="connsiteY4" fmla="*/ 435029 h 2880322"/>
                <a:gd name="connsiteX5" fmla="*/ 2415540 w 3270108"/>
                <a:gd name="connsiteY5" fmla="*/ 1225693 h 2880322"/>
                <a:gd name="connsiteX0" fmla="*/ 2415540 w 3270108"/>
                <a:gd name="connsiteY0" fmla="*/ 1185851 h 2840480"/>
                <a:gd name="connsiteX1" fmla="*/ 1148443 w 3270108"/>
                <a:gd name="connsiteY1" fmla="*/ 1737394 h 2840480"/>
                <a:gd name="connsiteX2" fmla="*/ 1148443 w 3270108"/>
                <a:gd name="connsiteY2" fmla="*/ 2840480 h 2840480"/>
                <a:gd name="connsiteX3" fmla="*/ 0 w 3270108"/>
                <a:gd name="connsiteY3" fmla="*/ 834242 h 2840480"/>
                <a:gd name="connsiteX4" fmla="*/ 2740296 w 3270108"/>
                <a:gd name="connsiteY4" fmla="*/ 395187 h 2840480"/>
                <a:gd name="connsiteX5" fmla="*/ 2415540 w 3270108"/>
                <a:gd name="connsiteY5" fmla="*/ 1185851 h 2840480"/>
                <a:gd name="connsiteX0" fmla="*/ 2415540 w 3270108"/>
                <a:gd name="connsiteY0" fmla="*/ 1185851 h 1737394"/>
                <a:gd name="connsiteX1" fmla="*/ 1148443 w 3270108"/>
                <a:gd name="connsiteY1" fmla="*/ 1737394 h 1737394"/>
                <a:gd name="connsiteX2" fmla="*/ 0 w 3270108"/>
                <a:gd name="connsiteY2" fmla="*/ 834242 h 1737394"/>
                <a:gd name="connsiteX3" fmla="*/ 2740296 w 3270108"/>
                <a:gd name="connsiteY3" fmla="*/ 395187 h 1737394"/>
                <a:gd name="connsiteX4" fmla="*/ 2415540 w 3270108"/>
                <a:gd name="connsiteY4" fmla="*/ 1185851 h 1737394"/>
                <a:gd name="connsiteX0" fmla="*/ 1267097 w 2121665"/>
                <a:gd name="connsiteY0" fmla="*/ 1379527 h 1931070"/>
                <a:gd name="connsiteX1" fmla="*/ 0 w 2121665"/>
                <a:gd name="connsiteY1" fmla="*/ 1931070 h 1931070"/>
                <a:gd name="connsiteX2" fmla="*/ 238397 w 2121665"/>
                <a:gd name="connsiteY2" fmla="*/ 631678 h 1931070"/>
                <a:gd name="connsiteX3" fmla="*/ 1591853 w 2121665"/>
                <a:gd name="connsiteY3" fmla="*/ 588863 h 1931070"/>
                <a:gd name="connsiteX4" fmla="*/ 1267097 w 2121665"/>
                <a:gd name="connsiteY4" fmla="*/ 1379527 h 1931070"/>
                <a:gd name="connsiteX0" fmla="*/ 1267097 w 2404146"/>
                <a:gd name="connsiteY0" fmla="*/ 1705340 h 2256883"/>
                <a:gd name="connsiteX1" fmla="*/ 0 w 2404146"/>
                <a:gd name="connsiteY1" fmla="*/ 2256883 h 2256883"/>
                <a:gd name="connsiteX2" fmla="*/ 238397 w 2404146"/>
                <a:gd name="connsiteY2" fmla="*/ 957491 h 2256883"/>
                <a:gd name="connsiteX3" fmla="*/ 1949993 w 2404146"/>
                <a:gd name="connsiteY3" fmla="*/ 327936 h 2256883"/>
                <a:gd name="connsiteX4" fmla="*/ 1267097 w 2404146"/>
                <a:gd name="connsiteY4" fmla="*/ 1705340 h 2256883"/>
                <a:gd name="connsiteX0" fmla="*/ 1267097 w 2145320"/>
                <a:gd name="connsiteY0" fmla="*/ 1705340 h 2256883"/>
                <a:gd name="connsiteX1" fmla="*/ 0 w 2145320"/>
                <a:gd name="connsiteY1" fmla="*/ 2256883 h 2256883"/>
                <a:gd name="connsiteX2" fmla="*/ 238397 w 2145320"/>
                <a:gd name="connsiteY2" fmla="*/ 957491 h 2256883"/>
                <a:gd name="connsiteX3" fmla="*/ 1949993 w 2145320"/>
                <a:gd name="connsiteY3" fmla="*/ 327936 h 2256883"/>
                <a:gd name="connsiteX4" fmla="*/ 2000470 w 2145320"/>
                <a:gd name="connsiteY4" fmla="*/ 1056189 h 2256883"/>
                <a:gd name="connsiteX5" fmla="*/ 1267097 w 2145320"/>
                <a:gd name="connsiteY5" fmla="*/ 1705340 h 2256883"/>
                <a:gd name="connsiteX0" fmla="*/ 2021840 w 2160530"/>
                <a:gd name="connsiteY0" fmla="*/ 1966597 h 2256883"/>
                <a:gd name="connsiteX1" fmla="*/ 0 w 2160530"/>
                <a:gd name="connsiteY1" fmla="*/ 2256883 h 2256883"/>
                <a:gd name="connsiteX2" fmla="*/ 238397 w 2160530"/>
                <a:gd name="connsiteY2" fmla="*/ 957491 h 2256883"/>
                <a:gd name="connsiteX3" fmla="*/ 1949993 w 2160530"/>
                <a:gd name="connsiteY3" fmla="*/ 327936 h 2256883"/>
                <a:gd name="connsiteX4" fmla="*/ 2000470 w 2160530"/>
                <a:gd name="connsiteY4" fmla="*/ 1056189 h 2256883"/>
                <a:gd name="connsiteX5" fmla="*/ 2021840 w 2160530"/>
                <a:gd name="connsiteY5" fmla="*/ 1966597 h 2256883"/>
                <a:gd name="connsiteX0" fmla="*/ 2021840 w 2160530"/>
                <a:gd name="connsiteY0" fmla="*/ 1966597 h 2725332"/>
                <a:gd name="connsiteX1" fmla="*/ 1956927 w 2160530"/>
                <a:gd name="connsiteY1" fmla="*/ 2725332 h 2725332"/>
                <a:gd name="connsiteX2" fmla="*/ 0 w 2160530"/>
                <a:gd name="connsiteY2" fmla="*/ 2256883 h 2725332"/>
                <a:gd name="connsiteX3" fmla="*/ 238397 w 2160530"/>
                <a:gd name="connsiteY3" fmla="*/ 957491 h 2725332"/>
                <a:gd name="connsiteX4" fmla="*/ 1949993 w 2160530"/>
                <a:gd name="connsiteY4" fmla="*/ 327936 h 2725332"/>
                <a:gd name="connsiteX5" fmla="*/ 2000470 w 2160530"/>
                <a:gd name="connsiteY5" fmla="*/ 1056189 h 2725332"/>
                <a:gd name="connsiteX6" fmla="*/ 2021840 w 2160530"/>
                <a:gd name="connsiteY6" fmla="*/ 1966597 h 2725332"/>
                <a:gd name="connsiteX0" fmla="*/ 1783443 w 1922133"/>
                <a:gd name="connsiteY0" fmla="*/ 1966597 h 2725332"/>
                <a:gd name="connsiteX1" fmla="*/ 1718530 w 1922133"/>
                <a:gd name="connsiteY1" fmla="*/ 2725332 h 2725332"/>
                <a:gd name="connsiteX2" fmla="*/ 98153 w 1922133"/>
                <a:gd name="connsiteY2" fmla="*/ 2110833 h 2725332"/>
                <a:gd name="connsiteX3" fmla="*/ 0 w 1922133"/>
                <a:gd name="connsiteY3" fmla="*/ 957491 h 2725332"/>
                <a:gd name="connsiteX4" fmla="*/ 1711596 w 1922133"/>
                <a:gd name="connsiteY4" fmla="*/ 327936 h 2725332"/>
                <a:gd name="connsiteX5" fmla="*/ 1762073 w 1922133"/>
                <a:gd name="connsiteY5" fmla="*/ 1056189 h 2725332"/>
                <a:gd name="connsiteX6" fmla="*/ 1783443 w 1922133"/>
                <a:gd name="connsiteY6" fmla="*/ 1966597 h 2725332"/>
                <a:gd name="connsiteX0" fmla="*/ 1783443 w 1922133"/>
                <a:gd name="connsiteY0" fmla="*/ 1966597 h 2812660"/>
                <a:gd name="connsiteX1" fmla="*/ 1718530 w 1922133"/>
                <a:gd name="connsiteY1" fmla="*/ 2725332 h 2812660"/>
                <a:gd name="connsiteX2" fmla="*/ 98153 w 1922133"/>
                <a:gd name="connsiteY2" fmla="*/ 2110833 h 2812660"/>
                <a:gd name="connsiteX3" fmla="*/ 0 w 1922133"/>
                <a:gd name="connsiteY3" fmla="*/ 957491 h 2812660"/>
                <a:gd name="connsiteX4" fmla="*/ 1711596 w 1922133"/>
                <a:gd name="connsiteY4" fmla="*/ 327936 h 2812660"/>
                <a:gd name="connsiteX5" fmla="*/ 1762073 w 1922133"/>
                <a:gd name="connsiteY5" fmla="*/ 1056189 h 2812660"/>
                <a:gd name="connsiteX6" fmla="*/ 1783443 w 1922133"/>
                <a:gd name="connsiteY6" fmla="*/ 1966597 h 2812660"/>
                <a:gd name="connsiteX0" fmla="*/ 1783443 w 1922133"/>
                <a:gd name="connsiteY0" fmla="*/ 1966597 h 3262280"/>
                <a:gd name="connsiteX1" fmla="*/ 1718530 w 1922133"/>
                <a:gd name="connsiteY1" fmla="*/ 2725332 h 3262280"/>
                <a:gd name="connsiteX2" fmla="*/ 98153 w 1922133"/>
                <a:gd name="connsiteY2" fmla="*/ 2110833 h 3262280"/>
                <a:gd name="connsiteX3" fmla="*/ 0 w 1922133"/>
                <a:gd name="connsiteY3" fmla="*/ 957491 h 3262280"/>
                <a:gd name="connsiteX4" fmla="*/ 1711596 w 1922133"/>
                <a:gd name="connsiteY4" fmla="*/ 327936 h 3262280"/>
                <a:gd name="connsiteX5" fmla="*/ 1762073 w 1922133"/>
                <a:gd name="connsiteY5" fmla="*/ 1056189 h 3262280"/>
                <a:gd name="connsiteX6" fmla="*/ 1783443 w 1922133"/>
                <a:gd name="connsiteY6" fmla="*/ 1966597 h 3262280"/>
                <a:gd name="connsiteX0" fmla="*/ 1783443 w 1922133"/>
                <a:gd name="connsiteY0" fmla="*/ 1966597 h 3254029"/>
                <a:gd name="connsiteX1" fmla="*/ 1693130 w 1922133"/>
                <a:gd name="connsiteY1" fmla="*/ 2712632 h 3254029"/>
                <a:gd name="connsiteX2" fmla="*/ 98153 w 1922133"/>
                <a:gd name="connsiteY2" fmla="*/ 2110833 h 3254029"/>
                <a:gd name="connsiteX3" fmla="*/ 0 w 1922133"/>
                <a:gd name="connsiteY3" fmla="*/ 957491 h 3254029"/>
                <a:gd name="connsiteX4" fmla="*/ 1711596 w 1922133"/>
                <a:gd name="connsiteY4" fmla="*/ 327936 h 3254029"/>
                <a:gd name="connsiteX5" fmla="*/ 1762073 w 1922133"/>
                <a:gd name="connsiteY5" fmla="*/ 1056189 h 3254029"/>
                <a:gd name="connsiteX6" fmla="*/ 1783443 w 1922133"/>
                <a:gd name="connsiteY6" fmla="*/ 1966597 h 3254029"/>
                <a:gd name="connsiteX0" fmla="*/ 1783443 w 1922133"/>
                <a:gd name="connsiteY0" fmla="*/ 1966597 h 3223909"/>
                <a:gd name="connsiteX1" fmla="*/ 1693130 w 1922133"/>
                <a:gd name="connsiteY1" fmla="*/ 2712632 h 3223909"/>
                <a:gd name="connsiteX2" fmla="*/ 98153 w 1922133"/>
                <a:gd name="connsiteY2" fmla="*/ 2110833 h 3223909"/>
                <a:gd name="connsiteX3" fmla="*/ 0 w 1922133"/>
                <a:gd name="connsiteY3" fmla="*/ 957491 h 3223909"/>
                <a:gd name="connsiteX4" fmla="*/ 1711596 w 1922133"/>
                <a:gd name="connsiteY4" fmla="*/ 327936 h 3223909"/>
                <a:gd name="connsiteX5" fmla="*/ 1762073 w 1922133"/>
                <a:gd name="connsiteY5" fmla="*/ 1056189 h 3223909"/>
                <a:gd name="connsiteX6" fmla="*/ 1783443 w 1922133"/>
                <a:gd name="connsiteY6" fmla="*/ 1966597 h 3223909"/>
                <a:gd name="connsiteX0" fmla="*/ 1783443 w 1922133"/>
                <a:gd name="connsiteY0" fmla="*/ 1966597 h 3300444"/>
                <a:gd name="connsiteX1" fmla="*/ 1693130 w 1922133"/>
                <a:gd name="connsiteY1" fmla="*/ 2712632 h 3300444"/>
                <a:gd name="connsiteX2" fmla="*/ 98153 w 1922133"/>
                <a:gd name="connsiteY2" fmla="*/ 2110833 h 3300444"/>
                <a:gd name="connsiteX3" fmla="*/ 0 w 1922133"/>
                <a:gd name="connsiteY3" fmla="*/ 957491 h 3300444"/>
                <a:gd name="connsiteX4" fmla="*/ 1711596 w 1922133"/>
                <a:gd name="connsiteY4" fmla="*/ 327936 h 3300444"/>
                <a:gd name="connsiteX5" fmla="*/ 1762073 w 1922133"/>
                <a:gd name="connsiteY5" fmla="*/ 1056189 h 3300444"/>
                <a:gd name="connsiteX6" fmla="*/ 1783443 w 1922133"/>
                <a:gd name="connsiteY6" fmla="*/ 1966597 h 3300444"/>
                <a:gd name="connsiteX0" fmla="*/ 1783443 w 1922133"/>
                <a:gd name="connsiteY0" fmla="*/ 1966597 h 3253315"/>
                <a:gd name="connsiteX1" fmla="*/ 1693130 w 1922133"/>
                <a:gd name="connsiteY1" fmla="*/ 2712632 h 3253315"/>
                <a:gd name="connsiteX2" fmla="*/ 168003 w 1922133"/>
                <a:gd name="connsiteY2" fmla="*/ 1990183 h 3253315"/>
                <a:gd name="connsiteX3" fmla="*/ 0 w 1922133"/>
                <a:gd name="connsiteY3" fmla="*/ 957491 h 3253315"/>
                <a:gd name="connsiteX4" fmla="*/ 1711596 w 1922133"/>
                <a:gd name="connsiteY4" fmla="*/ 327936 h 3253315"/>
                <a:gd name="connsiteX5" fmla="*/ 1762073 w 1922133"/>
                <a:gd name="connsiteY5" fmla="*/ 1056189 h 3253315"/>
                <a:gd name="connsiteX6" fmla="*/ 1783443 w 1922133"/>
                <a:gd name="connsiteY6" fmla="*/ 1966597 h 3253315"/>
                <a:gd name="connsiteX0" fmla="*/ 1783443 w 1922133"/>
                <a:gd name="connsiteY0" fmla="*/ 1966597 h 3290534"/>
                <a:gd name="connsiteX1" fmla="*/ 1693130 w 1922133"/>
                <a:gd name="connsiteY1" fmla="*/ 2712632 h 3290534"/>
                <a:gd name="connsiteX2" fmla="*/ 168003 w 1922133"/>
                <a:gd name="connsiteY2" fmla="*/ 1990183 h 3290534"/>
                <a:gd name="connsiteX3" fmla="*/ 0 w 1922133"/>
                <a:gd name="connsiteY3" fmla="*/ 957491 h 3290534"/>
                <a:gd name="connsiteX4" fmla="*/ 1711596 w 1922133"/>
                <a:gd name="connsiteY4" fmla="*/ 327936 h 3290534"/>
                <a:gd name="connsiteX5" fmla="*/ 1762073 w 1922133"/>
                <a:gd name="connsiteY5" fmla="*/ 1056189 h 3290534"/>
                <a:gd name="connsiteX6" fmla="*/ 1783443 w 1922133"/>
                <a:gd name="connsiteY6" fmla="*/ 1966597 h 3290534"/>
                <a:gd name="connsiteX0" fmla="*/ 1783443 w 2017465"/>
                <a:gd name="connsiteY0" fmla="*/ 1966597 h 3290534"/>
                <a:gd name="connsiteX1" fmla="*/ 1693130 w 2017465"/>
                <a:gd name="connsiteY1" fmla="*/ 2712632 h 3290534"/>
                <a:gd name="connsiteX2" fmla="*/ 168003 w 2017465"/>
                <a:gd name="connsiteY2" fmla="*/ 1990183 h 3290534"/>
                <a:gd name="connsiteX3" fmla="*/ 0 w 2017465"/>
                <a:gd name="connsiteY3" fmla="*/ 957491 h 3290534"/>
                <a:gd name="connsiteX4" fmla="*/ 1711596 w 2017465"/>
                <a:gd name="connsiteY4" fmla="*/ 327936 h 3290534"/>
                <a:gd name="connsiteX5" fmla="*/ 1762073 w 2017465"/>
                <a:gd name="connsiteY5" fmla="*/ 1056189 h 3290534"/>
                <a:gd name="connsiteX6" fmla="*/ 1783443 w 2017465"/>
                <a:gd name="connsiteY6" fmla="*/ 1966597 h 3290534"/>
                <a:gd name="connsiteX0" fmla="*/ 1783443 w 2084139"/>
                <a:gd name="connsiteY0" fmla="*/ 1966597 h 3290534"/>
                <a:gd name="connsiteX1" fmla="*/ 1693130 w 2084139"/>
                <a:gd name="connsiteY1" fmla="*/ 2712632 h 3290534"/>
                <a:gd name="connsiteX2" fmla="*/ 168003 w 2084139"/>
                <a:gd name="connsiteY2" fmla="*/ 1990183 h 3290534"/>
                <a:gd name="connsiteX3" fmla="*/ 0 w 2084139"/>
                <a:gd name="connsiteY3" fmla="*/ 957491 h 3290534"/>
                <a:gd name="connsiteX4" fmla="*/ 1711596 w 2084139"/>
                <a:gd name="connsiteY4" fmla="*/ 327936 h 3290534"/>
                <a:gd name="connsiteX5" fmla="*/ 1762073 w 2084139"/>
                <a:gd name="connsiteY5" fmla="*/ 1056189 h 3290534"/>
                <a:gd name="connsiteX6" fmla="*/ 1783443 w 2084139"/>
                <a:gd name="connsiteY6" fmla="*/ 1966597 h 3290534"/>
                <a:gd name="connsiteX0" fmla="*/ 1783443 w 2084139"/>
                <a:gd name="connsiteY0" fmla="*/ 1966597 h 3290534"/>
                <a:gd name="connsiteX1" fmla="*/ 1693130 w 2084139"/>
                <a:gd name="connsiteY1" fmla="*/ 2712632 h 3290534"/>
                <a:gd name="connsiteX2" fmla="*/ 168003 w 2084139"/>
                <a:gd name="connsiteY2" fmla="*/ 1990183 h 3290534"/>
                <a:gd name="connsiteX3" fmla="*/ 0 w 2084139"/>
                <a:gd name="connsiteY3" fmla="*/ 957491 h 3290534"/>
                <a:gd name="connsiteX4" fmla="*/ 1711596 w 2084139"/>
                <a:gd name="connsiteY4" fmla="*/ 327936 h 3290534"/>
                <a:gd name="connsiteX5" fmla="*/ 1762073 w 2084139"/>
                <a:gd name="connsiteY5" fmla="*/ 1056189 h 3290534"/>
                <a:gd name="connsiteX6" fmla="*/ 1783443 w 2084139"/>
                <a:gd name="connsiteY6" fmla="*/ 1966597 h 3290534"/>
                <a:gd name="connsiteX0" fmla="*/ 1783443 w 2084139"/>
                <a:gd name="connsiteY0" fmla="*/ 1979780 h 3303717"/>
                <a:gd name="connsiteX1" fmla="*/ 1693130 w 2084139"/>
                <a:gd name="connsiteY1" fmla="*/ 2725815 h 3303717"/>
                <a:gd name="connsiteX2" fmla="*/ 168003 w 2084139"/>
                <a:gd name="connsiteY2" fmla="*/ 2003366 h 3303717"/>
                <a:gd name="connsiteX3" fmla="*/ 0 w 2084139"/>
                <a:gd name="connsiteY3" fmla="*/ 970674 h 3303717"/>
                <a:gd name="connsiteX4" fmla="*/ 1683021 w 2084139"/>
                <a:gd name="connsiteY4" fmla="*/ 322069 h 3303717"/>
                <a:gd name="connsiteX5" fmla="*/ 1762073 w 2084139"/>
                <a:gd name="connsiteY5" fmla="*/ 1069372 h 3303717"/>
                <a:gd name="connsiteX6" fmla="*/ 1783443 w 2084139"/>
                <a:gd name="connsiteY6" fmla="*/ 1979780 h 3303717"/>
                <a:gd name="connsiteX0" fmla="*/ 1783443 w 2084139"/>
                <a:gd name="connsiteY0" fmla="*/ 2211599 h 3535536"/>
                <a:gd name="connsiteX1" fmla="*/ 1693130 w 2084139"/>
                <a:gd name="connsiteY1" fmla="*/ 2957634 h 3535536"/>
                <a:gd name="connsiteX2" fmla="*/ 168003 w 2084139"/>
                <a:gd name="connsiteY2" fmla="*/ 2235185 h 3535536"/>
                <a:gd name="connsiteX3" fmla="*/ 0 w 2084139"/>
                <a:gd name="connsiteY3" fmla="*/ 1202493 h 3535536"/>
                <a:gd name="connsiteX4" fmla="*/ 1683021 w 2084139"/>
                <a:gd name="connsiteY4" fmla="*/ 553888 h 3535536"/>
                <a:gd name="connsiteX5" fmla="*/ 1762073 w 2084139"/>
                <a:gd name="connsiteY5" fmla="*/ 1301191 h 3535536"/>
                <a:gd name="connsiteX6" fmla="*/ 1783443 w 2084139"/>
                <a:gd name="connsiteY6" fmla="*/ 2211599 h 3535536"/>
                <a:gd name="connsiteX0" fmla="*/ 1697718 w 1998414"/>
                <a:gd name="connsiteY0" fmla="*/ 2165861 h 3489798"/>
                <a:gd name="connsiteX1" fmla="*/ 1607405 w 1998414"/>
                <a:gd name="connsiteY1" fmla="*/ 2911896 h 3489798"/>
                <a:gd name="connsiteX2" fmla="*/ 82278 w 1998414"/>
                <a:gd name="connsiteY2" fmla="*/ 2189447 h 3489798"/>
                <a:gd name="connsiteX3" fmla="*/ 0 w 1998414"/>
                <a:gd name="connsiteY3" fmla="*/ 1328205 h 3489798"/>
                <a:gd name="connsiteX4" fmla="*/ 1597296 w 1998414"/>
                <a:gd name="connsiteY4" fmla="*/ 508150 h 3489798"/>
                <a:gd name="connsiteX5" fmla="*/ 1676348 w 1998414"/>
                <a:gd name="connsiteY5" fmla="*/ 1255453 h 3489798"/>
                <a:gd name="connsiteX6" fmla="*/ 1697718 w 1998414"/>
                <a:gd name="connsiteY6" fmla="*/ 2165861 h 3489798"/>
                <a:gd name="connsiteX0" fmla="*/ 1697718 w 1998414"/>
                <a:gd name="connsiteY0" fmla="*/ 2294426 h 3618363"/>
                <a:gd name="connsiteX1" fmla="*/ 1607405 w 1998414"/>
                <a:gd name="connsiteY1" fmla="*/ 3040461 h 3618363"/>
                <a:gd name="connsiteX2" fmla="*/ 82278 w 1998414"/>
                <a:gd name="connsiteY2" fmla="*/ 2318012 h 3618363"/>
                <a:gd name="connsiteX3" fmla="*/ 0 w 1998414"/>
                <a:gd name="connsiteY3" fmla="*/ 1456770 h 3618363"/>
                <a:gd name="connsiteX4" fmla="*/ 1597296 w 1998414"/>
                <a:gd name="connsiteY4" fmla="*/ 636715 h 3618363"/>
                <a:gd name="connsiteX5" fmla="*/ 1676348 w 1998414"/>
                <a:gd name="connsiteY5" fmla="*/ 1384018 h 3618363"/>
                <a:gd name="connsiteX6" fmla="*/ 1697718 w 1998414"/>
                <a:gd name="connsiteY6" fmla="*/ 2294426 h 361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98414" h="3618363">
                  <a:moveTo>
                    <a:pt x="1697718" y="2294426"/>
                  </a:moveTo>
                  <a:cubicBezTo>
                    <a:pt x="2121185" y="2467811"/>
                    <a:pt x="1895138" y="3000426"/>
                    <a:pt x="1607405" y="3040461"/>
                  </a:cubicBezTo>
                  <a:cubicBezTo>
                    <a:pt x="1968979" y="3883378"/>
                    <a:pt x="501754" y="3932545"/>
                    <a:pt x="82278" y="2318012"/>
                  </a:cubicBezTo>
                  <a:lnTo>
                    <a:pt x="0" y="1456770"/>
                  </a:lnTo>
                  <a:cubicBezTo>
                    <a:pt x="302472" y="-90120"/>
                    <a:pt x="1883046" y="-472811"/>
                    <a:pt x="1597296" y="636715"/>
                  </a:cubicBezTo>
                  <a:cubicBezTo>
                    <a:pt x="1929679" y="660422"/>
                    <a:pt x="2152114" y="1125876"/>
                    <a:pt x="1676348" y="1384018"/>
                  </a:cubicBezTo>
                  <a:cubicBezTo>
                    <a:pt x="2134032" y="1638985"/>
                    <a:pt x="2069834" y="2101568"/>
                    <a:pt x="1697718" y="2294426"/>
                  </a:cubicBezTo>
                  <a:close/>
                </a:path>
              </a:pathLst>
            </a:custGeom>
            <a:solidFill>
              <a:srgbClr val="A7EF16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0A724B7F-10CD-E708-B035-F126E240882A}"/>
                </a:ext>
              </a:extLst>
            </p:cNvPr>
            <p:cNvSpPr/>
            <p:nvPr/>
          </p:nvSpPr>
          <p:spPr>
            <a:xfrm>
              <a:off x="4572001" y="5057773"/>
              <a:ext cx="2064207" cy="1061607"/>
            </a:xfrm>
            <a:custGeom>
              <a:avLst/>
              <a:gdLst>
                <a:gd name="connsiteX0" fmla="*/ 0 w 1228725"/>
                <a:gd name="connsiteY0" fmla="*/ 0 h 488094"/>
                <a:gd name="connsiteX1" fmla="*/ 1228725 w 1228725"/>
                <a:gd name="connsiteY1" fmla="*/ 0 h 488094"/>
                <a:gd name="connsiteX2" fmla="*/ 1228725 w 1228725"/>
                <a:gd name="connsiteY2" fmla="*/ 488094 h 488094"/>
                <a:gd name="connsiteX3" fmla="*/ 0 w 1228725"/>
                <a:gd name="connsiteY3" fmla="*/ 488094 h 488094"/>
                <a:gd name="connsiteX4" fmla="*/ 0 w 1228725"/>
                <a:gd name="connsiteY4" fmla="*/ 0 h 488094"/>
                <a:gd name="connsiteX0" fmla="*/ 0 w 1228725"/>
                <a:gd name="connsiteY0" fmla="*/ 0 h 488094"/>
                <a:gd name="connsiteX1" fmla="*/ 1228725 w 1228725"/>
                <a:gd name="connsiteY1" fmla="*/ 0 h 488094"/>
                <a:gd name="connsiteX2" fmla="*/ 0 w 1228725"/>
                <a:gd name="connsiteY2" fmla="*/ 488094 h 488094"/>
                <a:gd name="connsiteX3" fmla="*/ 0 w 1228725"/>
                <a:gd name="connsiteY3" fmla="*/ 0 h 488094"/>
                <a:gd name="connsiteX0" fmla="*/ 0 w 1228725"/>
                <a:gd name="connsiteY0" fmla="*/ 0 h 402369"/>
                <a:gd name="connsiteX1" fmla="*/ 1228725 w 1228725"/>
                <a:gd name="connsiteY1" fmla="*/ 0 h 402369"/>
                <a:gd name="connsiteX2" fmla="*/ 219075 w 1228725"/>
                <a:gd name="connsiteY2" fmla="*/ 402369 h 402369"/>
                <a:gd name="connsiteX3" fmla="*/ 0 w 1228725"/>
                <a:gd name="connsiteY3" fmla="*/ 0 h 402369"/>
                <a:gd name="connsiteX0" fmla="*/ 0 w 1228725"/>
                <a:gd name="connsiteY0" fmla="*/ 0 h 758459"/>
                <a:gd name="connsiteX1" fmla="*/ 1228725 w 1228725"/>
                <a:gd name="connsiteY1" fmla="*/ 0 h 758459"/>
                <a:gd name="connsiteX2" fmla="*/ 219075 w 1228725"/>
                <a:gd name="connsiteY2" fmla="*/ 402369 h 758459"/>
                <a:gd name="connsiteX3" fmla="*/ 0 w 1228725"/>
                <a:gd name="connsiteY3" fmla="*/ 0 h 758459"/>
                <a:gd name="connsiteX0" fmla="*/ 47602 w 1276327"/>
                <a:gd name="connsiteY0" fmla="*/ 0 h 773991"/>
                <a:gd name="connsiteX1" fmla="*/ 1276327 w 1276327"/>
                <a:gd name="connsiteY1" fmla="*/ 0 h 773991"/>
                <a:gd name="connsiteX2" fmla="*/ 85702 w 1276327"/>
                <a:gd name="connsiteY2" fmla="*/ 421419 h 773991"/>
                <a:gd name="connsiteX3" fmla="*/ 47602 w 1276327"/>
                <a:gd name="connsiteY3" fmla="*/ 0 h 773991"/>
                <a:gd name="connsiteX0" fmla="*/ 35012 w 1539962"/>
                <a:gd name="connsiteY0" fmla="*/ 142875 h 892501"/>
                <a:gd name="connsiteX1" fmla="*/ 1539962 w 1539962"/>
                <a:gd name="connsiteY1" fmla="*/ 0 h 892501"/>
                <a:gd name="connsiteX2" fmla="*/ 73112 w 1539962"/>
                <a:gd name="connsiteY2" fmla="*/ 564294 h 892501"/>
                <a:gd name="connsiteX3" fmla="*/ 35012 w 1539962"/>
                <a:gd name="connsiteY3" fmla="*/ 142875 h 892501"/>
                <a:gd name="connsiteX0" fmla="*/ 0 w 2052999"/>
                <a:gd name="connsiteY0" fmla="*/ 142875 h 936245"/>
                <a:gd name="connsiteX1" fmla="*/ 1504950 w 2052999"/>
                <a:gd name="connsiteY1" fmla="*/ 0 h 936245"/>
                <a:gd name="connsiteX2" fmla="*/ 38100 w 2052999"/>
                <a:gd name="connsiteY2" fmla="*/ 564294 h 936245"/>
                <a:gd name="connsiteX3" fmla="*/ 0 w 2052999"/>
                <a:gd name="connsiteY3" fmla="*/ 142875 h 936245"/>
                <a:gd name="connsiteX0" fmla="*/ 0 w 2122416"/>
                <a:gd name="connsiteY0" fmla="*/ 142875 h 1061607"/>
                <a:gd name="connsiteX1" fmla="*/ 1504950 w 2122416"/>
                <a:gd name="connsiteY1" fmla="*/ 0 h 1061607"/>
                <a:gd name="connsiteX2" fmla="*/ 38100 w 2122416"/>
                <a:gd name="connsiteY2" fmla="*/ 564294 h 1061607"/>
                <a:gd name="connsiteX3" fmla="*/ 0 w 2122416"/>
                <a:gd name="connsiteY3" fmla="*/ 142875 h 1061607"/>
                <a:gd name="connsiteX0" fmla="*/ 0 w 2064207"/>
                <a:gd name="connsiteY0" fmla="*/ 142875 h 1061607"/>
                <a:gd name="connsiteX1" fmla="*/ 1504950 w 2064207"/>
                <a:gd name="connsiteY1" fmla="*/ 0 h 1061607"/>
                <a:gd name="connsiteX2" fmla="*/ 38100 w 2064207"/>
                <a:gd name="connsiteY2" fmla="*/ 564294 h 1061607"/>
                <a:gd name="connsiteX3" fmla="*/ 0 w 2064207"/>
                <a:gd name="connsiteY3" fmla="*/ 142875 h 106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4207" h="1061607">
                  <a:moveTo>
                    <a:pt x="0" y="142875"/>
                  </a:moveTo>
                  <a:lnTo>
                    <a:pt x="1504950" y="0"/>
                  </a:lnTo>
                  <a:cubicBezTo>
                    <a:pt x="3292475" y="410348"/>
                    <a:pt x="241300" y="1792246"/>
                    <a:pt x="38100" y="564294"/>
                  </a:cubicBezTo>
                  <a:lnTo>
                    <a:pt x="0" y="142875"/>
                  </a:lnTo>
                  <a:close/>
                </a:path>
              </a:pathLst>
            </a:custGeom>
            <a:solidFill>
              <a:srgbClr val="A7EF16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">
              <a:extLst>
                <a:ext uri="{FF2B5EF4-FFF2-40B4-BE49-F238E27FC236}">
                  <a16:creationId xmlns:a16="http://schemas.microsoft.com/office/drawing/2014/main" id="{2ACDA7E8-C911-4940-F92A-B7D1C1E7EA65}"/>
                </a:ext>
              </a:extLst>
            </p:cNvPr>
            <p:cNvSpPr/>
            <p:nvPr/>
          </p:nvSpPr>
          <p:spPr>
            <a:xfrm>
              <a:off x="2227777" y="2178424"/>
              <a:ext cx="4560518" cy="3623564"/>
            </a:xfrm>
            <a:custGeom>
              <a:avLst/>
              <a:gdLst>
                <a:gd name="connsiteX0" fmla="*/ 0 w 2348880"/>
                <a:gd name="connsiteY0" fmla="*/ 0 h 1524000"/>
                <a:gd name="connsiteX1" fmla="*/ 2348880 w 2348880"/>
                <a:gd name="connsiteY1" fmla="*/ 0 h 1524000"/>
                <a:gd name="connsiteX2" fmla="*/ 2348880 w 2348880"/>
                <a:gd name="connsiteY2" fmla="*/ 1524000 h 1524000"/>
                <a:gd name="connsiteX3" fmla="*/ 0 w 2348880"/>
                <a:gd name="connsiteY3" fmla="*/ 1524000 h 1524000"/>
                <a:gd name="connsiteX4" fmla="*/ 0 w 2348880"/>
                <a:gd name="connsiteY4" fmla="*/ 0 h 1524000"/>
                <a:gd name="connsiteX0" fmla="*/ 0 w 2644155"/>
                <a:gd name="connsiteY0" fmla="*/ 476250 h 1524000"/>
                <a:gd name="connsiteX1" fmla="*/ 2644155 w 2644155"/>
                <a:gd name="connsiteY1" fmla="*/ 0 h 1524000"/>
                <a:gd name="connsiteX2" fmla="*/ 2644155 w 2644155"/>
                <a:gd name="connsiteY2" fmla="*/ 1524000 h 1524000"/>
                <a:gd name="connsiteX3" fmla="*/ 295275 w 2644155"/>
                <a:gd name="connsiteY3" fmla="*/ 1524000 h 1524000"/>
                <a:gd name="connsiteX4" fmla="*/ 0 w 2644155"/>
                <a:gd name="connsiteY4" fmla="*/ 476250 h 1524000"/>
                <a:gd name="connsiteX0" fmla="*/ 0 w 4539630"/>
                <a:gd name="connsiteY0" fmla="*/ 0 h 1047750"/>
                <a:gd name="connsiteX1" fmla="*/ 4539630 w 4539630"/>
                <a:gd name="connsiteY1" fmla="*/ 409575 h 1047750"/>
                <a:gd name="connsiteX2" fmla="*/ 2644155 w 4539630"/>
                <a:gd name="connsiteY2" fmla="*/ 1047750 h 1047750"/>
                <a:gd name="connsiteX3" fmla="*/ 295275 w 4539630"/>
                <a:gd name="connsiteY3" fmla="*/ 1047750 h 1047750"/>
                <a:gd name="connsiteX4" fmla="*/ 0 w 4539630"/>
                <a:gd name="connsiteY4" fmla="*/ 0 h 1047750"/>
                <a:gd name="connsiteX0" fmla="*/ 0 w 4539630"/>
                <a:gd name="connsiteY0" fmla="*/ 0 h 1047750"/>
                <a:gd name="connsiteX1" fmla="*/ 4539630 w 4539630"/>
                <a:gd name="connsiteY1" fmla="*/ 409575 h 1047750"/>
                <a:gd name="connsiteX2" fmla="*/ 295275 w 4539630"/>
                <a:gd name="connsiteY2" fmla="*/ 1047750 h 1047750"/>
                <a:gd name="connsiteX3" fmla="*/ 0 w 4539630"/>
                <a:gd name="connsiteY3" fmla="*/ 0 h 1047750"/>
                <a:gd name="connsiteX0" fmla="*/ 0 w 4539630"/>
                <a:gd name="connsiteY0" fmla="*/ 1252169 h 2299919"/>
                <a:gd name="connsiteX1" fmla="*/ 4539630 w 4539630"/>
                <a:gd name="connsiteY1" fmla="*/ 1661744 h 2299919"/>
                <a:gd name="connsiteX2" fmla="*/ 295275 w 4539630"/>
                <a:gd name="connsiteY2" fmla="*/ 2299919 h 2299919"/>
                <a:gd name="connsiteX3" fmla="*/ 0 w 4539630"/>
                <a:gd name="connsiteY3" fmla="*/ 1252169 h 2299919"/>
                <a:gd name="connsiteX0" fmla="*/ 0 w 4539630"/>
                <a:gd name="connsiteY0" fmla="*/ 1645316 h 2693066"/>
                <a:gd name="connsiteX1" fmla="*/ 4539630 w 4539630"/>
                <a:gd name="connsiteY1" fmla="*/ 2054891 h 2693066"/>
                <a:gd name="connsiteX2" fmla="*/ 295275 w 4539630"/>
                <a:gd name="connsiteY2" fmla="*/ 2693066 h 2693066"/>
                <a:gd name="connsiteX3" fmla="*/ 0 w 4539630"/>
                <a:gd name="connsiteY3" fmla="*/ 1645316 h 2693066"/>
                <a:gd name="connsiteX0" fmla="*/ 0 w 4539630"/>
                <a:gd name="connsiteY0" fmla="*/ 1645316 h 2054891"/>
                <a:gd name="connsiteX1" fmla="*/ 4539630 w 4539630"/>
                <a:gd name="connsiteY1" fmla="*/ 2054891 h 2054891"/>
                <a:gd name="connsiteX2" fmla="*/ 0 w 4539630"/>
                <a:gd name="connsiteY2" fmla="*/ 1645316 h 2054891"/>
                <a:gd name="connsiteX0" fmla="*/ 29683 w 4569313"/>
                <a:gd name="connsiteY0" fmla="*/ 1645316 h 3141202"/>
                <a:gd name="connsiteX1" fmla="*/ 4569313 w 4569313"/>
                <a:gd name="connsiteY1" fmla="*/ 2054891 h 3141202"/>
                <a:gd name="connsiteX2" fmla="*/ 29683 w 4569313"/>
                <a:gd name="connsiteY2" fmla="*/ 1645316 h 3141202"/>
                <a:gd name="connsiteX0" fmla="*/ 23134 w 4562764"/>
                <a:gd name="connsiteY0" fmla="*/ 1645316 h 3741053"/>
                <a:gd name="connsiteX1" fmla="*/ 4562764 w 4562764"/>
                <a:gd name="connsiteY1" fmla="*/ 2054891 h 3741053"/>
                <a:gd name="connsiteX2" fmla="*/ 23134 w 4562764"/>
                <a:gd name="connsiteY2" fmla="*/ 1645316 h 3741053"/>
                <a:gd name="connsiteX0" fmla="*/ 22457 w 4562087"/>
                <a:gd name="connsiteY0" fmla="*/ 1645316 h 3725638"/>
                <a:gd name="connsiteX1" fmla="*/ 4562087 w 4562087"/>
                <a:gd name="connsiteY1" fmla="*/ 2054891 h 3725638"/>
                <a:gd name="connsiteX2" fmla="*/ 22457 w 4562087"/>
                <a:gd name="connsiteY2" fmla="*/ 1645316 h 3725638"/>
                <a:gd name="connsiteX0" fmla="*/ 20888 w 4560518"/>
                <a:gd name="connsiteY0" fmla="*/ 1645316 h 3623564"/>
                <a:gd name="connsiteX1" fmla="*/ 4560518 w 4560518"/>
                <a:gd name="connsiteY1" fmla="*/ 2054891 h 3623564"/>
                <a:gd name="connsiteX2" fmla="*/ 20888 w 4560518"/>
                <a:gd name="connsiteY2" fmla="*/ 1645316 h 3623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60518" h="3623564">
                  <a:moveTo>
                    <a:pt x="20888" y="1645316"/>
                  </a:moveTo>
                  <a:cubicBezTo>
                    <a:pt x="733998" y="-1332834"/>
                    <a:pt x="4561783" y="308641"/>
                    <a:pt x="4560518" y="2054891"/>
                  </a:cubicBezTo>
                  <a:cubicBezTo>
                    <a:pt x="4259251" y="3856023"/>
                    <a:pt x="-346863" y="4568584"/>
                    <a:pt x="20888" y="1645316"/>
                  </a:cubicBezTo>
                  <a:close/>
                </a:path>
              </a:pathLst>
            </a:custGeom>
            <a:solidFill>
              <a:srgbClr val="FFFF00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E92CC1E6-3BE1-6227-7EED-AFA5AF8EE728}"/>
                </a:ext>
              </a:extLst>
            </p:cNvPr>
            <p:cNvSpPr/>
            <p:nvPr/>
          </p:nvSpPr>
          <p:spPr>
            <a:xfrm>
              <a:off x="3595938" y="3199713"/>
              <a:ext cx="1296117" cy="1795221"/>
            </a:xfrm>
            <a:custGeom>
              <a:avLst/>
              <a:gdLst>
                <a:gd name="connsiteX0" fmla="*/ 0 w 1291771"/>
                <a:gd name="connsiteY0" fmla="*/ 0 h 1103086"/>
                <a:gd name="connsiteX1" fmla="*/ 1291771 w 1291771"/>
                <a:gd name="connsiteY1" fmla="*/ 0 h 1103086"/>
                <a:gd name="connsiteX2" fmla="*/ 1291771 w 1291771"/>
                <a:gd name="connsiteY2" fmla="*/ 1103086 h 1103086"/>
                <a:gd name="connsiteX3" fmla="*/ 0 w 1291771"/>
                <a:gd name="connsiteY3" fmla="*/ 1103086 h 1103086"/>
                <a:gd name="connsiteX4" fmla="*/ 0 w 1291771"/>
                <a:gd name="connsiteY4" fmla="*/ 0 h 1103086"/>
                <a:gd name="connsiteX0" fmla="*/ 1016000 w 2307771"/>
                <a:gd name="connsiteY0" fmla="*/ 0 h 1175657"/>
                <a:gd name="connsiteX1" fmla="*/ 2307771 w 2307771"/>
                <a:gd name="connsiteY1" fmla="*/ 0 h 1175657"/>
                <a:gd name="connsiteX2" fmla="*/ 2307771 w 2307771"/>
                <a:gd name="connsiteY2" fmla="*/ 1103086 h 1175657"/>
                <a:gd name="connsiteX3" fmla="*/ 0 w 2307771"/>
                <a:gd name="connsiteY3" fmla="*/ 1175657 h 1175657"/>
                <a:gd name="connsiteX4" fmla="*/ 1016000 w 2307771"/>
                <a:gd name="connsiteY4" fmla="*/ 0 h 1175657"/>
                <a:gd name="connsiteX0" fmla="*/ 4397828 w 4397828"/>
                <a:gd name="connsiteY0" fmla="*/ 0 h 2336800"/>
                <a:gd name="connsiteX1" fmla="*/ 2307771 w 4397828"/>
                <a:gd name="connsiteY1" fmla="*/ 1161143 h 2336800"/>
                <a:gd name="connsiteX2" fmla="*/ 2307771 w 4397828"/>
                <a:gd name="connsiteY2" fmla="*/ 2264229 h 2336800"/>
                <a:gd name="connsiteX3" fmla="*/ 0 w 4397828"/>
                <a:gd name="connsiteY3" fmla="*/ 2336800 h 2336800"/>
                <a:gd name="connsiteX4" fmla="*/ 4397828 w 4397828"/>
                <a:gd name="connsiteY4" fmla="*/ 0 h 2336800"/>
                <a:gd name="connsiteX0" fmla="*/ 3048000 w 3048000"/>
                <a:gd name="connsiteY0" fmla="*/ 0 h 2264229"/>
                <a:gd name="connsiteX1" fmla="*/ 957943 w 3048000"/>
                <a:gd name="connsiteY1" fmla="*/ 1161143 h 2264229"/>
                <a:gd name="connsiteX2" fmla="*/ 957943 w 3048000"/>
                <a:gd name="connsiteY2" fmla="*/ 2264229 h 2264229"/>
                <a:gd name="connsiteX3" fmla="*/ 0 w 3048000"/>
                <a:gd name="connsiteY3" fmla="*/ 174171 h 2264229"/>
                <a:gd name="connsiteX4" fmla="*/ 3048000 w 3048000"/>
                <a:gd name="connsiteY4" fmla="*/ 0 h 2264229"/>
                <a:gd name="connsiteX0" fmla="*/ 3048000 w 3048000"/>
                <a:gd name="connsiteY0" fmla="*/ 241972 h 2506201"/>
                <a:gd name="connsiteX1" fmla="*/ 957943 w 3048000"/>
                <a:gd name="connsiteY1" fmla="*/ 1403115 h 2506201"/>
                <a:gd name="connsiteX2" fmla="*/ 957943 w 3048000"/>
                <a:gd name="connsiteY2" fmla="*/ 2506201 h 2506201"/>
                <a:gd name="connsiteX3" fmla="*/ 0 w 3048000"/>
                <a:gd name="connsiteY3" fmla="*/ 416143 h 2506201"/>
                <a:gd name="connsiteX4" fmla="*/ 3048000 w 3048000"/>
                <a:gd name="connsiteY4" fmla="*/ 241972 h 2506201"/>
                <a:gd name="connsiteX0" fmla="*/ 3048000 w 3048000"/>
                <a:gd name="connsiteY0" fmla="*/ 567705 h 2831934"/>
                <a:gd name="connsiteX1" fmla="*/ 957943 w 3048000"/>
                <a:gd name="connsiteY1" fmla="*/ 1728848 h 2831934"/>
                <a:gd name="connsiteX2" fmla="*/ 957943 w 3048000"/>
                <a:gd name="connsiteY2" fmla="*/ 2831934 h 2831934"/>
                <a:gd name="connsiteX3" fmla="*/ 0 w 3048000"/>
                <a:gd name="connsiteY3" fmla="*/ 741876 h 2831934"/>
                <a:gd name="connsiteX4" fmla="*/ 3048000 w 3048000"/>
                <a:gd name="connsiteY4" fmla="*/ 567705 h 2831934"/>
                <a:gd name="connsiteX0" fmla="*/ 3048000 w 3142456"/>
                <a:gd name="connsiteY0" fmla="*/ 208042 h 2472271"/>
                <a:gd name="connsiteX1" fmla="*/ 957943 w 3142456"/>
                <a:gd name="connsiteY1" fmla="*/ 1369185 h 2472271"/>
                <a:gd name="connsiteX2" fmla="*/ 957943 w 3142456"/>
                <a:gd name="connsiteY2" fmla="*/ 2472271 h 2472271"/>
                <a:gd name="connsiteX3" fmla="*/ 0 w 3142456"/>
                <a:gd name="connsiteY3" fmla="*/ 382213 h 2472271"/>
                <a:gd name="connsiteX4" fmla="*/ 2496456 w 3142456"/>
                <a:gd name="connsiteY4" fmla="*/ 19358 h 2472271"/>
                <a:gd name="connsiteX5" fmla="*/ 3048000 w 3142456"/>
                <a:gd name="connsiteY5" fmla="*/ 208042 h 2472271"/>
                <a:gd name="connsiteX0" fmla="*/ 3048000 w 3142456"/>
                <a:gd name="connsiteY0" fmla="*/ 397218 h 2661447"/>
                <a:gd name="connsiteX1" fmla="*/ 957943 w 3142456"/>
                <a:gd name="connsiteY1" fmla="*/ 1558361 h 2661447"/>
                <a:gd name="connsiteX2" fmla="*/ 957943 w 3142456"/>
                <a:gd name="connsiteY2" fmla="*/ 2661447 h 2661447"/>
                <a:gd name="connsiteX3" fmla="*/ 0 w 3142456"/>
                <a:gd name="connsiteY3" fmla="*/ 571389 h 2661447"/>
                <a:gd name="connsiteX4" fmla="*/ 2496456 w 3142456"/>
                <a:gd name="connsiteY4" fmla="*/ 208534 h 2661447"/>
                <a:gd name="connsiteX5" fmla="*/ 3048000 w 3142456"/>
                <a:gd name="connsiteY5" fmla="*/ 397218 h 2661447"/>
                <a:gd name="connsiteX0" fmla="*/ 3048000 w 3142456"/>
                <a:gd name="connsiteY0" fmla="*/ 579486 h 2843715"/>
                <a:gd name="connsiteX1" fmla="*/ 957943 w 3142456"/>
                <a:gd name="connsiteY1" fmla="*/ 1740629 h 2843715"/>
                <a:gd name="connsiteX2" fmla="*/ 957943 w 3142456"/>
                <a:gd name="connsiteY2" fmla="*/ 2843715 h 2843715"/>
                <a:gd name="connsiteX3" fmla="*/ 0 w 3142456"/>
                <a:gd name="connsiteY3" fmla="*/ 753657 h 2843715"/>
                <a:gd name="connsiteX4" fmla="*/ 2496456 w 3142456"/>
                <a:gd name="connsiteY4" fmla="*/ 390802 h 2843715"/>
                <a:gd name="connsiteX5" fmla="*/ 3048000 w 3142456"/>
                <a:gd name="connsiteY5" fmla="*/ 579486 h 2843715"/>
                <a:gd name="connsiteX0" fmla="*/ 3048000 w 3142456"/>
                <a:gd name="connsiteY0" fmla="*/ 506701 h 2770930"/>
                <a:gd name="connsiteX1" fmla="*/ 957943 w 3142456"/>
                <a:gd name="connsiteY1" fmla="*/ 1667844 h 2770930"/>
                <a:gd name="connsiteX2" fmla="*/ 957943 w 3142456"/>
                <a:gd name="connsiteY2" fmla="*/ 2770930 h 2770930"/>
                <a:gd name="connsiteX3" fmla="*/ 0 w 3142456"/>
                <a:gd name="connsiteY3" fmla="*/ 680872 h 2770930"/>
                <a:gd name="connsiteX4" fmla="*/ 2496456 w 3142456"/>
                <a:gd name="connsiteY4" fmla="*/ 318017 h 2770930"/>
                <a:gd name="connsiteX5" fmla="*/ 3048000 w 3142456"/>
                <a:gd name="connsiteY5" fmla="*/ 506701 h 2770930"/>
                <a:gd name="connsiteX0" fmla="*/ 3048000 w 3142456"/>
                <a:gd name="connsiteY0" fmla="*/ 561697 h 2825926"/>
                <a:gd name="connsiteX1" fmla="*/ 957943 w 3142456"/>
                <a:gd name="connsiteY1" fmla="*/ 1722840 h 2825926"/>
                <a:gd name="connsiteX2" fmla="*/ 957943 w 3142456"/>
                <a:gd name="connsiteY2" fmla="*/ 2825926 h 2825926"/>
                <a:gd name="connsiteX3" fmla="*/ 0 w 3142456"/>
                <a:gd name="connsiteY3" fmla="*/ 735868 h 2825926"/>
                <a:gd name="connsiteX4" fmla="*/ 2496456 w 3142456"/>
                <a:gd name="connsiteY4" fmla="*/ 373013 h 2825926"/>
                <a:gd name="connsiteX5" fmla="*/ 3048000 w 3142456"/>
                <a:gd name="connsiteY5" fmla="*/ 561697 h 2825926"/>
                <a:gd name="connsiteX0" fmla="*/ 3048000 w 3142456"/>
                <a:gd name="connsiteY0" fmla="*/ 591102 h 2855331"/>
                <a:gd name="connsiteX1" fmla="*/ 957943 w 3142456"/>
                <a:gd name="connsiteY1" fmla="*/ 1752245 h 2855331"/>
                <a:gd name="connsiteX2" fmla="*/ 957943 w 3142456"/>
                <a:gd name="connsiteY2" fmla="*/ 2855331 h 2855331"/>
                <a:gd name="connsiteX3" fmla="*/ 0 w 3142456"/>
                <a:gd name="connsiteY3" fmla="*/ 765273 h 2855331"/>
                <a:gd name="connsiteX4" fmla="*/ 2496456 w 3142456"/>
                <a:gd name="connsiteY4" fmla="*/ 402418 h 2855331"/>
                <a:gd name="connsiteX5" fmla="*/ 3048000 w 3142456"/>
                <a:gd name="connsiteY5" fmla="*/ 591102 h 2855331"/>
                <a:gd name="connsiteX0" fmla="*/ 3048000 w 3115743"/>
                <a:gd name="connsiteY0" fmla="*/ 677634 h 2941863"/>
                <a:gd name="connsiteX1" fmla="*/ 957943 w 3115743"/>
                <a:gd name="connsiteY1" fmla="*/ 1838777 h 2941863"/>
                <a:gd name="connsiteX2" fmla="*/ 957943 w 3115743"/>
                <a:gd name="connsiteY2" fmla="*/ 2941863 h 2941863"/>
                <a:gd name="connsiteX3" fmla="*/ 0 w 3115743"/>
                <a:gd name="connsiteY3" fmla="*/ 851805 h 2941863"/>
                <a:gd name="connsiteX4" fmla="*/ 2267856 w 3115743"/>
                <a:gd name="connsiteY4" fmla="*/ 359410 h 2941863"/>
                <a:gd name="connsiteX5" fmla="*/ 3048000 w 3115743"/>
                <a:gd name="connsiteY5" fmla="*/ 677634 h 2941863"/>
                <a:gd name="connsiteX0" fmla="*/ 3048000 w 3115743"/>
                <a:gd name="connsiteY0" fmla="*/ 537035 h 2801264"/>
                <a:gd name="connsiteX1" fmla="*/ 957943 w 3115743"/>
                <a:gd name="connsiteY1" fmla="*/ 1698178 h 2801264"/>
                <a:gd name="connsiteX2" fmla="*/ 957943 w 3115743"/>
                <a:gd name="connsiteY2" fmla="*/ 2801264 h 2801264"/>
                <a:gd name="connsiteX3" fmla="*/ 0 w 3115743"/>
                <a:gd name="connsiteY3" fmla="*/ 711206 h 2801264"/>
                <a:gd name="connsiteX4" fmla="*/ 2267856 w 3115743"/>
                <a:gd name="connsiteY4" fmla="*/ 218811 h 2801264"/>
                <a:gd name="connsiteX5" fmla="*/ 3048000 w 3115743"/>
                <a:gd name="connsiteY5" fmla="*/ 537035 h 2801264"/>
                <a:gd name="connsiteX0" fmla="*/ 3108960 w 3176703"/>
                <a:gd name="connsiteY0" fmla="*/ 534523 h 2798752"/>
                <a:gd name="connsiteX1" fmla="*/ 1018903 w 3176703"/>
                <a:gd name="connsiteY1" fmla="*/ 1695666 h 2798752"/>
                <a:gd name="connsiteX2" fmla="*/ 1018903 w 3176703"/>
                <a:gd name="connsiteY2" fmla="*/ 2798752 h 2798752"/>
                <a:gd name="connsiteX3" fmla="*/ 0 w 3176703"/>
                <a:gd name="connsiteY3" fmla="*/ 716314 h 2798752"/>
                <a:gd name="connsiteX4" fmla="*/ 2328816 w 3176703"/>
                <a:gd name="connsiteY4" fmla="*/ 216299 h 2798752"/>
                <a:gd name="connsiteX5" fmla="*/ 3108960 w 3176703"/>
                <a:gd name="connsiteY5" fmla="*/ 534523 h 2798752"/>
                <a:gd name="connsiteX0" fmla="*/ 3108960 w 3176703"/>
                <a:gd name="connsiteY0" fmla="*/ 567359 h 2831588"/>
                <a:gd name="connsiteX1" fmla="*/ 1018903 w 3176703"/>
                <a:gd name="connsiteY1" fmla="*/ 1728502 h 2831588"/>
                <a:gd name="connsiteX2" fmla="*/ 1018903 w 3176703"/>
                <a:gd name="connsiteY2" fmla="*/ 2831588 h 2831588"/>
                <a:gd name="connsiteX3" fmla="*/ 0 w 3176703"/>
                <a:gd name="connsiteY3" fmla="*/ 749150 h 2831588"/>
                <a:gd name="connsiteX4" fmla="*/ 2328816 w 3176703"/>
                <a:gd name="connsiteY4" fmla="*/ 249135 h 2831588"/>
                <a:gd name="connsiteX5" fmla="*/ 3108960 w 3176703"/>
                <a:gd name="connsiteY5" fmla="*/ 567359 h 2831588"/>
                <a:gd name="connsiteX0" fmla="*/ 2491740 w 2698567"/>
                <a:gd name="connsiteY0" fmla="*/ 1222679 h 2831588"/>
                <a:gd name="connsiteX1" fmla="*/ 1018903 w 2698567"/>
                <a:gd name="connsiteY1" fmla="*/ 1728502 h 2831588"/>
                <a:gd name="connsiteX2" fmla="*/ 1018903 w 2698567"/>
                <a:gd name="connsiteY2" fmla="*/ 2831588 h 2831588"/>
                <a:gd name="connsiteX3" fmla="*/ 0 w 2698567"/>
                <a:gd name="connsiteY3" fmla="*/ 749150 h 2831588"/>
                <a:gd name="connsiteX4" fmla="*/ 2328816 w 2698567"/>
                <a:gd name="connsiteY4" fmla="*/ 249135 h 2831588"/>
                <a:gd name="connsiteX5" fmla="*/ 2491740 w 2698567"/>
                <a:gd name="connsiteY5" fmla="*/ 1222679 h 2831588"/>
                <a:gd name="connsiteX0" fmla="*/ 2491740 w 2818432"/>
                <a:gd name="connsiteY0" fmla="*/ 1159376 h 2768285"/>
                <a:gd name="connsiteX1" fmla="*/ 1018903 w 2818432"/>
                <a:gd name="connsiteY1" fmla="*/ 1665199 h 2768285"/>
                <a:gd name="connsiteX2" fmla="*/ 1018903 w 2818432"/>
                <a:gd name="connsiteY2" fmla="*/ 2768285 h 2768285"/>
                <a:gd name="connsiteX3" fmla="*/ 0 w 2818432"/>
                <a:gd name="connsiteY3" fmla="*/ 685847 h 2768285"/>
                <a:gd name="connsiteX4" fmla="*/ 2542176 w 2818432"/>
                <a:gd name="connsiteY4" fmla="*/ 292512 h 2768285"/>
                <a:gd name="connsiteX5" fmla="*/ 2491740 w 2818432"/>
                <a:gd name="connsiteY5" fmla="*/ 1159376 h 2768285"/>
                <a:gd name="connsiteX0" fmla="*/ 2491740 w 3140004"/>
                <a:gd name="connsiteY0" fmla="*/ 1159376 h 2768285"/>
                <a:gd name="connsiteX1" fmla="*/ 1018903 w 3140004"/>
                <a:gd name="connsiteY1" fmla="*/ 1665199 h 2768285"/>
                <a:gd name="connsiteX2" fmla="*/ 1018903 w 3140004"/>
                <a:gd name="connsiteY2" fmla="*/ 2768285 h 2768285"/>
                <a:gd name="connsiteX3" fmla="*/ 0 w 3140004"/>
                <a:gd name="connsiteY3" fmla="*/ 685847 h 2768285"/>
                <a:gd name="connsiteX4" fmla="*/ 2542176 w 3140004"/>
                <a:gd name="connsiteY4" fmla="*/ 292512 h 2768285"/>
                <a:gd name="connsiteX5" fmla="*/ 2491740 w 3140004"/>
                <a:gd name="connsiteY5" fmla="*/ 1159376 h 2768285"/>
                <a:gd name="connsiteX0" fmla="*/ 2491740 w 3134362"/>
                <a:gd name="connsiteY0" fmla="*/ 1159376 h 2768285"/>
                <a:gd name="connsiteX1" fmla="*/ 1018903 w 3134362"/>
                <a:gd name="connsiteY1" fmla="*/ 1665199 h 2768285"/>
                <a:gd name="connsiteX2" fmla="*/ 1018903 w 3134362"/>
                <a:gd name="connsiteY2" fmla="*/ 2768285 h 2768285"/>
                <a:gd name="connsiteX3" fmla="*/ 0 w 3134362"/>
                <a:gd name="connsiteY3" fmla="*/ 685847 h 2768285"/>
                <a:gd name="connsiteX4" fmla="*/ 2542176 w 3134362"/>
                <a:gd name="connsiteY4" fmla="*/ 292512 h 2768285"/>
                <a:gd name="connsiteX5" fmla="*/ 2491740 w 3134362"/>
                <a:gd name="connsiteY5" fmla="*/ 1159376 h 2768285"/>
                <a:gd name="connsiteX0" fmla="*/ 2286000 w 3079790"/>
                <a:gd name="connsiteY0" fmla="*/ 1113656 h 2768285"/>
                <a:gd name="connsiteX1" fmla="*/ 1018903 w 3079790"/>
                <a:gd name="connsiteY1" fmla="*/ 1665199 h 2768285"/>
                <a:gd name="connsiteX2" fmla="*/ 1018903 w 3079790"/>
                <a:gd name="connsiteY2" fmla="*/ 2768285 h 2768285"/>
                <a:gd name="connsiteX3" fmla="*/ 0 w 3079790"/>
                <a:gd name="connsiteY3" fmla="*/ 685847 h 2768285"/>
                <a:gd name="connsiteX4" fmla="*/ 2542176 w 3079790"/>
                <a:gd name="connsiteY4" fmla="*/ 292512 h 2768285"/>
                <a:gd name="connsiteX5" fmla="*/ 2286000 w 3079790"/>
                <a:gd name="connsiteY5" fmla="*/ 1113656 h 2768285"/>
                <a:gd name="connsiteX0" fmla="*/ 2286000 w 3127248"/>
                <a:gd name="connsiteY0" fmla="*/ 1113656 h 2768285"/>
                <a:gd name="connsiteX1" fmla="*/ 1018903 w 3127248"/>
                <a:gd name="connsiteY1" fmla="*/ 1665199 h 2768285"/>
                <a:gd name="connsiteX2" fmla="*/ 1018903 w 3127248"/>
                <a:gd name="connsiteY2" fmla="*/ 2768285 h 2768285"/>
                <a:gd name="connsiteX3" fmla="*/ 0 w 3127248"/>
                <a:gd name="connsiteY3" fmla="*/ 685847 h 2768285"/>
                <a:gd name="connsiteX4" fmla="*/ 2542176 w 3127248"/>
                <a:gd name="connsiteY4" fmla="*/ 292512 h 2768285"/>
                <a:gd name="connsiteX5" fmla="*/ 2286000 w 3127248"/>
                <a:gd name="connsiteY5" fmla="*/ 1113656 h 2768285"/>
                <a:gd name="connsiteX0" fmla="*/ 2286000 w 3130630"/>
                <a:gd name="connsiteY0" fmla="*/ 1113656 h 2768285"/>
                <a:gd name="connsiteX1" fmla="*/ 1018903 w 3130630"/>
                <a:gd name="connsiteY1" fmla="*/ 1665199 h 2768285"/>
                <a:gd name="connsiteX2" fmla="*/ 1018903 w 3130630"/>
                <a:gd name="connsiteY2" fmla="*/ 2768285 h 2768285"/>
                <a:gd name="connsiteX3" fmla="*/ 0 w 3130630"/>
                <a:gd name="connsiteY3" fmla="*/ 685847 h 2768285"/>
                <a:gd name="connsiteX4" fmla="*/ 2542176 w 3130630"/>
                <a:gd name="connsiteY4" fmla="*/ 292512 h 2768285"/>
                <a:gd name="connsiteX5" fmla="*/ 2286000 w 3130630"/>
                <a:gd name="connsiteY5" fmla="*/ 1113656 h 2768285"/>
                <a:gd name="connsiteX0" fmla="*/ 2286000 w 3180713"/>
                <a:gd name="connsiteY0" fmla="*/ 1096842 h 2751471"/>
                <a:gd name="connsiteX1" fmla="*/ 1018903 w 3180713"/>
                <a:gd name="connsiteY1" fmla="*/ 1648385 h 2751471"/>
                <a:gd name="connsiteX2" fmla="*/ 1018903 w 3180713"/>
                <a:gd name="connsiteY2" fmla="*/ 2751471 h 2751471"/>
                <a:gd name="connsiteX3" fmla="*/ 0 w 3180713"/>
                <a:gd name="connsiteY3" fmla="*/ 669033 h 2751471"/>
                <a:gd name="connsiteX4" fmla="*/ 2610756 w 3180713"/>
                <a:gd name="connsiteY4" fmla="*/ 306178 h 2751471"/>
                <a:gd name="connsiteX5" fmla="*/ 2286000 w 3180713"/>
                <a:gd name="connsiteY5" fmla="*/ 1096842 h 2751471"/>
                <a:gd name="connsiteX0" fmla="*/ 2286000 w 3153621"/>
                <a:gd name="connsiteY0" fmla="*/ 1096842 h 2751471"/>
                <a:gd name="connsiteX1" fmla="*/ 1018903 w 3153621"/>
                <a:gd name="connsiteY1" fmla="*/ 1648385 h 2751471"/>
                <a:gd name="connsiteX2" fmla="*/ 1018903 w 3153621"/>
                <a:gd name="connsiteY2" fmla="*/ 2751471 h 2751471"/>
                <a:gd name="connsiteX3" fmla="*/ 0 w 3153621"/>
                <a:gd name="connsiteY3" fmla="*/ 669033 h 2751471"/>
                <a:gd name="connsiteX4" fmla="*/ 2610756 w 3153621"/>
                <a:gd name="connsiteY4" fmla="*/ 306178 h 2751471"/>
                <a:gd name="connsiteX5" fmla="*/ 2286000 w 3153621"/>
                <a:gd name="connsiteY5" fmla="*/ 1096842 h 2751471"/>
                <a:gd name="connsiteX0" fmla="*/ 2286000 w 3130417"/>
                <a:gd name="connsiteY0" fmla="*/ 1096842 h 2751471"/>
                <a:gd name="connsiteX1" fmla="*/ 1018903 w 3130417"/>
                <a:gd name="connsiteY1" fmla="*/ 1648385 h 2751471"/>
                <a:gd name="connsiteX2" fmla="*/ 1018903 w 3130417"/>
                <a:gd name="connsiteY2" fmla="*/ 2751471 h 2751471"/>
                <a:gd name="connsiteX3" fmla="*/ 0 w 3130417"/>
                <a:gd name="connsiteY3" fmla="*/ 669033 h 2751471"/>
                <a:gd name="connsiteX4" fmla="*/ 2610756 w 3130417"/>
                <a:gd name="connsiteY4" fmla="*/ 306178 h 2751471"/>
                <a:gd name="connsiteX5" fmla="*/ 2286000 w 3130417"/>
                <a:gd name="connsiteY5" fmla="*/ 1096842 h 2751471"/>
                <a:gd name="connsiteX0" fmla="*/ 2286000 w 3140568"/>
                <a:gd name="connsiteY0" fmla="*/ 1096842 h 2751471"/>
                <a:gd name="connsiteX1" fmla="*/ 1018903 w 3140568"/>
                <a:gd name="connsiteY1" fmla="*/ 1648385 h 2751471"/>
                <a:gd name="connsiteX2" fmla="*/ 1018903 w 3140568"/>
                <a:gd name="connsiteY2" fmla="*/ 2751471 h 2751471"/>
                <a:gd name="connsiteX3" fmla="*/ 0 w 3140568"/>
                <a:gd name="connsiteY3" fmla="*/ 669033 h 2751471"/>
                <a:gd name="connsiteX4" fmla="*/ 2610756 w 3140568"/>
                <a:gd name="connsiteY4" fmla="*/ 306178 h 2751471"/>
                <a:gd name="connsiteX5" fmla="*/ 2286000 w 3140568"/>
                <a:gd name="connsiteY5" fmla="*/ 1096842 h 2751471"/>
                <a:gd name="connsiteX0" fmla="*/ 2286000 w 3140568"/>
                <a:gd name="connsiteY0" fmla="*/ 1172720 h 2827349"/>
                <a:gd name="connsiteX1" fmla="*/ 1018903 w 3140568"/>
                <a:gd name="connsiteY1" fmla="*/ 1724263 h 2827349"/>
                <a:gd name="connsiteX2" fmla="*/ 1018903 w 3140568"/>
                <a:gd name="connsiteY2" fmla="*/ 2827349 h 2827349"/>
                <a:gd name="connsiteX3" fmla="*/ 0 w 3140568"/>
                <a:gd name="connsiteY3" fmla="*/ 744911 h 2827349"/>
                <a:gd name="connsiteX4" fmla="*/ 2610756 w 3140568"/>
                <a:gd name="connsiteY4" fmla="*/ 382056 h 2827349"/>
                <a:gd name="connsiteX5" fmla="*/ 2286000 w 3140568"/>
                <a:gd name="connsiteY5" fmla="*/ 1172720 h 2827349"/>
                <a:gd name="connsiteX0" fmla="*/ 2415540 w 3270108"/>
                <a:gd name="connsiteY0" fmla="*/ 1134895 h 2789524"/>
                <a:gd name="connsiteX1" fmla="*/ 1148443 w 3270108"/>
                <a:gd name="connsiteY1" fmla="*/ 1686438 h 2789524"/>
                <a:gd name="connsiteX2" fmla="*/ 1148443 w 3270108"/>
                <a:gd name="connsiteY2" fmla="*/ 2789524 h 2789524"/>
                <a:gd name="connsiteX3" fmla="*/ 0 w 3270108"/>
                <a:gd name="connsiteY3" fmla="*/ 783286 h 2789524"/>
                <a:gd name="connsiteX4" fmla="*/ 2740296 w 3270108"/>
                <a:gd name="connsiteY4" fmla="*/ 344231 h 2789524"/>
                <a:gd name="connsiteX5" fmla="*/ 2415540 w 3270108"/>
                <a:gd name="connsiteY5" fmla="*/ 1134895 h 2789524"/>
                <a:gd name="connsiteX0" fmla="*/ 2415540 w 3270108"/>
                <a:gd name="connsiteY0" fmla="*/ 1225693 h 2880322"/>
                <a:gd name="connsiteX1" fmla="*/ 1148443 w 3270108"/>
                <a:gd name="connsiteY1" fmla="*/ 1777236 h 2880322"/>
                <a:gd name="connsiteX2" fmla="*/ 1148443 w 3270108"/>
                <a:gd name="connsiteY2" fmla="*/ 2880322 h 2880322"/>
                <a:gd name="connsiteX3" fmla="*/ 0 w 3270108"/>
                <a:gd name="connsiteY3" fmla="*/ 874084 h 2880322"/>
                <a:gd name="connsiteX4" fmla="*/ 2740296 w 3270108"/>
                <a:gd name="connsiteY4" fmla="*/ 435029 h 2880322"/>
                <a:gd name="connsiteX5" fmla="*/ 2415540 w 3270108"/>
                <a:gd name="connsiteY5" fmla="*/ 1225693 h 2880322"/>
                <a:gd name="connsiteX0" fmla="*/ 2415540 w 3270108"/>
                <a:gd name="connsiteY0" fmla="*/ 1185851 h 2840480"/>
                <a:gd name="connsiteX1" fmla="*/ 1148443 w 3270108"/>
                <a:gd name="connsiteY1" fmla="*/ 1737394 h 2840480"/>
                <a:gd name="connsiteX2" fmla="*/ 1148443 w 3270108"/>
                <a:gd name="connsiteY2" fmla="*/ 2840480 h 2840480"/>
                <a:gd name="connsiteX3" fmla="*/ 0 w 3270108"/>
                <a:gd name="connsiteY3" fmla="*/ 834242 h 2840480"/>
                <a:gd name="connsiteX4" fmla="*/ 2740296 w 3270108"/>
                <a:gd name="connsiteY4" fmla="*/ 395187 h 2840480"/>
                <a:gd name="connsiteX5" fmla="*/ 2415540 w 3270108"/>
                <a:gd name="connsiteY5" fmla="*/ 1185851 h 2840480"/>
                <a:gd name="connsiteX0" fmla="*/ 2415540 w 3270108"/>
                <a:gd name="connsiteY0" fmla="*/ 1185851 h 1737394"/>
                <a:gd name="connsiteX1" fmla="*/ 1148443 w 3270108"/>
                <a:gd name="connsiteY1" fmla="*/ 1737394 h 1737394"/>
                <a:gd name="connsiteX2" fmla="*/ 0 w 3270108"/>
                <a:gd name="connsiteY2" fmla="*/ 834242 h 1737394"/>
                <a:gd name="connsiteX3" fmla="*/ 2740296 w 3270108"/>
                <a:gd name="connsiteY3" fmla="*/ 395187 h 1737394"/>
                <a:gd name="connsiteX4" fmla="*/ 2415540 w 3270108"/>
                <a:gd name="connsiteY4" fmla="*/ 1185851 h 1737394"/>
                <a:gd name="connsiteX0" fmla="*/ 1267097 w 2121665"/>
                <a:gd name="connsiteY0" fmla="*/ 1379527 h 1931070"/>
                <a:gd name="connsiteX1" fmla="*/ 0 w 2121665"/>
                <a:gd name="connsiteY1" fmla="*/ 1931070 h 1931070"/>
                <a:gd name="connsiteX2" fmla="*/ 238397 w 2121665"/>
                <a:gd name="connsiteY2" fmla="*/ 631678 h 1931070"/>
                <a:gd name="connsiteX3" fmla="*/ 1591853 w 2121665"/>
                <a:gd name="connsiteY3" fmla="*/ 588863 h 1931070"/>
                <a:gd name="connsiteX4" fmla="*/ 1267097 w 2121665"/>
                <a:gd name="connsiteY4" fmla="*/ 1379527 h 1931070"/>
                <a:gd name="connsiteX0" fmla="*/ 1267097 w 2404146"/>
                <a:gd name="connsiteY0" fmla="*/ 1705340 h 2256883"/>
                <a:gd name="connsiteX1" fmla="*/ 0 w 2404146"/>
                <a:gd name="connsiteY1" fmla="*/ 2256883 h 2256883"/>
                <a:gd name="connsiteX2" fmla="*/ 238397 w 2404146"/>
                <a:gd name="connsiteY2" fmla="*/ 957491 h 2256883"/>
                <a:gd name="connsiteX3" fmla="*/ 1949993 w 2404146"/>
                <a:gd name="connsiteY3" fmla="*/ 327936 h 2256883"/>
                <a:gd name="connsiteX4" fmla="*/ 1267097 w 2404146"/>
                <a:gd name="connsiteY4" fmla="*/ 1705340 h 2256883"/>
                <a:gd name="connsiteX0" fmla="*/ 1267097 w 2145320"/>
                <a:gd name="connsiteY0" fmla="*/ 1705340 h 2256883"/>
                <a:gd name="connsiteX1" fmla="*/ 0 w 2145320"/>
                <a:gd name="connsiteY1" fmla="*/ 2256883 h 2256883"/>
                <a:gd name="connsiteX2" fmla="*/ 238397 w 2145320"/>
                <a:gd name="connsiteY2" fmla="*/ 957491 h 2256883"/>
                <a:gd name="connsiteX3" fmla="*/ 1949993 w 2145320"/>
                <a:gd name="connsiteY3" fmla="*/ 327936 h 2256883"/>
                <a:gd name="connsiteX4" fmla="*/ 2000470 w 2145320"/>
                <a:gd name="connsiteY4" fmla="*/ 1056189 h 2256883"/>
                <a:gd name="connsiteX5" fmla="*/ 1267097 w 2145320"/>
                <a:gd name="connsiteY5" fmla="*/ 1705340 h 2256883"/>
                <a:gd name="connsiteX0" fmla="*/ 2021840 w 2160530"/>
                <a:gd name="connsiteY0" fmla="*/ 1966597 h 2256883"/>
                <a:gd name="connsiteX1" fmla="*/ 0 w 2160530"/>
                <a:gd name="connsiteY1" fmla="*/ 2256883 h 2256883"/>
                <a:gd name="connsiteX2" fmla="*/ 238397 w 2160530"/>
                <a:gd name="connsiteY2" fmla="*/ 957491 h 2256883"/>
                <a:gd name="connsiteX3" fmla="*/ 1949993 w 2160530"/>
                <a:gd name="connsiteY3" fmla="*/ 327936 h 2256883"/>
                <a:gd name="connsiteX4" fmla="*/ 2000470 w 2160530"/>
                <a:gd name="connsiteY4" fmla="*/ 1056189 h 2256883"/>
                <a:gd name="connsiteX5" fmla="*/ 2021840 w 2160530"/>
                <a:gd name="connsiteY5" fmla="*/ 1966597 h 2256883"/>
                <a:gd name="connsiteX0" fmla="*/ 2021840 w 2160530"/>
                <a:gd name="connsiteY0" fmla="*/ 1966597 h 2725332"/>
                <a:gd name="connsiteX1" fmla="*/ 1956927 w 2160530"/>
                <a:gd name="connsiteY1" fmla="*/ 2725332 h 2725332"/>
                <a:gd name="connsiteX2" fmla="*/ 0 w 2160530"/>
                <a:gd name="connsiteY2" fmla="*/ 2256883 h 2725332"/>
                <a:gd name="connsiteX3" fmla="*/ 238397 w 2160530"/>
                <a:gd name="connsiteY3" fmla="*/ 957491 h 2725332"/>
                <a:gd name="connsiteX4" fmla="*/ 1949993 w 2160530"/>
                <a:gd name="connsiteY4" fmla="*/ 327936 h 2725332"/>
                <a:gd name="connsiteX5" fmla="*/ 2000470 w 2160530"/>
                <a:gd name="connsiteY5" fmla="*/ 1056189 h 2725332"/>
                <a:gd name="connsiteX6" fmla="*/ 2021840 w 2160530"/>
                <a:gd name="connsiteY6" fmla="*/ 1966597 h 2725332"/>
                <a:gd name="connsiteX0" fmla="*/ 1783443 w 1922133"/>
                <a:gd name="connsiteY0" fmla="*/ 1966597 h 2725332"/>
                <a:gd name="connsiteX1" fmla="*/ 1718530 w 1922133"/>
                <a:gd name="connsiteY1" fmla="*/ 2725332 h 2725332"/>
                <a:gd name="connsiteX2" fmla="*/ 98153 w 1922133"/>
                <a:gd name="connsiteY2" fmla="*/ 2110833 h 2725332"/>
                <a:gd name="connsiteX3" fmla="*/ 0 w 1922133"/>
                <a:gd name="connsiteY3" fmla="*/ 957491 h 2725332"/>
                <a:gd name="connsiteX4" fmla="*/ 1711596 w 1922133"/>
                <a:gd name="connsiteY4" fmla="*/ 327936 h 2725332"/>
                <a:gd name="connsiteX5" fmla="*/ 1762073 w 1922133"/>
                <a:gd name="connsiteY5" fmla="*/ 1056189 h 2725332"/>
                <a:gd name="connsiteX6" fmla="*/ 1783443 w 1922133"/>
                <a:gd name="connsiteY6" fmla="*/ 1966597 h 2725332"/>
                <a:gd name="connsiteX0" fmla="*/ 1783443 w 1922133"/>
                <a:gd name="connsiteY0" fmla="*/ 1966597 h 2812660"/>
                <a:gd name="connsiteX1" fmla="*/ 1718530 w 1922133"/>
                <a:gd name="connsiteY1" fmla="*/ 2725332 h 2812660"/>
                <a:gd name="connsiteX2" fmla="*/ 98153 w 1922133"/>
                <a:gd name="connsiteY2" fmla="*/ 2110833 h 2812660"/>
                <a:gd name="connsiteX3" fmla="*/ 0 w 1922133"/>
                <a:gd name="connsiteY3" fmla="*/ 957491 h 2812660"/>
                <a:gd name="connsiteX4" fmla="*/ 1711596 w 1922133"/>
                <a:gd name="connsiteY4" fmla="*/ 327936 h 2812660"/>
                <a:gd name="connsiteX5" fmla="*/ 1762073 w 1922133"/>
                <a:gd name="connsiteY5" fmla="*/ 1056189 h 2812660"/>
                <a:gd name="connsiteX6" fmla="*/ 1783443 w 1922133"/>
                <a:gd name="connsiteY6" fmla="*/ 1966597 h 2812660"/>
                <a:gd name="connsiteX0" fmla="*/ 1783443 w 1922133"/>
                <a:gd name="connsiteY0" fmla="*/ 1966597 h 3262280"/>
                <a:gd name="connsiteX1" fmla="*/ 1718530 w 1922133"/>
                <a:gd name="connsiteY1" fmla="*/ 2725332 h 3262280"/>
                <a:gd name="connsiteX2" fmla="*/ 98153 w 1922133"/>
                <a:gd name="connsiteY2" fmla="*/ 2110833 h 3262280"/>
                <a:gd name="connsiteX3" fmla="*/ 0 w 1922133"/>
                <a:gd name="connsiteY3" fmla="*/ 957491 h 3262280"/>
                <a:gd name="connsiteX4" fmla="*/ 1711596 w 1922133"/>
                <a:gd name="connsiteY4" fmla="*/ 327936 h 3262280"/>
                <a:gd name="connsiteX5" fmla="*/ 1762073 w 1922133"/>
                <a:gd name="connsiteY5" fmla="*/ 1056189 h 3262280"/>
                <a:gd name="connsiteX6" fmla="*/ 1783443 w 1922133"/>
                <a:gd name="connsiteY6" fmla="*/ 1966597 h 3262280"/>
                <a:gd name="connsiteX0" fmla="*/ 1783443 w 1922133"/>
                <a:gd name="connsiteY0" fmla="*/ 1966597 h 3254029"/>
                <a:gd name="connsiteX1" fmla="*/ 1693130 w 1922133"/>
                <a:gd name="connsiteY1" fmla="*/ 2712632 h 3254029"/>
                <a:gd name="connsiteX2" fmla="*/ 98153 w 1922133"/>
                <a:gd name="connsiteY2" fmla="*/ 2110833 h 3254029"/>
                <a:gd name="connsiteX3" fmla="*/ 0 w 1922133"/>
                <a:gd name="connsiteY3" fmla="*/ 957491 h 3254029"/>
                <a:gd name="connsiteX4" fmla="*/ 1711596 w 1922133"/>
                <a:gd name="connsiteY4" fmla="*/ 327936 h 3254029"/>
                <a:gd name="connsiteX5" fmla="*/ 1762073 w 1922133"/>
                <a:gd name="connsiteY5" fmla="*/ 1056189 h 3254029"/>
                <a:gd name="connsiteX6" fmla="*/ 1783443 w 1922133"/>
                <a:gd name="connsiteY6" fmla="*/ 1966597 h 3254029"/>
                <a:gd name="connsiteX0" fmla="*/ 1783443 w 1922133"/>
                <a:gd name="connsiteY0" fmla="*/ 1966597 h 3223909"/>
                <a:gd name="connsiteX1" fmla="*/ 1693130 w 1922133"/>
                <a:gd name="connsiteY1" fmla="*/ 2712632 h 3223909"/>
                <a:gd name="connsiteX2" fmla="*/ 98153 w 1922133"/>
                <a:gd name="connsiteY2" fmla="*/ 2110833 h 3223909"/>
                <a:gd name="connsiteX3" fmla="*/ 0 w 1922133"/>
                <a:gd name="connsiteY3" fmla="*/ 957491 h 3223909"/>
                <a:gd name="connsiteX4" fmla="*/ 1711596 w 1922133"/>
                <a:gd name="connsiteY4" fmla="*/ 327936 h 3223909"/>
                <a:gd name="connsiteX5" fmla="*/ 1762073 w 1922133"/>
                <a:gd name="connsiteY5" fmla="*/ 1056189 h 3223909"/>
                <a:gd name="connsiteX6" fmla="*/ 1783443 w 1922133"/>
                <a:gd name="connsiteY6" fmla="*/ 1966597 h 3223909"/>
                <a:gd name="connsiteX0" fmla="*/ 1783443 w 1922133"/>
                <a:gd name="connsiteY0" fmla="*/ 1966597 h 3300444"/>
                <a:gd name="connsiteX1" fmla="*/ 1693130 w 1922133"/>
                <a:gd name="connsiteY1" fmla="*/ 2712632 h 3300444"/>
                <a:gd name="connsiteX2" fmla="*/ 98153 w 1922133"/>
                <a:gd name="connsiteY2" fmla="*/ 2110833 h 3300444"/>
                <a:gd name="connsiteX3" fmla="*/ 0 w 1922133"/>
                <a:gd name="connsiteY3" fmla="*/ 957491 h 3300444"/>
                <a:gd name="connsiteX4" fmla="*/ 1711596 w 1922133"/>
                <a:gd name="connsiteY4" fmla="*/ 327936 h 3300444"/>
                <a:gd name="connsiteX5" fmla="*/ 1762073 w 1922133"/>
                <a:gd name="connsiteY5" fmla="*/ 1056189 h 3300444"/>
                <a:gd name="connsiteX6" fmla="*/ 1783443 w 1922133"/>
                <a:gd name="connsiteY6" fmla="*/ 1966597 h 3300444"/>
                <a:gd name="connsiteX0" fmla="*/ 1783443 w 1922133"/>
                <a:gd name="connsiteY0" fmla="*/ 1966597 h 3253315"/>
                <a:gd name="connsiteX1" fmla="*/ 1693130 w 1922133"/>
                <a:gd name="connsiteY1" fmla="*/ 2712632 h 3253315"/>
                <a:gd name="connsiteX2" fmla="*/ 168003 w 1922133"/>
                <a:gd name="connsiteY2" fmla="*/ 1990183 h 3253315"/>
                <a:gd name="connsiteX3" fmla="*/ 0 w 1922133"/>
                <a:gd name="connsiteY3" fmla="*/ 957491 h 3253315"/>
                <a:gd name="connsiteX4" fmla="*/ 1711596 w 1922133"/>
                <a:gd name="connsiteY4" fmla="*/ 327936 h 3253315"/>
                <a:gd name="connsiteX5" fmla="*/ 1762073 w 1922133"/>
                <a:gd name="connsiteY5" fmla="*/ 1056189 h 3253315"/>
                <a:gd name="connsiteX6" fmla="*/ 1783443 w 1922133"/>
                <a:gd name="connsiteY6" fmla="*/ 1966597 h 3253315"/>
                <a:gd name="connsiteX0" fmla="*/ 1783443 w 1922133"/>
                <a:gd name="connsiteY0" fmla="*/ 1966597 h 3290534"/>
                <a:gd name="connsiteX1" fmla="*/ 1693130 w 1922133"/>
                <a:gd name="connsiteY1" fmla="*/ 2712632 h 3290534"/>
                <a:gd name="connsiteX2" fmla="*/ 168003 w 1922133"/>
                <a:gd name="connsiteY2" fmla="*/ 1990183 h 3290534"/>
                <a:gd name="connsiteX3" fmla="*/ 0 w 1922133"/>
                <a:gd name="connsiteY3" fmla="*/ 957491 h 3290534"/>
                <a:gd name="connsiteX4" fmla="*/ 1711596 w 1922133"/>
                <a:gd name="connsiteY4" fmla="*/ 327936 h 3290534"/>
                <a:gd name="connsiteX5" fmla="*/ 1762073 w 1922133"/>
                <a:gd name="connsiteY5" fmla="*/ 1056189 h 3290534"/>
                <a:gd name="connsiteX6" fmla="*/ 1783443 w 1922133"/>
                <a:gd name="connsiteY6" fmla="*/ 1966597 h 3290534"/>
                <a:gd name="connsiteX0" fmla="*/ 1783443 w 2017465"/>
                <a:gd name="connsiteY0" fmla="*/ 1966597 h 3290534"/>
                <a:gd name="connsiteX1" fmla="*/ 1693130 w 2017465"/>
                <a:gd name="connsiteY1" fmla="*/ 2712632 h 3290534"/>
                <a:gd name="connsiteX2" fmla="*/ 168003 w 2017465"/>
                <a:gd name="connsiteY2" fmla="*/ 1990183 h 3290534"/>
                <a:gd name="connsiteX3" fmla="*/ 0 w 2017465"/>
                <a:gd name="connsiteY3" fmla="*/ 957491 h 3290534"/>
                <a:gd name="connsiteX4" fmla="*/ 1711596 w 2017465"/>
                <a:gd name="connsiteY4" fmla="*/ 327936 h 3290534"/>
                <a:gd name="connsiteX5" fmla="*/ 1762073 w 2017465"/>
                <a:gd name="connsiteY5" fmla="*/ 1056189 h 3290534"/>
                <a:gd name="connsiteX6" fmla="*/ 1783443 w 2017465"/>
                <a:gd name="connsiteY6" fmla="*/ 1966597 h 3290534"/>
                <a:gd name="connsiteX0" fmla="*/ 1783443 w 2084139"/>
                <a:gd name="connsiteY0" fmla="*/ 1966597 h 3290534"/>
                <a:gd name="connsiteX1" fmla="*/ 1693130 w 2084139"/>
                <a:gd name="connsiteY1" fmla="*/ 2712632 h 3290534"/>
                <a:gd name="connsiteX2" fmla="*/ 168003 w 2084139"/>
                <a:gd name="connsiteY2" fmla="*/ 1990183 h 3290534"/>
                <a:gd name="connsiteX3" fmla="*/ 0 w 2084139"/>
                <a:gd name="connsiteY3" fmla="*/ 957491 h 3290534"/>
                <a:gd name="connsiteX4" fmla="*/ 1711596 w 2084139"/>
                <a:gd name="connsiteY4" fmla="*/ 327936 h 3290534"/>
                <a:gd name="connsiteX5" fmla="*/ 1762073 w 2084139"/>
                <a:gd name="connsiteY5" fmla="*/ 1056189 h 3290534"/>
                <a:gd name="connsiteX6" fmla="*/ 1783443 w 2084139"/>
                <a:gd name="connsiteY6" fmla="*/ 1966597 h 3290534"/>
                <a:gd name="connsiteX0" fmla="*/ 1783443 w 2084139"/>
                <a:gd name="connsiteY0" fmla="*/ 1966597 h 3290534"/>
                <a:gd name="connsiteX1" fmla="*/ 1693130 w 2084139"/>
                <a:gd name="connsiteY1" fmla="*/ 2712632 h 3290534"/>
                <a:gd name="connsiteX2" fmla="*/ 168003 w 2084139"/>
                <a:gd name="connsiteY2" fmla="*/ 1990183 h 3290534"/>
                <a:gd name="connsiteX3" fmla="*/ 0 w 2084139"/>
                <a:gd name="connsiteY3" fmla="*/ 957491 h 3290534"/>
                <a:gd name="connsiteX4" fmla="*/ 1711596 w 2084139"/>
                <a:gd name="connsiteY4" fmla="*/ 327936 h 3290534"/>
                <a:gd name="connsiteX5" fmla="*/ 1762073 w 2084139"/>
                <a:gd name="connsiteY5" fmla="*/ 1056189 h 3290534"/>
                <a:gd name="connsiteX6" fmla="*/ 1783443 w 2084139"/>
                <a:gd name="connsiteY6" fmla="*/ 1966597 h 3290534"/>
                <a:gd name="connsiteX0" fmla="*/ 1783443 w 2084139"/>
                <a:gd name="connsiteY0" fmla="*/ 1979780 h 3303717"/>
                <a:gd name="connsiteX1" fmla="*/ 1693130 w 2084139"/>
                <a:gd name="connsiteY1" fmla="*/ 2725815 h 3303717"/>
                <a:gd name="connsiteX2" fmla="*/ 168003 w 2084139"/>
                <a:gd name="connsiteY2" fmla="*/ 2003366 h 3303717"/>
                <a:gd name="connsiteX3" fmla="*/ 0 w 2084139"/>
                <a:gd name="connsiteY3" fmla="*/ 970674 h 3303717"/>
                <a:gd name="connsiteX4" fmla="*/ 1683021 w 2084139"/>
                <a:gd name="connsiteY4" fmla="*/ 322069 h 3303717"/>
                <a:gd name="connsiteX5" fmla="*/ 1762073 w 2084139"/>
                <a:gd name="connsiteY5" fmla="*/ 1069372 h 3303717"/>
                <a:gd name="connsiteX6" fmla="*/ 1783443 w 2084139"/>
                <a:gd name="connsiteY6" fmla="*/ 1979780 h 3303717"/>
                <a:gd name="connsiteX0" fmla="*/ 1783443 w 2084139"/>
                <a:gd name="connsiteY0" fmla="*/ 2211599 h 3535536"/>
                <a:gd name="connsiteX1" fmla="*/ 1693130 w 2084139"/>
                <a:gd name="connsiteY1" fmla="*/ 2957634 h 3535536"/>
                <a:gd name="connsiteX2" fmla="*/ 168003 w 2084139"/>
                <a:gd name="connsiteY2" fmla="*/ 2235185 h 3535536"/>
                <a:gd name="connsiteX3" fmla="*/ 0 w 2084139"/>
                <a:gd name="connsiteY3" fmla="*/ 1202493 h 3535536"/>
                <a:gd name="connsiteX4" fmla="*/ 1683021 w 2084139"/>
                <a:gd name="connsiteY4" fmla="*/ 553888 h 3535536"/>
                <a:gd name="connsiteX5" fmla="*/ 1762073 w 2084139"/>
                <a:gd name="connsiteY5" fmla="*/ 1301191 h 3535536"/>
                <a:gd name="connsiteX6" fmla="*/ 1783443 w 2084139"/>
                <a:gd name="connsiteY6" fmla="*/ 2211599 h 3535536"/>
                <a:gd name="connsiteX0" fmla="*/ 1697718 w 1998414"/>
                <a:gd name="connsiteY0" fmla="*/ 2165861 h 3489798"/>
                <a:gd name="connsiteX1" fmla="*/ 1607405 w 1998414"/>
                <a:gd name="connsiteY1" fmla="*/ 2911896 h 3489798"/>
                <a:gd name="connsiteX2" fmla="*/ 82278 w 1998414"/>
                <a:gd name="connsiteY2" fmla="*/ 2189447 h 3489798"/>
                <a:gd name="connsiteX3" fmla="*/ 0 w 1998414"/>
                <a:gd name="connsiteY3" fmla="*/ 1328205 h 3489798"/>
                <a:gd name="connsiteX4" fmla="*/ 1597296 w 1998414"/>
                <a:gd name="connsiteY4" fmla="*/ 508150 h 3489798"/>
                <a:gd name="connsiteX5" fmla="*/ 1676348 w 1998414"/>
                <a:gd name="connsiteY5" fmla="*/ 1255453 h 3489798"/>
                <a:gd name="connsiteX6" fmla="*/ 1697718 w 1998414"/>
                <a:gd name="connsiteY6" fmla="*/ 2165861 h 3489798"/>
                <a:gd name="connsiteX0" fmla="*/ 1697718 w 1998414"/>
                <a:gd name="connsiteY0" fmla="*/ 2294426 h 3618363"/>
                <a:gd name="connsiteX1" fmla="*/ 1607405 w 1998414"/>
                <a:gd name="connsiteY1" fmla="*/ 3040461 h 3618363"/>
                <a:gd name="connsiteX2" fmla="*/ 82278 w 1998414"/>
                <a:gd name="connsiteY2" fmla="*/ 2318012 h 3618363"/>
                <a:gd name="connsiteX3" fmla="*/ 0 w 1998414"/>
                <a:gd name="connsiteY3" fmla="*/ 1456770 h 3618363"/>
                <a:gd name="connsiteX4" fmla="*/ 1597296 w 1998414"/>
                <a:gd name="connsiteY4" fmla="*/ 636715 h 3618363"/>
                <a:gd name="connsiteX5" fmla="*/ 1676348 w 1998414"/>
                <a:gd name="connsiteY5" fmla="*/ 1384018 h 3618363"/>
                <a:gd name="connsiteX6" fmla="*/ 1697718 w 1998414"/>
                <a:gd name="connsiteY6" fmla="*/ 2294426 h 3618363"/>
                <a:gd name="connsiteX0" fmla="*/ 1697718 w 1931740"/>
                <a:gd name="connsiteY0" fmla="*/ 2294426 h 3618363"/>
                <a:gd name="connsiteX1" fmla="*/ 1607405 w 1931740"/>
                <a:gd name="connsiteY1" fmla="*/ 3040461 h 3618363"/>
                <a:gd name="connsiteX2" fmla="*/ 82278 w 1931740"/>
                <a:gd name="connsiteY2" fmla="*/ 2318012 h 3618363"/>
                <a:gd name="connsiteX3" fmla="*/ 0 w 1931740"/>
                <a:gd name="connsiteY3" fmla="*/ 1456770 h 3618363"/>
                <a:gd name="connsiteX4" fmla="*/ 1597296 w 1931740"/>
                <a:gd name="connsiteY4" fmla="*/ 636715 h 3618363"/>
                <a:gd name="connsiteX5" fmla="*/ 1697718 w 1931740"/>
                <a:gd name="connsiteY5" fmla="*/ 2294426 h 3618363"/>
                <a:gd name="connsiteX0" fmla="*/ 1697718 w 1931740"/>
                <a:gd name="connsiteY0" fmla="*/ 1946447 h 3270384"/>
                <a:gd name="connsiteX1" fmla="*/ 1607405 w 1931740"/>
                <a:gd name="connsiteY1" fmla="*/ 2692482 h 3270384"/>
                <a:gd name="connsiteX2" fmla="*/ 82278 w 1931740"/>
                <a:gd name="connsiteY2" fmla="*/ 1970033 h 3270384"/>
                <a:gd name="connsiteX3" fmla="*/ 0 w 1931740"/>
                <a:gd name="connsiteY3" fmla="*/ 1108791 h 3270384"/>
                <a:gd name="connsiteX4" fmla="*/ 1541295 w 1931740"/>
                <a:gd name="connsiteY4" fmla="*/ 883535 h 3270384"/>
                <a:gd name="connsiteX5" fmla="*/ 1697718 w 1931740"/>
                <a:gd name="connsiteY5" fmla="*/ 1946447 h 3270384"/>
                <a:gd name="connsiteX0" fmla="*/ 1615440 w 1849462"/>
                <a:gd name="connsiteY0" fmla="*/ 2014741 h 3338678"/>
                <a:gd name="connsiteX1" fmla="*/ 1525127 w 1849462"/>
                <a:gd name="connsiteY1" fmla="*/ 2760776 h 3338678"/>
                <a:gd name="connsiteX2" fmla="*/ 0 w 1849462"/>
                <a:gd name="connsiteY2" fmla="*/ 2038327 h 3338678"/>
                <a:gd name="connsiteX3" fmla="*/ 197726 w 1849462"/>
                <a:gd name="connsiteY3" fmla="*/ 1044908 h 3338678"/>
                <a:gd name="connsiteX4" fmla="*/ 1459017 w 1849462"/>
                <a:gd name="connsiteY4" fmla="*/ 951829 h 3338678"/>
                <a:gd name="connsiteX5" fmla="*/ 1615440 w 1849462"/>
                <a:gd name="connsiteY5" fmla="*/ 2014741 h 3338678"/>
                <a:gd name="connsiteX0" fmla="*/ 1627885 w 1857636"/>
                <a:gd name="connsiteY0" fmla="*/ 2039524 h 3338678"/>
                <a:gd name="connsiteX1" fmla="*/ 1525127 w 1857636"/>
                <a:gd name="connsiteY1" fmla="*/ 2760776 h 3338678"/>
                <a:gd name="connsiteX2" fmla="*/ 0 w 1857636"/>
                <a:gd name="connsiteY2" fmla="*/ 2038327 h 3338678"/>
                <a:gd name="connsiteX3" fmla="*/ 197726 w 1857636"/>
                <a:gd name="connsiteY3" fmla="*/ 1044908 h 3338678"/>
                <a:gd name="connsiteX4" fmla="*/ 1459017 w 1857636"/>
                <a:gd name="connsiteY4" fmla="*/ 951829 h 3338678"/>
                <a:gd name="connsiteX5" fmla="*/ 1627885 w 1857636"/>
                <a:gd name="connsiteY5" fmla="*/ 2039524 h 3338678"/>
                <a:gd name="connsiteX0" fmla="*/ 1459017 w 1670913"/>
                <a:gd name="connsiteY0" fmla="*/ 951829 h 3338678"/>
                <a:gd name="connsiteX1" fmla="*/ 1525127 w 1670913"/>
                <a:gd name="connsiteY1" fmla="*/ 2760776 h 3338678"/>
                <a:gd name="connsiteX2" fmla="*/ 0 w 1670913"/>
                <a:gd name="connsiteY2" fmla="*/ 2038327 h 3338678"/>
                <a:gd name="connsiteX3" fmla="*/ 197726 w 1670913"/>
                <a:gd name="connsiteY3" fmla="*/ 1044908 h 3338678"/>
                <a:gd name="connsiteX4" fmla="*/ 1459017 w 1670913"/>
                <a:gd name="connsiteY4" fmla="*/ 951829 h 3338678"/>
                <a:gd name="connsiteX0" fmla="*/ 1459017 w 1648822"/>
                <a:gd name="connsiteY0" fmla="*/ 951829 h 3062258"/>
                <a:gd name="connsiteX1" fmla="*/ 1487793 w 1648822"/>
                <a:gd name="connsiteY1" fmla="*/ 2232065 h 3062258"/>
                <a:gd name="connsiteX2" fmla="*/ 0 w 1648822"/>
                <a:gd name="connsiteY2" fmla="*/ 2038327 h 3062258"/>
                <a:gd name="connsiteX3" fmla="*/ 197726 w 1648822"/>
                <a:gd name="connsiteY3" fmla="*/ 1044908 h 3062258"/>
                <a:gd name="connsiteX4" fmla="*/ 1459017 w 1648822"/>
                <a:gd name="connsiteY4" fmla="*/ 951829 h 3062258"/>
                <a:gd name="connsiteX0" fmla="*/ 1303460 w 1493265"/>
                <a:gd name="connsiteY0" fmla="*/ 951829 h 3114015"/>
                <a:gd name="connsiteX1" fmla="*/ 1332236 w 1493265"/>
                <a:gd name="connsiteY1" fmla="*/ 2232065 h 3114015"/>
                <a:gd name="connsiteX2" fmla="*/ 0 w 1493265"/>
                <a:gd name="connsiteY2" fmla="*/ 2129198 h 3114015"/>
                <a:gd name="connsiteX3" fmla="*/ 42169 w 1493265"/>
                <a:gd name="connsiteY3" fmla="*/ 1044908 h 3114015"/>
                <a:gd name="connsiteX4" fmla="*/ 1303460 w 1493265"/>
                <a:gd name="connsiteY4" fmla="*/ 951829 h 3114015"/>
                <a:gd name="connsiteX0" fmla="*/ 1303460 w 1690691"/>
                <a:gd name="connsiteY0" fmla="*/ 951829 h 3114017"/>
                <a:gd name="connsiteX1" fmla="*/ 1332236 w 1690691"/>
                <a:gd name="connsiteY1" fmla="*/ 2232065 h 3114017"/>
                <a:gd name="connsiteX2" fmla="*/ 0 w 1690691"/>
                <a:gd name="connsiteY2" fmla="*/ 2129198 h 3114017"/>
                <a:gd name="connsiteX3" fmla="*/ 42169 w 1690691"/>
                <a:gd name="connsiteY3" fmla="*/ 1044908 h 3114017"/>
                <a:gd name="connsiteX4" fmla="*/ 1303460 w 1690691"/>
                <a:gd name="connsiteY4" fmla="*/ 951829 h 3114017"/>
                <a:gd name="connsiteX0" fmla="*/ 1303460 w 1742828"/>
                <a:gd name="connsiteY0" fmla="*/ 951829 h 3114015"/>
                <a:gd name="connsiteX1" fmla="*/ 1332236 w 1742828"/>
                <a:gd name="connsiteY1" fmla="*/ 2232065 h 3114015"/>
                <a:gd name="connsiteX2" fmla="*/ 0 w 1742828"/>
                <a:gd name="connsiteY2" fmla="*/ 2129198 h 3114015"/>
                <a:gd name="connsiteX3" fmla="*/ 42169 w 1742828"/>
                <a:gd name="connsiteY3" fmla="*/ 1044908 h 3114015"/>
                <a:gd name="connsiteX4" fmla="*/ 1303460 w 1742828"/>
                <a:gd name="connsiteY4" fmla="*/ 951829 h 3114015"/>
                <a:gd name="connsiteX0" fmla="*/ 1303460 w 1693399"/>
                <a:gd name="connsiteY0" fmla="*/ 951829 h 3114017"/>
                <a:gd name="connsiteX1" fmla="*/ 1332236 w 1693399"/>
                <a:gd name="connsiteY1" fmla="*/ 2232065 h 3114017"/>
                <a:gd name="connsiteX2" fmla="*/ 0 w 1693399"/>
                <a:gd name="connsiteY2" fmla="*/ 2129198 h 3114017"/>
                <a:gd name="connsiteX3" fmla="*/ 42169 w 1693399"/>
                <a:gd name="connsiteY3" fmla="*/ 1044908 h 3114017"/>
                <a:gd name="connsiteX4" fmla="*/ 1303460 w 1693399"/>
                <a:gd name="connsiteY4" fmla="*/ 951829 h 311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3399" h="3114017">
                  <a:moveTo>
                    <a:pt x="1303460" y="951829"/>
                  </a:moveTo>
                  <a:cubicBezTo>
                    <a:pt x="1705140" y="1056063"/>
                    <a:pt x="1917632" y="1960109"/>
                    <a:pt x="1332236" y="2232065"/>
                  </a:cubicBezTo>
                  <a:cubicBezTo>
                    <a:pt x="1693810" y="3074982"/>
                    <a:pt x="419476" y="3743731"/>
                    <a:pt x="0" y="2129198"/>
                  </a:cubicBezTo>
                  <a:lnTo>
                    <a:pt x="42169" y="1044908"/>
                  </a:lnTo>
                  <a:cubicBezTo>
                    <a:pt x="344641" y="-501982"/>
                    <a:pt x="1589210" y="-157697"/>
                    <a:pt x="1303460" y="951829"/>
                  </a:cubicBezTo>
                  <a:close/>
                </a:path>
              </a:pathLst>
            </a:custGeom>
            <a:solidFill>
              <a:srgbClr val="A7EF16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2F9CDBB-E2DE-7896-5436-F5A35F8E0FDA}"/>
                </a:ext>
              </a:extLst>
            </p:cNvPr>
            <p:cNvSpPr/>
            <p:nvPr/>
          </p:nvSpPr>
          <p:spPr>
            <a:xfrm>
              <a:off x="2227777" y="2331719"/>
              <a:ext cx="1725098" cy="3335655"/>
            </a:xfrm>
            <a:custGeom>
              <a:avLst/>
              <a:gdLst>
                <a:gd name="connsiteX0" fmla="*/ 1099634 w 1608253"/>
                <a:gd name="connsiteY0" fmla="*/ 0 h 3309958"/>
                <a:gd name="connsiteX1" fmla="*/ 1125354 w 1608253"/>
                <a:gd name="connsiteY1" fmla="*/ 30147 h 3309958"/>
                <a:gd name="connsiteX2" fmla="*/ 1608253 w 1608253"/>
                <a:gd name="connsiteY2" fmla="*/ 1635158 h 3309958"/>
                <a:gd name="connsiteX3" fmla="*/ 1125354 w 1608253"/>
                <a:gd name="connsiteY3" fmla="*/ 3240169 h 3309958"/>
                <a:gd name="connsiteX4" fmla="*/ 1065813 w 1608253"/>
                <a:gd name="connsiteY4" fmla="*/ 3309958 h 3309958"/>
                <a:gd name="connsiteX5" fmla="*/ 1027950 w 1608253"/>
                <a:gd name="connsiteY5" fmla="*/ 3297906 h 3309958"/>
                <a:gd name="connsiteX6" fmla="*/ 20888 w 1608253"/>
                <a:gd name="connsiteY6" fmla="*/ 1468692 h 3309958"/>
                <a:gd name="connsiteX7" fmla="*/ 1031226 w 1608253"/>
                <a:gd name="connsiteY7" fmla="*/ 30715 h 3309958"/>
                <a:gd name="connsiteX8" fmla="*/ 1099634 w 1608253"/>
                <a:gd name="connsiteY8" fmla="*/ 0 h 330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8253" h="3309958">
                  <a:moveTo>
                    <a:pt x="1099634" y="0"/>
                  </a:moveTo>
                  <a:lnTo>
                    <a:pt x="1125354" y="30147"/>
                  </a:lnTo>
                  <a:cubicBezTo>
                    <a:pt x="1420273" y="411646"/>
                    <a:pt x="1608253" y="988992"/>
                    <a:pt x="1608253" y="1635158"/>
                  </a:cubicBezTo>
                  <a:cubicBezTo>
                    <a:pt x="1608253" y="2281324"/>
                    <a:pt x="1420273" y="2858671"/>
                    <a:pt x="1125354" y="3240169"/>
                  </a:cubicBezTo>
                  <a:lnTo>
                    <a:pt x="1065813" y="3309958"/>
                  </a:lnTo>
                  <a:lnTo>
                    <a:pt x="1027950" y="3297906"/>
                  </a:lnTo>
                  <a:cubicBezTo>
                    <a:pt x="355791" y="3048815"/>
                    <a:pt x="-105527" y="2473566"/>
                    <a:pt x="20888" y="1468692"/>
                  </a:cubicBezTo>
                  <a:cubicBezTo>
                    <a:pt x="199166" y="724155"/>
                    <a:pt x="572110" y="268344"/>
                    <a:pt x="1031226" y="30715"/>
                  </a:cubicBezTo>
                  <a:lnTo>
                    <a:pt x="1099634" y="0"/>
                  </a:lnTo>
                  <a:close/>
                </a:path>
              </a:pathLst>
            </a:custGeom>
            <a:solidFill>
              <a:srgbClr val="FFFF00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40C23D1-BC98-4799-694B-A21387000C20}"/>
                </a:ext>
              </a:extLst>
            </p:cNvPr>
            <p:cNvSpPr/>
            <p:nvPr/>
          </p:nvSpPr>
          <p:spPr>
            <a:xfrm>
              <a:off x="2449594" y="3457777"/>
              <a:ext cx="779382" cy="779382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0B589D7-FB48-0024-51A0-7AF90956A501}"/>
                </a:ext>
              </a:extLst>
            </p:cNvPr>
            <p:cNvSpPr/>
            <p:nvPr/>
          </p:nvSpPr>
          <p:spPr>
            <a:xfrm>
              <a:off x="2554767" y="3593737"/>
              <a:ext cx="358124" cy="358124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1550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241A6AF-78B9-612A-0864-AE76787A1F3E}"/>
              </a:ext>
            </a:extLst>
          </p:cNvPr>
          <p:cNvGrpSpPr/>
          <p:nvPr/>
        </p:nvGrpSpPr>
        <p:grpSpPr>
          <a:xfrm>
            <a:off x="-361872" y="1129502"/>
            <a:ext cx="7153250" cy="6471337"/>
            <a:chOff x="1931223" y="11894"/>
            <a:chExt cx="7196725" cy="651066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EBDC58C-F9A7-CBC5-2305-F587A19BACEA}"/>
                </a:ext>
              </a:extLst>
            </p:cNvPr>
            <p:cNvGrpSpPr/>
            <p:nvPr/>
          </p:nvGrpSpPr>
          <p:grpSpPr>
            <a:xfrm rot="2719480">
              <a:off x="5220458" y="813535"/>
              <a:ext cx="2704793" cy="4518062"/>
              <a:chOff x="1931223" y="2586696"/>
              <a:chExt cx="1836855" cy="3068266"/>
            </a:xfrm>
            <a:solidFill>
              <a:srgbClr val="70AD47">
                <a:lumMod val="75000"/>
              </a:srgbClr>
            </a:solidFill>
          </p:grpSpPr>
          <p:sp>
            <p:nvSpPr>
              <p:cNvPr id="28" name="Rectangle 32">
                <a:extLst>
                  <a:ext uri="{FF2B5EF4-FFF2-40B4-BE49-F238E27FC236}">
                    <a16:creationId xmlns:a16="http://schemas.microsoft.com/office/drawing/2014/main" id="{BC6AAE87-EB08-73F8-4C0E-7E2814A964AE}"/>
                  </a:ext>
                </a:extLst>
              </p:cNvPr>
              <p:cNvSpPr/>
              <p:nvPr/>
            </p:nvSpPr>
            <p:spPr>
              <a:xfrm>
                <a:off x="1931223" y="2586696"/>
                <a:ext cx="1836855" cy="3068266"/>
              </a:xfrm>
              <a:custGeom>
                <a:avLst/>
                <a:gdLst>
                  <a:gd name="connsiteX0" fmla="*/ 0 w 1000205"/>
                  <a:gd name="connsiteY0" fmla="*/ 0 h 2047849"/>
                  <a:gd name="connsiteX1" fmla="*/ 1000205 w 1000205"/>
                  <a:gd name="connsiteY1" fmla="*/ 0 h 2047849"/>
                  <a:gd name="connsiteX2" fmla="*/ 1000205 w 1000205"/>
                  <a:gd name="connsiteY2" fmla="*/ 2047849 h 2047849"/>
                  <a:gd name="connsiteX3" fmla="*/ 0 w 1000205"/>
                  <a:gd name="connsiteY3" fmla="*/ 2047849 h 2047849"/>
                  <a:gd name="connsiteX4" fmla="*/ 0 w 1000205"/>
                  <a:gd name="connsiteY4" fmla="*/ 0 h 2047849"/>
                  <a:gd name="connsiteX0" fmla="*/ 0 w 1477283"/>
                  <a:gd name="connsiteY0" fmla="*/ 0 h 3041762"/>
                  <a:gd name="connsiteX1" fmla="*/ 1477283 w 1477283"/>
                  <a:gd name="connsiteY1" fmla="*/ 993913 h 3041762"/>
                  <a:gd name="connsiteX2" fmla="*/ 1477283 w 1477283"/>
                  <a:gd name="connsiteY2" fmla="*/ 3041762 h 3041762"/>
                  <a:gd name="connsiteX3" fmla="*/ 477078 w 1477283"/>
                  <a:gd name="connsiteY3" fmla="*/ 3041762 h 3041762"/>
                  <a:gd name="connsiteX4" fmla="*/ 0 w 1477283"/>
                  <a:gd name="connsiteY4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477283 w 1477283"/>
                  <a:gd name="connsiteY2" fmla="*/ 993913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0 w 1477283"/>
                  <a:gd name="connsiteY5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477283 w 1477283"/>
                  <a:gd name="connsiteY2" fmla="*/ 993913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250123 w 1477283"/>
                  <a:gd name="connsiteY5" fmla="*/ 1004643 h 3041762"/>
                  <a:gd name="connsiteX6" fmla="*/ 0 w 1477283"/>
                  <a:gd name="connsiteY6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172483 w 1477283"/>
                  <a:gd name="connsiteY2" fmla="*/ 1431235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250123 w 1477283"/>
                  <a:gd name="connsiteY5" fmla="*/ 1004643 h 3041762"/>
                  <a:gd name="connsiteX6" fmla="*/ 0 w 1477283"/>
                  <a:gd name="connsiteY6" fmla="*/ 0 h 3041762"/>
                  <a:gd name="connsiteX0" fmla="*/ 0 w 1615097"/>
                  <a:gd name="connsiteY0" fmla="*/ 0 h 3041762"/>
                  <a:gd name="connsiteX1" fmla="*/ 581427 w 1615097"/>
                  <a:gd name="connsiteY1" fmla="*/ 646834 h 3041762"/>
                  <a:gd name="connsiteX2" fmla="*/ 1172483 w 1615097"/>
                  <a:gd name="connsiteY2" fmla="*/ 1431235 h 3041762"/>
                  <a:gd name="connsiteX3" fmla="*/ 1615097 w 1615097"/>
                  <a:gd name="connsiteY3" fmla="*/ 2223843 h 3041762"/>
                  <a:gd name="connsiteX4" fmla="*/ 1477283 w 1615097"/>
                  <a:gd name="connsiteY4" fmla="*/ 3041762 h 3041762"/>
                  <a:gd name="connsiteX5" fmla="*/ 477078 w 1615097"/>
                  <a:gd name="connsiteY5" fmla="*/ 3041762 h 3041762"/>
                  <a:gd name="connsiteX6" fmla="*/ 250123 w 1615097"/>
                  <a:gd name="connsiteY6" fmla="*/ 1004643 h 3041762"/>
                  <a:gd name="connsiteX7" fmla="*/ 0 w 1615097"/>
                  <a:gd name="connsiteY7" fmla="*/ 0 h 3041762"/>
                  <a:gd name="connsiteX0" fmla="*/ 0 w 1888100"/>
                  <a:gd name="connsiteY0" fmla="*/ 0 h 3041762"/>
                  <a:gd name="connsiteX1" fmla="*/ 581427 w 1888100"/>
                  <a:gd name="connsiteY1" fmla="*/ 646834 h 3041762"/>
                  <a:gd name="connsiteX2" fmla="*/ 1172483 w 1888100"/>
                  <a:gd name="connsiteY2" fmla="*/ 1431235 h 3041762"/>
                  <a:gd name="connsiteX3" fmla="*/ 1615097 w 1888100"/>
                  <a:gd name="connsiteY3" fmla="*/ 2223843 h 3041762"/>
                  <a:gd name="connsiteX4" fmla="*/ 1888100 w 1888100"/>
                  <a:gd name="connsiteY4" fmla="*/ 3002006 h 3041762"/>
                  <a:gd name="connsiteX5" fmla="*/ 477078 w 1888100"/>
                  <a:gd name="connsiteY5" fmla="*/ 3041762 h 3041762"/>
                  <a:gd name="connsiteX6" fmla="*/ 250123 w 1888100"/>
                  <a:gd name="connsiteY6" fmla="*/ 1004643 h 3041762"/>
                  <a:gd name="connsiteX7" fmla="*/ 0 w 1888100"/>
                  <a:gd name="connsiteY7" fmla="*/ 0 h 3041762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250123 w 1888100"/>
                  <a:gd name="connsiteY6" fmla="*/ 1004643 h 3068266"/>
                  <a:gd name="connsiteX7" fmla="*/ 0 w 1888100"/>
                  <a:gd name="connsiteY7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250123 w 1888100"/>
                  <a:gd name="connsiteY7" fmla="*/ 1004643 h 3068266"/>
                  <a:gd name="connsiteX8" fmla="*/ 0 w 1888100"/>
                  <a:gd name="connsiteY8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787346"/>
                  <a:gd name="connsiteY0" fmla="*/ 0 h 3068266"/>
                  <a:gd name="connsiteX1" fmla="*/ 599943 w 1787346"/>
                  <a:gd name="connsiteY1" fmla="*/ 646834 h 3068266"/>
                  <a:gd name="connsiteX2" fmla="*/ 1190999 w 1787346"/>
                  <a:gd name="connsiteY2" fmla="*/ 1431235 h 3068266"/>
                  <a:gd name="connsiteX3" fmla="*/ 1633613 w 1787346"/>
                  <a:gd name="connsiteY3" fmla="*/ 2223843 h 3068266"/>
                  <a:gd name="connsiteX4" fmla="*/ 1787346 w 1787346"/>
                  <a:gd name="connsiteY4" fmla="*/ 3028510 h 3068266"/>
                  <a:gd name="connsiteX5" fmla="*/ 1622029 w 1787346"/>
                  <a:gd name="connsiteY5" fmla="*/ 3068266 h 3068266"/>
                  <a:gd name="connsiteX6" fmla="*/ 1130029 w 1787346"/>
                  <a:gd name="connsiteY6" fmla="*/ 2661165 h 3068266"/>
                  <a:gd name="connsiteX7" fmla="*/ 811977 w 1787346"/>
                  <a:gd name="connsiteY7" fmla="*/ 1919043 h 3068266"/>
                  <a:gd name="connsiteX8" fmla="*/ 268639 w 1787346"/>
                  <a:gd name="connsiteY8" fmla="*/ 1004643 h 3068266"/>
                  <a:gd name="connsiteX9" fmla="*/ 18516 w 1787346"/>
                  <a:gd name="connsiteY9" fmla="*/ 0 h 3068266"/>
                  <a:gd name="connsiteX0" fmla="*/ 18516 w 1836855"/>
                  <a:gd name="connsiteY0" fmla="*/ 0 h 3068266"/>
                  <a:gd name="connsiteX1" fmla="*/ 599943 w 1836855"/>
                  <a:gd name="connsiteY1" fmla="*/ 646834 h 3068266"/>
                  <a:gd name="connsiteX2" fmla="*/ 1190999 w 1836855"/>
                  <a:gd name="connsiteY2" fmla="*/ 1431235 h 3068266"/>
                  <a:gd name="connsiteX3" fmla="*/ 1633613 w 1836855"/>
                  <a:gd name="connsiteY3" fmla="*/ 2223843 h 3068266"/>
                  <a:gd name="connsiteX4" fmla="*/ 1787346 w 1836855"/>
                  <a:gd name="connsiteY4" fmla="*/ 3028510 h 3068266"/>
                  <a:gd name="connsiteX5" fmla="*/ 1622029 w 1836855"/>
                  <a:gd name="connsiteY5" fmla="*/ 3068266 h 3068266"/>
                  <a:gd name="connsiteX6" fmla="*/ 1130029 w 1836855"/>
                  <a:gd name="connsiteY6" fmla="*/ 2661165 h 3068266"/>
                  <a:gd name="connsiteX7" fmla="*/ 811977 w 1836855"/>
                  <a:gd name="connsiteY7" fmla="*/ 1919043 h 3068266"/>
                  <a:gd name="connsiteX8" fmla="*/ 268639 w 1836855"/>
                  <a:gd name="connsiteY8" fmla="*/ 1004643 h 3068266"/>
                  <a:gd name="connsiteX9" fmla="*/ 18516 w 1836855"/>
                  <a:gd name="connsiteY9" fmla="*/ 0 h 3068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36855" h="3068266">
                    <a:moveTo>
                      <a:pt x="18516" y="0"/>
                    </a:moveTo>
                    <a:cubicBezTo>
                      <a:pt x="486203" y="61003"/>
                      <a:pt x="397300" y="440057"/>
                      <a:pt x="599943" y="646834"/>
                    </a:cubicBezTo>
                    <a:cubicBezTo>
                      <a:pt x="995744" y="881797"/>
                      <a:pt x="1126502" y="1143263"/>
                      <a:pt x="1190999" y="1431235"/>
                    </a:cubicBezTo>
                    <a:cubicBezTo>
                      <a:pt x="1515232" y="1664515"/>
                      <a:pt x="1587675" y="1977310"/>
                      <a:pt x="1633613" y="2223843"/>
                    </a:cubicBezTo>
                    <a:cubicBezTo>
                      <a:pt x="1870388" y="2483231"/>
                      <a:pt x="1868623" y="2848635"/>
                      <a:pt x="1787346" y="3028510"/>
                    </a:cubicBezTo>
                    <a:lnTo>
                      <a:pt x="1622029" y="3068266"/>
                    </a:lnTo>
                    <a:cubicBezTo>
                      <a:pt x="1543398" y="3011459"/>
                      <a:pt x="1209820" y="3097867"/>
                      <a:pt x="1130029" y="2661165"/>
                    </a:cubicBezTo>
                    <a:cubicBezTo>
                      <a:pt x="968516" y="2476254"/>
                      <a:pt x="836273" y="2301147"/>
                      <a:pt x="811977" y="1919043"/>
                    </a:cubicBezTo>
                    <a:cubicBezTo>
                      <a:pt x="628656" y="1656209"/>
                      <a:pt x="400882" y="1463632"/>
                      <a:pt x="268639" y="1004643"/>
                    </a:cubicBezTo>
                    <a:cubicBezTo>
                      <a:pt x="185265" y="669762"/>
                      <a:pt x="-70389" y="507159"/>
                      <a:pt x="18516" y="0"/>
                    </a:cubicBezTo>
                    <a:close/>
                  </a:path>
                </a:pathLst>
              </a:cu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E4B6307-D936-06DA-9FBB-68CCA62266EC}"/>
                  </a:ext>
                </a:extLst>
              </p:cNvPr>
              <p:cNvSpPr/>
              <p:nvPr/>
            </p:nvSpPr>
            <p:spPr>
              <a:xfrm>
                <a:off x="1948070" y="2597426"/>
                <a:ext cx="1775791" cy="3008244"/>
              </a:xfrm>
              <a:custGeom>
                <a:avLst/>
                <a:gdLst>
                  <a:gd name="connsiteX0" fmla="*/ 0 w 1775791"/>
                  <a:gd name="connsiteY0" fmla="*/ 0 h 3008244"/>
                  <a:gd name="connsiteX1" fmla="*/ 1775791 w 1775791"/>
                  <a:gd name="connsiteY1" fmla="*/ 3008244 h 3008244"/>
                  <a:gd name="connsiteX2" fmla="*/ 1775791 w 1775791"/>
                  <a:gd name="connsiteY2" fmla="*/ 3008244 h 3008244"/>
                  <a:gd name="connsiteX0" fmla="*/ 0 w 1775791"/>
                  <a:gd name="connsiteY0" fmla="*/ 0 h 3008244"/>
                  <a:gd name="connsiteX1" fmla="*/ 1775791 w 1775791"/>
                  <a:gd name="connsiteY1" fmla="*/ 3008244 h 3008244"/>
                  <a:gd name="connsiteX2" fmla="*/ 1775791 w 1775791"/>
                  <a:gd name="connsiteY2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775791 w 1775791"/>
                  <a:gd name="connsiteY2" fmla="*/ 3008244 h 3008244"/>
                  <a:gd name="connsiteX3" fmla="*/ 1775791 w 1775791"/>
                  <a:gd name="connsiteY3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5791" h="3008244">
                    <a:moveTo>
                      <a:pt x="0" y="0"/>
                    </a:moveTo>
                    <a:cubicBezTo>
                      <a:pt x="322470" y="238539"/>
                      <a:pt x="326887" y="742122"/>
                      <a:pt x="556591" y="1139687"/>
                    </a:cubicBezTo>
                    <a:cubicBezTo>
                      <a:pt x="737704" y="1417983"/>
                      <a:pt x="1038087" y="1590261"/>
                      <a:pt x="1219200" y="1921565"/>
                    </a:cubicBezTo>
                    <a:cubicBezTo>
                      <a:pt x="1338469" y="2548834"/>
                      <a:pt x="1590261" y="2646018"/>
                      <a:pt x="1775791" y="3008244"/>
                    </a:cubicBezTo>
                    <a:lnTo>
                      <a:pt x="1775791" y="3008244"/>
                    </a:lnTo>
                  </a:path>
                </a:pathLst>
              </a:cu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9F614F2-AA8D-457A-67CB-49A4CA97D5C4}"/>
                </a:ext>
              </a:extLst>
            </p:cNvPr>
            <p:cNvGrpSpPr/>
            <p:nvPr/>
          </p:nvGrpSpPr>
          <p:grpSpPr>
            <a:xfrm rot="3175264">
              <a:off x="6675387" y="2596254"/>
              <a:ext cx="1836855" cy="3068266"/>
              <a:chOff x="1931223" y="2586696"/>
              <a:chExt cx="1836855" cy="3068266"/>
            </a:xfrm>
            <a:solidFill>
              <a:srgbClr val="70AD47">
                <a:lumMod val="75000"/>
              </a:srgbClr>
            </a:solidFill>
          </p:grpSpPr>
          <p:sp>
            <p:nvSpPr>
              <p:cNvPr id="26" name="Rectangle 32">
                <a:extLst>
                  <a:ext uri="{FF2B5EF4-FFF2-40B4-BE49-F238E27FC236}">
                    <a16:creationId xmlns:a16="http://schemas.microsoft.com/office/drawing/2014/main" id="{85D27B4B-47C8-94F8-F0E6-751748E1B1F7}"/>
                  </a:ext>
                </a:extLst>
              </p:cNvPr>
              <p:cNvSpPr/>
              <p:nvPr/>
            </p:nvSpPr>
            <p:spPr>
              <a:xfrm>
                <a:off x="1931223" y="2586696"/>
                <a:ext cx="1836855" cy="3068266"/>
              </a:xfrm>
              <a:custGeom>
                <a:avLst/>
                <a:gdLst>
                  <a:gd name="connsiteX0" fmla="*/ 0 w 1000205"/>
                  <a:gd name="connsiteY0" fmla="*/ 0 h 2047849"/>
                  <a:gd name="connsiteX1" fmla="*/ 1000205 w 1000205"/>
                  <a:gd name="connsiteY1" fmla="*/ 0 h 2047849"/>
                  <a:gd name="connsiteX2" fmla="*/ 1000205 w 1000205"/>
                  <a:gd name="connsiteY2" fmla="*/ 2047849 h 2047849"/>
                  <a:gd name="connsiteX3" fmla="*/ 0 w 1000205"/>
                  <a:gd name="connsiteY3" fmla="*/ 2047849 h 2047849"/>
                  <a:gd name="connsiteX4" fmla="*/ 0 w 1000205"/>
                  <a:gd name="connsiteY4" fmla="*/ 0 h 2047849"/>
                  <a:gd name="connsiteX0" fmla="*/ 0 w 1477283"/>
                  <a:gd name="connsiteY0" fmla="*/ 0 h 3041762"/>
                  <a:gd name="connsiteX1" fmla="*/ 1477283 w 1477283"/>
                  <a:gd name="connsiteY1" fmla="*/ 993913 h 3041762"/>
                  <a:gd name="connsiteX2" fmla="*/ 1477283 w 1477283"/>
                  <a:gd name="connsiteY2" fmla="*/ 3041762 h 3041762"/>
                  <a:gd name="connsiteX3" fmla="*/ 477078 w 1477283"/>
                  <a:gd name="connsiteY3" fmla="*/ 3041762 h 3041762"/>
                  <a:gd name="connsiteX4" fmla="*/ 0 w 1477283"/>
                  <a:gd name="connsiteY4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477283 w 1477283"/>
                  <a:gd name="connsiteY2" fmla="*/ 993913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0 w 1477283"/>
                  <a:gd name="connsiteY5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477283 w 1477283"/>
                  <a:gd name="connsiteY2" fmla="*/ 993913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250123 w 1477283"/>
                  <a:gd name="connsiteY5" fmla="*/ 1004643 h 3041762"/>
                  <a:gd name="connsiteX6" fmla="*/ 0 w 1477283"/>
                  <a:gd name="connsiteY6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172483 w 1477283"/>
                  <a:gd name="connsiteY2" fmla="*/ 1431235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250123 w 1477283"/>
                  <a:gd name="connsiteY5" fmla="*/ 1004643 h 3041762"/>
                  <a:gd name="connsiteX6" fmla="*/ 0 w 1477283"/>
                  <a:gd name="connsiteY6" fmla="*/ 0 h 3041762"/>
                  <a:gd name="connsiteX0" fmla="*/ 0 w 1615097"/>
                  <a:gd name="connsiteY0" fmla="*/ 0 h 3041762"/>
                  <a:gd name="connsiteX1" fmla="*/ 581427 w 1615097"/>
                  <a:gd name="connsiteY1" fmla="*/ 646834 h 3041762"/>
                  <a:gd name="connsiteX2" fmla="*/ 1172483 w 1615097"/>
                  <a:gd name="connsiteY2" fmla="*/ 1431235 h 3041762"/>
                  <a:gd name="connsiteX3" fmla="*/ 1615097 w 1615097"/>
                  <a:gd name="connsiteY3" fmla="*/ 2223843 h 3041762"/>
                  <a:gd name="connsiteX4" fmla="*/ 1477283 w 1615097"/>
                  <a:gd name="connsiteY4" fmla="*/ 3041762 h 3041762"/>
                  <a:gd name="connsiteX5" fmla="*/ 477078 w 1615097"/>
                  <a:gd name="connsiteY5" fmla="*/ 3041762 h 3041762"/>
                  <a:gd name="connsiteX6" fmla="*/ 250123 w 1615097"/>
                  <a:gd name="connsiteY6" fmla="*/ 1004643 h 3041762"/>
                  <a:gd name="connsiteX7" fmla="*/ 0 w 1615097"/>
                  <a:gd name="connsiteY7" fmla="*/ 0 h 3041762"/>
                  <a:gd name="connsiteX0" fmla="*/ 0 w 1888100"/>
                  <a:gd name="connsiteY0" fmla="*/ 0 h 3041762"/>
                  <a:gd name="connsiteX1" fmla="*/ 581427 w 1888100"/>
                  <a:gd name="connsiteY1" fmla="*/ 646834 h 3041762"/>
                  <a:gd name="connsiteX2" fmla="*/ 1172483 w 1888100"/>
                  <a:gd name="connsiteY2" fmla="*/ 1431235 h 3041762"/>
                  <a:gd name="connsiteX3" fmla="*/ 1615097 w 1888100"/>
                  <a:gd name="connsiteY3" fmla="*/ 2223843 h 3041762"/>
                  <a:gd name="connsiteX4" fmla="*/ 1888100 w 1888100"/>
                  <a:gd name="connsiteY4" fmla="*/ 3002006 h 3041762"/>
                  <a:gd name="connsiteX5" fmla="*/ 477078 w 1888100"/>
                  <a:gd name="connsiteY5" fmla="*/ 3041762 h 3041762"/>
                  <a:gd name="connsiteX6" fmla="*/ 250123 w 1888100"/>
                  <a:gd name="connsiteY6" fmla="*/ 1004643 h 3041762"/>
                  <a:gd name="connsiteX7" fmla="*/ 0 w 1888100"/>
                  <a:gd name="connsiteY7" fmla="*/ 0 h 3041762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250123 w 1888100"/>
                  <a:gd name="connsiteY6" fmla="*/ 1004643 h 3068266"/>
                  <a:gd name="connsiteX7" fmla="*/ 0 w 1888100"/>
                  <a:gd name="connsiteY7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250123 w 1888100"/>
                  <a:gd name="connsiteY7" fmla="*/ 1004643 h 3068266"/>
                  <a:gd name="connsiteX8" fmla="*/ 0 w 1888100"/>
                  <a:gd name="connsiteY8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787346"/>
                  <a:gd name="connsiteY0" fmla="*/ 0 h 3068266"/>
                  <a:gd name="connsiteX1" fmla="*/ 599943 w 1787346"/>
                  <a:gd name="connsiteY1" fmla="*/ 646834 h 3068266"/>
                  <a:gd name="connsiteX2" fmla="*/ 1190999 w 1787346"/>
                  <a:gd name="connsiteY2" fmla="*/ 1431235 h 3068266"/>
                  <a:gd name="connsiteX3" fmla="*/ 1633613 w 1787346"/>
                  <a:gd name="connsiteY3" fmla="*/ 2223843 h 3068266"/>
                  <a:gd name="connsiteX4" fmla="*/ 1787346 w 1787346"/>
                  <a:gd name="connsiteY4" fmla="*/ 3028510 h 3068266"/>
                  <a:gd name="connsiteX5" fmla="*/ 1622029 w 1787346"/>
                  <a:gd name="connsiteY5" fmla="*/ 3068266 h 3068266"/>
                  <a:gd name="connsiteX6" fmla="*/ 1130029 w 1787346"/>
                  <a:gd name="connsiteY6" fmla="*/ 2661165 h 3068266"/>
                  <a:gd name="connsiteX7" fmla="*/ 811977 w 1787346"/>
                  <a:gd name="connsiteY7" fmla="*/ 1919043 h 3068266"/>
                  <a:gd name="connsiteX8" fmla="*/ 268639 w 1787346"/>
                  <a:gd name="connsiteY8" fmla="*/ 1004643 h 3068266"/>
                  <a:gd name="connsiteX9" fmla="*/ 18516 w 1787346"/>
                  <a:gd name="connsiteY9" fmla="*/ 0 h 3068266"/>
                  <a:gd name="connsiteX0" fmla="*/ 18516 w 1836855"/>
                  <a:gd name="connsiteY0" fmla="*/ 0 h 3068266"/>
                  <a:gd name="connsiteX1" fmla="*/ 599943 w 1836855"/>
                  <a:gd name="connsiteY1" fmla="*/ 646834 h 3068266"/>
                  <a:gd name="connsiteX2" fmla="*/ 1190999 w 1836855"/>
                  <a:gd name="connsiteY2" fmla="*/ 1431235 h 3068266"/>
                  <a:gd name="connsiteX3" fmla="*/ 1633613 w 1836855"/>
                  <a:gd name="connsiteY3" fmla="*/ 2223843 h 3068266"/>
                  <a:gd name="connsiteX4" fmla="*/ 1787346 w 1836855"/>
                  <a:gd name="connsiteY4" fmla="*/ 3028510 h 3068266"/>
                  <a:gd name="connsiteX5" fmla="*/ 1622029 w 1836855"/>
                  <a:gd name="connsiteY5" fmla="*/ 3068266 h 3068266"/>
                  <a:gd name="connsiteX6" fmla="*/ 1130029 w 1836855"/>
                  <a:gd name="connsiteY6" fmla="*/ 2661165 h 3068266"/>
                  <a:gd name="connsiteX7" fmla="*/ 811977 w 1836855"/>
                  <a:gd name="connsiteY7" fmla="*/ 1919043 h 3068266"/>
                  <a:gd name="connsiteX8" fmla="*/ 268639 w 1836855"/>
                  <a:gd name="connsiteY8" fmla="*/ 1004643 h 3068266"/>
                  <a:gd name="connsiteX9" fmla="*/ 18516 w 1836855"/>
                  <a:gd name="connsiteY9" fmla="*/ 0 h 3068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36855" h="3068266">
                    <a:moveTo>
                      <a:pt x="18516" y="0"/>
                    </a:moveTo>
                    <a:cubicBezTo>
                      <a:pt x="486203" y="61003"/>
                      <a:pt x="397300" y="440057"/>
                      <a:pt x="599943" y="646834"/>
                    </a:cubicBezTo>
                    <a:cubicBezTo>
                      <a:pt x="995744" y="881797"/>
                      <a:pt x="1126502" y="1143263"/>
                      <a:pt x="1190999" y="1431235"/>
                    </a:cubicBezTo>
                    <a:cubicBezTo>
                      <a:pt x="1515232" y="1664515"/>
                      <a:pt x="1587675" y="1977310"/>
                      <a:pt x="1633613" y="2223843"/>
                    </a:cubicBezTo>
                    <a:cubicBezTo>
                      <a:pt x="1870388" y="2483231"/>
                      <a:pt x="1868623" y="2848635"/>
                      <a:pt x="1787346" y="3028510"/>
                    </a:cubicBezTo>
                    <a:lnTo>
                      <a:pt x="1622029" y="3068266"/>
                    </a:lnTo>
                    <a:cubicBezTo>
                      <a:pt x="1543398" y="3011459"/>
                      <a:pt x="1209820" y="3097867"/>
                      <a:pt x="1130029" y="2661165"/>
                    </a:cubicBezTo>
                    <a:cubicBezTo>
                      <a:pt x="968516" y="2476254"/>
                      <a:pt x="836273" y="2301147"/>
                      <a:pt x="811977" y="1919043"/>
                    </a:cubicBezTo>
                    <a:cubicBezTo>
                      <a:pt x="628656" y="1656209"/>
                      <a:pt x="400882" y="1463632"/>
                      <a:pt x="268639" y="1004643"/>
                    </a:cubicBezTo>
                    <a:cubicBezTo>
                      <a:pt x="185265" y="669762"/>
                      <a:pt x="-70389" y="507159"/>
                      <a:pt x="18516" y="0"/>
                    </a:cubicBezTo>
                    <a:close/>
                  </a:path>
                </a:pathLst>
              </a:cu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5552BD9-97A2-DF58-F53A-8B49F3E02323}"/>
                  </a:ext>
                </a:extLst>
              </p:cNvPr>
              <p:cNvSpPr/>
              <p:nvPr/>
            </p:nvSpPr>
            <p:spPr>
              <a:xfrm>
                <a:off x="1948070" y="2597426"/>
                <a:ext cx="1775791" cy="3008244"/>
              </a:xfrm>
              <a:custGeom>
                <a:avLst/>
                <a:gdLst>
                  <a:gd name="connsiteX0" fmla="*/ 0 w 1775791"/>
                  <a:gd name="connsiteY0" fmla="*/ 0 h 3008244"/>
                  <a:gd name="connsiteX1" fmla="*/ 1775791 w 1775791"/>
                  <a:gd name="connsiteY1" fmla="*/ 3008244 h 3008244"/>
                  <a:gd name="connsiteX2" fmla="*/ 1775791 w 1775791"/>
                  <a:gd name="connsiteY2" fmla="*/ 3008244 h 3008244"/>
                  <a:gd name="connsiteX0" fmla="*/ 0 w 1775791"/>
                  <a:gd name="connsiteY0" fmla="*/ 0 h 3008244"/>
                  <a:gd name="connsiteX1" fmla="*/ 1775791 w 1775791"/>
                  <a:gd name="connsiteY1" fmla="*/ 3008244 h 3008244"/>
                  <a:gd name="connsiteX2" fmla="*/ 1775791 w 1775791"/>
                  <a:gd name="connsiteY2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775791 w 1775791"/>
                  <a:gd name="connsiteY2" fmla="*/ 3008244 h 3008244"/>
                  <a:gd name="connsiteX3" fmla="*/ 1775791 w 1775791"/>
                  <a:gd name="connsiteY3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5791" h="3008244">
                    <a:moveTo>
                      <a:pt x="0" y="0"/>
                    </a:moveTo>
                    <a:cubicBezTo>
                      <a:pt x="322470" y="238539"/>
                      <a:pt x="326887" y="742122"/>
                      <a:pt x="556591" y="1139687"/>
                    </a:cubicBezTo>
                    <a:cubicBezTo>
                      <a:pt x="737704" y="1417983"/>
                      <a:pt x="1038087" y="1590261"/>
                      <a:pt x="1219200" y="1921565"/>
                    </a:cubicBezTo>
                    <a:cubicBezTo>
                      <a:pt x="1338469" y="2548834"/>
                      <a:pt x="1590261" y="2646018"/>
                      <a:pt x="1775791" y="3008244"/>
                    </a:cubicBezTo>
                    <a:lnTo>
                      <a:pt x="1775791" y="3008244"/>
                    </a:lnTo>
                  </a:path>
                </a:pathLst>
              </a:cu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A24631A-249A-4B76-AF34-81C7872E125B}"/>
                </a:ext>
              </a:extLst>
            </p:cNvPr>
            <p:cNvGrpSpPr/>
            <p:nvPr/>
          </p:nvGrpSpPr>
          <p:grpSpPr>
            <a:xfrm>
              <a:off x="1931223" y="11894"/>
              <a:ext cx="5348140" cy="6510668"/>
              <a:chOff x="1931223" y="11894"/>
              <a:chExt cx="5348140" cy="6510668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3D9615D-6D3E-20E0-EACA-FD6B03C0E098}"/>
                  </a:ext>
                </a:extLst>
              </p:cNvPr>
              <p:cNvGrpSpPr/>
              <p:nvPr/>
            </p:nvGrpSpPr>
            <p:grpSpPr>
              <a:xfrm rot="20109069" flipH="1">
                <a:off x="3973696" y="698713"/>
                <a:ext cx="2704793" cy="4518062"/>
                <a:chOff x="1931223" y="2586696"/>
                <a:chExt cx="1836855" cy="3068266"/>
              </a:xfrm>
              <a:solidFill>
                <a:srgbClr val="70AD47">
                  <a:lumMod val="75000"/>
                </a:srgbClr>
              </a:solidFill>
            </p:grpSpPr>
            <p:sp>
              <p:nvSpPr>
                <p:cNvPr id="24" name="Rectangle 32">
                  <a:extLst>
                    <a:ext uri="{FF2B5EF4-FFF2-40B4-BE49-F238E27FC236}">
                      <a16:creationId xmlns:a16="http://schemas.microsoft.com/office/drawing/2014/main" id="{B18A6AB1-130D-CDEF-AD5B-797948268F12}"/>
                    </a:ext>
                  </a:extLst>
                </p:cNvPr>
                <p:cNvSpPr/>
                <p:nvPr/>
              </p:nvSpPr>
              <p:spPr>
                <a:xfrm>
                  <a:off x="1931223" y="2586696"/>
                  <a:ext cx="1836855" cy="3068266"/>
                </a:xfrm>
                <a:custGeom>
                  <a:avLst/>
                  <a:gdLst>
                    <a:gd name="connsiteX0" fmla="*/ 0 w 1000205"/>
                    <a:gd name="connsiteY0" fmla="*/ 0 h 2047849"/>
                    <a:gd name="connsiteX1" fmla="*/ 1000205 w 1000205"/>
                    <a:gd name="connsiteY1" fmla="*/ 0 h 2047849"/>
                    <a:gd name="connsiteX2" fmla="*/ 1000205 w 1000205"/>
                    <a:gd name="connsiteY2" fmla="*/ 2047849 h 2047849"/>
                    <a:gd name="connsiteX3" fmla="*/ 0 w 1000205"/>
                    <a:gd name="connsiteY3" fmla="*/ 2047849 h 2047849"/>
                    <a:gd name="connsiteX4" fmla="*/ 0 w 1000205"/>
                    <a:gd name="connsiteY4" fmla="*/ 0 h 2047849"/>
                    <a:gd name="connsiteX0" fmla="*/ 0 w 1477283"/>
                    <a:gd name="connsiteY0" fmla="*/ 0 h 3041762"/>
                    <a:gd name="connsiteX1" fmla="*/ 1477283 w 1477283"/>
                    <a:gd name="connsiteY1" fmla="*/ 993913 h 3041762"/>
                    <a:gd name="connsiteX2" fmla="*/ 1477283 w 1477283"/>
                    <a:gd name="connsiteY2" fmla="*/ 3041762 h 3041762"/>
                    <a:gd name="connsiteX3" fmla="*/ 477078 w 1477283"/>
                    <a:gd name="connsiteY3" fmla="*/ 3041762 h 3041762"/>
                    <a:gd name="connsiteX4" fmla="*/ 0 w 1477283"/>
                    <a:gd name="connsiteY4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0 w 1477283"/>
                    <a:gd name="connsiteY5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172483 w 1477283"/>
                    <a:gd name="connsiteY2" fmla="*/ 1431235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615097"/>
                    <a:gd name="connsiteY0" fmla="*/ 0 h 3041762"/>
                    <a:gd name="connsiteX1" fmla="*/ 581427 w 1615097"/>
                    <a:gd name="connsiteY1" fmla="*/ 646834 h 3041762"/>
                    <a:gd name="connsiteX2" fmla="*/ 1172483 w 1615097"/>
                    <a:gd name="connsiteY2" fmla="*/ 1431235 h 3041762"/>
                    <a:gd name="connsiteX3" fmla="*/ 1615097 w 1615097"/>
                    <a:gd name="connsiteY3" fmla="*/ 2223843 h 3041762"/>
                    <a:gd name="connsiteX4" fmla="*/ 1477283 w 1615097"/>
                    <a:gd name="connsiteY4" fmla="*/ 3041762 h 3041762"/>
                    <a:gd name="connsiteX5" fmla="*/ 477078 w 1615097"/>
                    <a:gd name="connsiteY5" fmla="*/ 3041762 h 3041762"/>
                    <a:gd name="connsiteX6" fmla="*/ 250123 w 1615097"/>
                    <a:gd name="connsiteY6" fmla="*/ 1004643 h 3041762"/>
                    <a:gd name="connsiteX7" fmla="*/ 0 w 1615097"/>
                    <a:gd name="connsiteY7" fmla="*/ 0 h 3041762"/>
                    <a:gd name="connsiteX0" fmla="*/ 0 w 1888100"/>
                    <a:gd name="connsiteY0" fmla="*/ 0 h 3041762"/>
                    <a:gd name="connsiteX1" fmla="*/ 581427 w 1888100"/>
                    <a:gd name="connsiteY1" fmla="*/ 646834 h 3041762"/>
                    <a:gd name="connsiteX2" fmla="*/ 1172483 w 1888100"/>
                    <a:gd name="connsiteY2" fmla="*/ 1431235 h 3041762"/>
                    <a:gd name="connsiteX3" fmla="*/ 1615097 w 1888100"/>
                    <a:gd name="connsiteY3" fmla="*/ 2223843 h 3041762"/>
                    <a:gd name="connsiteX4" fmla="*/ 1888100 w 1888100"/>
                    <a:gd name="connsiteY4" fmla="*/ 3002006 h 3041762"/>
                    <a:gd name="connsiteX5" fmla="*/ 477078 w 1888100"/>
                    <a:gd name="connsiteY5" fmla="*/ 3041762 h 3041762"/>
                    <a:gd name="connsiteX6" fmla="*/ 250123 w 1888100"/>
                    <a:gd name="connsiteY6" fmla="*/ 1004643 h 3041762"/>
                    <a:gd name="connsiteX7" fmla="*/ 0 w 1888100"/>
                    <a:gd name="connsiteY7" fmla="*/ 0 h 3041762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250123 w 1888100"/>
                    <a:gd name="connsiteY6" fmla="*/ 1004643 h 3068266"/>
                    <a:gd name="connsiteX7" fmla="*/ 0 w 1888100"/>
                    <a:gd name="connsiteY7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250123 w 1888100"/>
                    <a:gd name="connsiteY7" fmla="*/ 1004643 h 3068266"/>
                    <a:gd name="connsiteX8" fmla="*/ 0 w 1888100"/>
                    <a:gd name="connsiteY8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787346"/>
                    <a:gd name="connsiteY0" fmla="*/ 0 h 3068266"/>
                    <a:gd name="connsiteX1" fmla="*/ 599943 w 1787346"/>
                    <a:gd name="connsiteY1" fmla="*/ 646834 h 3068266"/>
                    <a:gd name="connsiteX2" fmla="*/ 1190999 w 1787346"/>
                    <a:gd name="connsiteY2" fmla="*/ 1431235 h 3068266"/>
                    <a:gd name="connsiteX3" fmla="*/ 1633613 w 1787346"/>
                    <a:gd name="connsiteY3" fmla="*/ 2223843 h 3068266"/>
                    <a:gd name="connsiteX4" fmla="*/ 1787346 w 1787346"/>
                    <a:gd name="connsiteY4" fmla="*/ 3028510 h 3068266"/>
                    <a:gd name="connsiteX5" fmla="*/ 1622029 w 1787346"/>
                    <a:gd name="connsiteY5" fmla="*/ 3068266 h 3068266"/>
                    <a:gd name="connsiteX6" fmla="*/ 1130029 w 1787346"/>
                    <a:gd name="connsiteY6" fmla="*/ 2661165 h 3068266"/>
                    <a:gd name="connsiteX7" fmla="*/ 811977 w 1787346"/>
                    <a:gd name="connsiteY7" fmla="*/ 1919043 h 3068266"/>
                    <a:gd name="connsiteX8" fmla="*/ 268639 w 1787346"/>
                    <a:gd name="connsiteY8" fmla="*/ 1004643 h 3068266"/>
                    <a:gd name="connsiteX9" fmla="*/ 18516 w 1787346"/>
                    <a:gd name="connsiteY9" fmla="*/ 0 h 3068266"/>
                    <a:gd name="connsiteX0" fmla="*/ 18516 w 1836855"/>
                    <a:gd name="connsiteY0" fmla="*/ 0 h 3068266"/>
                    <a:gd name="connsiteX1" fmla="*/ 599943 w 1836855"/>
                    <a:gd name="connsiteY1" fmla="*/ 646834 h 3068266"/>
                    <a:gd name="connsiteX2" fmla="*/ 1190999 w 1836855"/>
                    <a:gd name="connsiteY2" fmla="*/ 1431235 h 3068266"/>
                    <a:gd name="connsiteX3" fmla="*/ 1633613 w 1836855"/>
                    <a:gd name="connsiteY3" fmla="*/ 2223843 h 3068266"/>
                    <a:gd name="connsiteX4" fmla="*/ 1787346 w 1836855"/>
                    <a:gd name="connsiteY4" fmla="*/ 3028510 h 3068266"/>
                    <a:gd name="connsiteX5" fmla="*/ 1622029 w 1836855"/>
                    <a:gd name="connsiteY5" fmla="*/ 3068266 h 3068266"/>
                    <a:gd name="connsiteX6" fmla="*/ 1130029 w 1836855"/>
                    <a:gd name="connsiteY6" fmla="*/ 2661165 h 3068266"/>
                    <a:gd name="connsiteX7" fmla="*/ 811977 w 1836855"/>
                    <a:gd name="connsiteY7" fmla="*/ 1919043 h 3068266"/>
                    <a:gd name="connsiteX8" fmla="*/ 268639 w 1836855"/>
                    <a:gd name="connsiteY8" fmla="*/ 1004643 h 3068266"/>
                    <a:gd name="connsiteX9" fmla="*/ 18516 w 1836855"/>
                    <a:gd name="connsiteY9" fmla="*/ 0 h 3068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36855" h="3068266">
                      <a:moveTo>
                        <a:pt x="18516" y="0"/>
                      </a:moveTo>
                      <a:cubicBezTo>
                        <a:pt x="486203" y="61003"/>
                        <a:pt x="397300" y="440057"/>
                        <a:pt x="599943" y="646834"/>
                      </a:cubicBezTo>
                      <a:cubicBezTo>
                        <a:pt x="995744" y="881797"/>
                        <a:pt x="1126502" y="1143263"/>
                        <a:pt x="1190999" y="1431235"/>
                      </a:cubicBezTo>
                      <a:cubicBezTo>
                        <a:pt x="1515232" y="1664515"/>
                        <a:pt x="1587675" y="1977310"/>
                        <a:pt x="1633613" y="2223843"/>
                      </a:cubicBezTo>
                      <a:cubicBezTo>
                        <a:pt x="1870388" y="2483231"/>
                        <a:pt x="1868623" y="2848635"/>
                        <a:pt x="1787346" y="3028510"/>
                      </a:cubicBezTo>
                      <a:lnTo>
                        <a:pt x="1622029" y="3068266"/>
                      </a:lnTo>
                      <a:cubicBezTo>
                        <a:pt x="1543398" y="3011459"/>
                        <a:pt x="1209820" y="3097867"/>
                        <a:pt x="1130029" y="2661165"/>
                      </a:cubicBezTo>
                      <a:cubicBezTo>
                        <a:pt x="968516" y="2476254"/>
                        <a:pt x="836273" y="2301147"/>
                        <a:pt x="811977" y="1919043"/>
                      </a:cubicBezTo>
                      <a:cubicBezTo>
                        <a:pt x="628656" y="1656209"/>
                        <a:pt x="400882" y="1463632"/>
                        <a:pt x="268639" y="1004643"/>
                      </a:cubicBezTo>
                      <a:cubicBezTo>
                        <a:pt x="185265" y="669762"/>
                        <a:pt x="-70389" y="507159"/>
                        <a:pt x="18516" y="0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2BD83B57-ADFC-7F01-0755-5A262A695064}"/>
                    </a:ext>
                  </a:extLst>
                </p:cNvPr>
                <p:cNvSpPr/>
                <p:nvPr/>
              </p:nvSpPr>
              <p:spPr>
                <a:xfrm>
                  <a:off x="1948070" y="2597426"/>
                  <a:ext cx="1775791" cy="3008244"/>
                </a:xfrm>
                <a:custGeom>
                  <a:avLst/>
                  <a:gdLst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775791 w 1775791"/>
                    <a:gd name="connsiteY2" fmla="*/ 3008244 h 3008244"/>
                    <a:gd name="connsiteX3" fmla="*/ 1775791 w 1775791"/>
                    <a:gd name="connsiteY3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5791" h="3008244">
                      <a:moveTo>
                        <a:pt x="0" y="0"/>
                      </a:moveTo>
                      <a:cubicBezTo>
                        <a:pt x="322470" y="238539"/>
                        <a:pt x="326887" y="742122"/>
                        <a:pt x="556591" y="1139687"/>
                      </a:cubicBezTo>
                      <a:cubicBezTo>
                        <a:pt x="737704" y="1417983"/>
                        <a:pt x="1038087" y="1590261"/>
                        <a:pt x="1219200" y="1921565"/>
                      </a:cubicBezTo>
                      <a:cubicBezTo>
                        <a:pt x="1338469" y="2548834"/>
                        <a:pt x="1590261" y="2646018"/>
                        <a:pt x="1775791" y="3008244"/>
                      </a:cubicBezTo>
                      <a:lnTo>
                        <a:pt x="1775791" y="3008244"/>
                      </a:lnTo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148AD8A-2260-3BDC-7C51-298394F95371}"/>
                  </a:ext>
                </a:extLst>
              </p:cNvPr>
              <p:cNvGrpSpPr/>
              <p:nvPr/>
            </p:nvGrpSpPr>
            <p:grpSpPr>
              <a:xfrm>
                <a:off x="1931223" y="2586696"/>
                <a:ext cx="1836855" cy="3068266"/>
                <a:chOff x="1931223" y="2586696"/>
                <a:chExt cx="1836855" cy="3068266"/>
              </a:xfrm>
              <a:solidFill>
                <a:srgbClr val="70AD47">
                  <a:lumMod val="75000"/>
                </a:srgbClr>
              </a:solidFill>
            </p:grpSpPr>
            <p:sp>
              <p:nvSpPr>
                <p:cNvPr id="22" name="Rectangle 32">
                  <a:extLst>
                    <a:ext uri="{FF2B5EF4-FFF2-40B4-BE49-F238E27FC236}">
                      <a16:creationId xmlns:a16="http://schemas.microsoft.com/office/drawing/2014/main" id="{587FA725-71BA-16CB-377F-0A1356BED8A3}"/>
                    </a:ext>
                  </a:extLst>
                </p:cNvPr>
                <p:cNvSpPr/>
                <p:nvPr/>
              </p:nvSpPr>
              <p:spPr>
                <a:xfrm>
                  <a:off x="1931223" y="2586696"/>
                  <a:ext cx="1836855" cy="3068266"/>
                </a:xfrm>
                <a:custGeom>
                  <a:avLst/>
                  <a:gdLst>
                    <a:gd name="connsiteX0" fmla="*/ 0 w 1000205"/>
                    <a:gd name="connsiteY0" fmla="*/ 0 h 2047849"/>
                    <a:gd name="connsiteX1" fmla="*/ 1000205 w 1000205"/>
                    <a:gd name="connsiteY1" fmla="*/ 0 h 2047849"/>
                    <a:gd name="connsiteX2" fmla="*/ 1000205 w 1000205"/>
                    <a:gd name="connsiteY2" fmla="*/ 2047849 h 2047849"/>
                    <a:gd name="connsiteX3" fmla="*/ 0 w 1000205"/>
                    <a:gd name="connsiteY3" fmla="*/ 2047849 h 2047849"/>
                    <a:gd name="connsiteX4" fmla="*/ 0 w 1000205"/>
                    <a:gd name="connsiteY4" fmla="*/ 0 h 2047849"/>
                    <a:gd name="connsiteX0" fmla="*/ 0 w 1477283"/>
                    <a:gd name="connsiteY0" fmla="*/ 0 h 3041762"/>
                    <a:gd name="connsiteX1" fmla="*/ 1477283 w 1477283"/>
                    <a:gd name="connsiteY1" fmla="*/ 993913 h 3041762"/>
                    <a:gd name="connsiteX2" fmla="*/ 1477283 w 1477283"/>
                    <a:gd name="connsiteY2" fmla="*/ 3041762 h 3041762"/>
                    <a:gd name="connsiteX3" fmla="*/ 477078 w 1477283"/>
                    <a:gd name="connsiteY3" fmla="*/ 3041762 h 3041762"/>
                    <a:gd name="connsiteX4" fmla="*/ 0 w 1477283"/>
                    <a:gd name="connsiteY4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0 w 1477283"/>
                    <a:gd name="connsiteY5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172483 w 1477283"/>
                    <a:gd name="connsiteY2" fmla="*/ 1431235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615097"/>
                    <a:gd name="connsiteY0" fmla="*/ 0 h 3041762"/>
                    <a:gd name="connsiteX1" fmla="*/ 581427 w 1615097"/>
                    <a:gd name="connsiteY1" fmla="*/ 646834 h 3041762"/>
                    <a:gd name="connsiteX2" fmla="*/ 1172483 w 1615097"/>
                    <a:gd name="connsiteY2" fmla="*/ 1431235 h 3041762"/>
                    <a:gd name="connsiteX3" fmla="*/ 1615097 w 1615097"/>
                    <a:gd name="connsiteY3" fmla="*/ 2223843 h 3041762"/>
                    <a:gd name="connsiteX4" fmla="*/ 1477283 w 1615097"/>
                    <a:gd name="connsiteY4" fmla="*/ 3041762 h 3041762"/>
                    <a:gd name="connsiteX5" fmla="*/ 477078 w 1615097"/>
                    <a:gd name="connsiteY5" fmla="*/ 3041762 h 3041762"/>
                    <a:gd name="connsiteX6" fmla="*/ 250123 w 1615097"/>
                    <a:gd name="connsiteY6" fmla="*/ 1004643 h 3041762"/>
                    <a:gd name="connsiteX7" fmla="*/ 0 w 1615097"/>
                    <a:gd name="connsiteY7" fmla="*/ 0 h 3041762"/>
                    <a:gd name="connsiteX0" fmla="*/ 0 w 1888100"/>
                    <a:gd name="connsiteY0" fmla="*/ 0 h 3041762"/>
                    <a:gd name="connsiteX1" fmla="*/ 581427 w 1888100"/>
                    <a:gd name="connsiteY1" fmla="*/ 646834 h 3041762"/>
                    <a:gd name="connsiteX2" fmla="*/ 1172483 w 1888100"/>
                    <a:gd name="connsiteY2" fmla="*/ 1431235 h 3041762"/>
                    <a:gd name="connsiteX3" fmla="*/ 1615097 w 1888100"/>
                    <a:gd name="connsiteY3" fmla="*/ 2223843 h 3041762"/>
                    <a:gd name="connsiteX4" fmla="*/ 1888100 w 1888100"/>
                    <a:gd name="connsiteY4" fmla="*/ 3002006 h 3041762"/>
                    <a:gd name="connsiteX5" fmla="*/ 477078 w 1888100"/>
                    <a:gd name="connsiteY5" fmla="*/ 3041762 h 3041762"/>
                    <a:gd name="connsiteX6" fmla="*/ 250123 w 1888100"/>
                    <a:gd name="connsiteY6" fmla="*/ 1004643 h 3041762"/>
                    <a:gd name="connsiteX7" fmla="*/ 0 w 1888100"/>
                    <a:gd name="connsiteY7" fmla="*/ 0 h 3041762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250123 w 1888100"/>
                    <a:gd name="connsiteY6" fmla="*/ 1004643 h 3068266"/>
                    <a:gd name="connsiteX7" fmla="*/ 0 w 1888100"/>
                    <a:gd name="connsiteY7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250123 w 1888100"/>
                    <a:gd name="connsiteY7" fmla="*/ 1004643 h 3068266"/>
                    <a:gd name="connsiteX8" fmla="*/ 0 w 1888100"/>
                    <a:gd name="connsiteY8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787346"/>
                    <a:gd name="connsiteY0" fmla="*/ 0 h 3068266"/>
                    <a:gd name="connsiteX1" fmla="*/ 599943 w 1787346"/>
                    <a:gd name="connsiteY1" fmla="*/ 646834 h 3068266"/>
                    <a:gd name="connsiteX2" fmla="*/ 1190999 w 1787346"/>
                    <a:gd name="connsiteY2" fmla="*/ 1431235 h 3068266"/>
                    <a:gd name="connsiteX3" fmla="*/ 1633613 w 1787346"/>
                    <a:gd name="connsiteY3" fmla="*/ 2223843 h 3068266"/>
                    <a:gd name="connsiteX4" fmla="*/ 1787346 w 1787346"/>
                    <a:gd name="connsiteY4" fmla="*/ 3028510 h 3068266"/>
                    <a:gd name="connsiteX5" fmla="*/ 1622029 w 1787346"/>
                    <a:gd name="connsiteY5" fmla="*/ 3068266 h 3068266"/>
                    <a:gd name="connsiteX6" fmla="*/ 1130029 w 1787346"/>
                    <a:gd name="connsiteY6" fmla="*/ 2661165 h 3068266"/>
                    <a:gd name="connsiteX7" fmla="*/ 811977 w 1787346"/>
                    <a:gd name="connsiteY7" fmla="*/ 1919043 h 3068266"/>
                    <a:gd name="connsiteX8" fmla="*/ 268639 w 1787346"/>
                    <a:gd name="connsiteY8" fmla="*/ 1004643 h 3068266"/>
                    <a:gd name="connsiteX9" fmla="*/ 18516 w 1787346"/>
                    <a:gd name="connsiteY9" fmla="*/ 0 h 3068266"/>
                    <a:gd name="connsiteX0" fmla="*/ 18516 w 1836855"/>
                    <a:gd name="connsiteY0" fmla="*/ 0 h 3068266"/>
                    <a:gd name="connsiteX1" fmla="*/ 599943 w 1836855"/>
                    <a:gd name="connsiteY1" fmla="*/ 646834 h 3068266"/>
                    <a:gd name="connsiteX2" fmla="*/ 1190999 w 1836855"/>
                    <a:gd name="connsiteY2" fmla="*/ 1431235 h 3068266"/>
                    <a:gd name="connsiteX3" fmla="*/ 1633613 w 1836855"/>
                    <a:gd name="connsiteY3" fmla="*/ 2223843 h 3068266"/>
                    <a:gd name="connsiteX4" fmla="*/ 1787346 w 1836855"/>
                    <a:gd name="connsiteY4" fmla="*/ 3028510 h 3068266"/>
                    <a:gd name="connsiteX5" fmla="*/ 1622029 w 1836855"/>
                    <a:gd name="connsiteY5" fmla="*/ 3068266 h 3068266"/>
                    <a:gd name="connsiteX6" fmla="*/ 1130029 w 1836855"/>
                    <a:gd name="connsiteY6" fmla="*/ 2661165 h 3068266"/>
                    <a:gd name="connsiteX7" fmla="*/ 811977 w 1836855"/>
                    <a:gd name="connsiteY7" fmla="*/ 1919043 h 3068266"/>
                    <a:gd name="connsiteX8" fmla="*/ 268639 w 1836855"/>
                    <a:gd name="connsiteY8" fmla="*/ 1004643 h 3068266"/>
                    <a:gd name="connsiteX9" fmla="*/ 18516 w 1836855"/>
                    <a:gd name="connsiteY9" fmla="*/ 0 h 3068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36855" h="3068266">
                      <a:moveTo>
                        <a:pt x="18516" y="0"/>
                      </a:moveTo>
                      <a:cubicBezTo>
                        <a:pt x="486203" y="61003"/>
                        <a:pt x="397300" y="440057"/>
                        <a:pt x="599943" y="646834"/>
                      </a:cubicBezTo>
                      <a:cubicBezTo>
                        <a:pt x="995744" y="881797"/>
                        <a:pt x="1126502" y="1143263"/>
                        <a:pt x="1190999" y="1431235"/>
                      </a:cubicBezTo>
                      <a:cubicBezTo>
                        <a:pt x="1515232" y="1664515"/>
                        <a:pt x="1587675" y="1977310"/>
                        <a:pt x="1633613" y="2223843"/>
                      </a:cubicBezTo>
                      <a:cubicBezTo>
                        <a:pt x="1870388" y="2483231"/>
                        <a:pt x="1868623" y="2848635"/>
                        <a:pt x="1787346" y="3028510"/>
                      </a:cubicBezTo>
                      <a:lnTo>
                        <a:pt x="1622029" y="3068266"/>
                      </a:lnTo>
                      <a:cubicBezTo>
                        <a:pt x="1543398" y="3011459"/>
                        <a:pt x="1209820" y="3097867"/>
                        <a:pt x="1130029" y="2661165"/>
                      </a:cubicBezTo>
                      <a:cubicBezTo>
                        <a:pt x="968516" y="2476254"/>
                        <a:pt x="836273" y="2301147"/>
                        <a:pt x="811977" y="1919043"/>
                      </a:cubicBezTo>
                      <a:cubicBezTo>
                        <a:pt x="628656" y="1656209"/>
                        <a:pt x="400882" y="1463632"/>
                        <a:pt x="268639" y="1004643"/>
                      </a:cubicBezTo>
                      <a:cubicBezTo>
                        <a:pt x="185265" y="669762"/>
                        <a:pt x="-70389" y="507159"/>
                        <a:pt x="18516" y="0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74732A1D-77DA-00BF-D77A-09A4435ED293}"/>
                    </a:ext>
                  </a:extLst>
                </p:cNvPr>
                <p:cNvSpPr/>
                <p:nvPr/>
              </p:nvSpPr>
              <p:spPr>
                <a:xfrm>
                  <a:off x="1948070" y="2597426"/>
                  <a:ext cx="1775791" cy="3008244"/>
                </a:xfrm>
                <a:custGeom>
                  <a:avLst/>
                  <a:gdLst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775791 w 1775791"/>
                    <a:gd name="connsiteY2" fmla="*/ 3008244 h 3008244"/>
                    <a:gd name="connsiteX3" fmla="*/ 1775791 w 1775791"/>
                    <a:gd name="connsiteY3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5791" h="3008244">
                      <a:moveTo>
                        <a:pt x="0" y="0"/>
                      </a:moveTo>
                      <a:cubicBezTo>
                        <a:pt x="322470" y="238539"/>
                        <a:pt x="326887" y="742122"/>
                        <a:pt x="556591" y="1139687"/>
                      </a:cubicBezTo>
                      <a:cubicBezTo>
                        <a:pt x="737704" y="1417983"/>
                        <a:pt x="1038087" y="1590261"/>
                        <a:pt x="1219200" y="1921565"/>
                      </a:cubicBezTo>
                      <a:cubicBezTo>
                        <a:pt x="1338469" y="2548834"/>
                        <a:pt x="1590261" y="2646018"/>
                        <a:pt x="1775791" y="3008244"/>
                      </a:cubicBezTo>
                      <a:lnTo>
                        <a:pt x="1775791" y="3008244"/>
                      </a:lnTo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8442EBE5-CCB9-4E8B-8038-E417A10C8DFB}"/>
                  </a:ext>
                </a:extLst>
              </p:cNvPr>
              <p:cNvGrpSpPr/>
              <p:nvPr/>
            </p:nvGrpSpPr>
            <p:grpSpPr>
              <a:xfrm rot="19505537" flipH="1">
                <a:off x="2703370" y="1977364"/>
                <a:ext cx="2052732" cy="3428865"/>
                <a:chOff x="1931223" y="2586696"/>
                <a:chExt cx="1836855" cy="3068266"/>
              </a:xfrm>
              <a:solidFill>
                <a:srgbClr val="70AD47">
                  <a:lumMod val="75000"/>
                </a:srgbClr>
              </a:solidFill>
            </p:grpSpPr>
            <p:sp>
              <p:nvSpPr>
                <p:cNvPr id="20" name="Rectangle 32">
                  <a:extLst>
                    <a:ext uri="{FF2B5EF4-FFF2-40B4-BE49-F238E27FC236}">
                      <a16:creationId xmlns:a16="http://schemas.microsoft.com/office/drawing/2014/main" id="{20CBC90E-9FF2-ED6F-A266-B2056BD6F66B}"/>
                    </a:ext>
                  </a:extLst>
                </p:cNvPr>
                <p:cNvSpPr/>
                <p:nvPr/>
              </p:nvSpPr>
              <p:spPr>
                <a:xfrm>
                  <a:off x="1931223" y="2586696"/>
                  <a:ext cx="1836855" cy="3068266"/>
                </a:xfrm>
                <a:custGeom>
                  <a:avLst/>
                  <a:gdLst>
                    <a:gd name="connsiteX0" fmla="*/ 0 w 1000205"/>
                    <a:gd name="connsiteY0" fmla="*/ 0 h 2047849"/>
                    <a:gd name="connsiteX1" fmla="*/ 1000205 w 1000205"/>
                    <a:gd name="connsiteY1" fmla="*/ 0 h 2047849"/>
                    <a:gd name="connsiteX2" fmla="*/ 1000205 w 1000205"/>
                    <a:gd name="connsiteY2" fmla="*/ 2047849 h 2047849"/>
                    <a:gd name="connsiteX3" fmla="*/ 0 w 1000205"/>
                    <a:gd name="connsiteY3" fmla="*/ 2047849 h 2047849"/>
                    <a:gd name="connsiteX4" fmla="*/ 0 w 1000205"/>
                    <a:gd name="connsiteY4" fmla="*/ 0 h 2047849"/>
                    <a:gd name="connsiteX0" fmla="*/ 0 w 1477283"/>
                    <a:gd name="connsiteY0" fmla="*/ 0 h 3041762"/>
                    <a:gd name="connsiteX1" fmla="*/ 1477283 w 1477283"/>
                    <a:gd name="connsiteY1" fmla="*/ 993913 h 3041762"/>
                    <a:gd name="connsiteX2" fmla="*/ 1477283 w 1477283"/>
                    <a:gd name="connsiteY2" fmla="*/ 3041762 h 3041762"/>
                    <a:gd name="connsiteX3" fmla="*/ 477078 w 1477283"/>
                    <a:gd name="connsiteY3" fmla="*/ 3041762 h 3041762"/>
                    <a:gd name="connsiteX4" fmla="*/ 0 w 1477283"/>
                    <a:gd name="connsiteY4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0 w 1477283"/>
                    <a:gd name="connsiteY5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172483 w 1477283"/>
                    <a:gd name="connsiteY2" fmla="*/ 1431235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615097"/>
                    <a:gd name="connsiteY0" fmla="*/ 0 h 3041762"/>
                    <a:gd name="connsiteX1" fmla="*/ 581427 w 1615097"/>
                    <a:gd name="connsiteY1" fmla="*/ 646834 h 3041762"/>
                    <a:gd name="connsiteX2" fmla="*/ 1172483 w 1615097"/>
                    <a:gd name="connsiteY2" fmla="*/ 1431235 h 3041762"/>
                    <a:gd name="connsiteX3" fmla="*/ 1615097 w 1615097"/>
                    <a:gd name="connsiteY3" fmla="*/ 2223843 h 3041762"/>
                    <a:gd name="connsiteX4" fmla="*/ 1477283 w 1615097"/>
                    <a:gd name="connsiteY4" fmla="*/ 3041762 h 3041762"/>
                    <a:gd name="connsiteX5" fmla="*/ 477078 w 1615097"/>
                    <a:gd name="connsiteY5" fmla="*/ 3041762 h 3041762"/>
                    <a:gd name="connsiteX6" fmla="*/ 250123 w 1615097"/>
                    <a:gd name="connsiteY6" fmla="*/ 1004643 h 3041762"/>
                    <a:gd name="connsiteX7" fmla="*/ 0 w 1615097"/>
                    <a:gd name="connsiteY7" fmla="*/ 0 h 3041762"/>
                    <a:gd name="connsiteX0" fmla="*/ 0 w 1888100"/>
                    <a:gd name="connsiteY0" fmla="*/ 0 h 3041762"/>
                    <a:gd name="connsiteX1" fmla="*/ 581427 w 1888100"/>
                    <a:gd name="connsiteY1" fmla="*/ 646834 h 3041762"/>
                    <a:gd name="connsiteX2" fmla="*/ 1172483 w 1888100"/>
                    <a:gd name="connsiteY2" fmla="*/ 1431235 h 3041762"/>
                    <a:gd name="connsiteX3" fmla="*/ 1615097 w 1888100"/>
                    <a:gd name="connsiteY3" fmla="*/ 2223843 h 3041762"/>
                    <a:gd name="connsiteX4" fmla="*/ 1888100 w 1888100"/>
                    <a:gd name="connsiteY4" fmla="*/ 3002006 h 3041762"/>
                    <a:gd name="connsiteX5" fmla="*/ 477078 w 1888100"/>
                    <a:gd name="connsiteY5" fmla="*/ 3041762 h 3041762"/>
                    <a:gd name="connsiteX6" fmla="*/ 250123 w 1888100"/>
                    <a:gd name="connsiteY6" fmla="*/ 1004643 h 3041762"/>
                    <a:gd name="connsiteX7" fmla="*/ 0 w 1888100"/>
                    <a:gd name="connsiteY7" fmla="*/ 0 h 3041762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250123 w 1888100"/>
                    <a:gd name="connsiteY6" fmla="*/ 1004643 h 3068266"/>
                    <a:gd name="connsiteX7" fmla="*/ 0 w 1888100"/>
                    <a:gd name="connsiteY7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250123 w 1888100"/>
                    <a:gd name="connsiteY7" fmla="*/ 1004643 h 3068266"/>
                    <a:gd name="connsiteX8" fmla="*/ 0 w 1888100"/>
                    <a:gd name="connsiteY8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787346"/>
                    <a:gd name="connsiteY0" fmla="*/ 0 h 3068266"/>
                    <a:gd name="connsiteX1" fmla="*/ 599943 w 1787346"/>
                    <a:gd name="connsiteY1" fmla="*/ 646834 h 3068266"/>
                    <a:gd name="connsiteX2" fmla="*/ 1190999 w 1787346"/>
                    <a:gd name="connsiteY2" fmla="*/ 1431235 h 3068266"/>
                    <a:gd name="connsiteX3" fmla="*/ 1633613 w 1787346"/>
                    <a:gd name="connsiteY3" fmla="*/ 2223843 h 3068266"/>
                    <a:gd name="connsiteX4" fmla="*/ 1787346 w 1787346"/>
                    <a:gd name="connsiteY4" fmla="*/ 3028510 h 3068266"/>
                    <a:gd name="connsiteX5" fmla="*/ 1622029 w 1787346"/>
                    <a:gd name="connsiteY5" fmla="*/ 3068266 h 3068266"/>
                    <a:gd name="connsiteX6" fmla="*/ 1130029 w 1787346"/>
                    <a:gd name="connsiteY6" fmla="*/ 2661165 h 3068266"/>
                    <a:gd name="connsiteX7" fmla="*/ 811977 w 1787346"/>
                    <a:gd name="connsiteY7" fmla="*/ 1919043 h 3068266"/>
                    <a:gd name="connsiteX8" fmla="*/ 268639 w 1787346"/>
                    <a:gd name="connsiteY8" fmla="*/ 1004643 h 3068266"/>
                    <a:gd name="connsiteX9" fmla="*/ 18516 w 1787346"/>
                    <a:gd name="connsiteY9" fmla="*/ 0 h 3068266"/>
                    <a:gd name="connsiteX0" fmla="*/ 18516 w 1836855"/>
                    <a:gd name="connsiteY0" fmla="*/ 0 h 3068266"/>
                    <a:gd name="connsiteX1" fmla="*/ 599943 w 1836855"/>
                    <a:gd name="connsiteY1" fmla="*/ 646834 h 3068266"/>
                    <a:gd name="connsiteX2" fmla="*/ 1190999 w 1836855"/>
                    <a:gd name="connsiteY2" fmla="*/ 1431235 h 3068266"/>
                    <a:gd name="connsiteX3" fmla="*/ 1633613 w 1836855"/>
                    <a:gd name="connsiteY3" fmla="*/ 2223843 h 3068266"/>
                    <a:gd name="connsiteX4" fmla="*/ 1787346 w 1836855"/>
                    <a:gd name="connsiteY4" fmla="*/ 3028510 h 3068266"/>
                    <a:gd name="connsiteX5" fmla="*/ 1622029 w 1836855"/>
                    <a:gd name="connsiteY5" fmla="*/ 3068266 h 3068266"/>
                    <a:gd name="connsiteX6" fmla="*/ 1130029 w 1836855"/>
                    <a:gd name="connsiteY6" fmla="*/ 2661165 h 3068266"/>
                    <a:gd name="connsiteX7" fmla="*/ 811977 w 1836855"/>
                    <a:gd name="connsiteY7" fmla="*/ 1919043 h 3068266"/>
                    <a:gd name="connsiteX8" fmla="*/ 268639 w 1836855"/>
                    <a:gd name="connsiteY8" fmla="*/ 1004643 h 3068266"/>
                    <a:gd name="connsiteX9" fmla="*/ 18516 w 1836855"/>
                    <a:gd name="connsiteY9" fmla="*/ 0 h 3068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36855" h="3068266">
                      <a:moveTo>
                        <a:pt x="18516" y="0"/>
                      </a:moveTo>
                      <a:cubicBezTo>
                        <a:pt x="486203" y="61003"/>
                        <a:pt x="397300" y="440057"/>
                        <a:pt x="599943" y="646834"/>
                      </a:cubicBezTo>
                      <a:cubicBezTo>
                        <a:pt x="995744" y="881797"/>
                        <a:pt x="1126502" y="1143263"/>
                        <a:pt x="1190999" y="1431235"/>
                      </a:cubicBezTo>
                      <a:cubicBezTo>
                        <a:pt x="1515232" y="1664515"/>
                        <a:pt x="1587675" y="1977310"/>
                        <a:pt x="1633613" y="2223843"/>
                      </a:cubicBezTo>
                      <a:cubicBezTo>
                        <a:pt x="1870388" y="2483231"/>
                        <a:pt x="1868623" y="2848635"/>
                        <a:pt x="1787346" y="3028510"/>
                      </a:cubicBezTo>
                      <a:lnTo>
                        <a:pt x="1622029" y="3068266"/>
                      </a:lnTo>
                      <a:cubicBezTo>
                        <a:pt x="1543398" y="3011459"/>
                        <a:pt x="1209820" y="3097867"/>
                        <a:pt x="1130029" y="2661165"/>
                      </a:cubicBezTo>
                      <a:cubicBezTo>
                        <a:pt x="968516" y="2476254"/>
                        <a:pt x="836273" y="2301147"/>
                        <a:pt x="811977" y="1919043"/>
                      </a:cubicBezTo>
                      <a:cubicBezTo>
                        <a:pt x="628656" y="1656209"/>
                        <a:pt x="400882" y="1463632"/>
                        <a:pt x="268639" y="1004643"/>
                      </a:cubicBezTo>
                      <a:cubicBezTo>
                        <a:pt x="185265" y="669762"/>
                        <a:pt x="-70389" y="507159"/>
                        <a:pt x="18516" y="0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5182C6E4-CEEA-3498-A53C-8612523A28AF}"/>
                    </a:ext>
                  </a:extLst>
                </p:cNvPr>
                <p:cNvSpPr/>
                <p:nvPr/>
              </p:nvSpPr>
              <p:spPr>
                <a:xfrm>
                  <a:off x="1948070" y="2597426"/>
                  <a:ext cx="1775791" cy="3008244"/>
                </a:xfrm>
                <a:custGeom>
                  <a:avLst/>
                  <a:gdLst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775791 w 1775791"/>
                    <a:gd name="connsiteY2" fmla="*/ 3008244 h 3008244"/>
                    <a:gd name="connsiteX3" fmla="*/ 1775791 w 1775791"/>
                    <a:gd name="connsiteY3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5791" h="3008244">
                      <a:moveTo>
                        <a:pt x="0" y="0"/>
                      </a:moveTo>
                      <a:cubicBezTo>
                        <a:pt x="322470" y="238539"/>
                        <a:pt x="326887" y="742122"/>
                        <a:pt x="556591" y="1139687"/>
                      </a:cubicBezTo>
                      <a:cubicBezTo>
                        <a:pt x="737704" y="1417983"/>
                        <a:pt x="1038087" y="1590261"/>
                        <a:pt x="1219200" y="1921565"/>
                      </a:cubicBezTo>
                      <a:cubicBezTo>
                        <a:pt x="1338469" y="2548834"/>
                        <a:pt x="1590261" y="2646018"/>
                        <a:pt x="1775791" y="3008244"/>
                      </a:cubicBezTo>
                      <a:lnTo>
                        <a:pt x="1775791" y="3008244"/>
                      </a:lnTo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CF26CDF-CBC0-B3B5-C77B-83A3DFAC1953}"/>
                  </a:ext>
                </a:extLst>
              </p:cNvPr>
              <p:cNvGrpSpPr/>
              <p:nvPr/>
            </p:nvGrpSpPr>
            <p:grpSpPr>
              <a:xfrm rot="19505537" flipH="1">
                <a:off x="3076591" y="11894"/>
                <a:ext cx="3036702" cy="5072480"/>
                <a:chOff x="1931223" y="2586696"/>
                <a:chExt cx="1836855" cy="3068266"/>
              </a:xfrm>
              <a:solidFill>
                <a:srgbClr val="70AD47">
                  <a:lumMod val="75000"/>
                </a:srgbClr>
              </a:solidFill>
            </p:grpSpPr>
            <p:sp>
              <p:nvSpPr>
                <p:cNvPr id="18" name="Rectangle 32">
                  <a:extLst>
                    <a:ext uri="{FF2B5EF4-FFF2-40B4-BE49-F238E27FC236}">
                      <a16:creationId xmlns:a16="http://schemas.microsoft.com/office/drawing/2014/main" id="{74DCDC39-44AE-88AE-33D5-E1F51EFEF41F}"/>
                    </a:ext>
                  </a:extLst>
                </p:cNvPr>
                <p:cNvSpPr/>
                <p:nvPr/>
              </p:nvSpPr>
              <p:spPr>
                <a:xfrm>
                  <a:off x="1931223" y="2586696"/>
                  <a:ext cx="1836855" cy="3068266"/>
                </a:xfrm>
                <a:custGeom>
                  <a:avLst/>
                  <a:gdLst>
                    <a:gd name="connsiteX0" fmla="*/ 0 w 1000205"/>
                    <a:gd name="connsiteY0" fmla="*/ 0 h 2047849"/>
                    <a:gd name="connsiteX1" fmla="*/ 1000205 w 1000205"/>
                    <a:gd name="connsiteY1" fmla="*/ 0 h 2047849"/>
                    <a:gd name="connsiteX2" fmla="*/ 1000205 w 1000205"/>
                    <a:gd name="connsiteY2" fmla="*/ 2047849 h 2047849"/>
                    <a:gd name="connsiteX3" fmla="*/ 0 w 1000205"/>
                    <a:gd name="connsiteY3" fmla="*/ 2047849 h 2047849"/>
                    <a:gd name="connsiteX4" fmla="*/ 0 w 1000205"/>
                    <a:gd name="connsiteY4" fmla="*/ 0 h 2047849"/>
                    <a:gd name="connsiteX0" fmla="*/ 0 w 1477283"/>
                    <a:gd name="connsiteY0" fmla="*/ 0 h 3041762"/>
                    <a:gd name="connsiteX1" fmla="*/ 1477283 w 1477283"/>
                    <a:gd name="connsiteY1" fmla="*/ 993913 h 3041762"/>
                    <a:gd name="connsiteX2" fmla="*/ 1477283 w 1477283"/>
                    <a:gd name="connsiteY2" fmla="*/ 3041762 h 3041762"/>
                    <a:gd name="connsiteX3" fmla="*/ 477078 w 1477283"/>
                    <a:gd name="connsiteY3" fmla="*/ 3041762 h 3041762"/>
                    <a:gd name="connsiteX4" fmla="*/ 0 w 1477283"/>
                    <a:gd name="connsiteY4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0 w 1477283"/>
                    <a:gd name="connsiteY5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172483 w 1477283"/>
                    <a:gd name="connsiteY2" fmla="*/ 1431235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615097"/>
                    <a:gd name="connsiteY0" fmla="*/ 0 h 3041762"/>
                    <a:gd name="connsiteX1" fmla="*/ 581427 w 1615097"/>
                    <a:gd name="connsiteY1" fmla="*/ 646834 h 3041762"/>
                    <a:gd name="connsiteX2" fmla="*/ 1172483 w 1615097"/>
                    <a:gd name="connsiteY2" fmla="*/ 1431235 h 3041762"/>
                    <a:gd name="connsiteX3" fmla="*/ 1615097 w 1615097"/>
                    <a:gd name="connsiteY3" fmla="*/ 2223843 h 3041762"/>
                    <a:gd name="connsiteX4" fmla="*/ 1477283 w 1615097"/>
                    <a:gd name="connsiteY4" fmla="*/ 3041762 h 3041762"/>
                    <a:gd name="connsiteX5" fmla="*/ 477078 w 1615097"/>
                    <a:gd name="connsiteY5" fmla="*/ 3041762 h 3041762"/>
                    <a:gd name="connsiteX6" fmla="*/ 250123 w 1615097"/>
                    <a:gd name="connsiteY6" fmla="*/ 1004643 h 3041762"/>
                    <a:gd name="connsiteX7" fmla="*/ 0 w 1615097"/>
                    <a:gd name="connsiteY7" fmla="*/ 0 h 3041762"/>
                    <a:gd name="connsiteX0" fmla="*/ 0 w 1888100"/>
                    <a:gd name="connsiteY0" fmla="*/ 0 h 3041762"/>
                    <a:gd name="connsiteX1" fmla="*/ 581427 w 1888100"/>
                    <a:gd name="connsiteY1" fmla="*/ 646834 h 3041762"/>
                    <a:gd name="connsiteX2" fmla="*/ 1172483 w 1888100"/>
                    <a:gd name="connsiteY2" fmla="*/ 1431235 h 3041762"/>
                    <a:gd name="connsiteX3" fmla="*/ 1615097 w 1888100"/>
                    <a:gd name="connsiteY3" fmla="*/ 2223843 h 3041762"/>
                    <a:gd name="connsiteX4" fmla="*/ 1888100 w 1888100"/>
                    <a:gd name="connsiteY4" fmla="*/ 3002006 h 3041762"/>
                    <a:gd name="connsiteX5" fmla="*/ 477078 w 1888100"/>
                    <a:gd name="connsiteY5" fmla="*/ 3041762 h 3041762"/>
                    <a:gd name="connsiteX6" fmla="*/ 250123 w 1888100"/>
                    <a:gd name="connsiteY6" fmla="*/ 1004643 h 3041762"/>
                    <a:gd name="connsiteX7" fmla="*/ 0 w 1888100"/>
                    <a:gd name="connsiteY7" fmla="*/ 0 h 3041762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250123 w 1888100"/>
                    <a:gd name="connsiteY6" fmla="*/ 1004643 h 3068266"/>
                    <a:gd name="connsiteX7" fmla="*/ 0 w 1888100"/>
                    <a:gd name="connsiteY7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250123 w 1888100"/>
                    <a:gd name="connsiteY7" fmla="*/ 1004643 h 3068266"/>
                    <a:gd name="connsiteX8" fmla="*/ 0 w 1888100"/>
                    <a:gd name="connsiteY8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787346"/>
                    <a:gd name="connsiteY0" fmla="*/ 0 h 3068266"/>
                    <a:gd name="connsiteX1" fmla="*/ 599943 w 1787346"/>
                    <a:gd name="connsiteY1" fmla="*/ 646834 h 3068266"/>
                    <a:gd name="connsiteX2" fmla="*/ 1190999 w 1787346"/>
                    <a:gd name="connsiteY2" fmla="*/ 1431235 h 3068266"/>
                    <a:gd name="connsiteX3" fmla="*/ 1633613 w 1787346"/>
                    <a:gd name="connsiteY3" fmla="*/ 2223843 h 3068266"/>
                    <a:gd name="connsiteX4" fmla="*/ 1787346 w 1787346"/>
                    <a:gd name="connsiteY4" fmla="*/ 3028510 h 3068266"/>
                    <a:gd name="connsiteX5" fmla="*/ 1622029 w 1787346"/>
                    <a:gd name="connsiteY5" fmla="*/ 3068266 h 3068266"/>
                    <a:gd name="connsiteX6" fmla="*/ 1130029 w 1787346"/>
                    <a:gd name="connsiteY6" fmla="*/ 2661165 h 3068266"/>
                    <a:gd name="connsiteX7" fmla="*/ 811977 w 1787346"/>
                    <a:gd name="connsiteY7" fmla="*/ 1919043 h 3068266"/>
                    <a:gd name="connsiteX8" fmla="*/ 268639 w 1787346"/>
                    <a:gd name="connsiteY8" fmla="*/ 1004643 h 3068266"/>
                    <a:gd name="connsiteX9" fmla="*/ 18516 w 1787346"/>
                    <a:gd name="connsiteY9" fmla="*/ 0 h 3068266"/>
                    <a:gd name="connsiteX0" fmla="*/ 18516 w 1836855"/>
                    <a:gd name="connsiteY0" fmla="*/ 0 h 3068266"/>
                    <a:gd name="connsiteX1" fmla="*/ 599943 w 1836855"/>
                    <a:gd name="connsiteY1" fmla="*/ 646834 h 3068266"/>
                    <a:gd name="connsiteX2" fmla="*/ 1190999 w 1836855"/>
                    <a:gd name="connsiteY2" fmla="*/ 1431235 h 3068266"/>
                    <a:gd name="connsiteX3" fmla="*/ 1633613 w 1836855"/>
                    <a:gd name="connsiteY3" fmla="*/ 2223843 h 3068266"/>
                    <a:gd name="connsiteX4" fmla="*/ 1787346 w 1836855"/>
                    <a:gd name="connsiteY4" fmla="*/ 3028510 h 3068266"/>
                    <a:gd name="connsiteX5" fmla="*/ 1622029 w 1836855"/>
                    <a:gd name="connsiteY5" fmla="*/ 3068266 h 3068266"/>
                    <a:gd name="connsiteX6" fmla="*/ 1130029 w 1836855"/>
                    <a:gd name="connsiteY6" fmla="*/ 2661165 h 3068266"/>
                    <a:gd name="connsiteX7" fmla="*/ 811977 w 1836855"/>
                    <a:gd name="connsiteY7" fmla="*/ 1919043 h 3068266"/>
                    <a:gd name="connsiteX8" fmla="*/ 268639 w 1836855"/>
                    <a:gd name="connsiteY8" fmla="*/ 1004643 h 3068266"/>
                    <a:gd name="connsiteX9" fmla="*/ 18516 w 1836855"/>
                    <a:gd name="connsiteY9" fmla="*/ 0 h 3068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36855" h="3068266">
                      <a:moveTo>
                        <a:pt x="18516" y="0"/>
                      </a:moveTo>
                      <a:cubicBezTo>
                        <a:pt x="486203" y="61003"/>
                        <a:pt x="397300" y="440057"/>
                        <a:pt x="599943" y="646834"/>
                      </a:cubicBezTo>
                      <a:cubicBezTo>
                        <a:pt x="995744" y="881797"/>
                        <a:pt x="1126502" y="1143263"/>
                        <a:pt x="1190999" y="1431235"/>
                      </a:cubicBezTo>
                      <a:cubicBezTo>
                        <a:pt x="1515232" y="1664515"/>
                        <a:pt x="1587675" y="1977310"/>
                        <a:pt x="1633613" y="2223843"/>
                      </a:cubicBezTo>
                      <a:cubicBezTo>
                        <a:pt x="1870388" y="2483231"/>
                        <a:pt x="1868623" y="2848635"/>
                        <a:pt x="1787346" y="3028510"/>
                      </a:cubicBezTo>
                      <a:lnTo>
                        <a:pt x="1622029" y="3068266"/>
                      </a:lnTo>
                      <a:cubicBezTo>
                        <a:pt x="1543398" y="3011459"/>
                        <a:pt x="1209820" y="3097867"/>
                        <a:pt x="1130029" y="2661165"/>
                      </a:cubicBezTo>
                      <a:cubicBezTo>
                        <a:pt x="968516" y="2476254"/>
                        <a:pt x="836273" y="2301147"/>
                        <a:pt x="811977" y="1919043"/>
                      </a:cubicBezTo>
                      <a:cubicBezTo>
                        <a:pt x="628656" y="1656209"/>
                        <a:pt x="400882" y="1463632"/>
                        <a:pt x="268639" y="1004643"/>
                      </a:cubicBezTo>
                      <a:cubicBezTo>
                        <a:pt x="185265" y="669762"/>
                        <a:pt x="-70389" y="507159"/>
                        <a:pt x="18516" y="0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1D6DAF39-438C-7FB7-6FC5-2592386B4D52}"/>
                    </a:ext>
                  </a:extLst>
                </p:cNvPr>
                <p:cNvSpPr/>
                <p:nvPr/>
              </p:nvSpPr>
              <p:spPr>
                <a:xfrm>
                  <a:off x="1948070" y="2597426"/>
                  <a:ext cx="1775791" cy="3008244"/>
                </a:xfrm>
                <a:custGeom>
                  <a:avLst/>
                  <a:gdLst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775791 w 1775791"/>
                    <a:gd name="connsiteY2" fmla="*/ 3008244 h 3008244"/>
                    <a:gd name="connsiteX3" fmla="*/ 1775791 w 1775791"/>
                    <a:gd name="connsiteY3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5791" h="3008244">
                      <a:moveTo>
                        <a:pt x="0" y="0"/>
                      </a:moveTo>
                      <a:cubicBezTo>
                        <a:pt x="322470" y="238539"/>
                        <a:pt x="326887" y="742122"/>
                        <a:pt x="556591" y="1139687"/>
                      </a:cubicBezTo>
                      <a:cubicBezTo>
                        <a:pt x="737704" y="1417983"/>
                        <a:pt x="1038087" y="1590261"/>
                        <a:pt x="1219200" y="1921565"/>
                      </a:cubicBezTo>
                      <a:cubicBezTo>
                        <a:pt x="1338469" y="2548834"/>
                        <a:pt x="1590261" y="2646018"/>
                        <a:pt x="1775791" y="3008244"/>
                      </a:cubicBezTo>
                      <a:lnTo>
                        <a:pt x="1775791" y="3008244"/>
                      </a:lnTo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E3A6D66-A2EA-83E1-3F4A-20A4DF0E91DB}"/>
                  </a:ext>
                </a:extLst>
              </p:cNvPr>
              <p:cNvGrpSpPr/>
              <p:nvPr/>
            </p:nvGrpSpPr>
            <p:grpSpPr>
              <a:xfrm>
                <a:off x="3031599" y="5285614"/>
                <a:ext cx="4247764" cy="1236948"/>
                <a:chOff x="3031599" y="5285614"/>
                <a:chExt cx="4247764" cy="1236948"/>
              </a:xfrm>
              <a:solidFill>
                <a:srgbClr val="BABED1"/>
              </a:solidFill>
            </p:grpSpPr>
            <p:sp>
              <p:nvSpPr>
                <p:cNvPr id="11" name="Oval 56">
                  <a:extLst>
                    <a:ext uri="{FF2B5EF4-FFF2-40B4-BE49-F238E27FC236}">
                      <a16:creationId xmlns:a16="http://schemas.microsoft.com/office/drawing/2014/main" id="{99EC18F4-0513-C06B-7790-AA5A51D75B73}"/>
                    </a:ext>
                  </a:extLst>
                </p:cNvPr>
                <p:cNvSpPr/>
                <p:nvPr/>
              </p:nvSpPr>
              <p:spPr>
                <a:xfrm>
                  <a:off x="4743816" y="5285614"/>
                  <a:ext cx="1506375" cy="771222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Oval 56">
                  <a:extLst>
                    <a:ext uri="{FF2B5EF4-FFF2-40B4-BE49-F238E27FC236}">
                      <a16:creationId xmlns:a16="http://schemas.microsoft.com/office/drawing/2014/main" id="{DE24B5D3-CE30-7D9A-3E99-075DB4ACE4EB}"/>
                    </a:ext>
                  </a:extLst>
                </p:cNvPr>
                <p:cNvSpPr/>
                <p:nvPr/>
              </p:nvSpPr>
              <p:spPr>
                <a:xfrm>
                  <a:off x="5772988" y="5415271"/>
                  <a:ext cx="1506375" cy="830565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Oval 56">
                  <a:extLst>
                    <a:ext uri="{FF2B5EF4-FFF2-40B4-BE49-F238E27FC236}">
                      <a16:creationId xmlns:a16="http://schemas.microsoft.com/office/drawing/2014/main" id="{823AB958-A984-C710-E2AB-94DC432C821F}"/>
                    </a:ext>
                  </a:extLst>
                </p:cNvPr>
                <p:cNvSpPr/>
                <p:nvPr/>
              </p:nvSpPr>
              <p:spPr>
                <a:xfrm>
                  <a:off x="5671677" y="5754489"/>
                  <a:ext cx="1308623" cy="721531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Oval 56">
                  <a:extLst>
                    <a:ext uri="{FF2B5EF4-FFF2-40B4-BE49-F238E27FC236}">
                      <a16:creationId xmlns:a16="http://schemas.microsoft.com/office/drawing/2014/main" id="{52FD1F9B-2240-2CCD-77BE-AB470F610A5E}"/>
                    </a:ext>
                  </a:extLst>
                </p:cNvPr>
                <p:cNvSpPr/>
                <p:nvPr/>
              </p:nvSpPr>
              <p:spPr>
                <a:xfrm>
                  <a:off x="4003000" y="5299493"/>
                  <a:ext cx="1506375" cy="771222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Oval 56">
                  <a:extLst>
                    <a:ext uri="{FF2B5EF4-FFF2-40B4-BE49-F238E27FC236}">
                      <a16:creationId xmlns:a16="http://schemas.microsoft.com/office/drawing/2014/main" id="{507538F7-C691-4933-DD2A-7ADE7E206089}"/>
                    </a:ext>
                  </a:extLst>
                </p:cNvPr>
                <p:cNvSpPr/>
                <p:nvPr/>
              </p:nvSpPr>
              <p:spPr>
                <a:xfrm>
                  <a:off x="4700276" y="5754489"/>
                  <a:ext cx="1308623" cy="721531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Oval 56">
                  <a:extLst>
                    <a:ext uri="{FF2B5EF4-FFF2-40B4-BE49-F238E27FC236}">
                      <a16:creationId xmlns:a16="http://schemas.microsoft.com/office/drawing/2014/main" id="{045E50E5-69E4-2973-EFE7-A3A157228DE7}"/>
                    </a:ext>
                  </a:extLst>
                </p:cNvPr>
                <p:cNvSpPr/>
                <p:nvPr/>
              </p:nvSpPr>
              <p:spPr>
                <a:xfrm>
                  <a:off x="3031599" y="5474838"/>
                  <a:ext cx="1506375" cy="771222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" name="Oval 56">
                  <a:extLst>
                    <a:ext uri="{FF2B5EF4-FFF2-40B4-BE49-F238E27FC236}">
                      <a16:creationId xmlns:a16="http://schemas.microsoft.com/office/drawing/2014/main" id="{8B451212-E2E7-595B-5B27-C6B107EBB255}"/>
                    </a:ext>
                  </a:extLst>
                </p:cNvPr>
                <p:cNvSpPr/>
                <p:nvPr/>
              </p:nvSpPr>
              <p:spPr>
                <a:xfrm>
                  <a:off x="3684103" y="5801031"/>
                  <a:ext cx="1308623" cy="721531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DFC9353-91C8-B4FA-CD19-2CD96D7E15CB}"/>
              </a:ext>
            </a:extLst>
          </p:cNvPr>
          <p:cNvGrpSpPr/>
          <p:nvPr/>
        </p:nvGrpSpPr>
        <p:grpSpPr>
          <a:xfrm>
            <a:off x="2905150" y="897273"/>
            <a:ext cx="7153250" cy="6471337"/>
            <a:chOff x="1931223" y="11894"/>
            <a:chExt cx="7196725" cy="6510668"/>
          </a:xfrm>
          <a:solidFill>
            <a:schemeClr val="bg1"/>
          </a:solidFill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ADFB8C4-E3D9-BE02-9B7D-6BAD825E9E58}"/>
                </a:ext>
              </a:extLst>
            </p:cNvPr>
            <p:cNvGrpSpPr/>
            <p:nvPr/>
          </p:nvGrpSpPr>
          <p:grpSpPr>
            <a:xfrm rot="2719480">
              <a:off x="5220458" y="813535"/>
              <a:ext cx="2704793" cy="4518062"/>
              <a:chOff x="1931223" y="2586696"/>
              <a:chExt cx="1836855" cy="3068266"/>
            </a:xfrm>
            <a:grpFill/>
          </p:grpSpPr>
          <p:sp>
            <p:nvSpPr>
              <p:cNvPr id="56" name="Rectangle 32">
                <a:extLst>
                  <a:ext uri="{FF2B5EF4-FFF2-40B4-BE49-F238E27FC236}">
                    <a16:creationId xmlns:a16="http://schemas.microsoft.com/office/drawing/2014/main" id="{14BC2DFC-E525-4FA7-0DCE-CB6F913A372B}"/>
                  </a:ext>
                </a:extLst>
              </p:cNvPr>
              <p:cNvSpPr/>
              <p:nvPr/>
            </p:nvSpPr>
            <p:spPr>
              <a:xfrm>
                <a:off x="1931223" y="2586696"/>
                <a:ext cx="1836855" cy="3068266"/>
              </a:xfrm>
              <a:custGeom>
                <a:avLst/>
                <a:gdLst>
                  <a:gd name="connsiteX0" fmla="*/ 0 w 1000205"/>
                  <a:gd name="connsiteY0" fmla="*/ 0 h 2047849"/>
                  <a:gd name="connsiteX1" fmla="*/ 1000205 w 1000205"/>
                  <a:gd name="connsiteY1" fmla="*/ 0 h 2047849"/>
                  <a:gd name="connsiteX2" fmla="*/ 1000205 w 1000205"/>
                  <a:gd name="connsiteY2" fmla="*/ 2047849 h 2047849"/>
                  <a:gd name="connsiteX3" fmla="*/ 0 w 1000205"/>
                  <a:gd name="connsiteY3" fmla="*/ 2047849 h 2047849"/>
                  <a:gd name="connsiteX4" fmla="*/ 0 w 1000205"/>
                  <a:gd name="connsiteY4" fmla="*/ 0 h 2047849"/>
                  <a:gd name="connsiteX0" fmla="*/ 0 w 1477283"/>
                  <a:gd name="connsiteY0" fmla="*/ 0 h 3041762"/>
                  <a:gd name="connsiteX1" fmla="*/ 1477283 w 1477283"/>
                  <a:gd name="connsiteY1" fmla="*/ 993913 h 3041762"/>
                  <a:gd name="connsiteX2" fmla="*/ 1477283 w 1477283"/>
                  <a:gd name="connsiteY2" fmla="*/ 3041762 h 3041762"/>
                  <a:gd name="connsiteX3" fmla="*/ 477078 w 1477283"/>
                  <a:gd name="connsiteY3" fmla="*/ 3041762 h 3041762"/>
                  <a:gd name="connsiteX4" fmla="*/ 0 w 1477283"/>
                  <a:gd name="connsiteY4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477283 w 1477283"/>
                  <a:gd name="connsiteY2" fmla="*/ 993913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0 w 1477283"/>
                  <a:gd name="connsiteY5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477283 w 1477283"/>
                  <a:gd name="connsiteY2" fmla="*/ 993913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250123 w 1477283"/>
                  <a:gd name="connsiteY5" fmla="*/ 1004643 h 3041762"/>
                  <a:gd name="connsiteX6" fmla="*/ 0 w 1477283"/>
                  <a:gd name="connsiteY6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172483 w 1477283"/>
                  <a:gd name="connsiteY2" fmla="*/ 1431235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250123 w 1477283"/>
                  <a:gd name="connsiteY5" fmla="*/ 1004643 h 3041762"/>
                  <a:gd name="connsiteX6" fmla="*/ 0 w 1477283"/>
                  <a:gd name="connsiteY6" fmla="*/ 0 h 3041762"/>
                  <a:gd name="connsiteX0" fmla="*/ 0 w 1615097"/>
                  <a:gd name="connsiteY0" fmla="*/ 0 h 3041762"/>
                  <a:gd name="connsiteX1" fmla="*/ 581427 w 1615097"/>
                  <a:gd name="connsiteY1" fmla="*/ 646834 h 3041762"/>
                  <a:gd name="connsiteX2" fmla="*/ 1172483 w 1615097"/>
                  <a:gd name="connsiteY2" fmla="*/ 1431235 h 3041762"/>
                  <a:gd name="connsiteX3" fmla="*/ 1615097 w 1615097"/>
                  <a:gd name="connsiteY3" fmla="*/ 2223843 h 3041762"/>
                  <a:gd name="connsiteX4" fmla="*/ 1477283 w 1615097"/>
                  <a:gd name="connsiteY4" fmla="*/ 3041762 h 3041762"/>
                  <a:gd name="connsiteX5" fmla="*/ 477078 w 1615097"/>
                  <a:gd name="connsiteY5" fmla="*/ 3041762 h 3041762"/>
                  <a:gd name="connsiteX6" fmla="*/ 250123 w 1615097"/>
                  <a:gd name="connsiteY6" fmla="*/ 1004643 h 3041762"/>
                  <a:gd name="connsiteX7" fmla="*/ 0 w 1615097"/>
                  <a:gd name="connsiteY7" fmla="*/ 0 h 3041762"/>
                  <a:gd name="connsiteX0" fmla="*/ 0 w 1888100"/>
                  <a:gd name="connsiteY0" fmla="*/ 0 h 3041762"/>
                  <a:gd name="connsiteX1" fmla="*/ 581427 w 1888100"/>
                  <a:gd name="connsiteY1" fmla="*/ 646834 h 3041762"/>
                  <a:gd name="connsiteX2" fmla="*/ 1172483 w 1888100"/>
                  <a:gd name="connsiteY2" fmla="*/ 1431235 h 3041762"/>
                  <a:gd name="connsiteX3" fmla="*/ 1615097 w 1888100"/>
                  <a:gd name="connsiteY3" fmla="*/ 2223843 h 3041762"/>
                  <a:gd name="connsiteX4" fmla="*/ 1888100 w 1888100"/>
                  <a:gd name="connsiteY4" fmla="*/ 3002006 h 3041762"/>
                  <a:gd name="connsiteX5" fmla="*/ 477078 w 1888100"/>
                  <a:gd name="connsiteY5" fmla="*/ 3041762 h 3041762"/>
                  <a:gd name="connsiteX6" fmla="*/ 250123 w 1888100"/>
                  <a:gd name="connsiteY6" fmla="*/ 1004643 h 3041762"/>
                  <a:gd name="connsiteX7" fmla="*/ 0 w 1888100"/>
                  <a:gd name="connsiteY7" fmla="*/ 0 h 3041762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250123 w 1888100"/>
                  <a:gd name="connsiteY6" fmla="*/ 1004643 h 3068266"/>
                  <a:gd name="connsiteX7" fmla="*/ 0 w 1888100"/>
                  <a:gd name="connsiteY7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250123 w 1888100"/>
                  <a:gd name="connsiteY7" fmla="*/ 1004643 h 3068266"/>
                  <a:gd name="connsiteX8" fmla="*/ 0 w 1888100"/>
                  <a:gd name="connsiteY8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787346"/>
                  <a:gd name="connsiteY0" fmla="*/ 0 h 3068266"/>
                  <a:gd name="connsiteX1" fmla="*/ 599943 w 1787346"/>
                  <a:gd name="connsiteY1" fmla="*/ 646834 h 3068266"/>
                  <a:gd name="connsiteX2" fmla="*/ 1190999 w 1787346"/>
                  <a:gd name="connsiteY2" fmla="*/ 1431235 h 3068266"/>
                  <a:gd name="connsiteX3" fmla="*/ 1633613 w 1787346"/>
                  <a:gd name="connsiteY3" fmla="*/ 2223843 h 3068266"/>
                  <a:gd name="connsiteX4" fmla="*/ 1787346 w 1787346"/>
                  <a:gd name="connsiteY4" fmla="*/ 3028510 h 3068266"/>
                  <a:gd name="connsiteX5" fmla="*/ 1622029 w 1787346"/>
                  <a:gd name="connsiteY5" fmla="*/ 3068266 h 3068266"/>
                  <a:gd name="connsiteX6" fmla="*/ 1130029 w 1787346"/>
                  <a:gd name="connsiteY6" fmla="*/ 2661165 h 3068266"/>
                  <a:gd name="connsiteX7" fmla="*/ 811977 w 1787346"/>
                  <a:gd name="connsiteY7" fmla="*/ 1919043 h 3068266"/>
                  <a:gd name="connsiteX8" fmla="*/ 268639 w 1787346"/>
                  <a:gd name="connsiteY8" fmla="*/ 1004643 h 3068266"/>
                  <a:gd name="connsiteX9" fmla="*/ 18516 w 1787346"/>
                  <a:gd name="connsiteY9" fmla="*/ 0 h 3068266"/>
                  <a:gd name="connsiteX0" fmla="*/ 18516 w 1836855"/>
                  <a:gd name="connsiteY0" fmla="*/ 0 h 3068266"/>
                  <a:gd name="connsiteX1" fmla="*/ 599943 w 1836855"/>
                  <a:gd name="connsiteY1" fmla="*/ 646834 h 3068266"/>
                  <a:gd name="connsiteX2" fmla="*/ 1190999 w 1836855"/>
                  <a:gd name="connsiteY2" fmla="*/ 1431235 h 3068266"/>
                  <a:gd name="connsiteX3" fmla="*/ 1633613 w 1836855"/>
                  <a:gd name="connsiteY3" fmla="*/ 2223843 h 3068266"/>
                  <a:gd name="connsiteX4" fmla="*/ 1787346 w 1836855"/>
                  <a:gd name="connsiteY4" fmla="*/ 3028510 h 3068266"/>
                  <a:gd name="connsiteX5" fmla="*/ 1622029 w 1836855"/>
                  <a:gd name="connsiteY5" fmla="*/ 3068266 h 3068266"/>
                  <a:gd name="connsiteX6" fmla="*/ 1130029 w 1836855"/>
                  <a:gd name="connsiteY6" fmla="*/ 2661165 h 3068266"/>
                  <a:gd name="connsiteX7" fmla="*/ 811977 w 1836855"/>
                  <a:gd name="connsiteY7" fmla="*/ 1919043 h 3068266"/>
                  <a:gd name="connsiteX8" fmla="*/ 268639 w 1836855"/>
                  <a:gd name="connsiteY8" fmla="*/ 1004643 h 3068266"/>
                  <a:gd name="connsiteX9" fmla="*/ 18516 w 1836855"/>
                  <a:gd name="connsiteY9" fmla="*/ 0 h 3068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36855" h="3068266">
                    <a:moveTo>
                      <a:pt x="18516" y="0"/>
                    </a:moveTo>
                    <a:cubicBezTo>
                      <a:pt x="486203" y="61003"/>
                      <a:pt x="397300" y="440057"/>
                      <a:pt x="599943" y="646834"/>
                    </a:cubicBezTo>
                    <a:cubicBezTo>
                      <a:pt x="995744" y="881797"/>
                      <a:pt x="1126502" y="1143263"/>
                      <a:pt x="1190999" y="1431235"/>
                    </a:cubicBezTo>
                    <a:cubicBezTo>
                      <a:pt x="1515232" y="1664515"/>
                      <a:pt x="1587675" y="1977310"/>
                      <a:pt x="1633613" y="2223843"/>
                    </a:cubicBezTo>
                    <a:cubicBezTo>
                      <a:pt x="1870388" y="2483231"/>
                      <a:pt x="1868623" y="2848635"/>
                      <a:pt x="1787346" y="3028510"/>
                    </a:cubicBezTo>
                    <a:lnTo>
                      <a:pt x="1622029" y="3068266"/>
                    </a:lnTo>
                    <a:cubicBezTo>
                      <a:pt x="1543398" y="3011459"/>
                      <a:pt x="1209820" y="3097867"/>
                      <a:pt x="1130029" y="2661165"/>
                    </a:cubicBezTo>
                    <a:cubicBezTo>
                      <a:pt x="968516" y="2476254"/>
                      <a:pt x="836273" y="2301147"/>
                      <a:pt x="811977" y="1919043"/>
                    </a:cubicBezTo>
                    <a:cubicBezTo>
                      <a:pt x="628656" y="1656209"/>
                      <a:pt x="400882" y="1463632"/>
                      <a:pt x="268639" y="1004643"/>
                    </a:cubicBezTo>
                    <a:cubicBezTo>
                      <a:pt x="185265" y="669762"/>
                      <a:pt x="-70389" y="507159"/>
                      <a:pt x="18516" y="0"/>
                    </a:cubicBezTo>
                    <a:close/>
                  </a:path>
                </a:pathLst>
              </a:cu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65E9E470-0FB8-4ACC-20AC-DC14ED674397}"/>
                  </a:ext>
                </a:extLst>
              </p:cNvPr>
              <p:cNvSpPr/>
              <p:nvPr/>
            </p:nvSpPr>
            <p:spPr>
              <a:xfrm>
                <a:off x="1948070" y="2597426"/>
                <a:ext cx="1775791" cy="3008244"/>
              </a:xfrm>
              <a:custGeom>
                <a:avLst/>
                <a:gdLst>
                  <a:gd name="connsiteX0" fmla="*/ 0 w 1775791"/>
                  <a:gd name="connsiteY0" fmla="*/ 0 h 3008244"/>
                  <a:gd name="connsiteX1" fmla="*/ 1775791 w 1775791"/>
                  <a:gd name="connsiteY1" fmla="*/ 3008244 h 3008244"/>
                  <a:gd name="connsiteX2" fmla="*/ 1775791 w 1775791"/>
                  <a:gd name="connsiteY2" fmla="*/ 3008244 h 3008244"/>
                  <a:gd name="connsiteX0" fmla="*/ 0 w 1775791"/>
                  <a:gd name="connsiteY0" fmla="*/ 0 h 3008244"/>
                  <a:gd name="connsiteX1" fmla="*/ 1775791 w 1775791"/>
                  <a:gd name="connsiteY1" fmla="*/ 3008244 h 3008244"/>
                  <a:gd name="connsiteX2" fmla="*/ 1775791 w 1775791"/>
                  <a:gd name="connsiteY2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775791 w 1775791"/>
                  <a:gd name="connsiteY2" fmla="*/ 3008244 h 3008244"/>
                  <a:gd name="connsiteX3" fmla="*/ 1775791 w 1775791"/>
                  <a:gd name="connsiteY3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5791" h="3008244">
                    <a:moveTo>
                      <a:pt x="0" y="0"/>
                    </a:moveTo>
                    <a:cubicBezTo>
                      <a:pt x="322470" y="238539"/>
                      <a:pt x="326887" y="742122"/>
                      <a:pt x="556591" y="1139687"/>
                    </a:cubicBezTo>
                    <a:cubicBezTo>
                      <a:pt x="737704" y="1417983"/>
                      <a:pt x="1038087" y="1590261"/>
                      <a:pt x="1219200" y="1921565"/>
                    </a:cubicBezTo>
                    <a:cubicBezTo>
                      <a:pt x="1338469" y="2548834"/>
                      <a:pt x="1590261" y="2646018"/>
                      <a:pt x="1775791" y="3008244"/>
                    </a:cubicBezTo>
                    <a:lnTo>
                      <a:pt x="1775791" y="3008244"/>
                    </a:lnTo>
                  </a:path>
                </a:pathLst>
              </a:cu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6B3F115-683D-E915-7E86-37CDDB9DEF3C}"/>
                </a:ext>
              </a:extLst>
            </p:cNvPr>
            <p:cNvGrpSpPr/>
            <p:nvPr/>
          </p:nvGrpSpPr>
          <p:grpSpPr>
            <a:xfrm rot="3175264">
              <a:off x="6675387" y="2596254"/>
              <a:ext cx="1836855" cy="3068266"/>
              <a:chOff x="1931223" y="2586696"/>
              <a:chExt cx="1836855" cy="3068266"/>
            </a:xfrm>
            <a:grpFill/>
          </p:grpSpPr>
          <p:sp>
            <p:nvSpPr>
              <p:cNvPr id="54" name="Rectangle 32">
                <a:extLst>
                  <a:ext uri="{FF2B5EF4-FFF2-40B4-BE49-F238E27FC236}">
                    <a16:creationId xmlns:a16="http://schemas.microsoft.com/office/drawing/2014/main" id="{96A94EC7-8E4C-E24F-5F74-428656621ECE}"/>
                  </a:ext>
                </a:extLst>
              </p:cNvPr>
              <p:cNvSpPr/>
              <p:nvPr/>
            </p:nvSpPr>
            <p:spPr>
              <a:xfrm>
                <a:off x="1931223" y="2586696"/>
                <a:ext cx="1836855" cy="3068266"/>
              </a:xfrm>
              <a:custGeom>
                <a:avLst/>
                <a:gdLst>
                  <a:gd name="connsiteX0" fmla="*/ 0 w 1000205"/>
                  <a:gd name="connsiteY0" fmla="*/ 0 h 2047849"/>
                  <a:gd name="connsiteX1" fmla="*/ 1000205 w 1000205"/>
                  <a:gd name="connsiteY1" fmla="*/ 0 h 2047849"/>
                  <a:gd name="connsiteX2" fmla="*/ 1000205 w 1000205"/>
                  <a:gd name="connsiteY2" fmla="*/ 2047849 h 2047849"/>
                  <a:gd name="connsiteX3" fmla="*/ 0 w 1000205"/>
                  <a:gd name="connsiteY3" fmla="*/ 2047849 h 2047849"/>
                  <a:gd name="connsiteX4" fmla="*/ 0 w 1000205"/>
                  <a:gd name="connsiteY4" fmla="*/ 0 h 2047849"/>
                  <a:gd name="connsiteX0" fmla="*/ 0 w 1477283"/>
                  <a:gd name="connsiteY0" fmla="*/ 0 h 3041762"/>
                  <a:gd name="connsiteX1" fmla="*/ 1477283 w 1477283"/>
                  <a:gd name="connsiteY1" fmla="*/ 993913 h 3041762"/>
                  <a:gd name="connsiteX2" fmla="*/ 1477283 w 1477283"/>
                  <a:gd name="connsiteY2" fmla="*/ 3041762 h 3041762"/>
                  <a:gd name="connsiteX3" fmla="*/ 477078 w 1477283"/>
                  <a:gd name="connsiteY3" fmla="*/ 3041762 h 3041762"/>
                  <a:gd name="connsiteX4" fmla="*/ 0 w 1477283"/>
                  <a:gd name="connsiteY4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477283 w 1477283"/>
                  <a:gd name="connsiteY2" fmla="*/ 993913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0 w 1477283"/>
                  <a:gd name="connsiteY5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477283 w 1477283"/>
                  <a:gd name="connsiteY2" fmla="*/ 993913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250123 w 1477283"/>
                  <a:gd name="connsiteY5" fmla="*/ 1004643 h 3041762"/>
                  <a:gd name="connsiteX6" fmla="*/ 0 w 1477283"/>
                  <a:gd name="connsiteY6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172483 w 1477283"/>
                  <a:gd name="connsiteY2" fmla="*/ 1431235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250123 w 1477283"/>
                  <a:gd name="connsiteY5" fmla="*/ 1004643 h 3041762"/>
                  <a:gd name="connsiteX6" fmla="*/ 0 w 1477283"/>
                  <a:gd name="connsiteY6" fmla="*/ 0 h 3041762"/>
                  <a:gd name="connsiteX0" fmla="*/ 0 w 1615097"/>
                  <a:gd name="connsiteY0" fmla="*/ 0 h 3041762"/>
                  <a:gd name="connsiteX1" fmla="*/ 581427 w 1615097"/>
                  <a:gd name="connsiteY1" fmla="*/ 646834 h 3041762"/>
                  <a:gd name="connsiteX2" fmla="*/ 1172483 w 1615097"/>
                  <a:gd name="connsiteY2" fmla="*/ 1431235 h 3041762"/>
                  <a:gd name="connsiteX3" fmla="*/ 1615097 w 1615097"/>
                  <a:gd name="connsiteY3" fmla="*/ 2223843 h 3041762"/>
                  <a:gd name="connsiteX4" fmla="*/ 1477283 w 1615097"/>
                  <a:gd name="connsiteY4" fmla="*/ 3041762 h 3041762"/>
                  <a:gd name="connsiteX5" fmla="*/ 477078 w 1615097"/>
                  <a:gd name="connsiteY5" fmla="*/ 3041762 h 3041762"/>
                  <a:gd name="connsiteX6" fmla="*/ 250123 w 1615097"/>
                  <a:gd name="connsiteY6" fmla="*/ 1004643 h 3041762"/>
                  <a:gd name="connsiteX7" fmla="*/ 0 w 1615097"/>
                  <a:gd name="connsiteY7" fmla="*/ 0 h 3041762"/>
                  <a:gd name="connsiteX0" fmla="*/ 0 w 1888100"/>
                  <a:gd name="connsiteY0" fmla="*/ 0 h 3041762"/>
                  <a:gd name="connsiteX1" fmla="*/ 581427 w 1888100"/>
                  <a:gd name="connsiteY1" fmla="*/ 646834 h 3041762"/>
                  <a:gd name="connsiteX2" fmla="*/ 1172483 w 1888100"/>
                  <a:gd name="connsiteY2" fmla="*/ 1431235 h 3041762"/>
                  <a:gd name="connsiteX3" fmla="*/ 1615097 w 1888100"/>
                  <a:gd name="connsiteY3" fmla="*/ 2223843 h 3041762"/>
                  <a:gd name="connsiteX4" fmla="*/ 1888100 w 1888100"/>
                  <a:gd name="connsiteY4" fmla="*/ 3002006 h 3041762"/>
                  <a:gd name="connsiteX5" fmla="*/ 477078 w 1888100"/>
                  <a:gd name="connsiteY5" fmla="*/ 3041762 h 3041762"/>
                  <a:gd name="connsiteX6" fmla="*/ 250123 w 1888100"/>
                  <a:gd name="connsiteY6" fmla="*/ 1004643 h 3041762"/>
                  <a:gd name="connsiteX7" fmla="*/ 0 w 1888100"/>
                  <a:gd name="connsiteY7" fmla="*/ 0 h 3041762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250123 w 1888100"/>
                  <a:gd name="connsiteY6" fmla="*/ 1004643 h 3068266"/>
                  <a:gd name="connsiteX7" fmla="*/ 0 w 1888100"/>
                  <a:gd name="connsiteY7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250123 w 1888100"/>
                  <a:gd name="connsiteY7" fmla="*/ 1004643 h 3068266"/>
                  <a:gd name="connsiteX8" fmla="*/ 0 w 1888100"/>
                  <a:gd name="connsiteY8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787346"/>
                  <a:gd name="connsiteY0" fmla="*/ 0 h 3068266"/>
                  <a:gd name="connsiteX1" fmla="*/ 599943 w 1787346"/>
                  <a:gd name="connsiteY1" fmla="*/ 646834 h 3068266"/>
                  <a:gd name="connsiteX2" fmla="*/ 1190999 w 1787346"/>
                  <a:gd name="connsiteY2" fmla="*/ 1431235 h 3068266"/>
                  <a:gd name="connsiteX3" fmla="*/ 1633613 w 1787346"/>
                  <a:gd name="connsiteY3" fmla="*/ 2223843 h 3068266"/>
                  <a:gd name="connsiteX4" fmla="*/ 1787346 w 1787346"/>
                  <a:gd name="connsiteY4" fmla="*/ 3028510 h 3068266"/>
                  <a:gd name="connsiteX5" fmla="*/ 1622029 w 1787346"/>
                  <a:gd name="connsiteY5" fmla="*/ 3068266 h 3068266"/>
                  <a:gd name="connsiteX6" fmla="*/ 1130029 w 1787346"/>
                  <a:gd name="connsiteY6" fmla="*/ 2661165 h 3068266"/>
                  <a:gd name="connsiteX7" fmla="*/ 811977 w 1787346"/>
                  <a:gd name="connsiteY7" fmla="*/ 1919043 h 3068266"/>
                  <a:gd name="connsiteX8" fmla="*/ 268639 w 1787346"/>
                  <a:gd name="connsiteY8" fmla="*/ 1004643 h 3068266"/>
                  <a:gd name="connsiteX9" fmla="*/ 18516 w 1787346"/>
                  <a:gd name="connsiteY9" fmla="*/ 0 h 3068266"/>
                  <a:gd name="connsiteX0" fmla="*/ 18516 w 1836855"/>
                  <a:gd name="connsiteY0" fmla="*/ 0 h 3068266"/>
                  <a:gd name="connsiteX1" fmla="*/ 599943 w 1836855"/>
                  <a:gd name="connsiteY1" fmla="*/ 646834 h 3068266"/>
                  <a:gd name="connsiteX2" fmla="*/ 1190999 w 1836855"/>
                  <a:gd name="connsiteY2" fmla="*/ 1431235 h 3068266"/>
                  <a:gd name="connsiteX3" fmla="*/ 1633613 w 1836855"/>
                  <a:gd name="connsiteY3" fmla="*/ 2223843 h 3068266"/>
                  <a:gd name="connsiteX4" fmla="*/ 1787346 w 1836855"/>
                  <a:gd name="connsiteY4" fmla="*/ 3028510 h 3068266"/>
                  <a:gd name="connsiteX5" fmla="*/ 1622029 w 1836855"/>
                  <a:gd name="connsiteY5" fmla="*/ 3068266 h 3068266"/>
                  <a:gd name="connsiteX6" fmla="*/ 1130029 w 1836855"/>
                  <a:gd name="connsiteY6" fmla="*/ 2661165 h 3068266"/>
                  <a:gd name="connsiteX7" fmla="*/ 811977 w 1836855"/>
                  <a:gd name="connsiteY7" fmla="*/ 1919043 h 3068266"/>
                  <a:gd name="connsiteX8" fmla="*/ 268639 w 1836855"/>
                  <a:gd name="connsiteY8" fmla="*/ 1004643 h 3068266"/>
                  <a:gd name="connsiteX9" fmla="*/ 18516 w 1836855"/>
                  <a:gd name="connsiteY9" fmla="*/ 0 h 3068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36855" h="3068266">
                    <a:moveTo>
                      <a:pt x="18516" y="0"/>
                    </a:moveTo>
                    <a:cubicBezTo>
                      <a:pt x="486203" y="61003"/>
                      <a:pt x="397300" y="440057"/>
                      <a:pt x="599943" y="646834"/>
                    </a:cubicBezTo>
                    <a:cubicBezTo>
                      <a:pt x="995744" y="881797"/>
                      <a:pt x="1126502" y="1143263"/>
                      <a:pt x="1190999" y="1431235"/>
                    </a:cubicBezTo>
                    <a:cubicBezTo>
                      <a:pt x="1515232" y="1664515"/>
                      <a:pt x="1587675" y="1977310"/>
                      <a:pt x="1633613" y="2223843"/>
                    </a:cubicBezTo>
                    <a:cubicBezTo>
                      <a:pt x="1870388" y="2483231"/>
                      <a:pt x="1868623" y="2848635"/>
                      <a:pt x="1787346" y="3028510"/>
                    </a:cubicBezTo>
                    <a:lnTo>
                      <a:pt x="1622029" y="3068266"/>
                    </a:lnTo>
                    <a:cubicBezTo>
                      <a:pt x="1543398" y="3011459"/>
                      <a:pt x="1209820" y="3097867"/>
                      <a:pt x="1130029" y="2661165"/>
                    </a:cubicBezTo>
                    <a:cubicBezTo>
                      <a:pt x="968516" y="2476254"/>
                      <a:pt x="836273" y="2301147"/>
                      <a:pt x="811977" y="1919043"/>
                    </a:cubicBezTo>
                    <a:cubicBezTo>
                      <a:pt x="628656" y="1656209"/>
                      <a:pt x="400882" y="1463632"/>
                      <a:pt x="268639" y="1004643"/>
                    </a:cubicBezTo>
                    <a:cubicBezTo>
                      <a:pt x="185265" y="669762"/>
                      <a:pt x="-70389" y="507159"/>
                      <a:pt x="18516" y="0"/>
                    </a:cubicBezTo>
                    <a:close/>
                  </a:path>
                </a:pathLst>
              </a:cu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1A3D9FF-2705-E11A-E6BC-72CD1E5A5C5C}"/>
                  </a:ext>
                </a:extLst>
              </p:cNvPr>
              <p:cNvSpPr/>
              <p:nvPr/>
            </p:nvSpPr>
            <p:spPr>
              <a:xfrm>
                <a:off x="1948070" y="2597426"/>
                <a:ext cx="1775791" cy="3008244"/>
              </a:xfrm>
              <a:custGeom>
                <a:avLst/>
                <a:gdLst>
                  <a:gd name="connsiteX0" fmla="*/ 0 w 1775791"/>
                  <a:gd name="connsiteY0" fmla="*/ 0 h 3008244"/>
                  <a:gd name="connsiteX1" fmla="*/ 1775791 w 1775791"/>
                  <a:gd name="connsiteY1" fmla="*/ 3008244 h 3008244"/>
                  <a:gd name="connsiteX2" fmla="*/ 1775791 w 1775791"/>
                  <a:gd name="connsiteY2" fmla="*/ 3008244 h 3008244"/>
                  <a:gd name="connsiteX0" fmla="*/ 0 w 1775791"/>
                  <a:gd name="connsiteY0" fmla="*/ 0 h 3008244"/>
                  <a:gd name="connsiteX1" fmla="*/ 1775791 w 1775791"/>
                  <a:gd name="connsiteY1" fmla="*/ 3008244 h 3008244"/>
                  <a:gd name="connsiteX2" fmla="*/ 1775791 w 1775791"/>
                  <a:gd name="connsiteY2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775791 w 1775791"/>
                  <a:gd name="connsiteY2" fmla="*/ 3008244 h 3008244"/>
                  <a:gd name="connsiteX3" fmla="*/ 1775791 w 1775791"/>
                  <a:gd name="connsiteY3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5791" h="3008244">
                    <a:moveTo>
                      <a:pt x="0" y="0"/>
                    </a:moveTo>
                    <a:cubicBezTo>
                      <a:pt x="322470" y="238539"/>
                      <a:pt x="326887" y="742122"/>
                      <a:pt x="556591" y="1139687"/>
                    </a:cubicBezTo>
                    <a:cubicBezTo>
                      <a:pt x="737704" y="1417983"/>
                      <a:pt x="1038087" y="1590261"/>
                      <a:pt x="1219200" y="1921565"/>
                    </a:cubicBezTo>
                    <a:cubicBezTo>
                      <a:pt x="1338469" y="2548834"/>
                      <a:pt x="1590261" y="2646018"/>
                      <a:pt x="1775791" y="3008244"/>
                    </a:cubicBezTo>
                    <a:lnTo>
                      <a:pt x="1775791" y="3008244"/>
                    </a:lnTo>
                  </a:path>
                </a:pathLst>
              </a:cu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163D64B-2F5B-B023-CB71-F5DE37E8A532}"/>
                </a:ext>
              </a:extLst>
            </p:cNvPr>
            <p:cNvGrpSpPr/>
            <p:nvPr/>
          </p:nvGrpSpPr>
          <p:grpSpPr>
            <a:xfrm>
              <a:off x="1931223" y="11894"/>
              <a:ext cx="5348140" cy="6510668"/>
              <a:chOff x="1931223" y="11894"/>
              <a:chExt cx="5348140" cy="6510668"/>
            </a:xfrm>
            <a:grpFill/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61179943-C49E-ECC9-FF3E-53AB1692C47A}"/>
                  </a:ext>
                </a:extLst>
              </p:cNvPr>
              <p:cNvGrpSpPr/>
              <p:nvPr/>
            </p:nvGrpSpPr>
            <p:grpSpPr>
              <a:xfrm rot="20109069" flipH="1">
                <a:off x="3973696" y="698713"/>
                <a:ext cx="2704793" cy="4518062"/>
                <a:chOff x="1931223" y="2586696"/>
                <a:chExt cx="1836855" cy="3068266"/>
              </a:xfrm>
              <a:grpFill/>
            </p:grpSpPr>
            <p:sp>
              <p:nvSpPr>
                <p:cNvPr id="52" name="Rectangle 32">
                  <a:extLst>
                    <a:ext uri="{FF2B5EF4-FFF2-40B4-BE49-F238E27FC236}">
                      <a16:creationId xmlns:a16="http://schemas.microsoft.com/office/drawing/2014/main" id="{280FCFA3-4039-EB54-CFC9-F9EE5CF0BF8E}"/>
                    </a:ext>
                  </a:extLst>
                </p:cNvPr>
                <p:cNvSpPr/>
                <p:nvPr/>
              </p:nvSpPr>
              <p:spPr>
                <a:xfrm>
                  <a:off x="1931223" y="2586696"/>
                  <a:ext cx="1836855" cy="3068266"/>
                </a:xfrm>
                <a:custGeom>
                  <a:avLst/>
                  <a:gdLst>
                    <a:gd name="connsiteX0" fmla="*/ 0 w 1000205"/>
                    <a:gd name="connsiteY0" fmla="*/ 0 h 2047849"/>
                    <a:gd name="connsiteX1" fmla="*/ 1000205 w 1000205"/>
                    <a:gd name="connsiteY1" fmla="*/ 0 h 2047849"/>
                    <a:gd name="connsiteX2" fmla="*/ 1000205 w 1000205"/>
                    <a:gd name="connsiteY2" fmla="*/ 2047849 h 2047849"/>
                    <a:gd name="connsiteX3" fmla="*/ 0 w 1000205"/>
                    <a:gd name="connsiteY3" fmla="*/ 2047849 h 2047849"/>
                    <a:gd name="connsiteX4" fmla="*/ 0 w 1000205"/>
                    <a:gd name="connsiteY4" fmla="*/ 0 h 2047849"/>
                    <a:gd name="connsiteX0" fmla="*/ 0 w 1477283"/>
                    <a:gd name="connsiteY0" fmla="*/ 0 h 3041762"/>
                    <a:gd name="connsiteX1" fmla="*/ 1477283 w 1477283"/>
                    <a:gd name="connsiteY1" fmla="*/ 993913 h 3041762"/>
                    <a:gd name="connsiteX2" fmla="*/ 1477283 w 1477283"/>
                    <a:gd name="connsiteY2" fmla="*/ 3041762 h 3041762"/>
                    <a:gd name="connsiteX3" fmla="*/ 477078 w 1477283"/>
                    <a:gd name="connsiteY3" fmla="*/ 3041762 h 3041762"/>
                    <a:gd name="connsiteX4" fmla="*/ 0 w 1477283"/>
                    <a:gd name="connsiteY4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0 w 1477283"/>
                    <a:gd name="connsiteY5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172483 w 1477283"/>
                    <a:gd name="connsiteY2" fmla="*/ 1431235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615097"/>
                    <a:gd name="connsiteY0" fmla="*/ 0 h 3041762"/>
                    <a:gd name="connsiteX1" fmla="*/ 581427 w 1615097"/>
                    <a:gd name="connsiteY1" fmla="*/ 646834 h 3041762"/>
                    <a:gd name="connsiteX2" fmla="*/ 1172483 w 1615097"/>
                    <a:gd name="connsiteY2" fmla="*/ 1431235 h 3041762"/>
                    <a:gd name="connsiteX3" fmla="*/ 1615097 w 1615097"/>
                    <a:gd name="connsiteY3" fmla="*/ 2223843 h 3041762"/>
                    <a:gd name="connsiteX4" fmla="*/ 1477283 w 1615097"/>
                    <a:gd name="connsiteY4" fmla="*/ 3041762 h 3041762"/>
                    <a:gd name="connsiteX5" fmla="*/ 477078 w 1615097"/>
                    <a:gd name="connsiteY5" fmla="*/ 3041762 h 3041762"/>
                    <a:gd name="connsiteX6" fmla="*/ 250123 w 1615097"/>
                    <a:gd name="connsiteY6" fmla="*/ 1004643 h 3041762"/>
                    <a:gd name="connsiteX7" fmla="*/ 0 w 1615097"/>
                    <a:gd name="connsiteY7" fmla="*/ 0 h 3041762"/>
                    <a:gd name="connsiteX0" fmla="*/ 0 w 1888100"/>
                    <a:gd name="connsiteY0" fmla="*/ 0 h 3041762"/>
                    <a:gd name="connsiteX1" fmla="*/ 581427 w 1888100"/>
                    <a:gd name="connsiteY1" fmla="*/ 646834 h 3041762"/>
                    <a:gd name="connsiteX2" fmla="*/ 1172483 w 1888100"/>
                    <a:gd name="connsiteY2" fmla="*/ 1431235 h 3041762"/>
                    <a:gd name="connsiteX3" fmla="*/ 1615097 w 1888100"/>
                    <a:gd name="connsiteY3" fmla="*/ 2223843 h 3041762"/>
                    <a:gd name="connsiteX4" fmla="*/ 1888100 w 1888100"/>
                    <a:gd name="connsiteY4" fmla="*/ 3002006 h 3041762"/>
                    <a:gd name="connsiteX5" fmla="*/ 477078 w 1888100"/>
                    <a:gd name="connsiteY5" fmla="*/ 3041762 h 3041762"/>
                    <a:gd name="connsiteX6" fmla="*/ 250123 w 1888100"/>
                    <a:gd name="connsiteY6" fmla="*/ 1004643 h 3041762"/>
                    <a:gd name="connsiteX7" fmla="*/ 0 w 1888100"/>
                    <a:gd name="connsiteY7" fmla="*/ 0 h 3041762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250123 w 1888100"/>
                    <a:gd name="connsiteY6" fmla="*/ 1004643 h 3068266"/>
                    <a:gd name="connsiteX7" fmla="*/ 0 w 1888100"/>
                    <a:gd name="connsiteY7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250123 w 1888100"/>
                    <a:gd name="connsiteY7" fmla="*/ 1004643 h 3068266"/>
                    <a:gd name="connsiteX8" fmla="*/ 0 w 1888100"/>
                    <a:gd name="connsiteY8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787346"/>
                    <a:gd name="connsiteY0" fmla="*/ 0 h 3068266"/>
                    <a:gd name="connsiteX1" fmla="*/ 599943 w 1787346"/>
                    <a:gd name="connsiteY1" fmla="*/ 646834 h 3068266"/>
                    <a:gd name="connsiteX2" fmla="*/ 1190999 w 1787346"/>
                    <a:gd name="connsiteY2" fmla="*/ 1431235 h 3068266"/>
                    <a:gd name="connsiteX3" fmla="*/ 1633613 w 1787346"/>
                    <a:gd name="connsiteY3" fmla="*/ 2223843 h 3068266"/>
                    <a:gd name="connsiteX4" fmla="*/ 1787346 w 1787346"/>
                    <a:gd name="connsiteY4" fmla="*/ 3028510 h 3068266"/>
                    <a:gd name="connsiteX5" fmla="*/ 1622029 w 1787346"/>
                    <a:gd name="connsiteY5" fmla="*/ 3068266 h 3068266"/>
                    <a:gd name="connsiteX6" fmla="*/ 1130029 w 1787346"/>
                    <a:gd name="connsiteY6" fmla="*/ 2661165 h 3068266"/>
                    <a:gd name="connsiteX7" fmla="*/ 811977 w 1787346"/>
                    <a:gd name="connsiteY7" fmla="*/ 1919043 h 3068266"/>
                    <a:gd name="connsiteX8" fmla="*/ 268639 w 1787346"/>
                    <a:gd name="connsiteY8" fmla="*/ 1004643 h 3068266"/>
                    <a:gd name="connsiteX9" fmla="*/ 18516 w 1787346"/>
                    <a:gd name="connsiteY9" fmla="*/ 0 h 3068266"/>
                    <a:gd name="connsiteX0" fmla="*/ 18516 w 1836855"/>
                    <a:gd name="connsiteY0" fmla="*/ 0 h 3068266"/>
                    <a:gd name="connsiteX1" fmla="*/ 599943 w 1836855"/>
                    <a:gd name="connsiteY1" fmla="*/ 646834 h 3068266"/>
                    <a:gd name="connsiteX2" fmla="*/ 1190999 w 1836855"/>
                    <a:gd name="connsiteY2" fmla="*/ 1431235 h 3068266"/>
                    <a:gd name="connsiteX3" fmla="*/ 1633613 w 1836855"/>
                    <a:gd name="connsiteY3" fmla="*/ 2223843 h 3068266"/>
                    <a:gd name="connsiteX4" fmla="*/ 1787346 w 1836855"/>
                    <a:gd name="connsiteY4" fmla="*/ 3028510 h 3068266"/>
                    <a:gd name="connsiteX5" fmla="*/ 1622029 w 1836855"/>
                    <a:gd name="connsiteY5" fmla="*/ 3068266 h 3068266"/>
                    <a:gd name="connsiteX6" fmla="*/ 1130029 w 1836855"/>
                    <a:gd name="connsiteY6" fmla="*/ 2661165 h 3068266"/>
                    <a:gd name="connsiteX7" fmla="*/ 811977 w 1836855"/>
                    <a:gd name="connsiteY7" fmla="*/ 1919043 h 3068266"/>
                    <a:gd name="connsiteX8" fmla="*/ 268639 w 1836855"/>
                    <a:gd name="connsiteY8" fmla="*/ 1004643 h 3068266"/>
                    <a:gd name="connsiteX9" fmla="*/ 18516 w 1836855"/>
                    <a:gd name="connsiteY9" fmla="*/ 0 h 3068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36855" h="3068266">
                      <a:moveTo>
                        <a:pt x="18516" y="0"/>
                      </a:moveTo>
                      <a:cubicBezTo>
                        <a:pt x="486203" y="61003"/>
                        <a:pt x="397300" y="440057"/>
                        <a:pt x="599943" y="646834"/>
                      </a:cubicBezTo>
                      <a:cubicBezTo>
                        <a:pt x="995744" y="881797"/>
                        <a:pt x="1126502" y="1143263"/>
                        <a:pt x="1190999" y="1431235"/>
                      </a:cubicBezTo>
                      <a:cubicBezTo>
                        <a:pt x="1515232" y="1664515"/>
                        <a:pt x="1587675" y="1977310"/>
                        <a:pt x="1633613" y="2223843"/>
                      </a:cubicBezTo>
                      <a:cubicBezTo>
                        <a:pt x="1870388" y="2483231"/>
                        <a:pt x="1868623" y="2848635"/>
                        <a:pt x="1787346" y="3028510"/>
                      </a:cubicBezTo>
                      <a:lnTo>
                        <a:pt x="1622029" y="3068266"/>
                      </a:lnTo>
                      <a:cubicBezTo>
                        <a:pt x="1543398" y="3011459"/>
                        <a:pt x="1209820" y="3097867"/>
                        <a:pt x="1130029" y="2661165"/>
                      </a:cubicBezTo>
                      <a:cubicBezTo>
                        <a:pt x="968516" y="2476254"/>
                        <a:pt x="836273" y="2301147"/>
                        <a:pt x="811977" y="1919043"/>
                      </a:cubicBezTo>
                      <a:cubicBezTo>
                        <a:pt x="628656" y="1656209"/>
                        <a:pt x="400882" y="1463632"/>
                        <a:pt x="268639" y="1004643"/>
                      </a:cubicBezTo>
                      <a:cubicBezTo>
                        <a:pt x="185265" y="669762"/>
                        <a:pt x="-70389" y="507159"/>
                        <a:pt x="18516" y="0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4AD59F5D-51F0-6B47-0D87-1F72E03874B3}"/>
                    </a:ext>
                  </a:extLst>
                </p:cNvPr>
                <p:cNvSpPr/>
                <p:nvPr/>
              </p:nvSpPr>
              <p:spPr>
                <a:xfrm>
                  <a:off x="1948070" y="2597426"/>
                  <a:ext cx="1775791" cy="3008244"/>
                </a:xfrm>
                <a:custGeom>
                  <a:avLst/>
                  <a:gdLst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775791 w 1775791"/>
                    <a:gd name="connsiteY2" fmla="*/ 3008244 h 3008244"/>
                    <a:gd name="connsiteX3" fmla="*/ 1775791 w 1775791"/>
                    <a:gd name="connsiteY3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5791" h="3008244">
                      <a:moveTo>
                        <a:pt x="0" y="0"/>
                      </a:moveTo>
                      <a:cubicBezTo>
                        <a:pt x="322470" y="238539"/>
                        <a:pt x="326887" y="742122"/>
                        <a:pt x="556591" y="1139687"/>
                      </a:cubicBezTo>
                      <a:cubicBezTo>
                        <a:pt x="737704" y="1417983"/>
                        <a:pt x="1038087" y="1590261"/>
                        <a:pt x="1219200" y="1921565"/>
                      </a:cubicBezTo>
                      <a:cubicBezTo>
                        <a:pt x="1338469" y="2548834"/>
                        <a:pt x="1590261" y="2646018"/>
                        <a:pt x="1775791" y="3008244"/>
                      </a:cubicBezTo>
                      <a:lnTo>
                        <a:pt x="1775791" y="3008244"/>
                      </a:lnTo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C59D7EA-1FCB-AE54-16AE-0FA713C8EC04}"/>
                  </a:ext>
                </a:extLst>
              </p:cNvPr>
              <p:cNvGrpSpPr/>
              <p:nvPr/>
            </p:nvGrpSpPr>
            <p:grpSpPr>
              <a:xfrm>
                <a:off x="1931223" y="2586696"/>
                <a:ext cx="1836855" cy="3068266"/>
                <a:chOff x="1931223" y="2586696"/>
                <a:chExt cx="1836855" cy="3068266"/>
              </a:xfrm>
              <a:grpFill/>
            </p:grpSpPr>
            <p:sp>
              <p:nvSpPr>
                <p:cNvPr id="50" name="Rectangle 32">
                  <a:extLst>
                    <a:ext uri="{FF2B5EF4-FFF2-40B4-BE49-F238E27FC236}">
                      <a16:creationId xmlns:a16="http://schemas.microsoft.com/office/drawing/2014/main" id="{162FE22E-4CC2-35F9-6A77-E9A0269A4FDC}"/>
                    </a:ext>
                  </a:extLst>
                </p:cNvPr>
                <p:cNvSpPr/>
                <p:nvPr/>
              </p:nvSpPr>
              <p:spPr>
                <a:xfrm>
                  <a:off x="1931223" y="2586696"/>
                  <a:ext cx="1836855" cy="3068266"/>
                </a:xfrm>
                <a:custGeom>
                  <a:avLst/>
                  <a:gdLst>
                    <a:gd name="connsiteX0" fmla="*/ 0 w 1000205"/>
                    <a:gd name="connsiteY0" fmla="*/ 0 h 2047849"/>
                    <a:gd name="connsiteX1" fmla="*/ 1000205 w 1000205"/>
                    <a:gd name="connsiteY1" fmla="*/ 0 h 2047849"/>
                    <a:gd name="connsiteX2" fmla="*/ 1000205 w 1000205"/>
                    <a:gd name="connsiteY2" fmla="*/ 2047849 h 2047849"/>
                    <a:gd name="connsiteX3" fmla="*/ 0 w 1000205"/>
                    <a:gd name="connsiteY3" fmla="*/ 2047849 h 2047849"/>
                    <a:gd name="connsiteX4" fmla="*/ 0 w 1000205"/>
                    <a:gd name="connsiteY4" fmla="*/ 0 h 2047849"/>
                    <a:gd name="connsiteX0" fmla="*/ 0 w 1477283"/>
                    <a:gd name="connsiteY0" fmla="*/ 0 h 3041762"/>
                    <a:gd name="connsiteX1" fmla="*/ 1477283 w 1477283"/>
                    <a:gd name="connsiteY1" fmla="*/ 993913 h 3041762"/>
                    <a:gd name="connsiteX2" fmla="*/ 1477283 w 1477283"/>
                    <a:gd name="connsiteY2" fmla="*/ 3041762 h 3041762"/>
                    <a:gd name="connsiteX3" fmla="*/ 477078 w 1477283"/>
                    <a:gd name="connsiteY3" fmla="*/ 3041762 h 3041762"/>
                    <a:gd name="connsiteX4" fmla="*/ 0 w 1477283"/>
                    <a:gd name="connsiteY4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0 w 1477283"/>
                    <a:gd name="connsiteY5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172483 w 1477283"/>
                    <a:gd name="connsiteY2" fmla="*/ 1431235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615097"/>
                    <a:gd name="connsiteY0" fmla="*/ 0 h 3041762"/>
                    <a:gd name="connsiteX1" fmla="*/ 581427 w 1615097"/>
                    <a:gd name="connsiteY1" fmla="*/ 646834 h 3041762"/>
                    <a:gd name="connsiteX2" fmla="*/ 1172483 w 1615097"/>
                    <a:gd name="connsiteY2" fmla="*/ 1431235 h 3041762"/>
                    <a:gd name="connsiteX3" fmla="*/ 1615097 w 1615097"/>
                    <a:gd name="connsiteY3" fmla="*/ 2223843 h 3041762"/>
                    <a:gd name="connsiteX4" fmla="*/ 1477283 w 1615097"/>
                    <a:gd name="connsiteY4" fmla="*/ 3041762 h 3041762"/>
                    <a:gd name="connsiteX5" fmla="*/ 477078 w 1615097"/>
                    <a:gd name="connsiteY5" fmla="*/ 3041762 h 3041762"/>
                    <a:gd name="connsiteX6" fmla="*/ 250123 w 1615097"/>
                    <a:gd name="connsiteY6" fmla="*/ 1004643 h 3041762"/>
                    <a:gd name="connsiteX7" fmla="*/ 0 w 1615097"/>
                    <a:gd name="connsiteY7" fmla="*/ 0 h 3041762"/>
                    <a:gd name="connsiteX0" fmla="*/ 0 w 1888100"/>
                    <a:gd name="connsiteY0" fmla="*/ 0 h 3041762"/>
                    <a:gd name="connsiteX1" fmla="*/ 581427 w 1888100"/>
                    <a:gd name="connsiteY1" fmla="*/ 646834 h 3041762"/>
                    <a:gd name="connsiteX2" fmla="*/ 1172483 w 1888100"/>
                    <a:gd name="connsiteY2" fmla="*/ 1431235 h 3041762"/>
                    <a:gd name="connsiteX3" fmla="*/ 1615097 w 1888100"/>
                    <a:gd name="connsiteY3" fmla="*/ 2223843 h 3041762"/>
                    <a:gd name="connsiteX4" fmla="*/ 1888100 w 1888100"/>
                    <a:gd name="connsiteY4" fmla="*/ 3002006 h 3041762"/>
                    <a:gd name="connsiteX5" fmla="*/ 477078 w 1888100"/>
                    <a:gd name="connsiteY5" fmla="*/ 3041762 h 3041762"/>
                    <a:gd name="connsiteX6" fmla="*/ 250123 w 1888100"/>
                    <a:gd name="connsiteY6" fmla="*/ 1004643 h 3041762"/>
                    <a:gd name="connsiteX7" fmla="*/ 0 w 1888100"/>
                    <a:gd name="connsiteY7" fmla="*/ 0 h 3041762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250123 w 1888100"/>
                    <a:gd name="connsiteY6" fmla="*/ 1004643 h 3068266"/>
                    <a:gd name="connsiteX7" fmla="*/ 0 w 1888100"/>
                    <a:gd name="connsiteY7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250123 w 1888100"/>
                    <a:gd name="connsiteY7" fmla="*/ 1004643 h 3068266"/>
                    <a:gd name="connsiteX8" fmla="*/ 0 w 1888100"/>
                    <a:gd name="connsiteY8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787346"/>
                    <a:gd name="connsiteY0" fmla="*/ 0 h 3068266"/>
                    <a:gd name="connsiteX1" fmla="*/ 599943 w 1787346"/>
                    <a:gd name="connsiteY1" fmla="*/ 646834 h 3068266"/>
                    <a:gd name="connsiteX2" fmla="*/ 1190999 w 1787346"/>
                    <a:gd name="connsiteY2" fmla="*/ 1431235 h 3068266"/>
                    <a:gd name="connsiteX3" fmla="*/ 1633613 w 1787346"/>
                    <a:gd name="connsiteY3" fmla="*/ 2223843 h 3068266"/>
                    <a:gd name="connsiteX4" fmla="*/ 1787346 w 1787346"/>
                    <a:gd name="connsiteY4" fmla="*/ 3028510 h 3068266"/>
                    <a:gd name="connsiteX5" fmla="*/ 1622029 w 1787346"/>
                    <a:gd name="connsiteY5" fmla="*/ 3068266 h 3068266"/>
                    <a:gd name="connsiteX6" fmla="*/ 1130029 w 1787346"/>
                    <a:gd name="connsiteY6" fmla="*/ 2661165 h 3068266"/>
                    <a:gd name="connsiteX7" fmla="*/ 811977 w 1787346"/>
                    <a:gd name="connsiteY7" fmla="*/ 1919043 h 3068266"/>
                    <a:gd name="connsiteX8" fmla="*/ 268639 w 1787346"/>
                    <a:gd name="connsiteY8" fmla="*/ 1004643 h 3068266"/>
                    <a:gd name="connsiteX9" fmla="*/ 18516 w 1787346"/>
                    <a:gd name="connsiteY9" fmla="*/ 0 h 3068266"/>
                    <a:gd name="connsiteX0" fmla="*/ 18516 w 1836855"/>
                    <a:gd name="connsiteY0" fmla="*/ 0 h 3068266"/>
                    <a:gd name="connsiteX1" fmla="*/ 599943 w 1836855"/>
                    <a:gd name="connsiteY1" fmla="*/ 646834 h 3068266"/>
                    <a:gd name="connsiteX2" fmla="*/ 1190999 w 1836855"/>
                    <a:gd name="connsiteY2" fmla="*/ 1431235 h 3068266"/>
                    <a:gd name="connsiteX3" fmla="*/ 1633613 w 1836855"/>
                    <a:gd name="connsiteY3" fmla="*/ 2223843 h 3068266"/>
                    <a:gd name="connsiteX4" fmla="*/ 1787346 w 1836855"/>
                    <a:gd name="connsiteY4" fmla="*/ 3028510 h 3068266"/>
                    <a:gd name="connsiteX5" fmla="*/ 1622029 w 1836855"/>
                    <a:gd name="connsiteY5" fmla="*/ 3068266 h 3068266"/>
                    <a:gd name="connsiteX6" fmla="*/ 1130029 w 1836855"/>
                    <a:gd name="connsiteY6" fmla="*/ 2661165 h 3068266"/>
                    <a:gd name="connsiteX7" fmla="*/ 811977 w 1836855"/>
                    <a:gd name="connsiteY7" fmla="*/ 1919043 h 3068266"/>
                    <a:gd name="connsiteX8" fmla="*/ 268639 w 1836855"/>
                    <a:gd name="connsiteY8" fmla="*/ 1004643 h 3068266"/>
                    <a:gd name="connsiteX9" fmla="*/ 18516 w 1836855"/>
                    <a:gd name="connsiteY9" fmla="*/ 0 h 3068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36855" h="3068266">
                      <a:moveTo>
                        <a:pt x="18516" y="0"/>
                      </a:moveTo>
                      <a:cubicBezTo>
                        <a:pt x="486203" y="61003"/>
                        <a:pt x="397300" y="440057"/>
                        <a:pt x="599943" y="646834"/>
                      </a:cubicBezTo>
                      <a:cubicBezTo>
                        <a:pt x="995744" y="881797"/>
                        <a:pt x="1126502" y="1143263"/>
                        <a:pt x="1190999" y="1431235"/>
                      </a:cubicBezTo>
                      <a:cubicBezTo>
                        <a:pt x="1515232" y="1664515"/>
                        <a:pt x="1587675" y="1977310"/>
                        <a:pt x="1633613" y="2223843"/>
                      </a:cubicBezTo>
                      <a:cubicBezTo>
                        <a:pt x="1870388" y="2483231"/>
                        <a:pt x="1868623" y="2848635"/>
                        <a:pt x="1787346" y="3028510"/>
                      </a:cubicBezTo>
                      <a:lnTo>
                        <a:pt x="1622029" y="3068266"/>
                      </a:lnTo>
                      <a:cubicBezTo>
                        <a:pt x="1543398" y="3011459"/>
                        <a:pt x="1209820" y="3097867"/>
                        <a:pt x="1130029" y="2661165"/>
                      </a:cubicBezTo>
                      <a:cubicBezTo>
                        <a:pt x="968516" y="2476254"/>
                        <a:pt x="836273" y="2301147"/>
                        <a:pt x="811977" y="1919043"/>
                      </a:cubicBezTo>
                      <a:cubicBezTo>
                        <a:pt x="628656" y="1656209"/>
                        <a:pt x="400882" y="1463632"/>
                        <a:pt x="268639" y="1004643"/>
                      </a:cubicBezTo>
                      <a:cubicBezTo>
                        <a:pt x="185265" y="669762"/>
                        <a:pt x="-70389" y="507159"/>
                        <a:pt x="18516" y="0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B9AAF3C3-72A9-F16B-6217-C2EF3808B4D4}"/>
                    </a:ext>
                  </a:extLst>
                </p:cNvPr>
                <p:cNvSpPr/>
                <p:nvPr/>
              </p:nvSpPr>
              <p:spPr>
                <a:xfrm>
                  <a:off x="1948070" y="2597426"/>
                  <a:ext cx="1775791" cy="3008244"/>
                </a:xfrm>
                <a:custGeom>
                  <a:avLst/>
                  <a:gdLst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775791 w 1775791"/>
                    <a:gd name="connsiteY2" fmla="*/ 3008244 h 3008244"/>
                    <a:gd name="connsiteX3" fmla="*/ 1775791 w 1775791"/>
                    <a:gd name="connsiteY3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5791" h="3008244">
                      <a:moveTo>
                        <a:pt x="0" y="0"/>
                      </a:moveTo>
                      <a:cubicBezTo>
                        <a:pt x="322470" y="238539"/>
                        <a:pt x="326887" y="742122"/>
                        <a:pt x="556591" y="1139687"/>
                      </a:cubicBezTo>
                      <a:cubicBezTo>
                        <a:pt x="737704" y="1417983"/>
                        <a:pt x="1038087" y="1590261"/>
                        <a:pt x="1219200" y="1921565"/>
                      </a:cubicBezTo>
                      <a:cubicBezTo>
                        <a:pt x="1338469" y="2548834"/>
                        <a:pt x="1590261" y="2646018"/>
                        <a:pt x="1775791" y="3008244"/>
                      </a:cubicBezTo>
                      <a:lnTo>
                        <a:pt x="1775791" y="3008244"/>
                      </a:lnTo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9ADE636-85F2-799D-C649-FDE95BB43244}"/>
                  </a:ext>
                </a:extLst>
              </p:cNvPr>
              <p:cNvGrpSpPr/>
              <p:nvPr/>
            </p:nvGrpSpPr>
            <p:grpSpPr>
              <a:xfrm rot="19505537" flipH="1">
                <a:off x="2703370" y="1977364"/>
                <a:ext cx="2052732" cy="3428865"/>
                <a:chOff x="1931223" y="2586696"/>
                <a:chExt cx="1836855" cy="3068266"/>
              </a:xfrm>
              <a:grpFill/>
            </p:grpSpPr>
            <p:sp>
              <p:nvSpPr>
                <p:cNvPr id="48" name="Rectangle 32">
                  <a:extLst>
                    <a:ext uri="{FF2B5EF4-FFF2-40B4-BE49-F238E27FC236}">
                      <a16:creationId xmlns:a16="http://schemas.microsoft.com/office/drawing/2014/main" id="{C0180558-3713-5A39-7D35-4C7875B11357}"/>
                    </a:ext>
                  </a:extLst>
                </p:cNvPr>
                <p:cNvSpPr/>
                <p:nvPr/>
              </p:nvSpPr>
              <p:spPr>
                <a:xfrm>
                  <a:off x="1931223" y="2586696"/>
                  <a:ext cx="1836855" cy="3068266"/>
                </a:xfrm>
                <a:custGeom>
                  <a:avLst/>
                  <a:gdLst>
                    <a:gd name="connsiteX0" fmla="*/ 0 w 1000205"/>
                    <a:gd name="connsiteY0" fmla="*/ 0 h 2047849"/>
                    <a:gd name="connsiteX1" fmla="*/ 1000205 w 1000205"/>
                    <a:gd name="connsiteY1" fmla="*/ 0 h 2047849"/>
                    <a:gd name="connsiteX2" fmla="*/ 1000205 w 1000205"/>
                    <a:gd name="connsiteY2" fmla="*/ 2047849 h 2047849"/>
                    <a:gd name="connsiteX3" fmla="*/ 0 w 1000205"/>
                    <a:gd name="connsiteY3" fmla="*/ 2047849 h 2047849"/>
                    <a:gd name="connsiteX4" fmla="*/ 0 w 1000205"/>
                    <a:gd name="connsiteY4" fmla="*/ 0 h 2047849"/>
                    <a:gd name="connsiteX0" fmla="*/ 0 w 1477283"/>
                    <a:gd name="connsiteY0" fmla="*/ 0 h 3041762"/>
                    <a:gd name="connsiteX1" fmla="*/ 1477283 w 1477283"/>
                    <a:gd name="connsiteY1" fmla="*/ 993913 h 3041762"/>
                    <a:gd name="connsiteX2" fmla="*/ 1477283 w 1477283"/>
                    <a:gd name="connsiteY2" fmla="*/ 3041762 h 3041762"/>
                    <a:gd name="connsiteX3" fmla="*/ 477078 w 1477283"/>
                    <a:gd name="connsiteY3" fmla="*/ 3041762 h 3041762"/>
                    <a:gd name="connsiteX4" fmla="*/ 0 w 1477283"/>
                    <a:gd name="connsiteY4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0 w 1477283"/>
                    <a:gd name="connsiteY5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172483 w 1477283"/>
                    <a:gd name="connsiteY2" fmla="*/ 1431235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615097"/>
                    <a:gd name="connsiteY0" fmla="*/ 0 h 3041762"/>
                    <a:gd name="connsiteX1" fmla="*/ 581427 w 1615097"/>
                    <a:gd name="connsiteY1" fmla="*/ 646834 h 3041762"/>
                    <a:gd name="connsiteX2" fmla="*/ 1172483 w 1615097"/>
                    <a:gd name="connsiteY2" fmla="*/ 1431235 h 3041762"/>
                    <a:gd name="connsiteX3" fmla="*/ 1615097 w 1615097"/>
                    <a:gd name="connsiteY3" fmla="*/ 2223843 h 3041762"/>
                    <a:gd name="connsiteX4" fmla="*/ 1477283 w 1615097"/>
                    <a:gd name="connsiteY4" fmla="*/ 3041762 h 3041762"/>
                    <a:gd name="connsiteX5" fmla="*/ 477078 w 1615097"/>
                    <a:gd name="connsiteY5" fmla="*/ 3041762 h 3041762"/>
                    <a:gd name="connsiteX6" fmla="*/ 250123 w 1615097"/>
                    <a:gd name="connsiteY6" fmla="*/ 1004643 h 3041762"/>
                    <a:gd name="connsiteX7" fmla="*/ 0 w 1615097"/>
                    <a:gd name="connsiteY7" fmla="*/ 0 h 3041762"/>
                    <a:gd name="connsiteX0" fmla="*/ 0 w 1888100"/>
                    <a:gd name="connsiteY0" fmla="*/ 0 h 3041762"/>
                    <a:gd name="connsiteX1" fmla="*/ 581427 w 1888100"/>
                    <a:gd name="connsiteY1" fmla="*/ 646834 h 3041762"/>
                    <a:gd name="connsiteX2" fmla="*/ 1172483 w 1888100"/>
                    <a:gd name="connsiteY2" fmla="*/ 1431235 h 3041762"/>
                    <a:gd name="connsiteX3" fmla="*/ 1615097 w 1888100"/>
                    <a:gd name="connsiteY3" fmla="*/ 2223843 h 3041762"/>
                    <a:gd name="connsiteX4" fmla="*/ 1888100 w 1888100"/>
                    <a:gd name="connsiteY4" fmla="*/ 3002006 h 3041762"/>
                    <a:gd name="connsiteX5" fmla="*/ 477078 w 1888100"/>
                    <a:gd name="connsiteY5" fmla="*/ 3041762 h 3041762"/>
                    <a:gd name="connsiteX6" fmla="*/ 250123 w 1888100"/>
                    <a:gd name="connsiteY6" fmla="*/ 1004643 h 3041762"/>
                    <a:gd name="connsiteX7" fmla="*/ 0 w 1888100"/>
                    <a:gd name="connsiteY7" fmla="*/ 0 h 3041762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250123 w 1888100"/>
                    <a:gd name="connsiteY6" fmla="*/ 1004643 h 3068266"/>
                    <a:gd name="connsiteX7" fmla="*/ 0 w 1888100"/>
                    <a:gd name="connsiteY7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250123 w 1888100"/>
                    <a:gd name="connsiteY7" fmla="*/ 1004643 h 3068266"/>
                    <a:gd name="connsiteX8" fmla="*/ 0 w 1888100"/>
                    <a:gd name="connsiteY8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787346"/>
                    <a:gd name="connsiteY0" fmla="*/ 0 h 3068266"/>
                    <a:gd name="connsiteX1" fmla="*/ 599943 w 1787346"/>
                    <a:gd name="connsiteY1" fmla="*/ 646834 h 3068266"/>
                    <a:gd name="connsiteX2" fmla="*/ 1190999 w 1787346"/>
                    <a:gd name="connsiteY2" fmla="*/ 1431235 h 3068266"/>
                    <a:gd name="connsiteX3" fmla="*/ 1633613 w 1787346"/>
                    <a:gd name="connsiteY3" fmla="*/ 2223843 h 3068266"/>
                    <a:gd name="connsiteX4" fmla="*/ 1787346 w 1787346"/>
                    <a:gd name="connsiteY4" fmla="*/ 3028510 h 3068266"/>
                    <a:gd name="connsiteX5" fmla="*/ 1622029 w 1787346"/>
                    <a:gd name="connsiteY5" fmla="*/ 3068266 h 3068266"/>
                    <a:gd name="connsiteX6" fmla="*/ 1130029 w 1787346"/>
                    <a:gd name="connsiteY6" fmla="*/ 2661165 h 3068266"/>
                    <a:gd name="connsiteX7" fmla="*/ 811977 w 1787346"/>
                    <a:gd name="connsiteY7" fmla="*/ 1919043 h 3068266"/>
                    <a:gd name="connsiteX8" fmla="*/ 268639 w 1787346"/>
                    <a:gd name="connsiteY8" fmla="*/ 1004643 h 3068266"/>
                    <a:gd name="connsiteX9" fmla="*/ 18516 w 1787346"/>
                    <a:gd name="connsiteY9" fmla="*/ 0 h 3068266"/>
                    <a:gd name="connsiteX0" fmla="*/ 18516 w 1836855"/>
                    <a:gd name="connsiteY0" fmla="*/ 0 h 3068266"/>
                    <a:gd name="connsiteX1" fmla="*/ 599943 w 1836855"/>
                    <a:gd name="connsiteY1" fmla="*/ 646834 h 3068266"/>
                    <a:gd name="connsiteX2" fmla="*/ 1190999 w 1836855"/>
                    <a:gd name="connsiteY2" fmla="*/ 1431235 h 3068266"/>
                    <a:gd name="connsiteX3" fmla="*/ 1633613 w 1836855"/>
                    <a:gd name="connsiteY3" fmla="*/ 2223843 h 3068266"/>
                    <a:gd name="connsiteX4" fmla="*/ 1787346 w 1836855"/>
                    <a:gd name="connsiteY4" fmla="*/ 3028510 h 3068266"/>
                    <a:gd name="connsiteX5" fmla="*/ 1622029 w 1836855"/>
                    <a:gd name="connsiteY5" fmla="*/ 3068266 h 3068266"/>
                    <a:gd name="connsiteX6" fmla="*/ 1130029 w 1836855"/>
                    <a:gd name="connsiteY6" fmla="*/ 2661165 h 3068266"/>
                    <a:gd name="connsiteX7" fmla="*/ 811977 w 1836855"/>
                    <a:gd name="connsiteY7" fmla="*/ 1919043 h 3068266"/>
                    <a:gd name="connsiteX8" fmla="*/ 268639 w 1836855"/>
                    <a:gd name="connsiteY8" fmla="*/ 1004643 h 3068266"/>
                    <a:gd name="connsiteX9" fmla="*/ 18516 w 1836855"/>
                    <a:gd name="connsiteY9" fmla="*/ 0 h 3068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36855" h="3068266">
                      <a:moveTo>
                        <a:pt x="18516" y="0"/>
                      </a:moveTo>
                      <a:cubicBezTo>
                        <a:pt x="486203" y="61003"/>
                        <a:pt x="397300" y="440057"/>
                        <a:pt x="599943" y="646834"/>
                      </a:cubicBezTo>
                      <a:cubicBezTo>
                        <a:pt x="995744" y="881797"/>
                        <a:pt x="1126502" y="1143263"/>
                        <a:pt x="1190999" y="1431235"/>
                      </a:cubicBezTo>
                      <a:cubicBezTo>
                        <a:pt x="1515232" y="1664515"/>
                        <a:pt x="1587675" y="1977310"/>
                        <a:pt x="1633613" y="2223843"/>
                      </a:cubicBezTo>
                      <a:cubicBezTo>
                        <a:pt x="1870388" y="2483231"/>
                        <a:pt x="1868623" y="2848635"/>
                        <a:pt x="1787346" y="3028510"/>
                      </a:cubicBezTo>
                      <a:lnTo>
                        <a:pt x="1622029" y="3068266"/>
                      </a:lnTo>
                      <a:cubicBezTo>
                        <a:pt x="1543398" y="3011459"/>
                        <a:pt x="1209820" y="3097867"/>
                        <a:pt x="1130029" y="2661165"/>
                      </a:cubicBezTo>
                      <a:cubicBezTo>
                        <a:pt x="968516" y="2476254"/>
                        <a:pt x="836273" y="2301147"/>
                        <a:pt x="811977" y="1919043"/>
                      </a:cubicBezTo>
                      <a:cubicBezTo>
                        <a:pt x="628656" y="1656209"/>
                        <a:pt x="400882" y="1463632"/>
                        <a:pt x="268639" y="1004643"/>
                      </a:cubicBezTo>
                      <a:cubicBezTo>
                        <a:pt x="185265" y="669762"/>
                        <a:pt x="-70389" y="507159"/>
                        <a:pt x="18516" y="0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145A0217-3092-BAD8-7EAE-08E7640E25CC}"/>
                    </a:ext>
                  </a:extLst>
                </p:cNvPr>
                <p:cNvSpPr/>
                <p:nvPr/>
              </p:nvSpPr>
              <p:spPr>
                <a:xfrm>
                  <a:off x="1948070" y="2597426"/>
                  <a:ext cx="1775791" cy="3008244"/>
                </a:xfrm>
                <a:custGeom>
                  <a:avLst/>
                  <a:gdLst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775791 w 1775791"/>
                    <a:gd name="connsiteY2" fmla="*/ 3008244 h 3008244"/>
                    <a:gd name="connsiteX3" fmla="*/ 1775791 w 1775791"/>
                    <a:gd name="connsiteY3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5791" h="3008244">
                      <a:moveTo>
                        <a:pt x="0" y="0"/>
                      </a:moveTo>
                      <a:cubicBezTo>
                        <a:pt x="322470" y="238539"/>
                        <a:pt x="326887" y="742122"/>
                        <a:pt x="556591" y="1139687"/>
                      </a:cubicBezTo>
                      <a:cubicBezTo>
                        <a:pt x="737704" y="1417983"/>
                        <a:pt x="1038087" y="1590261"/>
                        <a:pt x="1219200" y="1921565"/>
                      </a:cubicBezTo>
                      <a:cubicBezTo>
                        <a:pt x="1338469" y="2548834"/>
                        <a:pt x="1590261" y="2646018"/>
                        <a:pt x="1775791" y="3008244"/>
                      </a:cubicBezTo>
                      <a:lnTo>
                        <a:pt x="1775791" y="3008244"/>
                      </a:lnTo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90A85BB5-4451-83EA-5FAC-FA8DAB8FA524}"/>
                  </a:ext>
                </a:extLst>
              </p:cNvPr>
              <p:cNvGrpSpPr/>
              <p:nvPr/>
            </p:nvGrpSpPr>
            <p:grpSpPr>
              <a:xfrm rot="19505537" flipH="1">
                <a:off x="3076591" y="11894"/>
                <a:ext cx="3036702" cy="5072480"/>
                <a:chOff x="1931223" y="2586696"/>
                <a:chExt cx="1836855" cy="3068266"/>
              </a:xfrm>
              <a:grpFill/>
            </p:grpSpPr>
            <p:sp>
              <p:nvSpPr>
                <p:cNvPr id="46" name="Rectangle 32">
                  <a:extLst>
                    <a:ext uri="{FF2B5EF4-FFF2-40B4-BE49-F238E27FC236}">
                      <a16:creationId xmlns:a16="http://schemas.microsoft.com/office/drawing/2014/main" id="{F7ACDC77-1F3F-4955-026D-BB0876377C52}"/>
                    </a:ext>
                  </a:extLst>
                </p:cNvPr>
                <p:cNvSpPr/>
                <p:nvPr/>
              </p:nvSpPr>
              <p:spPr>
                <a:xfrm>
                  <a:off x="1931223" y="2586696"/>
                  <a:ext cx="1836855" cy="3068266"/>
                </a:xfrm>
                <a:custGeom>
                  <a:avLst/>
                  <a:gdLst>
                    <a:gd name="connsiteX0" fmla="*/ 0 w 1000205"/>
                    <a:gd name="connsiteY0" fmla="*/ 0 h 2047849"/>
                    <a:gd name="connsiteX1" fmla="*/ 1000205 w 1000205"/>
                    <a:gd name="connsiteY1" fmla="*/ 0 h 2047849"/>
                    <a:gd name="connsiteX2" fmla="*/ 1000205 w 1000205"/>
                    <a:gd name="connsiteY2" fmla="*/ 2047849 h 2047849"/>
                    <a:gd name="connsiteX3" fmla="*/ 0 w 1000205"/>
                    <a:gd name="connsiteY3" fmla="*/ 2047849 h 2047849"/>
                    <a:gd name="connsiteX4" fmla="*/ 0 w 1000205"/>
                    <a:gd name="connsiteY4" fmla="*/ 0 h 2047849"/>
                    <a:gd name="connsiteX0" fmla="*/ 0 w 1477283"/>
                    <a:gd name="connsiteY0" fmla="*/ 0 h 3041762"/>
                    <a:gd name="connsiteX1" fmla="*/ 1477283 w 1477283"/>
                    <a:gd name="connsiteY1" fmla="*/ 993913 h 3041762"/>
                    <a:gd name="connsiteX2" fmla="*/ 1477283 w 1477283"/>
                    <a:gd name="connsiteY2" fmla="*/ 3041762 h 3041762"/>
                    <a:gd name="connsiteX3" fmla="*/ 477078 w 1477283"/>
                    <a:gd name="connsiteY3" fmla="*/ 3041762 h 3041762"/>
                    <a:gd name="connsiteX4" fmla="*/ 0 w 1477283"/>
                    <a:gd name="connsiteY4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0 w 1477283"/>
                    <a:gd name="connsiteY5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172483 w 1477283"/>
                    <a:gd name="connsiteY2" fmla="*/ 1431235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615097"/>
                    <a:gd name="connsiteY0" fmla="*/ 0 h 3041762"/>
                    <a:gd name="connsiteX1" fmla="*/ 581427 w 1615097"/>
                    <a:gd name="connsiteY1" fmla="*/ 646834 h 3041762"/>
                    <a:gd name="connsiteX2" fmla="*/ 1172483 w 1615097"/>
                    <a:gd name="connsiteY2" fmla="*/ 1431235 h 3041762"/>
                    <a:gd name="connsiteX3" fmla="*/ 1615097 w 1615097"/>
                    <a:gd name="connsiteY3" fmla="*/ 2223843 h 3041762"/>
                    <a:gd name="connsiteX4" fmla="*/ 1477283 w 1615097"/>
                    <a:gd name="connsiteY4" fmla="*/ 3041762 h 3041762"/>
                    <a:gd name="connsiteX5" fmla="*/ 477078 w 1615097"/>
                    <a:gd name="connsiteY5" fmla="*/ 3041762 h 3041762"/>
                    <a:gd name="connsiteX6" fmla="*/ 250123 w 1615097"/>
                    <a:gd name="connsiteY6" fmla="*/ 1004643 h 3041762"/>
                    <a:gd name="connsiteX7" fmla="*/ 0 w 1615097"/>
                    <a:gd name="connsiteY7" fmla="*/ 0 h 3041762"/>
                    <a:gd name="connsiteX0" fmla="*/ 0 w 1888100"/>
                    <a:gd name="connsiteY0" fmla="*/ 0 h 3041762"/>
                    <a:gd name="connsiteX1" fmla="*/ 581427 w 1888100"/>
                    <a:gd name="connsiteY1" fmla="*/ 646834 h 3041762"/>
                    <a:gd name="connsiteX2" fmla="*/ 1172483 w 1888100"/>
                    <a:gd name="connsiteY2" fmla="*/ 1431235 h 3041762"/>
                    <a:gd name="connsiteX3" fmla="*/ 1615097 w 1888100"/>
                    <a:gd name="connsiteY3" fmla="*/ 2223843 h 3041762"/>
                    <a:gd name="connsiteX4" fmla="*/ 1888100 w 1888100"/>
                    <a:gd name="connsiteY4" fmla="*/ 3002006 h 3041762"/>
                    <a:gd name="connsiteX5" fmla="*/ 477078 w 1888100"/>
                    <a:gd name="connsiteY5" fmla="*/ 3041762 h 3041762"/>
                    <a:gd name="connsiteX6" fmla="*/ 250123 w 1888100"/>
                    <a:gd name="connsiteY6" fmla="*/ 1004643 h 3041762"/>
                    <a:gd name="connsiteX7" fmla="*/ 0 w 1888100"/>
                    <a:gd name="connsiteY7" fmla="*/ 0 h 3041762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250123 w 1888100"/>
                    <a:gd name="connsiteY6" fmla="*/ 1004643 h 3068266"/>
                    <a:gd name="connsiteX7" fmla="*/ 0 w 1888100"/>
                    <a:gd name="connsiteY7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250123 w 1888100"/>
                    <a:gd name="connsiteY7" fmla="*/ 1004643 h 3068266"/>
                    <a:gd name="connsiteX8" fmla="*/ 0 w 1888100"/>
                    <a:gd name="connsiteY8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787346"/>
                    <a:gd name="connsiteY0" fmla="*/ 0 h 3068266"/>
                    <a:gd name="connsiteX1" fmla="*/ 599943 w 1787346"/>
                    <a:gd name="connsiteY1" fmla="*/ 646834 h 3068266"/>
                    <a:gd name="connsiteX2" fmla="*/ 1190999 w 1787346"/>
                    <a:gd name="connsiteY2" fmla="*/ 1431235 h 3068266"/>
                    <a:gd name="connsiteX3" fmla="*/ 1633613 w 1787346"/>
                    <a:gd name="connsiteY3" fmla="*/ 2223843 h 3068266"/>
                    <a:gd name="connsiteX4" fmla="*/ 1787346 w 1787346"/>
                    <a:gd name="connsiteY4" fmla="*/ 3028510 h 3068266"/>
                    <a:gd name="connsiteX5" fmla="*/ 1622029 w 1787346"/>
                    <a:gd name="connsiteY5" fmla="*/ 3068266 h 3068266"/>
                    <a:gd name="connsiteX6" fmla="*/ 1130029 w 1787346"/>
                    <a:gd name="connsiteY6" fmla="*/ 2661165 h 3068266"/>
                    <a:gd name="connsiteX7" fmla="*/ 811977 w 1787346"/>
                    <a:gd name="connsiteY7" fmla="*/ 1919043 h 3068266"/>
                    <a:gd name="connsiteX8" fmla="*/ 268639 w 1787346"/>
                    <a:gd name="connsiteY8" fmla="*/ 1004643 h 3068266"/>
                    <a:gd name="connsiteX9" fmla="*/ 18516 w 1787346"/>
                    <a:gd name="connsiteY9" fmla="*/ 0 h 3068266"/>
                    <a:gd name="connsiteX0" fmla="*/ 18516 w 1836855"/>
                    <a:gd name="connsiteY0" fmla="*/ 0 h 3068266"/>
                    <a:gd name="connsiteX1" fmla="*/ 599943 w 1836855"/>
                    <a:gd name="connsiteY1" fmla="*/ 646834 h 3068266"/>
                    <a:gd name="connsiteX2" fmla="*/ 1190999 w 1836855"/>
                    <a:gd name="connsiteY2" fmla="*/ 1431235 h 3068266"/>
                    <a:gd name="connsiteX3" fmla="*/ 1633613 w 1836855"/>
                    <a:gd name="connsiteY3" fmla="*/ 2223843 h 3068266"/>
                    <a:gd name="connsiteX4" fmla="*/ 1787346 w 1836855"/>
                    <a:gd name="connsiteY4" fmla="*/ 3028510 h 3068266"/>
                    <a:gd name="connsiteX5" fmla="*/ 1622029 w 1836855"/>
                    <a:gd name="connsiteY5" fmla="*/ 3068266 h 3068266"/>
                    <a:gd name="connsiteX6" fmla="*/ 1130029 w 1836855"/>
                    <a:gd name="connsiteY6" fmla="*/ 2661165 h 3068266"/>
                    <a:gd name="connsiteX7" fmla="*/ 811977 w 1836855"/>
                    <a:gd name="connsiteY7" fmla="*/ 1919043 h 3068266"/>
                    <a:gd name="connsiteX8" fmla="*/ 268639 w 1836855"/>
                    <a:gd name="connsiteY8" fmla="*/ 1004643 h 3068266"/>
                    <a:gd name="connsiteX9" fmla="*/ 18516 w 1836855"/>
                    <a:gd name="connsiteY9" fmla="*/ 0 h 3068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36855" h="3068266">
                      <a:moveTo>
                        <a:pt x="18516" y="0"/>
                      </a:moveTo>
                      <a:cubicBezTo>
                        <a:pt x="486203" y="61003"/>
                        <a:pt x="397300" y="440057"/>
                        <a:pt x="599943" y="646834"/>
                      </a:cubicBezTo>
                      <a:cubicBezTo>
                        <a:pt x="995744" y="881797"/>
                        <a:pt x="1126502" y="1143263"/>
                        <a:pt x="1190999" y="1431235"/>
                      </a:cubicBezTo>
                      <a:cubicBezTo>
                        <a:pt x="1515232" y="1664515"/>
                        <a:pt x="1587675" y="1977310"/>
                        <a:pt x="1633613" y="2223843"/>
                      </a:cubicBezTo>
                      <a:cubicBezTo>
                        <a:pt x="1870388" y="2483231"/>
                        <a:pt x="1868623" y="2848635"/>
                        <a:pt x="1787346" y="3028510"/>
                      </a:cubicBezTo>
                      <a:lnTo>
                        <a:pt x="1622029" y="3068266"/>
                      </a:lnTo>
                      <a:cubicBezTo>
                        <a:pt x="1543398" y="3011459"/>
                        <a:pt x="1209820" y="3097867"/>
                        <a:pt x="1130029" y="2661165"/>
                      </a:cubicBezTo>
                      <a:cubicBezTo>
                        <a:pt x="968516" y="2476254"/>
                        <a:pt x="836273" y="2301147"/>
                        <a:pt x="811977" y="1919043"/>
                      </a:cubicBezTo>
                      <a:cubicBezTo>
                        <a:pt x="628656" y="1656209"/>
                        <a:pt x="400882" y="1463632"/>
                        <a:pt x="268639" y="1004643"/>
                      </a:cubicBezTo>
                      <a:cubicBezTo>
                        <a:pt x="185265" y="669762"/>
                        <a:pt x="-70389" y="507159"/>
                        <a:pt x="18516" y="0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ABC843C3-E11C-2988-82ED-30B61FEAE746}"/>
                    </a:ext>
                  </a:extLst>
                </p:cNvPr>
                <p:cNvSpPr/>
                <p:nvPr/>
              </p:nvSpPr>
              <p:spPr>
                <a:xfrm>
                  <a:off x="1948070" y="2597426"/>
                  <a:ext cx="1775791" cy="3008244"/>
                </a:xfrm>
                <a:custGeom>
                  <a:avLst/>
                  <a:gdLst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775791 w 1775791"/>
                    <a:gd name="connsiteY2" fmla="*/ 3008244 h 3008244"/>
                    <a:gd name="connsiteX3" fmla="*/ 1775791 w 1775791"/>
                    <a:gd name="connsiteY3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5791" h="3008244">
                      <a:moveTo>
                        <a:pt x="0" y="0"/>
                      </a:moveTo>
                      <a:cubicBezTo>
                        <a:pt x="322470" y="238539"/>
                        <a:pt x="326887" y="742122"/>
                        <a:pt x="556591" y="1139687"/>
                      </a:cubicBezTo>
                      <a:cubicBezTo>
                        <a:pt x="737704" y="1417983"/>
                        <a:pt x="1038087" y="1590261"/>
                        <a:pt x="1219200" y="1921565"/>
                      </a:cubicBezTo>
                      <a:cubicBezTo>
                        <a:pt x="1338469" y="2548834"/>
                        <a:pt x="1590261" y="2646018"/>
                        <a:pt x="1775791" y="3008244"/>
                      </a:cubicBezTo>
                      <a:lnTo>
                        <a:pt x="1775791" y="3008244"/>
                      </a:lnTo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A02BE449-2AFB-394F-A408-537E42DE6A2E}"/>
                  </a:ext>
                </a:extLst>
              </p:cNvPr>
              <p:cNvGrpSpPr/>
              <p:nvPr/>
            </p:nvGrpSpPr>
            <p:grpSpPr>
              <a:xfrm>
                <a:off x="3031599" y="5285614"/>
                <a:ext cx="4247764" cy="1236948"/>
                <a:chOff x="3031599" y="5285614"/>
                <a:chExt cx="4247764" cy="1236948"/>
              </a:xfrm>
              <a:grpFill/>
            </p:grpSpPr>
            <p:sp>
              <p:nvSpPr>
                <p:cNvPr id="39" name="Oval 56">
                  <a:extLst>
                    <a:ext uri="{FF2B5EF4-FFF2-40B4-BE49-F238E27FC236}">
                      <a16:creationId xmlns:a16="http://schemas.microsoft.com/office/drawing/2014/main" id="{5DAE7AA2-573C-743F-2A2F-090A9D7EA9A2}"/>
                    </a:ext>
                  </a:extLst>
                </p:cNvPr>
                <p:cNvSpPr/>
                <p:nvPr/>
              </p:nvSpPr>
              <p:spPr>
                <a:xfrm>
                  <a:off x="4743816" y="5285614"/>
                  <a:ext cx="1506375" cy="771222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Oval 56">
                  <a:extLst>
                    <a:ext uri="{FF2B5EF4-FFF2-40B4-BE49-F238E27FC236}">
                      <a16:creationId xmlns:a16="http://schemas.microsoft.com/office/drawing/2014/main" id="{1E35854D-4EC7-3B4C-131F-BC0D468E8F6E}"/>
                    </a:ext>
                  </a:extLst>
                </p:cNvPr>
                <p:cNvSpPr/>
                <p:nvPr/>
              </p:nvSpPr>
              <p:spPr>
                <a:xfrm>
                  <a:off x="5772988" y="5415271"/>
                  <a:ext cx="1506375" cy="830565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Oval 56">
                  <a:extLst>
                    <a:ext uri="{FF2B5EF4-FFF2-40B4-BE49-F238E27FC236}">
                      <a16:creationId xmlns:a16="http://schemas.microsoft.com/office/drawing/2014/main" id="{E07866DA-A721-92D3-2C8D-1D78E8EE2A9D}"/>
                    </a:ext>
                  </a:extLst>
                </p:cNvPr>
                <p:cNvSpPr/>
                <p:nvPr/>
              </p:nvSpPr>
              <p:spPr>
                <a:xfrm>
                  <a:off x="5671677" y="5754489"/>
                  <a:ext cx="1308623" cy="721531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Oval 56">
                  <a:extLst>
                    <a:ext uri="{FF2B5EF4-FFF2-40B4-BE49-F238E27FC236}">
                      <a16:creationId xmlns:a16="http://schemas.microsoft.com/office/drawing/2014/main" id="{BE593389-A41A-23C2-A8A1-890B05AD14AE}"/>
                    </a:ext>
                  </a:extLst>
                </p:cNvPr>
                <p:cNvSpPr/>
                <p:nvPr/>
              </p:nvSpPr>
              <p:spPr>
                <a:xfrm>
                  <a:off x="4003000" y="5299493"/>
                  <a:ext cx="1506375" cy="771222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Oval 56">
                  <a:extLst>
                    <a:ext uri="{FF2B5EF4-FFF2-40B4-BE49-F238E27FC236}">
                      <a16:creationId xmlns:a16="http://schemas.microsoft.com/office/drawing/2014/main" id="{6EA6FED0-C2E1-7EBF-F393-40B9910358A7}"/>
                    </a:ext>
                  </a:extLst>
                </p:cNvPr>
                <p:cNvSpPr/>
                <p:nvPr/>
              </p:nvSpPr>
              <p:spPr>
                <a:xfrm>
                  <a:off x="4700276" y="5754489"/>
                  <a:ext cx="1308623" cy="721531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Oval 56">
                  <a:extLst>
                    <a:ext uri="{FF2B5EF4-FFF2-40B4-BE49-F238E27FC236}">
                      <a16:creationId xmlns:a16="http://schemas.microsoft.com/office/drawing/2014/main" id="{98758217-3C14-E5D9-3235-DF51B59382FA}"/>
                    </a:ext>
                  </a:extLst>
                </p:cNvPr>
                <p:cNvSpPr/>
                <p:nvPr/>
              </p:nvSpPr>
              <p:spPr>
                <a:xfrm>
                  <a:off x="3031599" y="5474838"/>
                  <a:ext cx="1506375" cy="771222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Oval 56">
                  <a:extLst>
                    <a:ext uri="{FF2B5EF4-FFF2-40B4-BE49-F238E27FC236}">
                      <a16:creationId xmlns:a16="http://schemas.microsoft.com/office/drawing/2014/main" id="{48F1164F-DC80-600B-C1C4-B1D7889CBFDE}"/>
                    </a:ext>
                  </a:extLst>
                </p:cNvPr>
                <p:cNvSpPr/>
                <p:nvPr/>
              </p:nvSpPr>
              <p:spPr>
                <a:xfrm>
                  <a:off x="3684103" y="5801031"/>
                  <a:ext cx="1308623" cy="721531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C9DE935-21A0-05B9-2C29-B2F8DA6A211E}"/>
              </a:ext>
            </a:extLst>
          </p:cNvPr>
          <p:cNvGrpSpPr/>
          <p:nvPr/>
        </p:nvGrpSpPr>
        <p:grpSpPr>
          <a:xfrm>
            <a:off x="2124127" y="622219"/>
            <a:ext cx="7153250" cy="6471337"/>
            <a:chOff x="1931223" y="11894"/>
            <a:chExt cx="7196725" cy="651066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8812BD9-48EB-38FC-D80C-771CB06C68E0}"/>
                </a:ext>
              </a:extLst>
            </p:cNvPr>
            <p:cNvGrpSpPr/>
            <p:nvPr/>
          </p:nvGrpSpPr>
          <p:grpSpPr>
            <a:xfrm rot="2719480">
              <a:off x="5220458" y="813535"/>
              <a:ext cx="2704793" cy="4518062"/>
              <a:chOff x="1931223" y="2586696"/>
              <a:chExt cx="1836855" cy="3068266"/>
            </a:xfrm>
            <a:solidFill>
              <a:srgbClr val="70AD47">
                <a:lumMod val="75000"/>
              </a:srgbClr>
            </a:solidFill>
          </p:grpSpPr>
          <p:sp>
            <p:nvSpPr>
              <p:cNvPr id="84" name="Rectangle 32">
                <a:extLst>
                  <a:ext uri="{FF2B5EF4-FFF2-40B4-BE49-F238E27FC236}">
                    <a16:creationId xmlns:a16="http://schemas.microsoft.com/office/drawing/2014/main" id="{6057FF12-EDCB-3708-063D-9140C88A0285}"/>
                  </a:ext>
                </a:extLst>
              </p:cNvPr>
              <p:cNvSpPr/>
              <p:nvPr/>
            </p:nvSpPr>
            <p:spPr>
              <a:xfrm>
                <a:off x="1931223" y="2586696"/>
                <a:ext cx="1836855" cy="3068266"/>
              </a:xfrm>
              <a:custGeom>
                <a:avLst/>
                <a:gdLst>
                  <a:gd name="connsiteX0" fmla="*/ 0 w 1000205"/>
                  <a:gd name="connsiteY0" fmla="*/ 0 h 2047849"/>
                  <a:gd name="connsiteX1" fmla="*/ 1000205 w 1000205"/>
                  <a:gd name="connsiteY1" fmla="*/ 0 h 2047849"/>
                  <a:gd name="connsiteX2" fmla="*/ 1000205 w 1000205"/>
                  <a:gd name="connsiteY2" fmla="*/ 2047849 h 2047849"/>
                  <a:gd name="connsiteX3" fmla="*/ 0 w 1000205"/>
                  <a:gd name="connsiteY3" fmla="*/ 2047849 h 2047849"/>
                  <a:gd name="connsiteX4" fmla="*/ 0 w 1000205"/>
                  <a:gd name="connsiteY4" fmla="*/ 0 h 2047849"/>
                  <a:gd name="connsiteX0" fmla="*/ 0 w 1477283"/>
                  <a:gd name="connsiteY0" fmla="*/ 0 h 3041762"/>
                  <a:gd name="connsiteX1" fmla="*/ 1477283 w 1477283"/>
                  <a:gd name="connsiteY1" fmla="*/ 993913 h 3041762"/>
                  <a:gd name="connsiteX2" fmla="*/ 1477283 w 1477283"/>
                  <a:gd name="connsiteY2" fmla="*/ 3041762 h 3041762"/>
                  <a:gd name="connsiteX3" fmla="*/ 477078 w 1477283"/>
                  <a:gd name="connsiteY3" fmla="*/ 3041762 h 3041762"/>
                  <a:gd name="connsiteX4" fmla="*/ 0 w 1477283"/>
                  <a:gd name="connsiteY4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477283 w 1477283"/>
                  <a:gd name="connsiteY2" fmla="*/ 993913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0 w 1477283"/>
                  <a:gd name="connsiteY5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477283 w 1477283"/>
                  <a:gd name="connsiteY2" fmla="*/ 993913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250123 w 1477283"/>
                  <a:gd name="connsiteY5" fmla="*/ 1004643 h 3041762"/>
                  <a:gd name="connsiteX6" fmla="*/ 0 w 1477283"/>
                  <a:gd name="connsiteY6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172483 w 1477283"/>
                  <a:gd name="connsiteY2" fmla="*/ 1431235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250123 w 1477283"/>
                  <a:gd name="connsiteY5" fmla="*/ 1004643 h 3041762"/>
                  <a:gd name="connsiteX6" fmla="*/ 0 w 1477283"/>
                  <a:gd name="connsiteY6" fmla="*/ 0 h 3041762"/>
                  <a:gd name="connsiteX0" fmla="*/ 0 w 1615097"/>
                  <a:gd name="connsiteY0" fmla="*/ 0 h 3041762"/>
                  <a:gd name="connsiteX1" fmla="*/ 581427 w 1615097"/>
                  <a:gd name="connsiteY1" fmla="*/ 646834 h 3041762"/>
                  <a:gd name="connsiteX2" fmla="*/ 1172483 w 1615097"/>
                  <a:gd name="connsiteY2" fmla="*/ 1431235 h 3041762"/>
                  <a:gd name="connsiteX3" fmla="*/ 1615097 w 1615097"/>
                  <a:gd name="connsiteY3" fmla="*/ 2223843 h 3041762"/>
                  <a:gd name="connsiteX4" fmla="*/ 1477283 w 1615097"/>
                  <a:gd name="connsiteY4" fmla="*/ 3041762 h 3041762"/>
                  <a:gd name="connsiteX5" fmla="*/ 477078 w 1615097"/>
                  <a:gd name="connsiteY5" fmla="*/ 3041762 h 3041762"/>
                  <a:gd name="connsiteX6" fmla="*/ 250123 w 1615097"/>
                  <a:gd name="connsiteY6" fmla="*/ 1004643 h 3041762"/>
                  <a:gd name="connsiteX7" fmla="*/ 0 w 1615097"/>
                  <a:gd name="connsiteY7" fmla="*/ 0 h 3041762"/>
                  <a:gd name="connsiteX0" fmla="*/ 0 w 1888100"/>
                  <a:gd name="connsiteY0" fmla="*/ 0 h 3041762"/>
                  <a:gd name="connsiteX1" fmla="*/ 581427 w 1888100"/>
                  <a:gd name="connsiteY1" fmla="*/ 646834 h 3041762"/>
                  <a:gd name="connsiteX2" fmla="*/ 1172483 w 1888100"/>
                  <a:gd name="connsiteY2" fmla="*/ 1431235 h 3041762"/>
                  <a:gd name="connsiteX3" fmla="*/ 1615097 w 1888100"/>
                  <a:gd name="connsiteY3" fmla="*/ 2223843 h 3041762"/>
                  <a:gd name="connsiteX4" fmla="*/ 1888100 w 1888100"/>
                  <a:gd name="connsiteY4" fmla="*/ 3002006 h 3041762"/>
                  <a:gd name="connsiteX5" fmla="*/ 477078 w 1888100"/>
                  <a:gd name="connsiteY5" fmla="*/ 3041762 h 3041762"/>
                  <a:gd name="connsiteX6" fmla="*/ 250123 w 1888100"/>
                  <a:gd name="connsiteY6" fmla="*/ 1004643 h 3041762"/>
                  <a:gd name="connsiteX7" fmla="*/ 0 w 1888100"/>
                  <a:gd name="connsiteY7" fmla="*/ 0 h 3041762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250123 w 1888100"/>
                  <a:gd name="connsiteY6" fmla="*/ 1004643 h 3068266"/>
                  <a:gd name="connsiteX7" fmla="*/ 0 w 1888100"/>
                  <a:gd name="connsiteY7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250123 w 1888100"/>
                  <a:gd name="connsiteY7" fmla="*/ 1004643 h 3068266"/>
                  <a:gd name="connsiteX8" fmla="*/ 0 w 1888100"/>
                  <a:gd name="connsiteY8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787346"/>
                  <a:gd name="connsiteY0" fmla="*/ 0 h 3068266"/>
                  <a:gd name="connsiteX1" fmla="*/ 599943 w 1787346"/>
                  <a:gd name="connsiteY1" fmla="*/ 646834 h 3068266"/>
                  <a:gd name="connsiteX2" fmla="*/ 1190999 w 1787346"/>
                  <a:gd name="connsiteY2" fmla="*/ 1431235 h 3068266"/>
                  <a:gd name="connsiteX3" fmla="*/ 1633613 w 1787346"/>
                  <a:gd name="connsiteY3" fmla="*/ 2223843 h 3068266"/>
                  <a:gd name="connsiteX4" fmla="*/ 1787346 w 1787346"/>
                  <a:gd name="connsiteY4" fmla="*/ 3028510 h 3068266"/>
                  <a:gd name="connsiteX5" fmla="*/ 1622029 w 1787346"/>
                  <a:gd name="connsiteY5" fmla="*/ 3068266 h 3068266"/>
                  <a:gd name="connsiteX6" fmla="*/ 1130029 w 1787346"/>
                  <a:gd name="connsiteY6" fmla="*/ 2661165 h 3068266"/>
                  <a:gd name="connsiteX7" fmla="*/ 811977 w 1787346"/>
                  <a:gd name="connsiteY7" fmla="*/ 1919043 h 3068266"/>
                  <a:gd name="connsiteX8" fmla="*/ 268639 w 1787346"/>
                  <a:gd name="connsiteY8" fmla="*/ 1004643 h 3068266"/>
                  <a:gd name="connsiteX9" fmla="*/ 18516 w 1787346"/>
                  <a:gd name="connsiteY9" fmla="*/ 0 h 3068266"/>
                  <a:gd name="connsiteX0" fmla="*/ 18516 w 1836855"/>
                  <a:gd name="connsiteY0" fmla="*/ 0 h 3068266"/>
                  <a:gd name="connsiteX1" fmla="*/ 599943 w 1836855"/>
                  <a:gd name="connsiteY1" fmla="*/ 646834 h 3068266"/>
                  <a:gd name="connsiteX2" fmla="*/ 1190999 w 1836855"/>
                  <a:gd name="connsiteY2" fmla="*/ 1431235 h 3068266"/>
                  <a:gd name="connsiteX3" fmla="*/ 1633613 w 1836855"/>
                  <a:gd name="connsiteY3" fmla="*/ 2223843 h 3068266"/>
                  <a:gd name="connsiteX4" fmla="*/ 1787346 w 1836855"/>
                  <a:gd name="connsiteY4" fmla="*/ 3028510 h 3068266"/>
                  <a:gd name="connsiteX5" fmla="*/ 1622029 w 1836855"/>
                  <a:gd name="connsiteY5" fmla="*/ 3068266 h 3068266"/>
                  <a:gd name="connsiteX6" fmla="*/ 1130029 w 1836855"/>
                  <a:gd name="connsiteY6" fmla="*/ 2661165 h 3068266"/>
                  <a:gd name="connsiteX7" fmla="*/ 811977 w 1836855"/>
                  <a:gd name="connsiteY7" fmla="*/ 1919043 h 3068266"/>
                  <a:gd name="connsiteX8" fmla="*/ 268639 w 1836855"/>
                  <a:gd name="connsiteY8" fmla="*/ 1004643 h 3068266"/>
                  <a:gd name="connsiteX9" fmla="*/ 18516 w 1836855"/>
                  <a:gd name="connsiteY9" fmla="*/ 0 h 3068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36855" h="3068266">
                    <a:moveTo>
                      <a:pt x="18516" y="0"/>
                    </a:moveTo>
                    <a:cubicBezTo>
                      <a:pt x="486203" y="61003"/>
                      <a:pt x="397300" y="440057"/>
                      <a:pt x="599943" y="646834"/>
                    </a:cubicBezTo>
                    <a:cubicBezTo>
                      <a:pt x="995744" y="881797"/>
                      <a:pt x="1126502" y="1143263"/>
                      <a:pt x="1190999" y="1431235"/>
                    </a:cubicBezTo>
                    <a:cubicBezTo>
                      <a:pt x="1515232" y="1664515"/>
                      <a:pt x="1587675" y="1977310"/>
                      <a:pt x="1633613" y="2223843"/>
                    </a:cubicBezTo>
                    <a:cubicBezTo>
                      <a:pt x="1870388" y="2483231"/>
                      <a:pt x="1868623" y="2848635"/>
                      <a:pt x="1787346" y="3028510"/>
                    </a:cubicBezTo>
                    <a:lnTo>
                      <a:pt x="1622029" y="3068266"/>
                    </a:lnTo>
                    <a:cubicBezTo>
                      <a:pt x="1543398" y="3011459"/>
                      <a:pt x="1209820" y="3097867"/>
                      <a:pt x="1130029" y="2661165"/>
                    </a:cubicBezTo>
                    <a:cubicBezTo>
                      <a:pt x="968516" y="2476254"/>
                      <a:pt x="836273" y="2301147"/>
                      <a:pt x="811977" y="1919043"/>
                    </a:cubicBezTo>
                    <a:cubicBezTo>
                      <a:pt x="628656" y="1656209"/>
                      <a:pt x="400882" y="1463632"/>
                      <a:pt x="268639" y="1004643"/>
                    </a:cubicBezTo>
                    <a:cubicBezTo>
                      <a:pt x="185265" y="669762"/>
                      <a:pt x="-70389" y="507159"/>
                      <a:pt x="18516" y="0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0E9BA4F2-2D46-8218-546C-C3A4C3EE5DB4}"/>
                  </a:ext>
                </a:extLst>
              </p:cNvPr>
              <p:cNvSpPr/>
              <p:nvPr/>
            </p:nvSpPr>
            <p:spPr>
              <a:xfrm>
                <a:off x="1948070" y="2597426"/>
                <a:ext cx="1775791" cy="3008244"/>
              </a:xfrm>
              <a:custGeom>
                <a:avLst/>
                <a:gdLst>
                  <a:gd name="connsiteX0" fmla="*/ 0 w 1775791"/>
                  <a:gd name="connsiteY0" fmla="*/ 0 h 3008244"/>
                  <a:gd name="connsiteX1" fmla="*/ 1775791 w 1775791"/>
                  <a:gd name="connsiteY1" fmla="*/ 3008244 h 3008244"/>
                  <a:gd name="connsiteX2" fmla="*/ 1775791 w 1775791"/>
                  <a:gd name="connsiteY2" fmla="*/ 3008244 h 3008244"/>
                  <a:gd name="connsiteX0" fmla="*/ 0 w 1775791"/>
                  <a:gd name="connsiteY0" fmla="*/ 0 h 3008244"/>
                  <a:gd name="connsiteX1" fmla="*/ 1775791 w 1775791"/>
                  <a:gd name="connsiteY1" fmla="*/ 3008244 h 3008244"/>
                  <a:gd name="connsiteX2" fmla="*/ 1775791 w 1775791"/>
                  <a:gd name="connsiteY2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775791 w 1775791"/>
                  <a:gd name="connsiteY2" fmla="*/ 3008244 h 3008244"/>
                  <a:gd name="connsiteX3" fmla="*/ 1775791 w 1775791"/>
                  <a:gd name="connsiteY3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5791" h="3008244">
                    <a:moveTo>
                      <a:pt x="0" y="0"/>
                    </a:moveTo>
                    <a:cubicBezTo>
                      <a:pt x="322470" y="238539"/>
                      <a:pt x="326887" y="742122"/>
                      <a:pt x="556591" y="1139687"/>
                    </a:cubicBezTo>
                    <a:cubicBezTo>
                      <a:pt x="737704" y="1417983"/>
                      <a:pt x="1038087" y="1590261"/>
                      <a:pt x="1219200" y="1921565"/>
                    </a:cubicBezTo>
                    <a:cubicBezTo>
                      <a:pt x="1338469" y="2548834"/>
                      <a:pt x="1590261" y="2646018"/>
                      <a:pt x="1775791" y="3008244"/>
                    </a:cubicBezTo>
                    <a:lnTo>
                      <a:pt x="1775791" y="3008244"/>
                    </a:lnTo>
                  </a:path>
                </a:pathLst>
              </a:custGeom>
              <a:grpFill/>
              <a:ln w="12700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401E7373-CACD-9003-4596-EC3B115C81DC}"/>
                </a:ext>
              </a:extLst>
            </p:cNvPr>
            <p:cNvGrpSpPr/>
            <p:nvPr/>
          </p:nvGrpSpPr>
          <p:grpSpPr>
            <a:xfrm rot="3175264">
              <a:off x="6675387" y="2596254"/>
              <a:ext cx="1836855" cy="3068266"/>
              <a:chOff x="1931223" y="2586696"/>
              <a:chExt cx="1836855" cy="3068266"/>
            </a:xfrm>
            <a:solidFill>
              <a:srgbClr val="70AD47">
                <a:lumMod val="75000"/>
              </a:srgbClr>
            </a:solidFill>
          </p:grpSpPr>
          <p:sp>
            <p:nvSpPr>
              <p:cNvPr id="82" name="Rectangle 32">
                <a:extLst>
                  <a:ext uri="{FF2B5EF4-FFF2-40B4-BE49-F238E27FC236}">
                    <a16:creationId xmlns:a16="http://schemas.microsoft.com/office/drawing/2014/main" id="{77CF989B-A6CE-ED39-5F13-C28E6552A2E7}"/>
                  </a:ext>
                </a:extLst>
              </p:cNvPr>
              <p:cNvSpPr/>
              <p:nvPr/>
            </p:nvSpPr>
            <p:spPr>
              <a:xfrm>
                <a:off x="1931223" y="2586696"/>
                <a:ext cx="1836855" cy="3068266"/>
              </a:xfrm>
              <a:custGeom>
                <a:avLst/>
                <a:gdLst>
                  <a:gd name="connsiteX0" fmla="*/ 0 w 1000205"/>
                  <a:gd name="connsiteY0" fmla="*/ 0 h 2047849"/>
                  <a:gd name="connsiteX1" fmla="*/ 1000205 w 1000205"/>
                  <a:gd name="connsiteY1" fmla="*/ 0 h 2047849"/>
                  <a:gd name="connsiteX2" fmla="*/ 1000205 w 1000205"/>
                  <a:gd name="connsiteY2" fmla="*/ 2047849 h 2047849"/>
                  <a:gd name="connsiteX3" fmla="*/ 0 w 1000205"/>
                  <a:gd name="connsiteY3" fmla="*/ 2047849 h 2047849"/>
                  <a:gd name="connsiteX4" fmla="*/ 0 w 1000205"/>
                  <a:gd name="connsiteY4" fmla="*/ 0 h 2047849"/>
                  <a:gd name="connsiteX0" fmla="*/ 0 w 1477283"/>
                  <a:gd name="connsiteY0" fmla="*/ 0 h 3041762"/>
                  <a:gd name="connsiteX1" fmla="*/ 1477283 w 1477283"/>
                  <a:gd name="connsiteY1" fmla="*/ 993913 h 3041762"/>
                  <a:gd name="connsiteX2" fmla="*/ 1477283 w 1477283"/>
                  <a:gd name="connsiteY2" fmla="*/ 3041762 h 3041762"/>
                  <a:gd name="connsiteX3" fmla="*/ 477078 w 1477283"/>
                  <a:gd name="connsiteY3" fmla="*/ 3041762 h 3041762"/>
                  <a:gd name="connsiteX4" fmla="*/ 0 w 1477283"/>
                  <a:gd name="connsiteY4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477283 w 1477283"/>
                  <a:gd name="connsiteY2" fmla="*/ 993913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0 w 1477283"/>
                  <a:gd name="connsiteY5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477283 w 1477283"/>
                  <a:gd name="connsiteY2" fmla="*/ 993913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250123 w 1477283"/>
                  <a:gd name="connsiteY5" fmla="*/ 1004643 h 3041762"/>
                  <a:gd name="connsiteX6" fmla="*/ 0 w 1477283"/>
                  <a:gd name="connsiteY6" fmla="*/ 0 h 3041762"/>
                  <a:gd name="connsiteX0" fmla="*/ 0 w 1477283"/>
                  <a:gd name="connsiteY0" fmla="*/ 0 h 3041762"/>
                  <a:gd name="connsiteX1" fmla="*/ 581427 w 1477283"/>
                  <a:gd name="connsiteY1" fmla="*/ 646834 h 3041762"/>
                  <a:gd name="connsiteX2" fmla="*/ 1172483 w 1477283"/>
                  <a:gd name="connsiteY2" fmla="*/ 1431235 h 3041762"/>
                  <a:gd name="connsiteX3" fmla="*/ 1477283 w 1477283"/>
                  <a:gd name="connsiteY3" fmla="*/ 3041762 h 3041762"/>
                  <a:gd name="connsiteX4" fmla="*/ 477078 w 1477283"/>
                  <a:gd name="connsiteY4" fmla="*/ 3041762 h 3041762"/>
                  <a:gd name="connsiteX5" fmla="*/ 250123 w 1477283"/>
                  <a:gd name="connsiteY5" fmla="*/ 1004643 h 3041762"/>
                  <a:gd name="connsiteX6" fmla="*/ 0 w 1477283"/>
                  <a:gd name="connsiteY6" fmla="*/ 0 h 3041762"/>
                  <a:gd name="connsiteX0" fmla="*/ 0 w 1615097"/>
                  <a:gd name="connsiteY0" fmla="*/ 0 h 3041762"/>
                  <a:gd name="connsiteX1" fmla="*/ 581427 w 1615097"/>
                  <a:gd name="connsiteY1" fmla="*/ 646834 h 3041762"/>
                  <a:gd name="connsiteX2" fmla="*/ 1172483 w 1615097"/>
                  <a:gd name="connsiteY2" fmla="*/ 1431235 h 3041762"/>
                  <a:gd name="connsiteX3" fmla="*/ 1615097 w 1615097"/>
                  <a:gd name="connsiteY3" fmla="*/ 2223843 h 3041762"/>
                  <a:gd name="connsiteX4" fmla="*/ 1477283 w 1615097"/>
                  <a:gd name="connsiteY4" fmla="*/ 3041762 h 3041762"/>
                  <a:gd name="connsiteX5" fmla="*/ 477078 w 1615097"/>
                  <a:gd name="connsiteY5" fmla="*/ 3041762 h 3041762"/>
                  <a:gd name="connsiteX6" fmla="*/ 250123 w 1615097"/>
                  <a:gd name="connsiteY6" fmla="*/ 1004643 h 3041762"/>
                  <a:gd name="connsiteX7" fmla="*/ 0 w 1615097"/>
                  <a:gd name="connsiteY7" fmla="*/ 0 h 3041762"/>
                  <a:gd name="connsiteX0" fmla="*/ 0 w 1888100"/>
                  <a:gd name="connsiteY0" fmla="*/ 0 h 3041762"/>
                  <a:gd name="connsiteX1" fmla="*/ 581427 w 1888100"/>
                  <a:gd name="connsiteY1" fmla="*/ 646834 h 3041762"/>
                  <a:gd name="connsiteX2" fmla="*/ 1172483 w 1888100"/>
                  <a:gd name="connsiteY2" fmla="*/ 1431235 h 3041762"/>
                  <a:gd name="connsiteX3" fmla="*/ 1615097 w 1888100"/>
                  <a:gd name="connsiteY3" fmla="*/ 2223843 h 3041762"/>
                  <a:gd name="connsiteX4" fmla="*/ 1888100 w 1888100"/>
                  <a:gd name="connsiteY4" fmla="*/ 3002006 h 3041762"/>
                  <a:gd name="connsiteX5" fmla="*/ 477078 w 1888100"/>
                  <a:gd name="connsiteY5" fmla="*/ 3041762 h 3041762"/>
                  <a:gd name="connsiteX6" fmla="*/ 250123 w 1888100"/>
                  <a:gd name="connsiteY6" fmla="*/ 1004643 h 3041762"/>
                  <a:gd name="connsiteX7" fmla="*/ 0 w 1888100"/>
                  <a:gd name="connsiteY7" fmla="*/ 0 h 3041762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250123 w 1888100"/>
                  <a:gd name="connsiteY6" fmla="*/ 1004643 h 3068266"/>
                  <a:gd name="connsiteX7" fmla="*/ 0 w 1888100"/>
                  <a:gd name="connsiteY7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250123 w 1888100"/>
                  <a:gd name="connsiteY7" fmla="*/ 1004643 h 3068266"/>
                  <a:gd name="connsiteX8" fmla="*/ 0 w 1888100"/>
                  <a:gd name="connsiteY8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0 w 1888100"/>
                  <a:gd name="connsiteY0" fmla="*/ 0 h 3068266"/>
                  <a:gd name="connsiteX1" fmla="*/ 581427 w 1888100"/>
                  <a:gd name="connsiteY1" fmla="*/ 646834 h 3068266"/>
                  <a:gd name="connsiteX2" fmla="*/ 1172483 w 1888100"/>
                  <a:gd name="connsiteY2" fmla="*/ 1431235 h 3068266"/>
                  <a:gd name="connsiteX3" fmla="*/ 1615097 w 1888100"/>
                  <a:gd name="connsiteY3" fmla="*/ 2223843 h 3068266"/>
                  <a:gd name="connsiteX4" fmla="*/ 1888100 w 1888100"/>
                  <a:gd name="connsiteY4" fmla="*/ 3002006 h 3068266"/>
                  <a:gd name="connsiteX5" fmla="*/ 1603513 w 1888100"/>
                  <a:gd name="connsiteY5" fmla="*/ 3068266 h 3068266"/>
                  <a:gd name="connsiteX6" fmla="*/ 1111513 w 1888100"/>
                  <a:gd name="connsiteY6" fmla="*/ 2661165 h 3068266"/>
                  <a:gd name="connsiteX7" fmla="*/ 793461 w 1888100"/>
                  <a:gd name="connsiteY7" fmla="*/ 1919043 h 3068266"/>
                  <a:gd name="connsiteX8" fmla="*/ 250123 w 1888100"/>
                  <a:gd name="connsiteY8" fmla="*/ 1004643 h 3068266"/>
                  <a:gd name="connsiteX9" fmla="*/ 0 w 1888100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906616"/>
                  <a:gd name="connsiteY0" fmla="*/ 0 h 3068266"/>
                  <a:gd name="connsiteX1" fmla="*/ 599943 w 1906616"/>
                  <a:gd name="connsiteY1" fmla="*/ 646834 h 3068266"/>
                  <a:gd name="connsiteX2" fmla="*/ 1190999 w 1906616"/>
                  <a:gd name="connsiteY2" fmla="*/ 1431235 h 3068266"/>
                  <a:gd name="connsiteX3" fmla="*/ 1633613 w 1906616"/>
                  <a:gd name="connsiteY3" fmla="*/ 2223843 h 3068266"/>
                  <a:gd name="connsiteX4" fmla="*/ 1906616 w 1906616"/>
                  <a:gd name="connsiteY4" fmla="*/ 3002006 h 3068266"/>
                  <a:gd name="connsiteX5" fmla="*/ 1622029 w 1906616"/>
                  <a:gd name="connsiteY5" fmla="*/ 3068266 h 3068266"/>
                  <a:gd name="connsiteX6" fmla="*/ 1130029 w 1906616"/>
                  <a:gd name="connsiteY6" fmla="*/ 2661165 h 3068266"/>
                  <a:gd name="connsiteX7" fmla="*/ 811977 w 1906616"/>
                  <a:gd name="connsiteY7" fmla="*/ 1919043 h 3068266"/>
                  <a:gd name="connsiteX8" fmla="*/ 268639 w 1906616"/>
                  <a:gd name="connsiteY8" fmla="*/ 1004643 h 3068266"/>
                  <a:gd name="connsiteX9" fmla="*/ 18516 w 1906616"/>
                  <a:gd name="connsiteY9" fmla="*/ 0 h 3068266"/>
                  <a:gd name="connsiteX0" fmla="*/ 18516 w 1787346"/>
                  <a:gd name="connsiteY0" fmla="*/ 0 h 3068266"/>
                  <a:gd name="connsiteX1" fmla="*/ 599943 w 1787346"/>
                  <a:gd name="connsiteY1" fmla="*/ 646834 h 3068266"/>
                  <a:gd name="connsiteX2" fmla="*/ 1190999 w 1787346"/>
                  <a:gd name="connsiteY2" fmla="*/ 1431235 h 3068266"/>
                  <a:gd name="connsiteX3" fmla="*/ 1633613 w 1787346"/>
                  <a:gd name="connsiteY3" fmla="*/ 2223843 h 3068266"/>
                  <a:gd name="connsiteX4" fmla="*/ 1787346 w 1787346"/>
                  <a:gd name="connsiteY4" fmla="*/ 3028510 h 3068266"/>
                  <a:gd name="connsiteX5" fmla="*/ 1622029 w 1787346"/>
                  <a:gd name="connsiteY5" fmla="*/ 3068266 h 3068266"/>
                  <a:gd name="connsiteX6" fmla="*/ 1130029 w 1787346"/>
                  <a:gd name="connsiteY6" fmla="*/ 2661165 h 3068266"/>
                  <a:gd name="connsiteX7" fmla="*/ 811977 w 1787346"/>
                  <a:gd name="connsiteY7" fmla="*/ 1919043 h 3068266"/>
                  <a:gd name="connsiteX8" fmla="*/ 268639 w 1787346"/>
                  <a:gd name="connsiteY8" fmla="*/ 1004643 h 3068266"/>
                  <a:gd name="connsiteX9" fmla="*/ 18516 w 1787346"/>
                  <a:gd name="connsiteY9" fmla="*/ 0 h 3068266"/>
                  <a:gd name="connsiteX0" fmla="*/ 18516 w 1836855"/>
                  <a:gd name="connsiteY0" fmla="*/ 0 h 3068266"/>
                  <a:gd name="connsiteX1" fmla="*/ 599943 w 1836855"/>
                  <a:gd name="connsiteY1" fmla="*/ 646834 h 3068266"/>
                  <a:gd name="connsiteX2" fmla="*/ 1190999 w 1836855"/>
                  <a:gd name="connsiteY2" fmla="*/ 1431235 h 3068266"/>
                  <a:gd name="connsiteX3" fmla="*/ 1633613 w 1836855"/>
                  <a:gd name="connsiteY3" fmla="*/ 2223843 h 3068266"/>
                  <a:gd name="connsiteX4" fmla="*/ 1787346 w 1836855"/>
                  <a:gd name="connsiteY4" fmla="*/ 3028510 h 3068266"/>
                  <a:gd name="connsiteX5" fmla="*/ 1622029 w 1836855"/>
                  <a:gd name="connsiteY5" fmla="*/ 3068266 h 3068266"/>
                  <a:gd name="connsiteX6" fmla="*/ 1130029 w 1836855"/>
                  <a:gd name="connsiteY6" fmla="*/ 2661165 h 3068266"/>
                  <a:gd name="connsiteX7" fmla="*/ 811977 w 1836855"/>
                  <a:gd name="connsiteY7" fmla="*/ 1919043 h 3068266"/>
                  <a:gd name="connsiteX8" fmla="*/ 268639 w 1836855"/>
                  <a:gd name="connsiteY8" fmla="*/ 1004643 h 3068266"/>
                  <a:gd name="connsiteX9" fmla="*/ 18516 w 1836855"/>
                  <a:gd name="connsiteY9" fmla="*/ 0 h 3068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36855" h="3068266">
                    <a:moveTo>
                      <a:pt x="18516" y="0"/>
                    </a:moveTo>
                    <a:cubicBezTo>
                      <a:pt x="486203" y="61003"/>
                      <a:pt x="397300" y="440057"/>
                      <a:pt x="599943" y="646834"/>
                    </a:cubicBezTo>
                    <a:cubicBezTo>
                      <a:pt x="995744" y="881797"/>
                      <a:pt x="1126502" y="1143263"/>
                      <a:pt x="1190999" y="1431235"/>
                    </a:cubicBezTo>
                    <a:cubicBezTo>
                      <a:pt x="1515232" y="1664515"/>
                      <a:pt x="1587675" y="1977310"/>
                      <a:pt x="1633613" y="2223843"/>
                    </a:cubicBezTo>
                    <a:cubicBezTo>
                      <a:pt x="1870388" y="2483231"/>
                      <a:pt x="1868623" y="2848635"/>
                      <a:pt x="1787346" y="3028510"/>
                    </a:cubicBezTo>
                    <a:lnTo>
                      <a:pt x="1622029" y="3068266"/>
                    </a:lnTo>
                    <a:cubicBezTo>
                      <a:pt x="1543398" y="3011459"/>
                      <a:pt x="1209820" y="3097867"/>
                      <a:pt x="1130029" y="2661165"/>
                    </a:cubicBezTo>
                    <a:cubicBezTo>
                      <a:pt x="968516" y="2476254"/>
                      <a:pt x="836273" y="2301147"/>
                      <a:pt x="811977" y="1919043"/>
                    </a:cubicBezTo>
                    <a:cubicBezTo>
                      <a:pt x="628656" y="1656209"/>
                      <a:pt x="400882" y="1463632"/>
                      <a:pt x="268639" y="1004643"/>
                    </a:cubicBezTo>
                    <a:cubicBezTo>
                      <a:pt x="185265" y="669762"/>
                      <a:pt x="-70389" y="507159"/>
                      <a:pt x="18516" y="0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CF6DAC11-1272-E5ED-1E1A-0C34682FF0C9}"/>
                  </a:ext>
                </a:extLst>
              </p:cNvPr>
              <p:cNvSpPr/>
              <p:nvPr/>
            </p:nvSpPr>
            <p:spPr>
              <a:xfrm>
                <a:off x="1948070" y="2597426"/>
                <a:ext cx="1775791" cy="3008244"/>
              </a:xfrm>
              <a:custGeom>
                <a:avLst/>
                <a:gdLst>
                  <a:gd name="connsiteX0" fmla="*/ 0 w 1775791"/>
                  <a:gd name="connsiteY0" fmla="*/ 0 h 3008244"/>
                  <a:gd name="connsiteX1" fmla="*/ 1775791 w 1775791"/>
                  <a:gd name="connsiteY1" fmla="*/ 3008244 h 3008244"/>
                  <a:gd name="connsiteX2" fmla="*/ 1775791 w 1775791"/>
                  <a:gd name="connsiteY2" fmla="*/ 3008244 h 3008244"/>
                  <a:gd name="connsiteX0" fmla="*/ 0 w 1775791"/>
                  <a:gd name="connsiteY0" fmla="*/ 0 h 3008244"/>
                  <a:gd name="connsiteX1" fmla="*/ 1775791 w 1775791"/>
                  <a:gd name="connsiteY1" fmla="*/ 3008244 h 3008244"/>
                  <a:gd name="connsiteX2" fmla="*/ 1775791 w 1775791"/>
                  <a:gd name="connsiteY2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775791 w 1775791"/>
                  <a:gd name="connsiteY2" fmla="*/ 3008244 h 3008244"/>
                  <a:gd name="connsiteX3" fmla="*/ 1775791 w 1775791"/>
                  <a:gd name="connsiteY3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  <a:gd name="connsiteX0" fmla="*/ 0 w 1775791"/>
                  <a:gd name="connsiteY0" fmla="*/ 0 h 3008244"/>
                  <a:gd name="connsiteX1" fmla="*/ 556591 w 1775791"/>
                  <a:gd name="connsiteY1" fmla="*/ 1139687 h 3008244"/>
                  <a:gd name="connsiteX2" fmla="*/ 1219200 w 1775791"/>
                  <a:gd name="connsiteY2" fmla="*/ 1921565 h 3008244"/>
                  <a:gd name="connsiteX3" fmla="*/ 1775791 w 1775791"/>
                  <a:gd name="connsiteY3" fmla="*/ 3008244 h 3008244"/>
                  <a:gd name="connsiteX4" fmla="*/ 1775791 w 1775791"/>
                  <a:gd name="connsiteY4" fmla="*/ 3008244 h 3008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5791" h="3008244">
                    <a:moveTo>
                      <a:pt x="0" y="0"/>
                    </a:moveTo>
                    <a:cubicBezTo>
                      <a:pt x="322470" y="238539"/>
                      <a:pt x="326887" y="742122"/>
                      <a:pt x="556591" y="1139687"/>
                    </a:cubicBezTo>
                    <a:cubicBezTo>
                      <a:pt x="737704" y="1417983"/>
                      <a:pt x="1038087" y="1590261"/>
                      <a:pt x="1219200" y="1921565"/>
                    </a:cubicBezTo>
                    <a:cubicBezTo>
                      <a:pt x="1338469" y="2548834"/>
                      <a:pt x="1590261" y="2646018"/>
                      <a:pt x="1775791" y="3008244"/>
                    </a:cubicBezTo>
                    <a:lnTo>
                      <a:pt x="1775791" y="3008244"/>
                    </a:lnTo>
                  </a:path>
                </a:pathLst>
              </a:custGeom>
              <a:grpFill/>
              <a:ln w="12700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3B2E988-BD15-B588-E808-811FB40CEA0B}"/>
                </a:ext>
              </a:extLst>
            </p:cNvPr>
            <p:cNvGrpSpPr/>
            <p:nvPr/>
          </p:nvGrpSpPr>
          <p:grpSpPr>
            <a:xfrm>
              <a:off x="1931223" y="11894"/>
              <a:ext cx="5348140" cy="6510668"/>
              <a:chOff x="1931223" y="11894"/>
              <a:chExt cx="5348140" cy="6510668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41E66669-A150-6DBD-7B3D-388C20552DE2}"/>
                  </a:ext>
                </a:extLst>
              </p:cNvPr>
              <p:cNvGrpSpPr/>
              <p:nvPr/>
            </p:nvGrpSpPr>
            <p:grpSpPr>
              <a:xfrm rot="20109069" flipH="1">
                <a:off x="3973696" y="698713"/>
                <a:ext cx="2704793" cy="4518062"/>
                <a:chOff x="1931223" y="2586696"/>
                <a:chExt cx="1836855" cy="3068266"/>
              </a:xfrm>
              <a:solidFill>
                <a:srgbClr val="70AD47">
                  <a:lumMod val="75000"/>
                </a:srgbClr>
              </a:solidFill>
            </p:grpSpPr>
            <p:sp>
              <p:nvSpPr>
                <p:cNvPr id="80" name="Rectangle 32">
                  <a:extLst>
                    <a:ext uri="{FF2B5EF4-FFF2-40B4-BE49-F238E27FC236}">
                      <a16:creationId xmlns:a16="http://schemas.microsoft.com/office/drawing/2014/main" id="{9965A54E-0457-C93F-FDA9-5B54D0664113}"/>
                    </a:ext>
                  </a:extLst>
                </p:cNvPr>
                <p:cNvSpPr/>
                <p:nvPr/>
              </p:nvSpPr>
              <p:spPr>
                <a:xfrm>
                  <a:off x="1931223" y="2586696"/>
                  <a:ext cx="1836855" cy="3068266"/>
                </a:xfrm>
                <a:custGeom>
                  <a:avLst/>
                  <a:gdLst>
                    <a:gd name="connsiteX0" fmla="*/ 0 w 1000205"/>
                    <a:gd name="connsiteY0" fmla="*/ 0 h 2047849"/>
                    <a:gd name="connsiteX1" fmla="*/ 1000205 w 1000205"/>
                    <a:gd name="connsiteY1" fmla="*/ 0 h 2047849"/>
                    <a:gd name="connsiteX2" fmla="*/ 1000205 w 1000205"/>
                    <a:gd name="connsiteY2" fmla="*/ 2047849 h 2047849"/>
                    <a:gd name="connsiteX3" fmla="*/ 0 w 1000205"/>
                    <a:gd name="connsiteY3" fmla="*/ 2047849 h 2047849"/>
                    <a:gd name="connsiteX4" fmla="*/ 0 w 1000205"/>
                    <a:gd name="connsiteY4" fmla="*/ 0 h 2047849"/>
                    <a:gd name="connsiteX0" fmla="*/ 0 w 1477283"/>
                    <a:gd name="connsiteY0" fmla="*/ 0 h 3041762"/>
                    <a:gd name="connsiteX1" fmla="*/ 1477283 w 1477283"/>
                    <a:gd name="connsiteY1" fmla="*/ 993913 h 3041762"/>
                    <a:gd name="connsiteX2" fmla="*/ 1477283 w 1477283"/>
                    <a:gd name="connsiteY2" fmla="*/ 3041762 h 3041762"/>
                    <a:gd name="connsiteX3" fmla="*/ 477078 w 1477283"/>
                    <a:gd name="connsiteY3" fmla="*/ 3041762 h 3041762"/>
                    <a:gd name="connsiteX4" fmla="*/ 0 w 1477283"/>
                    <a:gd name="connsiteY4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0 w 1477283"/>
                    <a:gd name="connsiteY5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172483 w 1477283"/>
                    <a:gd name="connsiteY2" fmla="*/ 1431235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615097"/>
                    <a:gd name="connsiteY0" fmla="*/ 0 h 3041762"/>
                    <a:gd name="connsiteX1" fmla="*/ 581427 w 1615097"/>
                    <a:gd name="connsiteY1" fmla="*/ 646834 h 3041762"/>
                    <a:gd name="connsiteX2" fmla="*/ 1172483 w 1615097"/>
                    <a:gd name="connsiteY2" fmla="*/ 1431235 h 3041762"/>
                    <a:gd name="connsiteX3" fmla="*/ 1615097 w 1615097"/>
                    <a:gd name="connsiteY3" fmla="*/ 2223843 h 3041762"/>
                    <a:gd name="connsiteX4" fmla="*/ 1477283 w 1615097"/>
                    <a:gd name="connsiteY4" fmla="*/ 3041762 h 3041762"/>
                    <a:gd name="connsiteX5" fmla="*/ 477078 w 1615097"/>
                    <a:gd name="connsiteY5" fmla="*/ 3041762 h 3041762"/>
                    <a:gd name="connsiteX6" fmla="*/ 250123 w 1615097"/>
                    <a:gd name="connsiteY6" fmla="*/ 1004643 h 3041762"/>
                    <a:gd name="connsiteX7" fmla="*/ 0 w 1615097"/>
                    <a:gd name="connsiteY7" fmla="*/ 0 h 3041762"/>
                    <a:gd name="connsiteX0" fmla="*/ 0 w 1888100"/>
                    <a:gd name="connsiteY0" fmla="*/ 0 h 3041762"/>
                    <a:gd name="connsiteX1" fmla="*/ 581427 w 1888100"/>
                    <a:gd name="connsiteY1" fmla="*/ 646834 h 3041762"/>
                    <a:gd name="connsiteX2" fmla="*/ 1172483 w 1888100"/>
                    <a:gd name="connsiteY2" fmla="*/ 1431235 h 3041762"/>
                    <a:gd name="connsiteX3" fmla="*/ 1615097 w 1888100"/>
                    <a:gd name="connsiteY3" fmla="*/ 2223843 h 3041762"/>
                    <a:gd name="connsiteX4" fmla="*/ 1888100 w 1888100"/>
                    <a:gd name="connsiteY4" fmla="*/ 3002006 h 3041762"/>
                    <a:gd name="connsiteX5" fmla="*/ 477078 w 1888100"/>
                    <a:gd name="connsiteY5" fmla="*/ 3041762 h 3041762"/>
                    <a:gd name="connsiteX6" fmla="*/ 250123 w 1888100"/>
                    <a:gd name="connsiteY6" fmla="*/ 1004643 h 3041762"/>
                    <a:gd name="connsiteX7" fmla="*/ 0 w 1888100"/>
                    <a:gd name="connsiteY7" fmla="*/ 0 h 3041762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250123 w 1888100"/>
                    <a:gd name="connsiteY6" fmla="*/ 1004643 h 3068266"/>
                    <a:gd name="connsiteX7" fmla="*/ 0 w 1888100"/>
                    <a:gd name="connsiteY7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250123 w 1888100"/>
                    <a:gd name="connsiteY7" fmla="*/ 1004643 h 3068266"/>
                    <a:gd name="connsiteX8" fmla="*/ 0 w 1888100"/>
                    <a:gd name="connsiteY8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787346"/>
                    <a:gd name="connsiteY0" fmla="*/ 0 h 3068266"/>
                    <a:gd name="connsiteX1" fmla="*/ 599943 w 1787346"/>
                    <a:gd name="connsiteY1" fmla="*/ 646834 h 3068266"/>
                    <a:gd name="connsiteX2" fmla="*/ 1190999 w 1787346"/>
                    <a:gd name="connsiteY2" fmla="*/ 1431235 h 3068266"/>
                    <a:gd name="connsiteX3" fmla="*/ 1633613 w 1787346"/>
                    <a:gd name="connsiteY3" fmla="*/ 2223843 h 3068266"/>
                    <a:gd name="connsiteX4" fmla="*/ 1787346 w 1787346"/>
                    <a:gd name="connsiteY4" fmla="*/ 3028510 h 3068266"/>
                    <a:gd name="connsiteX5" fmla="*/ 1622029 w 1787346"/>
                    <a:gd name="connsiteY5" fmla="*/ 3068266 h 3068266"/>
                    <a:gd name="connsiteX6" fmla="*/ 1130029 w 1787346"/>
                    <a:gd name="connsiteY6" fmla="*/ 2661165 h 3068266"/>
                    <a:gd name="connsiteX7" fmla="*/ 811977 w 1787346"/>
                    <a:gd name="connsiteY7" fmla="*/ 1919043 h 3068266"/>
                    <a:gd name="connsiteX8" fmla="*/ 268639 w 1787346"/>
                    <a:gd name="connsiteY8" fmla="*/ 1004643 h 3068266"/>
                    <a:gd name="connsiteX9" fmla="*/ 18516 w 1787346"/>
                    <a:gd name="connsiteY9" fmla="*/ 0 h 3068266"/>
                    <a:gd name="connsiteX0" fmla="*/ 18516 w 1836855"/>
                    <a:gd name="connsiteY0" fmla="*/ 0 h 3068266"/>
                    <a:gd name="connsiteX1" fmla="*/ 599943 w 1836855"/>
                    <a:gd name="connsiteY1" fmla="*/ 646834 h 3068266"/>
                    <a:gd name="connsiteX2" fmla="*/ 1190999 w 1836855"/>
                    <a:gd name="connsiteY2" fmla="*/ 1431235 h 3068266"/>
                    <a:gd name="connsiteX3" fmla="*/ 1633613 w 1836855"/>
                    <a:gd name="connsiteY3" fmla="*/ 2223843 h 3068266"/>
                    <a:gd name="connsiteX4" fmla="*/ 1787346 w 1836855"/>
                    <a:gd name="connsiteY4" fmla="*/ 3028510 h 3068266"/>
                    <a:gd name="connsiteX5" fmla="*/ 1622029 w 1836855"/>
                    <a:gd name="connsiteY5" fmla="*/ 3068266 h 3068266"/>
                    <a:gd name="connsiteX6" fmla="*/ 1130029 w 1836855"/>
                    <a:gd name="connsiteY6" fmla="*/ 2661165 h 3068266"/>
                    <a:gd name="connsiteX7" fmla="*/ 811977 w 1836855"/>
                    <a:gd name="connsiteY7" fmla="*/ 1919043 h 3068266"/>
                    <a:gd name="connsiteX8" fmla="*/ 268639 w 1836855"/>
                    <a:gd name="connsiteY8" fmla="*/ 1004643 h 3068266"/>
                    <a:gd name="connsiteX9" fmla="*/ 18516 w 1836855"/>
                    <a:gd name="connsiteY9" fmla="*/ 0 h 3068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36855" h="3068266">
                      <a:moveTo>
                        <a:pt x="18516" y="0"/>
                      </a:moveTo>
                      <a:cubicBezTo>
                        <a:pt x="486203" y="61003"/>
                        <a:pt x="397300" y="440057"/>
                        <a:pt x="599943" y="646834"/>
                      </a:cubicBezTo>
                      <a:cubicBezTo>
                        <a:pt x="995744" y="881797"/>
                        <a:pt x="1126502" y="1143263"/>
                        <a:pt x="1190999" y="1431235"/>
                      </a:cubicBezTo>
                      <a:cubicBezTo>
                        <a:pt x="1515232" y="1664515"/>
                        <a:pt x="1587675" y="1977310"/>
                        <a:pt x="1633613" y="2223843"/>
                      </a:cubicBezTo>
                      <a:cubicBezTo>
                        <a:pt x="1870388" y="2483231"/>
                        <a:pt x="1868623" y="2848635"/>
                        <a:pt x="1787346" y="3028510"/>
                      </a:cubicBezTo>
                      <a:lnTo>
                        <a:pt x="1622029" y="3068266"/>
                      </a:lnTo>
                      <a:cubicBezTo>
                        <a:pt x="1543398" y="3011459"/>
                        <a:pt x="1209820" y="3097867"/>
                        <a:pt x="1130029" y="2661165"/>
                      </a:cubicBezTo>
                      <a:cubicBezTo>
                        <a:pt x="968516" y="2476254"/>
                        <a:pt x="836273" y="2301147"/>
                        <a:pt x="811977" y="1919043"/>
                      </a:cubicBezTo>
                      <a:cubicBezTo>
                        <a:pt x="628656" y="1656209"/>
                        <a:pt x="400882" y="1463632"/>
                        <a:pt x="268639" y="1004643"/>
                      </a:cubicBezTo>
                      <a:cubicBezTo>
                        <a:pt x="185265" y="669762"/>
                        <a:pt x="-70389" y="507159"/>
                        <a:pt x="18516" y="0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501A8726-470F-9451-012A-AC222F4BAA41}"/>
                    </a:ext>
                  </a:extLst>
                </p:cNvPr>
                <p:cNvSpPr/>
                <p:nvPr/>
              </p:nvSpPr>
              <p:spPr>
                <a:xfrm>
                  <a:off x="1948070" y="2597426"/>
                  <a:ext cx="1775791" cy="3008244"/>
                </a:xfrm>
                <a:custGeom>
                  <a:avLst/>
                  <a:gdLst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775791 w 1775791"/>
                    <a:gd name="connsiteY2" fmla="*/ 3008244 h 3008244"/>
                    <a:gd name="connsiteX3" fmla="*/ 1775791 w 1775791"/>
                    <a:gd name="connsiteY3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5791" h="3008244">
                      <a:moveTo>
                        <a:pt x="0" y="0"/>
                      </a:moveTo>
                      <a:cubicBezTo>
                        <a:pt x="322470" y="238539"/>
                        <a:pt x="326887" y="742122"/>
                        <a:pt x="556591" y="1139687"/>
                      </a:cubicBezTo>
                      <a:cubicBezTo>
                        <a:pt x="737704" y="1417983"/>
                        <a:pt x="1038087" y="1590261"/>
                        <a:pt x="1219200" y="1921565"/>
                      </a:cubicBezTo>
                      <a:cubicBezTo>
                        <a:pt x="1338469" y="2548834"/>
                        <a:pt x="1590261" y="2646018"/>
                        <a:pt x="1775791" y="3008244"/>
                      </a:cubicBezTo>
                      <a:lnTo>
                        <a:pt x="1775791" y="3008244"/>
                      </a:lnTo>
                    </a:path>
                  </a:pathLst>
                </a:custGeom>
                <a:grpFill/>
                <a:ln w="12700" cap="flat" cmpd="sng" algn="ctr">
                  <a:solidFill>
                    <a:schemeClr val="accent6">
                      <a:lumMod val="50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1A833B44-F9F3-50A5-C64F-2616F3B27E53}"/>
                  </a:ext>
                </a:extLst>
              </p:cNvPr>
              <p:cNvGrpSpPr/>
              <p:nvPr/>
            </p:nvGrpSpPr>
            <p:grpSpPr>
              <a:xfrm>
                <a:off x="1931223" y="2586696"/>
                <a:ext cx="1836855" cy="3068266"/>
                <a:chOff x="1931223" y="2586696"/>
                <a:chExt cx="1836855" cy="3068266"/>
              </a:xfrm>
              <a:solidFill>
                <a:srgbClr val="70AD47">
                  <a:lumMod val="75000"/>
                </a:srgbClr>
              </a:solidFill>
            </p:grpSpPr>
            <p:sp>
              <p:nvSpPr>
                <p:cNvPr id="78" name="Rectangle 32">
                  <a:extLst>
                    <a:ext uri="{FF2B5EF4-FFF2-40B4-BE49-F238E27FC236}">
                      <a16:creationId xmlns:a16="http://schemas.microsoft.com/office/drawing/2014/main" id="{03C54D95-D46B-327B-41E7-372B13BDE905}"/>
                    </a:ext>
                  </a:extLst>
                </p:cNvPr>
                <p:cNvSpPr/>
                <p:nvPr/>
              </p:nvSpPr>
              <p:spPr>
                <a:xfrm>
                  <a:off x="1931223" y="2586696"/>
                  <a:ext cx="1836855" cy="3068266"/>
                </a:xfrm>
                <a:custGeom>
                  <a:avLst/>
                  <a:gdLst>
                    <a:gd name="connsiteX0" fmla="*/ 0 w 1000205"/>
                    <a:gd name="connsiteY0" fmla="*/ 0 h 2047849"/>
                    <a:gd name="connsiteX1" fmla="*/ 1000205 w 1000205"/>
                    <a:gd name="connsiteY1" fmla="*/ 0 h 2047849"/>
                    <a:gd name="connsiteX2" fmla="*/ 1000205 w 1000205"/>
                    <a:gd name="connsiteY2" fmla="*/ 2047849 h 2047849"/>
                    <a:gd name="connsiteX3" fmla="*/ 0 w 1000205"/>
                    <a:gd name="connsiteY3" fmla="*/ 2047849 h 2047849"/>
                    <a:gd name="connsiteX4" fmla="*/ 0 w 1000205"/>
                    <a:gd name="connsiteY4" fmla="*/ 0 h 2047849"/>
                    <a:gd name="connsiteX0" fmla="*/ 0 w 1477283"/>
                    <a:gd name="connsiteY0" fmla="*/ 0 h 3041762"/>
                    <a:gd name="connsiteX1" fmla="*/ 1477283 w 1477283"/>
                    <a:gd name="connsiteY1" fmla="*/ 993913 h 3041762"/>
                    <a:gd name="connsiteX2" fmla="*/ 1477283 w 1477283"/>
                    <a:gd name="connsiteY2" fmla="*/ 3041762 h 3041762"/>
                    <a:gd name="connsiteX3" fmla="*/ 477078 w 1477283"/>
                    <a:gd name="connsiteY3" fmla="*/ 3041762 h 3041762"/>
                    <a:gd name="connsiteX4" fmla="*/ 0 w 1477283"/>
                    <a:gd name="connsiteY4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0 w 1477283"/>
                    <a:gd name="connsiteY5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172483 w 1477283"/>
                    <a:gd name="connsiteY2" fmla="*/ 1431235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615097"/>
                    <a:gd name="connsiteY0" fmla="*/ 0 h 3041762"/>
                    <a:gd name="connsiteX1" fmla="*/ 581427 w 1615097"/>
                    <a:gd name="connsiteY1" fmla="*/ 646834 h 3041762"/>
                    <a:gd name="connsiteX2" fmla="*/ 1172483 w 1615097"/>
                    <a:gd name="connsiteY2" fmla="*/ 1431235 h 3041762"/>
                    <a:gd name="connsiteX3" fmla="*/ 1615097 w 1615097"/>
                    <a:gd name="connsiteY3" fmla="*/ 2223843 h 3041762"/>
                    <a:gd name="connsiteX4" fmla="*/ 1477283 w 1615097"/>
                    <a:gd name="connsiteY4" fmla="*/ 3041762 h 3041762"/>
                    <a:gd name="connsiteX5" fmla="*/ 477078 w 1615097"/>
                    <a:gd name="connsiteY5" fmla="*/ 3041762 h 3041762"/>
                    <a:gd name="connsiteX6" fmla="*/ 250123 w 1615097"/>
                    <a:gd name="connsiteY6" fmla="*/ 1004643 h 3041762"/>
                    <a:gd name="connsiteX7" fmla="*/ 0 w 1615097"/>
                    <a:gd name="connsiteY7" fmla="*/ 0 h 3041762"/>
                    <a:gd name="connsiteX0" fmla="*/ 0 w 1888100"/>
                    <a:gd name="connsiteY0" fmla="*/ 0 h 3041762"/>
                    <a:gd name="connsiteX1" fmla="*/ 581427 w 1888100"/>
                    <a:gd name="connsiteY1" fmla="*/ 646834 h 3041762"/>
                    <a:gd name="connsiteX2" fmla="*/ 1172483 w 1888100"/>
                    <a:gd name="connsiteY2" fmla="*/ 1431235 h 3041762"/>
                    <a:gd name="connsiteX3" fmla="*/ 1615097 w 1888100"/>
                    <a:gd name="connsiteY3" fmla="*/ 2223843 h 3041762"/>
                    <a:gd name="connsiteX4" fmla="*/ 1888100 w 1888100"/>
                    <a:gd name="connsiteY4" fmla="*/ 3002006 h 3041762"/>
                    <a:gd name="connsiteX5" fmla="*/ 477078 w 1888100"/>
                    <a:gd name="connsiteY5" fmla="*/ 3041762 h 3041762"/>
                    <a:gd name="connsiteX6" fmla="*/ 250123 w 1888100"/>
                    <a:gd name="connsiteY6" fmla="*/ 1004643 h 3041762"/>
                    <a:gd name="connsiteX7" fmla="*/ 0 w 1888100"/>
                    <a:gd name="connsiteY7" fmla="*/ 0 h 3041762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250123 w 1888100"/>
                    <a:gd name="connsiteY6" fmla="*/ 1004643 h 3068266"/>
                    <a:gd name="connsiteX7" fmla="*/ 0 w 1888100"/>
                    <a:gd name="connsiteY7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250123 w 1888100"/>
                    <a:gd name="connsiteY7" fmla="*/ 1004643 h 3068266"/>
                    <a:gd name="connsiteX8" fmla="*/ 0 w 1888100"/>
                    <a:gd name="connsiteY8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787346"/>
                    <a:gd name="connsiteY0" fmla="*/ 0 h 3068266"/>
                    <a:gd name="connsiteX1" fmla="*/ 599943 w 1787346"/>
                    <a:gd name="connsiteY1" fmla="*/ 646834 h 3068266"/>
                    <a:gd name="connsiteX2" fmla="*/ 1190999 w 1787346"/>
                    <a:gd name="connsiteY2" fmla="*/ 1431235 h 3068266"/>
                    <a:gd name="connsiteX3" fmla="*/ 1633613 w 1787346"/>
                    <a:gd name="connsiteY3" fmla="*/ 2223843 h 3068266"/>
                    <a:gd name="connsiteX4" fmla="*/ 1787346 w 1787346"/>
                    <a:gd name="connsiteY4" fmla="*/ 3028510 h 3068266"/>
                    <a:gd name="connsiteX5" fmla="*/ 1622029 w 1787346"/>
                    <a:gd name="connsiteY5" fmla="*/ 3068266 h 3068266"/>
                    <a:gd name="connsiteX6" fmla="*/ 1130029 w 1787346"/>
                    <a:gd name="connsiteY6" fmla="*/ 2661165 h 3068266"/>
                    <a:gd name="connsiteX7" fmla="*/ 811977 w 1787346"/>
                    <a:gd name="connsiteY7" fmla="*/ 1919043 h 3068266"/>
                    <a:gd name="connsiteX8" fmla="*/ 268639 w 1787346"/>
                    <a:gd name="connsiteY8" fmla="*/ 1004643 h 3068266"/>
                    <a:gd name="connsiteX9" fmla="*/ 18516 w 1787346"/>
                    <a:gd name="connsiteY9" fmla="*/ 0 h 3068266"/>
                    <a:gd name="connsiteX0" fmla="*/ 18516 w 1836855"/>
                    <a:gd name="connsiteY0" fmla="*/ 0 h 3068266"/>
                    <a:gd name="connsiteX1" fmla="*/ 599943 w 1836855"/>
                    <a:gd name="connsiteY1" fmla="*/ 646834 h 3068266"/>
                    <a:gd name="connsiteX2" fmla="*/ 1190999 w 1836855"/>
                    <a:gd name="connsiteY2" fmla="*/ 1431235 h 3068266"/>
                    <a:gd name="connsiteX3" fmla="*/ 1633613 w 1836855"/>
                    <a:gd name="connsiteY3" fmla="*/ 2223843 h 3068266"/>
                    <a:gd name="connsiteX4" fmla="*/ 1787346 w 1836855"/>
                    <a:gd name="connsiteY4" fmla="*/ 3028510 h 3068266"/>
                    <a:gd name="connsiteX5" fmla="*/ 1622029 w 1836855"/>
                    <a:gd name="connsiteY5" fmla="*/ 3068266 h 3068266"/>
                    <a:gd name="connsiteX6" fmla="*/ 1130029 w 1836855"/>
                    <a:gd name="connsiteY6" fmla="*/ 2661165 h 3068266"/>
                    <a:gd name="connsiteX7" fmla="*/ 811977 w 1836855"/>
                    <a:gd name="connsiteY7" fmla="*/ 1919043 h 3068266"/>
                    <a:gd name="connsiteX8" fmla="*/ 268639 w 1836855"/>
                    <a:gd name="connsiteY8" fmla="*/ 1004643 h 3068266"/>
                    <a:gd name="connsiteX9" fmla="*/ 18516 w 1836855"/>
                    <a:gd name="connsiteY9" fmla="*/ 0 h 3068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36855" h="3068266">
                      <a:moveTo>
                        <a:pt x="18516" y="0"/>
                      </a:moveTo>
                      <a:cubicBezTo>
                        <a:pt x="486203" y="61003"/>
                        <a:pt x="397300" y="440057"/>
                        <a:pt x="599943" y="646834"/>
                      </a:cubicBezTo>
                      <a:cubicBezTo>
                        <a:pt x="995744" y="881797"/>
                        <a:pt x="1126502" y="1143263"/>
                        <a:pt x="1190999" y="1431235"/>
                      </a:cubicBezTo>
                      <a:cubicBezTo>
                        <a:pt x="1515232" y="1664515"/>
                        <a:pt x="1587675" y="1977310"/>
                        <a:pt x="1633613" y="2223843"/>
                      </a:cubicBezTo>
                      <a:cubicBezTo>
                        <a:pt x="1870388" y="2483231"/>
                        <a:pt x="1868623" y="2848635"/>
                        <a:pt x="1787346" y="3028510"/>
                      </a:cubicBezTo>
                      <a:lnTo>
                        <a:pt x="1622029" y="3068266"/>
                      </a:lnTo>
                      <a:cubicBezTo>
                        <a:pt x="1543398" y="3011459"/>
                        <a:pt x="1209820" y="3097867"/>
                        <a:pt x="1130029" y="2661165"/>
                      </a:cubicBezTo>
                      <a:cubicBezTo>
                        <a:pt x="968516" y="2476254"/>
                        <a:pt x="836273" y="2301147"/>
                        <a:pt x="811977" y="1919043"/>
                      </a:cubicBezTo>
                      <a:cubicBezTo>
                        <a:pt x="628656" y="1656209"/>
                        <a:pt x="400882" y="1463632"/>
                        <a:pt x="268639" y="1004643"/>
                      </a:cubicBezTo>
                      <a:cubicBezTo>
                        <a:pt x="185265" y="669762"/>
                        <a:pt x="-70389" y="507159"/>
                        <a:pt x="18516" y="0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8DB41203-C095-1146-5FC4-B740782FED70}"/>
                    </a:ext>
                  </a:extLst>
                </p:cNvPr>
                <p:cNvSpPr/>
                <p:nvPr/>
              </p:nvSpPr>
              <p:spPr>
                <a:xfrm>
                  <a:off x="1948070" y="2597426"/>
                  <a:ext cx="1775791" cy="3008244"/>
                </a:xfrm>
                <a:custGeom>
                  <a:avLst/>
                  <a:gdLst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775791 w 1775791"/>
                    <a:gd name="connsiteY2" fmla="*/ 3008244 h 3008244"/>
                    <a:gd name="connsiteX3" fmla="*/ 1775791 w 1775791"/>
                    <a:gd name="connsiteY3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5791" h="3008244">
                      <a:moveTo>
                        <a:pt x="0" y="0"/>
                      </a:moveTo>
                      <a:cubicBezTo>
                        <a:pt x="322470" y="238539"/>
                        <a:pt x="326887" y="742122"/>
                        <a:pt x="556591" y="1139687"/>
                      </a:cubicBezTo>
                      <a:cubicBezTo>
                        <a:pt x="737704" y="1417983"/>
                        <a:pt x="1038087" y="1590261"/>
                        <a:pt x="1219200" y="1921565"/>
                      </a:cubicBezTo>
                      <a:cubicBezTo>
                        <a:pt x="1338469" y="2548834"/>
                        <a:pt x="1590261" y="2646018"/>
                        <a:pt x="1775791" y="3008244"/>
                      </a:cubicBezTo>
                      <a:lnTo>
                        <a:pt x="1775791" y="3008244"/>
                      </a:lnTo>
                    </a:path>
                  </a:pathLst>
                </a:custGeom>
                <a:grpFill/>
                <a:ln w="12700" cap="flat" cmpd="sng" algn="ctr">
                  <a:solidFill>
                    <a:schemeClr val="accent6">
                      <a:lumMod val="50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5246FE04-192B-6931-DC9F-EE113B71F1E5}"/>
                  </a:ext>
                </a:extLst>
              </p:cNvPr>
              <p:cNvGrpSpPr/>
              <p:nvPr/>
            </p:nvGrpSpPr>
            <p:grpSpPr>
              <a:xfrm rot="19505537" flipH="1">
                <a:off x="2703370" y="1977364"/>
                <a:ext cx="2052732" cy="3428865"/>
                <a:chOff x="1931223" y="2586696"/>
                <a:chExt cx="1836855" cy="3068266"/>
              </a:xfrm>
              <a:solidFill>
                <a:srgbClr val="70AD47">
                  <a:lumMod val="75000"/>
                </a:srgbClr>
              </a:solidFill>
            </p:grpSpPr>
            <p:sp>
              <p:nvSpPr>
                <p:cNvPr id="76" name="Rectangle 32">
                  <a:extLst>
                    <a:ext uri="{FF2B5EF4-FFF2-40B4-BE49-F238E27FC236}">
                      <a16:creationId xmlns:a16="http://schemas.microsoft.com/office/drawing/2014/main" id="{FE86B7D3-4C74-B762-F4B7-2E3BDDAE5C56}"/>
                    </a:ext>
                  </a:extLst>
                </p:cNvPr>
                <p:cNvSpPr/>
                <p:nvPr/>
              </p:nvSpPr>
              <p:spPr>
                <a:xfrm>
                  <a:off x="1931223" y="2586696"/>
                  <a:ext cx="1836855" cy="3068266"/>
                </a:xfrm>
                <a:custGeom>
                  <a:avLst/>
                  <a:gdLst>
                    <a:gd name="connsiteX0" fmla="*/ 0 w 1000205"/>
                    <a:gd name="connsiteY0" fmla="*/ 0 h 2047849"/>
                    <a:gd name="connsiteX1" fmla="*/ 1000205 w 1000205"/>
                    <a:gd name="connsiteY1" fmla="*/ 0 h 2047849"/>
                    <a:gd name="connsiteX2" fmla="*/ 1000205 w 1000205"/>
                    <a:gd name="connsiteY2" fmla="*/ 2047849 h 2047849"/>
                    <a:gd name="connsiteX3" fmla="*/ 0 w 1000205"/>
                    <a:gd name="connsiteY3" fmla="*/ 2047849 h 2047849"/>
                    <a:gd name="connsiteX4" fmla="*/ 0 w 1000205"/>
                    <a:gd name="connsiteY4" fmla="*/ 0 h 2047849"/>
                    <a:gd name="connsiteX0" fmla="*/ 0 w 1477283"/>
                    <a:gd name="connsiteY0" fmla="*/ 0 h 3041762"/>
                    <a:gd name="connsiteX1" fmla="*/ 1477283 w 1477283"/>
                    <a:gd name="connsiteY1" fmla="*/ 993913 h 3041762"/>
                    <a:gd name="connsiteX2" fmla="*/ 1477283 w 1477283"/>
                    <a:gd name="connsiteY2" fmla="*/ 3041762 h 3041762"/>
                    <a:gd name="connsiteX3" fmla="*/ 477078 w 1477283"/>
                    <a:gd name="connsiteY3" fmla="*/ 3041762 h 3041762"/>
                    <a:gd name="connsiteX4" fmla="*/ 0 w 1477283"/>
                    <a:gd name="connsiteY4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0 w 1477283"/>
                    <a:gd name="connsiteY5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172483 w 1477283"/>
                    <a:gd name="connsiteY2" fmla="*/ 1431235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615097"/>
                    <a:gd name="connsiteY0" fmla="*/ 0 h 3041762"/>
                    <a:gd name="connsiteX1" fmla="*/ 581427 w 1615097"/>
                    <a:gd name="connsiteY1" fmla="*/ 646834 h 3041762"/>
                    <a:gd name="connsiteX2" fmla="*/ 1172483 w 1615097"/>
                    <a:gd name="connsiteY2" fmla="*/ 1431235 h 3041762"/>
                    <a:gd name="connsiteX3" fmla="*/ 1615097 w 1615097"/>
                    <a:gd name="connsiteY3" fmla="*/ 2223843 h 3041762"/>
                    <a:gd name="connsiteX4" fmla="*/ 1477283 w 1615097"/>
                    <a:gd name="connsiteY4" fmla="*/ 3041762 h 3041762"/>
                    <a:gd name="connsiteX5" fmla="*/ 477078 w 1615097"/>
                    <a:gd name="connsiteY5" fmla="*/ 3041762 h 3041762"/>
                    <a:gd name="connsiteX6" fmla="*/ 250123 w 1615097"/>
                    <a:gd name="connsiteY6" fmla="*/ 1004643 h 3041762"/>
                    <a:gd name="connsiteX7" fmla="*/ 0 w 1615097"/>
                    <a:gd name="connsiteY7" fmla="*/ 0 h 3041762"/>
                    <a:gd name="connsiteX0" fmla="*/ 0 w 1888100"/>
                    <a:gd name="connsiteY0" fmla="*/ 0 h 3041762"/>
                    <a:gd name="connsiteX1" fmla="*/ 581427 w 1888100"/>
                    <a:gd name="connsiteY1" fmla="*/ 646834 h 3041762"/>
                    <a:gd name="connsiteX2" fmla="*/ 1172483 w 1888100"/>
                    <a:gd name="connsiteY2" fmla="*/ 1431235 h 3041762"/>
                    <a:gd name="connsiteX3" fmla="*/ 1615097 w 1888100"/>
                    <a:gd name="connsiteY3" fmla="*/ 2223843 h 3041762"/>
                    <a:gd name="connsiteX4" fmla="*/ 1888100 w 1888100"/>
                    <a:gd name="connsiteY4" fmla="*/ 3002006 h 3041762"/>
                    <a:gd name="connsiteX5" fmla="*/ 477078 w 1888100"/>
                    <a:gd name="connsiteY5" fmla="*/ 3041762 h 3041762"/>
                    <a:gd name="connsiteX6" fmla="*/ 250123 w 1888100"/>
                    <a:gd name="connsiteY6" fmla="*/ 1004643 h 3041762"/>
                    <a:gd name="connsiteX7" fmla="*/ 0 w 1888100"/>
                    <a:gd name="connsiteY7" fmla="*/ 0 h 3041762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250123 w 1888100"/>
                    <a:gd name="connsiteY6" fmla="*/ 1004643 h 3068266"/>
                    <a:gd name="connsiteX7" fmla="*/ 0 w 1888100"/>
                    <a:gd name="connsiteY7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250123 w 1888100"/>
                    <a:gd name="connsiteY7" fmla="*/ 1004643 h 3068266"/>
                    <a:gd name="connsiteX8" fmla="*/ 0 w 1888100"/>
                    <a:gd name="connsiteY8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787346"/>
                    <a:gd name="connsiteY0" fmla="*/ 0 h 3068266"/>
                    <a:gd name="connsiteX1" fmla="*/ 599943 w 1787346"/>
                    <a:gd name="connsiteY1" fmla="*/ 646834 h 3068266"/>
                    <a:gd name="connsiteX2" fmla="*/ 1190999 w 1787346"/>
                    <a:gd name="connsiteY2" fmla="*/ 1431235 h 3068266"/>
                    <a:gd name="connsiteX3" fmla="*/ 1633613 w 1787346"/>
                    <a:gd name="connsiteY3" fmla="*/ 2223843 h 3068266"/>
                    <a:gd name="connsiteX4" fmla="*/ 1787346 w 1787346"/>
                    <a:gd name="connsiteY4" fmla="*/ 3028510 h 3068266"/>
                    <a:gd name="connsiteX5" fmla="*/ 1622029 w 1787346"/>
                    <a:gd name="connsiteY5" fmla="*/ 3068266 h 3068266"/>
                    <a:gd name="connsiteX6" fmla="*/ 1130029 w 1787346"/>
                    <a:gd name="connsiteY6" fmla="*/ 2661165 h 3068266"/>
                    <a:gd name="connsiteX7" fmla="*/ 811977 w 1787346"/>
                    <a:gd name="connsiteY7" fmla="*/ 1919043 h 3068266"/>
                    <a:gd name="connsiteX8" fmla="*/ 268639 w 1787346"/>
                    <a:gd name="connsiteY8" fmla="*/ 1004643 h 3068266"/>
                    <a:gd name="connsiteX9" fmla="*/ 18516 w 1787346"/>
                    <a:gd name="connsiteY9" fmla="*/ 0 h 3068266"/>
                    <a:gd name="connsiteX0" fmla="*/ 18516 w 1836855"/>
                    <a:gd name="connsiteY0" fmla="*/ 0 h 3068266"/>
                    <a:gd name="connsiteX1" fmla="*/ 599943 w 1836855"/>
                    <a:gd name="connsiteY1" fmla="*/ 646834 h 3068266"/>
                    <a:gd name="connsiteX2" fmla="*/ 1190999 w 1836855"/>
                    <a:gd name="connsiteY2" fmla="*/ 1431235 h 3068266"/>
                    <a:gd name="connsiteX3" fmla="*/ 1633613 w 1836855"/>
                    <a:gd name="connsiteY3" fmla="*/ 2223843 h 3068266"/>
                    <a:gd name="connsiteX4" fmla="*/ 1787346 w 1836855"/>
                    <a:gd name="connsiteY4" fmla="*/ 3028510 h 3068266"/>
                    <a:gd name="connsiteX5" fmla="*/ 1622029 w 1836855"/>
                    <a:gd name="connsiteY5" fmla="*/ 3068266 h 3068266"/>
                    <a:gd name="connsiteX6" fmla="*/ 1130029 w 1836855"/>
                    <a:gd name="connsiteY6" fmla="*/ 2661165 h 3068266"/>
                    <a:gd name="connsiteX7" fmla="*/ 811977 w 1836855"/>
                    <a:gd name="connsiteY7" fmla="*/ 1919043 h 3068266"/>
                    <a:gd name="connsiteX8" fmla="*/ 268639 w 1836855"/>
                    <a:gd name="connsiteY8" fmla="*/ 1004643 h 3068266"/>
                    <a:gd name="connsiteX9" fmla="*/ 18516 w 1836855"/>
                    <a:gd name="connsiteY9" fmla="*/ 0 h 3068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36855" h="3068266">
                      <a:moveTo>
                        <a:pt x="18516" y="0"/>
                      </a:moveTo>
                      <a:cubicBezTo>
                        <a:pt x="486203" y="61003"/>
                        <a:pt x="397300" y="440057"/>
                        <a:pt x="599943" y="646834"/>
                      </a:cubicBezTo>
                      <a:cubicBezTo>
                        <a:pt x="995744" y="881797"/>
                        <a:pt x="1126502" y="1143263"/>
                        <a:pt x="1190999" y="1431235"/>
                      </a:cubicBezTo>
                      <a:cubicBezTo>
                        <a:pt x="1515232" y="1664515"/>
                        <a:pt x="1587675" y="1977310"/>
                        <a:pt x="1633613" y="2223843"/>
                      </a:cubicBezTo>
                      <a:cubicBezTo>
                        <a:pt x="1870388" y="2483231"/>
                        <a:pt x="1868623" y="2848635"/>
                        <a:pt x="1787346" y="3028510"/>
                      </a:cubicBezTo>
                      <a:lnTo>
                        <a:pt x="1622029" y="3068266"/>
                      </a:lnTo>
                      <a:cubicBezTo>
                        <a:pt x="1543398" y="3011459"/>
                        <a:pt x="1209820" y="3097867"/>
                        <a:pt x="1130029" y="2661165"/>
                      </a:cubicBezTo>
                      <a:cubicBezTo>
                        <a:pt x="968516" y="2476254"/>
                        <a:pt x="836273" y="2301147"/>
                        <a:pt x="811977" y="1919043"/>
                      </a:cubicBezTo>
                      <a:cubicBezTo>
                        <a:pt x="628656" y="1656209"/>
                        <a:pt x="400882" y="1463632"/>
                        <a:pt x="268639" y="1004643"/>
                      </a:cubicBezTo>
                      <a:cubicBezTo>
                        <a:pt x="185265" y="669762"/>
                        <a:pt x="-70389" y="507159"/>
                        <a:pt x="18516" y="0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AF67B5BB-BE9F-3AFC-A9BE-A52F5D759450}"/>
                    </a:ext>
                  </a:extLst>
                </p:cNvPr>
                <p:cNvSpPr/>
                <p:nvPr/>
              </p:nvSpPr>
              <p:spPr>
                <a:xfrm>
                  <a:off x="1948070" y="2597426"/>
                  <a:ext cx="1775791" cy="3008244"/>
                </a:xfrm>
                <a:custGeom>
                  <a:avLst/>
                  <a:gdLst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775791 w 1775791"/>
                    <a:gd name="connsiteY2" fmla="*/ 3008244 h 3008244"/>
                    <a:gd name="connsiteX3" fmla="*/ 1775791 w 1775791"/>
                    <a:gd name="connsiteY3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5791" h="3008244">
                      <a:moveTo>
                        <a:pt x="0" y="0"/>
                      </a:moveTo>
                      <a:cubicBezTo>
                        <a:pt x="322470" y="238539"/>
                        <a:pt x="326887" y="742122"/>
                        <a:pt x="556591" y="1139687"/>
                      </a:cubicBezTo>
                      <a:cubicBezTo>
                        <a:pt x="737704" y="1417983"/>
                        <a:pt x="1038087" y="1590261"/>
                        <a:pt x="1219200" y="1921565"/>
                      </a:cubicBezTo>
                      <a:cubicBezTo>
                        <a:pt x="1338469" y="2548834"/>
                        <a:pt x="1590261" y="2646018"/>
                        <a:pt x="1775791" y="3008244"/>
                      </a:cubicBezTo>
                      <a:lnTo>
                        <a:pt x="1775791" y="3008244"/>
                      </a:lnTo>
                    </a:path>
                  </a:pathLst>
                </a:custGeom>
                <a:grpFill/>
                <a:ln w="12700" cap="flat" cmpd="sng" algn="ctr">
                  <a:solidFill>
                    <a:schemeClr val="accent6">
                      <a:lumMod val="50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9EF50445-C57B-FBB8-139D-AAC1BE7AA525}"/>
                  </a:ext>
                </a:extLst>
              </p:cNvPr>
              <p:cNvGrpSpPr/>
              <p:nvPr/>
            </p:nvGrpSpPr>
            <p:grpSpPr>
              <a:xfrm rot="19505537" flipH="1">
                <a:off x="3076591" y="11894"/>
                <a:ext cx="3036702" cy="5072480"/>
                <a:chOff x="1931223" y="2586696"/>
                <a:chExt cx="1836855" cy="3068266"/>
              </a:xfrm>
              <a:solidFill>
                <a:srgbClr val="70AD47">
                  <a:lumMod val="75000"/>
                </a:srgbClr>
              </a:solidFill>
            </p:grpSpPr>
            <p:sp>
              <p:nvSpPr>
                <p:cNvPr id="74" name="Rectangle 32">
                  <a:extLst>
                    <a:ext uri="{FF2B5EF4-FFF2-40B4-BE49-F238E27FC236}">
                      <a16:creationId xmlns:a16="http://schemas.microsoft.com/office/drawing/2014/main" id="{DE0B9E8B-7FE3-BCCF-1BB3-33735B8B3E11}"/>
                    </a:ext>
                  </a:extLst>
                </p:cNvPr>
                <p:cNvSpPr/>
                <p:nvPr/>
              </p:nvSpPr>
              <p:spPr>
                <a:xfrm>
                  <a:off x="1931223" y="2586696"/>
                  <a:ext cx="1836855" cy="3068266"/>
                </a:xfrm>
                <a:custGeom>
                  <a:avLst/>
                  <a:gdLst>
                    <a:gd name="connsiteX0" fmla="*/ 0 w 1000205"/>
                    <a:gd name="connsiteY0" fmla="*/ 0 h 2047849"/>
                    <a:gd name="connsiteX1" fmla="*/ 1000205 w 1000205"/>
                    <a:gd name="connsiteY1" fmla="*/ 0 h 2047849"/>
                    <a:gd name="connsiteX2" fmla="*/ 1000205 w 1000205"/>
                    <a:gd name="connsiteY2" fmla="*/ 2047849 h 2047849"/>
                    <a:gd name="connsiteX3" fmla="*/ 0 w 1000205"/>
                    <a:gd name="connsiteY3" fmla="*/ 2047849 h 2047849"/>
                    <a:gd name="connsiteX4" fmla="*/ 0 w 1000205"/>
                    <a:gd name="connsiteY4" fmla="*/ 0 h 2047849"/>
                    <a:gd name="connsiteX0" fmla="*/ 0 w 1477283"/>
                    <a:gd name="connsiteY0" fmla="*/ 0 h 3041762"/>
                    <a:gd name="connsiteX1" fmla="*/ 1477283 w 1477283"/>
                    <a:gd name="connsiteY1" fmla="*/ 993913 h 3041762"/>
                    <a:gd name="connsiteX2" fmla="*/ 1477283 w 1477283"/>
                    <a:gd name="connsiteY2" fmla="*/ 3041762 h 3041762"/>
                    <a:gd name="connsiteX3" fmla="*/ 477078 w 1477283"/>
                    <a:gd name="connsiteY3" fmla="*/ 3041762 h 3041762"/>
                    <a:gd name="connsiteX4" fmla="*/ 0 w 1477283"/>
                    <a:gd name="connsiteY4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0 w 1477283"/>
                    <a:gd name="connsiteY5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477283 w 1477283"/>
                    <a:gd name="connsiteY2" fmla="*/ 993913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477283"/>
                    <a:gd name="connsiteY0" fmla="*/ 0 h 3041762"/>
                    <a:gd name="connsiteX1" fmla="*/ 581427 w 1477283"/>
                    <a:gd name="connsiteY1" fmla="*/ 646834 h 3041762"/>
                    <a:gd name="connsiteX2" fmla="*/ 1172483 w 1477283"/>
                    <a:gd name="connsiteY2" fmla="*/ 1431235 h 3041762"/>
                    <a:gd name="connsiteX3" fmla="*/ 1477283 w 1477283"/>
                    <a:gd name="connsiteY3" fmla="*/ 3041762 h 3041762"/>
                    <a:gd name="connsiteX4" fmla="*/ 477078 w 1477283"/>
                    <a:gd name="connsiteY4" fmla="*/ 3041762 h 3041762"/>
                    <a:gd name="connsiteX5" fmla="*/ 250123 w 1477283"/>
                    <a:gd name="connsiteY5" fmla="*/ 1004643 h 3041762"/>
                    <a:gd name="connsiteX6" fmla="*/ 0 w 1477283"/>
                    <a:gd name="connsiteY6" fmla="*/ 0 h 3041762"/>
                    <a:gd name="connsiteX0" fmla="*/ 0 w 1615097"/>
                    <a:gd name="connsiteY0" fmla="*/ 0 h 3041762"/>
                    <a:gd name="connsiteX1" fmla="*/ 581427 w 1615097"/>
                    <a:gd name="connsiteY1" fmla="*/ 646834 h 3041762"/>
                    <a:gd name="connsiteX2" fmla="*/ 1172483 w 1615097"/>
                    <a:gd name="connsiteY2" fmla="*/ 1431235 h 3041762"/>
                    <a:gd name="connsiteX3" fmla="*/ 1615097 w 1615097"/>
                    <a:gd name="connsiteY3" fmla="*/ 2223843 h 3041762"/>
                    <a:gd name="connsiteX4" fmla="*/ 1477283 w 1615097"/>
                    <a:gd name="connsiteY4" fmla="*/ 3041762 h 3041762"/>
                    <a:gd name="connsiteX5" fmla="*/ 477078 w 1615097"/>
                    <a:gd name="connsiteY5" fmla="*/ 3041762 h 3041762"/>
                    <a:gd name="connsiteX6" fmla="*/ 250123 w 1615097"/>
                    <a:gd name="connsiteY6" fmla="*/ 1004643 h 3041762"/>
                    <a:gd name="connsiteX7" fmla="*/ 0 w 1615097"/>
                    <a:gd name="connsiteY7" fmla="*/ 0 h 3041762"/>
                    <a:gd name="connsiteX0" fmla="*/ 0 w 1888100"/>
                    <a:gd name="connsiteY0" fmla="*/ 0 h 3041762"/>
                    <a:gd name="connsiteX1" fmla="*/ 581427 w 1888100"/>
                    <a:gd name="connsiteY1" fmla="*/ 646834 h 3041762"/>
                    <a:gd name="connsiteX2" fmla="*/ 1172483 w 1888100"/>
                    <a:gd name="connsiteY2" fmla="*/ 1431235 h 3041762"/>
                    <a:gd name="connsiteX3" fmla="*/ 1615097 w 1888100"/>
                    <a:gd name="connsiteY3" fmla="*/ 2223843 h 3041762"/>
                    <a:gd name="connsiteX4" fmla="*/ 1888100 w 1888100"/>
                    <a:gd name="connsiteY4" fmla="*/ 3002006 h 3041762"/>
                    <a:gd name="connsiteX5" fmla="*/ 477078 w 1888100"/>
                    <a:gd name="connsiteY5" fmla="*/ 3041762 h 3041762"/>
                    <a:gd name="connsiteX6" fmla="*/ 250123 w 1888100"/>
                    <a:gd name="connsiteY6" fmla="*/ 1004643 h 3041762"/>
                    <a:gd name="connsiteX7" fmla="*/ 0 w 1888100"/>
                    <a:gd name="connsiteY7" fmla="*/ 0 h 3041762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250123 w 1888100"/>
                    <a:gd name="connsiteY6" fmla="*/ 1004643 h 3068266"/>
                    <a:gd name="connsiteX7" fmla="*/ 0 w 1888100"/>
                    <a:gd name="connsiteY7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250123 w 1888100"/>
                    <a:gd name="connsiteY7" fmla="*/ 1004643 h 3068266"/>
                    <a:gd name="connsiteX8" fmla="*/ 0 w 1888100"/>
                    <a:gd name="connsiteY8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0 w 1888100"/>
                    <a:gd name="connsiteY0" fmla="*/ 0 h 3068266"/>
                    <a:gd name="connsiteX1" fmla="*/ 581427 w 1888100"/>
                    <a:gd name="connsiteY1" fmla="*/ 646834 h 3068266"/>
                    <a:gd name="connsiteX2" fmla="*/ 1172483 w 1888100"/>
                    <a:gd name="connsiteY2" fmla="*/ 1431235 h 3068266"/>
                    <a:gd name="connsiteX3" fmla="*/ 1615097 w 1888100"/>
                    <a:gd name="connsiteY3" fmla="*/ 2223843 h 3068266"/>
                    <a:gd name="connsiteX4" fmla="*/ 1888100 w 1888100"/>
                    <a:gd name="connsiteY4" fmla="*/ 3002006 h 3068266"/>
                    <a:gd name="connsiteX5" fmla="*/ 1603513 w 1888100"/>
                    <a:gd name="connsiteY5" fmla="*/ 3068266 h 3068266"/>
                    <a:gd name="connsiteX6" fmla="*/ 1111513 w 1888100"/>
                    <a:gd name="connsiteY6" fmla="*/ 2661165 h 3068266"/>
                    <a:gd name="connsiteX7" fmla="*/ 793461 w 1888100"/>
                    <a:gd name="connsiteY7" fmla="*/ 1919043 h 3068266"/>
                    <a:gd name="connsiteX8" fmla="*/ 250123 w 1888100"/>
                    <a:gd name="connsiteY8" fmla="*/ 1004643 h 3068266"/>
                    <a:gd name="connsiteX9" fmla="*/ 0 w 1888100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906616"/>
                    <a:gd name="connsiteY0" fmla="*/ 0 h 3068266"/>
                    <a:gd name="connsiteX1" fmla="*/ 599943 w 1906616"/>
                    <a:gd name="connsiteY1" fmla="*/ 646834 h 3068266"/>
                    <a:gd name="connsiteX2" fmla="*/ 1190999 w 1906616"/>
                    <a:gd name="connsiteY2" fmla="*/ 1431235 h 3068266"/>
                    <a:gd name="connsiteX3" fmla="*/ 1633613 w 1906616"/>
                    <a:gd name="connsiteY3" fmla="*/ 2223843 h 3068266"/>
                    <a:gd name="connsiteX4" fmla="*/ 1906616 w 1906616"/>
                    <a:gd name="connsiteY4" fmla="*/ 3002006 h 3068266"/>
                    <a:gd name="connsiteX5" fmla="*/ 1622029 w 1906616"/>
                    <a:gd name="connsiteY5" fmla="*/ 3068266 h 3068266"/>
                    <a:gd name="connsiteX6" fmla="*/ 1130029 w 1906616"/>
                    <a:gd name="connsiteY6" fmla="*/ 2661165 h 3068266"/>
                    <a:gd name="connsiteX7" fmla="*/ 811977 w 1906616"/>
                    <a:gd name="connsiteY7" fmla="*/ 1919043 h 3068266"/>
                    <a:gd name="connsiteX8" fmla="*/ 268639 w 1906616"/>
                    <a:gd name="connsiteY8" fmla="*/ 1004643 h 3068266"/>
                    <a:gd name="connsiteX9" fmla="*/ 18516 w 1906616"/>
                    <a:gd name="connsiteY9" fmla="*/ 0 h 3068266"/>
                    <a:gd name="connsiteX0" fmla="*/ 18516 w 1787346"/>
                    <a:gd name="connsiteY0" fmla="*/ 0 h 3068266"/>
                    <a:gd name="connsiteX1" fmla="*/ 599943 w 1787346"/>
                    <a:gd name="connsiteY1" fmla="*/ 646834 h 3068266"/>
                    <a:gd name="connsiteX2" fmla="*/ 1190999 w 1787346"/>
                    <a:gd name="connsiteY2" fmla="*/ 1431235 h 3068266"/>
                    <a:gd name="connsiteX3" fmla="*/ 1633613 w 1787346"/>
                    <a:gd name="connsiteY3" fmla="*/ 2223843 h 3068266"/>
                    <a:gd name="connsiteX4" fmla="*/ 1787346 w 1787346"/>
                    <a:gd name="connsiteY4" fmla="*/ 3028510 h 3068266"/>
                    <a:gd name="connsiteX5" fmla="*/ 1622029 w 1787346"/>
                    <a:gd name="connsiteY5" fmla="*/ 3068266 h 3068266"/>
                    <a:gd name="connsiteX6" fmla="*/ 1130029 w 1787346"/>
                    <a:gd name="connsiteY6" fmla="*/ 2661165 h 3068266"/>
                    <a:gd name="connsiteX7" fmla="*/ 811977 w 1787346"/>
                    <a:gd name="connsiteY7" fmla="*/ 1919043 h 3068266"/>
                    <a:gd name="connsiteX8" fmla="*/ 268639 w 1787346"/>
                    <a:gd name="connsiteY8" fmla="*/ 1004643 h 3068266"/>
                    <a:gd name="connsiteX9" fmla="*/ 18516 w 1787346"/>
                    <a:gd name="connsiteY9" fmla="*/ 0 h 3068266"/>
                    <a:gd name="connsiteX0" fmla="*/ 18516 w 1836855"/>
                    <a:gd name="connsiteY0" fmla="*/ 0 h 3068266"/>
                    <a:gd name="connsiteX1" fmla="*/ 599943 w 1836855"/>
                    <a:gd name="connsiteY1" fmla="*/ 646834 h 3068266"/>
                    <a:gd name="connsiteX2" fmla="*/ 1190999 w 1836855"/>
                    <a:gd name="connsiteY2" fmla="*/ 1431235 h 3068266"/>
                    <a:gd name="connsiteX3" fmla="*/ 1633613 w 1836855"/>
                    <a:gd name="connsiteY3" fmla="*/ 2223843 h 3068266"/>
                    <a:gd name="connsiteX4" fmla="*/ 1787346 w 1836855"/>
                    <a:gd name="connsiteY4" fmla="*/ 3028510 h 3068266"/>
                    <a:gd name="connsiteX5" fmla="*/ 1622029 w 1836855"/>
                    <a:gd name="connsiteY5" fmla="*/ 3068266 h 3068266"/>
                    <a:gd name="connsiteX6" fmla="*/ 1130029 w 1836855"/>
                    <a:gd name="connsiteY6" fmla="*/ 2661165 h 3068266"/>
                    <a:gd name="connsiteX7" fmla="*/ 811977 w 1836855"/>
                    <a:gd name="connsiteY7" fmla="*/ 1919043 h 3068266"/>
                    <a:gd name="connsiteX8" fmla="*/ 268639 w 1836855"/>
                    <a:gd name="connsiteY8" fmla="*/ 1004643 h 3068266"/>
                    <a:gd name="connsiteX9" fmla="*/ 18516 w 1836855"/>
                    <a:gd name="connsiteY9" fmla="*/ 0 h 3068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36855" h="3068266">
                      <a:moveTo>
                        <a:pt x="18516" y="0"/>
                      </a:moveTo>
                      <a:cubicBezTo>
                        <a:pt x="486203" y="61003"/>
                        <a:pt x="397300" y="440057"/>
                        <a:pt x="599943" y="646834"/>
                      </a:cubicBezTo>
                      <a:cubicBezTo>
                        <a:pt x="995744" y="881797"/>
                        <a:pt x="1126502" y="1143263"/>
                        <a:pt x="1190999" y="1431235"/>
                      </a:cubicBezTo>
                      <a:cubicBezTo>
                        <a:pt x="1515232" y="1664515"/>
                        <a:pt x="1587675" y="1977310"/>
                        <a:pt x="1633613" y="2223843"/>
                      </a:cubicBezTo>
                      <a:cubicBezTo>
                        <a:pt x="1870388" y="2483231"/>
                        <a:pt x="1868623" y="2848635"/>
                        <a:pt x="1787346" y="3028510"/>
                      </a:cubicBezTo>
                      <a:lnTo>
                        <a:pt x="1622029" y="3068266"/>
                      </a:lnTo>
                      <a:cubicBezTo>
                        <a:pt x="1543398" y="3011459"/>
                        <a:pt x="1209820" y="3097867"/>
                        <a:pt x="1130029" y="2661165"/>
                      </a:cubicBezTo>
                      <a:cubicBezTo>
                        <a:pt x="968516" y="2476254"/>
                        <a:pt x="836273" y="2301147"/>
                        <a:pt x="811977" y="1919043"/>
                      </a:cubicBezTo>
                      <a:cubicBezTo>
                        <a:pt x="628656" y="1656209"/>
                        <a:pt x="400882" y="1463632"/>
                        <a:pt x="268639" y="1004643"/>
                      </a:cubicBezTo>
                      <a:cubicBezTo>
                        <a:pt x="185265" y="669762"/>
                        <a:pt x="-70389" y="507159"/>
                        <a:pt x="18516" y="0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3BA8D478-BE00-089E-3BFD-01809B4D67C4}"/>
                    </a:ext>
                  </a:extLst>
                </p:cNvPr>
                <p:cNvSpPr/>
                <p:nvPr/>
              </p:nvSpPr>
              <p:spPr>
                <a:xfrm>
                  <a:off x="1948070" y="2597426"/>
                  <a:ext cx="1775791" cy="3008244"/>
                </a:xfrm>
                <a:custGeom>
                  <a:avLst/>
                  <a:gdLst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1775791 w 1775791"/>
                    <a:gd name="connsiteY1" fmla="*/ 3008244 h 3008244"/>
                    <a:gd name="connsiteX2" fmla="*/ 1775791 w 1775791"/>
                    <a:gd name="connsiteY2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775791 w 1775791"/>
                    <a:gd name="connsiteY2" fmla="*/ 3008244 h 3008244"/>
                    <a:gd name="connsiteX3" fmla="*/ 1775791 w 1775791"/>
                    <a:gd name="connsiteY3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  <a:gd name="connsiteX0" fmla="*/ 0 w 1775791"/>
                    <a:gd name="connsiteY0" fmla="*/ 0 h 3008244"/>
                    <a:gd name="connsiteX1" fmla="*/ 556591 w 1775791"/>
                    <a:gd name="connsiteY1" fmla="*/ 1139687 h 3008244"/>
                    <a:gd name="connsiteX2" fmla="*/ 1219200 w 1775791"/>
                    <a:gd name="connsiteY2" fmla="*/ 1921565 h 3008244"/>
                    <a:gd name="connsiteX3" fmla="*/ 1775791 w 1775791"/>
                    <a:gd name="connsiteY3" fmla="*/ 3008244 h 3008244"/>
                    <a:gd name="connsiteX4" fmla="*/ 1775791 w 1775791"/>
                    <a:gd name="connsiteY4" fmla="*/ 3008244 h 30082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5791" h="3008244">
                      <a:moveTo>
                        <a:pt x="0" y="0"/>
                      </a:moveTo>
                      <a:cubicBezTo>
                        <a:pt x="322470" y="238539"/>
                        <a:pt x="326887" y="742122"/>
                        <a:pt x="556591" y="1139687"/>
                      </a:cubicBezTo>
                      <a:cubicBezTo>
                        <a:pt x="737704" y="1417983"/>
                        <a:pt x="1038087" y="1590261"/>
                        <a:pt x="1219200" y="1921565"/>
                      </a:cubicBezTo>
                      <a:cubicBezTo>
                        <a:pt x="1338469" y="2548834"/>
                        <a:pt x="1590261" y="2646018"/>
                        <a:pt x="1775791" y="3008244"/>
                      </a:cubicBezTo>
                      <a:lnTo>
                        <a:pt x="1775791" y="3008244"/>
                      </a:lnTo>
                    </a:path>
                  </a:pathLst>
                </a:custGeom>
                <a:grpFill/>
                <a:ln w="12700" cap="flat" cmpd="sng" algn="ctr">
                  <a:solidFill>
                    <a:schemeClr val="accent6">
                      <a:lumMod val="50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256FA68F-E2D0-C606-28B7-5194AEBC5A13}"/>
                  </a:ext>
                </a:extLst>
              </p:cNvPr>
              <p:cNvGrpSpPr/>
              <p:nvPr/>
            </p:nvGrpSpPr>
            <p:grpSpPr>
              <a:xfrm>
                <a:off x="3031599" y="5285614"/>
                <a:ext cx="4247764" cy="1236948"/>
                <a:chOff x="3031599" y="5285614"/>
                <a:chExt cx="4247764" cy="1236948"/>
              </a:xfrm>
              <a:solidFill>
                <a:srgbClr val="BABED1"/>
              </a:solidFill>
            </p:grpSpPr>
            <p:sp>
              <p:nvSpPr>
                <p:cNvPr id="67" name="Oval 56">
                  <a:extLst>
                    <a:ext uri="{FF2B5EF4-FFF2-40B4-BE49-F238E27FC236}">
                      <a16:creationId xmlns:a16="http://schemas.microsoft.com/office/drawing/2014/main" id="{99E6D70D-EA23-C831-0504-0BA44E9AE96C}"/>
                    </a:ext>
                  </a:extLst>
                </p:cNvPr>
                <p:cNvSpPr/>
                <p:nvPr/>
              </p:nvSpPr>
              <p:spPr>
                <a:xfrm>
                  <a:off x="4743816" y="5285614"/>
                  <a:ext cx="1506375" cy="771222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Oval 56">
                  <a:extLst>
                    <a:ext uri="{FF2B5EF4-FFF2-40B4-BE49-F238E27FC236}">
                      <a16:creationId xmlns:a16="http://schemas.microsoft.com/office/drawing/2014/main" id="{48D932E7-FE5F-D748-E830-8FB7D988E837}"/>
                    </a:ext>
                  </a:extLst>
                </p:cNvPr>
                <p:cNvSpPr/>
                <p:nvPr/>
              </p:nvSpPr>
              <p:spPr>
                <a:xfrm>
                  <a:off x="5772988" y="5415271"/>
                  <a:ext cx="1506375" cy="830565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Oval 56">
                  <a:extLst>
                    <a:ext uri="{FF2B5EF4-FFF2-40B4-BE49-F238E27FC236}">
                      <a16:creationId xmlns:a16="http://schemas.microsoft.com/office/drawing/2014/main" id="{DABD2E3A-5C5A-383A-B5C3-53262B587D95}"/>
                    </a:ext>
                  </a:extLst>
                </p:cNvPr>
                <p:cNvSpPr/>
                <p:nvPr/>
              </p:nvSpPr>
              <p:spPr>
                <a:xfrm>
                  <a:off x="5671677" y="5754489"/>
                  <a:ext cx="1308623" cy="721531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Oval 56">
                  <a:extLst>
                    <a:ext uri="{FF2B5EF4-FFF2-40B4-BE49-F238E27FC236}">
                      <a16:creationId xmlns:a16="http://schemas.microsoft.com/office/drawing/2014/main" id="{5C7FFF26-AD3A-5ED4-F19A-6D5742BF6D83}"/>
                    </a:ext>
                  </a:extLst>
                </p:cNvPr>
                <p:cNvSpPr/>
                <p:nvPr/>
              </p:nvSpPr>
              <p:spPr>
                <a:xfrm>
                  <a:off x="4003000" y="5299493"/>
                  <a:ext cx="1506375" cy="771222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Oval 56">
                  <a:extLst>
                    <a:ext uri="{FF2B5EF4-FFF2-40B4-BE49-F238E27FC236}">
                      <a16:creationId xmlns:a16="http://schemas.microsoft.com/office/drawing/2014/main" id="{6C0E9780-1442-B98F-187E-70D31ED9C72E}"/>
                    </a:ext>
                  </a:extLst>
                </p:cNvPr>
                <p:cNvSpPr/>
                <p:nvPr/>
              </p:nvSpPr>
              <p:spPr>
                <a:xfrm>
                  <a:off x="4700276" y="5754489"/>
                  <a:ext cx="1308623" cy="721531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Oval 56">
                  <a:extLst>
                    <a:ext uri="{FF2B5EF4-FFF2-40B4-BE49-F238E27FC236}">
                      <a16:creationId xmlns:a16="http://schemas.microsoft.com/office/drawing/2014/main" id="{AADD515D-A3A4-0E49-85CD-99299DC21686}"/>
                    </a:ext>
                  </a:extLst>
                </p:cNvPr>
                <p:cNvSpPr/>
                <p:nvPr/>
              </p:nvSpPr>
              <p:spPr>
                <a:xfrm>
                  <a:off x="3031599" y="5474838"/>
                  <a:ext cx="1506375" cy="771222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Oval 56">
                  <a:extLst>
                    <a:ext uri="{FF2B5EF4-FFF2-40B4-BE49-F238E27FC236}">
                      <a16:creationId xmlns:a16="http://schemas.microsoft.com/office/drawing/2014/main" id="{2AA53D2E-B70D-658F-B073-C1D86E0764BB}"/>
                    </a:ext>
                  </a:extLst>
                </p:cNvPr>
                <p:cNvSpPr/>
                <p:nvPr/>
              </p:nvSpPr>
              <p:spPr>
                <a:xfrm>
                  <a:off x="3684103" y="5801031"/>
                  <a:ext cx="1308623" cy="721531"/>
                </a:xfrm>
                <a:custGeom>
                  <a:avLst/>
                  <a:gdLst>
                    <a:gd name="connsiteX0" fmla="*/ 0 w 1204281"/>
                    <a:gd name="connsiteY0" fmla="*/ 548053 h 1096106"/>
                    <a:gd name="connsiteX1" fmla="*/ 602141 w 1204281"/>
                    <a:gd name="connsiteY1" fmla="*/ 0 h 1096106"/>
                    <a:gd name="connsiteX2" fmla="*/ 1204282 w 1204281"/>
                    <a:gd name="connsiteY2" fmla="*/ 548053 h 1096106"/>
                    <a:gd name="connsiteX3" fmla="*/ 602141 w 1204281"/>
                    <a:gd name="connsiteY3" fmla="*/ 1096106 h 1096106"/>
                    <a:gd name="connsiteX4" fmla="*/ 0 w 1204281"/>
                    <a:gd name="connsiteY4" fmla="*/ 548053 h 1096106"/>
                    <a:gd name="connsiteX0" fmla="*/ 0 w 1204282"/>
                    <a:gd name="connsiteY0" fmla="*/ 548053 h 616559"/>
                    <a:gd name="connsiteX1" fmla="*/ 602141 w 1204282"/>
                    <a:gd name="connsiteY1" fmla="*/ 0 h 616559"/>
                    <a:gd name="connsiteX2" fmla="*/ 1204282 w 1204282"/>
                    <a:gd name="connsiteY2" fmla="*/ 548053 h 616559"/>
                    <a:gd name="connsiteX3" fmla="*/ 0 w 1204282"/>
                    <a:gd name="connsiteY3" fmla="*/ 548053 h 616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4282" h="616559">
                      <a:moveTo>
                        <a:pt x="0" y="548053"/>
                      </a:moveTo>
                      <a:cubicBezTo>
                        <a:pt x="0" y="245372"/>
                        <a:pt x="269588" y="0"/>
                        <a:pt x="602141" y="0"/>
                      </a:cubicBezTo>
                      <a:cubicBezTo>
                        <a:pt x="934694" y="0"/>
                        <a:pt x="1204282" y="245372"/>
                        <a:pt x="1204282" y="548053"/>
                      </a:cubicBezTo>
                      <a:cubicBezTo>
                        <a:pt x="1103925" y="639395"/>
                        <a:pt x="100357" y="639395"/>
                        <a:pt x="0" y="548053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05330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035A20A-CAE4-B865-F03C-71FF49E24A8C}"/>
              </a:ext>
            </a:extLst>
          </p:cNvPr>
          <p:cNvGrpSpPr/>
          <p:nvPr/>
        </p:nvGrpSpPr>
        <p:grpSpPr>
          <a:xfrm>
            <a:off x="336755" y="681926"/>
            <a:ext cx="9545884" cy="5435214"/>
            <a:chOff x="954807" y="399925"/>
            <a:chExt cx="9523556" cy="54225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E0AB7A9-366D-221E-FD7F-01C6D5CE99FC}"/>
                </a:ext>
              </a:extLst>
            </p:cNvPr>
            <p:cNvGrpSpPr/>
            <p:nvPr/>
          </p:nvGrpSpPr>
          <p:grpSpPr>
            <a:xfrm flipH="1">
              <a:off x="5943915" y="4247591"/>
              <a:ext cx="2979505" cy="1555224"/>
              <a:chOff x="2387837" y="4267201"/>
              <a:chExt cx="2979505" cy="1555224"/>
            </a:xfrm>
            <a:solidFill>
              <a:srgbClr val="FF6050"/>
            </a:solidFill>
          </p:grpSpPr>
          <p:sp>
            <p:nvSpPr>
              <p:cNvPr id="28" name="Rectangle 16">
                <a:extLst>
                  <a:ext uri="{FF2B5EF4-FFF2-40B4-BE49-F238E27FC236}">
                    <a16:creationId xmlns:a16="http://schemas.microsoft.com/office/drawing/2014/main" id="{F5616824-30C2-30C0-9D69-9699D6EB8A96}"/>
                  </a:ext>
                </a:extLst>
              </p:cNvPr>
              <p:cNvSpPr/>
              <p:nvPr/>
            </p:nvSpPr>
            <p:spPr>
              <a:xfrm>
                <a:off x="2387837" y="4267201"/>
                <a:ext cx="1660287" cy="801311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0287" h="801311">
                    <a:moveTo>
                      <a:pt x="498237" y="104775"/>
                    </a:moveTo>
                    <a:lnTo>
                      <a:pt x="1612662" y="0"/>
                    </a:lnTo>
                    <a:lnTo>
                      <a:pt x="1660287" y="352425"/>
                    </a:lnTo>
                    <a:cubicBezTo>
                      <a:pt x="1276112" y="396875"/>
                      <a:pt x="653812" y="336550"/>
                      <a:pt x="517287" y="447675"/>
                    </a:cubicBezTo>
                    <a:cubicBezTo>
                      <a:pt x="-546338" y="1368425"/>
                      <a:pt x="333137" y="212725"/>
                      <a:pt x="498237" y="104775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Rectangle 16">
                <a:extLst>
                  <a:ext uri="{FF2B5EF4-FFF2-40B4-BE49-F238E27FC236}">
                    <a16:creationId xmlns:a16="http://schemas.microsoft.com/office/drawing/2014/main" id="{75D9E096-26F0-A3BE-6B21-C4B7C1916B4F}"/>
                  </a:ext>
                </a:extLst>
              </p:cNvPr>
              <p:cNvSpPr/>
              <p:nvPr/>
            </p:nvSpPr>
            <p:spPr>
              <a:xfrm rot="20785128">
                <a:off x="2394708" y="4771802"/>
                <a:ext cx="2067659" cy="1050189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  <a:gd name="connsiteX0" fmla="*/ 586438 w 1748488"/>
                  <a:gd name="connsiteY0" fmla="*/ 104775 h 987643"/>
                  <a:gd name="connsiteX1" fmla="*/ 1700863 w 1748488"/>
                  <a:gd name="connsiteY1" fmla="*/ 0 h 987643"/>
                  <a:gd name="connsiteX2" fmla="*/ 1748488 w 1748488"/>
                  <a:gd name="connsiteY2" fmla="*/ 352425 h 987643"/>
                  <a:gd name="connsiteX3" fmla="*/ 482523 w 1748488"/>
                  <a:gd name="connsiteY3" fmla="*/ 672744 h 987643"/>
                  <a:gd name="connsiteX4" fmla="*/ 586438 w 1748488"/>
                  <a:gd name="connsiteY4" fmla="*/ 104775 h 987643"/>
                  <a:gd name="connsiteX0" fmla="*/ 369003 w 1849073"/>
                  <a:gd name="connsiteY0" fmla="*/ 204330 h 1003702"/>
                  <a:gd name="connsiteX1" fmla="*/ 1801448 w 1849073"/>
                  <a:gd name="connsiteY1" fmla="*/ 0 h 1003702"/>
                  <a:gd name="connsiteX2" fmla="*/ 1849073 w 1849073"/>
                  <a:gd name="connsiteY2" fmla="*/ 352425 h 1003702"/>
                  <a:gd name="connsiteX3" fmla="*/ 583108 w 1849073"/>
                  <a:gd name="connsiteY3" fmla="*/ 672744 h 1003702"/>
                  <a:gd name="connsiteX4" fmla="*/ 369003 w 1849073"/>
                  <a:gd name="connsiteY4" fmla="*/ 204330 h 1003702"/>
                  <a:gd name="connsiteX0" fmla="*/ 398523 w 1831988"/>
                  <a:gd name="connsiteY0" fmla="*/ 254784 h 1012468"/>
                  <a:gd name="connsiteX1" fmla="*/ 1784363 w 1831988"/>
                  <a:gd name="connsiteY1" fmla="*/ 0 h 1012468"/>
                  <a:gd name="connsiteX2" fmla="*/ 1831988 w 1831988"/>
                  <a:gd name="connsiteY2" fmla="*/ 352425 h 1012468"/>
                  <a:gd name="connsiteX3" fmla="*/ 566023 w 1831988"/>
                  <a:gd name="connsiteY3" fmla="*/ 672744 h 1012468"/>
                  <a:gd name="connsiteX4" fmla="*/ 398523 w 1831988"/>
                  <a:gd name="connsiteY4" fmla="*/ 254784 h 1012468"/>
                  <a:gd name="connsiteX0" fmla="*/ 366607 w 1800072"/>
                  <a:gd name="connsiteY0" fmla="*/ 254784 h 974374"/>
                  <a:gd name="connsiteX1" fmla="*/ 1752447 w 1800072"/>
                  <a:gd name="connsiteY1" fmla="*/ 0 h 974374"/>
                  <a:gd name="connsiteX2" fmla="*/ 1800072 w 1800072"/>
                  <a:gd name="connsiteY2" fmla="*/ 352425 h 974374"/>
                  <a:gd name="connsiteX3" fmla="*/ 584562 w 1800072"/>
                  <a:gd name="connsiteY3" fmla="*/ 626141 h 974374"/>
                  <a:gd name="connsiteX4" fmla="*/ 366607 w 1800072"/>
                  <a:gd name="connsiteY4" fmla="*/ 254784 h 974374"/>
                  <a:gd name="connsiteX0" fmla="*/ 633381 w 2066846"/>
                  <a:gd name="connsiteY0" fmla="*/ 254784 h 1097462"/>
                  <a:gd name="connsiteX1" fmla="*/ 2019221 w 2066846"/>
                  <a:gd name="connsiteY1" fmla="*/ 0 h 1097462"/>
                  <a:gd name="connsiteX2" fmla="*/ 2066846 w 2066846"/>
                  <a:gd name="connsiteY2" fmla="*/ 352425 h 1097462"/>
                  <a:gd name="connsiteX3" fmla="*/ 851336 w 2066846"/>
                  <a:gd name="connsiteY3" fmla="*/ 626141 h 1097462"/>
                  <a:gd name="connsiteX4" fmla="*/ 633381 w 2066846"/>
                  <a:gd name="connsiteY4" fmla="*/ 254784 h 1097462"/>
                  <a:gd name="connsiteX0" fmla="*/ 641686 w 2062806"/>
                  <a:gd name="connsiteY0" fmla="*/ 257766 h 1098061"/>
                  <a:gd name="connsiteX1" fmla="*/ 2015181 w 2062806"/>
                  <a:gd name="connsiteY1" fmla="*/ 0 h 1098061"/>
                  <a:gd name="connsiteX2" fmla="*/ 2062806 w 2062806"/>
                  <a:gd name="connsiteY2" fmla="*/ 352425 h 1098061"/>
                  <a:gd name="connsiteX3" fmla="*/ 847296 w 2062806"/>
                  <a:gd name="connsiteY3" fmla="*/ 626141 h 1098061"/>
                  <a:gd name="connsiteX4" fmla="*/ 641686 w 2062806"/>
                  <a:gd name="connsiteY4" fmla="*/ 257766 h 1098061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196457 h 1050189"/>
                  <a:gd name="connsiteX1" fmla="*/ 2057485 w 2067659"/>
                  <a:gd name="connsiteY1" fmla="*/ 0 h 1050189"/>
                  <a:gd name="connsiteX2" fmla="*/ 2067659 w 2067659"/>
                  <a:gd name="connsiteY2" fmla="*/ 291116 h 1050189"/>
                  <a:gd name="connsiteX3" fmla="*/ 852149 w 2067659"/>
                  <a:gd name="connsiteY3" fmla="*/ 564832 h 1050189"/>
                  <a:gd name="connsiteX4" fmla="*/ 646539 w 2067659"/>
                  <a:gd name="connsiteY4" fmla="*/ 196457 h 1050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7659" h="1050189">
                    <a:moveTo>
                      <a:pt x="646539" y="196457"/>
                    </a:moveTo>
                    <a:lnTo>
                      <a:pt x="2057485" y="0"/>
                    </a:lnTo>
                    <a:lnTo>
                      <a:pt x="2067659" y="291116"/>
                    </a:lnTo>
                    <a:cubicBezTo>
                      <a:pt x="1683484" y="335566"/>
                      <a:pt x="1257279" y="531662"/>
                      <a:pt x="852149" y="564832"/>
                    </a:cubicBezTo>
                    <a:cubicBezTo>
                      <a:pt x="-828376" y="1767708"/>
                      <a:pt x="463546" y="378476"/>
                      <a:pt x="646539" y="196457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Rectangle 16">
                <a:extLst>
                  <a:ext uri="{FF2B5EF4-FFF2-40B4-BE49-F238E27FC236}">
                    <a16:creationId xmlns:a16="http://schemas.microsoft.com/office/drawing/2014/main" id="{00A5612E-C8DB-C83B-A986-2BA03321E809}"/>
                  </a:ext>
                </a:extLst>
              </p:cNvPr>
              <p:cNvSpPr/>
              <p:nvPr/>
            </p:nvSpPr>
            <p:spPr>
              <a:xfrm rot="19426919">
                <a:off x="3210441" y="5047639"/>
                <a:ext cx="2156901" cy="774786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  <a:gd name="connsiteX0" fmla="*/ 586438 w 1748488"/>
                  <a:gd name="connsiteY0" fmla="*/ 104775 h 987643"/>
                  <a:gd name="connsiteX1" fmla="*/ 1700863 w 1748488"/>
                  <a:gd name="connsiteY1" fmla="*/ 0 h 987643"/>
                  <a:gd name="connsiteX2" fmla="*/ 1748488 w 1748488"/>
                  <a:gd name="connsiteY2" fmla="*/ 352425 h 987643"/>
                  <a:gd name="connsiteX3" fmla="*/ 482523 w 1748488"/>
                  <a:gd name="connsiteY3" fmla="*/ 672744 h 987643"/>
                  <a:gd name="connsiteX4" fmla="*/ 586438 w 1748488"/>
                  <a:gd name="connsiteY4" fmla="*/ 104775 h 987643"/>
                  <a:gd name="connsiteX0" fmla="*/ 369003 w 1849073"/>
                  <a:gd name="connsiteY0" fmla="*/ 204330 h 1003702"/>
                  <a:gd name="connsiteX1" fmla="*/ 1801448 w 1849073"/>
                  <a:gd name="connsiteY1" fmla="*/ 0 h 1003702"/>
                  <a:gd name="connsiteX2" fmla="*/ 1849073 w 1849073"/>
                  <a:gd name="connsiteY2" fmla="*/ 352425 h 1003702"/>
                  <a:gd name="connsiteX3" fmla="*/ 583108 w 1849073"/>
                  <a:gd name="connsiteY3" fmla="*/ 672744 h 1003702"/>
                  <a:gd name="connsiteX4" fmla="*/ 369003 w 1849073"/>
                  <a:gd name="connsiteY4" fmla="*/ 204330 h 1003702"/>
                  <a:gd name="connsiteX0" fmla="*/ 398523 w 1831988"/>
                  <a:gd name="connsiteY0" fmla="*/ 254784 h 1012468"/>
                  <a:gd name="connsiteX1" fmla="*/ 1784363 w 1831988"/>
                  <a:gd name="connsiteY1" fmla="*/ 0 h 1012468"/>
                  <a:gd name="connsiteX2" fmla="*/ 1831988 w 1831988"/>
                  <a:gd name="connsiteY2" fmla="*/ 352425 h 1012468"/>
                  <a:gd name="connsiteX3" fmla="*/ 566023 w 1831988"/>
                  <a:gd name="connsiteY3" fmla="*/ 672744 h 1012468"/>
                  <a:gd name="connsiteX4" fmla="*/ 398523 w 1831988"/>
                  <a:gd name="connsiteY4" fmla="*/ 254784 h 1012468"/>
                  <a:gd name="connsiteX0" fmla="*/ 366607 w 1800072"/>
                  <a:gd name="connsiteY0" fmla="*/ 254784 h 974374"/>
                  <a:gd name="connsiteX1" fmla="*/ 1752447 w 1800072"/>
                  <a:gd name="connsiteY1" fmla="*/ 0 h 974374"/>
                  <a:gd name="connsiteX2" fmla="*/ 1800072 w 1800072"/>
                  <a:gd name="connsiteY2" fmla="*/ 352425 h 974374"/>
                  <a:gd name="connsiteX3" fmla="*/ 584562 w 1800072"/>
                  <a:gd name="connsiteY3" fmla="*/ 626141 h 974374"/>
                  <a:gd name="connsiteX4" fmla="*/ 366607 w 1800072"/>
                  <a:gd name="connsiteY4" fmla="*/ 254784 h 974374"/>
                  <a:gd name="connsiteX0" fmla="*/ 633381 w 2066846"/>
                  <a:gd name="connsiteY0" fmla="*/ 254784 h 1097462"/>
                  <a:gd name="connsiteX1" fmla="*/ 2019221 w 2066846"/>
                  <a:gd name="connsiteY1" fmla="*/ 0 h 1097462"/>
                  <a:gd name="connsiteX2" fmla="*/ 2066846 w 2066846"/>
                  <a:gd name="connsiteY2" fmla="*/ 352425 h 1097462"/>
                  <a:gd name="connsiteX3" fmla="*/ 851336 w 2066846"/>
                  <a:gd name="connsiteY3" fmla="*/ 626141 h 1097462"/>
                  <a:gd name="connsiteX4" fmla="*/ 633381 w 2066846"/>
                  <a:gd name="connsiteY4" fmla="*/ 254784 h 1097462"/>
                  <a:gd name="connsiteX0" fmla="*/ 641686 w 2062806"/>
                  <a:gd name="connsiteY0" fmla="*/ 257766 h 1098061"/>
                  <a:gd name="connsiteX1" fmla="*/ 2015181 w 2062806"/>
                  <a:gd name="connsiteY1" fmla="*/ 0 h 1098061"/>
                  <a:gd name="connsiteX2" fmla="*/ 2062806 w 2062806"/>
                  <a:gd name="connsiteY2" fmla="*/ 352425 h 1098061"/>
                  <a:gd name="connsiteX3" fmla="*/ 847296 w 2062806"/>
                  <a:gd name="connsiteY3" fmla="*/ 626141 h 1098061"/>
                  <a:gd name="connsiteX4" fmla="*/ 641686 w 2062806"/>
                  <a:gd name="connsiteY4" fmla="*/ 257766 h 1098061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196457 h 1050189"/>
                  <a:gd name="connsiteX1" fmla="*/ 2057485 w 2067659"/>
                  <a:gd name="connsiteY1" fmla="*/ 0 h 1050189"/>
                  <a:gd name="connsiteX2" fmla="*/ 2067659 w 2067659"/>
                  <a:gd name="connsiteY2" fmla="*/ 291116 h 1050189"/>
                  <a:gd name="connsiteX3" fmla="*/ 852149 w 2067659"/>
                  <a:gd name="connsiteY3" fmla="*/ 564832 h 1050189"/>
                  <a:gd name="connsiteX4" fmla="*/ 646539 w 2067659"/>
                  <a:gd name="connsiteY4" fmla="*/ 196457 h 1050189"/>
                  <a:gd name="connsiteX0" fmla="*/ 622388 w 2043508"/>
                  <a:gd name="connsiteY0" fmla="*/ 196457 h 1096223"/>
                  <a:gd name="connsiteX1" fmla="*/ 2033334 w 2043508"/>
                  <a:gd name="connsiteY1" fmla="*/ 0 h 1096223"/>
                  <a:gd name="connsiteX2" fmla="*/ 2043508 w 2043508"/>
                  <a:gd name="connsiteY2" fmla="*/ 291116 h 1096223"/>
                  <a:gd name="connsiteX3" fmla="*/ 864221 w 2043508"/>
                  <a:gd name="connsiteY3" fmla="*/ 622843 h 1096223"/>
                  <a:gd name="connsiteX4" fmla="*/ 622388 w 2043508"/>
                  <a:gd name="connsiteY4" fmla="*/ 196457 h 1096223"/>
                  <a:gd name="connsiteX0" fmla="*/ 657126 w 2026293"/>
                  <a:gd name="connsiteY0" fmla="*/ 297473 h 1117463"/>
                  <a:gd name="connsiteX1" fmla="*/ 2016119 w 2026293"/>
                  <a:gd name="connsiteY1" fmla="*/ 0 h 1117463"/>
                  <a:gd name="connsiteX2" fmla="*/ 2026293 w 2026293"/>
                  <a:gd name="connsiteY2" fmla="*/ 291116 h 1117463"/>
                  <a:gd name="connsiteX3" fmla="*/ 847006 w 2026293"/>
                  <a:gd name="connsiteY3" fmla="*/ 622843 h 1117463"/>
                  <a:gd name="connsiteX4" fmla="*/ 657126 w 2026293"/>
                  <a:gd name="connsiteY4" fmla="*/ 297473 h 1117463"/>
                  <a:gd name="connsiteX0" fmla="*/ 657126 w 2169885"/>
                  <a:gd name="connsiteY0" fmla="*/ 297473 h 1117463"/>
                  <a:gd name="connsiteX1" fmla="*/ 2016119 w 2169885"/>
                  <a:gd name="connsiteY1" fmla="*/ 0 h 1117463"/>
                  <a:gd name="connsiteX2" fmla="*/ 2169885 w 2169885"/>
                  <a:gd name="connsiteY2" fmla="*/ 632404 h 1117463"/>
                  <a:gd name="connsiteX3" fmla="*/ 847006 w 2169885"/>
                  <a:gd name="connsiteY3" fmla="*/ 622843 h 1117463"/>
                  <a:gd name="connsiteX4" fmla="*/ 657126 w 2169885"/>
                  <a:gd name="connsiteY4" fmla="*/ 297473 h 1117463"/>
                  <a:gd name="connsiteX0" fmla="*/ 657126 w 2169885"/>
                  <a:gd name="connsiteY0" fmla="*/ 140466 h 960456"/>
                  <a:gd name="connsiteX1" fmla="*/ 2058548 w 2169885"/>
                  <a:gd name="connsiteY1" fmla="*/ 0 h 960456"/>
                  <a:gd name="connsiteX2" fmla="*/ 2169885 w 2169885"/>
                  <a:gd name="connsiteY2" fmla="*/ 475397 h 960456"/>
                  <a:gd name="connsiteX3" fmla="*/ 847006 w 2169885"/>
                  <a:gd name="connsiteY3" fmla="*/ 465836 h 960456"/>
                  <a:gd name="connsiteX4" fmla="*/ 657126 w 2169885"/>
                  <a:gd name="connsiteY4" fmla="*/ 140466 h 960456"/>
                  <a:gd name="connsiteX0" fmla="*/ 644142 w 2156901"/>
                  <a:gd name="connsiteY0" fmla="*/ 140466 h 774786"/>
                  <a:gd name="connsiteX1" fmla="*/ 2045564 w 2156901"/>
                  <a:gd name="connsiteY1" fmla="*/ 0 h 774786"/>
                  <a:gd name="connsiteX2" fmla="*/ 2156901 w 2156901"/>
                  <a:gd name="connsiteY2" fmla="*/ 475397 h 774786"/>
                  <a:gd name="connsiteX3" fmla="*/ 834022 w 2156901"/>
                  <a:gd name="connsiteY3" fmla="*/ 465836 h 774786"/>
                  <a:gd name="connsiteX4" fmla="*/ 644142 w 2156901"/>
                  <a:gd name="connsiteY4" fmla="*/ 140466 h 774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6901" h="774786">
                    <a:moveTo>
                      <a:pt x="644142" y="140466"/>
                    </a:moveTo>
                    <a:lnTo>
                      <a:pt x="2045564" y="0"/>
                    </a:lnTo>
                    <a:lnTo>
                      <a:pt x="2156901" y="475397"/>
                    </a:lnTo>
                    <a:cubicBezTo>
                      <a:pt x="1772726" y="519847"/>
                      <a:pt x="1239152" y="432666"/>
                      <a:pt x="834022" y="465836"/>
                    </a:cubicBezTo>
                    <a:cubicBezTo>
                      <a:pt x="-816844" y="1246928"/>
                      <a:pt x="461149" y="322485"/>
                      <a:pt x="644142" y="140466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6507E06-F887-10C7-8735-3FDD41DA6E26}"/>
                </a:ext>
              </a:extLst>
            </p:cNvPr>
            <p:cNvGrpSpPr/>
            <p:nvPr/>
          </p:nvGrpSpPr>
          <p:grpSpPr>
            <a:xfrm flipH="1">
              <a:off x="7490047" y="426619"/>
              <a:ext cx="2988316" cy="3842682"/>
              <a:chOff x="947580" y="402920"/>
              <a:chExt cx="2988316" cy="3842682"/>
            </a:xfrm>
          </p:grpSpPr>
          <p:sp>
            <p:nvSpPr>
              <p:cNvPr id="25" name="Rectangle 18">
                <a:extLst>
                  <a:ext uri="{FF2B5EF4-FFF2-40B4-BE49-F238E27FC236}">
                    <a16:creationId xmlns:a16="http://schemas.microsoft.com/office/drawing/2014/main" id="{8DC4674E-FBF5-B4C1-9E38-14FE44D5827A}"/>
                  </a:ext>
                </a:extLst>
              </p:cNvPr>
              <p:cNvSpPr/>
              <p:nvPr/>
            </p:nvSpPr>
            <p:spPr>
              <a:xfrm rot="1099253" flipH="1">
                <a:off x="1426885" y="558886"/>
                <a:ext cx="1976611" cy="2594248"/>
              </a:xfrm>
              <a:custGeom>
                <a:avLst/>
                <a:gdLst>
                  <a:gd name="connsiteX0" fmla="*/ 0 w 937173"/>
                  <a:gd name="connsiteY0" fmla="*/ 0 h 977698"/>
                  <a:gd name="connsiteX1" fmla="*/ 937173 w 937173"/>
                  <a:gd name="connsiteY1" fmla="*/ 0 h 977698"/>
                  <a:gd name="connsiteX2" fmla="*/ 937173 w 937173"/>
                  <a:gd name="connsiteY2" fmla="*/ 977698 h 977698"/>
                  <a:gd name="connsiteX3" fmla="*/ 0 w 937173"/>
                  <a:gd name="connsiteY3" fmla="*/ 977698 h 977698"/>
                  <a:gd name="connsiteX4" fmla="*/ 0 w 937173"/>
                  <a:gd name="connsiteY4" fmla="*/ 0 h 977698"/>
                  <a:gd name="connsiteX0" fmla="*/ 0 w 1427504"/>
                  <a:gd name="connsiteY0" fmla="*/ 0 h 977698"/>
                  <a:gd name="connsiteX1" fmla="*/ 937173 w 1427504"/>
                  <a:gd name="connsiteY1" fmla="*/ 0 h 977698"/>
                  <a:gd name="connsiteX2" fmla="*/ 1427504 w 1427504"/>
                  <a:gd name="connsiteY2" fmla="*/ 434359 h 977698"/>
                  <a:gd name="connsiteX3" fmla="*/ 0 w 1427504"/>
                  <a:gd name="connsiteY3" fmla="*/ 977698 h 977698"/>
                  <a:gd name="connsiteX4" fmla="*/ 0 w 1427504"/>
                  <a:gd name="connsiteY4" fmla="*/ 0 h 977698"/>
                  <a:gd name="connsiteX0" fmla="*/ 0 w 1427504"/>
                  <a:gd name="connsiteY0" fmla="*/ 1669774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4" fmla="*/ 0 w 1427504"/>
                  <a:gd name="connsiteY4" fmla="*/ 1669774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781879 w 781879"/>
                  <a:gd name="connsiteY0" fmla="*/ 2104133 h 2104133"/>
                  <a:gd name="connsiteX1" fmla="*/ 0 w 781879"/>
                  <a:gd name="connsiteY1" fmla="*/ 0 h 2104133"/>
                  <a:gd name="connsiteX2" fmla="*/ 781879 w 781879"/>
                  <a:gd name="connsiteY2" fmla="*/ 2104133 h 2104133"/>
                  <a:gd name="connsiteX0" fmla="*/ 1406894 w 1406894"/>
                  <a:gd name="connsiteY0" fmla="*/ 2104133 h 2229700"/>
                  <a:gd name="connsiteX1" fmla="*/ 625015 w 1406894"/>
                  <a:gd name="connsiteY1" fmla="*/ 0 h 2229700"/>
                  <a:gd name="connsiteX2" fmla="*/ 1406894 w 1406894"/>
                  <a:gd name="connsiteY2" fmla="*/ 2104133 h 2229700"/>
                  <a:gd name="connsiteX0" fmla="*/ 1200209 w 1200209"/>
                  <a:gd name="connsiteY0" fmla="*/ 2104133 h 2684238"/>
                  <a:gd name="connsiteX1" fmla="*/ 418330 w 1200209"/>
                  <a:gd name="connsiteY1" fmla="*/ 0 h 2684238"/>
                  <a:gd name="connsiteX2" fmla="*/ 1200209 w 1200209"/>
                  <a:gd name="connsiteY2" fmla="*/ 2104133 h 2684238"/>
                  <a:gd name="connsiteX0" fmla="*/ 1200209 w 1215799"/>
                  <a:gd name="connsiteY0" fmla="*/ 2104133 h 2684238"/>
                  <a:gd name="connsiteX1" fmla="*/ 418330 w 1215799"/>
                  <a:gd name="connsiteY1" fmla="*/ 0 h 2684238"/>
                  <a:gd name="connsiteX2" fmla="*/ 1200209 w 1215799"/>
                  <a:gd name="connsiteY2" fmla="*/ 2104133 h 2684238"/>
                  <a:gd name="connsiteX0" fmla="*/ 2044931 w 2060521"/>
                  <a:gd name="connsiteY0" fmla="*/ 2104133 h 2655896"/>
                  <a:gd name="connsiteX1" fmla="*/ 1263052 w 2060521"/>
                  <a:gd name="connsiteY1" fmla="*/ 0 h 2655896"/>
                  <a:gd name="connsiteX2" fmla="*/ 2044931 w 2060521"/>
                  <a:gd name="connsiteY2" fmla="*/ 2104133 h 2655896"/>
                  <a:gd name="connsiteX0" fmla="*/ 1619500 w 1635090"/>
                  <a:gd name="connsiteY0" fmla="*/ 2104133 h 2671467"/>
                  <a:gd name="connsiteX1" fmla="*/ 837621 w 1635090"/>
                  <a:gd name="connsiteY1" fmla="*/ 0 h 2671467"/>
                  <a:gd name="connsiteX2" fmla="*/ 1619500 w 1635090"/>
                  <a:gd name="connsiteY2" fmla="*/ 2104133 h 2671467"/>
                  <a:gd name="connsiteX0" fmla="*/ 2106525 w 2122115"/>
                  <a:gd name="connsiteY0" fmla="*/ 2104133 h 2780128"/>
                  <a:gd name="connsiteX1" fmla="*/ 1324646 w 2122115"/>
                  <a:gd name="connsiteY1" fmla="*/ 0 h 2780128"/>
                  <a:gd name="connsiteX2" fmla="*/ 2106525 w 2122115"/>
                  <a:gd name="connsiteY2" fmla="*/ 2104133 h 2780128"/>
                  <a:gd name="connsiteX0" fmla="*/ 2106525 w 2114512"/>
                  <a:gd name="connsiteY0" fmla="*/ 2104133 h 2780128"/>
                  <a:gd name="connsiteX1" fmla="*/ 1324646 w 2114512"/>
                  <a:gd name="connsiteY1" fmla="*/ 0 h 2780128"/>
                  <a:gd name="connsiteX2" fmla="*/ 2106525 w 2114512"/>
                  <a:gd name="connsiteY2" fmla="*/ 2104133 h 2780128"/>
                  <a:gd name="connsiteX0" fmla="*/ 2106525 w 2113493"/>
                  <a:gd name="connsiteY0" fmla="*/ 2104133 h 2780128"/>
                  <a:gd name="connsiteX1" fmla="*/ 1324646 w 2113493"/>
                  <a:gd name="connsiteY1" fmla="*/ 0 h 2780128"/>
                  <a:gd name="connsiteX2" fmla="*/ 2106525 w 2113493"/>
                  <a:gd name="connsiteY2" fmla="*/ 2104133 h 2780128"/>
                  <a:gd name="connsiteX0" fmla="*/ 2106525 w 2164304"/>
                  <a:gd name="connsiteY0" fmla="*/ 2104133 h 2780128"/>
                  <a:gd name="connsiteX1" fmla="*/ 1324646 w 2164304"/>
                  <a:gd name="connsiteY1" fmla="*/ 0 h 2780128"/>
                  <a:gd name="connsiteX2" fmla="*/ 2106525 w 2164304"/>
                  <a:gd name="connsiteY2" fmla="*/ 2104133 h 2780128"/>
                  <a:gd name="connsiteX0" fmla="*/ 2106525 w 2140654"/>
                  <a:gd name="connsiteY0" fmla="*/ 2104133 h 2780128"/>
                  <a:gd name="connsiteX1" fmla="*/ 1324646 w 2140654"/>
                  <a:gd name="connsiteY1" fmla="*/ 0 h 2780128"/>
                  <a:gd name="connsiteX2" fmla="*/ 2106525 w 2140654"/>
                  <a:gd name="connsiteY2" fmla="*/ 2104133 h 2780128"/>
                  <a:gd name="connsiteX0" fmla="*/ 2106525 w 2118237"/>
                  <a:gd name="connsiteY0" fmla="*/ 2104133 h 2780128"/>
                  <a:gd name="connsiteX1" fmla="*/ 1324646 w 2118237"/>
                  <a:gd name="connsiteY1" fmla="*/ 0 h 2780128"/>
                  <a:gd name="connsiteX2" fmla="*/ 2106525 w 2118237"/>
                  <a:gd name="connsiteY2" fmla="*/ 2104133 h 2780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8237" h="2780128">
                    <a:moveTo>
                      <a:pt x="2106525" y="2104133"/>
                    </a:moveTo>
                    <a:cubicBezTo>
                      <a:pt x="1461587" y="4039937"/>
                      <a:pt x="-1780780" y="1337483"/>
                      <a:pt x="1324646" y="0"/>
                    </a:cubicBezTo>
                    <a:cubicBezTo>
                      <a:pt x="657620" y="1324230"/>
                      <a:pt x="2269969" y="1256982"/>
                      <a:pt x="2106525" y="2104133"/>
                    </a:cubicBezTo>
                    <a:close/>
                  </a:path>
                </a:pathLst>
              </a:custGeom>
              <a:solidFill>
                <a:srgbClr val="FF605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 17">
                <a:extLst>
                  <a:ext uri="{FF2B5EF4-FFF2-40B4-BE49-F238E27FC236}">
                    <a16:creationId xmlns:a16="http://schemas.microsoft.com/office/drawing/2014/main" id="{36557E10-8075-1DA1-8B2C-6A11F96DA0C7}"/>
                  </a:ext>
                </a:extLst>
              </p:cNvPr>
              <p:cNvSpPr/>
              <p:nvPr/>
            </p:nvSpPr>
            <p:spPr>
              <a:xfrm>
                <a:off x="1870202" y="3000375"/>
                <a:ext cx="2065694" cy="1245227"/>
              </a:xfrm>
              <a:custGeom>
                <a:avLst/>
                <a:gdLst>
                  <a:gd name="connsiteX0" fmla="*/ 0 w 289903"/>
                  <a:gd name="connsiteY0" fmla="*/ 0 h 322519"/>
                  <a:gd name="connsiteX1" fmla="*/ 289903 w 289903"/>
                  <a:gd name="connsiteY1" fmla="*/ 0 h 322519"/>
                  <a:gd name="connsiteX2" fmla="*/ 289903 w 289903"/>
                  <a:gd name="connsiteY2" fmla="*/ 322519 h 322519"/>
                  <a:gd name="connsiteX3" fmla="*/ 0 w 289903"/>
                  <a:gd name="connsiteY3" fmla="*/ 322519 h 322519"/>
                  <a:gd name="connsiteX4" fmla="*/ 0 w 289903"/>
                  <a:gd name="connsiteY4" fmla="*/ 0 h 322519"/>
                  <a:gd name="connsiteX0" fmla="*/ 1285461 w 1575364"/>
                  <a:gd name="connsiteY0" fmla="*/ 0 h 468293"/>
                  <a:gd name="connsiteX1" fmla="*/ 1575364 w 1575364"/>
                  <a:gd name="connsiteY1" fmla="*/ 0 h 468293"/>
                  <a:gd name="connsiteX2" fmla="*/ 1575364 w 1575364"/>
                  <a:gd name="connsiteY2" fmla="*/ 322519 h 468293"/>
                  <a:gd name="connsiteX3" fmla="*/ 0 w 1575364"/>
                  <a:gd name="connsiteY3" fmla="*/ 468293 h 468293"/>
                  <a:gd name="connsiteX4" fmla="*/ 1285461 w 1575364"/>
                  <a:gd name="connsiteY4" fmla="*/ 0 h 468293"/>
                  <a:gd name="connsiteX0" fmla="*/ 132522 w 1575364"/>
                  <a:gd name="connsiteY0" fmla="*/ 0 h 1077893"/>
                  <a:gd name="connsiteX1" fmla="*/ 1575364 w 1575364"/>
                  <a:gd name="connsiteY1" fmla="*/ 609600 h 1077893"/>
                  <a:gd name="connsiteX2" fmla="*/ 1575364 w 1575364"/>
                  <a:gd name="connsiteY2" fmla="*/ 932119 h 1077893"/>
                  <a:gd name="connsiteX3" fmla="*/ 0 w 1575364"/>
                  <a:gd name="connsiteY3" fmla="*/ 1077893 h 1077893"/>
                  <a:gd name="connsiteX4" fmla="*/ 132522 w 1575364"/>
                  <a:gd name="connsiteY4" fmla="*/ 0 h 1077893"/>
                  <a:gd name="connsiteX0" fmla="*/ 622852 w 2065694"/>
                  <a:gd name="connsiteY0" fmla="*/ 0 h 932119"/>
                  <a:gd name="connsiteX1" fmla="*/ 2065694 w 2065694"/>
                  <a:gd name="connsiteY1" fmla="*/ 609600 h 932119"/>
                  <a:gd name="connsiteX2" fmla="*/ 2065694 w 2065694"/>
                  <a:gd name="connsiteY2" fmla="*/ 932119 h 932119"/>
                  <a:gd name="connsiteX3" fmla="*/ 0 w 2065694"/>
                  <a:gd name="connsiteY3" fmla="*/ 97232 h 932119"/>
                  <a:gd name="connsiteX4" fmla="*/ 622852 w 2065694"/>
                  <a:gd name="connsiteY4" fmla="*/ 0 h 932119"/>
                  <a:gd name="connsiteX0" fmla="*/ 622852 w 2065694"/>
                  <a:gd name="connsiteY0" fmla="*/ 0 h 1211836"/>
                  <a:gd name="connsiteX1" fmla="*/ 2065694 w 2065694"/>
                  <a:gd name="connsiteY1" fmla="*/ 609600 h 1211836"/>
                  <a:gd name="connsiteX2" fmla="*/ 2065694 w 2065694"/>
                  <a:gd name="connsiteY2" fmla="*/ 932119 h 1211836"/>
                  <a:gd name="connsiteX3" fmla="*/ 0 w 2065694"/>
                  <a:gd name="connsiteY3" fmla="*/ 97232 h 1211836"/>
                  <a:gd name="connsiteX4" fmla="*/ 622852 w 2065694"/>
                  <a:gd name="connsiteY4" fmla="*/ 0 h 1211836"/>
                  <a:gd name="connsiteX0" fmla="*/ 622852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22852 w 2065694"/>
                  <a:gd name="connsiteY4" fmla="*/ 0 h 1245227"/>
                  <a:gd name="connsiteX0" fmla="*/ 622852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22852 w 2065694"/>
                  <a:gd name="connsiteY4" fmla="*/ 0 h 1245227"/>
                  <a:gd name="connsiteX0" fmla="*/ 649356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49356 w 2065694"/>
                  <a:gd name="connsiteY4" fmla="*/ 0 h 1245227"/>
                  <a:gd name="connsiteX0" fmla="*/ 649356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49356 w 2065694"/>
                  <a:gd name="connsiteY4" fmla="*/ 0 h 1245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5694" h="1245227">
                    <a:moveTo>
                      <a:pt x="649356" y="0"/>
                    </a:moveTo>
                    <a:cubicBezTo>
                      <a:pt x="944773" y="1276627"/>
                      <a:pt x="1584747" y="406400"/>
                      <a:pt x="2065694" y="609600"/>
                    </a:cubicBezTo>
                    <a:lnTo>
                      <a:pt x="2065694" y="932119"/>
                    </a:lnTo>
                    <a:cubicBezTo>
                      <a:pt x="1920468" y="759840"/>
                      <a:pt x="834339" y="2177824"/>
                      <a:pt x="0" y="97232"/>
                    </a:cubicBezTo>
                    <a:lnTo>
                      <a:pt x="649356" y="0"/>
                    </a:lnTo>
                    <a:close/>
                  </a:path>
                </a:pathLst>
              </a:custGeom>
              <a:solidFill>
                <a:srgbClr val="FF605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18">
                <a:extLst>
                  <a:ext uri="{FF2B5EF4-FFF2-40B4-BE49-F238E27FC236}">
                    <a16:creationId xmlns:a16="http://schemas.microsoft.com/office/drawing/2014/main" id="{C67AAF0D-F617-C6B0-C15E-7F3985592CE7}"/>
                  </a:ext>
                </a:extLst>
              </p:cNvPr>
              <p:cNvSpPr/>
              <p:nvPr/>
            </p:nvSpPr>
            <p:spPr>
              <a:xfrm>
                <a:off x="947580" y="402920"/>
                <a:ext cx="2118237" cy="2780128"/>
              </a:xfrm>
              <a:custGeom>
                <a:avLst/>
                <a:gdLst>
                  <a:gd name="connsiteX0" fmla="*/ 0 w 937173"/>
                  <a:gd name="connsiteY0" fmla="*/ 0 h 977698"/>
                  <a:gd name="connsiteX1" fmla="*/ 937173 w 937173"/>
                  <a:gd name="connsiteY1" fmla="*/ 0 h 977698"/>
                  <a:gd name="connsiteX2" fmla="*/ 937173 w 937173"/>
                  <a:gd name="connsiteY2" fmla="*/ 977698 h 977698"/>
                  <a:gd name="connsiteX3" fmla="*/ 0 w 937173"/>
                  <a:gd name="connsiteY3" fmla="*/ 977698 h 977698"/>
                  <a:gd name="connsiteX4" fmla="*/ 0 w 937173"/>
                  <a:gd name="connsiteY4" fmla="*/ 0 h 977698"/>
                  <a:gd name="connsiteX0" fmla="*/ 0 w 1427504"/>
                  <a:gd name="connsiteY0" fmla="*/ 0 h 977698"/>
                  <a:gd name="connsiteX1" fmla="*/ 937173 w 1427504"/>
                  <a:gd name="connsiteY1" fmla="*/ 0 h 977698"/>
                  <a:gd name="connsiteX2" fmla="*/ 1427504 w 1427504"/>
                  <a:gd name="connsiteY2" fmla="*/ 434359 h 977698"/>
                  <a:gd name="connsiteX3" fmla="*/ 0 w 1427504"/>
                  <a:gd name="connsiteY3" fmla="*/ 977698 h 977698"/>
                  <a:gd name="connsiteX4" fmla="*/ 0 w 1427504"/>
                  <a:gd name="connsiteY4" fmla="*/ 0 h 977698"/>
                  <a:gd name="connsiteX0" fmla="*/ 0 w 1427504"/>
                  <a:gd name="connsiteY0" fmla="*/ 1669774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4" fmla="*/ 0 w 1427504"/>
                  <a:gd name="connsiteY4" fmla="*/ 1669774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781879 w 781879"/>
                  <a:gd name="connsiteY0" fmla="*/ 2104133 h 2104133"/>
                  <a:gd name="connsiteX1" fmla="*/ 0 w 781879"/>
                  <a:gd name="connsiteY1" fmla="*/ 0 h 2104133"/>
                  <a:gd name="connsiteX2" fmla="*/ 781879 w 781879"/>
                  <a:gd name="connsiteY2" fmla="*/ 2104133 h 2104133"/>
                  <a:gd name="connsiteX0" fmla="*/ 1406894 w 1406894"/>
                  <a:gd name="connsiteY0" fmla="*/ 2104133 h 2229700"/>
                  <a:gd name="connsiteX1" fmla="*/ 625015 w 1406894"/>
                  <a:gd name="connsiteY1" fmla="*/ 0 h 2229700"/>
                  <a:gd name="connsiteX2" fmla="*/ 1406894 w 1406894"/>
                  <a:gd name="connsiteY2" fmla="*/ 2104133 h 2229700"/>
                  <a:gd name="connsiteX0" fmla="*/ 1200209 w 1200209"/>
                  <a:gd name="connsiteY0" fmla="*/ 2104133 h 2684238"/>
                  <a:gd name="connsiteX1" fmla="*/ 418330 w 1200209"/>
                  <a:gd name="connsiteY1" fmla="*/ 0 h 2684238"/>
                  <a:gd name="connsiteX2" fmla="*/ 1200209 w 1200209"/>
                  <a:gd name="connsiteY2" fmla="*/ 2104133 h 2684238"/>
                  <a:gd name="connsiteX0" fmla="*/ 1200209 w 1215799"/>
                  <a:gd name="connsiteY0" fmla="*/ 2104133 h 2684238"/>
                  <a:gd name="connsiteX1" fmla="*/ 418330 w 1215799"/>
                  <a:gd name="connsiteY1" fmla="*/ 0 h 2684238"/>
                  <a:gd name="connsiteX2" fmla="*/ 1200209 w 1215799"/>
                  <a:gd name="connsiteY2" fmla="*/ 2104133 h 2684238"/>
                  <a:gd name="connsiteX0" fmla="*/ 2044931 w 2060521"/>
                  <a:gd name="connsiteY0" fmla="*/ 2104133 h 2655896"/>
                  <a:gd name="connsiteX1" fmla="*/ 1263052 w 2060521"/>
                  <a:gd name="connsiteY1" fmla="*/ 0 h 2655896"/>
                  <a:gd name="connsiteX2" fmla="*/ 2044931 w 2060521"/>
                  <a:gd name="connsiteY2" fmla="*/ 2104133 h 2655896"/>
                  <a:gd name="connsiteX0" fmla="*/ 1619500 w 1635090"/>
                  <a:gd name="connsiteY0" fmla="*/ 2104133 h 2671467"/>
                  <a:gd name="connsiteX1" fmla="*/ 837621 w 1635090"/>
                  <a:gd name="connsiteY1" fmla="*/ 0 h 2671467"/>
                  <a:gd name="connsiteX2" fmla="*/ 1619500 w 1635090"/>
                  <a:gd name="connsiteY2" fmla="*/ 2104133 h 2671467"/>
                  <a:gd name="connsiteX0" fmla="*/ 2106525 w 2122115"/>
                  <a:gd name="connsiteY0" fmla="*/ 2104133 h 2780128"/>
                  <a:gd name="connsiteX1" fmla="*/ 1324646 w 2122115"/>
                  <a:gd name="connsiteY1" fmla="*/ 0 h 2780128"/>
                  <a:gd name="connsiteX2" fmla="*/ 2106525 w 2122115"/>
                  <a:gd name="connsiteY2" fmla="*/ 2104133 h 2780128"/>
                  <a:gd name="connsiteX0" fmla="*/ 2106525 w 2114512"/>
                  <a:gd name="connsiteY0" fmla="*/ 2104133 h 2780128"/>
                  <a:gd name="connsiteX1" fmla="*/ 1324646 w 2114512"/>
                  <a:gd name="connsiteY1" fmla="*/ 0 h 2780128"/>
                  <a:gd name="connsiteX2" fmla="*/ 2106525 w 2114512"/>
                  <a:gd name="connsiteY2" fmla="*/ 2104133 h 2780128"/>
                  <a:gd name="connsiteX0" fmla="*/ 2106525 w 2113493"/>
                  <a:gd name="connsiteY0" fmla="*/ 2104133 h 2780128"/>
                  <a:gd name="connsiteX1" fmla="*/ 1324646 w 2113493"/>
                  <a:gd name="connsiteY1" fmla="*/ 0 h 2780128"/>
                  <a:gd name="connsiteX2" fmla="*/ 2106525 w 2113493"/>
                  <a:gd name="connsiteY2" fmla="*/ 2104133 h 2780128"/>
                  <a:gd name="connsiteX0" fmla="*/ 2106525 w 2164304"/>
                  <a:gd name="connsiteY0" fmla="*/ 2104133 h 2780128"/>
                  <a:gd name="connsiteX1" fmla="*/ 1324646 w 2164304"/>
                  <a:gd name="connsiteY1" fmla="*/ 0 h 2780128"/>
                  <a:gd name="connsiteX2" fmla="*/ 2106525 w 2164304"/>
                  <a:gd name="connsiteY2" fmla="*/ 2104133 h 2780128"/>
                  <a:gd name="connsiteX0" fmla="*/ 2106525 w 2140654"/>
                  <a:gd name="connsiteY0" fmla="*/ 2104133 h 2780128"/>
                  <a:gd name="connsiteX1" fmla="*/ 1324646 w 2140654"/>
                  <a:gd name="connsiteY1" fmla="*/ 0 h 2780128"/>
                  <a:gd name="connsiteX2" fmla="*/ 2106525 w 2140654"/>
                  <a:gd name="connsiteY2" fmla="*/ 2104133 h 2780128"/>
                  <a:gd name="connsiteX0" fmla="*/ 2106525 w 2118237"/>
                  <a:gd name="connsiteY0" fmla="*/ 2104133 h 2780128"/>
                  <a:gd name="connsiteX1" fmla="*/ 1324646 w 2118237"/>
                  <a:gd name="connsiteY1" fmla="*/ 0 h 2780128"/>
                  <a:gd name="connsiteX2" fmla="*/ 2106525 w 2118237"/>
                  <a:gd name="connsiteY2" fmla="*/ 2104133 h 2780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8237" h="2780128">
                    <a:moveTo>
                      <a:pt x="2106525" y="2104133"/>
                    </a:moveTo>
                    <a:cubicBezTo>
                      <a:pt x="1461587" y="4039937"/>
                      <a:pt x="-1780780" y="1337483"/>
                      <a:pt x="1324646" y="0"/>
                    </a:cubicBezTo>
                    <a:cubicBezTo>
                      <a:pt x="657620" y="1324230"/>
                      <a:pt x="2269969" y="1256982"/>
                      <a:pt x="2106525" y="2104133"/>
                    </a:cubicBezTo>
                    <a:close/>
                  </a:path>
                </a:pathLst>
              </a:custGeom>
              <a:solidFill>
                <a:srgbClr val="FF605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6421A5D-3F21-867A-1C99-85C97ADB2AF0}"/>
                </a:ext>
              </a:extLst>
            </p:cNvPr>
            <p:cNvGrpSpPr/>
            <p:nvPr/>
          </p:nvGrpSpPr>
          <p:grpSpPr>
            <a:xfrm>
              <a:off x="2387837" y="4267201"/>
              <a:ext cx="2979505" cy="1555224"/>
              <a:chOff x="2387837" y="4267201"/>
              <a:chExt cx="2979505" cy="1555224"/>
            </a:xfrm>
            <a:solidFill>
              <a:srgbClr val="FF6050"/>
            </a:solidFill>
          </p:grpSpPr>
          <p:sp>
            <p:nvSpPr>
              <p:cNvPr id="22" name="Rectangle 16">
                <a:extLst>
                  <a:ext uri="{FF2B5EF4-FFF2-40B4-BE49-F238E27FC236}">
                    <a16:creationId xmlns:a16="http://schemas.microsoft.com/office/drawing/2014/main" id="{75D7BBDB-1E81-A5C4-9381-6DC75A922927}"/>
                  </a:ext>
                </a:extLst>
              </p:cNvPr>
              <p:cNvSpPr/>
              <p:nvPr/>
            </p:nvSpPr>
            <p:spPr>
              <a:xfrm>
                <a:off x="2387837" y="4267201"/>
                <a:ext cx="1660287" cy="801311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0287" h="801311">
                    <a:moveTo>
                      <a:pt x="498237" y="104775"/>
                    </a:moveTo>
                    <a:lnTo>
                      <a:pt x="1612662" y="0"/>
                    </a:lnTo>
                    <a:lnTo>
                      <a:pt x="1660287" y="352425"/>
                    </a:lnTo>
                    <a:cubicBezTo>
                      <a:pt x="1276112" y="396875"/>
                      <a:pt x="653812" y="336550"/>
                      <a:pt x="517287" y="447675"/>
                    </a:cubicBezTo>
                    <a:cubicBezTo>
                      <a:pt x="-546338" y="1368425"/>
                      <a:pt x="333137" y="212725"/>
                      <a:pt x="498237" y="104775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Rectangle 16">
                <a:extLst>
                  <a:ext uri="{FF2B5EF4-FFF2-40B4-BE49-F238E27FC236}">
                    <a16:creationId xmlns:a16="http://schemas.microsoft.com/office/drawing/2014/main" id="{7EA71CE6-A04A-72E7-C103-44BD4083C7DD}"/>
                  </a:ext>
                </a:extLst>
              </p:cNvPr>
              <p:cNvSpPr/>
              <p:nvPr/>
            </p:nvSpPr>
            <p:spPr>
              <a:xfrm rot="20785128">
                <a:off x="2394708" y="4771802"/>
                <a:ext cx="2067659" cy="1050189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  <a:gd name="connsiteX0" fmla="*/ 586438 w 1748488"/>
                  <a:gd name="connsiteY0" fmla="*/ 104775 h 987643"/>
                  <a:gd name="connsiteX1" fmla="*/ 1700863 w 1748488"/>
                  <a:gd name="connsiteY1" fmla="*/ 0 h 987643"/>
                  <a:gd name="connsiteX2" fmla="*/ 1748488 w 1748488"/>
                  <a:gd name="connsiteY2" fmla="*/ 352425 h 987643"/>
                  <a:gd name="connsiteX3" fmla="*/ 482523 w 1748488"/>
                  <a:gd name="connsiteY3" fmla="*/ 672744 h 987643"/>
                  <a:gd name="connsiteX4" fmla="*/ 586438 w 1748488"/>
                  <a:gd name="connsiteY4" fmla="*/ 104775 h 987643"/>
                  <a:gd name="connsiteX0" fmla="*/ 369003 w 1849073"/>
                  <a:gd name="connsiteY0" fmla="*/ 204330 h 1003702"/>
                  <a:gd name="connsiteX1" fmla="*/ 1801448 w 1849073"/>
                  <a:gd name="connsiteY1" fmla="*/ 0 h 1003702"/>
                  <a:gd name="connsiteX2" fmla="*/ 1849073 w 1849073"/>
                  <a:gd name="connsiteY2" fmla="*/ 352425 h 1003702"/>
                  <a:gd name="connsiteX3" fmla="*/ 583108 w 1849073"/>
                  <a:gd name="connsiteY3" fmla="*/ 672744 h 1003702"/>
                  <a:gd name="connsiteX4" fmla="*/ 369003 w 1849073"/>
                  <a:gd name="connsiteY4" fmla="*/ 204330 h 1003702"/>
                  <a:gd name="connsiteX0" fmla="*/ 398523 w 1831988"/>
                  <a:gd name="connsiteY0" fmla="*/ 254784 h 1012468"/>
                  <a:gd name="connsiteX1" fmla="*/ 1784363 w 1831988"/>
                  <a:gd name="connsiteY1" fmla="*/ 0 h 1012468"/>
                  <a:gd name="connsiteX2" fmla="*/ 1831988 w 1831988"/>
                  <a:gd name="connsiteY2" fmla="*/ 352425 h 1012468"/>
                  <a:gd name="connsiteX3" fmla="*/ 566023 w 1831988"/>
                  <a:gd name="connsiteY3" fmla="*/ 672744 h 1012468"/>
                  <a:gd name="connsiteX4" fmla="*/ 398523 w 1831988"/>
                  <a:gd name="connsiteY4" fmla="*/ 254784 h 1012468"/>
                  <a:gd name="connsiteX0" fmla="*/ 366607 w 1800072"/>
                  <a:gd name="connsiteY0" fmla="*/ 254784 h 974374"/>
                  <a:gd name="connsiteX1" fmla="*/ 1752447 w 1800072"/>
                  <a:gd name="connsiteY1" fmla="*/ 0 h 974374"/>
                  <a:gd name="connsiteX2" fmla="*/ 1800072 w 1800072"/>
                  <a:gd name="connsiteY2" fmla="*/ 352425 h 974374"/>
                  <a:gd name="connsiteX3" fmla="*/ 584562 w 1800072"/>
                  <a:gd name="connsiteY3" fmla="*/ 626141 h 974374"/>
                  <a:gd name="connsiteX4" fmla="*/ 366607 w 1800072"/>
                  <a:gd name="connsiteY4" fmla="*/ 254784 h 974374"/>
                  <a:gd name="connsiteX0" fmla="*/ 633381 w 2066846"/>
                  <a:gd name="connsiteY0" fmla="*/ 254784 h 1097462"/>
                  <a:gd name="connsiteX1" fmla="*/ 2019221 w 2066846"/>
                  <a:gd name="connsiteY1" fmla="*/ 0 h 1097462"/>
                  <a:gd name="connsiteX2" fmla="*/ 2066846 w 2066846"/>
                  <a:gd name="connsiteY2" fmla="*/ 352425 h 1097462"/>
                  <a:gd name="connsiteX3" fmla="*/ 851336 w 2066846"/>
                  <a:gd name="connsiteY3" fmla="*/ 626141 h 1097462"/>
                  <a:gd name="connsiteX4" fmla="*/ 633381 w 2066846"/>
                  <a:gd name="connsiteY4" fmla="*/ 254784 h 1097462"/>
                  <a:gd name="connsiteX0" fmla="*/ 641686 w 2062806"/>
                  <a:gd name="connsiteY0" fmla="*/ 257766 h 1098061"/>
                  <a:gd name="connsiteX1" fmla="*/ 2015181 w 2062806"/>
                  <a:gd name="connsiteY1" fmla="*/ 0 h 1098061"/>
                  <a:gd name="connsiteX2" fmla="*/ 2062806 w 2062806"/>
                  <a:gd name="connsiteY2" fmla="*/ 352425 h 1098061"/>
                  <a:gd name="connsiteX3" fmla="*/ 847296 w 2062806"/>
                  <a:gd name="connsiteY3" fmla="*/ 626141 h 1098061"/>
                  <a:gd name="connsiteX4" fmla="*/ 641686 w 2062806"/>
                  <a:gd name="connsiteY4" fmla="*/ 257766 h 1098061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196457 h 1050189"/>
                  <a:gd name="connsiteX1" fmla="*/ 2057485 w 2067659"/>
                  <a:gd name="connsiteY1" fmla="*/ 0 h 1050189"/>
                  <a:gd name="connsiteX2" fmla="*/ 2067659 w 2067659"/>
                  <a:gd name="connsiteY2" fmla="*/ 291116 h 1050189"/>
                  <a:gd name="connsiteX3" fmla="*/ 852149 w 2067659"/>
                  <a:gd name="connsiteY3" fmla="*/ 564832 h 1050189"/>
                  <a:gd name="connsiteX4" fmla="*/ 646539 w 2067659"/>
                  <a:gd name="connsiteY4" fmla="*/ 196457 h 1050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7659" h="1050189">
                    <a:moveTo>
                      <a:pt x="646539" y="196457"/>
                    </a:moveTo>
                    <a:lnTo>
                      <a:pt x="2057485" y="0"/>
                    </a:lnTo>
                    <a:lnTo>
                      <a:pt x="2067659" y="291116"/>
                    </a:lnTo>
                    <a:cubicBezTo>
                      <a:pt x="1683484" y="335566"/>
                      <a:pt x="1257279" y="531662"/>
                      <a:pt x="852149" y="564832"/>
                    </a:cubicBezTo>
                    <a:cubicBezTo>
                      <a:pt x="-828376" y="1767708"/>
                      <a:pt x="463546" y="378476"/>
                      <a:pt x="646539" y="196457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Rectangle 16">
                <a:extLst>
                  <a:ext uri="{FF2B5EF4-FFF2-40B4-BE49-F238E27FC236}">
                    <a16:creationId xmlns:a16="http://schemas.microsoft.com/office/drawing/2014/main" id="{18BBB2CA-CCD7-60D8-B2B4-4250A2302001}"/>
                  </a:ext>
                </a:extLst>
              </p:cNvPr>
              <p:cNvSpPr/>
              <p:nvPr/>
            </p:nvSpPr>
            <p:spPr>
              <a:xfrm rot="19426919">
                <a:off x="3210441" y="5047639"/>
                <a:ext cx="2156901" cy="774786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  <a:gd name="connsiteX0" fmla="*/ 586438 w 1748488"/>
                  <a:gd name="connsiteY0" fmla="*/ 104775 h 987643"/>
                  <a:gd name="connsiteX1" fmla="*/ 1700863 w 1748488"/>
                  <a:gd name="connsiteY1" fmla="*/ 0 h 987643"/>
                  <a:gd name="connsiteX2" fmla="*/ 1748488 w 1748488"/>
                  <a:gd name="connsiteY2" fmla="*/ 352425 h 987643"/>
                  <a:gd name="connsiteX3" fmla="*/ 482523 w 1748488"/>
                  <a:gd name="connsiteY3" fmla="*/ 672744 h 987643"/>
                  <a:gd name="connsiteX4" fmla="*/ 586438 w 1748488"/>
                  <a:gd name="connsiteY4" fmla="*/ 104775 h 987643"/>
                  <a:gd name="connsiteX0" fmla="*/ 369003 w 1849073"/>
                  <a:gd name="connsiteY0" fmla="*/ 204330 h 1003702"/>
                  <a:gd name="connsiteX1" fmla="*/ 1801448 w 1849073"/>
                  <a:gd name="connsiteY1" fmla="*/ 0 h 1003702"/>
                  <a:gd name="connsiteX2" fmla="*/ 1849073 w 1849073"/>
                  <a:gd name="connsiteY2" fmla="*/ 352425 h 1003702"/>
                  <a:gd name="connsiteX3" fmla="*/ 583108 w 1849073"/>
                  <a:gd name="connsiteY3" fmla="*/ 672744 h 1003702"/>
                  <a:gd name="connsiteX4" fmla="*/ 369003 w 1849073"/>
                  <a:gd name="connsiteY4" fmla="*/ 204330 h 1003702"/>
                  <a:gd name="connsiteX0" fmla="*/ 398523 w 1831988"/>
                  <a:gd name="connsiteY0" fmla="*/ 254784 h 1012468"/>
                  <a:gd name="connsiteX1" fmla="*/ 1784363 w 1831988"/>
                  <a:gd name="connsiteY1" fmla="*/ 0 h 1012468"/>
                  <a:gd name="connsiteX2" fmla="*/ 1831988 w 1831988"/>
                  <a:gd name="connsiteY2" fmla="*/ 352425 h 1012468"/>
                  <a:gd name="connsiteX3" fmla="*/ 566023 w 1831988"/>
                  <a:gd name="connsiteY3" fmla="*/ 672744 h 1012468"/>
                  <a:gd name="connsiteX4" fmla="*/ 398523 w 1831988"/>
                  <a:gd name="connsiteY4" fmla="*/ 254784 h 1012468"/>
                  <a:gd name="connsiteX0" fmla="*/ 366607 w 1800072"/>
                  <a:gd name="connsiteY0" fmla="*/ 254784 h 974374"/>
                  <a:gd name="connsiteX1" fmla="*/ 1752447 w 1800072"/>
                  <a:gd name="connsiteY1" fmla="*/ 0 h 974374"/>
                  <a:gd name="connsiteX2" fmla="*/ 1800072 w 1800072"/>
                  <a:gd name="connsiteY2" fmla="*/ 352425 h 974374"/>
                  <a:gd name="connsiteX3" fmla="*/ 584562 w 1800072"/>
                  <a:gd name="connsiteY3" fmla="*/ 626141 h 974374"/>
                  <a:gd name="connsiteX4" fmla="*/ 366607 w 1800072"/>
                  <a:gd name="connsiteY4" fmla="*/ 254784 h 974374"/>
                  <a:gd name="connsiteX0" fmla="*/ 633381 w 2066846"/>
                  <a:gd name="connsiteY0" fmla="*/ 254784 h 1097462"/>
                  <a:gd name="connsiteX1" fmla="*/ 2019221 w 2066846"/>
                  <a:gd name="connsiteY1" fmla="*/ 0 h 1097462"/>
                  <a:gd name="connsiteX2" fmla="*/ 2066846 w 2066846"/>
                  <a:gd name="connsiteY2" fmla="*/ 352425 h 1097462"/>
                  <a:gd name="connsiteX3" fmla="*/ 851336 w 2066846"/>
                  <a:gd name="connsiteY3" fmla="*/ 626141 h 1097462"/>
                  <a:gd name="connsiteX4" fmla="*/ 633381 w 2066846"/>
                  <a:gd name="connsiteY4" fmla="*/ 254784 h 1097462"/>
                  <a:gd name="connsiteX0" fmla="*/ 641686 w 2062806"/>
                  <a:gd name="connsiteY0" fmla="*/ 257766 h 1098061"/>
                  <a:gd name="connsiteX1" fmla="*/ 2015181 w 2062806"/>
                  <a:gd name="connsiteY1" fmla="*/ 0 h 1098061"/>
                  <a:gd name="connsiteX2" fmla="*/ 2062806 w 2062806"/>
                  <a:gd name="connsiteY2" fmla="*/ 352425 h 1098061"/>
                  <a:gd name="connsiteX3" fmla="*/ 847296 w 2062806"/>
                  <a:gd name="connsiteY3" fmla="*/ 626141 h 1098061"/>
                  <a:gd name="connsiteX4" fmla="*/ 641686 w 2062806"/>
                  <a:gd name="connsiteY4" fmla="*/ 257766 h 1098061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196457 h 1050189"/>
                  <a:gd name="connsiteX1" fmla="*/ 2057485 w 2067659"/>
                  <a:gd name="connsiteY1" fmla="*/ 0 h 1050189"/>
                  <a:gd name="connsiteX2" fmla="*/ 2067659 w 2067659"/>
                  <a:gd name="connsiteY2" fmla="*/ 291116 h 1050189"/>
                  <a:gd name="connsiteX3" fmla="*/ 852149 w 2067659"/>
                  <a:gd name="connsiteY3" fmla="*/ 564832 h 1050189"/>
                  <a:gd name="connsiteX4" fmla="*/ 646539 w 2067659"/>
                  <a:gd name="connsiteY4" fmla="*/ 196457 h 1050189"/>
                  <a:gd name="connsiteX0" fmla="*/ 622388 w 2043508"/>
                  <a:gd name="connsiteY0" fmla="*/ 196457 h 1096223"/>
                  <a:gd name="connsiteX1" fmla="*/ 2033334 w 2043508"/>
                  <a:gd name="connsiteY1" fmla="*/ 0 h 1096223"/>
                  <a:gd name="connsiteX2" fmla="*/ 2043508 w 2043508"/>
                  <a:gd name="connsiteY2" fmla="*/ 291116 h 1096223"/>
                  <a:gd name="connsiteX3" fmla="*/ 864221 w 2043508"/>
                  <a:gd name="connsiteY3" fmla="*/ 622843 h 1096223"/>
                  <a:gd name="connsiteX4" fmla="*/ 622388 w 2043508"/>
                  <a:gd name="connsiteY4" fmla="*/ 196457 h 1096223"/>
                  <a:gd name="connsiteX0" fmla="*/ 657126 w 2026293"/>
                  <a:gd name="connsiteY0" fmla="*/ 297473 h 1117463"/>
                  <a:gd name="connsiteX1" fmla="*/ 2016119 w 2026293"/>
                  <a:gd name="connsiteY1" fmla="*/ 0 h 1117463"/>
                  <a:gd name="connsiteX2" fmla="*/ 2026293 w 2026293"/>
                  <a:gd name="connsiteY2" fmla="*/ 291116 h 1117463"/>
                  <a:gd name="connsiteX3" fmla="*/ 847006 w 2026293"/>
                  <a:gd name="connsiteY3" fmla="*/ 622843 h 1117463"/>
                  <a:gd name="connsiteX4" fmla="*/ 657126 w 2026293"/>
                  <a:gd name="connsiteY4" fmla="*/ 297473 h 1117463"/>
                  <a:gd name="connsiteX0" fmla="*/ 657126 w 2169885"/>
                  <a:gd name="connsiteY0" fmla="*/ 297473 h 1117463"/>
                  <a:gd name="connsiteX1" fmla="*/ 2016119 w 2169885"/>
                  <a:gd name="connsiteY1" fmla="*/ 0 h 1117463"/>
                  <a:gd name="connsiteX2" fmla="*/ 2169885 w 2169885"/>
                  <a:gd name="connsiteY2" fmla="*/ 632404 h 1117463"/>
                  <a:gd name="connsiteX3" fmla="*/ 847006 w 2169885"/>
                  <a:gd name="connsiteY3" fmla="*/ 622843 h 1117463"/>
                  <a:gd name="connsiteX4" fmla="*/ 657126 w 2169885"/>
                  <a:gd name="connsiteY4" fmla="*/ 297473 h 1117463"/>
                  <a:gd name="connsiteX0" fmla="*/ 657126 w 2169885"/>
                  <a:gd name="connsiteY0" fmla="*/ 140466 h 960456"/>
                  <a:gd name="connsiteX1" fmla="*/ 2058548 w 2169885"/>
                  <a:gd name="connsiteY1" fmla="*/ 0 h 960456"/>
                  <a:gd name="connsiteX2" fmla="*/ 2169885 w 2169885"/>
                  <a:gd name="connsiteY2" fmla="*/ 475397 h 960456"/>
                  <a:gd name="connsiteX3" fmla="*/ 847006 w 2169885"/>
                  <a:gd name="connsiteY3" fmla="*/ 465836 h 960456"/>
                  <a:gd name="connsiteX4" fmla="*/ 657126 w 2169885"/>
                  <a:gd name="connsiteY4" fmla="*/ 140466 h 960456"/>
                  <a:gd name="connsiteX0" fmla="*/ 644142 w 2156901"/>
                  <a:gd name="connsiteY0" fmla="*/ 140466 h 774786"/>
                  <a:gd name="connsiteX1" fmla="*/ 2045564 w 2156901"/>
                  <a:gd name="connsiteY1" fmla="*/ 0 h 774786"/>
                  <a:gd name="connsiteX2" fmla="*/ 2156901 w 2156901"/>
                  <a:gd name="connsiteY2" fmla="*/ 475397 h 774786"/>
                  <a:gd name="connsiteX3" fmla="*/ 834022 w 2156901"/>
                  <a:gd name="connsiteY3" fmla="*/ 465836 h 774786"/>
                  <a:gd name="connsiteX4" fmla="*/ 644142 w 2156901"/>
                  <a:gd name="connsiteY4" fmla="*/ 140466 h 774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6901" h="774786">
                    <a:moveTo>
                      <a:pt x="644142" y="140466"/>
                    </a:moveTo>
                    <a:lnTo>
                      <a:pt x="2045564" y="0"/>
                    </a:lnTo>
                    <a:lnTo>
                      <a:pt x="2156901" y="475397"/>
                    </a:lnTo>
                    <a:cubicBezTo>
                      <a:pt x="1772726" y="519847"/>
                      <a:pt x="1239152" y="432666"/>
                      <a:pt x="834022" y="465836"/>
                    </a:cubicBezTo>
                    <a:cubicBezTo>
                      <a:pt x="-816844" y="1246928"/>
                      <a:pt x="461149" y="322485"/>
                      <a:pt x="644142" y="140466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4F3AFF4-5CC7-3C15-E222-26300446A2C5}"/>
                </a:ext>
              </a:extLst>
            </p:cNvPr>
            <p:cNvGrpSpPr/>
            <p:nvPr/>
          </p:nvGrpSpPr>
          <p:grpSpPr>
            <a:xfrm>
              <a:off x="954807" y="399925"/>
              <a:ext cx="2981089" cy="3845677"/>
              <a:chOff x="954807" y="399925"/>
              <a:chExt cx="2981089" cy="3845677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7EEFE1-8F83-76E8-CEDD-890FA49E0872}"/>
                  </a:ext>
                </a:extLst>
              </p:cNvPr>
              <p:cNvSpPr/>
              <p:nvPr/>
            </p:nvSpPr>
            <p:spPr>
              <a:xfrm rot="1099253" flipH="1">
                <a:off x="1434112" y="555891"/>
                <a:ext cx="1976611" cy="2594248"/>
              </a:xfrm>
              <a:custGeom>
                <a:avLst/>
                <a:gdLst>
                  <a:gd name="connsiteX0" fmla="*/ 0 w 937173"/>
                  <a:gd name="connsiteY0" fmla="*/ 0 h 977698"/>
                  <a:gd name="connsiteX1" fmla="*/ 937173 w 937173"/>
                  <a:gd name="connsiteY1" fmla="*/ 0 h 977698"/>
                  <a:gd name="connsiteX2" fmla="*/ 937173 w 937173"/>
                  <a:gd name="connsiteY2" fmla="*/ 977698 h 977698"/>
                  <a:gd name="connsiteX3" fmla="*/ 0 w 937173"/>
                  <a:gd name="connsiteY3" fmla="*/ 977698 h 977698"/>
                  <a:gd name="connsiteX4" fmla="*/ 0 w 937173"/>
                  <a:gd name="connsiteY4" fmla="*/ 0 h 977698"/>
                  <a:gd name="connsiteX0" fmla="*/ 0 w 1427504"/>
                  <a:gd name="connsiteY0" fmla="*/ 0 h 977698"/>
                  <a:gd name="connsiteX1" fmla="*/ 937173 w 1427504"/>
                  <a:gd name="connsiteY1" fmla="*/ 0 h 977698"/>
                  <a:gd name="connsiteX2" fmla="*/ 1427504 w 1427504"/>
                  <a:gd name="connsiteY2" fmla="*/ 434359 h 977698"/>
                  <a:gd name="connsiteX3" fmla="*/ 0 w 1427504"/>
                  <a:gd name="connsiteY3" fmla="*/ 977698 h 977698"/>
                  <a:gd name="connsiteX4" fmla="*/ 0 w 1427504"/>
                  <a:gd name="connsiteY4" fmla="*/ 0 h 977698"/>
                  <a:gd name="connsiteX0" fmla="*/ 0 w 1427504"/>
                  <a:gd name="connsiteY0" fmla="*/ 1669774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4" fmla="*/ 0 w 1427504"/>
                  <a:gd name="connsiteY4" fmla="*/ 1669774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781879 w 781879"/>
                  <a:gd name="connsiteY0" fmla="*/ 2104133 h 2104133"/>
                  <a:gd name="connsiteX1" fmla="*/ 0 w 781879"/>
                  <a:gd name="connsiteY1" fmla="*/ 0 h 2104133"/>
                  <a:gd name="connsiteX2" fmla="*/ 781879 w 781879"/>
                  <a:gd name="connsiteY2" fmla="*/ 2104133 h 2104133"/>
                  <a:gd name="connsiteX0" fmla="*/ 1406894 w 1406894"/>
                  <a:gd name="connsiteY0" fmla="*/ 2104133 h 2229700"/>
                  <a:gd name="connsiteX1" fmla="*/ 625015 w 1406894"/>
                  <a:gd name="connsiteY1" fmla="*/ 0 h 2229700"/>
                  <a:gd name="connsiteX2" fmla="*/ 1406894 w 1406894"/>
                  <a:gd name="connsiteY2" fmla="*/ 2104133 h 2229700"/>
                  <a:gd name="connsiteX0" fmla="*/ 1200209 w 1200209"/>
                  <a:gd name="connsiteY0" fmla="*/ 2104133 h 2684238"/>
                  <a:gd name="connsiteX1" fmla="*/ 418330 w 1200209"/>
                  <a:gd name="connsiteY1" fmla="*/ 0 h 2684238"/>
                  <a:gd name="connsiteX2" fmla="*/ 1200209 w 1200209"/>
                  <a:gd name="connsiteY2" fmla="*/ 2104133 h 2684238"/>
                  <a:gd name="connsiteX0" fmla="*/ 1200209 w 1215799"/>
                  <a:gd name="connsiteY0" fmla="*/ 2104133 h 2684238"/>
                  <a:gd name="connsiteX1" fmla="*/ 418330 w 1215799"/>
                  <a:gd name="connsiteY1" fmla="*/ 0 h 2684238"/>
                  <a:gd name="connsiteX2" fmla="*/ 1200209 w 1215799"/>
                  <a:gd name="connsiteY2" fmla="*/ 2104133 h 2684238"/>
                  <a:gd name="connsiteX0" fmla="*/ 2044931 w 2060521"/>
                  <a:gd name="connsiteY0" fmla="*/ 2104133 h 2655896"/>
                  <a:gd name="connsiteX1" fmla="*/ 1263052 w 2060521"/>
                  <a:gd name="connsiteY1" fmla="*/ 0 h 2655896"/>
                  <a:gd name="connsiteX2" fmla="*/ 2044931 w 2060521"/>
                  <a:gd name="connsiteY2" fmla="*/ 2104133 h 2655896"/>
                  <a:gd name="connsiteX0" fmla="*/ 1619500 w 1635090"/>
                  <a:gd name="connsiteY0" fmla="*/ 2104133 h 2671467"/>
                  <a:gd name="connsiteX1" fmla="*/ 837621 w 1635090"/>
                  <a:gd name="connsiteY1" fmla="*/ 0 h 2671467"/>
                  <a:gd name="connsiteX2" fmla="*/ 1619500 w 1635090"/>
                  <a:gd name="connsiteY2" fmla="*/ 2104133 h 2671467"/>
                  <a:gd name="connsiteX0" fmla="*/ 2106525 w 2122115"/>
                  <a:gd name="connsiteY0" fmla="*/ 2104133 h 2780128"/>
                  <a:gd name="connsiteX1" fmla="*/ 1324646 w 2122115"/>
                  <a:gd name="connsiteY1" fmla="*/ 0 h 2780128"/>
                  <a:gd name="connsiteX2" fmla="*/ 2106525 w 2122115"/>
                  <a:gd name="connsiteY2" fmla="*/ 2104133 h 2780128"/>
                  <a:gd name="connsiteX0" fmla="*/ 2106525 w 2114512"/>
                  <a:gd name="connsiteY0" fmla="*/ 2104133 h 2780128"/>
                  <a:gd name="connsiteX1" fmla="*/ 1324646 w 2114512"/>
                  <a:gd name="connsiteY1" fmla="*/ 0 h 2780128"/>
                  <a:gd name="connsiteX2" fmla="*/ 2106525 w 2114512"/>
                  <a:gd name="connsiteY2" fmla="*/ 2104133 h 2780128"/>
                  <a:gd name="connsiteX0" fmla="*/ 2106525 w 2113493"/>
                  <a:gd name="connsiteY0" fmla="*/ 2104133 h 2780128"/>
                  <a:gd name="connsiteX1" fmla="*/ 1324646 w 2113493"/>
                  <a:gd name="connsiteY1" fmla="*/ 0 h 2780128"/>
                  <a:gd name="connsiteX2" fmla="*/ 2106525 w 2113493"/>
                  <a:gd name="connsiteY2" fmla="*/ 2104133 h 2780128"/>
                  <a:gd name="connsiteX0" fmla="*/ 2106525 w 2164304"/>
                  <a:gd name="connsiteY0" fmla="*/ 2104133 h 2780128"/>
                  <a:gd name="connsiteX1" fmla="*/ 1324646 w 2164304"/>
                  <a:gd name="connsiteY1" fmla="*/ 0 h 2780128"/>
                  <a:gd name="connsiteX2" fmla="*/ 2106525 w 2164304"/>
                  <a:gd name="connsiteY2" fmla="*/ 2104133 h 2780128"/>
                  <a:gd name="connsiteX0" fmla="*/ 2106525 w 2140654"/>
                  <a:gd name="connsiteY0" fmla="*/ 2104133 h 2780128"/>
                  <a:gd name="connsiteX1" fmla="*/ 1324646 w 2140654"/>
                  <a:gd name="connsiteY1" fmla="*/ 0 h 2780128"/>
                  <a:gd name="connsiteX2" fmla="*/ 2106525 w 2140654"/>
                  <a:gd name="connsiteY2" fmla="*/ 2104133 h 2780128"/>
                  <a:gd name="connsiteX0" fmla="*/ 2106525 w 2118237"/>
                  <a:gd name="connsiteY0" fmla="*/ 2104133 h 2780128"/>
                  <a:gd name="connsiteX1" fmla="*/ 1324646 w 2118237"/>
                  <a:gd name="connsiteY1" fmla="*/ 0 h 2780128"/>
                  <a:gd name="connsiteX2" fmla="*/ 2106525 w 2118237"/>
                  <a:gd name="connsiteY2" fmla="*/ 2104133 h 2780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8237" h="2780128">
                    <a:moveTo>
                      <a:pt x="2106525" y="2104133"/>
                    </a:moveTo>
                    <a:cubicBezTo>
                      <a:pt x="1461587" y="4039937"/>
                      <a:pt x="-1780780" y="1337483"/>
                      <a:pt x="1324646" y="0"/>
                    </a:cubicBezTo>
                    <a:cubicBezTo>
                      <a:pt x="657620" y="1324230"/>
                      <a:pt x="2269969" y="1256982"/>
                      <a:pt x="2106525" y="2104133"/>
                    </a:cubicBezTo>
                    <a:close/>
                  </a:path>
                </a:pathLst>
              </a:custGeom>
              <a:solidFill>
                <a:srgbClr val="FF605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Rectangle 17">
                <a:extLst>
                  <a:ext uri="{FF2B5EF4-FFF2-40B4-BE49-F238E27FC236}">
                    <a16:creationId xmlns:a16="http://schemas.microsoft.com/office/drawing/2014/main" id="{312319F4-C158-E480-0431-72CC209912D6}"/>
                  </a:ext>
                </a:extLst>
              </p:cNvPr>
              <p:cNvSpPr/>
              <p:nvPr/>
            </p:nvSpPr>
            <p:spPr>
              <a:xfrm>
                <a:off x="1870202" y="3000375"/>
                <a:ext cx="2065694" cy="1245227"/>
              </a:xfrm>
              <a:custGeom>
                <a:avLst/>
                <a:gdLst>
                  <a:gd name="connsiteX0" fmla="*/ 0 w 289903"/>
                  <a:gd name="connsiteY0" fmla="*/ 0 h 322519"/>
                  <a:gd name="connsiteX1" fmla="*/ 289903 w 289903"/>
                  <a:gd name="connsiteY1" fmla="*/ 0 h 322519"/>
                  <a:gd name="connsiteX2" fmla="*/ 289903 w 289903"/>
                  <a:gd name="connsiteY2" fmla="*/ 322519 h 322519"/>
                  <a:gd name="connsiteX3" fmla="*/ 0 w 289903"/>
                  <a:gd name="connsiteY3" fmla="*/ 322519 h 322519"/>
                  <a:gd name="connsiteX4" fmla="*/ 0 w 289903"/>
                  <a:gd name="connsiteY4" fmla="*/ 0 h 322519"/>
                  <a:gd name="connsiteX0" fmla="*/ 1285461 w 1575364"/>
                  <a:gd name="connsiteY0" fmla="*/ 0 h 468293"/>
                  <a:gd name="connsiteX1" fmla="*/ 1575364 w 1575364"/>
                  <a:gd name="connsiteY1" fmla="*/ 0 h 468293"/>
                  <a:gd name="connsiteX2" fmla="*/ 1575364 w 1575364"/>
                  <a:gd name="connsiteY2" fmla="*/ 322519 h 468293"/>
                  <a:gd name="connsiteX3" fmla="*/ 0 w 1575364"/>
                  <a:gd name="connsiteY3" fmla="*/ 468293 h 468293"/>
                  <a:gd name="connsiteX4" fmla="*/ 1285461 w 1575364"/>
                  <a:gd name="connsiteY4" fmla="*/ 0 h 468293"/>
                  <a:gd name="connsiteX0" fmla="*/ 132522 w 1575364"/>
                  <a:gd name="connsiteY0" fmla="*/ 0 h 1077893"/>
                  <a:gd name="connsiteX1" fmla="*/ 1575364 w 1575364"/>
                  <a:gd name="connsiteY1" fmla="*/ 609600 h 1077893"/>
                  <a:gd name="connsiteX2" fmla="*/ 1575364 w 1575364"/>
                  <a:gd name="connsiteY2" fmla="*/ 932119 h 1077893"/>
                  <a:gd name="connsiteX3" fmla="*/ 0 w 1575364"/>
                  <a:gd name="connsiteY3" fmla="*/ 1077893 h 1077893"/>
                  <a:gd name="connsiteX4" fmla="*/ 132522 w 1575364"/>
                  <a:gd name="connsiteY4" fmla="*/ 0 h 1077893"/>
                  <a:gd name="connsiteX0" fmla="*/ 622852 w 2065694"/>
                  <a:gd name="connsiteY0" fmla="*/ 0 h 932119"/>
                  <a:gd name="connsiteX1" fmla="*/ 2065694 w 2065694"/>
                  <a:gd name="connsiteY1" fmla="*/ 609600 h 932119"/>
                  <a:gd name="connsiteX2" fmla="*/ 2065694 w 2065694"/>
                  <a:gd name="connsiteY2" fmla="*/ 932119 h 932119"/>
                  <a:gd name="connsiteX3" fmla="*/ 0 w 2065694"/>
                  <a:gd name="connsiteY3" fmla="*/ 97232 h 932119"/>
                  <a:gd name="connsiteX4" fmla="*/ 622852 w 2065694"/>
                  <a:gd name="connsiteY4" fmla="*/ 0 h 932119"/>
                  <a:gd name="connsiteX0" fmla="*/ 622852 w 2065694"/>
                  <a:gd name="connsiteY0" fmla="*/ 0 h 1211836"/>
                  <a:gd name="connsiteX1" fmla="*/ 2065694 w 2065694"/>
                  <a:gd name="connsiteY1" fmla="*/ 609600 h 1211836"/>
                  <a:gd name="connsiteX2" fmla="*/ 2065694 w 2065694"/>
                  <a:gd name="connsiteY2" fmla="*/ 932119 h 1211836"/>
                  <a:gd name="connsiteX3" fmla="*/ 0 w 2065694"/>
                  <a:gd name="connsiteY3" fmla="*/ 97232 h 1211836"/>
                  <a:gd name="connsiteX4" fmla="*/ 622852 w 2065694"/>
                  <a:gd name="connsiteY4" fmla="*/ 0 h 1211836"/>
                  <a:gd name="connsiteX0" fmla="*/ 622852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22852 w 2065694"/>
                  <a:gd name="connsiteY4" fmla="*/ 0 h 1245227"/>
                  <a:gd name="connsiteX0" fmla="*/ 622852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22852 w 2065694"/>
                  <a:gd name="connsiteY4" fmla="*/ 0 h 1245227"/>
                  <a:gd name="connsiteX0" fmla="*/ 649356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49356 w 2065694"/>
                  <a:gd name="connsiteY4" fmla="*/ 0 h 1245227"/>
                  <a:gd name="connsiteX0" fmla="*/ 649356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49356 w 2065694"/>
                  <a:gd name="connsiteY4" fmla="*/ 0 h 1245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5694" h="1245227">
                    <a:moveTo>
                      <a:pt x="649356" y="0"/>
                    </a:moveTo>
                    <a:cubicBezTo>
                      <a:pt x="944773" y="1276627"/>
                      <a:pt x="1584747" y="406400"/>
                      <a:pt x="2065694" y="609600"/>
                    </a:cubicBezTo>
                    <a:lnTo>
                      <a:pt x="2065694" y="932119"/>
                    </a:lnTo>
                    <a:cubicBezTo>
                      <a:pt x="1920468" y="759840"/>
                      <a:pt x="834339" y="2177824"/>
                      <a:pt x="0" y="97232"/>
                    </a:cubicBezTo>
                    <a:lnTo>
                      <a:pt x="649356" y="0"/>
                    </a:lnTo>
                    <a:close/>
                  </a:path>
                </a:pathLst>
              </a:custGeom>
              <a:solidFill>
                <a:srgbClr val="FF605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Rectangle 18">
                <a:extLst>
                  <a:ext uri="{FF2B5EF4-FFF2-40B4-BE49-F238E27FC236}">
                    <a16:creationId xmlns:a16="http://schemas.microsoft.com/office/drawing/2014/main" id="{79B5D017-B263-0100-508D-BA0FF8697FF7}"/>
                  </a:ext>
                </a:extLst>
              </p:cNvPr>
              <p:cNvSpPr/>
              <p:nvPr/>
            </p:nvSpPr>
            <p:spPr>
              <a:xfrm>
                <a:off x="954807" y="399925"/>
                <a:ext cx="2118237" cy="2780128"/>
              </a:xfrm>
              <a:custGeom>
                <a:avLst/>
                <a:gdLst>
                  <a:gd name="connsiteX0" fmla="*/ 0 w 937173"/>
                  <a:gd name="connsiteY0" fmla="*/ 0 h 977698"/>
                  <a:gd name="connsiteX1" fmla="*/ 937173 w 937173"/>
                  <a:gd name="connsiteY1" fmla="*/ 0 h 977698"/>
                  <a:gd name="connsiteX2" fmla="*/ 937173 w 937173"/>
                  <a:gd name="connsiteY2" fmla="*/ 977698 h 977698"/>
                  <a:gd name="connsiteX3" fmla="*/ 0 w 937173"/>
                  <a:gd name="connsiteY3" fmla="*/ 977698 h 977698"/>
                  <a:gd name="connsiteX4" fmla="*/ 0 w 937173"/>
                  <a:gd name="connsiteY4" fmla="*/ 0 h 977698"/>
                  <a:gd name="connsiteX0" fmla="*/ 0 w 1427504"/>
                  <a:gd name="connsiteY0" fmla="*/ 0 h 977698"/>
                  <a:gd name="connsiteX1" fmla="*/ 937173 w 1427504"/>
                  <a:gd name="connsiteY1" fmla="*/ 0 h 977698"/>
                  <a:gd name="connsiteX2" fmla="*/ 1427504 w 1427504"/>
                  <a:gd name="connsiteY2" fmla="*/ 434359 h 977698"/>
                  <a:gd name="connsiteX3" fmla="*/ 0 w 1427504"/>
                  <a:gd name="connsiteY3" fmla="*/ 977698 h 977698"/>
                  <a:gd name="connsiteX4" fmla="*/ 0 w 1427504"/>
                  <a:gd name="connsiteY4" fmla="*/ 0 h 977698"/>
                  <a:gd name="connsiteX0" fmla="*/ 0 w 1427504"/>
                  <a:gd name="connsiteY0" fmla="*/ 1669774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4" fmla="*/ 0 w 1427504"/>
                  <a:gd name="connsiteY4" fmla="*/ 1669774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781879 w 781879"/>
                  <a:gd name="connsiteY0" fmla="*/ 2104133 h 2104133"/>
                  <a:gd name="connsiteX1" fmla="*/ 0 w 781879"/>
                  <a:gd name="connsiteY1" fmla="*/ 0 h 2104133"/>
                  <a:gd name="connsiteX2" fmla="*/ 781879 w 781879"/>
                  <a:gd name="connsiteY2" fmla="*/ 2104133 h 2104133"/>
                  <a:gd name="connsiteX0" fmla="*/ 1406894 w 1406894"/>
                  <a:gd name="connsiteY0" fmla="*/ 2104133 h 2229700"/>
                  <a:gd name="connsiteX1" fmla="*/ 625015 w 1406894"/>
                  <a:gd name="connsiteY1" fmla="*/ 0 h 2229700"/>
                  <a:gd name="connsiteX2" fmla="*/ 1406894 w 1406894"/>
                  <a:gd name="connsiteY2" fmla="*/ 2104133 h 2229700"/>
                  <a:gd name="connsiteX0" fmla="*/ 1200209 w 1200209"/>
                  <a:gd name="connsiteY0" fmla="*/ 2104133 h 2684238"/>
                  <a:gd name="connsiteX1" fmla="*/ 418330 w 1200209"/>
                  <a:gd name="connsiteY1" fmla="*/ 0 h 2684238"/>
                  <a:gd name="connsiteX2" fmla="*/ 1200209 w 1200209"/>
                  <a:gd name="connsiteY2" fmla="*/ 2104133 h 2684238"/>
                  <a:gd name="connsiteX0" fmla="*/ 1200209 w 1215799"/>
                  <a:gd name="connsiteY0" fmla="*/ 2104133 h 2684238"/>
                  <a:gd name="connsiteX1" fmla="*/ 418330 w 1215799"/>
                  <a:gd name="connsiteY1" fmla="*/ 0 h 2684238"/>
                  <a:gd name="connsiteX2" fmla="*/ 1200209 w 1215799"/>
                  <a:gd name="connsiteY2" fmla="*/ 2104133 h 2684238"/>
                  <a:gd name="connsiteX0" fmla="*/ 2044931 w 2060521"/>
                  <a:gd name="connsiteY0" fmla="*/ 2104133 h 2655896"/>
                  <a:gd name="connsiteX1" fmla="*/ 1263052 w 2060521"/>
                  <a:gd name="connsiteY1" fmla="*/ 0 h 2655896"/>
                  <a:gd name="connsiteX2" fmla="*/ 2044931 w 2060521"/>
                  <a:gd name="connsiteY2" fmla="*/ 2104133 h 2655896"/>
                  <a:gd name="connsiteX0" fmla="*/ 1619500 w 1635090"/>
                  <a:gd name="connsiteY0" fmla="*/ 2104133 h 2671467"/>
                  <a:gd name="connsiteX1" fmla="*/ 837621 w 1635090"/>
                  <a:gd name="connsiteY1" fmla="*/ 0 h 2671467"/>
                  <a:gd name="connsiteX2" fmla="*/ 1619500 w 1635090"/>
                  <a:gd name="connsiteY2" fmla="*/ 2104133 h 2671467"/>
                  <a:gd name="connsiteX0" fmla="*/ 2106525 w 2122115"/>
                  <a:gd name="connsiteY0" fmla="*/ 2104133 h 2780128"/>
                  <a:gd name="connsiteX1" fmla="*/ 1324646 w 2122115"/>
                  <a:gd name="connsiteY1" fmla="*/ 0 h 2780128"/>
                  <a:gd name="connsiteX2" fmla="*/ 2106525 w 2122115"/>
                  <a:gd name="connsiteY2" fmla="*/ 2104133 h 2780128"/>
                  <a:gd name="connsiteX0" fmla="*/ 2106525 w 2114512"/>
                  <a:gd name="connsiteY0" fmla="*/ 2104133 h 2780128"/>
                  <a:gd name="connsiteX1" fmla="*/ 1324646 w 2114512"/>
                  <a:gd name="connsiteY1" fmla="*/ 0 h 2780128"/>
                  <a:gd name="connsiteX2" fmla="*/ 2106525 w 2114512"/>
                  <a:gd name="connsiteY2" fmla="*/ 2104133 h 2780128"/>
                  <a:gd name="connsiteX0" fmla="*/ 2106525 w 2113493"/>
                  <a:gd name="connsiteY0" fmla="*/ 2104133 h 2780128"/>
                  <a:gd name="connsiteX1" fmla="*/ 1324646 w 2113493"/>
                  <a:gd name="connsiteY1" fmla="*/ 0 h 2780128"/>
                  <a:gd name="connsiteX2" fmla="*/ 2106525 w 2113493"/>
                  <a:gd name="connsiteY2" fmla="*/ 2104133 h 2780128"/>
                  <a:gd name="connsiteX0" fmla="*/ 2106525 w 2164304"/>
                  <a:gd name="connsiteY0" fmla="*/ 2104133 h 2780128"/>
                  <a:gd name="connsiteX1" fmla="*/ 1324646 w 2164304"/>
                  <a:gd name="connsiteY1" fmla="*/ 0 h 2780128"/>
                  <a:gd name="connsiteX2" fmla="*/ 2106525 w 2164304"/>
                  <a:gd name="connsiteY2" fmla="*/ 2104133 h 2780128"/>
                  <a:gd name="connsiteX0" fmla="*/ 2106525 w 2140654"/>
                  <a:gd name="connsiteY0" fmla="*/ 2104133 h 2780128"/>
                  <a:gd name="connsiteX1" fmla="*/ 1324646 w 2140654"/>
                  <a:gd name="connsiteY1" fmla="*/ 0 h 2780128"/>
                  <a:gd name="connsiteX2" fmla="*/ 2106525 w 2140654"/>
                  <a:gd name="connsiteY2" fmla="*/ 2104133 h 2780128"/>
                  <a:gd name="connsiteX0" fmla="*/ 2106525 w 2118237"/>
                  <a:gd name="connsiteY0" fmla="*/ 2104133 h 2780128"/>
                  <a:gd name="connsiteX1" fmla="*/ 1324646 w 2118237"/>
                  <a:gd name="connsiteY1" fmla="*/ 0 h 2780128"/>
                  <a:gd name="connsiteX2" fmla="*/ 2106525 w 2118237"/>
                  <a:gd name="connsiteY2" fmla="*/ 2104133 h 2780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8237" h="2780128">
                    <a:moveTo>
                      <a:pt x="2106525" y="2104133"/>
                    </a:moveTo>
                    <a:cubicBezTo>
                      <a:pt x="1461587" y="4039937"/>
                      <a:pt x="-1780780" y="1337483"/>
                      <a:pt x="1324646" y="0"/>
                    </a:cubicBezTo>
                    <a:cubicBezTo>
                      <a:pt x="657620" y="1324230"/>
                      <a:pt x="2269969" y="1256982"/>
                      <a:pt x="2106525" y="2104133"/>
                    </a:cubicBezTo>
                    <a:close/>
                  </a:path>
                </a:pathLst>
              </a:custGeom>
              <a:solidFill>
                <a:srgbClr val="FF605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3F0663E-030A-4EB7-7519-11CB67AD0C15}"/>
                </a:ext>
              </a:extLst>
            </p:cNvPr>
            <p:cNvGrpSpPr/>
            <p:nvPr/>
          </p:nvGrpSpPr>
          <p:grpSpPr>
            <a:xfrm>
              <a:off x="2852965" y="2179798"/>
              <a:ext cx="5504115" cy="3097588"/>
              <a:chOff x="2852965" y="2179798"/>
              <a:chExt cx="5504115" cy="3097588"/>
            </a:xfrm>
            <a:solidFill>
              <a:srgbClr val="FF6050"/>
            </a:solidFill>
          </p:grpSpPr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850C1F38-FDCF-6E22-FD4B-7FA4FA6C65B2}"/>
                  </a:ext>
                </a:extLst>
              </p:cNvPr>
              <p:cNvSpPr/>
              <p:nvPr/>
            </p:nvSpPr>
            <p:spPr>
              <a:xfrm>
                <a:off x="2852965" y="2179798"/>
                <a:ext cx="5504115" cy="3097588"/>
              </a:xfrm>
              <a:custGeom>
                <a:avLst/>
                <a:gdLst>
                  <a:gd name="connsiteX0" fmla="*/ 0 w 5704114"/>
                  <a:gd name="connsiteY0" fmla="*/ 0 h 650961"/>
                  <a:gd name="connsiteX1" fmla="*/ 5704114 w 5704114"/>
                  <a:gd name="connsiteY1" fmla="*/ 0 h 650961"/>
                  <a:gd name="connsiteX2" fmla="*/ 5704114 w 5704114"/>
                  <a:gd name="connsiteY2" fmla="*/ 650961 h 650961"/>
                  <a:gd name="connsiteX3" fmla="*/ 0 w 5704114"/>
                  <a:gd name="connsiteY3" fmla="*/ 650961 h 650961"/>
                  <a:gd name="connsiteX4" fmla="*/ 0 w 5704114"/>
                  <a:gd name="connsiteY4" fmla="*/ 0 h 650961"/>
                  <a:gd name="connsiteX0" fmla="*/ 0 w 5704114"/>
                  <a:gd name="connsiteY0" fmla="*/ 650961 h 650961"/>
                  <a:gd name="connsiteX1" fmla="*/ 5704114 w 5704114"/>
                  <a:gd name="connsiteY1" fmla="*/ 0 h 650961"/>
                  <a:gd name="connsiteX2" fmla="*/ 5704114 w 5704114"/>
                  <a:gd name="connsiteY2" fmla="*/ 650961 h 650961"/>
                  <a:gd name="connsiteX3" fmla="*/ 0 w 5704114"/>
                  <a:gd name="connsiteY3" fmla="*/ 650961 h 650961"/>
                  <a:gd name="connsiteX0" fmla="*/ 0 w 5704114"/>
                  <a:gd name="connsiteY0" fmla="*/ 389704 h 650961"/>
                  <a:gd name="connsiteX1" fmla="*/ 5704114 w 5704114"/>
                  <a:gd name="connsiteY1" fmla="*/ 0 h 650961"/>
                  <a:gd name="connsiteX2" fmla="*/ 5704114 w 5704114"/>
                  <a:gd name="connsiteY2" fmla="*/ 650961 h 650961"/>
                  <a:gd name="connsiteX3" fmla="*/ 0 w 5704114"/>
                  <a:gd name="connsiteY3" fmla="*/ 389704 h 650961"/>
                  <a:gd name="connsiteX0" fmla="*/ 0 w 5704114"/>
                  <a:gd name="connsiteY0" fmla="*/ 508259 h 769516"/>
                  <a:gd name="connsiteX1" fmla="*/ 5704114 w 5704114"/>
                  <a:gd name="connsiteY1" fmla="*/ 118555 h 769516"/>
                  <a:gd name="connsiteX2" fmla="*/ 5704114 w 5704114"/>
                  <a:gd name="connsiteY2" fmla="*/ 769516 h 769516"/>
                  <a:gd name="connsiteX3" fmla="*/ 0 w 5704114"/>
                  <a:gd name="connsiteY3" fmla="*/ 508259 h 769516"/>
                  <a:gd name="connsiteX0" fmla="*/ 0 w 5733142"/>
                  <a:gd name="connsiteY0" fmla="*/ 508259 h 769516"/>
                  <a:gd name="connsiteX1" fmla="*/ 5704114 w 5733142"/>
                  <a:gd name="connsiteY1" fmla="*/ 118555 h 769516"/>
                  <a:gd name="connsiteX2" fmla="*/ 5733142 w 5733142"/>
                  <a:gd name="connsiteY2" fmla="*/ 769516 h 769516"/>
                  <a:gd name="connsiteX3" fmla="*/ 0 w 5733142"/>
                  <a:gd name="connsiteY3" fmla="*/ 508259 h 769516"/>
                  <a:gd name="connsiteX0" fmla="*/ 0 w 5704114"/>
                  <a:gd name="connsiteY0" fmla="*/ 508259 h 508259"/>
                  <a:gd name="connsiteX1" fmla="*/ 5704114 w 5704114"/>
                  <a:gd name="connsiteY1" fmla="*/ 118555 h 508259"/>
                  <a:gd name="connsiteX2" fmla="*/ 0 w 5704114"/>
                  <a:gd name="connsiteY2" fmla="*/ 508259 h 508259"/>
                  <a:gd name="connsiteX0" fmla="*/ 0 w 5689599"/>
                  <a:gd name="connsiteY0" fmla="*/ 360356 h 517489"/>
                  <a:gd name="connsiteX1" fmla="*/ 5689599 w 5689599"/>
                  <a:gd name="connsiteY1" fmla="*/ 507680 h 517489"/>
                  <a:gd name="connsiteX2" fmla="*/ 0 w 5689599"/>
                  <a:gd name="connsiteY2" fmla="*/ 360356 h 517489"/>
                  <a:gd name="connsiteX0" fmla="*/ 0 w 5689599"/>
                  <a:gd name="connsiteY0" fmla="*/ 360356 h 1671978"/>
                  <a:gd name="connsiteX1" fmla="*/ 5689599 w 5689599"/>
                  <a:gd name="connsiteY1" fmla="*/ 507680 h 1671978"/>
                  <a:gd name="connsiteX2" fmla="*/ 0 w 5689599"/>
                  <a:gd name="connsiteY2" fmla="*/ 360356 h 1671978"/>
                  <a:gd name="connsiteX0" fmla="*/ 0 w 5689599"/>
                  <a:gd name="connsiteY0" fmla="*/ 360356 h 1982955"/>
                  <a:gd name="connsiteX1" fmla="*/ 5689599 w 5689599"/>
                  <a:gd name="connsiteY1" fmla="*/ 507680 h 1982955"/>
                  <a:gd name="connsiteX2" fmla="*/ 0 w 5689599"/>
                  <a:gd name="connsiteY2" fmla="*/ 360356 h 1982955"/>
                  <a:gd name="connsiteX0" fmla="*/ 0 w 5704113"/>
                  <a:gd name="connsiteY0" fmla="*/ 381315 h 1939384"/>
                  <a:gd name="connsiteX1" fmla="*/ 5704113 w 5704113"/>
                  <a:gd name="connsiteY1" fmla="*/ 427039 h 1939384"/>
                  <a:gd name="connsiteX2" fmla="*/ 0 w 5704113"/>
                  <a:gd name="connsiteY2" fmla="*/ 381315 h 1939384"/>
                  <a:gd name="connsiteX0" fmla="*/ 0 w 5704113"/>
                  <a:gd name="connsiteY0" fmla="*/ 1037466 h 2595535"/>
                  <a:gd name="connsiteX1" fmla="*/ 5704113 w 5704113"/>
                  <a:gd name="connsiteY1" fmla="*/ 1083190 h 2595535"/>
                  <a:gd name="connsiteX2" fmla="*/ 0 w 5704113"/>
                  <a:gd name="connsiteY2" fmla="*/ 1037466 h 2595535"/>
                  <a:gd name="connsiteX0" fmla="*/ 0 w 5704113"/>
                  <a:gd name="connsiteY0" fmla="*/ 1475506 h 3033575"/>
                  <a:gd name="connsiteX1" fmla="*/ 5704113 w 5704113"/>
                  <a:gd name="connsiteY1" fmla="*/ 1521230 h 3033575"/>
                  <a:gd name="connsiteX2" fmla="*/ 0 w 5704113"/>
                  <a:gd name="connsiteY2" fmla="*/ 1475506 h 3033575"/>
                  <a:gd name="connsiteX0" fmla="*/ 0 w 5704113"/>
                  <a:gd name="connsiteY0" fmla="*/ 1475506 h 3114257"/>
                  <a:gd name="connsiteX1" fmla="*/ 5704113 w 5704113"/>
                  <a:gd name="connsiteY1" fmla="*/ 1521230 h 3114257"/>
                  <a:gd name="connsiteX2" fmla="*/ 0 w 5704113"/>
                  <a:gd name="connsiteY2" fmla="*/ 1475506 h 3114257"/>
                  <a:gd name="connsiteX0" fmla="*/ 1827 w 6128623"/>
                  <a:gd name="connsiteY0" fmla="*/ 432646 h 2071397"/>
                  <a:gd name="connsiteX1" fmla="*/ 5064137 w 6128623"/>
                  <a:gd name="connsiteY1" fmla="*/ 121 h 2071397"/>
                  <a:gd name="connsiteX2" fmla="*/ 5705940 w 6128623"/>
                  <a:gd name="connsiteY2" fmla="*/ 478370 h 2071397"/>
                  <a:gd name="connsiteX3" fmla="*/ 1827 w 6128623"/>
                  <a:gd name="connsiteY3" fmla="*/ 432646 h 2071397"/>
                  <a:gd name="connsiteX0" fmla="*/ 399638 w 6496385"/>
                  <a:gd name="connsiteY0" fmla="*/ 449181 h 2087932"/>
                  <a:gd name="connsiteX1" fmla="*/ 985198 w 6496385"/>
                  <a:gd name="connsiteY1" fmla="*/ 64281 h 2087932"/>
                  <a:gd name="connsiteX2" fmla="*/ 5461948 w 6496385"/>
                  <a:gd name="connsiteY2" fmla="*/ 16656 h 2087932"/>
                  <a:gd name="connsiteX3" fmla="*/ 6103751 w 6496385"/>
                  <a:gd name="connsiteY3" fmla="*/ 494905 h 2087932"/>
                  <a:gd name="connsiteX4" fmla="*/ 399638 w 6496385"/>
                  <a:gd name="connsiteY4" fmla="*/ 449181 h 2087932"/>
                  <a:gd name="connsiteX0" fmla="*/ 391952 w 6517274"/>
                  <a:gd name="connsiteY0" fmla="*/ 449181 h 2087932"/>
                  <a:gd name="connsiteX1" fmla="*/ 1006087 w 6517274"/>
                  <a:gd name="connsiteY1" fmla="*/ 64281 h 2087932"/>
                  <a:gd name="connsiteX2" fmla="*/ 5482837 w 6517274"/>
                  <a:gd name="connsiteY2" fmla="*/ 16656 h 2087932"/>
                  <a:gd name="connsiteX3" fmla="*/ 6124640 w 6517274"/>
                  <a:gd name="connsiteY3" fmla="*/ 494905 h 2087932"/>
                  <a:gd name="connsiteX4" fmla="*/ 391952 w 6517274"/>
                  <a:gd name="connsiteY4" fmla="*/ 449181 h 2087932"/>
                  <a:gd name="connsiteX0" fmla="*/ 391952 w 6463330"/>
                  <a:gd name="connsiteY0" fmla="*/ 449181 h 988341"/>
                  <a:gd name="connsiteX1" fmla="*/ 1006087 w 6463330"/>
                  <a:gd name="connsiteY1" fmla="*/ 64281 h 988341"/>
                  <a:gd name="connsiteX2" fmla="*/ 5482837 w 6463330"/>
                  <a:gd name="connsiteY2" fmla="*/ 16656 h 988341"/>
                  <a:gd name="connsiteX3" fmla="*/ 6124640 w 6463330"/>
                  <a:gd name="connsiteY3" fmla="*/ 494905 h 988341"/>
                  <a:gd name="connsiteX4" fmla="*/ 1129913 w 6463330"/>
                  <a:gd name="connsiteY4" fmla="*/ 988206 h 988341"/>
                  <a:gd name="connsiteX5" fmla="*/ 391952 w 6463330"/>
                  <a:gd name="connsiteY5" fmla="*/ 449181 h 988341"/>
                  <a:gd name="connsiteX0" fmla="*/ 391952 w 6163984"/>
                  <a:gd name="connsiteY0" fmla="*/ 449181 h 1059043"/>
                  <a:gd name="connsiteX1" fmla="*/ 1006087 w 6163984"/>
                  <a:gd name="connsiteY1" fmla="*/ 64281 h 1059043"/>
                  <a:gd name="connsiteX2" fmla="*/ 5482837 w 6163984"/>
                  <a:gd name="connsiteY2" fmla="*/ 16656 h 1059043"/>
                  <a:gd name="connsiteX3" fmla="*/ 6124640 w 6163984"/>
                  <a:gd name="connsiteY3" fmla="*/ 494905 h 1059043"/>
                  <a:gd name="connsiteX4" fmla="*/ 5559038 w 6163984"/>
                  <a:gd name="connsiteY4" fmla="*/ 1026307 h 1059043"/>
                  <a:gd name="connsiteX5" fmla="*/ 1129913 w 6163984"/>
                  <a:gd name="connsiteY5" fmla="*/ 988206 h 1059043"/>
                  <a:gd name="connsiteX6" fmla="*/ 391952 w 6163984"/>
                  <a:gd name="connsiteY6" fmla="*/ 449181 h 1059043"/>
                  <a:gd name="connsiteX0" fmla="*/ 391952 w 6176803"/>
                  <a:gd name="connsiteY0" fmla="*/ 449181 h 1059043"/>
                  <a:gd name="connsiteX1" fmla="*/ 1006087 w 6176803"/>
                  <a:gd name="connsiteY1" fmla="*/ 64281 h 1059043"/>
                  <a:gd name="connsiteX2" fmla="*/ 5482837 w 6176803"/>
                  <a:gd name="connsiteY2" fmla="*/ 16656 h 1059043"/>
                  <a:gd name="connsiteX3" fmla="*/ 6143690 w 6176803"/>
                  <a:gd name="connsiteY3" fmla="*/ 494905 h 1059043"/>
                  <a:gd name="connsiteX4" fmla="*/ 5559038 w 6176803"/>
                  <a:gd name="connsiteY4" fmla="*/ 1026307 h 1059043"/>
                  <a:gd name="connsiteX5" fmla="*/ 1129913 w 6176803"/>
                  <a:gd name="connsiteY5" fmla="*/ 988206 h 1059043"/>
                  <a:gd name="connsiteX6" fmla="*/ 391952 w 6176803"/>
                  <a:gd name="connsiteY6" fmla="*/ 449181 h 1059043"/>
                  <a:gd name="connsiteX0" fmla="*/ 391952 w 6176803"/>
                  <a:gd name="connsiteY0" fmla="*/ 449181 h 1059043"/>
                  <a:gd name="connsiteX1" fmla="*/ 1006087 w 6176803"/>
                  <a:gd name="connsiteY1" fmla="*/ 64281 h 1059043"/>
                  <a:gd name="connsiteX2" fmla="*/ 5482837 w 6176803"/>
                  <a:gd name="connsiteY2" fmla="*/ 16656 h 1059043"/>
                  <a:gd name="connsiteX3" fmla="*/ 6143690 w 6176803"/>
                  <a:gd name="connsiteY3" fmla="*/ 494905 h 1059043"/>
                  <a:gd name="connsiteX4" fmla="*/ 5559038 w 6176803"/>
                  <a:gd name="connsiteY4" fmla="*/ 1026307 h 1059043"/>
                  <a:gd name="connsiteX5" fmla="*/ 1129913 w 6176803"/>
                  <a:gd name="connsiteY5" fmla="*/ 988206 h 1059043"/>
                  <a:gd name="connsiteX6" fmla="*/ 391952 w 6176803"/>
                  <a:gd name="connsiteY6" fmla="*/ 449181 h 1059043"/>
                  <a:gd name="connsiteX0" fmla="*/ 391952 w 6143709"/>
                  <a:gd name="connsiteY0" fmla="*/ 449181 h 1059043"/>
                  <a:gd name="connsiteX1" fmla="*/ 1006087 w 6143709"/>
                  <a:gd name="connsiteY1" fmla="*/ 64281 h 1059043"/>
                  <a:gd name="connsiteX2" fmla="*/ 5482837 w 6143709"/>
                  <a:gd name="connsiteY2" fmla="*/ 16656 h 1059043"/>
                  <a:gd name="connsiteX3" fmla="*/ 6143690 w 6143709"/>
                  <a:gd name="connsiteY3" fmla="*/ 494905 h 1059043"/>
                  <a:gd name="connsiteX4" fmla="*/ 5559038 w 6143709"/>
                  <a:gd name="connsiteY4" fmla="*/ 1026307 h 1059043"/>
                  <a:gd name="connsiteX5" fmla="*/ 1129913 w 6143709"/>
                  <a:gd name="connsiteY5" fmla="*/ 988206 h 1059043"/>
                  <a:gd name="connsiteX6" fmla="*/ 391952 w 6143709"/>
                  <a:gd name="connsiteY6" fmla="*/ 449181 h 1059043"/>
                  <a:gd name="connsiteX0" fmla="*/ 391952 w 6143709"/>
                  <a:gd name="connsiteY0" fmla="*/ 449181 h 1061098"/>
                  <a:gd name="connsiteX1" fmla="*/ 1006087 w 6143709"/>
                  <a:gd name="connsiteY1" fmla="*/ 64281 h 1061098"/>
                  <a:gd name="connsiteX2" fmla="*/ 5482837 w 6143709"/>
                  <a:gd name="connsiteY2" fmla="*/ 16656 h 1061098"/>
                  <a:gd name="connsiteX3" fmla="*/ 6143690 w 6143709"/>
                  <a:gd name="connsiteY3" fmla="*/ 494905 h 1061098"/>
                  <a:gd name="connsiteX4" fmla="*/ 5559038 w 6143709"/>
                  <a:gd name="connsiteY4" fmla="*/ 1026307 h 1061098"/>
                  <a:gd name="connsiteX5" fmla="*/ 1091813 w 6143709"/>
                  <a:gd name="connsiteY5" fmla="*/ 997731 h 1061098"/>
                  <a:gd name="connsiteX6" fmla="*/ 391952 w 6143709"/>
                  <a:gd name="connsiteY6" fmla="*/ 449181 h 1061098"/>
                  <a:gd name="connsiteX0" fmla="*/ 391952 w 6143709"/>
                  <a:gd name="connsiteY0" fmla="*/ 449181 h 1061098"/>
                  <a:gd name="connsiteX1" fmla="*/ 1006087 w 6143709"/>
                  <a:gd name="connsiteY1" fmla="*/ 64281 h 1061098"/>
                  <a:gd name="connsiteX2" fmla="*/ 5482837 w 6143709"/>
                  <a:gd name="connsiteY2" fmla="*/ 16656 h 1061098"/>
                  <a:gd name="connsiteX3" fmla="*/ 6143690 w 6143709"/>
                  <a:gd name="connsiteY3" fmla="*/ 494905 h 1061098"/>
                  <a:gd name="connsiteX4" fmla="*/ 5559038 w 6143709"/>
                  <a:gd name="connsiteY4" fmla="*/ 1026307 h 1061098"/>
                  <a:gd name="connsiteX5" fmla="*/ 1091813 w 6143709"/>
                  <a:gd name="connsiteY5" fmla="*/ 997731 h 1061098"/>
                  <a:gd name="connsiteX6" fmla="*/ 391952 w 6143709"/>
                  <a:gd name="connsiteY6" fmla="*/ 449181 h 1061098"/>
                  <a:gd name="connsiteX0" fmla="*/ 264545 w 6016302"/>
                  <a:gd name="connsiteY0" fmla="*/ 449181 h 1061098"/>
                  <a:gd name="connsiteX1" fmla="*/ 878680 w 6016302"/>
                  <a:gd name="connsiteY1" fmla="*/ 64281 h 1061098"/>
                  <a:gd name="connsiteX2" fmla="*/ 5355430 w 6016302"/>
                  <a:gd name="connsiteY2" fmla="*/ 16656 h 1061098"/>
                  <a:gd name="connsiteX3" fmla="*/ 6016283 w 6016302"/>
                  <a:gd name="connsiteY3" fmla="*/ 494905 h 1061098"/>
                  <a:gd name="connsiteX4" fmla="*/ 5431631 w 6016302"/>
                  <a:gd name="connsiteY4" fmla="*/ 1026307 h 1061098"/>
                  <a:gd name="connsiteX5" fmla="*/ 964406 w 6016302"/>
                  <a:gd name="connsiteY5" fmla="*/ 997731 h 1061098"/>
                  <a:gd name="connsiteX6" fmla="*/ 264545 w 6016302"/>
                  <a:gd name="connsiteY6" fmla="*/ 449181 h 1061098"/>
                  <a:gd name="connsiteX0" fmla="*/ 0 w 5751757"/>
                  <a:gd name="connsiteY0" fmla="*/ 449181 h 1061098"/>
                  <a:gd name="connsiteX1" fmla="*/ 614135 w 5751757"/>
                  <a:gd name="connsiteY1" fmla="*/ 64281 h 1061098"/>
                  <a:gd name="connsiteX2" fmla="*/ 5090885 w 5751757"/>
                  <a:gd name="connsiteY2" fmla="*/ 16656 h 1061098"/>
                  <a:gd name="connsiteX3" fmla="*/ 5751738 w 5751757"/>
                  <a:gd name="connsiteY3" fmla="*/ 494905 h 1061098"/>
                  <a:gd name="connsiteX4" fmla="*/ 5167086 w 5751757"/>
                  <a:gd name="connsiteY4" fmla="*/ 1026307 h 1061098"/>
                  <a:gd name="connsiteX5" fmla="*/ 699861 w 5751757"/>
                  <a:gd name="connsiteY5" fmla="*/ 997731 h 1061098"/>
                  <a:gd name="connsiteX6" fmla="*/ 0 w 5751757"/>
                  <a:gd name="connsiteY6" fmla="*/ 449181 h 1061098"/>
                  <a:gd name="connsiteX0" fmla="*/ 0 w 5751757"/>
                  <a:gd name="connsiteY0" fmla="*/ 1401231 h 2013148"/>
                  <a:gd name="connsiteX1" fmla="*/ 614135 w 5751757"/>
                  <a:gd name="connsiteY1" fmla="*/ 1016331 h 2013148"/>
                  <a:gd name="connsiteX2" fmla="*/ 5090885 w 5751757"/>
                  <a:gd name="connsiteY2" fmla="*/ 968706 h 2013148"/>
                  <a:gd name="connsiteX3" fmla="*/ 5751738 w 5751757"/>
                  <a:gd name="connsiteY3" fmla="*/ 1446955 h 2013148"/>
                  <a:gd name="connsiteX4" fmla="*/ 5167086 w 5751757"/>
                  <a:gd name="connsiteY4" fmla="*/ 1978357 h 2013148"/>
                  <a:gd name="connsiteX5" fmla="*/ 699861 w 5751757"/>
                  <a:gd name="connsiteY5" fmla="*/ 1949781 h 2013148"/>
                  <a:gd name="connsiteX6" fmla="*/ 0 w 5751757"/>
                  <a:gd name="connsiteY6" fmla="*/ 1401231 h 2013148"/>
                  <a:gd name="connsiteX0" fmla="*/ 0 w 5751757"/>
                  <a:gd name="connsiteY0" fmla="*/ 1511673 h 2123590"/>
                  <a:gd name="connsiteX1" fmla="*/ 614135 w 5751757"/>
                  <a:gd name="connsiteY1" fmla="*/ 1126773 h 2123590"/>
                  <a:gd name="connsiteX2" fmla="*/ 5090885 w 5751757"/>
                  <a:gd name="connsiteY2" fmla="*/ 1079148 h 2123590"/>
                  <a:gd name="connsiteX3" fmla="*/ 5751738 w 5751757"/>
                  <a:gd name="connsiteY3" fmla="*/ 1557397 h 2123590"/>
                  <a:gd name="connsiteX4" fmla="*/ 5167086 w 5751757"/>
                  <a:gd name="connsiteY4" fmla="*/ 2088799 h 2123590"/>
                  <a:gd name="connsiteX5" fmla="*/ 699861 w 5751757"/>
                  <a:gd name="connsiteY5" fmla="*/ 2060223 h 2123590"/>
                  <a:gd name="connsiteX6" fmla="*/ 0 w 5751757"/>
                  <a:gd name="connsiteY6" fmla="*/ 1511673 h 2123590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65"/>
                  <a:gd name="connsiteY0" fmla="*/ 1394717 h 2006634"/>
                  <a:gd name="connsiteX1" fmla="*/ 614135 w 5751765"/>
                  <a:gd name="connsiteY1" fmla="*/ 1009817 h 2006634"/>
                  <a:gd name="connsiteX2" fmla="*/ 5090885 w 5751765"/>
                  <a:gd name="connsiteY2" fmla="*/ 962192 h 2006634"/>
                  <a:gd name="connsiteX3" fmla="*/ 5751738 w 5751765"/>
                  <a:gd name="connsiteY3" fmla="*/ 1440441 h 2006634"/>
                  <a:gd name="connsiteX4" fmla="*/ 5167086 w 5751765"/>
                  <a:gd name="connsiteY4" fmla="*/ 1971843 h 2006634"/>
                  <a:gd name="connsiteX5" fmla="*/ 699861 w 5751765"/>
                  <a:gd name="connsiteY5" fmla="*/ 1943267 h 2006634"/>
                  <a:gd name="connsiteX6" fmla="*/ 0 w 5751765"/>
                  <a:gd name="connsiteY6" fmla="*/ 1394717 h 2006634"/>
                  <a:gd name="connsiteX0" fmla="*/ 0 w 5751765"/>
                  <a:gd name="connsiteY0" fmla="*/ 1402481 h 2014398"/>
                  <a:gd name="connsiteX1" fmla="*/ 614135 w 5751765"/>
                  <a:gd name="connsiteY1" fmla="*/ 1017581 h 2014398"/>
                  <a:gd name="connsiteX2" fmla="*/ 5090885 w 5751765"/>
                  <a:gd name="connsiteY2" fmla="*/ 969956 h 2014398"/>
                  <a:gd name="connsiteX3" fmla="*/ 5751738 w 5751765"/>
                  <a:gd name="connsiteY3" fmla="*/ 1448205 h 2014398"/>
                  <a:gd name="connsiteX4" fmla="*/ 5167086 w 5751765"/>
                  <a:gd name="connsiteY4" fmla="*/ 1979607 h 2014398"/>
                  <a:gd name="connsiteX5" fmla="*/ 699861 w 5751765"/>
                  <a:gd name="connsiteY5" fmla="*/ 1951031 h 2014398"/>
                  <a:gd name="connsiteX6" fmla="*/ 0 w 5751765"/>
                  <a:gd name="connsiteY6" fmla="*/ 1402481 h 2014398"/>
                  <a:gd name="connsiteX0" fmla="*/ 0 w 5751765"/>
                  <a:gd name="connsiteY0" fmla="*/ 1402481 h 2885775"/>
                  <a:gd name="connsiteX1" fmla="*/ 614135 w 5751765"/>
                  <a:gd name="connsiteY1" fmla="*/ 1017581 h 2885775"/>
                  <a:gd name="connsiteX2" fmla="*/ 5090885 w 5751765"/>
                  <a:gd name="connsiteY2" fmla="*/ 969956 h 2885775"/>
                  <a:gd name="connsiteX3" fmla="*/ 5751738 w 5751765"/>
                  <a:gd name="connsiteY3" fmla="*/ 1448205 h 2885775"/>
                  <a:gd name="connsiteX4" fmla="*/ 5167086 w 5751765"/>
                  <a:gd name="connsiteY4" fmla="*/ 1979607 h 2885775"/>
                  <a:gd name="connsiteX5" fmla="*/ 699861 w 5751765"/>
                  <a:gd name="connsiteY5" fmla="*/ 1951031 h 2885775"/>
                  <a:gd name="connsiteX6" fmla="*/ 0 w 5751765"/>
                  <a:gd name="connsiteY6" fmla="*/ 1402481 h 2885775"/>
                  <a:gd name="connsiteX0" fmla="*/ 0 w 5751765"/>
                  <a:gd name="connsiteY0" fmla="*/ 1402481 h 3085041"/>
                  <a:gd name="connsiteX1" fmla="*/ 614135 w 5751765"/>
                  <a:gd name="connsiteY1" fmla="*/ 1017581 h 3085041"/>
                  <a:gd name="connsiteX2" fmla="*/ 5090885 w 5751765"/>
                  <a:gd name="connsiteY2" fmla="*/ 969956 h 3085041"/>
                  <a:gd name="connsiteX3" fmla="*/ 5751738 w 5751765"/>
                  <a:gd name="connsiteY3" fmla="*/ 1448205 h 3085041"/>
                  <a:gd name="connsiteX4" fmla="*/ 5167086 w 5751765"/>
                  <a:gd name="connsiteY4" fmla="*/ 1979607 h 3085041"/>
                  <a:gd name="connsiteX5" fmla="*/ 699861 w 5751765"/>
                  <a:gd name="connsiteY5" fmla="*/ 1951031 h 3085041"/>
                  <a:gd name="connsiteX6" fmla="*/ 0 w 5751765"/>
                  <a:gd name="connsiteY6" fmla="*/ 1402481 h 3085041"/>
                  <a:gd name="connsiteX0" fmla="*/ 0 w 5751765"/>
                  <a:gd name="connsiteY0" fmla="*/ 1402481 h 3085041"/>
                  <a:gd name="connsiteX1" fmla="*/ 614135 w 5751765"/>
                  <a:gd name="connsiteY1" fmla="*/ 1017581 h 3085041"/>
                  <a:gd name="connsiteX2" fmla="*/ 5090885 w 5751765"/>
                  <a:gd name="connsiteY2" fmla="*/ 969956 h 3085041"/>
                  <a:gd name="connsiteX3" fmla="*/ 5751738 w 5751765"/>
                  <a:gd name="connsiteY3" fmla="*/ 1448205 h 3085041"/>
                  <a:gd name="connsiteX4" fmla="*/ 5167086 w 5751765"/>
                  <a:gd name="connsiteY4" fmla="*/ 1979607 h 3085041"/>
                  <a:gd name="connsiteX5" fmla="*/ 699861 w 5751765"/>
                  <a:gd name="connsiteY5" fmla="*/ 1951031 h 3085041"/>
                  <a:gd name="connsiteX6" fmla="*/ 0 w 5751765"/>
                  <a:gd name="connsiteY6" fmla="*/ 1402481 h 3085041"/>
                  <a:gd name="connsiteX0" fmla="*/ 0 w 5627962"/>
                  <a:gd name="connsiteY0" fmla="*/ 1402481 h 3085041"/>
                  <a:gd name="connsiteX1" fmla="*/ 614135 w 5627962"/>
                  <a:gd name="connsiteY1" fmla="*/ 1017581 h 3085041"/>
                  <a:gd name="connsiteX2" fmla="*/ 5090885 w 5627962"/>
                  <a:gd name="connsiteY2" fmla="*/ 969956 h 3085041"/>
                  <a:gd name="connsiteX3" fmla="*/ 5627913 w 5627962"/>
                  <a:gd name="connsiteY3" fmla="*/ 1448205 h 3085041"/>
                  <a:gd name="connsiteX4" fmla="*/ 5167086 w 5627962"/>
                  <a:gd name="connsiteY4" fmla="*/ 1979607 h 3085041"/>
                  <a:gd name="connsiteX5" fmla="*/ 699861 w 5627962"/>
                  <a:gd name="connsiteY5" fmla="*/ 1951031 h 3085041"/>
                  <a:gd name="connsiteX6" fmla="*/ 0 w 5627962"/>
                  <a:gd name="connsiteY6" fmla="*/ 1402481 h 3085041"/>
                  <a:gd name="connsiteX0" fmla="*/ 0 w 5504137"/>
                  <a:gd name="connsiteY0" fmla="*/ 1402481 h 3085041"/>
                  <a:gd name="connsiteX1" fmla="*/ 490310 w 5504137"/>
                  <a:gd name="connsiteY1" fmla="*/ 1017581 h 3085041"/>
                  <a:gd name="connsiteX2" fmla="*/ 4967060 w 5504137"/>
                  <a:gd name="connsiteY2" fmla="*/ 969956 h 3085041"/>
                  <a:gd name="connsiteX3" fmla="*/ 5504088 w 5504137"/>
                  <a:gd name="connsiteY3" fmla="*/ 1448205 h 3085041"/>
                  <a:gd name="connsiteX4" fmla="*/ 5043261 w 5504137"/>
                  <a:gd name="connsiteY4" fmla="*/ 1979607 h 3085041"/>
                  <a:gd name="connsiteX5" fmla="*/ 576036 w 5504137"/>
                  <a:gd name="connsiteY5" fmla="*/ 1951031 h 3085041"/>
                  <a:gd name="connsiteX6" fmla="*/ 0 w 5504137"/>
                  <a:gd name="connsiteY6" fmla="*/ 1402481 h 3085041"/>
                  <a:gd name="connsiteX0" fmla="*/ 0 w 5504125"/>
                  <a:gd name="connsiteY0" fmla="*/ 1399348 h 3081908"/>
                  <a:gd name="connsiteX1" fmla="*/ 490310 w 5504125"/>
                  <a:gd name="connsiteY1" fmla="*/ 1014448 h 3081908"/>
                  <a:gd name="connsiteX2" fmla="*/ 4919435 w 5504125"/>
                  <a:gd name="connsiteY2" fmla="*/ 976348 h 3081908"/>
                  <a:gd name="connsiteX3" fmla="*/ 5504088 w 5504125"/>
                  <a:gd name="connsiteY3" fmla="*/ 1445072 h 3081908"/>
                  <a:gd name="connsiteX4" fmla="*/ 5043261 w 5504125"/>
                  <a:gd name="connsiteY4" fmla="*/ 1976474 h 3081908"/>
                  <a:gd name="connsiteX5" fmla="*/ 576036 w 5504125"/>
                  <a:gd name="connsiteY5" fmla="*/ 1947898 h 3081908"/>
                  <a:gd name="connsiteX6" fmla="*/ 0 w 5504125"/>
                  <a:gd name="connsiteY6" fmla="*/ 1399348 h 3081908"/>
                  <a:gd name="connsiteX0" fmla="*/ 0 w 5504115"/>
                  <a:gd name="connsiteY0" fmla="*/ 1399348 h 3081908"/>
                  <a:gd name="connsiteX1" fmla="*/ 490310 w 5504115"/>
                  <a:gd name="connsiteY1" fmla="*/ 1014448 h 3081908"/>
                  <a:gd name="connsiteX2" fmla="*/ 4919435 w 5504115"/>
                  <a:gd name="connsiteY2" fmla="*/ 976348 h 3081908"/>
                  <a:gd name="connsiteX3" fmla="*/ 5504088 w 5504115"/>
                  <a:gd name="connsiteY3" fmla="*/ 1445072 h 3081908"/>
                  <a:gd name="connsiteX4" fmla="*/ 5043261 w 5504115"/>
                  <a:gd name="connsiteY4" fmla="*/ 1976474 h 3081908"/>
                  <a:gd name="connsiteX5" fmla="*/ 576036 w 5504115"/>
                  <a:gd name="connsiteY5" fmla="*/ 1947898 h 3081908"/>
                  <a:gd name="connsiteX6" fmla="*/ 0 w 5504115"/>
                  <a:gd name="connsiteY6" fmla="*/ 1399348 h 3081908"/>
                  <a:gd name="connsiteX0" fmla="*/ 0 w 5504115"/>
                  <a:gd name="connsiteY0" fmla="*/ 1415028 h 3097588"/>
                  <a:gd name="connsiteX1" fmla="*/ 490310 w 5504115"/>
                  <a:gd name="connsiteY1" fmla="*/ 1030128 h 3097588"/>
                  <a:gd name="connsiteX2" fmla="*/ 4919435 w 5504115"/>
                  <a:gd name="connsiteY2" fmla="*/ 992028 h 3097588"/>
                  <a:gd name="connsiteX3" fmla="*/ 5504088 w 5504115"/>
                  <a:gd name="connsiteY3" fmla="*/ 1460752 h 3097588"/>
                  <a:gd name="connsiteX4" fmla="*/ 5043261 w 5504115"/>
                  <a:gd name="connsiteY4" fmla="*/ 1992154 h 3097588"/>
                  <a:gd name="connsiteX5" fmla="*/ 576036 w 5504115"/>
                  <a:gd name="connsiteY5" fmla="*/ 1963578 h 3097588"/>
                  <a:gd name="connsiteX6" fmla="*/ 0 w 5504115"/>
                  <a:gd name="connsiteY6" fmla="*/ 1415028 h 3097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04115" h="3097588">
                    <a:moveTo>
                      <a:pt x="0" y="1415028"/>
                    </a:moveTo>
                    <a:cubicBezTo>
                      <a:pt x="67658" y="1300395"/>
                      <a:pt x="141892" y="1340341"/>
                      <a:pt x="490310" y="1030128"/>
                    </a:cubicBezTo>
                    <a:cubicBezTo>
                      <a:pt x="2724678" y="-946959"/>
                      <a:pt x="4225093" y="429720"/>
                      <a:pt x="4919435" y="992028"/>
                    </a:cubicBezTo>
                    <a:cubicBezTo>
                      <a:pt x="5232777" y="1278111"/>
                      <a:pt x="5507263" y="1363914"/>
                      <a:pt x="5504088" y="1460752"/>
                    </a:cubicBezTo>
                    <a:cubicBezTo>
                      <a:pt x="5500913" y="1557590"/>
                      <a:pt x="5285166" y="1643237"/>
                      <a:pt x="5043261" y="1992154"/>
                    </a:cubicBezTo>
                    <a:cubicBezTo>
                      <a:pt x="4248907" y="2826846"/>
                      <a:pt x="2411942" y="4007628"/>
                      <a:pt x="576036" y="1963578"/>
                    </a:cubicBezTo>
                    <a:cubicBezTo>
                      <a:pt x="401638" y="1670207"/>
                      <a:pt x="19050" y="1592828"/>
                      <a:pt x="0" y="1415028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207D78AA-F6F9-8885-FAD4-9C01CA31D644}"/>
                  </a:ext>
                </a:extLst>
              </p:cNvPr>
              <p:cNvSpPr/>
              <p:nvPr/>
            </p:nvSpPr>
            <p:spPr>
              <a:xfrm>
                <a:off x="2856715" y="3610329"/>
                <a:ext cx="5500365" cy="1666957"/>
              </a:xfrm>
              <a:custGeom>
                <a:avLst/>
                <a:gdLst>
                  <a:gd name="connsiteX0" fmla="*/ 0 w 5500365"/>
                  <a:gd name="connsiteY0" fmla="*/ 0 h 1666957"/>
                  <a:gd name="connsiteX1" fmla="*/ 94668 w 5500365"/>
                  <a:gd name="connsiteY1" fmla="*/ 11563 h 1666957"/>
                  <a:gd name="connsiteX2" fmla="*/ 2658287 w 5500365"/>
                  <a:gd name="connsiteY2" fmla="*/ 361496 h 1666957"/>
                  <a:gd name="connsiteX3" fmla="*/ 5330295 w 5500365"/>
                  <a:gd name="connsiteY3" fmla="*/ 27294 h 1666957"/>
                  <a:gd name="connsiteX4" fmla="*/ 5491243 w 5500365"/>
                  <a:gd name="connsiteY4" fmla="*/ 1038 h 1666957"/>
                  <a:gd name="connsiteX5" fmla="*/ 5500365 w 5500365"/>
                  <a:gd name="connsiteY5" fmla="*/ 30121 h 1666957"/>
                  <a:gd name="connsiteX6" fmla="*/ 5039538 w 5500365"/>
                  <a:gd name="connsiteY6" fmla="*/ 561523 h 1666957"/>
                  <a:gd name="connsiteX7" fmla="*/ 572313 w 5500365"/>
                  <a:gd name="connsiteY7" fmla="*/ 532947 h 1666957"/>
                  <a:gd name="connsiteX8" fmla="*/ 3970 w 5500365"/>
                  <a:gd name="connsiteY8" fmla="*/ 16635 h 1666957"/>
                  <a:gd name="connsiteX9" fmla="*/ 0 w 5500365"/>
                  <a:gd name="connsiteY9" fmla="*/ 0 h 1666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500365" h="1666957">
                    <a:moveTo>
                      <a:pt x="0" y="0"/>
                    </a:moveTo>
                    <a:lnTo>
                      <a:pt x="94668" y="11563"/>
                    </a:lnTo>
                    <a:cubicBezTo>
                      <a:pt x="581905" y="103092"/>
                      <a:pt x="1025713" y="638316"/>
                      <a:pt x="2658287" y="361496"/>
                    </a:cubicBezTo>
                    <a:cubicBezTo>
                      <a:pt x="4189382" y="685941"/>
                      <a:pt x="4514970" y="189971"/>
                      <a:pt x="5330295" y="27294"/>
                    </a:cubicBezTo>
                    <a:lnTo>
                      <a:pt x="5491243" y="1038"/>
                    </a:lnTo>
                    <a:lnTo>
                      <a:pt x="5500365" y="30121"/>
                    </a:lnTo>
                    <a:cubicBezTo>
                      <a:pt x="5497190" y="126959"/>
                      <a:pt x="5281443" y="212606"/>
                      <a:pt x="5039538" y="561523"/>
                    </a:cubicBezTo>
                    <a:cubicBezTo>
                      <a:pt x="4245184" y="1396215"/>
                      <a:pt x="2408219" y="2576997"/>
                      <a:pt x="572313" y="532947"/>
                    </a:cubicBezTo>
                    <a:cubicBezTo>
                      <a:pt x="408815" y="257912"/>
                      <a:pt x="62337" y="172713"/>
                      <a:pt x="3970" y="1663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DBB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DFB2FC9D-A680-4738-C7B5-CA0C12BC2166}"/>
                  </a:ext>
                </a:extLst>
              </p:cNvPr>
              <p:cNvSpPr/>
              <p:nvPr/>
            </p:nvSpPr>
            <p:spPr>
              <a:xfrm rot="9893877">
                <a:off x="5287330" y="3646116"/>
                <a:ext cx="480111" cy="480111"/>
              </a:xfrm>
              <a:prstGeom prst="arc">
                <a:avLst>
                  <a:gd name="adj1" fmla="val 11034610"/>
                  <a:gd name="adj2" fmla="val 2040932"/>
                </a:avLst>
              </a:pr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7AB886A-9D31-A2D8-0CBE-A682F4F6547B}"/>
                </a:ext>
              </a:extLst>
            </p:cNvPr>
            <p:cNvGrpSpPr/>
            <p:nvPr/>
          </p:nvGrpSpPr>
          <p:grpSpPr>
            <a:xfrm>
              <a:off x="6315621" y="3103520"/>
              <a:ext cx="773766" cy="919840"/>
              <a:chOff x="6315621" y="3103520"/>
              <a:chExt cx="773766" cy="919840"/>
            </a:xfrm>
            <a:solidFill>
              <a:sysClr val="windowText" lastClr="000000"/>
            </a:solidFill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B0D7819-B8D6-08EE-4123-178F1984AFAC}"/>
                  </a:ext>
                </a:extLst>
              </p:cNvPr>
              <p:cNvSpPr/>
              <p:nvPr/>
            </p:nvSpPr>
            <p:spPr>
              <a:xfrm>
                <a:off x="6315621" y="3103520"/>
                <a:ext cx="773766" cy="919840"/>
              </a:xfrm>
              <a:prstGeom prst="ellipse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108CA4D-EB97-8923-4C54-D462860D6975}"/>
                  </a:ext>
                </a:extLst>
              </p:cNvPr>
              <p:cNvSpPr/>
              <p:nvPr/>
            </p:nvSpPr>
            <p:spPr>
              <a:xfrm>
                <a:off x="6680912" y="3225968"/>
                <a:ext cx="259844" cy="308898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C0C09503-E823-AFD5-D93F-DA2E1312C15F}"/>
                  </a:ext>
                </a:extLst>
              </p:cNvPr>
              <p:cNvSpPr/>
              <p:nvPr/>
            </p:nvSpPr>
            <p:spPr>
              <a:xfrm>
                <a:off x="6529365" y="3540816"/>
                <a:ext cx="151547" cy="180156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058F796-FFA2-BEDC-86F0-70547CF231A2}"/>
                </a:ext>
              </a:extLst>
            </p:cNvPr>
            <p:cNvGrpSpPr/>
            <p:nvPr/>
          </p:nvGrpSpPr>
          <p:grpSpPr>
            <a:xfrm>
              <a:off x="4144893" y="3079207"/>
              <a:ext cx="773766" cy="919840"/>
              <a:chOff x="6317755" y="3064326"/>
              <a:chExt cx="773766" cy="919840"/>
            </a:xfrm>
            <a:solidFill>
              <a:sysClr val="windowText" lastClr="000000"/>
            </a:solidFill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3B54FAC-9E3F-D657-0AE1-E16F387E0E56}"/>
                  </a:ext>
                </a:extLst>
              </p:cNvPr>
              <p:cNvSpPr/>
              <p:nvPr/>
            </p:nvSpPr>
            <p:spPr>
              <a:xfrm>
                <a:off x="6317755" y="3064326"/>
                <a:ext cx="773766" cy="919840"/>
              </a:xfrm>
              <a:prstGeom prst="ellipse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1EBE992-0DBA-7AF3-B0B1-CC0B453A7A08}"/>
                  </a:ext>
                </a:extLst>
              </p:cNvPr>
              <p:cNvSpPr/>
              <p:nvPr/>
            </p:nvSpPr>
            <p:spPr>
              <a:xfrm>
                <a:off x="6683046" y="3186774"/>
                <a:ext cx="259844" cy="308898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4BED918-5A35-2A6B-9EF7-40EE53244DD1}"/>
                  </a:ext>
                </a:extLst>
              </p:cNvPr>
              <p:cNvSpPr/>
              <p:nvPr/>
            </p:nvSpPr>
            <p:spPr>
              <a:xfrm>
                <a:off x="6531499" y="3501622"/>
                <a:ext cx="151547" cy="180156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E733B9C-6678-3A73-9F15-D697C32B888C}"/>
              </a:ext>
            </a:extLst>
          </p:cNvPr>
          <p:cNvGrpSpPr/>
          <p:nvPr/>
        </p:nvGrpSpPr>
        <p:grpSpPr>
          <a:xfrm>
            <a:off x="-3354618" y="100704"/>
            <a:ext cx="9545884" cy="5435214"/>
            <a:chOff x="954807" y="399925"/>
            <a:chExt cx="9523556" cy="542250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3BE1A84-955C-875E-BF43-24F4B7556005}"/>
                </a:ext>
              </a:extLst>
            </p:cNvPr>
            <p:cNvGrpSpPr/>
            <p:nvPr/>
          </p:nvGrpSpPr>
          <p:grpSpPr>
            <a:xfrm flipH="1">
              <a:off x="5943915" y="4247591"/>
              <a:ext cx="2979505" cy="1555224"/>
              <a:chOff x="2387837" y="4267201"/>
              <a:chExt cx="2979505" cy="1555224"/>
            </a:xfrm>
            <a:solidFill>
              <a:srgbClr val="FF6050"/>
            </a:solidFill>
          </p:grpSpPr>
          <p:sp>
            <p:nvSpPr>
              <p:cNvPr id="57" name="Rectangle 16">
                <a:extLst>
                  <a:ext uri="{FF2B5EF4-FFF2-40B4-BE49-F238E27FC236}">
                    <a16:creationId xmlns:a16="http://schemas.microsoft.com/office/drawing/2014/main" id="{BEFC877A-262C-595B-68C3-4692E8DB4365}"/>
                  </a:ext>
                </a:extLst>
              </p:cNvPr>
              <p:cNvSpPr/>
              <p:nvPr/>
            </p:nvSpPr>
            <p:spPr>
              <a:xfrm>
                <a:off x="2387837" y="4267201"/>
                <a:ext cx="1660287" cy="801311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0287" h="801311">
                    <a:moveTo>
                      <a:pt x="498237" y="104775"/>
                    </a:moveTo>
                    <a:lnTo>
                      <a:pt x="1612662" y="0"/>
                    </a:lnTo>
                    <a:lnTo>
                      <a:pt x="1660287" y="352425"/>
                    </a:lnTo>
                    <a:cubicBezTo>
                      <a:pt x="1276112" y="396875"/>
                      <a:pt x="653812" y="336550"/>
                      <a:pt x="517287" y="447675"/>
                    </a:cubicBezTo>
                    <a:cubicBezTo>
                      <a:pt x="-546338" y="1368425"/>
                      <a:pt x="333137" y="212725"/>
                      <a:pt x="498237" y="104775"/>
                    </a:cubicBezTo>
                    <a:close/>
                  </a:path>
                </a:pathLst>
              </a:cu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Rectangle 16">
                <a:extLst>
                  <a:ext uri="{FF2B5EF4-FFF2-40B4-BE49-F238E27FC236}">
                    <a16:creationId xmlns:a16="http://schemas.microsoft.com/office/drawing/2014/main" id="{9DB9EFC8-48FA-F0D9-CB6F-9F1E40F420B7}"/>
                  </a:ext>
                </a:extLst>
              </p:cNvPr>
              <p:cNvSpPr/>
              <p:nvPr/>
            </p:nvSpPr>
            <p:spPr>
              <a:xfrm rot="20785128">
                <a:off x="2394708" y="4771802"/>
                <a:ext cx="2067659" cy="1050189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  <a:gd name="connsiteX0" fmla="*/ 586438 w 1748488"/>
                  <a:gd name="connsiteY0" fmla="*/ 104775 h 987643"/>
                  <a:gd name="connsiteX1" fmla="*/ 1700863 w 1748488"/>
                  <a:gd name="connsiteY1" fmla="*/ 0 h 987643"/>
                  <a:gd name="connsiteX2" fmla="*/ 1748488 w 1748488"/>
                  <a:gd name="connsiteY2" fmla="*/ 352425 h 987643"/>
                  <a:gd name="connsiteX3" fmla="*/ 482523 w 1748488"/>
                  <a:gd name="connsiteY3" fmla="*/ 672744 h 987643"/>
                  <a:gd name="connsiteX4" fmla="*/ 586438 w 1748488"/>
                  <a:gd name="connsiteY4" fmla="*/ 104775 h 987643"/>
                  <a:gd name="connsiteX0" fmla="*/ 369003 w 1849073"/>
                  <a:gd name="connsiteY0" fmla="*/ 204330 h 1003702"/>
                  <a:gd name="connsiteX1" fmla="*/ 1801448 w 1849073"/>
                  <a:gd name="connsiteY1" fmla="*/ 0 h 1003702"/>
                  <a:gd name="connsiteX2" fmla="*/ 1849073 w 1849073"/>
                  <a:gd name="connsiteY2" fmla="*/ 352425 h 1003702"/>
                  <a:gd name="connsiteX3" fmla="*/ 583108 w 1849073"/>
                  <a:gd name="connsiteY3" fmla="*/ 672744 h 1003702"/>
                  <a:gd name="connsiteX4" fmla="*/ 369003 w 1849073"/>
                  <a:gd name="connsiteY4" fmla="*/ 204330 h 1003702"/>
                  <a:gd name="connsiteX0" fmla="*/ 398523 w 1831988"/>
                  <a:gd name="connsiteY0" fmla="*/ 254784 h 1012468"/>
                  <a:gd name="connsiteX1" fmla="*/ 1784363 w 1831988"/>
                  <a:gd name="connsiteY1" fmla="*/ 0 h 1012468"/>
                  <a:gd name="connsiteX2" fmla="*/ 1831988 w 1831988"/>
                  <a:gd name="connsiteY2" fmla="*/ 352425 h 1012468"/>
                  <a:gd name="connsiteX3" fmla="*/ 566023 w 1831988"/>
                  <a:gd name="connsiteY3" fmla="*/ 672744 h 1012468"/>
                  <a:gd name="connsiteX4" fmla="*/ 398523 w 1831988"/>
                  <a:gd name="connsiteY4" fmla="*/ 254784 h 1012468"/>
                  <a:gd name="connsiteX0" fmla="*/ 366607 w 1800072"/>
                  <a:gd name="connsiteY0" fmla="*/ 254784 h 974374"/>
                  <a:gd name="connsiteX1" fmla="*/ 1752447 w 1800072"/>
                  <a:gd name="connsiteY1" fmla="*/ 0 h 974374"/>
                  <a:gd name="connsiteX2" fmla="*/ 1800072 w 1800072"/>
                  <a:gd name="connsiteY2" fmla="*/ 352425 h 974374"/>
                  <a:gd name="connsiteX3" fmla="*/ 584562 w 1800072"/>
                  <a:gd name="connsiteY3" fmla="*/ 626141 h 974374"/>
                  <a:gd name="connsiteX4" fmla="*/ 366607 w 1800072"/>
                  <a:gd name="connsiteY4" fmla="*/ 254784 h 974374"/>
                  <a:gd name="connsiteX0" fmla="*/ 633381 w 2066846"/>
                  <a:gd name="connsiteY0" fmla="*/ 254784 h 1097462"/>
                  <a:gd name="connsiteX1" fmla="*/ 2019221 w 2066846"/>
                  <a:gd name="connsiteY1" fmla="*/ 0 h 1097462"/>
                  <a:gd name="connsiteX2" fmla="*/ 2066846 w 2066846"/>
                  <a:gd name="connsiteY2" fmla="*/ 352425 h 1097462"/>
                  <a:gd name="connsiteX3" fmla="*/ 851336 w 2066846"/>
                  <a:gd name="connsiteY3" fmla="*/ 626141 h 1097462"/>
                  <a:gd name="connsiteX4" fmla="*/ 633381 w 2066846"/>
                  <a:gd name="connsiteY4" fmla="*/ 254784 h 1097462"/>
                  <a:gd name="connsiteX0" fmla="*/ 641686 w 2062806"/>
                  <a:gd name="connsiteY0" fmla="*/ 257766 h 1098061"/>
                  <a:gd name="connsiteX1" fmla="*/ 2015181 w 2062806"/>
                  <a:gd name="connsiteY1" fmla="*/ 0 h 1098061"/>
                  <a:gd name="connsiteX2" fmla="*/ 2062806 w 2062806"/>
                  <a:gd name="connsiteY2" fmla="*/ 352425 h 1098061"/>
                  <a:gd name="connsiteX3" fmla="*/ 847296 w 2062806"/>
                  <a:gd name="connsiteY3" fmla="*/ 626141 h 1098061"/>
                  <a:gd name="connsiteX4" fmla="*/ 641686 w 2062806"/>
                  <a:gd name="connsiteY4" fmla="*/ 257766 h 1098061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196457 h 1050189"/>
                  <a:gd name="connsiteX1" fmla="*/ 2057485 w 2067659"/>
                  <a:gd name="connsiteY1" fmla="*/ 0 h 1050189"/>
                  <a:gd name="connsiteX2" fmla="*/ 2067659 w 2067659"/>
                  <a:gd name="connsiteY2" fmla="*/ 291116 h 1050189"/>
                  <a:gd name="connsiteX3" fmla="*/ 852149 w 2067659"/>
                  <a:gd name="connsiteY3" fmla="*/ 564832 h 1050189"/>
                  <a:gd name="connsiteX4" fmla="*/ 646539 w 2067659"/>
                  <a:gd name="connsiteY4" fmla="*/ 196457 h 1050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7659" h="1050189">
                    <a:moveTo>
                      <a:pt x="646539" y="196457"/>
                    </a:moveTo>
                    <a:lnTo>
                      <a:pt x="2057485" y="0"/>
                    </a:lnTo>
                    <a:lnTo>
                      <a:pt x="2067659" y="291116"/>
                    </a:lnTo>
                    <a:cubicBezTo>
                      <a:pt x="1683484" y="335566"/>
                      <a:pt x="1257279" y="531662"/>
                      <a:pt x="852149" y="564832"/>
                    </a:cubicBezTo>
                    <a:cubicBezTo>
                      <a:pt x="-828376" y="1767708"/>
                      <a:pt x="463546" y="378476"/>
                      <a:pt x="646539" y="196457"/>
                    </a:cubicBezTo>
                    <a:close/>
                  </a:path>
                </a:pathLst>
              </a:cu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Rectangle 16">
                <a:extLst>
                  <a:ext uri="{FF2B5EF4-FFF2-40B4-BE49-F238E27FC236}">
                    <a16:creationId xmlns:a16="http://schemas.microsoft.com/office/drawing/2014/main" id="{6538CFC4-85C0-1824-F749-86A09A7048B1}"/>
                  </a:ext>
                </a:extLst>
              </p:cNvPr>
              <p:cNvSpPr/>
              <p:nvPr/>
            </p:nvSpPr>
            <p:spPr>
              <a:xfrm rot="19426919">
                <a:off x="3210441" y="5047639"/>
                <a:ext cx="2156901" cy="774786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  <a:gd name="connsiteX0" fmla="*/ 586438 w 1748488"/>
                  <a:gd name="connsiteY0" fmla="*/ 104775 h 987643"/>
                  <a:gd name="connsiteX1" fmla="*/ 1700863 w 1748488"/>
                  <a:gd name="connsiteY1" fmla="*/ 0 h 987643"/>
                  <a:gd name="connsiteX2" fmla="*/ 1748488 w 1748488"/>
                  <a:gd name="connsiteY2" fmla="*/ 352425 h 987643"/>
                  <a:gd name="connsiteX3" fmla="*/ 482523 w 1748488"/>
                  <a:gd name="connsiteY3" fmla="*/ 672744 h 987643"/>
                  <a:gd name="connsiteX4" fmla="*/ 586438 w 1748488"/>
                  <a:gd name="connsiteY4" fmla="*/ 104775 h 987643"/>
                  <a:gd name="connsiteX0" fmla="*/ 369003 w 1849073"/>
                  <a:gd name="connsiteY0" fmla="*/ 204330 h 1003702"/>
                  <a:gd name="connsiteX1" fmla="*/ 1801448 w 1849073"/>
                  <a:gd name="connsiteY1" fmla="*/ 0 h 1003702"/>
                  <a:gd name="connsiteX2" fmla="*/ 1849073 w 1849073"/>
                  <a:gd name="connsiteY2" fmla="*/ 352425 h 1003702"/>
                  <a:gd name="connsiteX3" fmla="*/ 583108 w 1849073"/>
                  <a:gd name="connsiteY3" fmla="*/ 672744 h 1003702"/>
                  <a:gd name="connsiteX4" fmla="*/ 369003 w 1849073"/>
                  <a:gd name="connsiteY4" fmla="*/ 204330 h 1003702"/>
                  <a:gd name="connsiteX0" fmla="*/ 398523 w 1831988"/>
                  <a:gd name="connsiteY0" fmla="*/ 254784 h 1012468"/>
                  <a:gd name="connsiteX1" fmla="*/ 1784363 w 1831988"/>
                  <a:gd name="connsiteY1" fmla="*/ 0 h 1012468"/>
                  <a:gd name="connsiteX2" fmla="*/ 1831988 w 1831988"/>
                  <a:gd name="connsiteY2" fmla="*/ 352425 h 1012468"/>
                  <a:gd name="connsiteX3" fmla="*/ 566023 w 1831988"/>
                  <a:gd name="connsiteY3" fmla="*/ 672744 h 1012468"/>
                  <a:gd name="connsiteX4" fmla="*/ 398523 w 1831988"/>
                  <a:gd name="connsiteY4" fmla="*/ 254784 h 1012468"/>
                  <a:gd name="connsiteX0" fmla="*/ 366607 w 1800072"/>
                  <a:gd name="connsiteY0" fmla="*/ 254784 h 974374"/>
                  <a:gd name="connsiteX1" fmla="*/ 1752447 w 1800072"/>
                  <a:gd name="connsiteY1" fmla="*/ 0 h 974374"/>
                  <a:gd name="connsiteX2" fmla="*/ 1800072 w 1800072"/>
                  <a:gd name="connsiteY2" fmla="*/ 352425 h 974374"/>
                  <a:gd name="connsiteX3" fmla="*/ 584562 w 1800072"/>
                  <a:gd name="connsiteY3" fmla="*/ 626141 h 974374"/>
                  <a:gd name="connsiteX4" fmla="*/ 366607 w 1800072"/>
                  <a:gd name="connsiteY4" fmla="*/ 254784 h 974374"/>
                  <a:gd name="connsiteX0" fmla="*/ 633381 w 2066846"/>
                  <a:gd name="connsiteY0" fmla="*/ 254784 h 1097462"/>
                  <a:gd name="connsiteX1" fmla="*/ 2019221 w 2066846"/>
                  <a:gd name="connsiteY1" fmla="*/ 0 h 1097462"/>
                  <a:gd name="connsiteX2" fmla="*/ 2066846 w 2066846"/>
                  <a:gd name="connsiteY2" fmla="*/ 352425 h 1097462"/>
                  <a:gd name="connsiteX3" fmla="*/ 851336 w 2066846"/>
                  <a:gd name="connsiteY3" fmla="*/ 626141 h 1097462"/>
                  <a:gd name="connsiteX4" fmla="*/ 633381 w 2066846"/>
                  <a:gd name="connsiteY4" fmla="*/ 254784 h 1097462"/>
                  <a:gd name="connsiteX0" fmla="*/ 641686 w 2062806"/>
                  <a:gd name="connsiteY0" fmla="*/ 257766 h 1098061"/>
                  <a:gd name="connsiteX1" fmla="*/ 2015181 w 2062806"/>
                  <a:gd name="connsiteY1" fmla="*/ 0 h 1098061"/>
                  <a:gd name="connsiteX2" fmla="*/ 2062806 w 2062806"/>
                  <a:gd name="connsiteY2" fmla="*/ 352425 h 1098061"/>
                  <a:gd name="connsiteX3" fmla="*/ 847296 w 2062806"/>
                  <a:gd name="connsiteY3" fmla="*/ 626141 h 1098061"/>
                  <a:gd name="connsiteX4" fmla="*/ 641686 w 2062806"/>
                  <a:gd name="connsiteY4" fmla="*/ 257766 h 1098061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196457 h 1050189"/>
                  <a:gd name="connsiteX1" fmla="*/ 2057485 w 2067659"/>
                  <a:gd name="connsiteY1" fmla="*/ 0 h 1050189"/>
                  <a:gd name="connsiteX2" fmla="*/ 2067659 w 2067659"/>
                  <a:gd name="connsiteY2" fmla="*/ 291116 h 1050189"/>
                  <a:gd name="connsiteX3" fmla="*/ 852149 w 2067659"/>
                  <a:gd name="connsiteY3" fmla="*/ 564832 h 1050189"/>
                  <a:gd name="connsiteX4" fmla="*/ 646539 w 2067659"/>
                  <a:gd name="connsiteY4" fmla="*/ 196457 h 1050189"/>
                  <a:gd name="connsiteX0" fmla="*/ 622388 w 2043508"/>
                  <a:gd name="connsiteY0" fmla="*/ 196457 h 1096223"/>
                  <a:gd name="connsiteX1" fmla="*/ 2033334 w 2043508"/>
                  <a:gd name="connsiteY1" fmla="*/ 0 h 1096223"/>
                  <a:gd name="connsiteX2" fmla="*/ 2043508 w 2043508"/>
                  <a:gd name="connsiteY2" fmla="*/ 291116 h 1096223"/>
                  <a:gd name="connsiteX3" fmla="*/ 864221 w 2043508"/>
                  <a:gd name="connsiteY3" fmla="*/ 622843 h 1096223"/>
                  <a:gd name="connsiteX4" fmla="*/ 622388 w 2043508"/>
                  <a:gd name="connsiteY4" fmla="*/ 196457 h 1096223"/>
                  <a:gd name="connsiteX0" fmla="*/ 657126 w 2026293"/>
                  <a:gd name="connsiteY0" fmla="*/ 297473 h 1117463"/>
                  <a:gd name="connsiteX1" fmla="*/ 2016119 w 2026293"/>
                  <a:gd name="connsiteY1" fmla="*/ 0 h 1117463"/>
                  <a:gd name="connsiteX2" fmla="*/ 2026293 w 2026293"/>
                  <a:gd name="connsiteY2" fmla="*/ 291116 h 1117463"/>
                  <a:gd name="connsiteX3" fmla="*/ 847006 w 2026293"/>
                  <a:gd name="connsiteY3" fmla="*/ 622843 h 1117463"/>
                  <a:gd name="connsiteX4" fmla="*/ 657126 w 2026293"/>
                  <a:gd name="connsiteY4" fmla="*/ 297473 h 1117463"/>
                  <a:gd name="connsiteX0" fmla="*/ 657126 w 2169885"/>
                  <a:gd name="connsiteY0" fmla="*/ 297473 h 1117463"/>
                  <a:gd name="connsiteX1" fmla="*/ 2016119 w 2169885"/>
                  <a:gd name="connsiteY1" fmla="*/ 0 h 1117463"/>
                  <a:gd name="connsiteX2" fmla="*/ 2169885 w 2169885"/>
                  <a:gd name="connsiteY2" fmla="*/ 632404 h 1117463"/>
                  <a:gd name="connsiteX3" fmla="*/ 847006 w 2169885"/>
                  <a:gd name="connsiteY3" fmla="*/ 622843 h 1117463"/>
                  <a:gd name="connsiteX4" fmla="*/ 657126 w 2169885"/>
                  <a:gd name="connsiteY4" fmla="*/ 297473 h 1117463"/>
                  <a:gd name="connsiteX0" fmla="*/ 657126 w 2169885"/>
                  <a:gd name="connsiteY0" fmla="*/ 140466 h 960456"/>
                  <a:gd name="connsiteX1" fmla="*/ 2058548 w 2169885"/>
                  <a:gd name="connsiteY1" fmla="*/ 0 h 960456"/>
                  <a:gd name="connsiteX2" fmla="*/ 2169885 w 2169885"/>
                  <a:gd name="connsiteY2" fmla="*/ 475397 h 960456"/>
                  <a:gd name="connsiteX3" fmla="*/ 847006 w 2169885"/>
                  <a:gd name="connsiteY3" fmla="*/ 465836 h 960456"/>
                  <a:gd name="connsiteX4" fmla="*/ 657126 w 2169885"/>
                  <a:gd name="connsiteY4" fmla="*/ 140466 h 960456"/>
                  <a:gd name="connsiteX0" fmla="*/ 644142 w 2156901"/>
                  <a:gd name="connsiteY0" fmla="*/ 140466 h 774786"/>
                  <a:gd name="connsiteX1" fmla="*/ 2045564 w 2156901"/>
                  <a:gd name="connsiteY1" fmla="*/ 0 h 774786"/>
                  <a:gd name="connsiteX2" fmla="*/ 2156901 w 2156901"/>
                  <a:gd name="connsiteY2" fmla="*/ 475397 h 774786"/>
                  <a:gd name="connsiteX3" fmla="*/ 834022 w 2156901"/>
                  <a:gd name="connsiteY3" fmla="*/ 465836 h 774786"/>
                  <a:gd name="connsiteX4" fmla="*/ 644142 w 2156901"/>
                  <a:gd name="connsiteY4" fmla="*/ 140466 h 774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6901" h="774786">
                    <a:moveTo>
                      <a:pt x="644142" y="140466"/>
                    </a:moveTo>
                    <a:lnTo>
                      <a:pt x="2045564" y="0"/>
                    </a:lnTo>
                    <a:lnTo>
                      <a:pt x="2156901" y="475397"/>
                    </a:lnTo>
                    <a:cubicBezTo>
                      <a:pt x="1772726" y="519847"/>
                      <a:pt x="1239152" y="432666"/>
                      <a:pt x="834022" y="465836"/>
                    </a:cubicBezTo>
                    <a:cubicBezTo>
                      <a:pt x="-816844" y="1246928"/>
                      <a:pt x="461149" y="322485"/>
                      <a:pt x="644142" y="140466"/>
                    </a:cubicBezTo>
                    <a:close/>
                  </a:path>
                </a:pathLst>
              </a:cu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CA83198-B8DA-A531-5122-120A480B36C6}"/>
                </a:ext>
              </a:extLst>
            </p:cNvPr>
            <p:cNvGrpSpPr/>
            <p:nvPr/>
          </p:nvGrpSpPr>
          <p:grpSpPr>
            <a:xfrm flipH="1">
              <a:off x="7490047" y="426619"/>
              <a:ext cx="2988316" cy="3842682"/>
              <a:chOff x="947580" y="402920"/>
              <a:chExt cx="2988316" cy="3842682"/>
            </a:xfrm>
          </p:grpSpPr>
          <p:sp>
            <p:nvSpPr>
              <p:cNvPr id="54" name="Rectangle 18">
                <a:extLst>
                  <a:ext uri="{FF2B5EF4-FFF2-40B4-BE49-F238E27FC236}">
                    <a16:creationId xmlns:a16="http://schemas.microsoft.com/office/drawing/2014/main" id="{270EAF98-E34B-F5DF-9E7C-6169CC2AE781}"/>
                  </a:ext>
                </a:extLst>
              </p:cNvPr>
              <p:cNvSpPr/>
              <p:nvPr/>
            </p:nvSpPr>
            <p:spPr>
              <a:xfrm rot="1099253" flipH="1">
                <a:off x="1426885" y="558886"/>
                <a:ext cx="1976611" cy="2594248"/>
              </a:xfrm>
              <a:custGeom>
                <a:avLst/>
                <a:gdLst>
                  <a:gd name="connsiteX0" fmla="*/ 0 w 937173"/>
                  <a:gd name="connsiteY0" fmla="*/ 0 h 977698"/>
                  <a:gd name="connsiteX1" fmla="*/ 937173 w 937173"/>
                  <a:gd name="connsiteY1" fmla="*/ 0 h 977698"/>
                  <a:gd name="connsiteX2" fmla="*/ 937173 w 937173"/>
                  <a:gd name="connsiteY2" fmla="*/ 977698 h 977698"/>
                  <a:gd name="connsiteX3" fmla="*/ 0 w 937173"/>
                  <a:gd name="connsiteY3" fmla="*/ 977698 h 977698"/>
                  <a:gd name="connsiteX4" fmla="*/ 0 w 937173"/>
                  <a:gd name="connsiteY4" fmla="*/ 0 h 977698"/>
                  <a:gd name="connsiteX0" fmla="*/ 0 w 1427504"/>
                  <a:gd name="connsiteY0" fmla="*/ 0 h 977698"/>
                  <a:gd name="connsiteX1" fmla="*/ 937173 w 1427504"/>
                  <a:gd name="connsiteY1" fmla="*/ 0 h 977698"/>
                  <a:gd name="connsiteX2" fmla="*/ 1427504 w 1427504"/>
                  <a:gd name="connsiteY2" fmla="*/ 434359 h 977698"/>
                  <a:gd name="connsiteX3" fmla="*/ 0 w 1427504"/>
                  <a:gd name="connsiteY3" fmla="*/ 977698 h 977698"/>
                  <a:gd name="connsiteX4" fmla="*/ 0 w 1427504"/>
                  <a:gd name="connsiteY4" fmla="*/ 0 h 977698"/>
                  <a:gd name="connsiteX0" fmla="*/ 0 w 1427504"/>
                  <a:gd name="connsiteY0" fmla="*/ 1669774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4" fmla="*/ 0 w 1427504"/>
                  <a:gd name="connsiteY4" fmla="*/ 1669774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781879 w 781879"/>
                  <a:gd name="connsiteY0" fmla="*/ 2104133 h 2104133"/>
                  <a:gd name="connsiteX1" fmla="*/ 0 w 781879"/>
                  <a:gd name="connsiteY1" fmla="*/ 0 h 2104133"/>
                  <a:gd name="connsiteX2" fmla="*/ 781879 w 781879"/>
                  <a:gd name="connsiteY2" fmla="*/ 2104133 h 2104133"/>
                  <a:gd name="connsiteX0" fmla="*/ 1406894 w 1406894"/>
                  <a:gd name="connsiteY0" fmla="*/ 2104133 h 2229700"/>
                  <a:gd name="connsiteX1" fmla="*/ 625015 w 1406894"/>
                  <a:gd name="connsiteY1" fmla="*/ 0 h 2229700"/>
                  <a:gd name="connsiteX2" fmla="*/ 1406894 w 1406894"/>
                  <a:gd name="connsiteY2" fmla="*/ 2104133 h 2229700"/>
                  <a:gd name="connsiteX0" fmla="*/ 1200209 w 1200209"/>
                  <a:gd name="connsiteY0" fmla="*/ 2104133 h 2684238"/>
                  <a:gd name="connsiteX1" fmla="*/ 418330 w 1200209"/>
                  <a:gd name="connsiteY1" fmla="*/ 0 h 2684238"/>
                  <a:gd name="connsiteX2" fmla="*/ 1200209 w 1200209"/>
                  <a:gd name="connsiteY2" fmla="*/ 2104133 h 2684238"/>
                  <a:gd name="connsiteX0" fmla="*/ 1200209 w 1215799"/>
                  <a:gd name="connsiteY0" fmla="*/ 2104133 h 2684238"/>
                  <a:gd name="connsiteX1" fmla="*/ 418330 w 1215799"/>
                  <a:gd name="connsiteY1" fmla="*/ 0 h 2684238"/>
                  <a:gd name="connsiteX2" fmla="*/ 1200209 w 1215799"/>
                  <a:gd name="connsiteY2" fmla="*/ 2104133 h 2684238"/>
                  <a:gd name="connsiteX0" fmla="*/ 2044931 w 2060521"/>
                  <a:gd name="connsiteY0" fmla="*/ 2104133 h 2655896"/>
                  <a:gd name="connsiteX1" fmla="*/ 1263052 w 2060521"/>
                  <a:gd name="connsiteY1" fmla="*/ 0 h 2655896"/>
                  <a:gd name="connsiteX2" fmla="*/ 2044931 w 2060521"/>
                  <a:gd name="connsiteY2" fmla="*/ 2104133 h 2655896"/>
                  <a:gd name="connsiteX0" fmla="*/ 1619500 w 1635090"/>
                  <a:gd name="connsiteY0" fmla="*/ 2104133 h 2671467"/>
                  <a:gd name="connsiteX1" fmla="*/ 837621 w 1635090"/>
                  <a:gd name="connsiteY1" fmla="*/ 0 h 2671467"/>
                  <a:gd name="connsiteX2" fmla="*/ 1619500 w 1635090"/>
                  <a:gd name="connsiteY2" fmla="*/ 2104133 h 2671467"/>
                  <a:gd name="connsiteX0" fmla="*/ 2106525 w 2122115"/>
                  <a:gd name="connsiteY0" fmla="*/ 2104133 h 2780128"/>
                  <a:gd name="connsiteX1" fmla="*/ 1324646 w 2122115"/>
                  <a:gd name="connsiteY1" fmla="*/ 0 h 2780128"/>
                  <a:gd name="connsiteX2" fmla="*/ 2106525 w 2122115"/>
                  <a:gd name="connsiteY2" fmla="*/ 2104133 h 2780128"/>
                  <a:gd name="connsiteX0" fmla="*/ 2106525 w 2114512"/>
                  <a:gd name="connsiteY0" fmla="*/ 2104133 h 2780128"/>
                  <a:gd name="connsiteX1" fmla="*/ 1324646 w 2114512"/>
                  <a:gd name="connsiteY1" fmla="*/ 0 h 2780128"/>
                  <a:gd name="connsiteX2" fmla="*/ 2106525 w 2114512"/>
                  <a:gd name="connsiteY2" fmla="*/ 2104133 h 2780128"/>
                  <a:gd name="connsiteX0" fmla="*/ 2106525 w 2113493"/>
                  <a:gd name="connsiteY0" fmla="*/ 2104133 h 2780128"/>
                  <a:gd name="connsiteX1" fmla="*/ 1324646 w 2113493"/>
                  <a:gd name="connsiteY1" fmla="*/ 0 h 2780128"/>
                  <a:gd name="connsiteX2" fmla="*/ 2106525 w 2113493"/>
                  <a:gd name="connsiteY2" fmla="*/ 2104133 h 2780128"/>
                  <a:gd name="connsiteX0" fmla="*/ 2106525 w 2164304"/>
                  <a:gd name="connsiteY0" fmla="*/ 2104133 h 2780128"/>
                  <a:gd name="connsiteX1" fmla="*/ 1324646 w 2164304"/>
                  <a:gd name="connsiteY1" fmla="*/ 0 h 2780128"/>
                  <a:gd name="connsiteX2" fmla="*/ 2106525 w 2164304"/>
                  <a:gd name="connsiteY2" fmla="*/ 2104133 h 2780128"/>
                  <a:gd name="connsiteX0" fmla="*/ 2106525 w 2140654"/>
                  <a:gd name="connsiteY0" fmla="*/ 2104133 h 2780128"/>
                  <a:gd name="connsiteX1" fmla="*/ 1324646 w 2140654"/>
                  <a:gd name="connsiteY1" fmla="*/ 0 h 2780128"/>
                  <a:gd name="connsiteX2" fmla="*/ 2106525 w 2140654"/>
                  <a:gd name="connsiteY2" fmla="*/ 2104133 h 2780128"/>
                  <a:gd name="connsiteX0" fmla="*/ 2106525 w 2118237"/>
                  <a:gd name="connsiteY0" fmla="*/ 2104133 h 2780128"/>
                  <a:gd name="connsiteX1" fmla="*/ 1324646 w 2118237"/>
                  <a:gd name="connsiteY1" fmla="*/ 0 h 2780128"/>
                  <a:gd name="connsiteX2" fmla="*/ 2106525 w 2118237"/>
                  <a:gd name="connsiteY2" fmla="*/ 2104133 h 2780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8237" h="2780128">
                    <a:moveTo>
                      <a:pt x="2106525" y="2104133"/>
                    </a:moveTo>
                    <a:cubicBezTo>
                      <a:pt x="1461587" y="4039937"/>
                      <a:pt x="-1780780" y="1337483"/>
                      <a:pt x="1324646" y="0"/>
                    </a:cubicBezTo>
                    <a:cubicBezTo>
                      <a:pt x="657620" y="1324230"/>
                      <a:pt x="2269969" y="1256982"/>
                      <a:pt x="2106525" y="2104133"/>
                    </a:cubicBezTo>
                    <a:close/>
                  </a:path>
                </a:pathLst>
              </a:custGeom>
              <a:solidFill>
                <a:srgbClr val="FF605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Rectangle 17">
                <a:extLst>
                  <a:ext uri="{FF2B5EF4-FFF2-40B4-BE49-F238E27FC236}">
                    <a16:creationId xmlns:a16="http://schemas.microsoft.com/office/drawing/2014/main" id="{24BA664B-6BCB-0B7B-04B4-034C4AF191C1}"/>
                  </a:ext>
                </a:extLst>
              </p:cNvPr>
              <p:cNvSpPr/>
              <p:nvPr/>
            </p:nvSpPr>
            <p:spPr>
              <a:xfrm>
                <a:off x="1870202" y="3000375"/>
                <a:ext cx="2065694" cy="1245227"/>
              </a:xfrm>
              <a:custGeom>
                <a:avLst/>
                <a:gdLst>
                  <a:gd name="connsiteX0" fmla="*/ 0 w 289903"/>
                  <a:gd name="connsiteY0" fmla="*/ 0 h 322519"/>
                  <a:gd name="connsiteX1" fmla="*/ 289903 w 289903"/>
                  <a:gd name="connsiteY1" fmla="*/ 0 h 322519"/>
                  <a:gd name="connsiteX2" fmla="*/ 289903 w 289903"/>
                  <a:gd name="connsiteY2" fmla="*/ 322519 h 322519"/>
                  <a:gd name="connsiteX3" fmla="*/ 0 w 289903"/>
                  <a:gd name="connsiteY3" fmla="*/ 322519 h 322519"/>
                  <a:gd name="connsiteX4" fmla="*/ 0 w 289903"/>
                  <a:gd name="connsiteY4" fmla="*/ 0 h 322519"/>
                  <a:gd name="connsiteX0" fmla="*/ 1285461 w 1575364"/>
                  <a:gd name="connsiteY0" fmla="*/ 0 h 468293"/>
                  <a:gd name="connsiteX1" fmla="*/ 1575364 w 1575364"/>
                  <a:gd name="connsiteY1" fmla="*/ 0 h 468293"/>
                  <a:gd name="connsiteX2" fmla="*/ 1575364 w 1575364"/>
                  <a:gd name="connsiteY2" fmla="*/ 322519 h 468293"/>
                  <a:gd name="connsiteX3" fmla="*/ 0 w 1575364"/>
                  <a:gd name="connsiteY3" fmla="*/ 468293 h 468293"/>
                  <a:gd name="connsiteX4" fmla="*/ 1285461 w 1575364"/>
                  <a:gd name="connsiteY4" fmla="*/ 0 h 468293"/>
                  <a:gd name="connsiteX0" fmla="*/ 132522 w 1575364"/>
                  <a:gd name="connsiteY0" fmla="*/ 0 h 1077893"/>
                  <a:gd name="connsiteX1" fmla="*/ 1575364 w 1575364"/>
                  <a:gd name="connsiteY1" fmla="*/ 609600 h 1077893"/>
                  <a:gd name="connsiteX2" fmla="*/ 1575364 w 1575364"/>
                  <a:gd name="connsiteY2" fmla="*/ 932119 h 1077893"/>
                  <a:gd name="connsiteX3" fmla="*/ 0 w 1575364"/>
                  <a:gd name="connsiteY3" fmla="*/ 1077893 h 1077893"/>
                  <a:gd name="connsiteX4" fmla="*/ 132522 w 1575364"/>
                  <a:gd name="connsiteY4" fmla="*/ 0 h 1077893"/>
                  <a:gd name="connsiteX0" fmla="*/ 622852 w 2065694"/>
                  <a:gd name="connsiteY0" fmla="*/ 0 h 932119"/>
                  <a:gd name="connsiteX1" fmla="*/ 2065694 w 2065694"/>
                  <a:gd name="connsiteY1" fmla="*/ 609600 h 932119"/>
                  <a:gd name="connsiteX2" fmla="*/ 2065694 w 2065694"/>
                  <a:gd name="connsiteY2" fmla="*/ 932119 h 932119"/>
                  <a:gd name="connsiteX3" fmla="*/ 0 w 2065694"/>
                  <a:gd name="connsiteY3" fmla="*/ 97232 h 932119"/>
                  <a:gd name="connsiteX4" fmla="*/ 622852 w 2065694"/>
                  <a:gd name="connsiteY4" fmla="*/ 0 h 932119"/>
                  <a:gd name="connsiteX0" fmla="*/ 622852 w 2065694"/>
                  <a:gd name="connsiteY0" fmla="*/ 0 h 1211836"/>
                  <a:gd name="connsiteX1" fmla="*/ 2065694 w 2065694"/>
                  <a:gd name="connsiteY1" fmla="*/ 609600 h 1211836"/>
                  <a:gd name="connsiteX2" fmla="*/ 2065694 w 2065694"/>
                  <a:gd name="connsiteY2" fmla="*/ 932119 h 1211836"/>
                  <a:gd name="connsiteX3" fmla="*/ 0 w 2065694"/>
                  <a:gd name="connsiteY3" fmla="*/ 97232 h 1211836"/>
                  <a:gd name="connsiteX4" fmla="*/ 622852 w 2065694"/>
                  <a:gd name="connsiteY4" fmla="*/ 0 h 1211836"/>
                  <a:gd name="connsiteX0" fmla="*/ 622852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22852 w 2065694"/>
                  <a:gd name="connsiteY4" fmla="*/ 0 h 1245227"/>
                  <a:gd name="connsiteX0" fmla="*/ 622852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22852 w 2065694"/>
                  <a:gd name="connsiteY4" fmla="*/ 0 h 1245227"/>
                  <a:gd name="connsiteX0" fmla="*/ 649356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49356 w 2065694"/>
                  <a:gd name="connsiteY4" fmla="*/ 0 h 1245227"/>
                  <a:gd name="connsiteX0" fmla="*/ 649356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49356 w 2065694"/>
                  <a:gd name="connsiteY4" fmla="*/ 0 h 1245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5694" h="1245227">
                    <a:moveTo>
                      <a:pt x="649356" y="0"/>
                    </a:moveTo>
                    <a:cubicBezTo>
                      <a:pt x="944773" y="1276627"/>
                      <a:pt x="1584747" y="406400"/>
                      <a:pt x="2065694" y="609600"/>
                    </a:cubicBezTo>
                    <a:lnTo>
                      <a:pt x="2065694" y="932119"/>
                    </a:lnTo>
                    <a:cubicBezTo>
                      <a:pt x="1920468" y="759840"/>
                      <a:pt x="834339" y="2177824"/>
                      <a:pt x="0" y="97232"/>
                    </a:cubicBezTo>
                    <a:lnTo>
                      <a:pt x="649356" y="0"/>
                    </a:lnTo>
                    <a:close/>
                  </a:path>
                </a:pathLst>
              </a:custGeom>
              <a:solidFill>
                <a:srgbClr val="FF605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Rectangle 18">
                <a:extLst>
                  <a:ext uri="{FF2B5EF4-FFF2-40B4-BE49-F238E27FC236}">
                    <a16:creationId xmlns:a16="http://schemas.microsoft.com/office/drawing/2014/main" id="{80AE9A18-ACB4-A5DD-F994-2DA38FF6A3AE}"/>
                  </a:ext>
                </a:extLst>
              </p:cNvPr>
              <p:cNvSpPr/>
              <p:nvPr/>
            </p:nvSpPr>
            <p:spPr>
              <a:xfrm>
                <a:off x="947580" y="402920"/>
                <a:ext cx="2118237" cy="2780128"/>
              </a:xfrm>
              <a:custGeom>
                <a:avLst/>
                <a:gdLst>
                  <a:gd name="connsiteX0" fmla="*/ 0 w 937173"/>
                  <a:gd name="connsiteY0" fmla="*/ 0 h 977698"/>
                  <a:gd name="connsiteX1" fmla="*/ 937173 w 937173"/>
                  <a:gd name="connsiteY1" fmla="*/ 0 h 977698"/>
                  <a:gd name="connsiteX2" fmla="*/ 937173 w 937173"/>
                  <a:gd name="connsiteY2" fmla="*/ 977698 h 977698"/>
                  <a:gd name="connsiteX3" fmla="*/ 0 w 937173"/>
                  <a:gd name="connsiteY3" fmla="*/ 977698 h 977698"/>
                  <a:gd name="connsiteX4" fmla="*/ 0 w 937173"/>
                  <a:gd name="connsiteY4" fmla="*/ 0 h 977698"/>
                  <a:gd name="connsiteX0" fmla="*/ 0 w 1427504"/>
                  <a:gd name="connsiteY0" fmla="*/ 0 h 977698"/>
                  <a:gd name="connsiteX1" fmla="*/ 937173 w 1427504"/>
                  <a:gd name="connsiteY1" fmla="*/ 0 h 977698"/>
                  <a:gd name="connsiteX2" fmla="*/ 1427504 w 1427504"/>
                  <a:gd name="connsiteY2" fmla="*/ 434359 h 977698"/>
                  <a:gd name="connsiteX3" fmla="*/ 0 w 1427504"/>
                  <a:gd name="connsiteY3" fmla="*/ 977698 h 977698"/>
                  <a:gd name="connsiteX4" fmla="*/ 0 w 1427504"/>
                  <a:gd name="connsiteY4" fmla="*/ 0 h 977698"/>
                  <a:gd name="connsiteX0" fmla="*/ 0 w 1427504"/>
                  <a:gd name="connsiteY0" fmla="*/ 1669774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4" fmla="*/ 0 w 1427504"/>
                  <a:gd name="connsiteY4" fmla="*/ 1669774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781879 w 781879"/>
                  <a:gd name="connsiteY0" fmla="*/ 2104133 h 2104133"/>
                  <a:gd name="connsiteX1" fmla="*/ 0 w 781879"/>
                  <a:gd name="connsiteY1" fmla="*/ 0 h 2104133"/>
                  <a:gd name="connsiteX2" fmla="*/ 781879 w 781879"/>
                  <a:gd name="connsiteY2" fmla="*/ 2104133 h 2104133"/>
                  <a:gd name="connsiteX0" fmla="*/ 1406894 w 1406894"/>
                  <a:gd name="connsiteY0" fmla="*/ 2104133 h 2229700"/>
                  <a:gd name="connsiteX1" fmla="*/ 625015 w 1406894"/>
                  <a:gd name="connsiteY1" fmla="*/ 0 h 2229700"/>
                  <a:gd name="connsiteX2" fmla="*/ 1406894 w 1406894"/>
                  <a:gd name="connsiteY2" fmla="*/ 2104133 h 2229700"/>
                  <a:gd name="connsiteX0" fmla="*/ 1200209 w 1200209"/>
                  <a:gd name="connsiteY0" fmla="*/ 2104133 h 2684238"/>
                  <a:gd name="connsiteX1" fmla="*/ 418330 w 1200209"/>
                  <a:gd name="connsiteY1" fmla="*/ 0 h 2684238"/>
                  <a:gd name="connsiteX2" fmla="*/ 1200209 w 1200209"/>
                  <a:gd name="connsiteY2" fmla="*/ 2104133 h 2684238"/>
                  <a:gd name="connsiteX0" fmla="*/ 1200209 w 1215799"/>
                  <a:gd name="connsiteY0" fmla="*/ 2104133 h 2684238"/>
                  <a:gd name="connsiteX1" fmla="*/ 418330 w 1215799"/>
                  <a:gd name="connsiteY1" fmla="*/ 0 h 2684238"/>
                  <a:gd name="connsiteX2" fmla="*/ 1200209 w 1215799"/>
                  <a:gd name="connsiteY2" fmla="*/ 2104133 h 2684238"/>
                  <a:gd name="connsiteX0" fmla="*/ 2044931 w 2060521"/>
                  <a:gd name="connsiteY0" fmla="*/ 2104133 h 2655896"/>
                  <a:gd name="connsiteX1" fmla="*/ 1263052 w 2060521"/>
                  <a:gd name="connsiteY1" fmla="*/ 0 h 2655896"/>
                  <a:gd name="connsiteX2" fmla="*/ 2044931 w 2060521"/>
                  <a:gd name="connsiteY2" fmla="*/ 2104133 h 2655896"/>
                  <a:gd name="connsiteX0" fmla="*/ 1619500 w 1635090"/>
                  <a:gd name="connsiteY0" fmla="*/ 2104133 h 2671467"/>
                  <a:gd name="connsiteX1" fmla="*/ 837621 w 1635090"/>
                  <a:gd name="connsiteY1" fmla="*/ 0 h 2671467"/>
                  <a:gd name="connsiteX2" fmla="*/ 1619500 w 1635090"/>
                  <a:gd name="connsiteY2" fmla="*/ 2104133 h 2671467"/>
                  <a:gd name="connsiteX0" fmla="*/ 2106525 w 2122115"/>
                  <a:gd name="connsiteY0" fmla="*/ 2104133 h 2780128"/>
                  <a:gd name="connsiteX1" fmla="*/ 1324646 w 2122115"/>
                  <a:gd name="connsiteY1" fmla="*/ 0 h 2780128"/>
                  <a:gd name="connsiteX2" fmla="*/ 2106525 w 2122115"/>
                  <a:gd name="connsiteY2" fmla="*/ 2104133 h 2780128"/>
                  <a:gd name="connsiteX0" fmla="*/ 2106525 w 2114512"/>
                  <a:gd name="connsiteY0" fmla="*/ 2104133 h 2780128"/>
                  <a:gd name="connsiteX1" fmla="*/ 1324646 w 2114512"/>
                  <a:gd name="connsiteY1" fmla="*/ 0 h 2780128"/>
                  <a:gd name="connsiteX2" fmla="*/ 2106525 w 2114512"/>
                  <a:gd name="connsiteY2" fmla="*/ 2104133 h 2780128"/>
                  <a:gd name="connsiteX0" fmla="*/ 2106525 w 2113493"/>
                  <a:gd name="connsiteY0" fmla="*/ 2104133 h 2780128"/>
                  <a:gd name="connsiteX1" fmla="*/ 1324646 w 2113493"/>
                  <a:gd name="connsiteY1" fmla="*/ 0 h 2780128"/>
                  <a:gd name="connsiteX2" fmla="*/ 2106525 w 2113493"/>
                  <a:gd name="connsiteY2" fmla="*/ 2104133 h 2780128"/>
                  <a:gd name="connsiteX0" fmla="*/ 2106525 w 2164304"/>
                  <a:gd name="connsiteY0" fmla="*/ 2104133 h 2780128"/>
                  <a:gd name="connsiteX1" fmla="*/ 1324646 w 2164304"/>
                  <a:gd name="connsiteY1" fmla="*/ 0 h 2780128"/>
                  <a:gd name="connsiteX2" fmla="*/ 2106525 w 2164304"/>
                  <a:gd name="connsiteY2" fmla="*/ 2104133 h 2780128"/>
                  <a:gd name="connsiteX0" fmla="*/ 2106525 w 2140654"/>
                  <a:gd name="connsiteY0" fmla="*/ 2104133 h 2780128"/>
                  <a:gd name="connsiteX1" fmla="*/ 1324646 w 2140654"/>
                  <a:gd name="connsiteY1" fmla="*/ 0 h 2780128"/>
                  <a:gd name="connsiteX2" fmla="*/ 2106525 w 2140654"/>
                  <a:gd name="connsiteY2" fmla="*/ 2104133 h 2780128"/>
                  <a:gd name="connsiteX0" fmla="*/ 2106525 w 2118237"/>
                  <a:gd name="connsiteY0" fmla="*/ 2104133 h 2780128"/>
                  <a:gd name="connsiteX1" fmla="*/ 1324646 w 2118237"/>
                  <a:gd name="connsiteY1" fmla="*/ 0 h 2780128"/>
                  <a:gd name="connsiteX2" fmla="*/ 2106525 w 2118237"/>
                  <a:gd name="connsiteY2" fmla="*/ 2104133 h 2780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8237" h="2780128">
                    <a:moveTo>
                      <a:pt x="2106525" y="2104133"/>
                    </a:moveTo>
                    <a:cubicBezTo>
                      <a:pt x="1461587" y="4039937"/>
                      <a:pt x="-1780780" y="1337483"/>
                      <a:pt x="1324646" y="0"/>
                    </a:cubicBezTo>
                    <a:cubicBezTo>
                      <a:pt x="657620" y="1324230"/>
                      <a:pt x="2269969" y="1256982"/>
                      <a:pt x="2106525" y="2104133"/>
                    </a:cubicBezTo>
                    <a:close/>
                  </a:path>
                </a:pathLst>
              </a:custGeom>
              <a:solidFill>
                <a:srgbClr val="FF605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5BDFC37-9C1C-868E-657F-DE0A9858DD53}"/>
                </a:ext>
              </a:extLst>
            </p:cNvPr>
            <p:cNvGrpSpPr/>
            <p:nvPr/>
          </p:nvGrpSpPr>
          <p:grpSpPr>
            <a:xfrm>
              <a:off x="2387837" y="4267201"/>
              <a:ext cx="2979505" cy="1555224"/>
              <a:chOff x="2387837" y="4267201"/>
              <a:chExt cx="2979505" cy="1555224"/>
            </a:xfrm>
            <a:solidFill>
              <a:srgbClr val="FF6050"/>
            </a:solidFill>
          </p:grpSpPr>
          <p:sp>
            <p:nvSpPr>
              <p:cNvPr id="51" name="Rectangle 16">
                <a:extLst>
                  <a:ext uri="{FF2B5EF4-FFF2-40B4-BE49-F238E27FC236}">
                    <a16:creationId xmlns:a16="http://schemas.microsoft.com/office/drawing/2014/main" id="{177FCC7D-FC5F-76EB-34C2-218EDBE79E46}"/>
                  </a:ext>
                </a:extLst>
              </p:cNvPr>
              <p:cNvSpPr/>
              <p:nvPr/>
            </p:nvSpPr>
            <p:spPr>
              <a:xfrm>
                <a:off x="2387837" y="4267201"/>
                <a:ext cx="1660287" cy="801311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0287" h="801311">
                    <a:moveTo>
                      <a:pt x="498237" y="104775"/>
                    </a:moveTo>
                    <a:lnTo>
                      <a:pt x="1612662" y="0"/>
                    </a:lnTo>
                    <a:lnTo>
                      <a:pt x="1660287" y="352425"/>
                    </a:lnTo>
                    <a:cubicBezTo>
                      <a:pt x="1276112" y="396875"/>
                      <a:pt x="653812" y="336550"/>
                      <a:pt x="517287" y="447675"/>
                    </a:cubicBezTo>
                    <a:cubicBezTo>
                      <a:pt x="-546338" y="1368425"/>
                      <a:pt x="333137" y="212725"/>
                      <a:pt x="498237" y="104775"/>
                    </a:cubicBezTo>
                    <a:close/>
                  </a:path>
                </a:pathLst>
              </a:cu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Rectangle 16">
                <a:extLst>
                  <a:ext uri="{FF2B5EF4-FFF2-40B4-BE49-F238E27FC236}">
                    <a16:creationId xmlns:a16="http://schemas.microsoft.com/office/drawing/2014/main" id="{30AC7D13-C221-9432-A490-E7E74238AE11}"/>
                  </a:ext>
                </a:extLst>
              </p:cNvPr>
              <p:cNvSpPr/>
              <p:nvPr/>
            </p:nvSpPr>
            <p:spPr>
              <a:xfrm rot="20785128">
                <a:off x="2394708" y="4771802"/>
                <a:ext cx="2067659" cy="1050189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  <a:gd name="connsiteX0" fmla="*/ 586438 w 1748488"/>
                  <a:gd name="connsiteY0" fmla="*/ 104775 h 987643"/>
                  <a:gd name="connsiteX1" fmla="*/ 1700863 w 1748488"/>
                  <a:gd name="connsiteY1" fmla="*/ 0 h 987643"/>
                  <a:gd name="connsiteX2" fmla="*/ 1748488 w 1748488"/>
                  <a:gd name="connsiteY2" fmla="*/ 352425 h 987643"/>
                  <a:gd name="connsiteX3" fmla="*/ 482523 w 1748488"/>
                  <a:gd name="connsiteY3" fmla="*/ 672744 h 987643"/>
                  <a:gd name="connsiteX4" fmla="*/ 586438 w 1748488"/>
                  <a:gd name="connsiteY4" fmla="*/ 104775 h 987643"/>
                  <a:gd name="connsiteX0" fmla="*/ 369003 w 1849073"/>
                  <a:gd name="connsiteY0" fmla="*/ 204330 h 1003702"/>
                  <a:gd name="connsiteX1" fmla="*/ 1801448 w 1849073"/>
                  <a:gd name="connsiteY1" fmla="*/ 0 h 1003702"/>
                  <a:gd name="connsiteX2" fmla="*/ 1849073 w 1849073"/>
                  <a:gd name="connsiteY2" fmla="*/ 352425 h 1003702"/>
                  <a:gd name="connsiteX3" fmla="*/ 583108 w 1849073"/>
                  <a:gd name="connsiteY3" fmla="*/ 672744 h 1003702"/>
                  <a:gd name="connsiteX4" fmla="*/ 369003 w 1849073"/>
                  <a:gd name="connsiteY4" fmla="*/ 204330 h 1003702"/>
                  <a:gd name="connsiteX0" fmla="*/ 398523 w 1831988"/>
                  <a:gd name="connsiteY0" fmla="*/ 254784 h 1012468"/>
                  <a:gd name="connsiteX1" fmla="*/ 1784363 w 1831988"/>
                  <a:gd name="connsiteY1" fmla="*/ 0 h 1012468"/>
                  <a:gd name="connsiteX2" fmla="*/ 1831988 w 1831988"/>
                  <a:gd name="connsiteY2" fmla="*/ 352425 h 1012468"/>
                  <a:gd name="connsiteX3" fmla="*/ 566023 w 1831988"/>
                  <a:gd name="connsiteY3" fmla="*/ 672744 h 1012468"/>
                  <a:gd name="connsiteX4" fmla="*/ 398523 w 1831988"/>
                  <a:gd name="connsiteY4" fmla="*/ 254784 h 1012468"/>
                  <a:gd name="connsiteX0" fmla="*/ 366607 w 1800072"/>
                  <a:gd name="connsiteY0" fmla="*/ 254784 h 974374"/>
                  <a:gd name="connsiteX1" fmla="*/ 1752447 w 1800072"/>
                  <a:gd name="connsiteY1" fmla="*/ 0 h 974374"/>
                  <a:gd name="connsiteX2" fmla="*/ 1800072 w 1800072"/>
                  <a:gd name="connsiteY2" fmla="*/ 352425 h 974374"/>
                  <a:gd name="connsiteX3" fmla="*/ 584562 w 1800072"/>
                  <a:gd name="connsiteY3" fmla="*/ 626141 h 974374"/>
                  <a:gd name="connsiteX4" fmla="*/ 366607 w 1800072"/>
                  <a:gd name="connsiteY4" fmla="*/ 254784 h 974374"/>
                  <a:gd name="connsiteX0" fmla="*/ 633381 w 2066846"/>
                  <a:gd name="connsiteY0" fmla="*/ 254784 h 1097462"/>
                  <a:gd name="connsiteX1" fmla="*/ 2019221 w 2066846"/>
                  <a:gd name="connsiteY1" fmla="*/ 0 h 1097462"/>
                  <a:gd name="connsiteX2" fmla="*/ 2066846 w 2066846"/>
                  <a:gd name="connsiteY2" fmla="*/ 352425 h 1097462"/>
                  <a:gd name="connsiteX3" fmla="*/ 851336 w 2066846"/>
                  <a:gd name="connsiteY3" fmla="*/ 626141 h 1097462"/>
                  <a:gd name="connsiteX4" fmla="*/ 633381 w 2066846"/>
                  <a:gd name="connsiteY4" fmla="*/ 254784 h 1097462"/>
                  <a:gd name="connsiteX0" fmla="*/ 641686 w 2062806"/>
                  <a:gd name="connsiteY0" fmla="*/ 257766 h 1098061"/>
                  <a:gd name="connsiteX1" fmla="*/ 2015181 w 2062806"/>
                  <a:gd name="connsiteY1" fmla="*/ 0 h 1098061"/>
                  <a:gd name="connsiteX2" fmla="*/ 2062806 w 2062806"/>
                  <a:gd name="connsiteY2" fmla="*/ 352425 h 1098061"/>
                  <a:gd name="connsiteX3" fmla="*/ 847296 w 2062806"/>
                  <a:gd name="connsiteY3" fmla="*/ 626141 h 1098061"/>
                  <a:gd name="connsiteX4" fmla="*/ 641686 w 2062806"/>
                  <a:gd name="connsiteY4" fmla="*/ 257766 h 1098061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196457 h 1050189"/>
                  <a:gd name="connsiteX1" fmla="*/ 2057485 w 2067659"/>
                  <a:gd name="connsiteY1" fmla="*/ 0 h 1050189"/>
                  <a:gd name="connsiteX2" fmla="*/ 2067659 w 2067659"/>
                  <a:gd name="connsiteY2" fmla="*/ 291116 h 1050189"/>
                  <a:gd name="connsiteX3" fmla="*/ 852149 w 2067659"/>
                  <a:gd name="connsiteY3" fmla="*/ 564832 h 1050189"/>
                  <a:gd name="connsiteX4" fmla="*/ 646539 w 2067659"/>
                  <a:gd name="connsiteY4" fmla="*/ 196457 h 1050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7659" h="1050189">
                    <a:moveTo>
                      <a:pt x="646539" y="196457"/>
                    </a:moveTo>
                    <a:lnTo>
                      <a:pt x="2057485" y="0"/>
                    </a:lnTo>
                    <a:lnTo>
                      <a:pt x="2067659" y="291116"/>
                    </a:lnTo>
                    <a:cubicBezTo>
                      <a:pt x="1683484" y="335566"/>
                      <a:pt x="1257279" y="531662"/>
                      <a:pt x="852149" y="564832"/>
                    </a:cubicBezTo>
                    <a:cubicBezTo>
                      <a:pt x="-828376" y="1767708"/>
                      <a:pt x="463546" y="378476"/>
                      <a:pt x="646539" y="196457"/>
                    </a:cubicBezTo>
                    <a:close/>
                  </a:path>
                </a:pathLst>
              </a:cu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Rectangle 16">
                <a:extLst>
                  <a:ext uri="{FF2B5EF4-FFF2-40B4-BE49-F238E27FC236}">
                    <a16:creationId xmlns:a16="http://schemas.microsoft.com/office/drawing/2014/main" id="{A8026395-C3CF-3055-BC80-6B6B7DCF7D15}"/>
                  </a:ext>
                </a:extLst>
              </p:cNvPr>
              <p:cNvSpPr/>
              <p:nvPr/>
            </p:nvSpPr>
            <p:spPr>
              <a:xfrm rot="19426919">
                <a:off x="3210441" y="5047639"/>
                <a:ext cx="2156901" cy="774786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  <a:gd name="connsiteX0" fmla="*/ 586438 w 1748488"/>
                  <a:gd name="connsiteY0" fmla="*/ 104775 h 987643"/>
                  <a:gd name="connsiteX1" fmla="*/ 1700863 w 1748488"/>
                  <a:gd name="connsiteY1" fmla="*/ 0 h 987643"/>
                  <a:gd name="connsiteX2" fmla="*/ 1748488 w 1748488"/>
                  <a:gd name="connsiteY2" fmla="*/ 352425 h 987643"/>
                  <a:gd name="connsiteX3" fmla="*/ 482523 w 1748488"/>
                  <a:gd name="connsiteY3" fmla="*/ 672744 h 987643"/>
                  <a:gd name="connsiteX4" fmla="*/ 586438 w 1748488"/>
                  <a:gd name="connsiteY4" fmla="*/ 104775 h 987643"/>
                  <a:gd name="connsiteX0" fmla="*/ 369003 w 1849073"/>
                  <a:gd name="connsiteY0" fmla="*/ 204330 h 1003702"/>
                  <a:gd name="connsiteX1" fmla="*/ 1801448 w 1849073"/>
                  <a:gd name="connsiteY1" fmla="*/ 0 h 1003702"/>
                  <a:gd name="connsiteX2" fmla="*/ 1849073 w 1849073"/>
                  <a:gd name="connsiteY2" fmla="*/ 352425 h 1003702"/>
                  <a:gd name="connsiteX3" fmla="*/ 583108 w 1849073"/>
                  <a:gd name="connsiteY3" fmla="*/ 672744 h 1003702"/>
                  <a:gd name="connsiteX4" fmla="*/ 369003 w 1849073"/>
                  <a:gd name="connsiteY4" fmla="*/ 204330 h 1003702"/>
                  <a:gd name="connsiteX0" fmla="*/ 398523 w 1831988"/>
                  <a:gd name="connsiteY0" fmla="*/ 254784 h 1012468"/>
                  <a:gd name="connsiteX1" fmla="*/ 1784363 w 1831988"/>
                  <a:gd name="connsiteY1" fmla="*/ 0 h 1012468"/>
                  <a:gd name="connsiteX2" fmla="*/ 1831988 w 1831988"/>
                  <a:gd name="connsiteY2" fmla="*/ 352425 h 1012468"/>
                  <a:gd name="connsiteX3" fmla="*/ 566023 w 1831988"/>
                  <a:gd name="connsiteY3" fmla="*/ 672744 h 1012468"/>
                  <a:gd name="connsiteX4" fmla="*/ 398523 w 1831988"/>
                  <a:gd name="connsiteY4" fmla="*/ 254784 h 1012468"/>
                  <a:gd name="connsiteX0" fmla="*/ 366607 w 1800072"/>
                  <a:gd name="connsiteY0" fmla="*/ 254784 h 974374"/>
                  <a:gd name="connsiteX1" fmla="*/ 1752447 w 1800072"/>
                  <a:gd name="connsiteY1" fmla="*/ 0 h 974374"/>
                  <a:gd name="connsiteX2" fmla="*/ 1800072 w 1800072"/>
                  <a:gd name="connsiteY2" fmla="*/ 352425 h 974374"/>
                  <a:gd name="connsiteX3" fmla="*/ 584562 w 1800072"/>
                  <a:gd name="connsiteY3" fmla="*/ 626141 h 974374"/>
                  <a:gd name="connsiteX4" fmla="*/ 366607 w 1800072"/>
                  <a:gd name="connsiteY4" fmla="*/ 254784 h 974374"/>
                  <a:gd name="connsiteX0" fmla="*/ 633381 w 2066846"/>
                  <a:gd name="connsiteY0" fmla="*/ 254784 h 1097462"/>
                  <a:gd name="connsiteX1" fmla="*/ 2019221 w 2066846"/>
                  <a:gd name="connsiteY1" fmla="*/ 0 h 1097462"/>
                  <a:gd name="connsiteX2" fmla="*/ 2066846 w 2066846"/>
                  <a:gd name="connsiteY2" fmla="*/ 352425 h 1097462"/>
                  <a:gd name="connsiteX3" fmla="*/ 851336 w 2066846"/>
                  <a:gd name="connsiteY3" fmla="*/ 626141 h 1097462"/>
                  <a:gd name="connsiteX4" fmla="*/ 633381 w 2066846"/>
                  <a:gd name="connsiteY4" fmla="*/ 254784 h 1097462"/>
                  <a:gd name="connsiteX0" fmla="*/ 641686 w 2062806"/>
                  <a:gd name="connsiteY0" fmla="*/ 257766 h 1098061"/>
                  <a:gd name="connsiteX1" fmla="*/ 2015181 w 2062806"/>
                  <a:gd name="connsiteY1" fmla="*/ 0 h 1098061"/>
                  <a:gd name="connsiteX2" fmla="*/ 2062806 w 2062806"/>
                  <a:gd name="connsiteY2" fmla="*/ 352425 h 1098061"/>
                  <a:gd name="connsiteX3" fmla="*/ 847296 w 2062806"/>
                  <a:gd name="connsiteY3" fmla="*/ 626141 h 1098061"/>
                  <a:gd name="connsiteX4" fmla="*/ 641686 w 2062806"/>
                  <a:gd name="connsiteY4" fmla="*/ 257766 h 1098061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196457 h 1050189"/>
                  <a:gd name="connsiteX1" fmla="*/ 2057485 w 2067659"/>
                  <a:gd name="connsiteY1" fmla="*/ 0 h 1050189"/>
                  <a:gd name="connsiteX2" fmla="*/ 2067659 w 2067659"/>
                  <a:gd name="connsiteY2" fmla="*/ 291116 h 1050189"/>
                  <a:gd name="connsiteX3" fmla="*/ 852149 w 2067659"/>
                  <a:gd name="connsiteY3" fmla="*/ 564832 h 1050189"/>
                  <a:gd name="connsiteX4" fmla="*/ 646539 w 2067659"/>
                  <a:gd name="connsiteY4" fmla="*/ 196457 h 1050189"/>
                  <a:gd name="connsiteX0" fmla="*/ 622388 w 2043508"/>
                  <a:gd name="connsiteY0" fmla="*/ 196457 h 1096223"/>
                  <a:gd name="connsiteX1" fmla="*/ 2033334 w 2043508"/>
                  <a:gd name="connsiteY1" fmla="*/ 0 h 1096223"/>
                  <a:gd name="connsiteX2" fmla="*/ 2043508 w 2043508"/>
                  <a:gd name="connsiteY2" fmla="*/ 291116 h 1096223"/>
                  <a:gd name="connsiteX3" fmla="*/ 864221 w 2043508"/>
                  <a:gd name="connsiteY3" fmla="*/ 622843 h 1096223"/>
                  <a:gd name="connsiteX4" fmla="*/ 622388 w 2043508"/>
                  <a:gd name="connsiteY4" fmla="*/ 196457 h 1096223"/>
                  <a:gd name="connsiteX0" fmla="*/ 657126 w 2026293"/>
                  <a:gd name="connsiteY0" fmla="*/ 297473 h 1117463"/>
                  <a:gd name="connsiteX1" fmla="*/ 2016119 w 2026293"/>
                  <a:gd name="connsiteY1" fmla="*/ 0 h 1117463"/>
                  <a:gd name="connsiteX2" fmla="*/ 2026293 w 2026293"/>
                  <a:gd name="connsiteY2" fmla="*/ 291116 h 1117463"/>
                  <a:gd name="connsiteX3" fmla="*/ 847006 w 2026293"/>
                  <a:gd name="connsiteY3" fmla="*/ 622843 h 1117463"/>
                  <a:gd name="connsiteX4" fmla="*/ 657126 w 2026293"/>
                  <a:gd name="connsiteY4" fmla="*/ 297473 h 1117463"/>
                  <a:gd name="connsiteX0" fmla="*/ 657126 w 2169885"/>
                  <a:gd name="connsiteY0" fmla="*/ 297473 h 1117463"/>
                  <a:gd name="connsiteX1" fmla="*/ 2016119 w 2169885"/>
                  <a:gd name="connsiteY1" fmla="*/ 0 h 1117463"/>
                  <a:gd name="connsiteX2" fmla="*/ 2169885 w 2169885"/>
                  <a:gd name="connsiteY2" fmla="*/ 632404 h 1117463"/>
                  <a:gd name="connsiteX3" fmla="*/ 847006 w 2169885"/>
                  <a:gd name="connsiteY3" fmla="*/ 622843 h 1117463"/>
                  <a:gd name="connsiteX4" fmla="*/ 657126 w 2169885"/>
                  <a:gd name="connsiteY4" fmla="*/ 297473 h 1117463"/>
                  <a:gd name="connsiteX0" fmla="*/ 657126 w 2169885"/>
                  <a:gd name="connsiteY0" fmla="*/ 140466 h 960456"/>
                  <a:gd name="connsiteX1" fmla="*/ 2058548 w 2169885"/>
                  <a:gd name="connsiteY1" fmla="*/ 0 h 960456"/>
                  <a:gd name="connsiteX2" fmla="*/ 2169885 w 2169885"/>
                  <a:gd name="connsiteY2" fmla="*/ 475397 h 960456"/>
                  <a:gd name="connsiteX3" fmla="*/ 847006 w 2169885"/>
                  <a:gd name="connsiteY3" fmla="*/ 465836 h 960456"/>
                  <a:gd name="connsiteX4" fmla="*/ 657126 w 2169885"/>
                  <a:gd name="connsiteY4" fmla="*/ 140466 h 960456"/>
                  <a:gd name="connsiteX0" fmla="*/ 644142 w 2156901"/>
                  <a:gd name="connsiteY0" fmla="*/ 140466 h 774786"/>
                  <a:gd name="connsiteX1" fmla="*/ 2045564 w 2156901"/>
                  <a:gd name="connsiteY1" fmla="*/ 0 h 774786"/>
                  <a:gd name="connsiteX2" fmla="*/ 2156901 w 2156901"/>
                  <a:gd name="connsiteY2" fmla="*/ 475397 h 774786"/>
                  <a:gd name="connsiteX3" fmla="*/ 834022 w 2156901"/>
                  <a:gd name="connsiteY3" fmla="*/ 465836 h 774786"/>
                  <a:gd name="connsiteX4" fmla="*/ 644142 w 2156901"/>
                  <a:gd name="connsiteY4" fmla="*/ 140466 h 774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6901" h="774786">
                    <a:moveTo>
                      <a:pt x="644142" y="140466"/>
                    </a:moveTo>
                    <a:lnTo>
                      <a:pt x="2045564" y="0"/>
                    </a:lnTo>
                    <a:lnTo>
                      <a:pt x="2156901" y="475397"/>
                    </a:lnTo>
                    <a:cubicBezTo>
                      <a:pt x="1772726" y="519847"/>
                      <a:pt x="1239152" y="432666"/>
                      <a:pt x="834022" y="465836"/>
                    </a:cubicBezTo>
                    <a:cubicBezTo>
                      <a:pt x="-816844" y="1246928"/>
                      <a:pt x="461149" y="322485"/>
                      <a:pt x="644142" y="140466"/>
                    </a:cubicBezTo>
                    <a:close/>
                  </a:path>
                </a:pathLst>
              </a:cu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199B3D6-F80C-8228-4130-29162182EB6C}"/>
                </a:ext>
              </a:extLst>
            </p:cNvPr>
            <p:cNvGrpSpPr/>
            <p:nvPr/>
          </p:nvGrpSpPr>
          <p:grpSpPr>
            <a:xfrm>
              <a:off x="954807" y="399925"/>
              <a:ext cx="2981089" cy="3845677"/>
              <a:chOff x="954807" y="399925"/>
              <a:chExt cx="2981089" cy="3845677"/>
            </a:xfrm>
          </p:grpSpPr>
          <p:sp>
            <p:nvSpPr>
              <p:cNvPr id="48" name="Rectangle 18">
                <a:extLst>
                  <a:ext uri="{FF2B5EF4-FFF2-40B4-BE49-F238E27FC236}">
                    <a16:creationId xmlns:a16="http://schemas.microsoft.com/office/drawing/2014/main" id="{13596EB8-3C62-098E-2374-E3E639ED9B48}"/>
                  </a:ext>
                </a:extLst>
              </p:cNvPr>
              <p:cNvSpPr/>
              <p:nvPr/>
            </p:nvSpPr>
            <p:spPr>
              <a:xfrm rot="1099253" flipH="1">
                <a:off x="1434112" y="555891"/>
                <a:ext cx="1976611" cy="2594248"/>
              </a:xfrm>
              <a:custGeom>
                <a:avLst/>
                <a:gdLst>
                  <a:gd name="connsiteX0" fmla="*/ 0 w 937173"/>
                  <a:gd name="connsiteY0" fmla="*/ 0 h 977698"/>
                  <a:gd name="connsiteX1" fmla="*/ 937173 w 937173"/>
                  <a:gd name="connsiteY1" fmla="*/ 0 h 977698"/>
                  <a:gd name="connsiteX2" fmla="*/ 937173 w 937173"/>
                  <a:gd name="connsiteY2" fmla="*/ 977698 h 977698"/>
                  <a:gd name="connsiteX3" fmla="*/ 0 w 937173"/>
                  <a:gd name="connsiteY3" fmla="*/ 977698 h 977698"/>
                  <a:gd name="connsiteX4" fmla="*/ 0 w 937173"/>
                  <a:gd name="connsiteY4" fmla="*/ 0 h 977698"/>
                  <a:gd name="connsiteX0" fmla="*/ 0 w 1427504"/>
                  <a:gd name="connsiteY0" fmla="*/ 0 h 977698"/>
                  <a:gd name="connsiteX1" fmla="*/ 937173 w 1427504"/>
                  <a:gd name="connsiteY1" fmla="*/ 0 h 977698"/>
                  <a:gd name="connsiteX2" fmla="*/ 1427504 w 1427504"/>
                  <a:gd name="connsiteY2" fmla="*/ 434359 h 977698"/>
                  <a:gd name="connsiteX3" fmla="*/ 0 w 1427504"/>
                  <a:gd name="connsiteY3" fmla="*/ 977698 h 977698"/>
                  <a:gd name="connsiteX4" fmla="*/ 0 w 1427504"/>
                  <a:gd name="connsiteY4" fmla="*/ 0 h 977698"/>
                  <a:gd name="connsiteX0" fmla="*/ 0 w 1427504"/>
                  <a:gd name="connsiteY0" fmla="*/ 1669774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4" fmla="*/ 0 w 1427504"/>
                  <a:gd name="connsiteY4" fmla="*/ 1669774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781879 w 781879"/>
                  <a:gd name="connsiteY0" fmla="*/ 2104133 h 2104133"/>
                  <a:gd name="connsiteX1" fmla="*/ 0 w 781879"/>
                  <a:gd name="connsiteY1" fmla="*/ 0 h 2104133"/>
                  <a:gd name="connsiteX2" fmla="*/ 781879 w 781879"/>
                  <a:gd name="connsiteY2" fmla="*/ 2104133 h 2104133"/>
                  <a:gd name="connsiteX0" fmla="*/ 1406894 w 1406894"/>
                  <a:gd name="connsiteY0" fmla="*/ 2104133 h 2229700"/>
                  <a:gd name="connsiteX1" fmla="*/ 625015 w 1406894"/>
                  <a:gd name="connsiteY1" fmla="*/ 0 h 2229700"/>
                  <a:gd name="connsiteX2" fmla="*/ 1406894 w 1406894"/>
                  <a:gd name="connsiteY2" fmla="*/ 2104133 h 2229700"/>
                  <a:gd name="connsiteX0" fmla="*/ 1200209 w 1200209"/>
                  <a:gd name="connsiteY0" fmla="*/ 2104133 h 2684238"/>
                  <a:gd name="connsiteX1" fmla="*/ 418330 w 1200209"/>
                  <a:gd name="connsiteY1" fmla="*/ 0 h 2684238"/>
                  <a:gd name="connsiteX2" fmla="*/ 1200209 w 1200209"/>
                  <a:gd name="connsiteY2" fmla="*/ 2104133 h 2684238"/>
                  <a:gd name="connsiteX0" fmla="*/ 1200209 w 1215799"/>
                  <a:gd name="connsiteY0" fmla="*/ 2104133 h 2684238"/>
                  <a:gd name="connsiteX1" fmla="*/ 418330 w 1215799"/>
                  <a:gd name="connsiteY1" fmla="*/ 0 h 2684238"/>
                  <a:gd name="connsiteX2" fmla="*/ 1200209 w 1215799"/>
                  <a:gd name="connsiteY2" fmla="*/ 2104133 h 2684238"/>
                  <a:gd name="connsiteX0" fmla="*/ 2044931 w 2060521"/>
                  <a:gd name="connsiteY0" fmla="*/ 2104133 h 2655896"/>
                  <a:gd name="connsiteX1" fmla="*/ 1263052 w 2060521"/>
                  <a:gd name="connsiteY1" fmla="*/ 0 h 2655896"/>
                  <a:gd name="connsiteX2" fmla="*/ 2044931 w 2060521"/>
                  <a:gd name="connsiteY2" fmla="*/ 2104133 h 2655896"/>
                  <a:gd name="connsiteX0" fmla="*/ 1619500 w 1635090"/>
                  <a:gd name="connsiteY0" fmla="*/ 2104133 h 2671467"/>
                  <a:gd name="connsiteX1" fmla="*/ 837621 w 1635090"/>
                  <a:gd name="connsiteY1" fmla="*/ 0 h 2671467"/>
                  <a:gd name="connsiteX2" fmla="*/ 1619500 w 1635090"/>
                  <a:gd name="connsiteY2" fmla="*/ 2104133 h 2671467"/>
                  <a:gd name="connsiteX0" fmla="*/ 2106525 w 2122115"/>
                  <a:gd name="connsiteY0" fmla="*/ 2104133 h 2780128"/>
                  <a:gd name="connsiteX1" fmla="*/ 1324646 w 2122115"/>
                  <a:gd name="connsiteY1" fmla="*/ 0 h 2780128"/>
                  <a:gd name="connsiteX2" fmla="*/ 2106525 w 2122115"/>
                  <a:gd name="connsiteY2" fmla="*/ 2104133 h 2780128"/>
                  <a:gd name="connsiteX0" fmla="*/ 2106525 w 2114512"/>
                  <a:gd name="connsiteY0" fmla="*/ 2104133 h 2780128"/>
                  <a:gd name="connsiteX1" fmla="*/ 1324646 w 2114512"/>
                  <a:gd name="connsiteY1" fmla="*/ 0 h 2780128"/>
                  <a:gd name="connsiteX2" fmla="*/ 2106525 w 2114512"/>
                  <a:gd name="connsiteY2" fmla="*/ 2104133 h 2780128"/>
                  <a:gd name="connsiteX0" fmla="*/ 2106525 w 2113493"/>
                  <a:gd name="connsiteY0" fmla="*/ 2104133 h 2780128"/>
                  <a:gd name="connsiteX1" fmla="*/ 1324646 w 2113493"/>
                  <a:gd name="connsiteY1" fmla="*/ 0 h 2780128"/>
                  <a:gd name="connsiteX2" fmla="*/ 2106525 w 2113493"/>
                  <a:gd name="connsiteY2" fmla="*/ 2104133 h 2780128"/>
                  <a:gd name="connsiteX0" fmla="*/ 2106525 w 2164304"/>
                  <a:gd name="connsiteY0" fmla="*/ 2104133 h 2780128"/>
                  <a:gd name="connsiteX1" fmla="*/ 1324646 w 2164304"/>
                  <a:gd name="connsiteY1" fmla="*/ 0 h 2780128"/>
                  <a:gd name="connsiteX2" fmla="*/ 2106525 w 2164304"/>
                  <a:gd name="connsiteY2" fmla="*/ 2104133 h 2780128"/>
                  <a:gd name="connsiteX0" fmla="*/ 2106525 w 2140654"/>
                  <a:gd name="connsiteY0" fmla="*/ 2104133 h 2780128"/>
                  <a:gd name="connsiteX1" fmla="*/ 1324646 w 2140654"/>
                  <a:gd name="connsiteY1" fmla="*/ 0 h 2780128"/>
                  <a:gd name="connsiteX2" fmla="*/ 2106525 w 2140654"/>
                  <a:gd name="connsiteY2" fmla="*/ 2104133 h 2780128"/>
                  <a:gd name="connsiteX0" fmla="*/ 2106525 w 2118237"/>
                  <a:gd name="connsiteY0" fmla="*/ 2104133 h 2780128"/>
                  <a:gd name="connsiteX1" fmla="*/ 1324646 w 2118237"/>
                  <a:gd name="connsiteY1" fmla="*/ 0 h 2780128"/>
                  <a:gd name="connsiteX2" fmla="*/ 2106525 w 2118237"/>
                  <a:gd name="connsiteY2" fmla="*/ 2104133 h 2780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8237" h="2780128">
                    <a:moveTo>
                      <a:pt x="2106525" y="2104133"/>
                    </a:moveTo>
                    <a:cubicBezTo>
                      <a:pt x="1461587" y="4039937"/>
                      <a:pt x="-1780780" y="1337483"/>
                      <a:pt x="1324646" y="0"/>
                    </a:cubicBezTo>
                    <a:cubicBezTo>
                      <a:pt x="657620" y="1324230"/>
                      <a:pt x="2269969" y="1256982"/>
                      <a:pt x="2106525" y="2104133"/>
                    </a:cubicBezTo>
                    <a:close/>
                  </a:path>
                </a:pathLst>
              </a:custGeom>
              <a:solidFill>
                <a:srgbClr val="FF605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Rectangle 17">
                <a:extLst>
                  <a:ext uri="{FF2B5EF4-FFF2-40B4-BE49-F238E27FC236}">
                    <a16:creationId xmlns:a16="http://schemas.microsoft.com/office/drawing/2014/main" id="{C2561F32-9C4B-2BC4-9B45-000DDF6FAAFE}"/>
                  </a:ext>
                </a:extLst>
              </p:cNvPr>
              <p:cNvSpPr/>
              <p:nvPr/>
            </p:nvSpPr>
            <p:spPr>
              <a:xfrm>
                <a:off x="1870202" y="3000375"/>
                <a:ext cx="2065694" cy="1245227"/>
              </a:xfrm>
              <a:custGeom>
                <a:avLst/>
                <a:gdLst>
                  <a:gd name="connsiteX0" fmla="*/ 0 w 289903"/>
                  <a:gd name="connsiteY0" fmla="*/ 0 h 322519"/>
                  <a:gd name="connsiteX1" fmla="*/ 289903 w 289903"/>
                  <a:gd name="connsiteY1" fmla="*/ 0 h 322519"/>
                  <a:gd name="connsiteX2" fmla="*/ 289903 w 289903"/>
                  <a:gd name="connsiteY2" fmla="*/ 322519 h 322519"/>
                  <a:gd name="connsiteX3" fmla="*/ 0 w 289903"/>
                  <a:gd name="connsiteY3" fmla="*/ 322519 h 322519"/>
                  <a:gd name="connsiteX4" fmla="*/ 0 w 289903"/>
                  <a:gd name="connsiteY4" fmla="*/ 0 h 322519"/>
                  <a:gd name="connsiteX0" fmla="*/ 1285461 w 1575364"/>
                  <a:gd name="connsiteY0" fmla="*/ 0 h 468293"/>
                  <a:gd name="connsiteX1" fmla="*/ 1575364 w 1575364"/>
                  <a:gd name="connsiteY1" fmla="*/ 0 h 468293"/>
                  <a:gd name="connsiteX2" fmla="*/ 1575364 w 1575364"/>
                  <a:gd name="connsiteY2" fmla="*/ 322519 h 468293"/>
                  <a:gd name="connsiteX3" fmla="*/ 0 w 1575364"/>
                  <a:gd name="connsiteY3" fmla="*/ 468293 h 468293"/>
                  <a:gd name="connsiteX4" fmla="*/ 1285461 w 1575364"/>
                  <a:gd name="connsiteY4" fmla="*/ 0 h 468293"/>
                  <a:gd name="connsiteX0" fmla="*/ 132522 w 1575364"/>
                  <a:gd name="connsiteY0" fmla="*/ 0 h 1077893"/>
                  <a:gd name="connsiteX1" fmla="*/ 1575364 w 1575364"/>
                  <a:gd name="connsiteY1" fmla="*/ 609600 h 1077893"/>
                  <a:gd name="connsiteX2" fmla="*/ 1575364 w 1575364"/>
                  <a:gd name="connsiteY2" fmla="*/ 932119 h 1077893"/>
                  <a:gd name="connsiteX3" fmla="*/ 0 w 1575364"/>
                  <a:gd name="connsiteY3" fmla="*/ 1077893 h 1077893"/>
                  <a:gd name="connsiteX4" fmla="*/ 132522 w 1575364"/>
                  <a:gd name="connsiteY4" fmla="*/ 0 h 1077893"/>
                  <a:gd name="connsiteX0" fmla="*/ 622852 w 2065694"/>
                  <a:gd name="connsiteY0" fmla="*/ 0 h 932119"/>
                  <a:gd name="connsiteX1" fmla="*/ 2065694 w 2065694"/>
                  <a:gd name="connsiteY1" fmla="*/ 609600 h 932119"/>
                  <a:gd name="connsiteX2" fmla="*/ 2065694 w 2065694"/>
                  <a:gd name="connsiteY2" fmla="*/ 932119 h 932119"/>
                  <a:gd name="connsiteX3" fmla="*/ 0 w 2065694"/>
                  <a:gd name="connsiteY3" fmla="*/ 97232 h 932119"/>
                  <a:gd name="connsiteX4" fmla="*/ 622852 w 2065694"/>
                  <a:gd name="connsiteY4" fmla="*/ 0 h 932119"/>
                  <a:gd name="connsiteX0" fmla="*/ 622852 w 2065694"/>
                  <a:gd name="connsiteY0" fmla="*/ 0 h 1211836"/>
                  <a:gd name="connsiteX1" fmla="*/ 2065694 w 2065694"/>
                  <a:gd name="connsiteY1" fmla="*/ 609600 h 1211836"/>
                  <a:gd name="connsiteX2" fmla="*/ 2065694 w 2065694"/>
                  <a:gd name="connsiteY2" fmla="*/ 932119 h 1211836"/>
                  <a:gd name="connsiteX3" fmla="*/ 0 w 2065694"/>
                  <a:gd name="connsiteY3" fmla="*/ 97232 h 1211836"/>
                  <a:gd name="connsiteX4" fmla="*/ 622852 w 2065694"/>
                  <a:gd name="connsiteY4" fmla="*/ 0 h 1211836"/>
                  <a:gd name="connsiteX0" fmla="*/ 622852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22852 w 2065694"/>
                  <a:gd name="connsiteY4" fmla="*/ 0 h 1245227"/>
                  <a:gd name="connsiteX0" fmla="*/ 622852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22852 w 2065694"/>
                  <a:gd name="connsiteY4" fmla="*/ 0 h 1245227"/>
                  <a:gd name="connsiteX0" fmla="*/ 649356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49356 w 2065694"/>
                  <a:gd name="connsiteY4" fmla="*/ 0 h 1245227"/>
                  <a:gd name="connsiteX0" fmla="*/ 649356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49356 w 2065694"/>
                  <a:gd name="connsiteY4" fmla="*/ 0 h 1245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5694" h="1245227">
                    <a:moveTo>
                      <a:pt x="649356" y="0"/>
                    </a:moveTo>
                    <a:cubicBezTo>
                      <a:pt x="944773" y="1276627"/>
                      <a:pt x="1584747" y="406400"/>
                      <a:pt x="2065694" y="609600"/>
                    </a:cubicBezTo>
                    <a:lnTo>
                      <a:pt x="2065694" y="932119"/>
                    </a:lnTo>
                    <a:cubicBezTo>
                      <a:pt x="1920468" y="759840"/>
                      <a:pt x="834339" y="2177824"/>
                      <a:pt x="0" y="97232"/>
                    </a:cubicBezTo>
                    <a:lnTo>
                      <a:pt x="649356" y="0"/>
                    </a:lnTo>
                    <a:close/>
                  </a:path>
                </a:pathLst>
              </a:custGeom>
              <a:solidFill>
                <a:srgbClr val="FF605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Rectangle 18">
                <a:extLst>
                  <a:ext uri="{FF2B5EF4-FFF2-40B4-BE49-F238E27FC236}">
                    <a16:creationId xmlns:a16="http://schemas.microsoft.com/office/drawing/2014/main" id="{766C9ABB-CA06-07C1-7364-3B9979FE8085}"/>
                  </a:ext>
                </a:extLst>
              </p:cNvPr>
              <p:cNvSpPr/>
              <p:nvPr/>
            </p:nvSpPr>
            <p:spPr>
              <a:xfrm>
                <a:off x="954807" y="399925"/>
                <a:ext cx="2118237" cy="2780128"/>
              </a:xfrm>
              <a:custGeom>
                <a:avLst/>
                <a:gdLst>
                  <a:gd name="connsiteX0" fmla="*/ 0 w 937173"/>
                  <a:gd name="connsiteY0" fmla="*/ 0 h 977698"/>
                  <a:gd name="connsiteX1" fmla="*/ 937173 w 937173"/>
                  <a:gd name="connsiteY1" fmla="*/ 0 h 977698"/>
                  <a:gd name="connsiteX2" fmla="*/ 937173 w 937173"/>
                  <a:gd name="connsiteY2" fmla="*/ 977698 h 977698"/>
                  <a:gd name="connsiteX3" fmla="*/ 0 w 937173"/>
                  <a:gd name="connsiteY3" fmla="*/ 977698 h 977698"/>
                  <a:gd name="connsiteX4" fmla="*/ 0 w 937173"/>
                  <a:gd name="connsiteY4" fmla="*/ 0 h 977698"/>
                  <a:gd name="connsiteX0" fmla="*/ 0 w 1427504"/>
                  <a:gd name="connsiteY0" fmla="*/ 0 h 977698"/>
                  <a:gd name="connsiteX1" fmla="*/ 937173 w 1427504"/>
                  <a:gd name="connsiteY1" fmla="*/ 0 h 977698"/>
                  <a:gd name="connsiteX2" fmla="*/ 1427504 w 1427504"/>
                  <a:gd name="connsiteY2" fmla="*/ 434359 h 977698"/>
                  <a:gd name="connsiteX3" fmla="*/ 0 w 1427504"/>
                  <a:gd name="connsiteY3" fmla="*/ 977698 h 977698"/>
                  <a:gd name="connsiteX4" fmla="*/ 0 w 1427504"/>
                  <a:gd name="connsiteY4" fmla="*/ 0 h 977698"/>
                  <a:gd name="connsiteX0" fmla="*/ 0 w 1427504"/>
                  <a:gd name="connsiteY0" fmla="*/ 1669774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4" fmla="*/ 0 w 1427504"/>
                  <a:gd name="connsiteY4" fmla="*/ 1669774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781879 w 781879"/>
                  <a:gd name="connsiteY0" fmla="*/ 2104133 h 2104133"/>
                  <a:gd name="connsiteX1" fmla="*/ 0 w 781879"/>
                  <a:gd name="connsiteY1" fmla="*/ 0 h 2104133"/>
                  <a:gd name="connsiteX2" fmla="*/ 781879 w 781879"/>
                  <a:gd name="connsiteY2" fmla="*/ 2104133 h 2104133"/>
                  <a:gd name="connsiteX0" fmla="*/ 1406894 w 1406894"/>
                  <a:gd name="connsiteY0" fmla="*/ 2104133 h 2229700"/>
                  <a:gd name="connsiteX1" fmla="*/ 625015 w 1406894"/>
                  <a:gd name="connsiteY1" fmla="*/ 0 h 2229700"/>
                  <a:gd name="connsiteX2" fmla="*/ 1406894 w 1406894"/>
                  <a:gd name="connsiteY2" fmla="*/ 2104133 h 2229700"/>
                  <a:gd name="connsiteX0" fmla="*/ 1200209 w 1200209"/>
                  <a:gd name="connsiteY0" fmla="*/ 2104133 h 2684238"/>
                  <a:gd name="connsiteX1" fmla="*/ 418330 w 1200209"/>
                  <a:gd name="connsiteY1" fmla="*/ 0 h 2684238"/>
                  <a:gd name="connsiteX2" fmla="*/ 1200209 w 1200209"/>
                  <a:gd name="connsiteY2" fmla="*/ 2104133 h 2684238"/>
                  <a:gd name="connsiteX0" fmla="*/ 1200209 w 1215799"/>
                  <a:gd name="connsiteY0" fmla="*/ 2104133 h 2684238"/>
                  <a:gd name="connsiteX1" fmla="*/ 418330 w 1215799"/>
                  <a:gd name="connsiteY1" fmla="*/ 0 h 2684238"/>
                  <a:gd name="connsiteX2" fmla="*/ 1200209 w 1215799"/>
                  <a:gd name="connsiteY2" fmla="*/ 2104133 h 2684238"/>
                  <a:gd name="connsiteX0" fmla="*/ 2044931 w 2060521"/>
                  <a:gd name="connsiteY0" fmla="*/ 2104133 h 2655896"/>
                  <a:gd name="connsiteX1" fmla="*/ 1263052 w 2060521"/>
                  <a:gd name="connsiteY1" fmla="*/ 0 h 2655896"/>
                  <a:gd name="connsiteX2" fmla="*/ 2044931 w 2060521"/>
                  <a:gd name="connsiteY2" fmla="*/ 2104133 h 2655896"/>
                  <a:gd name="connsiteX0" fmla="*/ 1619500 w 1635090"/>
                  <a:gd name="connsiteY0" fmla="*/ 2104133 h 2671467"/>
                  <a:gd name="connsiteX1" fmla="*/ 837621 w 1635090"/>
                  <a:gd name="connsiteY1" fmla="*/ 0 h 2671467"/>
                  <a:gd name="connsiteX2" fmla="*/ 1619500 w 1635090"/>
                  <a:gd name="connsiteY2" fmla="*/ 2104133 h 2671467"/>
                  <a:gd name="connsiteX0" fmla="*/ 2106525 w 2122115"/>
                  <a:gd name="connsiteY0" fmla="*/ 2104133 h 2780128"/>
                  <a:gd name="connsiteX1" fmla="*/ 1324646 w 2122115"/>
                  <a:gd name="connsiteY1" fmla="*/ 0 h 2780128"/>
                  <a:gd name="connsiteX2" fmla="*/ 2106525 w 2122115"/>
                  <a:gd name="connsiteY2" fmla="*/ 2104133 h 2780128"/>
                  <a:gd name="connsiteX0" fmla="*/ 2106525 w 2114512"/>
                  <a:gd name="connsiteY0" fmla="*/ 2104133 h 2780128"/>
                  <a:gd name="connsiteX1" fmla="*/ 1324646 w 2114512"/>
                  <a:gd name="connsiteY1" fmla="*/ 0 h 2780128"/>
                  <a:gd name="connsiteX2" fmla="*/ 2106525 w 2114512"/>
                  <a:gd name="connsiteY2" fmla="*/ 2104133 h 2780128"/>
                  <a:gd name="connsiteX0" fmla="*/ 2106525 w 2113493"/>
                  <a:gd name="connsiteY0" fmla="*/ 2104133 h 2780128"/>
                  <a:gd name="connsiteX1" fmla="*/ 1324646 w 2113493"/>
                  <a:gd name="connsiteY1" fmla="*/ 0 h 2780128"/>
                  <a:gd name="connsiteX2" fmla="*/ 2106525 w 2113493"/>
                  <a:gd name="connsiteY2" fmla="*/ 2104133 h 2780128"/>
                  <a:gd name="connsiteX0" fmla="*/ 2106525 w 2164304"/>
                  <a:gd name="connsiteY0" fmla="*/ 2104133 h 2780128"/>
                  <a:gd name="connsiteX1" fmla="*/ 1324646 w 2164304"/>
                  <a:gd name="connsiteY1" fmla="*/ 0 h 2780128"/>
                  <a:gd name="connsiteX2" fmla="*/ 2106525 w 2164304"/>
                  <a:gd name="connsiteY2" fmla="*/ 2104133 h 2780128"/>
                  <a:gd name="connsiteX0" fmla="*/ 2106525 w 2140654"/>
                  <a:gd name="connsiteY0" fmla="*/ 2104133 h 2780128"/>
                  <a:gd name="connsiteX1" fmla="*/ 1324646 w 2140654"/>
                  <a:gd name="connsiteY1" fmla="*/ 0 h 2780128"/>
                  <a:gd name="connsiteX2" fmla="*/ 2106525 w 2140654"/>
                  <a:gd name="connsiteY2" fmla="*/ 2104133 h 2780128"/>
                  <a:gd name="connsiteX0" fmla="*/ 2106525 w 2118237"/>
                  <a:gd name="connsiteY0" fmla="*/ 2104133 h 2780128"/>
                  <a:gd name="connsiteX1" fmla="*/ 1324646 w 2118237"/>
                  <a:gd name="connsiteY1" fmla="*/ 0 h 2780128"/>
                  <a:gd name="connsiteX2" fmla="*/ 2106525 w 2118237"/>
                  <a:gd name="connsiteY2" fmla="*/ 2104133 h 2780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8237" h="2780128">
                    <a:moveTo>
                      <a:pt x="2106525" y="2104133"/>
                    </a:moveTo>
                    <a:cubicBezTo>
                      <a:pt x="1461587" y="4039937"/>
                      <a:pt x="-1780780" y="1337483"/>
                      <a:pt x="1324646" y="0"/>
                    </a:cubicBezTo>
                    <a:cubicBezTo>
                      <a:pt x="657620" y="1324230"/>
                      <a:pt x="2269969" y="1256982"/>
                      <a:pt x="2106525" y="2104133"/>
                    </a:cubicBezTo>
                    <a:close/>
                  </a:path>
                </a:pathLst>
              </a:custGeom>
              <a:solidFill>
                <a:srgbClr val="FF605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2CE7922-E85B-6580-73AA-598F4CDDBB2E}"/>
                </a:ext>
              </a:extLst>
            </p:cNvPr>
            <p:cNvGrpSpPr/>
            <p:nvPr/>
          </p:nvGrpSpPr>
          <p:grpSpPr>
            <a:xfrm>
              <a:off x="2852965" y="2179798"/>
              <a:ext cx="5504115" cy="3097588"/>
              <a:chOff x="2852965" y="2179798"/>
              <a:chExt cx="5504115" cy="3097588"/>
            </a:xfrm>
            <a:solidFill>
              <a:srgbClr val="FF6050"/>
            </a:solidFill>
          </p:grpSpPr>
          <p:sp>
            <p:nvSpPr>
              <p:cNvPr id="45" name="Rectangle 14">
                <a:extLst>
                  <a:ext uri="{FF2B5EF4-FFF2-40B4-BE49-F238E27FC236}">
                    <a16:creationId xmlns:a16="http://schemas.microsoft.com/office/drawing/2014/main" id="{85134F19-8052-98BE-0224-99B42C24F4F6}"/>
                  </a:ext>
                </a:extLst>
              </p:cNvPr>
              <p:cNvSpPr/>
              <p:nvPr/>
            </p:nvSpPr>
            <p:spPr>
              <a:xfrm>
                <a:off x="2852965" y="2179798"/>
                <a:ext cx="5504115" cy="3097588"/>
              </a:xfrm>
              <a:custGeom>
                <a:avLst/>
                <a:gdLst>
                  <a:gd name="connsiteX0" fmla="*/ 0 w 5704114"/>
                  <a:gd name="connsiteY0" fmla="*/ 0 h 650961"/>
                  <a:gd name="connsiteX1" fmla="*/ 5704114 w 5704114"/>
                  <a:gd name="connsiteY1" fmla="*/ 0 h 650961"/>
                  <a:gd name="connsiteX2" fmla="*/ 5704114 w 5704114"/>
                  <a:gd name="connsiteY2" fmla="*/ 650961 h 650961"/>
                  <a:gd name="connsiteX3" fmla="*/ 0 w 5704114"/>
                  <a:gd name="connsiteY3" fmla="*/ 650961 h 650961"/>
                  <a:gd name="connsiteX4" fmla="*/ 0 w 5704114"/>
                  <a:gd name="connsiteY4" fmla="*/ 0 h 650961"/>
                  <a:gd name="connsiteX0" fmla="*/ 0 w 5704114"/>
                  <a:gd name="connsiteY0" fmla="*/ 650961 h 650961"/>
                  <a:gd name="connsiteX1" fmla="*/ 5704114 w 5704114"/>
                  <a:gd name="connsiteY1" fmla="*/ 0 h 650961"/>
                  <a:gd name="connsiteX2" fmla="*/ 5704114 w 5704114"/>
                  <a:gd name="connsiteY2" fmla="*/ 650961 h 650961"/>
                  <a:gd name="connsiteX3" fmla="*/ 0 w 5704114"/>
                  <a:gd name="connsiteY3" fmla="*/ 650961 h 650961"/>
                  <a:gd name="connsiteX0" fmla="*/ 0 w 5704114"/>
                  <a:gd name="connsiteY0" fmla="*/ 389704 h 650961"/>
                  <a:gd name="connsiteX1" fmla="*/ 5704114 w 5704114"/>
                  <a:gd name="connsiteY1" fmla="*/ 0 h 650961"/>
                  <a:gd name="connsiteX2" fmla="*/ 5704114 w 5704114"/>
                  <a:gd name="connsiteY2" fmla="*/ 650961 h 650961"/>
                  <a:gd name="connsiteX3" fmla="*/ 0 w 5704114"/>
                  <a:gd name="connsiteY3" fmla="*/ 389704 h 650961"/>
                  <a:gd name="connsiteX0" fmla="*/ 0 w 5704114"/>
                  <a:gd name="connsiteY0" fmla="*/ 508259 h 769516"/>
                  <a:gd name="connsiteX1" fmla="*/ 5704114 w 5704114"/>
                  <a:gd name="connsiteY1" fmla="*/ 118555 h 769516"/>
                  <a:gd name="connsiteX2" fmla="*/ 5704114 w 5704114"/>
                  <a:gd name="connsiteY2" fmla="*/ 769516 h 769516"/>
                  <a:gd name="connsiteX3" fmla="*/ 0 w 5704114"/>
                  <a:gd name="connsiteY3" fmla="*/ 508259 h 769516"/>
                  <a:gd name="connsiteX0" fmla="*/ 0 w 5733142"/>
                  <a:gd name="connsiteY0" fmla="*/ 508259 h 769516"/>
                  <a:gd name="connsiteX1" fmla="*/ 5704114 w 5733142"/>
                  <a:gd name="connsiteY1" fmla="*/ 118555 h 769516"/>
                  <a:gd name="connsiteX2" fmla="*/ 5733142 w 5733142"/>
                  <a:gd name="connsiteY2" fmla="*/ 769516 h 769516"/>
                  <a:gd name="connsiteX3" fmla="*/ 0 w 5733142"/>
                  <a:gd name="connsiteY3" fmla="*/ 508259 h 769516"/>
                  <a:gd name="connsiteX0" fmla="*/ 0 w 5704114"/>
                  <a:gd name="connsiteY0" fmla="*/ 508259 h 508259"/>
                  <a:gd name="connsiteX1" fmla="*/ 5704114 w 5704114"/>
                  <a:gd name="connsiteY1" fmla="*/ 118555 h 508259"/>
                  <a:gd name="connsiteX2" fmla="*/ 0 w 5704114"/>
                  <a:gd name="connsiteY2" fmla="*/ 508259 h 508259"/>
                  <a:gd name="connsiteX0" fmla="*/ 0 w 5689599"/>
                  <a:gd name="connsiteY0" fmla="*/ 360356 h 517489"/>
                  <a:gd name="connsiteX1" fmla="*/ 5689599 w 5689599"/>
                  <a:gd name="connsiteY1" fmla="*/ 507680 h 517489"/>
                  <a:gd name="connsiteX2" fmla="*/ 0 w 5689599"/>
                  <a:gd name="connsiteY2" fmla="*/ 360356 h 517489"/>
                  <a:gd name="connsiteX0" fmla="*/ 0 w 5689599"/>
                  <a:gd name="connsiteY0" fmla="*/ 360356 h 1671978"/>
                  <a:gd name="connsiteX1" fmla="*/ 5689599 w 5689599"/>
                  <a:gd name="connsiteY1" fmla="*/ 507680 h 1671978"/>
                  <a:gd name="connsiteX2" fmla="*/ 0 w 5689599"/>
                  <a:gd name="connsiteY2" fmla="*/ 360356 h 1671978"/>
                  <a:gd name="connsiteX0" fmla="*/ 0 w 5689599"/>
                  <a:gd name="connsiteY0" fmla="*/ 360356 h 1982955"/>
                  <a:gd name="connsiteX1" fmla="*/ 5689599 w 5689599"/>
                  <a:gd name="connsiteY1" fmla="*/ 507680 h 1982955"/>
                  <a:gd name="connsiteX2" fmla="*/ 0 w 5689599"/>
                  <a:gd name="connsiteY2" fmla="*/ 360356 h 1982955"/>
                  <a:gd name="connsiteX0" fmla="*/ 0 w 5704113"/>
                  <a:gd name="connsiteY0" fmla="*/ 381315 h 1939384"/>
                  <a:gd name="connsiteX1" fmla="*/ 5704113 w 5704113"/>
                  <a:gd name="connsiteY1" fmla="*/ 427039 h 1939384"/>
                  <a:gd name="connsiteX2" fmla="*/ 0 w 5704113"/>
                  <a:gd name="connsiteY2" fmla="*/ 381315 h 1939384"/>
                  <a:gd name="connsiteX0" fmla="*/ 0 w 5704113"/>
                  <a:gd name="connsiteY0" fmla="*/ 1037466 h 2595535"/>
                  <a:gd name="connsiteX1" fmla="*/ 5704113 w 5704113"/>
                  <a:gd name="connsiteY1" fmla="*/ 1083190 h 2595535"/>
                  <a:gd name="connsiteX2" fmla="*/ 0 w 5704113"/>
                  <a:gd name="connsiteY2" fmla="*/ 1037466 h 2595535"/>
                  <a:gd name="connsiteX0" fmla="*/ 0 w 5704113"/>
                  <a:gd name="connsiteY0" fmla="*/ 1475506 h 3033575"/>
                  <a:gd name="connsiteX1" fmla="*/ 5704113 w 5704113"/>
                  <a:gd name="connsiteY1" fmla="*/ 1521230 h 3033575"/>
                  <a:gd name="connsiteX2" fmla="*/ 0 w 5704113"/>
                  <a:gd name="connsiteY2" fmla="*/ 1475506 h 3033575"/>
                  <a:gd name="connsiteX0" fmla="*/ 0 w 5704113"/>
                  <a:gd name="connsiteY0" fmla="*/ 1475506 h 3114257"/>
                  <a:gd name="connsiteX1" fmla="*/ 5704113 w 5704113"/>
                  <a:gd name="connsiteY1" fmla="*/ 1521230 h 3114257"/>
                  <a:gd name="connsiteX2" fmla="*/ 0 w 5704113"/>
                  <a:gd name="connsiteY2" fmla="*/ 1475506 h 3114257"/>
                  <a:gd name="connsiteX0" fmla="*/ 1827 w 6128623"/>
                  <a:gd name="connsiteY0" fmla="*/ 432646 h 2071397"/>
                  <a:gd name="connsiteX1" fmla="*/ 5064137 w 6128623"/>
                  <a:gd name="connsiteY1" fmla="*/ 121 h 2071397"/>
                  <a:gd name="connsiteX2" fmla="*/ 5705940 w 6128623"/>
                  <a:gd name="connsiteY2" fmla="*/ 478370 h 2071397"/>
                  <a:gd name="connsiteX3" fmla="*/ 1827 w 6128623"/>
                  <a:gd name="connsiteY3" fmla="*/ 432646 h 2071397"/>
                  <a:gd name="connsiteX0" fmla="*/ 399638 w 6496385"/>
                  <a:gd name="connsiteY0" fmla="*/ 449181 h 2087932"/>
                  <a:gd name="connsiteX1" fmla="*/ 985198 w 6496385"/>
                  <a:gd name="connsiteY1" fmla="*/ 64281 h 2087932"/>
                  <a:gd name="connsiteX2" fmla="*/ 5461948 w 6496385"/>
                  <a:gd name="connsiteY2" fmla="*/ 16656 h 2087932"/>
                  <a:gd name="connsiteX3" fmla="*/ 6103751 w 6496385"/>
                  <a:gd name="connsiteY3" fmla="*/ 494905 h 2087932"/>
                  <a:gd name="connsiteX4" fmla="*/ 399638 w 6496385"/>
                  <a:gd name="connsiteY4" fmla="*/ 449181 h 2087932"/>
                  <a:gd name="connsiteX0" fmla="*/ 391952 w 6517274"/>
                  <a:gd name="connsiteY0" fmla="*/ 449181 h 2087932"/>
                  <a:gd name="connsiteX1" fmla="*/ 1006087 w 6517274"/>
                  <a:gd name="connsiteY1" fmla="*/ 64281 h 2087932"/>
                  <a:gd name="connsiteX2" fmla="*/ 5482837 w 6517274"/>
                  <a:gd name="connsiteY2" fmla="*/ 16656 h 2087932"/>
                  <a:gd name="connsiteX3" fmla="*/ 6124640 w 6517274"/>
                  <a:gd name="connsiteY3" fmla="*/ 494905 h 2087932"/>
                  <a:gd name="connsiteX4" fmla="*/ 391952 w 6517274"/>
                  <a:gd name="connsiteY4" fmla="*/ 449181 h 2087932"/>
                  <a:gd name="connsiteX0" fmla="*/ 391952 w 6463330"/>
                  <a:gd name="connsiteY0" fmla="*/ 449181 h 988341"/>
                  <a:gd name="connsiteX1" fmla="*/ 1006087 w 6463330"/>
                  <a:gd name="connsiteY1" fmla="*/ 64281 h 988341"/>
                  <a:gd name="connsiteX2" fmla="*/ 5482837 w 6463330"/>
                  <a:gd name="connsiteY2" fmla="*/ 16656 h 988341"/>
                  <a:gd name="connsiteX3" fmla="*/ 6124640 w 6463330"/>
                  <a:gd name="connsiteY3" fmla="*/ 494905 h 988341"/>
                  <a:gd name="connsiteX4" fmla="*/ 1129913 w 6463330"/>
                  <a:gd name="connsiteY4" fmla="*/ 988206 h 988341"/>
                  <a:gd name="connsiteX5" fmla="*/ 391952 w 6463330"/>
                  <a:gd name="connsiteY5" fmla="*/ 449181 h 988341"/>
                  <a:gd name="connsiteX0" fmla="*/ 391952 w 6163984"/>
                  <a:gd name="connsiteY0" fmla="*/ 449181 h 1059043"/>
                  <a:gd name="connsiteX1" fmla="*/ 1006087 w 6163984"/>
                  <a:gd name="connsiteY1" fmla="*/ 64281 h 1059043"/>
                  <a:gd name="connsiteX2" fmla="*/ 5482837 w 6163984"/>
                  <a:gd name="connsiteY2" fmla="*/ 16656 h 1059043"/>
                  <a:gd name="connsiteX3" fmla="*/ 6124640 w 6163984"/>
                  <a:gd name="connsiteY3" fmla="*/ 494905 h 1059043"/>
                  <a:gd name="connsiteX4" fmla="*/ 5559038 w 6163984"/>
                  <a:gd name="connsiteY4" fmla="*/ 1026307 h 1059043"/>
                  <a:gd name="connsiteX5" fmla="*/ 1129913 w 6163984"/>
                  <a:gd name="connsiteY5" fmla="*/ 988206 h 1059043"/>
                  <a:gd name="connsiteX6" fmla="*/ 391952 w 6163984"/>
                  <a:gd name="connsiteY6" fmla="*/ 449181 h 1059043"/>
                  <a:gd name="connsiteX0" fmla="*/ 391952 w 6176803"/>
                  <a:gd name="connsiteY0" fmla="*/ 449181 h 1059043"/>
                  <a:gd name="connsiteX1" fmla="*/ 1006087 w 6176803"/>
                  <a:gd name="connsiteY1" fmla="*/ 64281 h 1059043"/>
                  <a:gd name="connsiteX2" fmla="*/ 5482837 w 6176803"/>
                  <a:gd name="connsiteY2" fmla="*/ 16656 h 1059043"/>
                  <a:gd name="connsiteX3" fmla="*/ 6143690 w 6176803"/>
                  <a:gd name="connsiteY3" fmla="*/ 494905 h 1059043"/>
                  <a:gd name="connsiteX4" fmla="*/ 5559038 w 6176803"/>
                  <a:gd name="connsiteY4" fmla="*/ 1026307 h 1059043"/>
                  <a:gd name="connsiteX5" fmla="*/ 1129913 w 6176803"/>
                  <a:gd name="connsiteY5" fmla="*/ 988206 h 1059043"/>
                  <a:gd name="connsiteX6" fmla="*/ 391952 w 6176803"/>
                  <a:gd name="connsiteY6" fmla="*/ 449181 h 1059043"/>
                  <a:gd name="connsiteX0" fmla="*/ 391952 w 6176803"/>
                  <a:gd name="connsiteY0" fmla="*/ 449181 h 1059043"/>
                  <a:gd name="connsiteX1" fmla="*/ 1006087 w 6176803"/>
                  <a:gd name="connsiteY1" fmla="*/ 64281 h 1059043"/>
                  <a:gd name="connsiteX2" fmla="*/ 5482837 w 6176803"/>
                  <a:gd name="connsiteY2" fmla="*/ 16656 h 1059043"/>
                  <a:gd name="connsiteX3" fmla="*/ 6143690 w 6176803"/>
                  <a:gd name="connsiteY3" fmla="*/ 494905 h 1059043"/>
                  <a:gd name="connsiteX4" fmla="*/ 5559038 w 6176803"/>
                  <a:gd name="connsiteY4" fmla="*/ 1026307 h 1059043"/>
                  <a:gd name="connsiteX5" fmla="*/ 1129913 w 6176803"/>
                  <a:gd name="connsiteY5" fmla="*/ 988206 h 1059043"/>
                  <a:gd name="connsiteX6" fmla="*/ 391952 w 6176803"/>
                  <a:gd name="connsiteY6" fmla="*/ 449181 h 1059043"/>
                  <a:gd name="connsiteX0" fmla="*/ 391952 w 6143709"/>
                  <a:gd name="connsiteY0" fmla="*/ 449181 h 1059043"/>
                  <a:gd name="connsiteX1" fmla="*/ 1006087 w 6143709"/>
                  <a:gd name="connsiteY1" fmla="*/ 64281 h 1059043"/>
                  <a:gd name="connsiteX2" fmla="*/ 5482837 w 6143709"/>
                  <a:gd name="connsiteY2" fmla="*/ 16656 h 1059043"/>
                  <a:gd name="connsiteX3" fmla="*/ 6143690 w 6143709"/>
                  <a:gd name="connsiteY3" fmla="*/ 494905 h 1059043"/>
                  <a:gd name="connsiteX4" fmla="*/ 5559038 w 6143709"/>
                  <a:gd name="connsiteY4" fmla="*/ 1026307 h 1059043"/>
                  <a:gd name="connsiteX5" fmla="*/ 1129913 w 6143709"/>
                  <a:gd name="connsiteY5" fmla="*/ 988206 h 1059043"/>
                  <a:gd name="connsiteX6" fmla="*/ 391952 w 6143709"/>
                  <a:gd name="connsiteY6" fmla="*/ 449181 h 1059043"/>
                  <a:gd name="connsiteX0" fmla="*/ 391952 w 6143709"/>
                  <a:gd name="connsiteY0" fmla="*/ 449181 h 1061098"/>
                  <a:gd name="connsiteX1" fmla="*/ 1006087 w 6143709"/>
                  <a:gd name="connsiteY1" fmla="*/ 64281 h 1061098"/>
                  <a:gd name="connsiteX2" fmla="*/ 5482837 w 6143709"/>
                  <a:gd name="connsiteY2" fmla="*/ 16656 h 1061098"/>
                  <a:gd name="connsiteX3" fmla="*/ 6143690 w 6143709"/>
                  <a:gd name="connsiteY3" fmla="*/ 494905 h 1061098"/>
                  <a:gd name="connsiteX4" fmla="*/ 5559038 w 6143709"/>
                  <a:gd name="connsiteY4" fmla="*/ 1026307 h 1061098"/>
                  <a:gd name="connsiteX5" fmla="*/ 1091813 w 6143709"/>
                  <a:gd name="connsiteY5" fmla="*/ 997731 h 1061098"/>
                  <a:gd name="connsiteX6" fmla="*/ 391952 w 6143709"/>
                  <a:gd name="connsiteY6" fmla="*/ 449181 h 1061098"/>
                  <a:gd name="connsiteX0" fmla="*/ 391952 w 6143709"/>
                  <a:gd name="connsiteY0" fmla="*/ 449181 h 1061098"/>
                  <a:gd name="connsiteX1" fmla="*/ 1006087 w 6143709"/>
                  <a:gd name="connsiteY1" fmla="*/ 64281 h 1061098"/>
                  <a:gd name="connsiteX2" fmla="*/ 5482837 w 6143709"/>
                  <a:gd name="connsiteY2" fmla="*/ 16656 h 1061098"/>
                  <a:gd name="connsiteX3" fmla="*/ 6143690 w 6143709"/>
                  <a:gd name="connsiteY3" fmla="*/ 494905 h 1061098"/>
                  <a:gd name="connsiteX4" fmla="*/ 5559038 w 6143709"/>
                  <a:gd name="connsiteY4" fmla="*/ 1026307 h 1061098"/>
                  <a:gd name="connsiteX5" fmla="*/ 1091813 w 6143709"/>
                  <a:gd name="connsiteY5" fmla="*/ 997731 h 1061098"/>
                  <a:gd name="connsiteX6" fmla="*/ 391952 w 6143709"/>
                  <a:gd name="connsiteY6" fmla="*/ 449181 h 1061098"/>
                  <a:gd name="connsiteX0" fmla="*/ 264545 w 6016302"/>
                  <a:gd name="connsiteY0" fmla="*/ 449181 h 1061098"/>
                  <a:gd name="connsiteX1" fmla="*/ 878680 w 6016302"/>
                  <a:gd name="connsiteY1" fmla="*/ 64281 h 1061098"/>
                  <a:gd name="connsiteX2" fmla="*/ 5355430 w 6016302"/>
                  <a:gd name="connsiteY2" fmla="*/ 16656 h 1061098"/>
                  <a:gd name="connsiteX3" fmla="*/ 6016283 w 6016302"/>
                  <a:gd name="connsiteY3" fmla="*/ 494905 h 1061098"/>
                  <a:gd name="connsiteX4" fmla="*/ 5431631 w 6016302"/>
                  <a:gd name="connsiteY4" fmla="*/ 1026307 h 1061098"/>
                  <a:gd name="connsiteX5" fmla="*/ 964406 w 6016302"/>
                  <a:gd name="connsiteY5" fmla="*/ 997731 h 1061098"/>
                  <a:gd name="connsiteX6" fmla="*/ 264545 w 6016302"/>
                  <a:gd name="connsiteY6" fmla="*/ 449181 h 1061098"/>
                  <a:gd name="connsiteX0" fmla="*/ 0 w 5751757"/>
                  <a:gd name="connsiteY0" fmla="*/ 449181 h 1061098"/>
                  <a:gd name="connsiteX1" fmla="*/ 614135 w 5751757"/>
                  <a:gd name="connsiteY1" fmla="*/ 64281 h 1061098"/>
                  <a:gd name="connsiteX2" fmla="*/ 5090885 w 5751757"/>
                  <a:gd name="connsiteY2" fmla="*/ 16656 h 1061098"/>
                  <a:gd name="connsiteX3" fmla="*/ 5751738 w 5751757"/>
                  <a:gd name="connsiteY3" fmla="*/ 494905 h 1061098"/>
                  <a:gd name="connsiteX4" fmla="*/ 5167086 w 5751757"/>
                  <a:gd name="connsiteY4" fmla="*/ 1026307 h 1061098"/>
                  <a:gd name="connsiteX5" fmla="*/ 699861 w 5751757"/>
                  <a:gd name="connsiteY5" fmla="*/ 997731 h 1061098"/>
                  <a:gd name="connsiteX6" fmla="*/ 0 w 5751757"/>
                  <a:gd name="connsiteY6" fmla="*/ 449181 h 1061098"/>
                  <a:gd name="connsiteX0" fmla="*/ 0 w 5751757"/>
                  <a:gd name="connsiteY0" fmla="*/ 1401231 h 2013148"/>
                  <a:gd name="connsiteX1" fmla="*/ 614135 w 5751757"/>
                  <a:gd name="connsiteY1" fmla="*/ 1016331 h 2013148"/>
                  <a:gd name="connsiteX2" fmla="*/ 5090885 w 5751757"/>
                  <a:gd name="connsiteY2" fmla="*/ 968706 h 2013148"/>
                  <a:gd name="connsiteX3" fmla="*/ 5751738 w 5751757"/>
                  <a:gd name="connsiteY3" fmla="*/ 1446955 h 2013148"/>
                  <a:gd name="connsiteX4" fmla="*/ 5167086 w 5751757"/>
                  <a:gd name="connsiteY4" fmla="*/ 1978357 h 2013148"/>
                  <a:gd name="connsiteX5" fmla="*/ 699861 w 5751757"/>
                  <a:gd name="connsiteY5" fmla="*/ 1949781 h 2013148"/>
                  <a:gd name="connsiteX6" fmla="*/ 0 w 5751757"/>
                  <a:gd name="connsiteY6" fmla="*/ 1401231 h 2013148"/>
                  <a:gd name="connsiteX0" fmla="*/ 0 w 5751757"/>
                  <a:gd name="connsiteY0" fmla="*/ 1511673 h 2123590"/>
                  <a:gd name="connsiteX1" fmla="*/ 614135 w 5751757"/>
                  <a:gd name="connsiteY1" fmla="*/ 1126773 h 2123590"/>
                  <a:gd name="connsiteX2" fmla="*/ 5090885 w 5751757"/>
                  <a:gd name="connsiteY2" fmla="*/ 1079148 h 2123590"/>
                  <a:gd name="connsiteX3" fmla="*/ 5751738 w 5751757"/>
                  <a:gd name="connsiteY3" fmla="*/ 1557397 h 2123590"/>
                  <a:gd name="connsiteX4" fmla="*/ 5167086 w 5751757"/>
                  <a:gd name="connsiteY4" fmla="*/ 2088799 h 2123590"/>
                  <a:gd name="connsiteX5" fmla="*/ 699861 w 5751757"/>
                  <a:gd name="connsiteY5" fmla="*/ 2060223 h 2123590"/>
                  <a:gd name="connsiteX6" fmla="*/ 0 w 5751757"/>
                  <a:gd name="connsiteY6" fmla="*/ 1511673 h 2123590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65"/>
                  <a:gd name="connsiteY0" fmla="*/ 1394717 h 2006634"/>
                  <a:gd name="connsiteX1" fmla="*/ 614135 w 5751765"/>
                  <a:gd name="connsiteY1" fmla="*/ 1009817 h 2006634"/>
                  <a:gd name="connsiteX2" fmla="*/ 5090885 w 5751765"/>
                  <a:gd name="connsiteY2" fmla="*/ 962192 h 2006634"/>
                  <a:gd name="connsiteX3" fmla="*/ 5751738 w 5751765"/>
                  <a:gd name="connsiteY3" fmla="*/ 1440441 h 2006634"/>
                  <a:gd name="connsiteX4" fmla="*/ 5167086 w 5751765"/>
                  <a:gd name="connsiteY4" fmla="*/ 1971843 h 2006634"/>
                  <a:gd name="connsiteX5" fmla="*/ 699861 w 5751765"/>
                  <a:gd name="connsiteY5" fmla="*/ 1943267 h 2006634"/>
                  <a:gd name="connsiteX6" fmla="*/ 0 w 5751765"/>
                  <a:gd name="connsiteY6" fmla="*/ 1394717 h 2006634"/>
                  <a:gd name="connsiteX0" fmla="*/ 0 w 5751765"/>
                  <a:gd name="connsiteY0" fmla="*/ 1402481 h 2014398"/>
                  <a:gd name="connsiteX1" fmla="*/ 614135 w 5751765"/>
                  <a:gd name="connsiteY1" fmla="*/ 1017581 h 2014398"/>
                  <a:gd name="connsiteX2" fmla="*/ 5090885 w 5751765"/>
                  <a:gd name="connsiteY2" fmla="*/ 969956 h 2014398"/>
                  <a:gd name="connsiteX3" fmla="*/ 5751738 w 5751765"/>
                  <a:gd name="connsiteY3" fmla="*/ 1448205 h 2014398"/>
                  <a:gd name="connsiteX4" fmla="*/ 5167086 w 5751765"/>
                  <a:gd name="connsiteY4" fmla="*/ 1979607 h 2014398"/>
                  <a:gd name="connsiteX5" fmla="*/ 699861 w 5751765"/>
                  <a:gd name="connsiteY5" fmla="*/ 1951031 h 2014398"/>
                  <a:gd name="connsiteX6" fmla="*/ 0 w 5751765"/>
                  <a:gd name="connsiteY6" fmla="*/ 1402481 h 2014398"/>
                  <a:gd name="connsiteX0" fmla="*/ 0 w 5751765"/>
                  <a:gd name="connsiteY0" fmla="*/ 1402481 h 2885775"/>
                  <a:gd name="connsiteX1" fmla="*/ 614135 w 5751765"/>
                  <a:gd name="connsiteY1" fmla="*/ 1017581 h 2885775"/>
                  <a:gd name="connsiteX2" fmla="*/ 5090885 w 5751765"/>
                  <a:gd name="connsiteY2" fmla="*/ 969956 h 2885775"/>
                  <a:gd name="connsiteX3" fmla="*/ 5751738 w 5751765"/>
                  <a:gd name="connsiteY3" fmla="*/ 1448205 h 2885775"/>
                  <a:gd name="connsiteX4" fmla="*/ 5167086 w 5751765"/>
                  <a:gd name="connsiteY4" fmla="*/ 1979607 h 2885775"/>
                  <a:gd name="connsiteX5" fmla="*/ 699861 w 5751765"/>
                  <a:gd name="connsiteY5" fmla="*/ 1951031 h 2885775"/>
                  <a:gd name="connsiteX6" fmla="*/ 0 w 5751765"/>
                  <a:gd name="connsiteY6" fmla="*/ 1402481 h 2885775"/>
                  <a:gd name="connsiteX0" fmla="*/ 0 w 5751765"/>
                  <a:gd name="connsiteY0" fmla="*/ 1402481 h 3085041"/>
                  <a:gd name="connsiteX1" fmla="*/ 614135 w 5751765"/>
                  <a:gd name="connsiteY1" fmla="*/ 1017581 h 3085041"/>
                  <a:gd name="connsiteX2" fmla="*/ 5090885 w 5751765"/>
                  <a:gd name="connsiteY2" fmla="*/ 969956 h 3085041"/>
                  <a:gd name="connsiteX3" fmla="*/ 5751738 w 5751765"/>
                  <a:gd name="connsiteY3" fmla="*/ 1448205 h 3085041"/>
                  <a:gd name="connsiteX4" fmla="*/ 5167086 w 5751765"/>
                  <a:gd name="connsiteY4" fmla="*/ 1979607 h 3085041"/>
                  <a:gd name="connsiteX5" fmla="*/ 699861 w 5751765"/>
                  <a:gd name="connsiteY5" fmla="*/ 1951031 h 3085041"/>
                  <a:gd name="connsiteX6" fmla="*/ 0 w 5751765"/>
                  <a:gd name="connsiteY6" fmla="*/ 1402481 h 3085041"/>
                  <a:gd name="connsiteX0" fmla="*/ 0 w 5751765"/>
                  <a:gd name="connsiteY0" fmla="*/ 1402481 h 3085041"/>
                  <a:gd name="connsiteX1" fmla="*/ 614135 w 5751765"/>
                  <a:gd name="connsiteY1" fmla="*/ 1017581 h 3085041"/>
                  <a:gd name="connsiteX2" fmla="*/ 5090885 w 5751765"/>
                  <a:gd name="connsiteY2" fmla="*/ 969956 h 3085041"/>
                  <a:gd name="connsiteX3" fmla="*/ 5751738 w 5751765"/>
                  <a:gd name="connsiteY3" fmla="*/ 1448205 h 3085041"/>
                  <a:gd name="connsiteX4" fmla="*/ 5167086 w 5751765"/>
                  <a:gd name="connsiteY4" fmla="*/ 1979607 h 3085041"/>
                  <a:gd name="connsiteX5" fmla="*/ 699861 w 5751765"/>
                  <a:gd name="connsiteY5" fmla="*/ 1951031 h 3085041"/>
                  <a:gd name="connsiteX6" fmla="*/ 0 w 5751765"/>
                  <a:gd name="connsiteY6" fmla="*/ 1402481 h 3085041"/>
                  <a:gd name="connsiteX0" fmla="*/ 0 w 5627962"/>
                  <a:gd name="connsiteY0" fmla="*/ 1402481 h 3085041"/>
                  <a:gd name="connsiteX1" fmla="*/ 614135 w 5627962"/>
                  <a:gd name="connsiteY1" fmla="*/ 1017581 h 3085041"/>
                  <a:gd name="connsiteX2" fmla="*/ 5090885 w 5627962"/>
                  <a:gd name="connsiteY2" fmla="*/ 969956 h 3085041"/>
                  <a:gd name="connsiteX3" fmla="*/ 5627913 w 5627962"/>
                  <a:gd name="connsiteY3" fmla="*/ 1448205 h 3085041"/>
                  <a:gd name="connsiteX4" fmla="*/ 5167086 w 5627962"/>
                  <a:gd name="connsiteY4" fmla="*/ 1979607 h 3085041"/>
                  <a:gd name="connsiteX5" fmla="*/ 699861 w 5627962"/>
                  <a:gd name="connsiteY5" fmla="*/ 1951031 h 3085041"/>
                  <a:gd name="connsiteX6" fmla="*/ 0 w 5627962"/>
                  <a:gd name="connsiteY6" fmla="*/ 1402481 h 3085041"/>
                  <a:gd name="connsiteX0" fmla="*/ 0 w 5504137"/>
                  <a:gd name="connsiteY0" fmla="*/ 1402481 h 3085041"/>
                  <a:gd name="connsiteX1" fmla="*/ 490310 w 5504137"/>
                  <a:gd name="connsiteY1" fmla="*/ 1017581 h 3085041"/>
                  <a:gd name="connsiteX2" fmla="*/ 4967060 w 5504137"/>
                  <a:gd name="connsiteY2" fmla="*/ 969956 h 3085041"/>
                  <a:gd name="connsiteX3" fmla="*/ 5504088 w 5504137"/>
                  <a:gd name="connsiteY3" fmla="*/ 1448205 h 3085041"/>
                  <a:gd name="connsiteX4" fmla="*/ 5043261 w 5504137"/>
                  <a:gd name="connsiteY4" fmla="*/ 1979607 h 3085041"/>
                  <a:gd name="connsiteX5" fmla="*/ 576036 w 5504137"/>
                  <a:gd name="connsiteY5" fmla="*/ 1951031 h 3085041"/>
                  <a:gd name="connsiteX6" fmla="*/ 0 w 5504137"/>
                  <a:gd name="connsiteY6" fmla="*/ 1402481 h 3085041"/>
                  <a:gd name="connsiteX0" fmla="*/ 0 w 5504125"/>
                  <a:gd name="connsiteY0" fmla="*/ 1399348 h 3081908"/>
                  <a:gd name="connsiteX1" fmla="*/ 490310 w 5504125"/>
                  <a:gd name="connsiteY1" fmla="*/ 1014448 h 3081908"/>
                  <a:gd name="connsiteX2" fmla="*/ 4919435 w 5504125"/>
                  <a:gd name="connsiteY2" fmla="*/ 976348 h 3081908"/>
                  <a:gd name="connsiteX3" fmla="*/ 5504088 w 5504125"/>
                  <a:gd name="connsiteY3" fmla="*/ 1445072 h 3081908"/>
                  <a:gd name="connsiteX4" fmla="*/ 5043261 w 5504125"/>
                  <a:gd name="connsiteY4" fmla="*/ 1976474 h 3081908"/>
                  <a:gd name="connsiteX5" fmla="*/ 576036 w 5504125"/>
                  <a:gd name="connsiteY5" fmla="*/ 1947898 h 3081908"/>
                  <a:gd name="connsiteX6" fmla="*/ 0 w 5504125"/>
                  <a:gd name="connsiteY6" fmla="*/ 1399348 h 3081908"/>
                  <a:gd name="connsiteX0" fmla="*/ 0 w 5504115"/>
                  <a:gd name="connsiteY0" fmla="*/ 1399348 h 3081908"/>
                  <a:gd name="connsiteX1" fmla="*/ 490310 w 5504115"/>
                  <a:gd name="connsiteY1" fmla="*/ 1014448 h 3081908"/>
                  <a:gd name="connsiteX2" fmla="*/ 4919435 w 5504115"/>
                  <a:gd name="connsiteY2" fmla="*/ 976348 h 3081908"/>
                  <a:gd name="connsiteX3" fmla="*/ 5504088 w 5504115"/>
                  <a:gd name="connsiteY3" fmla="*/ 1445072 h 3081908"/>
                  <a:gd name="connsiteX4" fmla="*/ 5043261 w 5504115"/>
                  <a:gd name="connsiteY4" fmla="*/ 1976474 h 3081908"/>
                  <a:gd name="connsiteX5" fmla="*/ 576036 w 5504115"/>
                  <a:gd name="connsiteY5" fmla="*/ 1947898 h 3081908"/>
                  <a:gd name="connsiteX6" fmla="*/ 0 w 5504115"/>
                  <a:gd name="connsiteY6" fmla="*/ 1399348 h 3081908"/>
                  <a:gd name="connsiteX0" fmla="*/ 0 w 5504115"/>
                  <a:gd name="connsiteY0" fmla="*/ 1415028 h 3097588"/>
                  <a:gd name="connsiteX1" fmla="*/ 490310 w 5504115"/>
                  <a:gd name="connsiteY1" fmla="*/ 1030128 h 3097588"/>
                  <a:gd name="connsiteX2" fmla="*/ 4919435 w 5504115"/>
                  <a:gd name="connsiteY2" fmla="*/ 992028 h 3097588"/>
                  <a:gd name="connsiteX3" fmla="*/ 5504088 w 5504115"/>
                  <a:gd name="connsiteY3" fmla="*/ 1460752 h 3097588"/>
                  <a:gd name="connsiteX4" fmla="*/ 5043261 w 5504115"/>
                  <a:gd name="connsiteY4" fmla="*/ 1992154 h 3097588"/>
                  <a:gd name="connsiteX5" fmla="*/ 576036 w 5504115"/>
                  <a:gd name="connsiteY5" fmla="*/ 1963578 h 3097588"/>
                  <a:gd name="connsiteX6" fmla="*/ 0 w 5504115"/>
                  <a:gd name="connsiteY6" fmla="*/ 1415028 h 3097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04115" h="3097588">
                    <a:moveTo>
                      <a:pt x="0" y="1415028"/>
                    </a:moveTo>
                    <a:cubicBezTo>
                      <a:pt x="67658" y="1300395"/>
                      <a:pt x="141892" y="1340341"/>
                      <a:pt x="490310" y="1030128"/>
                    </a:cubicBezTo>
                    <a:cubicBezTo>
                      <a:pt x="2724678" y="-946959"/>
                      <a:pt x="4225093" y="429720"/>
                      <a:pt x="4919435" y="992028"/>
                    </a:cubicBezTo>
                    <a:cubicBezTo>
                      <a:pt x="5232777" y="1278111"/>
                      <a:pt x="5507263" y="1363914"/>
                      <a:pt x="5504088" y="1460752"/>
                    </a:cubicBezTo>
                    <a:cubicBezTo>
                      <a:pt x="5500913" y="1557590"/>
                      <a:pt x="5285166" y="1643237"/>
                      <a:pt x="5043261" y="1992154"/>
                    </a:cubicBezTo>
                    <a:cubicBezTo>
                      <a:pt x="4248907" y="2826846"/>
                      <a:pt x="2411942" y="4007628"/>
                      <a:pt x="576036" y="1963578"/>
                    </a:cubicBezTo>
                    <a:cubicBezTo>
                      <a:pt x="401638" y="1670207"/>
                      <a:pt x="19050" y="1592828"/>
                      <a:pt x="0" y="1415028"/>
                    </a:cubicBezTo>
                    <a:close/>
                  </a:path>
                </a:pathLst>
              </a:cu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E5C70864-6E99-EBDF-4C70-A1A825D804D9}"/>
                  </a:ext>
                </a:extLst>
              </p:cNvPr>
              <p:cNvSpPr/>
              <p:nvPr/>
            </p:nvSpPr>
            <p:spPr>
              <a:xfrm>
                <a:off x="2856715" y="3610329"/>
                <a:ext cx="5500365" cy="1666957"/>
              </a:xfrm>
              <a:custGeom>
                <a:avLst/>
                <a:gdLst>
                  <a:gd name="connsiteX0" fmla="*/ 0 w 5500365"/>
                  <a:gd name="connsiteY0" fmla="*/ 0 h 1666957"/>
                  <a:gd name="connsiteX1" fmla="*/ 94668 w 5500365"/>
                  <a:gd name="connsiteY1" fmla="*/ 11563 h 1666957"/>
                  <a:gd name="connsiteX2" fmla="*/ 2658287 w 5500365"/>
                  <a:gd name="connsiteY2" fmla="*/ 361496 h 1666957"/>
                  <a:gd name="connsiteX3" fmla="*/ 5330295 w 5500365"/>
                  <a:gd name="connsiteY3" fmla="*/ 27294 h 1666957"/>
                  <a:gd name="connsiteX4" fmla="*/ 5491243 w 5500365"/>
                  <a:gd name="connsiteY4" fmla="*/ 1038 h 1666957"/>
                  <a:gd name="connsiteX5" fmla="*/ 5500365 w 5500365"/>
                  <a:gd name="connsiteY5" fmla="*/ 30121 h 1666957"/>
                  <a:gd name="connsiteX6" fmla="*/ 5039538 w 5500365"/>
                  <a:gd name="connsiteY6" fmla="*/ 561523 h 1666957"/>
                  <a:gd name="connsiteX7" fmla="*/ 572313 w 5500365"/>
                  <a:gd name="connsiteY7" fmla="*/ 532947 h 1666957"/>
                  <a:gd name="connsiteX8" fmla="*/ 3970 w 5500365"/>
                  <a:gd name="connsiteY8" fmla="*/ 16635 h 1666957"/>
                  <a:gd name="connsiteX9" fmla="*/ 0 w 5500365"/>
                  <a:gd name="connsiteY9" fmla="*/ 0 h 1666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500365" h="1666957">
                    <a:moveTo>
                      <a:pt x="0" y="0"/>
                    </a:moveTo>
                    <a:lnTo>
                      <a:pt x="94668" y="11563"/>
                    </a:lnTo>
                    <a:cubicBezTo>
                      <a:pt x="581905" y="103092"/>
                      <a:pt x="1025713" y="638316"/>
                      <a:pt x="2658287" y="361496"/>
                    </a:cubicBezTo>
                    <a:cubicBezTo>
                      <a:pt x="4189382" y="685941"/>
                      <a:pt x="4514970" y="189971"/>
                      <a:pt x="5330295" y="27294"/>
                    </a:cubicBezTo>
                    <a:lnTo>
                      <a:pt x="5491243" y="1038"/>
                    </a:lnTo>
                    <a:lnTo>
                      <a:pt x="5500365" y="30121"/>
                    </a:lnTo>
                    <a:cubicBezTo>
                      <a:pt x="5497190" y="126959"/>
                      <a:pt x="5281443" y="212606"/>
                      <a:pt x="5039538" y="561523"/>
                    </a:cubicBezTo>
                    <a:cubicBezTo>
                      <a:pt x="4245184" y="1396215"/>
                      <a:pt x="2408219" y="2576997"/>
                      <a:pt x="572313" y="532947"/>
                    </a:cubicBezTo>
                    <a:cubicBezTo>
                      <a:pt x="408815" y="257912"/>
                      <a:pt x="62337" y="172713"/>
                      <a:pt x="3970" y="1663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DBB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Arc 46">
                <a:extLst>
                  <a:ext uri="{FF2B5EF4-FFF2-40B4-BE49-F238E27FC236}">
                    <a16:creationId xmlns:a16="http://schemas.microsoft.com/office/drawing/2014/main" id="{6992E119-2074-6D56-7E60-00641AC79782}"/>
                  </a:ext>
                </a:extLst>
              </p:cNvPr>
              <p:cNvSpPr/>
              <p:nvPr/>
            </p:nvSpPr>
            <p:spPr>
              <a:xfrm rot="9893877">
                <a:off x="5287330" y="3646116"/>
                <a:ext cx="480111" cy="480111"/>
              </a:xfrm>
              <a:prstGeom prst="arc">
                <a:avLst>
                  <a:gd name="adj1" fmla="val 11034610"/>
                  <a:gd name="adj2" fmla="val 2040932"/>
                </a:avLst>
              </a:prstGeom>
              <a:grpFill/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D2B56A3-DB6B-065C-042B-C7F40FD0AEF7}"/>
                </a:ext>
              </a:extLst>
            </p:cNvPr>
            <p:cNvGrpSpPr/>
            <p:nvPr/>
          </p:nvGrpSpPr>
          <p:grpSpPr>
            <a:xfrm>
              <a:off x="6315621" y="3103520"/>
              <a:ext cx="773766" cy="919840"/>
              <a:chOff x="6315621" y="3103520"/>
              <a:chExt cx="773766" cy="919840"/>
            </a:xfrm>
            <a:solidFill>
              <a:sysClr val="windowText" lastClr="000000"/>
            </a:solidFill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70CDA9F-B38A-DCF7-FC14-262B0A7FD108}"/>
                  </a:ext>
                </a:extLst>
              </p:cNvPr>
              <p:cNvSpPr/>
              <p:nvPr/>
            </p:nvSpPr>
            <p:spPr>
              <a:xfrm>
                <a:off x="6315621" y="3103520"/>
                <a:ext cx="773766" cy="919840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978DB035-0E2F-76DD-C56D-1DBA899B7701}"/>
                  </a:ext>
                </a:extLst>
              </p:cNvPr>
              <p:cNvSpPr/>
              <p:nvPr/>
            </p:nvSpPr>
            <p:spPr>
              <a:xfrm>
                <a:off x="6680912" y="3225968"/>
                <a:ext cx="259844" cy="308898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540A6C59-E73D-6CDE-5310-17EB58311D1E}"/>
                  </a:ext>
                </a:extLst>
              </p:cNvPr>
              <p:cNvSpPr/>
              <p:nvPr/>
            </p:nvSpPr>
            <p:spPr>
              <a:xfrm>
                <a:off x="6529365" y="3540816"/>
                <a:ext cx="151547" cy="180156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D8C92E4-AB48-602C-2074-E1BCF7E1A844}"/>
                </a:ext>
              </a:extLst>
            </p:cNvPr>
            <p:cNvGrpSpPr/>
            <p:nvPr/>
          </p:nvGrpSpPr>
          <p:grpSpPr>
            <a:xfrm>
              <a:off x="4144893" y="3079207"/>
              <a:ext cx="773766" cy="919840"/>
              <a:chOff x="6317755" y="3064326"/>
              <a:chExt cx="773766" cy="919840"/>
            </a:xfrm>
            <a:solidFill>
              <a:sysClr val="windowText" lastClr="000000"/>
            </a:solidFill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CACF776C-316C-E90D-5663-4E83A045E415}"/>
                  </a:ext>
                </a:extLst>
              </p:cNvPr>
              <p:cNvSpPr/>
              <p:nvPr/>
            </p:nvSpPr>
            <p:spPr>
              <a:xfrm>
                <a:off x="6317755" y="3064326"/>
                <a:ext cx="773766" cy="919840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F470DB60-D793-59F7-B350-BF073128D4FE}"/>
                  </a:ext>
                </a:extLst>
              </p:cNvPr>
              <p:cNvSpPr/>
              <p:nvPr/>
            </p:nvSpPr>
            <p:spPr>
              <a:xfrm>
                <a:off x="6683046" y="3186774"/>
                <a:ext cx="259844" cy="308898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2D09ABB-5080-C216-CAE9-5BD370EF7579}"/>
                  </a:ext>
                </a:extLst>
              </p:cNvPr>
              <p:cNvSpPr/>
              <p:nvPr/>
            </p:nvSpPr>
            <p:spPr>
              <a:xfrm>
                <a:off x="6531499" y="3501622"/>
                <a:ext cx="151547" cy="180156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08A4DAD-0594-B14F-BCFD-26497DB5B41F}"/>
              </a:ext>
            </a:extLst>
          </p:cNvPr>
          <p:cNvGrpSpPr/>
          <p:nvPr/>
        </p:nvGrpSpPr>
        <p:grpSpPr>
          <a:xfrm>
            <a:off x="2751058" y="877517"/>
            <a:ext cx="9545884" cy="5435214"/>
            <a:chOff x="954807" y="399925"/>
            <a:chExt cx="9523556" cy="5422500"/>
          </a:xfrm>
          <a:solidFill>
            <a:schemeClr val="bg1"/>
          </a:solidFill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D306A79-DDE2-8550-E23D-D3C26FDC0039}"/>
                </a:ext>
              </a:extLst>
            </p:cNvPr>
            <p:cNvGrpSpPr/>
            <p:nvPr/>
          </p:nvGrpSpPr>
          <p:grpSpPr>
            <a:xfrm flipH="1">
              <a:off x="5943915" y="4247591"/>
              <a:ext cx="2979505" cy="1555224"/>
              <a:chOff x="2387837" y="4267201"/>
              <a:chExt cx="2979505" cy="1555224"/>
            </a:xfrm>
            <a:grpFill/>
          </p:grpSpPr>
          <p:sp>
            <p:nvSpPr>
              <p:cNvPr id="87" name="Rectangle 16">
                <a:extLst>
                  <a:ext uri="{FF2B5EF4-FFF2-40B4-BE49-F238E27FC236}">
                    <a16:creationId xmlns:a16="http://schemas.microsoft.com/office/drawing/2014/main" id="{F9DDAD00-ABE0-BDA6-EF76-88B9DFCA5477}"/>
                  </a:ext>
                </a:extLst>
              </p:cNvPr>
              <p:cNvSpPr/>
              <p:nvPr/>
            </p:nvSpPr>
            <p:spPr>
              <a:xfrm>
                <a:off x="2387837" y="4267201"/>
                <a:ext cx="1660287" cy="801311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0287" h="801311">
                    <a:moveTo>
                      <a:pt x="498237" y="104775"/>
                    </a:moveTo>
                    <a:lnTo>
                      <a:pt x="1612662" y="0"/>
                    </a:lnTo>
                    <a:lnTo>
                      <a:pt x="1660287" y="352425"/>
                    </a:lnTo>
                    <a:cubicBezTo>
                      <a:pt x="1276112" y="396875"/>
                      <a:pt x="653812" y="336550"/>
                      <a:pt x="517287" y="447675"/>
                    </a:cubicBezTo>
                    <a:cubicBezTo>
                      <a:pt x="-546338" y="1368425"/>
                      <a:pt x="333137" y="212725"/>
                      <a:pt x="498237" y="104775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Rectangle 16">
                <a:extLst>
                  <a:ext uri="{FF2B5EF4-FFF2-40B4-BE49-F238E27FC236}">
                    <a16:creationId xmlns:a16="http://schemas.microsoft.com/office/drawing/2014/main" id="{2970D943-A576-0092-044A-887368119216}"/>
                  </a:ext>
                </a:extLst>
              </p:cNvPr>
              <p:cNvSpPr/>
              <p:nvPr/>
            </p:nvSpPr>
            <p:spPr>
              <a:xfrm rot="20785128">
                <a:off x="2394708" y="4771802"/>
                <a:ext cx="2067659" cy="1050189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  <a:gd name="connsiteX0" fmla="*/ 586438 w 1748488"/>
                  <a:gd name="connsiteY0" fmla="*/ 104775 h 987643"/>
                  <a:gd name="connsiteX1" fmla="*/ 1700863 w 1748488"/>
                  <a:gd name="connsiteY1" fmla="*/ 0 h 987643"/>
                  <a:gd name="connsiteX2" fmla="*/ 1748488 w 1748488"/>
                  <a:gd name="connsiteY2" fmla="*/ 352425 h 987643"/>
                  <a:gd name="connsiteX3" fmla="*/ 482523 w 1748488"/>
                  <a:gd name="connsiteY3" fmla="*/ 672744 h 987643"/>
                  <a:gd name="connsiteX4" fmla="*/ 586438 w 1748488"/>
                  <a:gd name="connsiteY4" fmla="*/ 104775 h 987643"/>
                  <a:gd name="connsiteX0" fmla="*/ 369003 w 1849073"/>
                  <a:gd name="connsiteY0" fmla="*/ 204330 h 1003702"/>
                  <a:gd name="connsiteX1" fmla="*/ 1801448 w 1849073"/>
                  <a:gd name="connsiteY1" fmla="*/ 0 h 1003702"/>
                  <a:gd name="connsiteX2" fmla="*/ 1849073 w 1849073"/>
                  <a:gd name="connsiteY2" fmla="*/ 352425 h 1003702"/>
                  <a:gd name="connsiteX3" fmla="*/ 583108 w 1849073"/>
                  <a:gd name="connsiteY3" fmla="*/ 672744 h 1003702"/>
                  <a:gd name="connsiteX4" fmla="*/ 369003 w 1849073"/>
                  <a:gd name="connsiteY4" fmla="*/ 204330 h 1003702"/>
                  <a:gd name="connsiteX0" fmla="*/ 398523 w 1831988"/>
                  <a:gd name="connsiteY0" fmla="*/ 254784 h 1012468"/>
                  <a:gd name="connsiteX1" fmla="*/ 1784363 w 1831988"/>
                  <a:gd name="connsiteY1" fmla="*/ 0 h 1012468"/>
                  <a:gd name="connsiteX2" fmla="*/ 1831988 w 1831988"/>
                  <a:gd name="connsiteY2" fmla="*/ 352425 h 1012468"/>
                  <a:gd name="connsiteX3" fmla="*/ 566023 w 1831988"/>
                  <a:gd name="connsiteY3" fmla="*/ 672744 h 1012468"/>
                  <a:gd name="connsiteX4" fmla="*/ 398523 w 1831988"/>
                  <a:gd name="connsiteY4" fmla="*/ 254784 h 1012468"/>
                  <a:gd name="connsiteX0" fmla="*/ 366607 w 1800072"/>
                  <a:gd name="connsiteY0" fmla="*/ 254784 h 974374"/>
                  <a:gd name="connsiteX1" fmla="*/ 1752447 w 1800072"/>
                  <a:gd name="connsiteY1" fmla="*/ 0 h 974374"/>
                  <a:gd name="connsiteX2" fmla="*/ 1800072 w 1800072"/>
                  <a:gd name="connsiteY2" fmla="*/ 352425 h 974374"/>
                  <a:gd name="connsiteX3" fmla="*/ 584562 w 1800072"/>
                  <a:gd name="connsiteY3" fmla="*/ 626141 h 974374"/>
                  <a:gd name="connsiteX4" fmla="*/ 366607 w 1800072"/>
                  <a:gd name="connsiteY4" fmla="*/ 254784 h 974374"/>
                  <a:gd name="connsiteX0" fmla="*/ 633381 w 2066846"/>
                  <a:gd name="connsiteY0" fmla="*/ 254784 h 1097462"/>
                  <a:gd name="connsiteX1" fmla="*/ 2019221 w 2066846"/>
                  <a:gd name="connsiteY1" fmla="*/ 0 h 1097462"/>
                  <a:gd name="connsiteX2" fmla="*/ 2066846 w 2066846"/>
                  <a:gd name="connsiteY2" fmla="*/ 352425 h 1097462"/>
                  <a:gd name="connsiteX3" fmla="*/ 851336 w 2066846"/>
                  <a:gd name="connsiteY3" fmla="*/ 626141 h 1097462"/>
                  <a:gd name="connsiteX4" fmla="*/ 633381 w 2066846"/>
                  <a:gd name="connsiteY4" fmla="*/ 254784 h 1097462"/>
                  <a:gd name="connsiteX0" fmla="*/ 641686 w 2062806"/>
                  <a:gd name="connsiteY0" fmla="*/ 257766 h 1098061"/>
                  <a:gd name="connsiteX1" fmla="*/ 2015181 w 2062806"/>
                  <a:gd name="connsiteY1" fmla="*/ 0 h 1098061"/>
                  <a:gd name="connsiteX2" fmla="*/ 2062806 w 2062806"/>
                  <a:gd name="connsiteY2" fmla="*/ 352425 h 1098061"/>
                  <a:gd name="connsiteX3" fmla="*/ 847296 w 2062806"/>
                  <a:gd name="connsiteY3" fmla="*/ 626141 h 1098061"/>
                  <a:gd name="connsiteX4" fmla="*/ 641686 w 2062806"/>
                  <a:gd name="connsiteY4" fmla="*/ 257766 h 1098061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196457 h 1050189"/>
                  <a:gd name="connsiteX1" fmla="*/ 2057485 w 2067659"/>
                  <a:gd name="connsiteY1" fmla="*/ 0 h 1050189"/>
                  <a:gd name="connsiteX2" fmla="*/ 2067659 w 2067659"/>
                  <a:gd name="connsiteY2" fmla="*/ 291116 h 1050189"/>
                  <a:gd name="connsiteX3" fmla="*/ 852149 w 2067659"/>
                  <a:gd name="connsiteY3" fmla="*/ 564832 h 1050189"/>
                  <a:gd name="connsiteX4" fmla="*/ 646539 w 2067659"/>
                  <a:gd name="connsiteY4" fmla="*/ 196457 h 1050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7659" h="1050189">
                    <a:moveTo>
                      <a:pt x="646539" y="196457"/>
                    </a:moveTo>
                    <a:lnTo>
                      <a:pt x="2057485" y="0"/>
                    </a:lnTo>
                    <a:lnTo>
                      <a:pt x="2067659" y="291116"/>
                    </a:lnTo>
                    <a:cubicBezTo>
                      <a:pt x="1683484" y="335566"/>
                      <a:pt x="1257279" y="531662"/>
                      <a:pt x="852149" y="564832"/>
                    </a:cubicBezTo>
                    <a:cubicBezTo>
                      <a:pt x="-828376" y="1767708"/>
                      <a:pt x="463546" y="378476"/>
                      <a:pt x="646539" y="196457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Rectangle 16">
                <a:extLst>
                  <a:ext uri="{FF2B5EF4-FFF2-40B4-BE49-F238E27FC236}">
                    <a16:creationId xmlns:a16="http://schemas.microsoft.com/office/drawing/2014/main" id="{69C52306-812C-E814-4B60-9E61DDE081B1}"/>
                  </a:ext>
                </a:extLst>
              </p:cNvPr>
              <p:cNvSpPr/>
              <p:nvPr/>
            </p:nvSpPr>
            <p:spPr>
              <a:xfrm rot="19426919">
                <a:off x="3210441" y="5047639"/>
                <a:ext cx="2156901" cy="774786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  <a:gd name="connsiteX0" fmla="*/ 586438 w 1748488"/>
                  <a:gd name="connsiteY0" fmla="*/ 104775 h 987643"/>
                  <a:gd name="connsiteX1" fmla="*/ 1700863 w 1748488"/>
                  <a:gd name="connsiteY1" fmla="*/ 0 h 987643"/>
                  <a:gd name="connsiteX2" fmla="*/ 1748488 w 1748488"/>
                  <a:gd name="connsiteY2" fmla="*/ 352425 h 987643"/>
                  <a:gd name="connsiteX3" fmla="*/ 482523 w 1748488"/>
                  <a:gd name="connsiteY3" fmla="*/ 672744 h 987643"/>
                  <a:gd name="connsiteX4" fmla="*/ 586438 w 1748488"/>
                  <a:gd name="connsiteY4" fmla="*/ 104775 h 987643"/>
                  <a:gd name="connsiteX0" fmla="*/ 369003 w 1849073"/>
                  <a:gd name="connsiteY0" fmla="*/ 204330 h 1003702"/>
                  <a:gd name="connsiteX1" fmla="*/ 1801448 w 1849073"/>
                  <a:gd name="connsiteY1" fmla="*/ 0 h 1003702"/>
                  <a:gd name="connsiteX2" fmla="*/ 1849073 w 1849073"/>
                  <a:gd name="connsiteY2" fmla="*/ 352425 h 1003702"/>
                  <a:gd name="connsiteX3" fmla="*/ 583108 w 1849073"/>
                  <a:gd name="connsiteY3" fmla="*/ 672744 h 1003702"/>
                  <a:gd name="connsiteX4" fmla="*/ 369003 w 1849073"/>
                  <a:gd name="connsiteY4" fmla="*/ 204330 h 1003702"/>
                  <a:gd name="connsiteX0" fmla="*/ 398523 w 1831988"/>
                  <a:gd name="connsiteY0" fmla="*/ 254784 h 1012468"/>
                  <a:gd name="connsiteX1" fmla="*/ 1784363 w 1831988"/>
                  <a:gd name="connsiteY1" fmla="*/ 0 h 1012468"/>
                  <a:gd name="connsiteX2" fmla="*/ 1831988 w 1831988"/>
                  <a:gd name="connsiteY2" fmla="*/ 352425 h 1012468"/>
                  <a:gd name="connsiteX3" fmla="*/ 566023 w 1831988"/>
                  <a:gd name="connsiteY3" fmla="*/ 672744 h 1012468"/>
                  <a:gd name="connsiteX4" fmla="*/ 398523 w 1831988"/>
                  <a:gd name="connsiteY4" fmla="*/ 254784 h 1012468"/>
                  <a:gd name="connsiteX0" fmla="*/ 366607 w 1800072"/>
                  <a:gd name="connsiteY0" fmla="*/ 254784 h 974374"/>
                  <a:gd name="connsiteX1" fmla="*/ 1752447 w 1800072"/>
                  <a:gd name="connsiteY1" fmla="*/ 0 h 974374"/>
                  <a:gd name="connsiteX2" fmla="*/ 1800072 w 1800072"/>
                  <a:gd name="connsiteY2" fmla="*/ 352425 h 974374"/>
                  <a:gd name="connsiteX3" fmla="*/ 584562 w 1800072"/>
                  <a:gd name="connsiteY3" fmla="*/ 626141 h 974374"/>
                  <a:gd name="connsiteX4" fmla="*/ 366607 w 1800072"/>
                  <a:gd name="connsiteY4" fmla="*/ 254784 h 974374"/>
                  <a:gd name="connsiteX0" fmla="*/ 633381 w 2066846"/>
                  <a:gd name="connsiteY0" fmla="*/ 254784 h 1097462"/>
                  <a:gd name="connsiteX1" fmla="*/ 2019221 w 2066846"/>
                  <a:gd name="connsiteY1" fmla="*/ 0 h 1097462"/>
                  <a:gd name="connsiteX2" fmla="*/ 2066846 w 2066846"/>
                  <a:gd name="connsiteY2" fmla="*/ 352425 h 1097462"/>
                  <a:gd name="connsiteX3" fmla="*/ 851336 w 2066846"/>
                  <a:gd name="connsiteY3" fmla="*/ 626141 h 1097462"/>
                  <a:gd name="connsiteX4" fmla="*/ 633381 w 2066846"/>
                  <a:gd name="connsiteY4" fmla="*/ 254784 h 1097462"/>
                  <a:gd name="connsiteX0" fmla="*/ 641686 w 2062806"/>
                  <a:gd name="connsiteY0" fmla="*/ 257766 h 1098061"/>
                  <a:gd name="connsiteX1" fmla="*/ 2015181 w 2062806"/>
                  <a:gd name="connsiteY1" fmla="*/ 0 h 1098061"/>
                  <a:gd name="connsiteX2" fmla="*/ 2062806 w 2062806"/>
                  <a:gd name="connsiteY2" fmla="*/ 352425 h 1098061"/>
                  <a:gd name="connsiteX3" fmla="*/ 847296 w 2062806"/>
                  <a:gd name="connsiteY3" fmla="*/ 626141 h 1098061"/>
                  <a:gd name="connsiteX4" fmla="*/ 641686 w 2062806"/>
                  <a:gd name="connsiteY4" fmla="*/ 257766 h 1098061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196457 h 1050189"/>
                  <a:gd name="connsiteX1" fmla="*/ 2057485 w 2067659"/>
                  <a:gd name="connsiteY1" fmla="*/ 0 h 1050189"/>
                  <a:gd name="connsiteX2" fmla="*/ 2067659 w 2067659"/>
                  <a:gd name="connsiteY2" fmla="*/ 291116 h 1050189"/>
                  <a:gd name="connsiteX3" fmla="*/ 852149 w 2067659"/>
                  <a:gd name="connsiteY3" fmla="*/ 564832 h 1050189"/>
                  <a:gd name="connsiteX4" fmla="*/ 646539 w 2067659"/>
                  <a:gd name="connsiteY4" fmla="*/ 196457 h 1050189"/>
                  <a:gd name="connsiteX0" fmla="*/ 622388 w 2043508"/>
                  <a:gd name="connsiteY0" fmla="*/ 196457 h 1096223"/>
                  <a:gd name="connsiteX1" fmla="*/ 2033334 w 2043508"/>
                  <a:gd name="connsiteY1" fmla="*/ 0 h 1096223"/>
                  <a:gd name="connsiteX2" fmla="*/ 2043508 w 2043508"/>
                  <a:gd name="connsiteY2" fmla="*/ 291116 h 1096223"/>
                  <a:gd name="connsiteX3" fmla="*/ 864221 w 2043508"/>
                  <a:gd name="connsiteY3" fmla="*/ 622843 h 1096223"/>
                  <a:gd name="connsiteX4" fmla="*/ 622388 w 2043508"/>
                  <a:gd name="connsiteY4" fmla="*/ 196457 h 1096223"/>
                  <a:gd name="connsiteX0" fmla="*/ 657126 w 2026293"/>
                  <a:gd name="connsiteY0" fmla="*/ 297473 h 1117463"/>
                  <a:gd name="connsiteX1" fmla="*/ 2016119 w 2026293"/>
                  <a:gd name="connsiteY1" fmla="*/ 0 h 1117463"/>
                  <a:gd name="connsiteX2" fmla="*/ 2026293 w 2026293"/>
                  <a:gd name="connsiteY2" fmla="*/ 291116 h 1117463"/>
                  <a:gd name="connsiteX3" fmla="*/ 847006 w 2026293"/>
                  <a:gd name="connsiteY3" fmla="*/ 622843 h 1117463"/>
                  <a:gd name="connsiteX4" fmla="*/ 657126 w 2026293"/>
                  <a:gd name="connsiteY4" fmla="*/ 297473 h 1117463"/>
                  <a:gd name="connsiteX0" fmla="*/ 657126 w 2169885"/>
                  <a:gd name="connsiteY0" fmla="*/ 297473 h 1117463"/>
                  <a:gd name="connsiteX1" fmla="*/ 2016119 w 2169885"/>
                  <a:gd name="connsiteY1" fmla="*/ 0 h 1117463"/>
                  <a:gd name="connsiteX2" fmla="*/ 2169885 w 2169885"/>
                  <a:gd name="connsiteY2" fmla="*/ 632404 h 1117463"/>
                  <a:gd name="connsiteX3" fmla="*/ 847006 w 2169885"/>
                  <a:gd name="connsiteY3" fmla="*/ 622843 h 1117463"/>
                  <a:gd name="connsiteX4" fmla="*/ 657126 w 2169885"/>
                  <a:gd name="connsiteY4" fmla="*/ 297473 h 1117463"/>
                  <a:gd name="connsiteX0" fmla="*/ 657126 w 2169885"/>
                  <a:gd name="connsiteY0" fmla="*/ 140466 h 960456"/>
                  <a:gd name="connsiteX1" fmla="*/ 2058548 w 2169885"/>
                  <a:gd name="connsiteY1" fmla="*/ 0 h 960456"/>
                  <a:gd name="connsiteX2" fmla="*/ 2169885 w 2169885"/>
                  <a:gd name="connsiteY2" fmla="*/ 475397 h 960456"/>
                  <a:gd name="connsiteX3" fmla="*/ 847006 w 2169885"/>
                  <a:gd name="connsiteY3" fmla="*/ 465836 h 960456"/>
                  <a:gd name="connsiteX4" fmla="*/ 657126 w 2169885"/>
                  <a:gd name="connsiteY4" fmla="*/ 140466 h 960456"/>
                  <a:gd name="connsiteX0" fmla="*/ 644142 w 2156901"/>
                  <a:gd name="connsiteY0" fmla="*/ 140466 h 774786"/>
                  <a:gd name="connsiteX1" fmla="*/ 2045564 w 2156901"/>
                  <a:gd name="connsiteY1" fmla="*/ 0 h 774786"/>
                  <a:gd name="connsiteX2" fmla="*/ 2156901 w 2156901"/>
                  <a:gd name="connsiteY2" fmla="*/ 475397 h 774786"/>
                  <a:gd name="connsiteX3" fmla="*/ 834022 w 2156901"/>
                  <a:gd name="connsiteY3" fmla="*/ 465836 h 774786"/>
                  <a:gd name="connsiteX4" fmla="*/ 644142 w 2156901"/>
                  <a:gd name="connsiteY4" fmla="*/ 140466 h 774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6901" h="774786">
                    <a:moveTo>
                      <a:pt x="644142" y="140466"/>
                    </a:moveTo>
                    <a:lnTo>
                      <a:pt x="2045564" y="0"/>
                    </a:lnTo>
                    <a:lnTo>
                      <a:pt x="2156901" y="475397"/>
                    </a:lnTo>
                    <a:cubicBezTo>
                      <a:pt x="1772726" y="519847"/>
                      <a:pt x="1239152" y="432666"/>
                      <a:pt x="834022" y="465836"/>
                    </a:cubicBezTo>
                    <a:cubicBezTo>
                      <a:pt x="-816844" y="1246928"/>
                      <a:pt x="461149" y="322485"/>
                      <a:pt x="644142" y="140466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C4AF3A6-8806-800C-14F7-11000098CFE9}"/>
                </a:ext>
              </a:extLst>
            </p:cNvPr>
            <p:cNvGrpSpPr/>
            <p:nvPr/>
          </p:nvGrpSpPr>
          <p:grpSpPr>
            <a:xfrm flipH="1">
              <a:off x="7490047" y="426619"/>
              <a:ext cx="2988316" cy="3842682"/>
              <a:chOff x="947580" y="402920"/>
              <a:chExt cx="2988316" cy="3842682"/>
            </a:xfrm>
            <a:grpFill/>
          </p:grpSpPr>
          <p:sp>
            <p:nvSpPr>
              <p:cNvPr id="84" name="Rectangle 18">
                <a:extLst>
                  <a:ext uri="{FF2B5EF4-FFF2-40B4-BE49-F238E27FC236}">
                    <a16:creationId xmlns:a16="http://schemas.microsoft.com/office/drawing/2014/main" id="{46C2E7A4-AEEF-6742-0D8F-35BD047D3E17}"/>
                  </a:ext>
                </a:extLst>
              </p:cNvPr>
              <p:cNvSpPr/>
              <p:nvPr/>
            </p:nvSpPr>
            <p:spPr>
              <a:xfrm rot="1099253" flipH="1">
                <a:off x="1426885" y="558886"/>
                <a:ext cx="1976611" cy="2594248"/>
              </a:xfrm>
              <a:custGeom>
                <a:avLst/>
                <a:gdLst>
                  <a:gd name="connsiteX0" fmla="*/ 0 w 937173"/>
                  <a:gd name="connsiteY0" fmla="*/ 0 h 977698"/>
                  <a:gd name="connsiteX1" fmla="*/ 937173 w 937173"/>
                  <a:gd name="connsiteY1" fmla="*/ 0 h 977698"/>
                  <a:gd name="connsiteX2" fmla="*/ 937173 w 937173"/>
                  <a:gd name="connsiteY2" fmla="*/ 977698 h 977698"/>
                  <a:gd name="connsiteX3" fmla="*/ 0 w 937173"/>
                  <a:gd name="connsiteY3" fmla="*/ 977698 h 977698"/>
                  <a:gd name="connsiteX4" fmla="*/ 0 w 937173"/>
                  <a:gd name="connsiteY4" fmla="*/ 0 h 977698"/>
                  <a:gd name="connsiteX0" fmla="*/ 0 w 1427504"/>
                  <a:gd name="connsiteY0" fmla="*/ 0 h 977698"/>
                  <a:gd name="connsiteX1" fmla="*/ 937173 w 1427504"/>
                  <a:gd name="connsiteY1" fmla="*/ 0 h 977698"/>
                  <a:gd name="connsiteX2" fmla="*/ 1427504 w 1427504"/>
                  <a:gd name="connsiteY2" fmla="*/ 434359 h 977698"/>
                  <a:gd name="connsiteX3" fmla="*/ 0 w 1427504"/>
                  <a:gd name="connsiteY3" fmla="*/ 977698 h 977698"/>
                  <a:gd name="connsiteX4" fmla="*/ 0 w 1427504"/>
                  <a:gd name="connsiteY4" fmla="*/ 0 h 977698"/>
                  <a:gd name="connsiteX0" fmla="*/ 0 w 1427504"/>
                  <a:gd name="connsiteY0" fmla="*/ 1669774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4" fmla="*/ 0 w 1427504"/>
                  <a:gd name="connsiteY4" fmla="*/ 1669774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781879 w 781879"/>
                  <a:gd name="connsiteY0" fmla="*/ 2104133 h 2104133"/>
                  <a:gd name="connsiteX1" fmla="*/ 0 w 781879"/>
                  <a:gd name="connsiteY1" fmla="*/ 0 h 2104133"/>
                  <a:gd name="connsiteX2" fmla="*/ 781879 w 781879"/>
                  <a:gd name="connsiteY2" fmla="*/ 2104133 h 2104133"/>
                  <a:gd name="connsiteX0" fmla="*/ 1406894 w 1406894"/>
                  <a:gd name="connsiteY0" fmla="*/ 2104133 h 2229700"/>
                  <a:gd name="connsiteX1" fmla="*/ 625015 w 1406894"/>
                  <a:gd name="connsiteY1" fmla="*/ 0 h 2229700"/>
                  <a:gd name="connsiteX2" fmla="*/ 1406894 w 1406894"/>
                  <a:gd name="connsiteY2" fmla="*/ 2104133 h 2229700"/>
                  <a:gd name="connsiteX0" fmla="*/ 1200209 w 1200209"/>
                  <a:gd name="connsiteY0" fmla="*/ 2104133 h 2684238"/>
                  <a:gd name="connsiteX1" fmla="*/ 418330 w 1200209"/>
                  <a:gd name="connsiteY1" fmla="*/ 0 h 2684238"/>
                  <a:gd name="connsiteX2" fmla="*/ 1200209 w 1200209"/>
                  <a:gd name="connsiteY2" fmla="*/ 2104133 h 2684238"/>
                  <a:gd name="connsiteX0" fmla="*/ 1200209 w 1215799"/>
                  <a:gd name="connsiteY0" fmla="*/ 2104133 h 2684238"/>
                  <a:gd name="connsiteX1" fmla="*/ 418330 w 1215799"/>
                  <a:gd name="connsiteY1" fmla="*/ 0 h 2684238"/>
                  <a:gd name="connsiteX2" fmla="*/ 1200209 w 1215799"/>
                  <a:gd name="connsiteY2" fmla="*/ 2104133 h 2684238"/>
                  <a:gd name="connsiteX0" fmla="*/ 2044931 w 2060521"/>
                  <a:gd name="connsiteY0" fmla="*/ 2104133 h 2655896"/>
                  <a:gd name="connsiteX1" fmla="*/ 1263052 w 2060521"/>
                  <a:gd name="connsiteY1" fmla="*/ 0 h 2655896"/>
                  <a:gd name="connsiteX2" fmla="*/ 2044931 w 2060521"/>
                  <a:gd name="connsiteY2" fmla="*/ 2104133 h 2655896"/>
                  <a:gd name="connsiteX0" fmla="*/ 1619500 w 1635090"/>
                  <a:gd name="connsiteY0" fmla="*/ 2104133 h 2671467"/>
                  <a:gd name="connsiteX1" fmla="*/ 837621 w 1635090"/>
                  <a:gd name="connsiteY1" fmla="*/ 0 h 2671467"/>
                  <a:gd name="connsiteX2" fmla="*/ 1619500 w 1635090"/>
                  <a:gd name="connsiteY2" fmla="*/ 2104133 h 2671467"/>
                  <a:gd name="connsiteX0" fmla="*/ 2106525 w 2122115"/>
                  <a:gd name="connsiteY0" fmla="*/ 2104133 h 2780128"/>
                  <a:gd name="connsiteX1" fmla="*/ 1324646 w 2122115"/>
                  <a:gd name="connsiteY1" fmla="*/ 0 h 2780128"/>
                  <a:gd name="connsiteX2" fmla="*/ 2106525 w 2122115"/>
                  <a:gd name="connsiteY2" fmla="*/ 2104133 h 2780128"/>
                  <a:gd name="connsiteX0" fmla="*/ 2106525 w 2114512"/>
                  <a:gd name="connsiteY0" fmla="*/ 2104133 h 2780128"/>
                  <a:gd name="connsiteX1" fmla="*/ 1324646 w 2114512"/>
                  <a:gd name="connsiteY1" fmla="*/ 0 h 2780128"/>
                  <a:gd name="connsiteX2" fmla="*/ 2106525 w 2114512"/>
                  <a:gd name="connsiteY2" fmla="*/ 2104133 h 2780128"/>
                  <a:gd name="connsiteX0" fmla="*/ 2106525 w 2113493"/>
                  <a:gd name="connsiteY0" fmla="*/ 2104133 h 2780128"/>
                  <a:gd name="connsiteX1" fmla="*/ 1324646 w 2113493"/>
                  <a:gd name="connsiteY1" fmla="*/ 0 h 2780128"/>
                  <a:gd name="connsiteX2" fmla="*/ 2106525 w 2113493"/>
                  <a:gd name="connsiteY2" fmla="*/ 2104133 h 2780128"/>
                  <a:gd name="connsiteX0" fmla="*/ 2106525 w 2164304"/>
                  <a:gd name="connsiteY0" fmla="*/ 2104133 h 2780128"/>
                  <a:gd name="connsiteX1" fmla="*/ 1324646 w 2164304"/>
                  <a:gd name="connsiteY1" fmla="*/ 0 h 2780128"/>
                  <a:gd name="connsiteX2" fmla="*/ 2106525 w 2164304"/>
                  <a:gd name="connsiteY2" fmla="*/ 2104133 h 2780128"/>
                  <a:gd name="connsiteX0" fmla="*/ 2106525 w 2140654"/>
                  <a:gd name="connsiteY0" fmla="*/ 2104133 h 2780128"/>
                  <a:gd name="connsiteX1" fmla="*/ 1324646 w 2140654"/>
                  <a:gd name="connsiteY1" fmla="*/ 0 h 2780128"/>
                  <a:gd name="connsiteX2" fmla="*/ 2106525 w 2140654"/>
                  <a:gd name="connsiteY2" fmla="*/ 2104133 h 2780128"/>
                  <a:gd name="connsiteX0" fmla="*/ 2106525 w 2118237"/>
                  <a:gd name="connsiteY0" fmla="*/ 2104133 h 2780128"/>
                  <a:gd name="connsiteX1" fmla="*/ 1324646 w 2118237"/>
                  <a:gd name="connsiteY1" fmla="*/ 0 h 2780128"/>
                  <a:gd name="connsiteX2" fmla="*/ 2106525 w 2118237"/>
                  <a:gd name="connsiteY2" fmla="*/ 2104133 h 2780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8237" h="2780128">
                    <a:moveTo>
                      <a:pt x="2106525" y="2104133"/>
                    </a:moveTo>
                    <a:cubicBezTo>
                      <a:pt x="1461587" y="4039937"/>
                      <a:pt x="-1780780" y="1337483"/>
                      <a:pt x="1324646" y="0"/>
                    </a:cubicBezTo>
                    <a:cubicBezTo>
                      <a:pt x="657620" y="1324230"/>
                      <a:pt x="2269969" y="1256982"/>
                      <a:pt x="2106525" y="2104133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Rectangle 17">
                <a:extLst>
                  <a:ext uri="{FF2B5EF4-FFF2-40B4-BE49-F238E27FC236}">
                    <a16:creationId xmlns:a16="http://schemas.microsoft.com/office/drawing/2014/main" id="{9E56ABFF-74C7-1D76-3872-836B18E28596}"/>
                  </a:ext>
                </a:extLst>
              </p:cNvPr>
              <p:cNvSpPr/>
              <p:nvPr/>
            </p:nvSpPr>
            <p:spPr>
              <a:xfrm>
                <a:off x="1870202" y="3000375"/>
                <a:ext cx="2065694" cy="1245227"/>
              </a:xfrm>
              <a:custGeom>
                <a:avLst/>
                <a:gdLst>
                  <a:gd name="connsiteX0" fmla="*/ 0 w 289903"/>
                  <a:gd name="connsiteY0" fmla="*/ 0 h 322519"/>
                  <a:gd name="connsiteX1" fmla="*/ 289903 w 289903"/>
                  <a:gd name="connsiteY1" fmla="*/ 0 h 322519"/>
                  <a:gd name="connsiteX2" fmla="*/ 289903 w 289903"/>
                  <a:gd name="connsiteY2" fmla="*/ 322519 h 322519"/>
                  <a:gd name="connsiteX3" fmla="*/ 0 w 289903"/>
                  <a:gd name="connsiteY3" fmla="*/ 322519 h 322519"/>
                  <a:gd name="connsiteX4" fmla="*/ 0 w 289903"/>
                  <a:gd name="connsiteY4" fmla="*/ 0 h 322519"/>
                  <a:gd name="connsiteX0" fmla="*/ 1285461 w 1575364"/>
                  <a:gd name="connsiteY0" fmla="*/ 0 h 468293"/>
                  <a:gd name="connsiteX1" fmla="*/ 1575364 w 1575364"/>
                  <a:gd name="connsiteY1" fmla="*/ 0 h 468293"/>
                  <a:gd name="connsiteX2" fmla="*/ 1575364 w 1575364"/>
                  <a:gd name="connsiteY2" fmla="*/ 322519 h 468293"/>
                  <a:gd name="connsiteX3" fmla="*/ 0 w 1575364"/>
                  <a:gd name="connsiteY3" fmla="*/ 468293 h 468293"/>
                  <a:gd name="connsiteX4" fmla="*/ 1285461 w 1575364"/>
                  <a:gd name="connsiteY4" fmla="*/ 0 h 468293"/>
                  <a:gd name="connsiteX0" fmla="*/ 132522 w 1575364"/>
                  <a:gd name="connsiteY0" fmla="*/ 0 h 1077893"/>
                  <a:gd name="connsiteX1" fmla="*/ 1575364 w 1575364"/>
                  <a:gd name="connsiteY1" fmla="*/ 609600 h 1077893"/>
                  <a:gd name="connsiteX2" fmla="*/ 1575364 w 1575364"/>
                  <a:gd name="connsiteY2" fmla="*/ 932119 h 1077893"/>
                  <a:gd name="connsiteX3" fmla="*/ 0 w 1575364"/>
                  <a:gd name="connsiteY3" fmla="*/ 1077893 h 1077893"/>
                  <a:gd name="connsiteX4" fmla="*/ 132522 w 1575364"/>
                  <a:gd name="connsiteY4" fmla="*/ 0 h 1077893"/>
                  <a:gd name="connsiteX0" fmla="*/ 622852 w 2065694"/>
                  <a:gd name="connsiteY0" fmla="*/ 0 h 932119"/>
                  <a:gd name="connsiteX1" fmla="*/ 2065694 w 2065694"/>
                  <a:gd name="connsiteY1" fmla="*/ 609600 h 932119"/>
                  <a:gd name="connsiteX2" fmla="*/ 2065694 w 2065694"/>
                  <a:gd name="connsiteY2" fmla="*/ 932119 h 932119"/>
                  <a:gd name="connsiteX3" fmla="*/ 0 w 2065694"/>
                  <a:gd name="connsiteY3" fmla="*/ 97232 h 932119"/>
                  <a:gd name="connsiteX4" fmla="*/ 622852 w 2065694"/>
                  <a:gd name="connsiteY4" fmla="*/ 0 h 932119"/>
                  <a:gd name="connsiteX0" fmla="*/ 622852 w 2065694"/>
                  <a:gd name="connsiteY0" fmla="*/ 0 h 1211836"/>
                  <a:gd name="connsiteX1" fmla="*/ 2065694 w 2065694"/>
                  <a:gd name="connsiteY1" fmla="*/ 609600 h 1211836"/>
                  <a:gd name="connsiteX2" fmla="*/ 2065694 w 2065694"/>
                  <a:gd name="connsiteY2" fmla="*/ 932119 h 1211836"/>
                  <a:gd name="connsiteX3" fmla="*/ 0 w 2065694"/>
                  <a:gd name="connsiteY3" fmla="*/ 97232 h 1211836"/>
                  <a:gd name="connsiteX4" fmla="*/ 622852 w 2065694"/>
                  <a:gd name="connsiteY4" fmla="*/ 0 h 1211836"/>
                  <a:gd name="connsiteX0" fmla="*/ 622852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22852 w 2065694"/>
                  <a:gd name="connsiteY4" fmla="*/ 0 h 1245227"/>
                  <a:gd name="connsiteX0" fmla="*/ 622852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22852 w 2065694"/>
                  <a:gd name="connsiteY4" fmla="*/ 0 h 1245227"/>
                  <a:gd name="connsiteX0" fmla="*/ 649356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49356 w 2065694"/>
                  <a:gd name="connsiteY4" fmla="*/ 0 h 1245227"/>
                  <a:gd name="connsiteX0" fmla="*/ 649356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49356 w 2065694"/>
                  <a:gd name="connsiteY4" fmla="*/ 0 h 1245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5694" h="1245227">
                    <a:moveTo>
                      <a:pt x="649356" y="0"/>
                    </a:moveTo>
                    <a:cubicBezTo>
                      <a:pt x="944773" y="1276627"/>
                      <a:pt x="1584747" y="406400"/>
                      <a:pt x="2065694" y="609600"/>
                    </a:cubicBezTo>
                    <a:lnTo>
                      <a:pt x="2065694" y="932119"/>
                    </a:lnTo>
                    <a:cubicBezTo>
                      <a:pt x="1920468" y="759840"/>
                      <a:pt x="834339" y="2177824"/>
                      <a:pt x="0" y="97232"/>
                    </a:cubicBezTo>
                    <a:lnTo>
                      <a:pt x="649356" y="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Rectangle 18">
                <a:extLst>
                  <a:ext uri="{FF2B5EF4-FFF2-40B4-BE49-F238E27FC236}">
                    <a16:creationId xmlns:a16="http://schemas.microsoft.com/office/drawing/2014/main" id="{FED61D4E-B0BA-3A81-D637-E6BCA27E3985}"/>
                  </a:ext>
                </a:extLst>
              </p:cNvPr>
              <p:cNvSpPr/>
              <p:nvPr/>
            </p:nvSpPr>
            <p:spPr>
              <a:xfrm>
                <a:off x="947580" y="402920"/>
                <a:ext cx="2118237" cy="2780128"/>
              </a:xfrm>
              <a:custGeom>
                <a:avLst/>
                <a:gdLst>
                  <a:gd name="connsiteX0" fmla="*/ 0 w 937173"/>
                  <a:gd name="connsiteY0" fmla="*/ 0 h 977698"/>
                  <a:gd name="connsiteX1" fmla="*/ 937173 w 937173"/>
                  <a:gd name="connsiteY1" fmla="*/ 0 h 977698"/>
                  <a:gd name="connsiteX2" fmla="*/ 937173 w 937173"/>
                  <a:gd name="connsiteY2" fmla="*/ 977698 h 977698"/>
                  <a:gd name="connsiteX3" fmla="*/ 0 w 937173"/>
                  <a:gd name="connsiteY3" fmla="*/ 977698 h 977698"/>
                  <a:gd name="connsiteX4" fmla="*/ 0 w 937173"/>
                  <a:gd name="connsiteY4" fmla="*/ 0 h 977698"/>
                  <a:gd name="connsiteX0" fmla="*/ 0 w 1427504"/>
                  <a:gd name="connsiteY0" fmla="*/ 0 h 977698"/>
                  <a:gd name="connsiteX1" fmla="*/ 937173 w 1427504"/>
                  <a:gd name="connsiteY1" fmla="*/ 0 h 977698"/>
                  <a:gd name="connsiteX2" fmla="*/ 1427504 w 1427504"/>
                  <a:gd name="connsiteY2" fmla="*/ 434359 h 977698"/>
                  <a:gd name="connsiteX3" fmla="*/ 0 w 1427504"/>
                  <a:gd name="connsiteY3" fmla="*/ 977698 h 977698"/>
                  <a:gd name="connsiteX4" fmla="*/ 0 w 1427504"/>
                  <a:gd name="connsiteY4" fmla="*/ 0 h 977698"/>
                  <a:gd name="connsiteX0" fmla="*/ 0 w 1427504"/>
                  <a:gd name="connsiteY0" fmla="*/ 1669774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4" fmla="*/ 0 w 1427504"/>
                  <a:gd name="connsiteY4" fmla="*/ 1669774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781879 w 781879"/>
                  <a:gd name="connsiteY0" fmla="*/ 2104133 h 2104133"/>
                  <a:gd name="connsiteX1" fmla="*/ 0 w 781879"/>
                  <a:gd name="connsiteY1" fmla="*/ 0 h 2104133"/>
                  <a:gd name="connsiteX2" fmla="*/ 781879 w 781879"/>
                  <a:gd name="connsiteY2" fmla="*/ 2104133 h 2104133"/>
                  <a:gd name="connsiteX0" fmla="*/ 1406894 w 1406894"/>
                  <a:gd name="connsiteY0" fmla="*/ 2104133 h 2229700"/>
                  <a:gd name="connsiteX1" fmla="*/ 625015 w 1406894"/>
                  <a:gd name="connsiteY1" fmla="*/ 0 h 2229700"/>
                  <a:gd name="connsiteX2" fmla="*/ 1406894 w 1406894"/>
                  <a:gd name="connsiteY2" fmla="*/ 2104133 h 2229700"/>
                  <a:gd name="connsiteX0" fmla="*/ 1200209 w 1200209"/>
                  <a:gd name="connsiteY0" fmla="*/ 2104133 h 2684238"/>
                  <a:gd name="connsiteX1" fmla="*/ 418330 w 1200209"/>
                  <a:gd name="connsiteY1" fmla="*/ 0 h 2684238"/>
                  <a:gd name="connsiteX2" fmla="*/ 1200209 w 1200209"/>
                  <a:gd name="connsiteY2" fmla="*/ 2104133 h 2684238"/>
                  <a:gd name="connsiteX0" fmla="*/ 1200209 w 1215799"/>
                  <a:gd name="connsiteY0" fmla="*/ 2104133 h 2684238"/>
                  <a:gd name="connsiteX1" fmla="*/ 418330 w 1215799"/>
                  <a:gd name="connsiteY1" fmla="*/ 0 h 2684238"/>
                  <a:gd name="connsiteX2" fmla="*/ 1200209 w 1215799"/>
                  <a:gd name="connsiteY2" fmla="*/ 2104133 h 2684238"/>
                  <a:gd name="connsiteX0" fmla="*/ 2044931 w 2060521"/>
                  <a:gd name="connsiteY0" fmla="*/ 2104133 h 2655896"/>
                  <a:gd name="connsiteX1" fmla="*/ 1263052 w 2060521"/>
                  <a:gd name="connsiteY1" fmla="*/ 0 h 2655896"/>
                  <a:gd name="connsiteX2" fmla="*/ 2044931 w 2060521"/>
                  <a:gd name="connsiteY2" fmla="*/ 2104133 h 2655896"/>
                  <a:gd name="connsiteX0" fmla="*/ 1619500 w 1635090"/>
                  <a:gd name="connsiteY0" fmla="*/ 2104133 h 2671467"/>
                  <a:gd name="connsiteX1" fmla="*/ 837621 w 1635090"/>
                  <a:gd name="connsiteY1" fmla="*/ 0 h 2671467"/>
                  <a:gd name="connsiteX2" fmla="*/ 1619500 w 1635090"/>
                  <a:gd name="connsiteY2" fmla="*/ 2104133 h 2671467"/>
                  <a:gd name="connsiteX0" fmla="*/ 2106525 w 2122115"/>
                  <a:gd name="connsiteY0" fmla="*/ 2104133 h 2780128"/>
                  <a:gd name="connsiteX1" fmla="*/ 1324646 w 2122115"/>
                  <a:gd name="connsiteY1" fmla="*/ 0 h 2780128"/>
                  <a:gd name="connsiteX2" fmla="*/ 2106525 w 2122115"/>
                  <a:gd name="connsiteY2" fmla="*/ 2104133 h 2780128"/>
                  <a:gd name="connsiteX0" fmla="*/ 2106525 w 2114512"/>
                  <a:gd name="connsiteY0" fmla="*/ 2104133 h 2780128"/>
                  <a:gd name="connsiteX1" fmla="*/ 1324646 w 2114512"/>
                  <a:gd name="connsiteY1" fmla="*/ 0 h 2780128"/>
                  <a:gd name="connsiteX2" fmla="*/ 2106525 w 2114512"/>
                  <a:gd name="connsiteY2" fmla="*/ 2104133 h 2780128"/>
                  <a:gd name="connsiteX0" fmla="*/ 2106525 w 2113493"/>
                  <a:gd name="connsiteY0" fmla="*/ 2104133 h 2780128"/>
                  <a:gd name="connsiteX1" fmla="*/ 1324646 w 2113493"/>
                  <a:gd name="connsiteY1" fmla="*/ 0 h 2780128"/>
                  <a:gd name="connsiteX2" fmla="*/ 2106525 w 2113493"/>
                  <a:gd name="connsiteY2" fmla="*/ 2104133 h 2780128"/>
                  <a:gd name="connsiteX0" fmla="*/ 2106525 w 2164304"/>
                  <a:gd name="connsiteY0" fmla="*/ 2104133 h 2780128"/>
                  <a:gd name="connsiteX1" fmla="*/ 1324646 w 2164304"/>
                  <a:gd name="connsiteY1" fmla="*/ 0 h 2780128"/>
                  <a:gd name="connsiteX2" fmla="*/ 2106525 w 2164304"/>
                  <a:gd name="connsiteY2" fmla="*/ 2104133 h 2780128"/>
                  <a:gd name="connsiteX0" fmla="*/ 2106525 w 2140654"/>
                  <a:gd name="connsiteY0" fmla="*/ 2104133 h 2780128"/>
                  <a:gd name="connsiteX1" fmla="*/ 1324646 w 2140654"/>
                  <a:gd name="connsiteY1" fmla="*/ 0 h 2780128"/>
                  <a:gd name="connsiteX2" fmla="*/ 2106525 w 2140654"/>
                  <a:gd name="connsiteY2" fmla="*/ 2104133 h 2780128"/>
                  <a:gd name="connsiteX0" fmla="*/ 2106525 w 2118237"/>
                  <a:gd name="connsiteY0" fmla="*/ 2104133 h 2780128"/>
                  <a:gd name="connsiteX1" fmla="*/ 1324646 w 2118237"/>
                  <a:gd name="connsiteY1" fmla="*/ 0 h 2780128"/>
                  <a:gd name="connsiteX2" fmla="*/ 2106525 w 2118237"/>
                  <a:gd name="connsiteY2" fmla="*/ 2104133 h 2780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8237" h="2780128">
                    <a:moveTo>
                      <a:pt x="2106525" y="2104133"/>
                    </a:moveTo>
                    <a:cubicBezTo>
                      <a:pt x="1461587" y="4039937"/>
                      <a:pt x="-1780780" y="1337483"/>
                      <a:pt x="1324646" y="0"/>
                    </a:cubicBezTo>
                    <a:cubicBezTo>
                      <a:pt x="657620" y="1324230"/>
                      <a:pt x="2269969" y="1256982"/>
                      <a:pt x="2106525" y="2104133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413DE1C-B360-3537-F3C7-42D97AF4D19A}"/>
                </a:ext>
              </a:extLst>
            </p:cNvPr>
            <p:cNvGrpSpPr/>
            <p:nvPr/>
          </p:nvGrpSpPr>
          <p:grpSpPr>
            <a:xfrm>
              <a:off x="2387837" y="4267201"/>
              <a:ext cx="2979505" cy="1555224"/>
              <a:chOff x="2387837" y="4267201"/>
              <a:chExt cx="2979505" cy="1555224"/>
            </a:xfrm>
            <a:grpFill/>
          </p:grpSpPr>
          <p:sp>
            <p:nvSpPr>
              <p:cNvPr id="81" name="Rectangle 16">
                <a:extLst>
                  <a:ext uri="{FF2B5EF4-FFF2-40B4-BE49-F238E27FC236}">
                    <a16:creationId xmlns:a16="http://schemas.microsoft.com/office/drawing/2014/main" id="{1AA352CE-9C04-905D-5D63-A77E94DFB1A9}"/>
                  </a:ext>
                </a:extLst>
              </p:cNvPr>
              <p:cNvSpPr/>
              <p:nvPr/>
            </p:nvSpPr>
            <p:spPr>
              <a:xfrm>
                <a:off x="2387837" y="4267201"/>
                <a:ext cx="1660287" cy="801311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0287" h="801311">
                    <a:moveTo>
                      <a:pt x="498237" y="104775"/>
                    </a:moveTo>
                    <a:lnTo>
                      <a:pt x="1612662" y="0"/>
                    </a:lnTo>
                    <a:lnTo>
                      <a:pt x="1660287" y="352425"/>
                    </a:lnTo>
                    <a:cubicBezTo>
                      <a:pt x="1276112" y="396875"/>
                      <a:pt x="653812" y="336550"/>
                      <a:pt x="517287" y="447675"/>
                    </a:cubicBezTo>
                    <a:cubicBezTo>
                      <a:pt x="-546338" y="1368425"/>
                      <a:pt x="333137" y="212725"/>
                      <a:pt x="498237" y="104775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2" name="Rectangle 16">
                <a:extLst>
                  <a:ext uri="{FF2B5EF4-FFF2-40B4-BE49-F238E27FC236}">
                    <a16:creationId xmlns:a16="http://schemas.microsoft.com/office/drawing/2014/main" id="{484B4097-74AD-FE22-F7D9-40305F1A3EE6}"/>
                  </a:ext>
                </a:extLst>
              </p:cNvPr>
              <p:cNvSpPr/>
              <p:nvPr/>
            </p:nvSpPr>
            <p:spPr>
              <a:xfrm rot="20785128">
                <a:off x="2394708" y="4771802"/>
                <a:ext cx="2067659" cy="1050189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  <a:gd name="connsiteX0" fmla="*/ 586438 w 1748488"/>
                  <a:gd name="connsiteY0" fmla="*/ 104775 h 987643"/>
                  <a:gd name="connsiteX1" fmla="*/ 1700863 w 1748488"/>
                  <a:gd name="connsiteY1" fmla="*/ 0 h 987643"/>
                  <a:gd name="connsiteX2" fmla="*/ 1748488 w 1748488"/>
                  <a:gd name="connsiteY2" fmla="*/ 352425 h 987643"/>
                  <a:gd name="connsiteX3" fmla="*/ 482523 w 1748488"/>
                  <a:gd name="connsiteY3" fmla="*/ 672744 h 987643"/>
                  <a:gd name="connsiteX4" fmla="*/ 586438 w 1748488"/>
                  <a:gd name="connsiteY4" fmla="*/ 104775 h 987643"/>
                  <a:gd name="connsiteX0" fmla="*/ 369003 w 1849073"/>
                  <a:gd name="connsiteY0" fmla="*/ 204330 h 1003702"/>
                  <a:gd name="connsiteX1" fmla="*/ 1801448 w 1849073"/>
                  <a:gd name="connsiteY1" fmla="*/ 0 h 1003702"/>
                  <a:gd name="connsiteX2" fmla="*/ 1849073 w 1849073"/>
                  <a:gd name="connsiteY2" fmla="*/ 352425 h 1003702"/>
                  <a:gd name="connsiteX3" fmla="*/ 583108 w 1849073"/>
                  <a:gd name="connsiteY3" fmla="*/ 672744 h 1003702"/>
                  <a:gd name="connsiteX4" fmla="*/ 369003 w 1849073"/>
                  <a:gd name="connsiteY4" fmla="*/ 204330 h 1003702"/>
                  <a:gd name="connsiteX0" fmla="*/ 398523 w 1831988"/>
                  <a:gd name="connsiteY0" fmla="*/ 254784 h 1012468"/>
                  <a:gd name="connsiteX1" fmla="*/ 1784363 w 1831988"/>
                  <a:gd name="connsiteY1" fmla="*/ 0 h 1012468"/>
                  <a:gd name="connsiteX2" fmla="*/ 1831988 w 1831988"/>
                  <a:gd name="connsiteY2" fmla="*/ 352425 h 1012468"/>
                  <a:gd name="connsiteX3" fmla="*/ 566023 w 1831988"/>
                  <a:gd name="connsiteY3" fmla="*/ 672744 h 1012468"/>
                  <a:gd name="connsiteX4" fmla="*/ 398523 w 1831988"/>
                  <a:gd name="connsiteY4" fmla="*/ 254784 h 1012468"/>
                  <a:gd name="connsiteX0" fmla="*/ 366607 w 1800072"/>
                  <a:gd name="connsiteY0" fmla="*/ 254784 h 974374"/>
                  <a:gd name="connsiteX1" fmla="*/ 1752447 w 1800072"/>
                  <a:gd name="connsiteY1" fmla="*/ 0 h 974374"/>
                  <a:gd name="connsiteX2" fmla="*/ 1800072 w 1800072"/>
                  <a:gd name="connsiteY2" fmla="*/ 352425 h 974374"/>
                  <a:gd name="connsiteX3" fmla="*/ 584562 w 1800072"/>
                  <a:gd name="connsiteY3" fmla="*/ 626141 h 974374"/>
                  <a:gd name="connsiteX4" fmla="*/ 366607 w 1800072"/>
                  <a:gd name="connsiteY4" fmla="*/ 254784 h 974374"/>
                  <a:gd name="connsiteX0" fmla="*/ 633381 w 2066846"/>
                  <a:gd name="connsiteY0" fmla="*/ 254784 h 1097462"/>
                  <a:gd name="connsiteX1" fmla="*/ 2019221 w 2066846"/>
                  <a:gd name="connsiteY1" fmla="*/ 0 h 1097462"/>
                  <a:gd name="connsiteX2" fmla="*/ 2066846 w 2066846"/>
                  <a:gd name="connsiteY2" fmla="*/ 352425 h 1097462"/>
                  <a:gd name="connsiteX3" fmla="*/ 851336 w 2066846"/>
                  <a:gd name="connsiteY3" fmla="*/ 626141 h 1097462"/>
                  <a:gd name="connsiteX4" fmla="*/ 633381 w 2066846"/>
                  <a:gd name="connsiteY4" fmla="*/ 254784 h 1097462"/>
                  <a:gd name="connsiteX0" fmla="*/ 641686 w 2062806"/>
                  <a:gd name="connsiteY0" fmla="*/ 257766 h 1098061"/>
                  <a:gd name="connsiteX1" fmla="*/ 2015181 w 2062806"/>
                  <a:gd name="connsiteY1" fmla="*/ 0 h 1098061"/>
                  <a:gd name="connsiteX2" fmla="*/ 2062806 w 2062806"/>
                  <a:gd name="connsiteY2" fmla="*/ 352425 h 1098061"/>
                  <a:gd name="connsiteX3" fmla="*/ 847296 w 2062806"/>
                  <a:gd name="connsiteY3" fmla="*/ 626141 h 1098061"/>
                  <a:gd name="connsiteX4" fmla="*/ 641686 w 2062806"/>
                  <a:gd name="connsiteY4" fmla="*/ 257766 h 1098061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196457 h 1050189"/>
                  <a:gd name="connsiteX1" fmla="*/ 2057485 w 2067659"/>
                  <a:gd name="connsiteY1" fmla="*/ 0 h 1050189"/>
                  <a:gd name="connsiteX2" fmla="*/ 2067659 w 2067659"/>
                  <a:gd name="connsiteY2" fmla="*/ 291116 h 1050189"/>
                  <a:gd name="connsiteX3" fmla="*/ 852149 w 2067659"/>
                  <a:gd name="connsiteY3" fmla="*/ 564832 h 1050189"/>
                  <a:gd name="connsiteX4" fmla="*/ 646539 w 2067659"/>
                  <a:gd name="connsiteY4" fmla="*/ 196457 h 1050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7659" h="1050189">
                    <a:moveTo>
                      <a:pt x="646539" y="196457"/>
                    </a:moveTo>
                    <a:lnTo>
                      <a:pt x="2057485" y="0"/>
                    </a:lnTo>
                    <a:lnTo>
                      <a:pt x="2067659" y="291116"/>
                    </a:lnTo>
                    <a:cubicBezTo>
                      <a:pt x="1683484" y="335566"/>
                      <a:pt x="1257279" y="531662"/>
                      <a:pt x="852149" y="564832"/>
                    </a:cubicBezTo>
                    <a:cubicBezTo>
                      <a:pt x="-828376" y="1767708"/>
                      <a:pt x="463546" y="378476"/>
                      <a:pt x="646539" y="196457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Rectangle 16">
                <a:extLst>
                  <a:ext uri="{FF2B5EF4-FFF2-40B4-BE49-F238E27FC236}">
                    <a16:creationId xmlns:a16="http://schemas.microsoft.com/office/drawing/2014/main" id="{0E5DB7D5-3C57-A300-298A-C81AE4351E73}"/>
                  </a:ext>
                </a:extLst>
              </p:cNvPr>
              <p:cNvSpPr/>
              <p:nvPr/>
            </p:nvSpPr>
            <p:spPr>
              <a:xfrm rot="19426919">
                <a:off x="3210441" y="5047639"/>
                <a:ext cx="2156901" cy="774786"/>
              </a:xfrm>
              <a:custGeom>
                <a:avLst/>
                <a:gdLst>
                  <a:gd name="connsiteX0" fmla="*/ 0 w 266700"/>
                  <a:gd name="connsiteY0" fmla="*/ 0 h 361950"/>
                  <a:gd name="connsiteX1" fmla="*/ 266700 w 266700"/>
                  <a:gd name="connsiteY1" fmla="*/ 0 h 361950"/>
                  <a:gd name="connsiteX2" fmla="*/ 266700 w 266700"/>
                  <a:gd name="connsiteY2" fmla="*/ 361950 h 361950"/>
                  <a:gd name="connsiteX3" fmla="*/ 0 w 266700"/>
                  <a:gd name="connsiteY3" fmla="*/ 361950 h 361950"/>
                  <a:gd name="connsiteX4" fmla="*/ 0 w 266700"/>
                  <a:gd name="connsiteY4" fmla="*/ 0 h 361950"/>
                  <a:gd name="connsiteX0" fmla="*/ 838200 w 1104900"/>
                  <a:gd name="connsiteY0" fmla="*/ 0 h 609600"/>
                  <a:gd name="connsiteX1" fmla="*/ 1104900 w 1104900"/>
                  <a:gd name="connsiteY1" fmla="*/ 0 h 609600"/>
                  <a:gd name="connsiteX2" fmla="*/ 1104900 w 1104900"/>
                  <a:gd name="connsiteY2" fmla="*/ 361950 h 609600"/>
                  <a:gd name="connsiteX3" fmla="*/ 0 w 1104900"/>
                  <a:gd name="connsiteY3" fmla="*/ 609600 h 609600"/>
                  <a:gd name="connsiteX4" fmla="*/ 838200 w 1104900"/>
                  <a:gd name="connsiteY4" fmla="*/ 0 h 609600"/>
                  <a:gd name="connsiteX0" fmla="*/ 0 w 1228725"/>
                  <a:gd name="connsiteY0" fmla="*/ 142875 h 609600"/>
                  <a:gd name="connsiteX1" fmla="*/ 1228725 w 1228725"/>
                  <a:gd name="connsiteY1" fmla="*/ 0 h 609600"/>
                  <a:gd name="connsiteX2" fmla="*/ 1228725 w 1228725"/>
                  <a:gd name="connsiteY2" fmla="*/ 361950 h 609600"/>
                  <a:gd name="connsiteX3" fmla="*/ 123825 w 1228725"/>
                  <a:gd name="connsiteY3" fmla="*/ 609600 h 609600"/>
                  <a:gd name="connsiteX4" fmla="*/ 0 w 1228725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76201 w 1238250"/>
                  <a:gd name="connsiteY4" fmla="*/ 419100 h 609600"/>
                  <a:gd name="connsiteX5" fmla="*/ 0 w 1238250"/>
                  <a:gd name="connsiteY5" fmla="*/ 142875 h 609600"/>
                  <a:gd name="connsiteX0" fmla="*/ 0 w 1238250"/>
                  <a:gd name="connsiteY0" fmla="*/ 142875 h 609600"/>
                  <a:gd name="connsiteX1" fmla="*/ 1238250 w 1238250"/>
                  <a:gd name="connsiteY1" fmla="*/ 0 h 609600"/>
                  <a:gd name="connsiteX2" fmla="*/ 1238250 w 1238250"/>
                  <a:gd name="connsiteY2" fmla="*/ 361950 h 609600"/>
                  <a:gd name="connsiteX3" fmla="*/ 133350 w 1238250"/>
                  <a:gd name="connsiteY3" fmla="*/ 609600 h 609600"/>
                  <a:gd name="connsiteX4" fmla="*/ 0 w 1238250"/>
                  <a:gd name="connsiteY4" fmla="*/ 142875 h 609600"/>
                  <a:gd name="connsiteX0" fmla="*/ 428867 w 1667117"/>
                  <a:gd name="connsiteY0" fmla="*/ 142875 h 1018207"/>
                  <a:gd name="connsiteX1" fmla="*/ 1667117 w 1667117"/>
                  <a:gd name="connsiteY1" fmla="*/ 0 h 1018207"/>
                  <a:gd name="connsiteX2" fmla="*/ 1667117 w 1667117"/>
                  <a:gd name="connsiteY2" fmla="*/ 361950 h 1018207"/>
                  <a:gd name="connsiteX3" fmla="*/ 562217 w 1667117"/>
                  <a:gd name="connsiteY3" fmla="*/ 609600 h 1018207"/>
                  <a:gd name="connsiteX4" fmla="*/ 428867 w 1667117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28867 w 1714742"/>
                  <a:gd name="connsiteY0" fmla="*/ 142875 h 1018207"/>
                  <a:gd name="connsiteX1" fmla="*/ 1667117 w 1714742"/>
                  <a:gd name="connsiteY1" fmla="*/ 0 h 1018207"/>
                  <a:gd name="connsiteX2" fmla="*/ 1714742 w 1714742"/>
                  <a:gd name="connsiteY2" fmla="*/ 476250 h 1018207"/>
                  <a:gd name="connsiteX3" fmla="*/ 562217 w 1714742"/>
                  <a:gd name="connsiteY3" fmla="*/ 609600 h 1018207"/>
                  <a:gd name="connsiteX4" fmla="*/ 428867 w 1714742"/>
                  <a:gd name="connsiteY4" fmla="*/ 142875 h 1018207"/>
                  <a:gd name="connsiteX0" fmla="*/ 477096 w 1696296"/>
                  <a:gd name="connsiteY0" fmla="*/ 209550 h 1030979"/>
                  <a:gd name="connsiteX1" fmla="*/ 1648671 w 1696296"/>
                  <a:gd name="connsiteY1" fmla="*/ 0 h 1030979"/>
                  <a:gd name="connsiteX2" fmla="*/ 1696296 w 1696296"/>
                  <a:gd name="connsiteY2" fmla="*/ 476250 h 1030979"/>
                  <a:gd name="connsiteX3" fmla="*/ 543771 w 1696296"/>
                  <a:gd name="connsiteY3" fmla="*/ 609600 h 1030979"/>
                  <a:gd name="connsiteX4" fmla="*/ 477096 w 1696296"/>
                  <a:gd name="connsiteY4" fmla="*/ 209550 h 1030979"/>
                  <a:gd name="connsiteX0" fmla="*/ 513620 w 1732820"/>
                  <a:gd name="connsiteY0" fmla="*/ 209550 h 1037701"/>
                  <a:gd name="connsiteX1" fmla="*/ 1685195 w 1732820"/>
                  <a:gd name="connsiteY1" fmla="*/ 0 h 1037701"/>
                  <a:gd name="connsiteX2" fmla="*/ 1732820 w 1732820"/>
                  <a:gd name="connsiteY2" fmla="*/ 476250 h 1037701"/>
                  <a:gd name="connsiteX3" fmla="*/ 580295 w 1732820"/>
                  <a:gd name="connsiteY3" fmla="*/ 609600 h 1037701"/>
                  <a:gd name="connsiteX4" fmla="*/ 513620 w 1732820"/>
                  <a:gd name="connsiteY4" fmla="*/ 209550 h 1037701"/>
                  <a:gd name="connsiteX0" fmla="*/ 554180 w 1716230"/>
                  <a:gd name="connsiteY0" fmla="*/ 228600 h 1041600"/>
                  <a:gd name="connsiteX1" fmla="*/ 1668605 w 1716230"/>
                  <a:gd name="connsiteY1" fmla="*/ 0 h 1041600"/>
                  <a:gd name="connsiteX2" fmla="*/ 1716230 w 1716230"/>
                  <a:gd name="connsiteY2" fmla="*/ 476250 h 1041600"/>
                  <a:gd name="connsiteX3" fmla="*/ 563705 w 1716230"/>
                  <a:gd name="connsiteY3" fmla="*/ 609600 h 1041600"/>
                  <a:gd name="connsiteX4" fmla="*/ 554180 w 1716230"/>
                  <a:gd name="connsiteY4" fmla="*/ 228600 h 1041600"/>
                  <a:gd name="connsiteX0" fmla="*/ 568093 w 1730143"/>
                  <a:gd name="connsiteY0" fmla="*/ 228600 h 1026474"/>
                  <a:gd name="connsiteX1" fmla="*/ 1682518 w 1730143"/>
                  <a:gd name="connsiteY1" fmla="*/ 0 h 1026474"/>
                  <a:gd name="connsiteX2" fmla="*/ 1730143 w 1730143"/>
                  <a:gd name="connsiteY2" fmla="*/ 476250 h 1026474"/>
                  <a:gd name="connsiteX3" fmla="*/ 577618 w 1730143"/>
                  <a:gd name="connsiteY3" fmla="*/ 609600 h 1026474"/>
                  <a:gd name="connsiteX4" fmla="*/ 568093 w 1730143"/>
                  <a:gd name="connsiteY4" fmla="*/ 228600 h 1026474"/>
                  <a:gd name="connsiteX0" fmla="*/ 504902 w 1666952"/>
                  <a:gd name="connsiteY0" fmla="*/ 228600 h 956038"/>
                  <a:gd name="connsiteX1" fmla="*/ 1619327 w 1666952"/>
                  <a:gd name="connsiteY1" fmla="*/ 0 h 956038"/>
                  <a:gd name="connsiteX2" fmla="*/ 1666952 w 1666952"/>
                  <a:gd name="connsiteY2" fmla="*/ 476250 h 956038"/>
                  <a:gd name="connsiteX3" fmla="*/ 514427 w 1666952"/>
                  <a:gd name="connsiteY3" fmla="*/ 609600 h 956038"/>
                  <a:gd name="connsiteX4" fmla="*/ 504902 w 1666952"/>
                  <a:gd name="connsiteY4" fmla="*/ 228600 h 956038"/>
                  <a:gd name="connsiteX0" fmla="*/ 498237 w 1660287"/>
                  <a:gd name="connsiteY0" fmla="*/ 228600 h 925136"/>
                  <a:gd name="connsiteX1" fmla="*/ 1612662 w 1660287"/>
                  <a:gd name="connsiteY1" fmla="*/ 0 h 925136"/>
                  <a:gd name="connsiteX2" fmla="*/ 1660287 w 1660287"/>
                  <a:gd name="connsiteY2" fmla="*/ 476250 h 925136"/>
                  <a:gd name="connsiteX3" fmla="*/ 517287 w 1660287"/>
                  <a:gd name="connsiteY3" fmla="*/ 571500 h 925136"/>
                  <a:gd name="connsiteX4" fmla="*/ 498237 w 1660287"/>
                  <a:gd name="connsiteY4" fmla="*/ 228600 h 925136"/>
                  <a:gd name="connsiteX0" fmla="*/ 498237 w 1660287"/>
                  <a:gd name="connsiteY0" fmla="*/ 104775 h 801311"/>
                  <a:gd name="connsiteX1" fmla="*/ 1612662 w 1660287"/>
                  <a:gd name="connsiteY1" fmla="*/ 0 h 801311"/>
                  <a:gd name="connsiteX2" fmla="*/ 1660287 w 1660287"/>
                  <a:gd name="connsiteY2" fmla="*/ 352425 h 801311"/>
                  <a:gd name="connsiteX3" fmla="*/ 517287 w 1660287"/>
                  <a:gd name="connsiteY3" fmla="*/ 447675 h 801311"/>
                  <a:gd name="connsiteX4" fmla="*/ 498237 w 1660287"/>
                  <a:gd name="connsiteY4" fmla="*/ 104775 h 801311"/>
                  <a:gd name="connsiteX0" fmla="*/ 586438 w 1748488"/>
                  <a:gd name="connsiteY0" fmla="*/ 104775 h 987643"/>
                  <a:gd name="connsiteX1" fmla="*/ 1700863 w 1748488"/>
                  <a:gd name="connsiteY1" fmla="*/ 0 h 987643"/>
                  <a:gd name="connsiteX2" fmla="*/ 1748488 w 1748488"/>
                  <a:gd name="connsiteY2" fmla="*/ 352425 h 987643"/>
                  <a:gd name="connsiteX3" fmla="*/ 482523 w 1748488"/>
                  <a:gd name="connsiteY3" fmla="*/ 672744 h 987643"/>
                  <a:gd name="connsiteX4" fmla="*/ 586438 w 1748488"/>
                  <a:gd name="connsiteY4" fmla="*/ 104775 h 987643"/>
                  <a:gd name="connsiteX0" fmla="*/ 369003 w 1849073"/>
                  <a:gd name="connsiteY0" fmla="*/ 204330 h 1003702"/>
                  <a:gd name="connsiteX1" fmla="*/ 1801448 w 1849073"/>
                  <a:gd name="connsiteY1" fmla="*/ 0 h 1003702"/>
                  <a:gd name="connsiteX2" fmla="*/ 1849073 w 1849073"/>
                  <a:gd name="connsiteY2" fmla="*/ 352425 h 1003702"/>
                  <a:gd name="connsiteX3" fmla="*/ 583108 w 1849073"/>
                  <a:gd name="connsiteY3" fmla="*/ 672744 h 1003702"/>
                  <a:gd name="connsiteX4" fmla="*/ 369003 w 1849073"/>
                  <a:gd name="connsiteY4" fmla="*/ 204330 h 1003702"/>
                  <a:gd name="connsiteX0" fmla="*/ 398523 w 1831988"/>
                  <a:gd name="connsiteY0" fmla="*/ 254784 h 1012468"/>
                  <a:gd name="connsiteX1" fmla="*/ 1784363 w 1831988"/>
                  <a:gd name="connsiteY1" fmla="*/ 0 h 1012468"/>
                  <a:gd name="connsiteX2" fmla="*/ 1831988 w 1831988"/>
                  <a:gd name="connsiteY2" fmla="*/ 352425 h 1012468"/>
                  <a:gd name="connsiteX3" fmla="*/ 566023 w 1831988"/>
                  <a:gd name="connsiteY3" fmla="*/ 672744 h 1012468"/>
                  <a:gd name="connsiteX4" fmla="*/ 398523 w 1831988"/>
                  <a:gd name="connsiteY4" fmla="*/ 254784 h 1012468"/>
                  <a:gd name="connsiteX0" fmla="*/ 366607 w 1800072"/>
                  <a:gd name="connsiteY0" fmla="*/ 254784 h 974374"/>
                  <a:gd name="connsiteX1" fmla="*/ 1752447 w 1800072"/>
                  <a:gd name="connsiteY1" fmla="*/ 0 h 974374"/>
                  <a:gd name="connsiteX2" fmla="*/ 1800072 w 1800072"/>
                  <a:gd name="connsiteY2" fmla="*/ 352425 h 974374"/>
                  <a:gd name="connsiteX3" fmla="*/ 584562 w 1800072"/>
                  <a:gd name="connsiteY3" fmla="*/ 626141 h 974374"/>
                  <a:gd name="connsiteX4" fmla="*/ 366607 w 1800072"/>
                  <a:gd name="connsiteY4" fmla="*/ 254784 h 974374"/>
                  <a:gd name="connsiteX0" fmla="*/ 633381 w 2066846"/>
                  <a:gd name="connsiteY0" fmla="*/ 254784 h 1097462"/>
                  <a:gd name="connsiteX1" fmla="*/ 2019221 w 2066846"/>
                  <a:gd name="connsiteY1" fmla="*/ 0 h 1097462"/>
                  <a:gd name="connsiteX2" fmla="*/ 2066846 w 2066846"/>
                  <a:gd name="connsiteY2" fmla="*/ 352425 h 1097462"/>
                  <a:gd name="connsiteX3" fmla="*/ 851336 w 2066846"/>
                  <a:gd name="connsiteY3" fmla="*/ 626141 h 1097462"/>
                  <a:gd name="connsiteX4" fmla="*/ 633381 w 2066846"/>
                  <a:gd name="connsiteY4" fmla="*/ 254784 h 1097462"/>
                  <a:gd name="connsiteX0" fmla="*/ 641686 w 2062806"/>
                  <a:gd name="connsiteY0" fmla="*/ 257766 h 1098061"/>
                  <a:gd name="connsiteX1" fmla="*/ 2015181 w 2062806"/>
                  <a:gd name="connsiteY1" fmla="*/ 0 h 1098061"/>
                  <a:gd name="connsiteX2" fmla="*/ 2062806 w 2062806"/>
                  <a:gd name="connsiteY2" fmla="*/ 352425 h 1098061"/>
                  <a:gd name="connsiteX3" fmla="*/ 847296 w 2062806"/>
                  <a:gd name="connsiteY3" fmla="*/ 626141 h 1098061"/>
                  <a:gd name="connsiteX4" fmla="*/ 641686 w 2062806"/>
                  <a:gd name="connsiteY4" fmla="*/ 257766 h 1098061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257766 h 1111498"/>
                  <a:gd name="connsiteX1" fmla="*/ 2020034 w 2067659"/>
                  <a:gd name="connsiteY1" fmla="*/ 0 h 1111498"/>
                  <a:gd name="connsiteX2" fmla="*/ 2067659 w 2067659"/>
                  <a:gd name="connsiteY2" fmla="*/ 352425 h 1111498"/>
                  <a:gd name="connsiteX3" fmla="*/ 852149 w 2067659"/>
                  <a:gd name="connsiteY3" fmla="*/ 626141 h 1111498"/>
                  <a:gd name="connsiteX4" fmla="*/ 646539 w 2067659"/>
                  <a:gd name="connsiteY4" fmla="*/ 257766 h 1111498"/>
                  <a:gd name="connsiteX0" fmla="*/ 646539 w 2067659"/>
                  <a:gd name="connsiteY0" fmla="*/ 196457 h 1050189"/>
                  <a:gd name="connsiteX1" fmla="*/ 2057485 w 2067659"/>
                  <a:gd name="connsiteY1" fmla="*/ 0 h 1050189"/>
                  <a:gd name="connsiteX2" fmla="*/ 2067659 w 2067659"/>
                  <a:gd name="connsiteY2" fmla="*/ 291116 h 1050189"/>
                  <a:gd name="connsiteX3" fmla="*/ 852149 w 2067659"/>
                  <a:gd name="connsiteY3" fmla="*/ 564832 h 1050189"/>
                  <a:gd name="connsiteX4" fmla="*/ 646539 w 2067659"/>
                  <a:gd name="connsiteY4" fmla="*/ 196457 h 1050189"/>
                  <a:gd name="connsiteX0" fmla="*/ 622388 w 2043508"/>
                  <a:gd name="connsiteY0" fmla="*/ 196457 h 1096223"/>
                  <a:gd name="connsiteX1" fmla="*/ 2033334 w 2043508"/>
                  <a:gd name="connsiteY1" fmla="*/ 0 h 1096223"/>
                  <a:gd name="connsiteX2" fmla="*/ 2043508 w 2043508"/>
                  <a:gd name="connsiteY2" fmla="*/ 291116 h 1096223"/>
                  <a:gd name="connsiteX3" fmla="*/ 864221 w 2043508"/>
                  <a:gd name="connsiteY3" fmla="*/ 622843 h 1096223"/>
                  <a:gd name="connsiteX4" fmla="*/ 622388 w 2043508"/>
                  <a:gd name="connsiteY4" fmla="*/ 196457 h 1096223"/>
                  <a:gd name="connsiteX0" fmla="*/ 657126 w 2026293"/>
                  <a:gd name="connsiteY0" fmla="*/ 297473 h 1117463"/>
                  <a:gd name="connsiteX1" fmla="*/ 2016119 w 2026293"/>
                  <a:gd name="connsiteY1" fmla="*/ 0 h 1117463"/>
                  <a:gd name="connsiteX2" fmla="*/ 2026293 w 2026293"/>
                  <a:gd name="connsiteY2" fmla="*/ 291116 h 1117463"/>
                  <a:gd name="connsiteX3" fmla="*/ 847006 w 2026293"/>
                  <a:gd name="connsiteY3" fmla="*/ 622843 h 1117463"/>
                  <a:gd name="connsiteX4" fmla="*/ 657126 w 2026293"/>
                  <a:gd name="connsiteY4" fmla="*/ 297473 h 1117463"/>
                  <a:gd name="connsiteX0" fmla="*/ 657126 w 2169885"/>
                  <a:gd name="connsiteY0" fmla="*/ 297473 h 1117463"/>
                  <a:gd name="connsiteX1" fmla="*/ 2016119 w 2169885"/>
                  <a:gd name="connsiteY1" fmla="*/ 0 h 1117463"/>
                  <a:gd name="connsiteX2" fmla="*/ 2169885 w 2169885"/>
                  <a:gd name="connsiteY2" fmla="*/ 632404 h 1117463"/>
                  <a:gd name="connsiteX3" fmla="*/ 847006 w 2169885"/>
                  <a:gd name="connsiteY3" fmla="*/ 622843 h 1117463"/>
                  <a:gd name="connsiteX4" fmla="*/ 657126 w 2169885"/>
                  <a:gd name="connsiteY4" fmla="*/ 297473 h 1117463"/>
                  <a:gd name="connsiteX0" fmla="*/ 657126 w 2169885"/>
                  <a:gd name="connsiteY0" fmla="*/ 140466 h 960456"/>
                  <a:gd name="connsiteX1" fmla="*/ 2058548 w 2169885"/>
                  <a:gd name="connsiteY1" fmla="*/ 0 h 960456"/>
                  <a:gd name="connsiteX2" fmla="*/ 2169885 w 2169885"/>
                  <a:gd name="connsiteY2" fmla="*/ 475397 h 960456"/>
                  <a:gd name="connsiteX3" fmla="*/ 847006 w 2169885"/>
                  <a:gd name="connsiteY3" fmla="*/ 465836 h 960456"/>
                  <a:gd name="connsiteX4" fmla="*/ 657126 w 2169885"/>
                  <a:gd name="connsiteY4" fmla="*/ 140466 h 960456"/>
                  <a:gd name="connsiteX0" fmla="*/ 644142 w 2156901"/>
                  <a:gd name="connsiteY0" fmla="*/ 140466 h 774786"/>
                  <a:gd name="connsiteX1" fmla="*/ 2045564 w 2156901"/>
                  <a:gd name="connsiteY1" fmla="*/ 0 h 774786"/>
                  <a:gd name="connsiteX2" fmla="*/ 2156901 w 2156901"/>
                  <a:gd name="connsiteY2" fmla="*/ 475397 h 774786"/>
                  <a:gd name="connsiteX3" fmla="*/ 834022 w 2156901"/>
                  <a:gd name="connsiteY3" fmla="*/ 465836 h 774786"/>
                  <a:gd name="connsiteX4" fmla="*/ 644142 w 2156901"/>
                  <a:gd name="connsiteY4" fmla="*/ 140466 h 774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6901" h="774786">
                    <a:moveTo>
                      <a:pt x="644142" y="140466"/>
                    </a:moveTo>
                    <a:lnTo>
                      <a:pt x="2045564" y="0"/>
                    </a:lnTo>
                    <a:lnTo>
                      <a:pt x="2156901" y="475397"/>
                    </a:lnTo>
                    <a:cubicBezTo>
                      <a:pt x="1772726" y="519847"/>
                      <a:pt x="1239152" y="432666"/>
                      <a:pt x="834022" y="465836"/>
                    </a:cubicBezTo>
                    <a:cubicBezTo>
                      <a:pt x="-816844" y="1246928"/>
                      <a:pt x="461149" y="322485"/>
                      <a:pt x="644142" y="140466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3D94E99-6EDE-B226-C431-EB088A8B2C6B}"/>
                </a:ext>
              </a:extLst>
            </p:cNvPr>
            <p:cNvGrpSpPr/>
            <p:nvPr/>
          </p:nvGrpSpPr>
          <p:grpSpPr>
            <a:xfrm>
              <a:off x="954807" y="399925"/>
              <a:ext cx="2981089" cy="3845677"/>
              <a:chOff x="954807" y="399925"/>
              <a:chExt cx="2981089" cy="3845677"/>
            </a:xfrm>
            <a:grpFill/>
          </p:grpSpPr>
          <p:sp>
            <p:nvSpPr>
              <p:cNvPr id="78" name="Rectangle 18">
                <a:extLst>
                  <a:ext uri="{FF2B5EF4-FFF2-40B4-BE49-F238E27FC236}">
                    <a16:creationId xmlns:a16="http://schemas.microsoft.com/office/drawing/2014/main" id="{31657D73-6FE1-7D38-0402-561B2277AE62}"/>
                  </a:ext>
                </a:extLst>
              </p:cNvPr>
              <p:cNvSpPr/>
              <p:nvPr/>
            </p:nvSpPr>
            <p:spPr>
              <a:xfrm rot="1099253" flipH="1">
                <a:off x="1434112" y="555891"/>
                <a:ext cx="1976611" cy="2594248"/>
              </a:xfrm>
              <a:custGeom>
                <a:avLst/>
                <a:gdLst>
                  <a:gd name="connsiteX0" fmla="*/ 0 w 937173"/>
                  <a:gd name="connsiteY0" fmla="*/ 0 h 977698"/>
                  <a:gd name="connsiteX1" fmla="*/ 937173 w 937173"/>
                  <a:gd name="connsiteY1" fmla="*/ 0 h 977698"/>
                  <a:gd name="connsiteX2" fmla="*/ 937173 w 937173"/>
                  <a:gd name="connsiteY2" fmla="*/ 977698 h 977698"/>
                  <a:gd name="connsiteX3" fmla="*/ 0 w 937173"/>
                  <a:gd name="connsiteY3" fmla="*/ 977698 h 977698"/>
                  <a:gd name="connsiteX4" fmla="*/ 0 w 937173"/>
                  <a:gd name="connsiteY4" fmla="*/ 0 h 977698"/>
                  <a:gd name="connsiteX0" fmla="*/ 0 w 1427504"/>
                  <a:gd name="connsiteY0" fmla="*/ 0 h 977698"/>
                  <a:gd name="connsiteX1" fmla="*/ 937173 w 1427504"/>
                  <a:gd name="connsiteY1" fmla="*/ 0 h 977698"/>
                  <a:gd name="connsiteX2" fmla="*/ 1427504 w 1427504"/>
                  <a:gd name="connsiteY2" fmla="*/ 434359 h 977698"/>
                  <a:gd name="connsiteX3" fmla="*/ 0 w 1427504"/>
                  <a:gd name="connsiteY3" fmla="*/ 977698 h 977698"/>
                  <a:gd name="connsiteX4" fmla="*/ 0 w 1427504"/>
                  <a:gd name="connsiteY4" fmla="*/ 0 h 977698"/>
                  <a:gd name="connsiteX0" fmla="*/ 0 w 1427504"/>
                  <a:gd name="connsiteY0" fmla="*/ 1669774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4" fmla="*/ 0 w 1427504"/>
                  <a:gd name="connsiteY4" fmla="*/ 1669774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781879 w 781879"/>
                  <a:gd name="connsiteY0" fmla="*/ 2104133 h 2104133"/>
                  <a:gd name="connsiteX1" fmla="*/ 0 w 781879"/>
                  <a:gd name="connsiteY1" fmla="*/ 0 h 2104133"/>
                  <a:gd name="connsiteX2" fmla="*/ 781879 w 781879"/>
                  <a:gd name="connsiteY2" fmla="*/ 2104133 h 2104133"/>
                  <a:gd name="connsiteX0" fmla="*/ 1406894 w 1406894"/>
                  <a:gd name="connsiteY0" fmla="*/ 2104133 h 2229700"/>
                  <a:gd name="connsiteX1" fmla="*/ 625015 w 1406894"/>
                  <a:gd name="connsiteY1" fmla="*/ 0 h 2229700"/>
                  <a:gd name="connsiteX2" fmla="*/ 1406894 w 1406894"/>
                  <a:gd name="connsiteY2" fmla="*/ 2104133 h 2229700"/>
                  <a:gd name="connsiteX0" fmla="*/ 1200209 w 1200209"/>
                  <a:gd name="connsiteY0" fmla="*/ 2104133 h 2684238"/>
                  <a:gd name="connsiteX1" fmla="*/ 418330 w 1200209"/>
                  <a:gd name="connsiteY1" fmla="*/ 0 h 2684238"/>
                  <a:gd name="connsiteX2" fmla="*/ 1200209 w 1200209"/>
                  <a:gd name="connsiteY2" fmla="*/ 2104133 h 2684238"/>
                  <a:gd name="connsiteX0" fmla="*/ 1200209 w 1215799"/>
                  <a:gd name="connsiteY0" fmla="*/ 2104133 h 2684238"/>
                  <a:gd name="connsiteX1" fmla="*/ 418330 w 1215799"/>
                  <a:gd name="connsiteY1" fmla="*/ 0 h 2684238"/>
                  <a:gd name="connsiteX2" fmla="*/ 1200209 w 1215799"/>
                  <a:gd name="connsiteY2" fmla="*/ 2104133 h 2684238"/>
                  <a:gd name="connsiteX0" fmla="*/ 2044931 w 2060521"/>
                  <a:gd name="connsiteY0" fmla="*/ 2104133 h 2655896"/>
                  <a:gd name="connsiteX1" fmla="*/ 1263052 w 2060521"/>
                  <a:gd name="connsiteY1" fmla="*/ 0 h 2655896"/>
                  <a:gd name="connsiteX2" fmla="*/ 2044931 w 2060521"/>
                  <a:gd name="connsiteY2" fmla="*/ 2104133 h 2655896"/>
                  <a:gd name="connsiteX0" fmla="*/ 1619500 w 1635090"/>
                  <a:gd name="connsiteY0" fmla="*/ 2104133 h 2671467"/>
                  <a:gd name="connsiteX1" fmla="*/ 837621 w 1635090"/>
                  <a:gd name="connsiteY1" fmla="*/ 0 h 2671467"/>
                  <a:gd name="connsiteX2" fmla="*/ 1619500 w 1635090"/>
                  <a:gd name="connsiteY2" fmla="*/ 2104133 h 2671467"/>
                  <a:gd name="connsiteX0" fmla="*/ 2106525 w 2122115"/>
                  <a:gd name="connsiteY0" fmla="*/ 2104133 h 2780128"/>
                  <a:gd name="connsiteX1" fmla="*/ 1324646 w 2122115"/>
                  <a:gd name="connsiteY1" fmla="*/ 0 h 2780128"/>
                  <a:gd name="connsiteX2" fmla="*/ 2106525 w 2122115"/>
                  <a:gd name="connsiteY2" fmla="*/ 2104133 h 2780128"/>
                  <a:gd name="connsiteX0" fmla="*/ 2106525 w 2114512"/>
                  <a:gd name="connsiteY0" fmla="*/ 2104133 h 2780128"/>
                  <a:gd name="connsiteX1" fmla="*/ 1324646 w 2114512"/>
                  <a:gd name="connsiteY1" fmla="*/ 0 h 2780128"/>
                  <a:gd name="connsiteX2" fmla="*/ 2106525 w 2114512"/>
                  <a:gd name="connsiteY2" fmla="*/ 2104133 h 2780128"/>
                  <a:gd name="connsiteX0" fmla="*/ 2106525 w 2113493"/>
                  <a:gd name="connsiteY0" fmla="*/ 2104133 h 2780128"/>
                  <a:gd name="connsiteX1" fmla="*/ 1324646 w 2113493"/>
                  <a:gd name="connsiteY1" fmla="*/ 0 h 2780128"/>
                  <a:gd name="connsiteX2" fmla="*/ 2106525 w 2113493"/>
                  <a:gd name="connsiteY2" fmla="*/ 2104133 h 2780128"/>
                  <a:gd name="connsiteX0" fmla="*/ 2106525 w 2164304"/>
                  <a:gd name="connsiteY0" fmla="*/ 2104133 h 2780128"/>
                  <a:gd name="connsiteX1" fmla="*/ 1324646 w 2164304"/>
                  <a:gd name="connsiteY1" fmla="*/ 0 h 2780128"/>
                  <a:gd name="connsiteX2" fmla="*/ 2106525 w 2164304"/>
                  <a:gd name="connsiteY2" fmla="*/ 2104133 h 2780128"/>
                  <a:gd name="connsiteX0" fmla="*/ 2106525 w 2140654"/>
                  <a:gd name="connsiteY0" fmla="*/ 2104133 h 2780128"/>
                  <a:gd name="connsiteX1" fmla="*/ 1324646 w 2140654"/>
                  <a:gd name="connsiteY1" fmla="*/ 0 h 2780128"/>
                  <a:gd name="connsiteX2" fmla="*/ 2106525 w 2140654"/>
                  <a:gd name="connsiteY2" fmla="*/ 2104133 h 2780128"/>
                  <a:gd name="connsiteX0" fmla="*/ 2106525 w 2118237"/>
                  <a:gd name="connsiteY0" fmla="*/ 2104133 h 2780128"/>
                  <a:gd name="connsiteX1" fmla="*/ 1324646 w 2118237"/>
                  <a:gd name="connsiteY1" fmla="*/ 0 h 2780128"/>
                  <a:gd name="connsiteX2" fmla="*/ 2106525 w 2118237"/>
                  <a:gd name="connsiteY2" fmla="*/ 2104133 h 2780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8237" h="2780128">
                    <a:moveTo>
                      <a:pt x="2106525" y="2104133"/>
                    </a:moveTo>
                    <a:cubicBezTo>
                      <a:pt x="1461587" y="4039937"/>
                      <a:pt x="-1780780" y="1337483"/>
                      <a:pt x="1324646" y="0"/>
                    </a:cubicBezTo>
                    <a:cubicBezTo>
                      <a:pt x="657620" y="1324230"/>
                      <a:pt x="2269969" y="1256982"/>
                      <a:pt x="2106525" y="2104133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Rectangle 17">
                <a:extLst>
                  <a:ext uri="{FF2B5EF4-FFF2-40B4-BE49-F238E27FC236}">
                    <a16:creationId xmlns:a16="http://schemas.microsoft.com/office/drawing/2014/main" id="{56EF26A0-8B14-1E97-F383-77A8A9AADADF}"/>
                  </a:ext>
                </a:extLst>
              </p:cNvPr>
              <p:cNvSpPr/>
              <p:nvPr/>
            </p:nvSpPr>
            <p:spPr>
              <a:xfrm>
                <a:off x="1870202" y="3000375"/>
                <a:ext cx="2065694" cy="1245227"/>
              </a:xfrm>
              <a:custGeom>
                <a:avLst/>
                <a:gdLst>
                  <a:gd name="connsiteX0" fmla="*/ 0 w 289903"/>
                  <a:gd name="connsiteY0" fmla="*/ 0 h 322519"/>
                  <a:gd name="connsiteX1" fmla="*/ 289903 w 289903"/>
                  <a:gd name="connsiteY1" fmla="*/ 0 h 322519"/>
                  <a:gd name="connsiteX2" fmla="*/ 289903 w 289903"/>
                  <a:gd name="connsiteY2" fmla="*/ 322519 h 322519"/>
                  <a:gd name="connsiteX3" fmla="*/ 0 w 289903"/>
                  <a:gd name="connsiteY3" fmla="*/ 322519 h 322519"/>
                  <a:gd name="connsiteX4" fmla="*/ 0 w 289903"/>
                  <a:gd name="connsiteY4" fmla="*/ 0 h 322519"/>
                  <a:gd name="connsiteX0" fmla="*/ 1285461 w 1575364"/>
                  <a:gd name="connsiteY0" fmla="*/ 0 h 468293"/>
                  <a:gd name="connsiteX1" fmla="*/ 1575364 w 1575364"/>
                  <a:gd name="connsiteY1" fmla="*/ 0 h 468293"/>
                  <a:gd name="connsiteX2" fmla="*/ 1575364 w 1575364"/>
                  <a:gd name="connsiteY2" fmla="*/ 322519 h 468293"/>
                  <a:gd name="connsiteX3" fmla="*/ 0 w 1575364"/>
                  <a:gd name="connsiteY3" fmla="*/ 468293 h 468293"/>
                  <a:gd name="connsiteX4" fmla="*/ 1285461 w 1575364"/>
                  <a:gd name="connsiteY4" fmla="*/ 0 h 468293"/>
                  <a:gd name="connsiteX0" fmla="*/ 132522 w 1575364"/>
                  <a:gd name="connsiteY0" fmla="*/ 0 h 1077893"/>
                  <a:gd name="connsiteX1" fmla="*/ 1575364 w 1575364"/>
                  <a:gd name="connsiteY1" fmla="*/ 609600 h 1077893"/>
                  <a:gd name="connsiteX2" fmla="*/ 1575364 w 1575364"/>
                  <a:gd name="connsiteY2" fmla="*/ 932119 h 1077893"/>
                  <a:gd name="connsiteX3" fmla="*/ 0 w 1575364"/>
                  <a:gd name="connsiteY3" fmla="*/ 1077893 h 1077893"/>
                  <a:gd name="connsiteX4" fmla="*/ 132522 w 1575364"/>
                  <a:gd name="connsiteY4" fmla="*/ 0 h 1077893"/>
                  <a:gd name="connsiteX0" fmla="*/ 622852 w 2065694"/>
                  <a:gd name="connsiteY0" fmla="*/ 0 h 932119"/>
                  <a:gd name="connsiteX1" fmla="*/ 2065694 w 2065694"/>
                  <a:gd name="connsiteY1" fmla="*/ 609600 h 932119"/>
                  <a:gd name="connsiteX2" fmla="*/ 2065694 w 2065694"/>
                  <a:gd name="connsiteY2" fmla="*/ 932119 h 932119"/>
                  <a:gd name="connsiteX3" fmla="*/ 0 w 2065694"/>
                  <a:gd name="connsiteY3" fmla="*/ 97232 h 932119"/>
                  <a:gd name="connsiteX4" fmla="*/ 622852 w 2065694"/>
                  <a:gd name="connsiteY4" fmla="*/ 0 h 932119"/>
                  <a:gd name="connsiteX0" fmla="*/ 622852 w 2065694"/>
                  <a:gd name="connsiteY0" fmla="*/ 0 h 1211836"/>
                  <a:gd name="connsiteX1" fmla="*/ 2065694 w 2065694"/>
                  <a:gd name="connsiteY1" fmla="*/ 609600 h 1211836"/>
                  <a:gd name="connsiteX2" fmla="*/ 2065694 w 2065694"/>
                  <a:gd name="connsiteY2" fmla="*/ 932119 h 1211836"/>
                  <a:gd name="connsiteX3" fmla="*/ 0 w 2065694"/>
                  <a:gd name="connsiteY3" fmla="*/ 97232 h 1211836"/>
                  <a:gd name="connsiteX4" fmla="*/ 622852 w 2065694"/>
                  <a:gd name="connsiteY4" fmla="*/ 0 h 1211836"/>
                  <a:gd name="connsiteX0" fmla="*/ 622852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22852 w 2065694"/>
                  <a:gd name="connsiteY4" fmla="*/ 0 h 1245227"/>
                  <a:gd name="connsiteX0" fmla="*/ 622852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22852 w 2065694"/>
                  <a:gd name="connsiteY4" fmla="*/ 0 h 1245227"/>
                  <a:gd name="connsiteX0" fmla="*/ 649356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49356 w 2065694"/>
                  <a:gd name="connsiteY4" fmla="*/ 0 h 1245227"/>
                  <a:gd name="connsiteX0" fmla="*/ 649356 w 2065694"/>
                  <a:gd name="connsiteY0" fmla="*/ 0 h 1245227"/>
                  <a:gd name="connsiteX1" fmla="*/ 2065694 w 2065694"/>
                  <a:gd name="connsiteY1" fmla="*/ 609600 h 1245227"/>
                  <a:gd name="connsiteX2" fmla="*/ 2065694 w 2065694"/>
                  <a:gd name="connsiteY2" fmla="*/ 932119 h 1245227"/>
                  <a:gd name="connsiteX3" fmla="*/ 0 w 2065694"/>
                  <a:gd name="connsiteY3" fmla="*/ 97232 h 1245227"/>
                  <a:gd name="connsiteX4" fmla="*/ 649356 w 2065694"/>
                  <a:gd name="connsiteY4" fmla="*/ 0 h 1245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5694" h="1245227">
                    <a:moveTo>
                      <a:pt x="649356" y="0"/>
                    </a:moveTo>
                    <a:cubicBezTo>
                      <a:pt x="944773" y="1276627"/>
                      <a:pt x="1584747" y="406400"/>
                      <a:pt x="2065694" y="609600"/>
                    </a:cubicBezTo>
                    <a:lnTo>
                      <a:pt x="2065694" y="932119"/>
                    </a:lnTo>
                    <a:cubicBezTo>
                      <a:pt x="1920468" y="759840"/>
                      <a:pt x="834339" y="2177824"/>
                      <a:pt x="0" y="97232"/>
                    </a:cubicBezTo>
                    <a:lnTo>
                      <a:pt x="649356" y="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Rectangle 18">
                <a:extLst>
                  <a:ext uri="{FF2B5EF4-FFF2-40B4-BE49-F238E27FC236}">
                    <a16:creationId xmlns:a16="http://schemas.microsoft.com/office/drawing/2014/main" id="{D831F8A0-DEDB-CAEE-FBE7-F722BB16E495}"/>
                  </a:ext>
                </a:extLst>
              </p:cNvPr>
              <p:cNvSpPr/>
              <p:nvPr/>
            </p:nvSpPr>
            <p:spPr>
              <a:xfrm>
                <a:off x="954807" y="399925"/>
                <a:ext cx="2118237" cy="2780128"/>
              </a:xfrm>
              <a:custGeom>
                <a:avLst/>
                <a:gdLst>
                  <a:gd name="connsiteX0" fmla="*/ 0 w 937173"/>
                  <a:gd name="connsiteY0" fmla="*/ 0 h 977698"/>
                  <a:gd name="connsiteX1" fmla="*/ 937173 w 937173"/>
                  <a:gd name="connsiteY1" fmla="*/ 0 h 977698"/>
                  <a:gd name="connsiteX2" fmla="*/ 937173 w 937173"/>
                  <a:gd name="connsiteY2" fmla="*/ 977698 h 977698"/>
                  <a:gd name="connsiteX3" fmla="*/ 0 w 937173"/>
                  <a:gd name="connsiteY3" fmla="*/ 977698 h 977698"/>
                  <a:gd name="connsiteX4" fmla="*/ 0 w 937173"/>
                  <a:gd name="connsiteY4" fmla="*/ 0 h 977698"/>
                  <a:gd name="connsiteX0" fmla="*/ 0 w 1427504"/>
                  <a:gd name="connsiteY0" fmla="*/ 0 h 977698"/>
                  <a:gd name="connsiteX1" fmla="*/ 937173 w 1427504"/>
                  <a:gd name="connsiteY1" fmla="*/ 0 h 977698"/>
                  <a:gd name="connsiteX2" fmla="*/ 1427504 w 1427504"/>
                  <a:gd name="connsiteY2" fmla="*/ 434359 h 977698"/>
                  <a:gd name="connsiteX3" fmla="*/ 0 w 1427504"/>
                  <a:gd name="connsiteY3" fmla="*/ 977698 h 977698"/>
                  <a:gd name="connsiteX4" fmla="*/ 0 w 1427504"/>
                  <a:gd name="connsiteY4" fmla="*/ 0 h 977698"/>
                  <a:gd name="connsiteX0" fmla="*/ 0 w 1427504"/>
                  <a:gd name="connsiteY0" fmla="*/ 1669774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4" fmla="*/ 0 w 1427504"/>
                  <a:gd name="connsiteY4" fmla="*/ 1669774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0 w 1427504"/>
                  <a:gd name="connsiteY0" fmla="*/ 2647472 h 2647472"/>
                  <a:gd name="connsiteX1" fmla="*/ 645625 w 1427504"/>
                  <a:gd name="connsiteY1" fmla="*/ 0 h 2647472"/>
                  <a:gd name="connsiteX2" fmla="*/ 1427504 w 1427504"/>
                  <a:gd name="connsiteY2" fmla="*/ 2104133 h 2647472"/>
                  <a:gd name="connsiteX3" fmla="*/ 0 w 1427504"/>
                  <a:gd name="connsiteY3" fmla="*/ 2647472 h 2647472"/>
                  <a:gd name="connsiteX0" fmla="*/ 781879 w 781879"/>
                  <a:gd name="connsiteY0" fmla="*/ 2104133 h 2104133"/>
                  <a:gd name="connsiteX1" fmla="*/ 0 w 781879"/>
                  <a:gd name="connsiteY1" fmla="*/ 0 h 2104133"/>
                  <a:gd name="connsiteX2" fmla="*/ 781879 w 781879"/>
                  <a:gd name="connsiteY2" fmla="*/ 2104133 h 2104133"/>
                  <a:gd name="connsiteX0" fmla="*/ 1406894 w 1406894"/>
                  <a:gd name="connsiteY0" fmla="*/ 2104133 h 2229700"/>
                  <a:gd name="connsiteX1" fmla="*/ 625015 w 1406894"/>
                  <a:gd name="connsiteY1" fmla="*/ 0 h 2229700"/>
                  <a:gd name="connsiteX2" fmla="*/ 1406894 w 1406894"/>
                  <a:gd name="connsiteY2" fmla="*/ 2104133 h 2229700"/>
                  <a:gd name="connsiteX0" fmla="*/ 1200209 w 1200209"/>
                  <a:gd name="connsiteY0" fmla="*/ 2104133 h 2684238"/>
                  <a:gd name="connsiteX1" fmla="*/ 418330 w 1200209"/>
                  <a:gd name="connsiteY1" fmla="*/ 0 h 2684238"/>
                  <a:gd name="connsiteX2" fmla="*/ 1200209 w 1200209"/>
                  <a:gd name="connsiteY2" fmla="*/ 2104133 h 2684238"/>
                  <a:gd name="connsiteX0" fmla="*/ 1200209 w 1215799"/>
                  <a:gd name="connsiteY0" fmla="*/ 2104133 h 2684238"/>
                  <a:gd name="connsiteX1" fmla="*/ 418330 w 1215799"/>
                  <a:gd name="connsiteY1" fmla="*/ 0 h 2684238"/>
                  <a:gd name="connsiteX2" fmla="*/ 1200209 w 1215799"/>
                  <a:gd name="connsiteY2" fmla="*/ 2104133 h 2684238"/>
                  <a:gd name="connsiteX0" fmla="*/ 2044931 w 2060521"/>
                  <a:gd name="connsiteY0" fmla="*/ 2104133 h 2655896"/>
                  <a:gd name="connsiteX1" fmla="*/ 1263052 w 2060521"/>
                  <a:gd name="connsiteY1" fmla="*/ 0 h 2655896"/>
                  <a:gd name="connsiteX2" fmla="*/ 2044931 w 2060521"/>
                  <a:gd name="connsiteY2" fmla="*/ 2104133 h 2655896"/>
                  <a:gd name="connsiteX0" fmla="*/ 1619500 w 1635090"/>
                  <a:gd name="connsiteY0" fmla="*/ 2104133 h 2671467"/>
                  <a:gd name="connsiteX1" fmla="*/ 837621 w 1635090"/>
                  <a:gd name="connsiteY1" fmla="*/ 0 h 2671467"/>
                  <a:gd name="connsiteX2" fmla="*/ 1619500 w 1635090"/>
                  <a:gd name="connsiteY2" fmla="*/ 2104133 h 2671467"/>
                  <a:gd name="connsiteX0" fmla="*/ 2106525 w 2122115"/>
                  <a:gd name="connsiteY0" fmla="*/ 2104133 h 2780128"/>
                  <a:gd name="connsiteX1" fmla="*/ 1324646 w 2122115"/>
                  <a:gd name="connsiteY1" fmla="*/ 0 h 2780128"/>
                  <a:gd name="connsiteX2" fmla="*/ 2106525 w 2122115"/>
                  <a:gd name="connsiteY2" fmla="*/ 2104133 h 2780128"/>
                  <a:gd name="connsiteX0" fmla="*/ 2106525 w 2114512"/>
                  <a:gd name="connsiteY0" fmla="*/ 2104133 h 2780128"/>
                  <a:gd name="connsiteX1" fmla="*/ 1324646 w 2114512"/>
                  <a:gd name="connsiteY1" fmla="*/ 0 h 2780128"/>
                  <a:gd name="connsiteX2" fmla="*/ 2106525 w 2114512"/>
                  <a:gd name="connsiteY2" fmla="*/ 2104133 h 2780128"/>
                  <a:gd name="connsiteX0" fmla="*/ 2106525 w 2113493"/>
                  <a:gd name="connsiteY0" fmla="*/ 2104133 h 2780128"/>
                  <a:gd name="connsiteX1" fmla="*/ 1324646 w 2113493"/>
                  <a:gd name="connsiteY1" fmla="*/ 0 h 2780128"/>
                  <a:gd name="connsiteX2" fmla="*/ 2106525 w 2113493"/>
                  <a:gd name="connsiteY2" fmla="*/ 2104133 h 2780128"/>
                  <a:gd name="connsiteX0" fmla="*/ 2106525 w 2164304"/>
                  <a:gd name="connsiteY0" fmla="*/ 2104133 h 2780128"/>
                  <a:gd name="connsiteX1" fmla="*/ 1324646 w 2164304"/>
                  <a:gd name="connsiteY1" fmla="*/ 0 h 2780128"/>
                  <a:gd name="connsiteX2" fmla="*/ 2106525 w 2164304"/>
                  <a:gd name="connsiteY2" fmla="*/ 2104133 h 2780128"/>
                  <a:gd name="connsiteX0" fmla="*/ 2106525 w 2140654"/>
                  <a:gd name="connsiteY0" fmla="*/ 2104133 h 2780128"/>
                  <a:gd name="connsiteX1" fmla="*/ 1324646 w 2140654"/>
                  <a:gd name="connsiteY1" fmla="*/ 0 h 2780128"/>
                  <a:gd name="connsiteX2" fmla="*/ 2106525 w 2140654"/>
                  <a:gd name="connsiteY2" fmla="*/ 2104133 h 2780128"/>
                  <a:gd name="connsiteX0" fmla="*/ 2106525 w 2118237"/>
                  <a:gd name="connsiteY0" fmla="*/ 2104133 h 2780128"/>
                  <a:gd name="connsiteX1" fmla="*/ 1324646 w 2118237"/>
                  <a:gd name="connsiteY1" fmla="*/ 0 h 2780128"/>
                  <a:gd name="connsiteX2" fmla="*/ 2106525 w 2118237"/>
                  <a:gd name="connsiteY2" fmla="*/ 2104133 h 2780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8237" h="2780128">
                    <a:moveTo>
                      <a:pt x="2106525" y="2104133"/>
                    </a:moveTo>
                    <a:cubicBezTo>
                      <a:pt x="1461587" y="4039937"/>
                      <a:pt x="-1780780" y="1337483"/>
                      <a:pt x="1324646" y="0"/>
                    </a:cubicBezTo>
                    <a:cubicBezTo>
                      <a:pt x="657620" y="1324230"/>
                      <a:pt x="2269969" y="1256982"/>
                      <a:pt x="2106525" y="2104133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34B7FDB3-BEAA-8073-139F-27A34D72EA43}"/>
                </a:ext>
              </a:extLst>
            </p:cNvPr>
            <p:cNvGrpSpPr/>
            <p:nvPr/>
          </p:nvGrpSpPr>
          <p:grpSpPr>
            <a:xfrm>
              <a:off x="2852965" y="2179798"/>
              <a:ext cx="5504115" cy="3097588"/>
              <a:chOff x="2852965" y="2179798"/>
              <a:chExt cx="5504115" cy="3097588"/>
            </a:xfrm>
            <a:grpFill/>
          </p:grpSpPr>
          <p:sp>
            <p:nvSpPr>
              <p:cNvPr id="75" name="Rectangle 14">
                <a:extLst>
                  <a:ext uri="{FF2B5EF4-FFF2-40B4-BE49-F238E27FC236}">
                    <a16:creationId xmlns:a16="http://schemas.microsoft.com/office/drawing/2014/main" id="{9D24E60D-6ADC-A2C1-CFC0-FF9287A59157}"/>
                  </a:ext>
                </a:extLst>
              </p:cNvPr>
              <p:cNvSpPr/>
              <p:nvPr/>
            </p:nvSpPr>
            <p:spPr>
              <a:xfrm>
                <a:off x="2852965" y="2179798"/>
                <a:ext cx="5504115" cy="3097588"/>
              </a:xfrm>
              <a:custGeom>
                <a:avLst/>
                <a:gdLst>
                  <a:gd name="connsiteX0" fmla="*/ 0 w 5704114"/>
                  <a:gd name="connsiteY0" fmla="*/ 0 h 650961"/>
                  <a:gd name="connsiteX1" fmla="*/ 5704114 w 5704114"/>
                  <a:gd name="connsiteY1" fmla="*/ 0 h 650961"/>
                  <a:gd name="connsiteX2" fmla="*/ 5704114 w 5704114"/>
                  <a:gd name="connsiteY2" fmla="*/ 650961 h 650961"/>
                  <a:gd name="connsiteX3" fmla="*/ 0 w 5704114"/>
                  <a:gd name="connsiteY3" fmla="*/ 650961 h 650961"/>
                  <a:gd name="connsiteX4" fmla="*/ 0 w 5704114"/>
                  <a:gd name="connsiteY4" fmla="*/ 0 h 650961"/>
                  <a:gd name="connsiteX0" fmla="*/ 0 w 5704114"/>
                  <a:gd name="connsiteY0" fmla="*/ 650961 h 650961"/>
                  <a:gd name="connsiteX1" fmla="*/ 5704114 w 5704114"/>
                  <a:gd name="connsiteY1" fmla="*/ 0 h 650961"/>
                  <a:gd name="connsiteX2" fmla="*/ 5704114 w 5704114"/>
                  <a:gd name="connsiteY2" fmla="*/ 650961 h 650961"/>
                  <a:gd name="connsiteX3" fmla="*/ 0 w 5704114"/>
                  <a:gd name="connsiteY3" fmla="*/ 650961 h 650961"/>
                  <a:gd name="connsiteX0" fmla="*/ 0 w 5704114"/>
                  <a:gd name="connsiteY0" fmla="*/ 389704 h 650961"/>
                  <a:gd name="connsiteX1" fmla="*/ 5704114 w 5704114"/>
                  <a:gd name="connsiteY1" fmla="*/ 0 h 650961"/>
                  <a:gd name="connsiteX2" fmla="*/ 5704114 w 5704114"/>
                  <a:gd name="connsiteY2" fmla="*/ 650961 h 650961"/>
                  <a:gd name="connsiteX3" fmla="*/ 0 w 5704114"/>
                  <a:gd name="connsiteY3" fmla="*/ 389704 h 650961"/>
                  <a:gd name="connsiteX0" fmla="*/ 0 w 5704114"/>
                  <a:gd name="connsiteY0" fmla="*/ 508259 h 769516"/>
                  <a:gd name="connsiteX1" fmla="*/ 5704114 w 5704114"/>
                  <a:gd name="connsiteY1" fmla="*/ 118555 h 769516"/>
                  <a:gd name="connsiteX2" fmla="*/ 5704114 w 5704114"/>
                  <a:gd name="connsiteY2" fmla="*/ 769516 h 769516"/>
                  <a:gd name="connsiteX3" fmla="*/ 0 w 5704114"/>
                  <a:gd name="connsiteY3" fmla="*/ 508259 h 769516"/>
                  <a:gd name="connsiteX0" fmla="*/ 0 w 5733142"/>
                  <a:gd name="connsiteY0" fmla="*/ 508259 h 769516"/>
                  <a:gd name="connsiteX1" fmla="*/ 5704114 w 5733142"/>
                  <a:gd name="connsiteY1" fmla="*/ 118555 h 769516"/>
                  <a:gd name="connsiteX2" fmla="*/ 5733142 w 5733142"/>
                  <a:gd name="connsiteY2" fmla="*/ 769516 h 769516"/>
                  <a:gd name="connsiteX3" fmla="*/ 0 w 5733142"/>
                  <a:gd name="connsiteY3" fmla="*/ 508259 h 769516"/>
                  <a:gd name="connsiteX0" fmla="*/ 0 w 5704114"/>
                  <a:gd name="connsiteY0" fmla="*/ 508259 h 508259"/>
                  <a:gd name="connsiteX1" fmla="*/ 5704114 w 5704114"/>
                  <a:gd name="connsiteY1" fmla="*/ 118555 h 508259"/>
                  <a:gd name="connsiteX2" fmla="*/ 0 w 5704114"/>
                  <a:gd name="connsiteY2" fmla="*/ 508259 h 508259"/>
                  <a:gd name="connsiteX0" fmla="*/ 0 w 5689599"/>
                  <a:gd name="connsiteY0" fmla="*/ 360356 h 517489"/>
                  <a:gd name="connsiteX1" fmla="*/ 5689599 w 5689599"/>
                  <a:gd name="connsiteY1" fmla="*/ 507680 h 517489"/>
                  <a:gd name="connsiteX2" fmla="*/ 0 w 5689599"/>
                  <a:gd name="connsiteY2" fmla="*/ 360356 h 517489"/>
                  <a:gd name="connsiteX0" fmla="*/ 0 w 5689599"/>
                  <a:gd name="connsiteY0" fmla="*/ 360356 h 1671978"/>
                  <a:gd name="connsiteX1" fmla="*/ 5689599 w 5689599"/>
                  <a:gd name="connsiteY1" fmla="*/ 507680 h 1671978"/>
                  <a:gd name="connsiteX2" fmla="*/ 0 w 5689599"/>
                  <a:gd name="connsiteY2" fmla="*/ 360356 h 1671978"/>
                  <a:gd name="connsiteX0" fmla="*/ 0 w 5689599"/>
                  <a:gd name="connsiteY0" fmla="*/ 360356 h 1982955"/>
                  <a:gd name="connsiteX1" fmla="*/ 5689599 w 5689599"/>
                  <a:gd name="connsiteY1" fmla="*/ 507680 h 1982955"/>
                  <a:gd name="connsiteX2" fmla="*/ 0 w 5689599"/>
                  <a:gd name="connsiteY2" fmla="*/ 360356 h 1982955"/>
                  <a:gd name="connsiteX0" fmla="*/ 0 w 5704113"/>
                  <a:gd name="connsiteY0" fmla="*/ 381315 h 1939384"/>
                  <a:gd name="connsiteX1" fmla="*/ 5704113 w 5704113"/>
                  <a:gd name="connsiteY1" fmla="*/ 427039 h 1939384"/>
                  <a:gd name="connsiteX2" fmla="*/ 0 w 5704113"/>
                  <a:gd name="connsiteY2" fmla="*/ 381315 h 1939384"/>
                  <a:gd name="connsiteX0" fmla="*/ 0 w 5704113"/>
                  <a:gd name="connsiteY0" fmla="*/ 1037466 h 2595535"/>
                  <a:gd name="connsiteX1" fmla="*/ 5704113 w 5704113"/>
                  <a:gd name="connsiteY1" fmla="*/ 1083190 h 2595535"/>
                  <a:gd name="connsiteX2" fmla="*/ 0 w 5704113"/>
                  <a:gd name="connsiteY2" fmla="*/ 1037466 h 2595535"/>
                  <a:gd name="connsiteX0" fmla="*/ 0 w 5704113"/>
                  <a:gd name="connsiteY0" fmla="*/ 1475506 h 3033575"/>
                  <a:gd name="connsiteX1" fmla="*/ 5704113 w 5704113"/>
                  <a:gd name="connsiteY1" fmla="*/ 1521230 h 3033575"/>
                  <a:gd name="connsiteX2" fmla="*/ 0 w 5704113"/>
                  <a:gd name="connsiteY2" fmla="*/ 1475506 h 3033575"/>
                  <a:gd name="connsiteX0" fmla="*/ 0 w 5704113"/>
                  <a:gd name="connsiteY0" fmla="*/ 1475506 h 3114257"/>
                  <a:gd name="connsiteX1" fmla="*/ 5704113 w 5704113"/>
                  <a:gd name="connsiteY1" fmla="*/ 1521230 h 3114257"/>
                  <a:gd name="connsiteX2" fmla="*/ 0 w 5704113"/>
                  <a:gd name="connsiteY2" fmla="*/ 1475506 h 3114257"/>
                  <a:gd name="connsiteX0" fmla="*/ 1827 w 6128623"/>
                  <a:gd name="connsiteY0" fmla="*/ 432646 h 2071397"/>
                  <a:gd name="connsiteX1" fmla="*/ 5064137 w 6128623"/>
                  <a:gd name="connsiteY1" fmla="*/ 121 h 2071397"/>
                  <a:gd name="connsiteX2" fmla="*/ 5705940 w 6128623"/>
                  <a:gd name="connsiteY2" fmla="*/ 478370 h 2071397"/>
                  <a:gd name="connsiteX3" fmla="*/ 1827 w 6128623"/>
                  <a:gd name="connsiteY3" fmla="*/ 432646 h 2071397"/>
                  <a:gd name="connsiteX0" fmla="*/ 399638 w 6496385"/>
                  <a:gd name="connsiteY0" fmla="*/ 449181 h 2087932"/>
                  <a:gd name="connsiteX1" fmla="*/ 985198 w 6496385"/>
                  <a:gd name="connsiteY1" fmla="*/ 64281 h 2087932"/>
                  <a:gd name="connsiteX2" fmla="*/ 5461948 w 6496385"/>
                  <a:gd name="connsiteY2" fmla="*/ 16656 h 2087932"/>
                  <a:gd name="connsiteX3" fmla="*/ 6103751 w 6496385"/>
                  <a:gd name="connsiteY3" fmla="*/ 494905 h 2087932"/>
                  <a:gd name="connsiteX4" fmla="*/ 399638 w 6496385"/>
                  <a:gd name="connsiteY4" fmla="*/ 449181 h 2087932"/>
                  <a:gd name="connsiteX0" fmla="*/ 391952 w 6517274"/>
                  <a:gd name="connsiteY0" fmla="*/ 449181 h 2087932"/>
                  <a:gd name="connsiteX1" fmla="*/ 1006087 w 6517274"/>
                  <a:gd name="connsiteY1" fmla="*/ 64281 h 2087932"/>
                  <a:gd name="connsiteX2" fmla="*/ 5482837 w 6517274"/>
                  <a:gd name="connsiteY2" fmla="*/ 16656 h 2087932"/>
                  <a:gd name="connsiteX3" fmla="*/ 6124640 w 6517274"/>
                  <a:gd name="connsiteY3" fmla="*/ 494905 h 2087932"/>
                  <a:gd name="connsiteX4" fmla="*/ 391952 w 6517274"/>
                  <a:gd name="connsiteY4" fmla="*/ 449181 h 2087932"/>
                  <a:gd name="connsiteX0" fmla="*/ 391952 w 6463330"/>
                  <a:gd name="connsiteY0" fmla="*/ 449181 h 988341"/>
                  <a:gd name="connsiteX1" fmla="*/ 1006087 w 6463330"/>
                  <a:gd name="connsiteY1" fmla="*/ 64281 h 988341"/>
                  <a:gd name="connsiteX2" fmla="*/ 5482837 w 6463330"/>
                  <a:gd name="connsiteY2" fmla="*/ 16656 h 988341"/>
                  <a:gd name="connsiteX3" fmla="*/ 6124640 w 6463330"/>
                  <a:gd name="connsiteY3" fmla="*/ 494905 h 988341"/>
                  <a:gd name="connsiteX4" fmla="*/ 1129913 w 6463330"/>
                  <a:gd name="connsiteY4" fmla="*/ 988206 h 988341"/>
                  <a:gd name="connsiteX5" fmla="*/ 391952 w 6463330"/>
                  <a:gd name="connsiteY5" fmla="*/ 449181 h 988341"/>
                  <a:gd name="connsiteX0" fmla="*/ 391952 w 6163984"/>
                  <a:gd name="connsiteY0" fmla="*/ 449181 h 1059043"/>
                  <a:gd name="connsiteX1" fmla="*/ 1006087 w 6163984"/>
                  <a:gd name="connsiteY1" fmla="*/ 64281 h 1059043"/>
                  <a:gd name="connsiteX2" fmla="*/ 5482837 w 6163984"/>
                  <a:gd name="connsiteY2" fmla="*/ 16656 h 1059043"/>
                  <a:gd name="connsiteX3" fmla="*/ 6124640 w 6163984"/>
                  <a:gd name="connsiteY3" fmla="*/ 494905 h 1059043"/>
                  <a:gd name="connsiteX4" fmla="*/ 5559038 w 6163984"/>
                  <a:gd name="connsiteY4" fmla="*/ 1026307 h 1059043"/>
                  <a:gd name="connsiteX5" fmla="*/ 1129913 w 6163984"/>
                  <a:gd name="connsiteY5" fmla="*/ 988206 h 1059043"/>
                  <a:gd name="connsiteX6" fmla="*/ 391952 w 6163984"/>
                  <a:gd name="connsiteY6" fmla="*/ 449181 h 1059043"/>
                  <a:gd name="connsiteX0" fmla="*/ 391952 w 6176803"/>
                  <a:gd name="connsiteY0" fmla="*/ 449181 h 1059043"/>
                  <a:gd name="connsiteX1" fmla="*/ 1006087 w 6176803"/>
                  <a:gd name="connsiteY1" fmla="*/ 64281 h 1059043"/>
                  <a:gd name="connsiteX2" fmla="*/ 5482837 w 6176803"/>
                  <a:gd name="connsiteY2" fmla="*/ 16656 h 1059043"/>
                  <a:gd name="connsiteX3" fmla="*/ 6143690 w 6176803"/>
                  <a:gd name="connsiteY3" fmla="*/ 494905 h 1059043"/>
                  <a:gd name="connsiteX4" fmla="*/ 5559038 w 6176803"/>
                  <a:gd name="connsiteY4" fmla="*/ 1026307 h 1059043"/>
                  <a:gd name="connsiteX5" fmla="*/ 1129913 w 6176803"/>
                  <a:gd name="connsiteY5" fmla="*/ 988206 h 1059043"/>
                  <a:gd name="connsiteX6" fmla="*/ 391952 w 6176803"/>
                  <a:gd name="connsiteY6" fmla="*/ 449181 h 1059043"/>
                  <a:gd name="connsiteX0" fmla="*/ 391952 w 6176803"/>
                  <a:gd name="connsiteY0" fmla="*/ 449181 h 1059043"/>
                  <a:gd name="connsiteX1" fmla="*/ 1006087 w 6176803"/>
                  <a:gd name="connsiteY1" fmla="*/ 64281 h 1059043"/>
                  <a:gd name="connsiteX2" fmla="*/ 5482837 w 6176803"/>
                  <a:gd name="connsiteY2" fmla="*/ 16656 h 1059043"/>
                  <a:gd name="connsiteX3" fmla="*/ 6143690 w 6176803"/>
                  <a:gd name="connsiteY3" fmla="*/ 494905 h 1059043"/>
                  <a:gd name="connsiteX4" fmla="*/ 5559038 w 6176803"/>
                  <a:gd name="connsiteY4" fmla="*/ 1026307 h 1059043"/>
                  <a:gd name="connsiteX5" fmla="*/ 1129913 w 6176803"/>
                  <a:gd name="connsiteY5" fmla="*/ 988206 h 1059043"/>
                  <a:gd name="connsiteX6" fmla="*/ 391952 w 6176803"/>
                  <a:gd name="connsiteY6" fmla="*/ 449181 h 1059043"/>
                  <a:gd name="connsiteX0" fmla="*/ 391952 w 6143709"/>
                  <a:gd name="connsiteY0" fmla="*/ 449181 h 1059043"/>
                  <a:gd name="connsiteX1" fmla="*/ 1006087 w 6143709"/>
                  <a:gd name="connsiteY1" fmla="*/ 64281 h 1059043"/>
                  <a:gd name="connsiteX2" fmla="*/ 5482837 w 6143709"/>
                  <a:gd name="connsiteY2" fmla="*/ 16656 h 1059043"/>
                  <a:gd name="connsiteX3" fmla="*/ 6143690 w 6143709"/>
                  <a:gd name="connsiteY3" fmla="*/ 494905 h 1059043"/>
                  <a:gd name="connsiteX4" fmla="*/ 5559038 w 6143709"/>
                  <a:gd name="connsiteY4" fmla="*/ 1026307 h 1059043"/>
                  <a:gd name="connsiteX5" fmla="*/ 1129913 w 6143709"/>
                  <a:gd name="connsiteY5" fmla="*/ 988206 h 1059043"/>
                  <a:gd name="connsiteX6" fmla="*/ 391952 w 6143709"/>
                  <a:gd name="connsiteY6" fmla="*/ 449181 h 1059043"/>
                  <a:gd name="connsiteX0" fmla="*/ 391952 w 6143709"/>
                  <a:gd name="connsiteY0" fmla="*/ 449181 h 1061098"/>
                  <a:gd name="connsiteX1" fmla="*/ 1006087 w 6143709"/>
                  <a:gd name="connsiteY1" fmla="*/ 64281 h 1061098"/>
                  <a:gd name="connsiteX2" fmla="*/ 5482837 w 6143709"/>
                  <a:gd name="connsiteY2" fmla="*/ 16656 h 1061098"/>
                  <a:gd name="connsiteX3" fmla="*/ 6143690 w 6143709"/>
                  <a:gd name="connsiteY3" fmla="*/ 494905 h 1061098"/>
                  <a:gd name="connsiteX4" fmla="*/ 5559038 w 6143709"/>
                  <a:gd name="connsiteY4" fmla="*/ 1026307 h 1061098"/>
                  <a:gd name="connsiteX5" fmla="*/ 1091813 w 6143709"/>
                  <a:gd name="connsiteY5" fmla="*/ 997731 h 1061098"/>
                  <a:gd name="connsiteX6" fmla="*/ 391952 w 6143709"/>
                  <a:gd name="connsiteY6" fmla="*/ 449181 h 1061098"/>
                  <a:gd name="connsiteX0" fmla="*/ 391952 w 6143709"/>
                  <a:gd name="connsiteY0" fmla="*/ 449181 h 1061098"/>
                  <a:gd name="connsiteX1" fmla="*/ 1006087 w 6143709"/>
                  <a:gd name="connsiteY1" fmla="*/ 64281 h 1061098"/>
                  <a:gd name="connsiteX2" fmla="*/ 5482837 w 6143709"/>
                  <a:gd name="connsiteY2" fmla="*/ 16656 h 1061098"/>
                  <a:gd name="connsiteX3" fmla="*/ 6143690 w 6143709"/>
                  <a:gd name="connsiteY3" fmla="*/ 494905 h 1061098"/>
                  <a:gd name="connsiteX4" fmla="*/ 5559038 w 6143709"/>
                  <a:gd name="connsiteY4" fmla="*/ 1026307 h 1061098"/>
                  <a:gd name="connsiteX5" fmla="*/ 1091813 w 6143709"/>
                  <a:gd name="connsiteY5" fmla="*/ 997731 h 1061098"/>
                  <a:gd name="connsiteX6" fmla="*/ 391952 w 6143709"/>
                  <a:gd name="connsiteY6" fmla="*/ 449181 h 1061098"/>
                  <a:gd name="connsiteX0" fmla="*/ 264545 w 6016302"/>
                  <a:gd name="connsiteY0" fmla="*/ 449181 h 1061098"/>
                  <a:gd name="connsiteX1" fmla="*/ 878680 w 6016302"/>
                  <a:gd name="connsiteY1" fmla="*/ 64281 h 1061098"/>
                  <a:gd name="connsiteX2" fmla="*/ 5355430 w 6016302"/>
                  <a:gd name="connsiteY2" fmla="*/ 16656 h 1061098"/>
                  <a:gd name="connsiteX3" fmla="*/ 6016283 w 6016302"/>
                  <a:gd name="connsiteY3" fmla="*/ 494905 h 1061098"/>
                  <a:gd name="connsiteX4" fmla="*/ 5431631 w 6016302"/>
                  <a:gd name="connsiteY4" fmla="*/ 1026307 h 1061098"/>
                  <a:gd name="connsiteX5" fmla="*/ 964406 w 6016302"/>
                  <a:gd name="connsiteY5" fmla="*/ 997731 h 1061098"/>
                  <a:gd name="connsiteX6" fmla="*/ 264545 w 6016302"/>
                  <a:gd name="connsiteY6" fmla="*/ 449181 h 1061098"/>
                  <a:gd name="connsiteX0" fmla="*/ 0 w 5751757"/>
                  <a:gd name="connsiteY0" fmla="*/ 449181 h 1061098"/>
                  <a:gd name="connsiteX1" fmla="*/ 614135 w 5751757"/>
                  <a:gd name="connsiteY1" fmla="*/ 64281 h 1061098"/>
                  <a:gd name="connsiteX2" fmla="*/ 5090885 w 5751757"/>
                  <a:gd name="connsiteY2" fmla="*/ 16656 h 1061098"/>
                  <a:gd name="connsiteX3" fmla="*/ 5751738 w 5751757"/>
                  <a:gd name="connsiteY3" fmla="*/ 494905 h 1061098"/>
                  <a:gd name="connsiteX4" fmla="*/ 5167086 w 5751757"/>
                  <a:gd name="connsiteY4" fmla="*/ 1026307 h 1061098"/>
                  <a:gd name="connsiteX5" fmla="*/ 699861 w 5751757"/>
                  <a:gd name="connsiteY5" fmla="*/ 997731 h 1061098"/>
                  <a:gd name="connsiteX6" fmla="*/ 0 w 5751757"/>
                  <a:gd name="connsiteY6" fmla="*/ 449181 h 1061098"/>
                  <a:gd name="connsiteX0" fmla="*/ 0 w 5751757"/>
                  <a:gd name="connsiteY0" fmla="*/ 1401231 h 2013148"/>
                  <a:gd name="connsiteX1" fmla="*/ 614135 w 5751757"/>
                  <a:gd name="connsiteY1" fmla="*/ 1016331 h 2013148"/>
                  <a:gd name="connsiteX2" fmla="*/ 5090885 w 5751757"/>
                  <a:gd name="connsiteY2" fmla="*/ 968706 h 2013148"/>
                  <a:gd name="connsiteX3" fmla="*/ 5751738 w 5751757"/>
                  <a:gd name="connsiteY3" fmla="*/ 1446955 h 2013148"/>
                  <a:gd name="connsiteX4" fmla="*/ 5167086 w 5751757"/>
                  <a:gd name="connsiteY4" fmla="*/ 1978357 h 2013148"/>
                  <a:gd name="connsiteX5" fmla="*/ 699861 w 5751757"/>
                  <a:gd name="connsiteY5" fmla="*/ 1949781 h 2013148"/>
                  <a:gd name="connsiteX6" fmla="*/ 0 w 5751757"/>
                  <a:gd name="connsiteY6" fmla="*/ 1401231 h 2013148"/>
                  <a:gd name="connsiteX0" fmla="*/ 0 w 5751757"/>
                  <a:gd name="connsiteY0" fmla="*/ 1511673 h 2123590"/>
                  <a:gd name="connsiteX1" fmla="*/ 614135 w 5751757"/>
                  <a:gd name="connsiteY1" fmla="*/ 1126773 h 2123590"/>
                  <a:gd name="connsiteX2" fmla="*/ 5090885 w 5751757"/>
                  <a:gd name="connsiteY2" fmla="*/ 1079148 h 2123590"/>
                  <a:gd name="connsiteX3" fmla="*/ 5751738 w 5751757"/>
                  <a:gd name="connsiteY3" fmla="*/ 1557397 h 2123590"/>
                  <a:gd name="connsiteX4" fmla="*/ 5167086 w 5751757"/>
                  <a:gd name="connsiteY4" fmla="*/ 2088799 h 2123590"/>
                  <a:gd name="connsiteX5" fmla="*/ 699861 w 5751757"/>
                  <a:gd name="connsiteY5" fmla="*/ 2060223 h 2123590"/>
                  <a:gd name="connsiteX6" fmla="*/ 0 w 5751757"/>
                  <a:gd name="connsiteY6" fmla="*/ 1511673 h 2123590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57"/>
                  <a:gd name="connsiteY0" fmla="*/ 1394717 h 2006634"/>
                  <a:gd name="connsiteX1" fmla="*/ 614135 w 5751757"/>
                  <a:gd name="connsiteY1" fmla="*/ 1009817 h 2006634"/>
                  <a:gd name="connsiteX2" fmla="*/ 5090885 w 5751757"/>
                  <a:gd name="connsiteY2" fmla="*/ 962192 h 2006634"/>
                  <a:gd name="connsiteX3" fmla="*/ 5751738 w 5751757"/>
                  <a:gd name="connsiteY3" fmla="*/ 1440441 h 2006634"/>
                  <a:gd name="connsiteX4" fmla="*/ 5167086 w 5751757"/>
                  <a:gd name="connsiteY4" fmla="*/ 1971843 h 2006634"/>
                  <a:gd name="connsiteX5" fmla="*/ 699861 w 5751757"/>
                  <a:gd name="connsiteY5" fmla="*/ 1943267 h 2006634"/>
                  <a:gd name="connsiteX6" fmla="*/ 0 w 5751757"/>
                  <a:gd name="connsiteY6" fmla="*/ 1394717 h 2006634"/>
                  <a:gd name="connsiteX0" fmla="*/ 0 w 5751765"/>
                  <a:gd name="connsiteY0" fmla="*/ 1394717 h 2006634"/>
                  <a:gd name="connsiteX1" fmla="*/ 614135 w 5751765"/>
                  <a:gd name="connsiteY1" fmla="*/ 1009817 h 2006634"/>
                  <a:gd name="connsiteX2" fmla="*/ 5090885 w 5751765"/>
                  <a:gd name="connsiteY2" fmla="*/ 962192 h 2006634"/>
                  <a:gd name="connsiteX3" fmla="*/ 5751738 w 5751765"/>
                  <a:gd name="connsiteY3" fmla="*/ 1440441 h 2006634"/>
                  <a:gd name="connsiteX4" fmla="*/ 5167086 w 5751765"/>
                  <a:gd name="connsiteY4" fmla="*/ 1971843 h 2006634"/>
                  <a:gd name="connsiteX5" fmla="*/ 699861 w 5751765"/>
                  <a:gd name="connsiteY5" fmla="*/ 1943267 h 2006634"/>
                  <a:gd name="connsiteX6" fmla="*/ 0 w 5751765"/>
                  <a:gd name="connsiteY6" fmla="*/ 1394717 h 2006634"/>
                  <a:gd name="connsiteX0" fmla="*/ 0 w 5751765"/>
                  <a:gd name="connsiteY0" fmla="*/ 1402481 h 2014398"/>
                  <a:gd name="connsiteX1" fmla="*/ 614135 w 5751765"/>
                  <a:gd name="connsiteY1" fmla="*/ 1017581 h 2014398"/>
                  <a:gd name="connsiteX2" fmla="*/ 5090885 w 5751765"/>
                  <a:gd name="connsiteY2" fmla="*/ 969956 h 2014398"/>
                  <a:gd name="connsiteX3" fmla="*/ 5751738 w 5751765"/>
                  <a:gd name="connsiteY3" fmla="*/ 1448205 h 2014398"/>
                  <a:gd name="connsiteX4" fmla="*/ 5167086 w 5751765"/>
                  <a:gd name="connsiteY4" fmla="*/ 1979607 h 2014398"/>
                  <a:gd name="connsiteX5" fmla="*/ 699861 w 5751765"/>
                  <a:gd name="connsiteY5" fmla="*/ 1951031 h 2014398"/>
                  <a:gd name="connsiteX6" fmla="*/ 0 w 5751765"/>
                  <a:gd name="connsiteY6" fmla="*/ 1402481 h 2014398"/>
                  <a:gd name="connsiteX0" fmla="*/ 0 w 5751765"/>
                  <a:gd name="connsiteY0" fmla="*/ 1402481 h 2885775"/>
                  <a:gd name="connsiteX1" fmla="*/ 614135 w 5751765"/>
                  <a:gd name="connsiteY1" fmla="*/ 1017581 h 2885775"/>
                  <a:gd name="connsiteX2" fmla="*/ 5090885 w 5751765"/>
                  <a:gd name="connsiteY2" fmla="*/ 969956 h 2885775"/>
                  <a:gd name="connsiteX3" fmla="*/ 5751738 w 5751765"/>
                  <a:gd name="connsiteY3" fmla="*/ 1448205 h 2885775"/>
                  <a:gd name="connsiteX4" fmla="*/ 5167086 w 5751765"/>
                  <a:gd name="connsiteY4" fmla="*/ 1979607 h 2885775"/>
                  <a:gd name="connsiteX5" fmla="*/ 699861 w 5751765"/>
                  <a:gd name="connsiteY5" fmla="*/ 1951031 h 2885775"/>
                  <a:gd name="connsiteX6" fmla="*/ 0 w 5751765"/>
                  <a:gd name="connsiteY6" fmla="*/ 1402481 h 2885775"/>
                  <a:gd name="connsiteX0" fmla="*/ 0 w 5751765"/>
                  <a:gd name="connsiteY0" fmla="*/ 1402481 h 3085041"/>
                  <a:gd name="connsiteX1" fmla="*/ 614135 w 5751765"/>
                  <a:gd name="connsiteY1" fmla="*/ 1017581 h 3085041"/>
                  <a:gd name="connsiteX2" fmla="*/ 5090885 w 5751765"/>
                  <a:gd name="connsiteY2" fmla="*/ 969956 h 3085041"/>
                  <a:gd name="connsiteX3" fmla="*/ 5751738 w 5751765"/>
                  <a:gd name="connsiteY3" fmla="*/ 1448205 h 3085041"/>
                  <a:gd name="connsiteX4" fmla="*/ 5167086 w 5751765"/>
                  <a:gd name="connsiteY4" fmla="*/ 1979607 h 3085041"/>
                  <a:gd name="connsiteX5" fmla="*/ 699861 w 5751765"/>
                  <a:gd name="connsiteY5" fmla="*/ 1951031 h 3085041"/>
                  <a:gd name="connsiteX6" fmla="*/ 0 w 5751765"/>
                  <a:gd name="connsiteY6" fmla="*/ 1402481 h 3085041"/>
                  <a:gd name="connsiteX0" fmla="*/ 0 w 5751765"/>
                  <a:gd name="connsiteY0" fmla="*/ 1402481 h 3085041"/>
                  <a:gd name="connsiteX1" fmla="*/ 614135 w 5751765"/>
                  <a:gd name="connsiteY1" fmla="*/ 1017581 h 3085041"/>
                  <a:gd name="connsiteX2" fmla="*/ 5090885 w 5751765"/>
                  <a:gd name="connsiteY2" fmla="*/ 969956 h 3085041"/>
                  <a:gd name="connsiteX3" fmla="*/ 5751738 w 5751765"/>
                  <a:gd name="connsiteY3" fmla="*/ 1448205 h 3085041"/>
                  <a:gd name="connsiteX4" fmla="*/ 5167086 w 5751765"/>
                  <a:gd name="connsiteY4" fmla="*/ 1979607 h 3085041"/>
                  <a:gd name="connsiteX5" fmla="*/ 699861 w 5751765"/>
                  <a:gd name="connsiteY5" fmla="*/ 1951031 h 3085041"/>
                  <a:gd name="connsiteX6" fmla="*/ 0 w 5751765"/>
                  <a:gd name="connsiteY6" fmla="*/ 1402481 h 3085041"/>
                  <a:gd name="connsiteX0" fmla="*/ 0 w 5627962"/>
                  <a:gd name="connsiteY0" fmla="*/ 1402481 h 3085041"/>
                  <a:gd name="connsiteX1" fmla="*/ 614135 w 5627962"/>
                  <a:gd name="connsiteY1" fmla="*/ 1017581 h 3085041"/>
                  <a:gd name="connsiteX2" fmla="*/ 5090885 w 5627962"/>
                  <a:gd name="connsiteY2" fmla="*/ 969956 h 3085041"/>
                  <a:gd name="connsiteX3" fmla="*/ 5627913 w 5627962"/>
                  <a:gd name="connsiteY3" fmla="*/ 1448205 h 3085041"/>
                  <a:gd name="connsiteX4" fmla="*/ 5167086 w 5627962"/>
                  <a:gd name="connsiteY4" fmla="*/ 1979607 h 3085041"/>
                  <a:gd name="connsiteX5" fmla="*/ 699861 w 5627962"/>
                  <a:gd name="connsiteY5" fmla="*/ 1951031 h 3085041"/>
                  <a:gd name="connsiteX6" fmla="*/ 0 w 5627962"/>
                  <a:gd name="connsiteY6" fmla="*/ 1402481 h 3085041"/>
                  <a:gd name="connsiteX0" fmla="*/ 0 w 5504137"/>
                  <a:gd name="connsiteY0" fmla="*/ 1402481 h 3085041"/>
                  <a:gd name="connsiteX1" fmla="*/ 490310 w 5504137"/>
                  <a:gd name="connsiteY1" fmla="*/ 1017581 h 3085041"/>
                  <a:gd name="connsiteX2" fmla="*/ 4967060 w 5504137"/>
                  <a:gd name="connsiteY2" fmla="*/ 969956 h 3085041"/>
                  <a:gd name="connsiteX3" fmla="*/ 5504088 w 5504137"/>
                  <a:gd name="connsiteY3" fmla="*/ 1448205 h 3085041"/>
                  <a:gd name="connsiteX4" fmla="*/ 5043261 w 5504137"/>
                  <a:gd name="connsiteY4" fmla="*/ 1979607 h 3085041"/>
                  <a:gd name="connsiteX5" fmla="*/ 576036 w 5504137"/>
                  <a:gd name="connsiteY5" fmla="*/ 1951031 h 3085041"/>
                  <a:gd name="connsiteX6" fmla="*/ 0 w 5504137"/>
                  <a:gd name="connsiteY6" fmla="*/ 1402481 h 3085041"/>
                  <a:gd name="connsiteX0" fmla="*/ 0 w 5504125"/>
                  <a:gd name="connsiteY0" fmla="*/ 1399348 h 3081908"/>
                  <a:gd name="connsiteX1" fmla="*/ 490310 w 5504125"/>
                  <a:gd name="connsiteY1" fmla="*/ 1014448 h 3081908"/>
                  <a:gd name="connsiteX2" fmla="*/ 4919435 w 5504125"/>
                  <a:gd name="connsiteY2" fmla="*/ 976348 h 3081908"/>
                  <a:gd name="connsiteX3" fmla="*/ 5504088 w 5504125"/>
                  <a:gd name="connsiteY3" fmla="*/ 1445072 h 3081908"/>
                  <a:gd name="connsiteX4" fmla="*/ 5043261 w 5504125"/>
                  <a:gd name="connsiteY4" fmla="*/ 1976474 h 3081908"/>
                  <a:gd name="connsiteX5" fmla="*/ 576036 w 5504125"/>
                  <a:gd name="connsiteY5" fmla="*/ 1947898 h 3081908"/>
                  <a:gd name="connsiteX6" fmla="*/ 0 w 5504125"/>
                  <a:gd name="connsiteY6" fmla="*/ 1399348 h 3081908"/>
                  <a:gd name="connsiteX0" fmla="*/ 0 w 5504115"/>
                  <a:gd name="connsiteY0" fmla="*/ 1399348 h 3081908"/>
                  <a:gd name="connsiteX1" fmla="*/ 490310 w 5504115"/>
                  <a:gd name="connsiteY1" fmla="*/ 1014448 h 3081908"/>
                  <a:gd name="connsiteX2" fmla="*/ 4919435 w 5504115"/>
                  <a:gd name="connsiteY2" fmla="*/ 976348 h 3081908"/>
                  <a:gd name="connsiteX3" fmla="*/ 5504088 w 5504115"/>
                  <a:gd name="connsiteY3" fmla="*/ 1445072 h 3081908"/>
                  <a:gd name="connsiteX4" fmla="*/ 5043261 w 5504115"/>
                  <a:gd name="connsiteY4" fmla="*/ 1976474 h 3081908"/>
                  <a:gd name="connsiteX5" fmla="*/ 576036 w 5504115"/>
                  <a:gd name="connsiteY5" fmla="*/ 1947898 h 3081908"/>
                  <a:gd name="connsiteX6" fmla="*/ 0 w 5504115"/>
                  <a:gd name="connsiteY6" fmla="*/ 1399348 h 3081908"/>
                  <a:gd name="connsiteX0" fmla="*/ 0 w 5504115"/>
                  <a:gd name="connsiteY0" fmla="*/ 1415028 h 3097588"/>
                  <a:gd name="connsiteX1" fmla="*/ 490310 w 5504115"/>
                  <a:gd name="connsiteY1" fmla="*/ 1030128 h 3097588"/>
                  <a:gd name="connsiteX2" fmla="*/ 4919435 w 5504115"/>
                  <a:gd name="connsiteY2" fmla="*/ 992028 h 3097588"/>
                  <a:gd name="connsiteX3" fmla="*/ 5504088 w 5504115"/>
                  <a:gd name="connsiteY3" fmla="*/ 1460752 h 3097588"/>
                  <a:gd name="connsiteX4" fmla="*/ 5043261 w 5504115"/>
                  <a:gd name="connsiteY4" fmla="*/ 1992154 h 3097588"/>
                  <a:gd name="connsiteX5" fmla="*/ 576036 w 5504115"/>
                  <a:gd name="connsiteY5" fmla="*/ 1963578 h 3097588"/>
                  <a:gd name="connsiteX6" fmla="*/ 0 w 5504115"/>
                  <a:gd name="connsiteY6" fmla="*/ 1415028 h 3097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04115" h="3097588">
                    <a:moveTo>
                      <a:pt x="0" y="1415028"/>
                    </a:moveTo>
                    <a:cubicBezTo>
                      <a:pt x="67658" y="1300395"/>
                      <a:pt x="141892" y="1340341"/>
                      <a:pt x="490310" y="1030128"/>
                    </a:cubicBezTo>
                    <a:cubicBezTo>
                      <a:pt x="2724678" y="-946959"/>
                      <a:pt x="4225093" y="429720"/>
                      <a:pt x="4919435" y="992028"/>
                    </a:cubicBezTo>
                    <a:cubicBezTo>
                      <a:pt x="5232777" y="1278111"/>
                      <a:pt x="5507263" y="1363914"/>
                      <a:pt x="5504088" y="1460752"/>
                    </a:cubicBezTo>
                    <a:cubicBezTo>
                      <a:pt x="5500913" y="1557590"/>
                      <a:pt x="5285166" y="1643237"/>
                      <a:pt x="5043261" y="1992154"/>
                    </a:cubicBezTo>
                    <a:cubicBezTo>
                      <a:pt x="4248907" y="2826846"/>
                      <a:pt x="2411942" y="4007628"/>
                      <a:pt x="576036" y="1963578"/>
                    </a:cubicBezTo>
                    <a:cubicBezTo>
                      <a:pt x="401638" y="1670207"/>
                      <a:pt x="19050" y="1592828"/>
                      <a:pt x="0" y="1415028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460FF41-F86F-13CD-B404-FEFE6BB1F33D}"/>
                  </a:ext>
                </a:extLst>
              </p:cNvPr>
              <p:cNvSpPr/>
              <p:nvPr/>
            </p:nvSpPr>
            <p:spPr>
              <a:xfrm>
                <a:off x="2856715" y="3610329"/>
                <a:ext cx="5500365" cy="1666957"/>
              </a:xfrm>
              <a:custGeom>
                <a:avLst/>
                <a:gdLst>
                  <a:gd name="connsiteX0" fmla="*/ 0 w 5500365"/>
                  <a:gd name="connsiteY0" fmla="*/ 0 h 1666957"/>
                  <a:gd name="connsiteX1" fmla="*/ 94668 w 5500365"/>
                  <a:gd name="connsiteY1" fmla="*/ 11563 h 1666957"/>
                  <a:gd name="connsiteX2" fmla="*/ 2658287 w 5500365"/>
                  <a:gd name="connsiteY2" fmla="*/ 361496 h 1666957"/>
                  <a:gd name="connsiteX3" fmla="*/ 5330295 w 5500365"/>
                  <a:gd name="connsiteY3" fmla="*/ 27294 h 1666957"/>
                  <a:gd name="connsiteX4" fmla="*/ 5491243 w 5500365"/>
                  <a:gd name="connsiteY4" fmla="*/ 1038 h 1666957"/>
                  <a:gd name="connsiteX5" fmla="*/ 5500365 w 5500365"/>
                  <a:gd name="connsiteY5" fmla="*/ 30121 h 1666957"/>
                  <a:gd name="connsiteX6" fmla="*/ 5039538 w 5500365"/>
                  <a:gd name="connsiteY6" fmla="*/ 561523 h 1666957"/>
                  <a:gd name="connsiteX7" fmla="*/ 572313 w 5500365"/>
                  <a:gd name="connsiteY7" fmla="*/ 532947 h 1666957"/>
                  <a:gd name="connsiteX8" fmla="*/ 3970 w 5500365"/>
                  <a:gd name="connsiteY8" fmla="*/ 16635 h 1666957"/>
                  <a:gd name="connsiteX9" fmla="*/ 0 w 5500365"/>
                  <a:gd name="connsiteY9" fmla="*/ 0 h 1666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500365" h="1666957">
                    <a:moveTo>
                      <a:pt x="0" y="0"/>
                    </a:moveTo>
                    <a:lnTo>
                      <a:pt x="94668" y="11563"/>
                    </a:lnTo>
                    <a:cubicBezTo>
                      <a:pt x="581905" y="103092"/>
                      <a:pt x="1025713" y="638316"/>
                      <a:pt x="2658287" y="361496"/>
                    </a:cubicBezTo>
                    <a:cubicBezTo>
                      <a:pt x="4189382" y="685941"/>
                      <a:pt x="4514970" y="189971"/>
                      <a:pt x="5330295" y="27294"/>
                    </a:cubicBezTo>
                    <a:lnTo>
                      <a:pt x="5491243" y="1038"/>
                    </a:lnTo>
                    <a:lnTo>
                      <a:pt x="5500365" y="30121"/>
                    </a:lnTo>
                    <a:cubicBezTo>
                      <a:pt x="5497190" y="126959"/>
                      <a:pt x="5281443" y="212606"/>
                      <a:pt x="5039538" y="561523"/>
                    </a:cubicBezTo>
                    <a:cubicBezTo>
                      <a:pt x="4245184" y="1396215"/>
                      <a:pt x="2408219" y="2576997"/>
                      <a:pt x="572313" y="532947"/>
                    </a:cubicBezTo>
                    <a:cubicBezTo>
                      <a:pt x="408815" y="257912"/>
                      <a:pt x="62337" y="172713"/>
                      <a:pt x="3970" y="16635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Arc 76">
                <a:extLst>
                  <a:ext uri="{FF2B5EF4-FFF2-40B4-BE49-F238E27FC236}">
                    <a16:creationId xmlns:a16="http://schemas.microsoft.com/office/drawing/2014/main" id="{63D5CE0B-E2E5-E443-ED00-29F0DB812CCA}"/>
                  </a:ext>
                </a:extLst>
              </p:cNvPr>
              <p:cNvSpPr/>
              <p:nvPr/>
            </p:nvSpPr>
            <p:spPr>
              <a:xfrm rot="9893877">
                <a:off x="5287330" y="3646116"/>
                <a:ext cx="480111" cy="480111"/>
              </a:xfrm>
              <a:prstGeom prst="arc">
                <a:avLst>
                  <a:gd name="adj1" fmla="val 11034610"/>
                  <a:gd name="adj2" fmla="val 2040932"/>
                </a:avLst>
              </a:prstGeom>
              <a:grpFill/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1F1CE4F-40CE-3C1F-D0A1-27C051F3B56C}"/>
                </a:ext>
              </a:extLst>
            </p:cNvPr>
            <p:cNvGrpSpPr/>
            <p:nvPr/>
          </p:nvGrpSpPr>
          <p:grpSpPr>
            <a:xfrm>
              <a:off x="6315621" y="3103520"/>
              <a:ext cx="773766" cy="919840"/>
              <a:chOff x="6315621" y="3103520"/>
              <a:chExt cx="773766" cy="919840"/>
            </a:xfrm>
            <a:grpFill/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7F36513C-B081-2BC7-EEBD-7DB1170B2744}"/>
                  </a:ext>
                </a:extLst>
              </p:cNvPr>
              <p:cNvSpPr/>
              <p:nvPr/>
            </p:nvSpPr>
            <p:spPr>
              <a:xfrm>
                <a:off x="6315621" y="3103520"/>
                <a:ext cx="773766" cy="919840"/>
              </a:xfrm>
              <a:prstGeom prst="ellipse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FCD8B792-78F1-FE05-0999-0806D2EF75A0}"/>
                  </a:ext>
                </a:extLst>
              </p:cNvPr>
              <p:cNvSpPr/>
              <p:nvPr/>
            </p:nvSpPr>
            <p:spPr>
              <a:xfrm>
                <a:off x="6680912" y="3225968"/>
                <a:ext cx="259844" cy="308898"/>
              </a:xfrm>
              <a:prstGeom prst="ellipse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94EAAD9-9959-6D0B-F353-A0B872C7609C}"/>
                  </a:ext>
                </a:extLst>
              </p:cNvPr>
              <p:cNvSpPr/>
              <p:nvPr/>
            </p:nvSpPr>
            <p:spPr>
              <a:xfrm>
                <a:off x="6529365" y="3540816"/>
                <a:ext cx="151547" cy="180156"/>
              </a:xfrm>
              <a:prstGeom prst="ellipse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9320763-719B-99AB-6697-C1AB69459868}"/>
                </a:ext>
              </a:extLst>
            </p:cNvPr>
            <p:cNvGrpSpPr/>
            <p:nvPr/>
          </p:nvGrpSpPr>
          <p:grpSpPr>
            <a:xfrm>
              <a:off x="4144893" y="3079207"/>
              <a:ext cx="773766" cy="919840"/>
              <a:chOff x="6317755" y="3064326"/>
              <a:chExt cx="773766" cy="919840"/>
            </a:xfrm>
            <a:grpFill/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19D8514E-4EE5-B649-26EF-CEC163CE2924}"/>
                  </a:ext>
                </a:extLst>
              </p:cNvPr>
              <p:cNvSpPr/>
              <p:nvPr/>
            </p:nvSpPr>
            <p:spPr>
              <a:xfrm>
                <a:off x="6317755" y="3064326"/>
                <a:ext cx="773766" cy="919840"/>
              </a:xfrm>
              <a:prstGeom prst="ellipse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C50404C8-C0C2-50AA-F2CD-0D8AA90E8635}"/>
                  </a:ext>
                </a:extLst>
              </p:cNvPr>
              <p:cNvSpPr/>
              <p:nvPr/>
            </p:nvSpPr>
            <p:spPr>
              <a:xfrm>
                <a:off x="6683046" y="3186774"/>
                <a:ext cx="259844" cy="308898"/>
              </a:xfrm>
              <a:prstGeom prst="ellipse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7C72902B-0F47-F1F5-D96A-D12271C26797}"/>
                  </a:ext>
                </a:extLst>
              </p:cNvPr>
              <p:cNvSpPr/>
              <p:nvPr/>
            </p:nvSpPr>
            <p:spPr>
              <a:xfrm>
                <a:off x="6531499" y="3501622"/>
                <a:ext cx="151547" cy="180156"/>
              </a:xfrm>
              <a:prstGeom prst="ellipse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56753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BD5B360-DA4B-AA7F-3987-5ECFCB4E81D2}"/>
              </a:ext>
            </a:extLst>
          </p:cNvPr>
          <p:cNvGrpSpPr/>
          <p:nvPr/>
        </p:nvGrpSpPr>
        <p:grpSpPr>
          <a:xfrm>
            <a:off x="2079790" y="836908"/>
            <a:ext cx="6739599" cy="5888176"/>
            <a:chOff x="4169342" y="2914886"/>
            <a:chExt cx="3420844" cy="298868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8F34CD7-04F8-9AA3-6BE2-CE13C89F23F9}"/>
                </a:ext>
              </a:extLst>
            </p:cNvPr>
            <p:cNvSpPr/>
            <p:nvPr/>
          </p:nvSpPr>
          <p:spPr>
            <a:xfrm rot="329721" flipH="1">
              <a:off x="6273595" y="3821104"/>
              <a:ext cx="1316591" cy="865631"/>
            </a:xfrm>
            <a:custGeom>
              <a:avLst/>
              <a:gdLst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203982 w 1158863"/>
                <a:gd name="connsiteY12" fmla="*/ 157180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180169 w 1158863"/>
                <a:gd name="connsiteY12" fmla="*/ 152418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40574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66768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50403"/>
                <a:gd name="connsiteX1" fmla="*/ 1095264 w 1164320"/>
                <a:gd name="connsiteY1" fmla="*/ 369111 h 750403"/>
                <a:gd name="connsiteX2" fmla="*/ 973820 w 1164320"/>
                <a:gd name="connsiteY2" fmla="*/ 400068 h 750403"/>
                <a:gd name="connsiteX3" fmla="*/ 807133 w 1164320"/>
                <a:gd name="connsiteY3" fmla="*/ 392924 h 750403"/>
                <a:gd name="connsiteX4" fmla="*/ 664258 w 1164320"/>
                <a:gd name="connsiteY4" fmla="*/ 288149 h 750403"/>
                <a:gd name="connsiteX5" fmla="*/ 552339 w 1164320"/>
                <a:gd name="connsiteY5" fmla="*/ 169086 h 750403"/>
                <a:gd name="connsiteX6" fmla="*/ 435658 w 1164320"/>
                <a:gd name="connsiteY6" fmla="*/ 52405 h 750403"/>
                <a:gd name="connsiteX7" fmla="*/ 283258 w 1164320"/>
                <a:gd name="connsiteY7" fmla="*/ 18 h 750403"/>
                <a:gd name="connsiteX8" fmla="*/ 92758 w 1164320"/>
                <a:gd name="connsiteY8" fmla="*/ 57168 h 750403"/>
                <a:gd name="connsiteX9" fmla="*/ 7033 w 1164320"/>
                <a:gd name="connsiteY9" fmla="*/ 207186 h 750403"/>
                <a:gd name="connsiteX10" fmla="*/ 42752 w 1164320"/>
                <a:gd name="connsiteY10" fmla="*/ 321486 h 750403"/>
                <a:gd name="connsiteX11" fmla="*/ 111808 w 1164320"/>
                <a:gd name="connsiteY11" fmla="*/ 228618 h 750403"/>
                <a:gd name="connsiteX12" fmla="*/ 185626 w 1164320"/>
                <a:gd name="connsiteY12" fmla="*/ 152418 h 750403"/>
                <a:gd name="connsiteX13" fmla="*/ 309452 w 1164320"/>
                <a:gd name="connsiteY13" fmla="*/ 152418 h 750403"/>
                <a:gd name="connsiteX14" fmla="*/ 385652 w 1164320"/>
                <a:gd name="connsiteY14" fmla="*/ 345299 h 750403"/>
                <a:gd name="connsiteX15" fmla="*/ 471377 w 1164320"/>
                <a:gd name="connsiteY15" fmla="*/ 535799 h 750403"/>
                <a:gd name="connsiteX16" fmla="*/ 595202 w 1164320"/>
                <a:gd name="connsiteY16" fmla="*/ 666768 h 750403"/>
                <a:gd name="connsiteX17" fmla="*/ 726171 w 1164320"/>
                <a:gd name="connsiteY17" fmla="*/ 742968 h 750403"/>
                <a:gd name="connsiteX18" fmla="*/ 888095 w 1164320"/>
                <a:gd name="connsiteY18" fmla="*/ 745349 h 750403"/>
                <a:gd name="connsiteX19" fmla="*/ 990489 w 1164320"/>
                <a:gd name="connsiteY19" fmla="*/ 723918 h 750403"/>
                <a:gd name="connsiteX20" fmla="*/ 990489 w 1164320"/>
                <a:gd name="connsiteY20" fmla="*/ 723918 h 750403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0006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100027 w 1164320"/>
                <a:gd name="connsiteY1" fmla="*/ 383398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8 h 760607"/>
                <a:gd name="connsiteX1" fmla="*/ 1100027 w 1164320"/>
                <a:gd name="connsiteY1" fmla="*/ 383397 h 760607"/>
                <a:gd name="connsiteX2" fmla="*/ 973820 w 1164320"/>
                <a:gd name="connsiteY2" fmla="*/ 419117 h 760607"/>
                <a:gd name="connsiteX3" fmla="*/ 807133 w 1164320"/>
                <a:gd name="connsiteY3" fmla="*/ 392923 h 760607"/>
                <a:gd name="connsiteX4" fmla="*/ 664258 w 1164320"/>
                <a:gd name="connsiteY4" fmla="*/ 288148 h 760607"/>
                <a:gd name="connsiteX5" fmla="*/ 561864 w 1164320"/>
                <a:gd name="connsiteY5" fmla="*/ 152416 h 760607"/>
                <a:gd name="connsiteX6" fmla="*/ 435658 w 1164320"/>
                <a:gd name="connsiteY6" fmla="*/ 52404 h 760607"/>
                <a:gd name="connsiteX7" fmla="*/ 283258 w 1164320"/>
                <a:gd name="connsiteY7" fmla="*/ 17 h 760607"/>
                <a:gd name="connsiteX8" fmla="*/ 92758 w 1164320"/>
                <a:gd name="connsiteY8" fmla="*/ 57167 h 760607"/>
                <a:gd name="connsiteX9" fmla="*/ 7033 w 1164320"/>
                <a:gd name="connsiteY9" fmla="*/ 207185 h 760607"/>
                <a:gd name="connsiteX10" fmla="*/ 42752 w 1164320"/>
                <a:gd name="connsiteY10" fmla="*/ 321485 h 760607"/>
                <a:gd name="connsiteX11" fmla="*/ 111808 w 1164320"/>
                <a:gd name="connsiteY11" fmla="*/ 228617 h 760607"/>
                <a:gd name="connsiteX12" fmla="*/ 185626 w 1164320"/>
                <a:gd name="connsiteY12" fmla="*/ 152417 h 760607"/>
                <a:gd name="connsiteX13" fmla="*/ 309452 w 1164320"/>
                <a:gd name="connsiteY13" fmla="*/ 152417 h 760607"/>
                <a:gd name="connsiteX14" fmla="*/ 385652 w 1164320"/>
                <a:gd name="connsiteY14" fmla="*/ 345298 h 760607"/>
                <a:gd name="connsiteX15" fmla="*/ 471377 w 1164320"/>
                <a:gd name="connsiteY15" fmla="*/ 535798 h 760607"/>
                <a:gd name="connsiteX16" fmla="*/ 595202 w 1164320"/>
                <a:gd name="connsiteY16" fmla="*/ 666767 h 760607"/>
                <a:gd name="connsiteX17" fmla="*/ 726171 w 1164320"/>
                <a:gd name="connsiteY17" fmla="*/ 742967 h 760607"/>
                <a:gd name="connsiteX18" fmla="*/ 888095 w 1164320"/>
                <a:gd name="connsiteY18" fmla="*/ 759636 h 760607"/>
                <a:gd name="connsiteX19" fmla="*/ 990489 w 1164320"/>
                <a:gd name="connsiteY19" fmla="*/ 723917 h 760607"/>
                <a:gd name="connsiteX20" fmla="*/ 990489 w 1164320"/>
                <a:gd name="connsiteY20" fmla="*/ 723917 h 760607"/>
                <a:gd name="connsiteX0" fmla="*/ 1164320 w 1164320"/>
                <a:gd name="connsiteY0" fmla="*/ 326424 h 760783"/>
                <a:gd name="connsiteX1" fmla="*/ 1100027 w 1164320"/>
                <a:gd name="connsiteY1" fmla="*/ 383573 h 760783"/>
                <a:gd name="connsiteX2" fmla="*/ 973820 w 1164320"/>
                <a:gd name="connsiteY2" fmla="*/ 419293 h 760783"/>
                <a:gd name="connsiteX3" fmla="*/ 807133 w 1164320"/>
                <a:gd name="connsiteY3" fmla="*/ 393099 h 760783"/>
                <a:gd name="connsiteX4" fmla="*/ 664258 w 1164320"/>
                <a:gd name="connsiteY4" fmla="*/ 288324 h 760783"/>
                <a:gd name="connsiteX5" fmla="*/ 561864 w 1164320"/>
                <a:gd name="connsiteY5" fmla="*/ 152592 h 760783"/>
                <a:gd name="connsiteX6" fmla="*/ 438039 w 1164320"/>
                <a:gd name="connsiteY6" fmla="*/ 43055 h 760783"/>
                <a:gd name="connsiteX7" fmla="*/ 283258 w 1164320"/>
                <a:gd name="connsiteY7" fmla="*/ 193 h 760783"/>
                <a:gd name="connsiteX8" fmla="*/ 92758 w 1164320"/>
                <a:gd name="connsiteY8" fmla="*/ 57343 h 760783"/>
                <a:gd name="connsiteX9" fmla="*/ 7033 w 1164320"/>
                <a:gd name="connsiteY9" fmla="*/ 207361 h 760783"/>
                <a:gd name="connsiteX10" fmla="*/ 42752 w 1164320"/>
                <a:gd name="connsiteY10" fmla="*/ 321661 h 760783"/>
                <a:gd name="connsiteX11" fmla="*/ 111808 w 1164320"/>
                <a:gd name="connsiteY11" fmla="*/ 228793 h 760783"/>
                <a:gd name="connsiteX12" fmla="*/ 185626 w 1164320"/>
                <a:gd name="connsiteY12" fmla="*/ 152593 h 760783"/>
                <a:gd name="connsiteX13" fmla="*/ 309452 w 1164320"/>
                <a:gd name="connsiteY13" fmla="*/ 152593 h 760783"/>
                <a:gd name="connsiteX14" fmla="*/ 385652 w 1164320"/>
                <a:gd name="connsiteY14" fmla="*/ 345474 h 760783"/>
                <a:gd name="connsiteX15" fmla="*/ 471377 w 1164320"/>
                <a:gd name="connsiteY15" fmla="*/ 535974 h 760783"/>
                <a:gd name="connsiteX16" fmla="*/ 595202 w 1164320"/>
                <a:gd name="connsiteY16" fmla="*/ 666943 h 760783"/>
                <a:gd name="connsiteX17" fmla="*/ 726171 w 1164320"/>
                <a:gd name="connsiteY17" fmla="*/ 743143 h 760783"/>
                <a:gd name="connsiteX18" fmla="*/ 888095 w 1164320"/>
                <a:gd name="connsiteY18" fmla="*/ 759812 h 760783"/>
                <a:gd name="connsiteX19" fmla="*/ 990489 w 1164320"/>
                <a:gd name="connsiteY19" fmla="*/ 724093 h 760783"/>
                <a:gd name="connsiteX20" fmla="*/ 990489 w 1164320"/>
                <a:gd name="connsiteY20" fmla="*/ 724093 h 760783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09452 w 1164320"/>
                <a:gd name="connsiteY13" fmla="*/ 157326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62088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4320" h="765516">
                  <a:moveTo>
                    <a:pt x="1164320" y="331157"/>
                  </a:moveTo>
                  <a:cubicBezTo>
                    <a:pt x="1145667" y="346436"/>
                    <a:pt x="1131777" y="372828"/>
                    <a:pt x="1100027" y="388306"/>
                  </a:cubicBezTo>
                  <a:cubicBezTo>
                    <a:pt x="1068277" y="403784"/>
                    <a:pt x="1022636" y="422438"/>
                    <a:pt x="973820" y="424026"/>
                  </a:cubicBezTo>
                  <a:cubicBezTo>
                    <a:pt x="925004" y="425614"/>
                    <a:pt x="858727" y="419660"/>
                    <a:pt x="807133" y="397832"/>
                  </a:cubicBezTo>
                  <a:cubicBezTo>
                    <a:pt x="755539" y="376004"/>
                    <a:pt x="705136" y="333141"/>
                    <a:pt x="664258" y="293057"/>
                  </a:cubicBezTo>
                  <a:cubicBezTo>
                    <a:pt x="623380" y="252973"/>
                    <a:pt x="599567" y="198203"/>
                    <a:pt x="561864" y="157325"/>
                  </a:cubicBezTo>
                  <a:cubicBezTo>
                    <a:pt x="524161" y="116447"/>
                    <a:pt x="485267" y="73981"/>
                    <a:pt x="438039" y="47788"/>
                  </a:cubicBezTo>
                  <a:cubicBezTo>
                    <a:pt x="390811" y="21595"/>
                    <a:pt x="336043" y="-2217"/>
                    <a:pt x="278496" y="164"/>
                  </a:cubicBezTo>
                  <a:cubicBezTo>
                    <a:pt x="220949" y="2545"/>
                    <a:pt x="138002" y="26754"/>
                    <a:pt x="92758" y="62076"/>
                  </a:cubicBezTo>
                  <a:cubicBezTo>
                    <a:pt x="47514" y="97398"/>
                    <a:pt x="15367" y="168041"/>
                    <a:pt x="7033" y="212094"/>
                  </a:cubicBezTo>
                  <a:cubicBezTo>
                    <a:pt x="-1301" y="256147"/>
                    <a:pt x="-12810" y="318060"/>
                    <a:pt x="42752" y="326394"/>
                  </a:cubicBezTo>
                  <a:cubicBezTo>
                    <a:pt x="98314" y="334728"/>
                    <a:pt x="87996" y="260910"/>
                    <a:pt x="111808" y="233526"/>
                  </a:cubicBezTo>
                  <a:cubicBezTo>
                    <a:pt x="135620" y="206142"/>
                    <a:pt x="152289" y="171216"/>
                    <a:pt x="185626" y="162088"/>
                  </a:cubicBezTo>
                  <a:cubicBezTo>
                    <a:pt x="218963" y="152960"/>
                    <a:pt x="278495" y="147404"/>
                    <a:pt x="311833" y="178757"/>
                  </a:cubicBezTo>
                  <a:cubicBezTo>
                    <a:pt x="345171" y="210110"/>
                    <a:pt x="359061" y="289882"/>
                    <a:pt x="385652" y="350207"/>
                  </a:cubicBezTo>
                  <a:cubicBezTo>
                    <a:pt x="412243" y="410532"/>
                    <a:pt x="436452" y="487129"/>
                    <a:pt x="471377" y="540707"/>
                  </a:cubicBezTo>
                  <a:cubicBezTo>
                    <a:pt x="506302" y="594285"/>
                    <a:pt x="552736" y="637148"/>
                    <a:pt x="595202" y="671676"/>
                  </a:cubicBezTo>
                  <a:cubicBezTo>
                    <a:pt x="637668" y="706204"/>
                    <a:pt x="677356" y="732398"/>
                    <a:pt x="726171" y="747876"/>
                  </a:cubicBezTo>
                  <a:cubicBezTo>
                    <a:pt x="774986" y="763354"/>
                    <a:pt x="844042" y="767720"/>
                    <a:pt x="888095" y="764545"/>
                  </a:cubicBezTo>
                  <a:cubicBezTo>
                    <a:pt x="932148" y="761370"/>
                    <a:pt x="990489" y="728826"/>
                    <a:pt x="990489" y="728826"/>
                  </a:cubicBezTo>
                  <a:lnTo>
                    <a:pt x="990489" y="728826"/>
                  </a:lnTo>
                </a:path>
              </a:pathLst>
            </a:custGeom>
            <a:solidFill>
              <a:srgbClr val="BEA7D5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60DE05B-7D99-9CDA-6F07-2E7AD6818AD3}"/>
                </a:ext>
              </a:extLst>
            </p:cNvPr>
            <p:cNvGrpSpPr/>
            <p:nvPr/>
          </p:nvGrpSpPr>
          <p:grpSpPr>
            <a:xfrm rot="18657937">
              <a:off x="6546849" y="3722475"/>
              <a:ext cx="937606" cy="1088467"/>
              <a:chOff x="6479997" y="4263560"/>
              <a:chExt cx="937606" cy="1088467"/>
            </a:xfrm>
          </p:grpSpPr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8489B187-AEBB-E240-8EA1-B27508FBF7DE}"/>
                  </a:ext>
                </a:extLst>
              </p:cNvPr>
              <p:cNvSpPr/>
              <p:nvPr/>
            </p:nvSpPr>
            <p:spPr>
              <a:xfrm rot="3303579" flipH="1">
                <a:off x="6365003" y="4428173"/>
                <a:ext cx="1088467" cy="759241"/>
              </a:xfrm>
              <a:custGeom>
                <a:avLst/>
                <a:gdLst>
                  <a:gd name="connsiteX0" fmla="*/ 1088467 w 1088467"/>
                  <a:gd name="connsiteY0" fmla="*/ 655217 h 759241"/>
                  <a:gd name="connsiteX1" fmla="*/ 1053305 w 1088467"/>
                  <a:gd name="connsiteY1" fmla="*/ 664943 h 759241"/>
                  <a:gd name="connsiteX2" fmla="*/ 180097 w 1088467"/>
                  <a:gd name="connsiteY2" fmla="*/ 0 h 759241"/>
                  <a:gd name="connsiteX3" fmla="*/ 2923 w 1088467"/>
                  <a:gd name="connsiteY3" fmla="*/ 201297 h 759241"/>
                  <a:gd name="connsiteX4" fmla="*/ 0 w 1088467"/>
                  <a:gd name="connsiteY4" fmla="*/ 262412 h 759241"/>
                  <a:gd name="connsiteX5" fmla="*/ 9739 w 1088467"/>
                  <a:gd name="connsiteY5" fmla="*/ 262154 h 759241"/>
                  <a:gd name="connsiteX6" fmla="*/ 67536 w 1088467"/>
                  <a:gd name="connsiteY6" fmla="*/ 157676 h 759241"/>
                  <a:gd name="connsiteX7" fmla="*/ 151008 w 1088467"/>
                  <a:gd name="connsiteY7" fmla="*/ 76896 h 759241"/>
                  <a:gd name="connsiteX8" fmla="*/ 293721 w 1088467"/>
                  <a:gd name="connsiteY8" fmla="*/ 95745 h 759241"/>
                  <a:gd name="connsiteX9" fmla="*/ 377194 w 1088467"/>
                  <a:gd name="connsiteY9" fmla="*/ 289618 h 759241"/>
                  <a:gd name="connsiteX10" fmla="*/ 474130 w 1088467"/>
                  <a:gd name="connsiteY10" fmla="*/ 505031 h 759241"/>
                  <a:gd name="connsiteX11" fmla="*/ 614149 w 1088467"/>
                  <a:gd name="connsiteY11" fmla="*/ 653129 h 759241"/>
                  <a:gd name="connsiteX12" fmla="*/ 762246 w 1088467"/>
                  <a:gd name="connsiteY12" fmla="*/ 739294 h 759241"/>
                  <a:gd name="connsiteX13" fmla="*/ 945347 w 1088467"/>
                  <a:gd name="connsiteY13" fmla="*/ 758143 h 759241"/>
                  <a:gd name="connsiteX14" fmla="*/ 1061132 w 1088467"/>
                  <a:gd name="connsiteY14" fmla="*/ 717753 h 759241"/>
                  <a:gd name="connsiteX15" fmla="*/ 1088467 w 1088467"/>
                  <a:gd name="connsiteY15" fmla="*/ 655217 h 75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88467" h="759241">
                    <a:moveTo>
                      <a:pt x="1088467" y="655217"/>
                    </a:moveTo>
                    <a:lnTo>
                      <a:pt x="1053305" y="664943"/>
                    </a:lnTo>
                    <a:cubicBezTo>
                      <a:pt x="388038" y="824227"/>
                      <a:pt x="535616" y="7372"/>
                      <a:pt x="180097" y="0"/>
                    </a:cubicBezTo>
                    <a:cubicBezTo>
                      <a:pt x="72776" y="46352"/>
                      <a:pt x="18682" y="125234"/>
                      <a:pt x="2923" y="201297"/>
                    </a:cubicBezTo>
                    <a:lnTo>
                      <a:pt x="0" y="262412"/>
                    </a:lnTo>
                    <a:lnTo>
                      <a:pt x="9739" y="262154"/>
                    </a:lnTo>
                    <a:cubicBezTo>
                      <a:pt x="49964" y="252066"/>
                      <a:pt x="43976" y="184772"/>
                      <a:pt x="67536" y="157676"/>
                    </a:cubicBezTo>
                    <a:cubicBezTo>
                      <a:pt x="94462" y="126712"/>
                      <a:pt x="113311" y="87218"/>
                      <a:pt x="151008" y="76896"/>
                    </a:cubicBezTo>
                    <a:cubicBezTo>
                      <a:pt x="188704" y="66574"/>
                      <a:pt x="256023" y="60292"/>
                      <a:pt x="293721" y="95745"/>
                    </a:cubicBezTo>
                    <a:cubicBezTo>
                      <a:pt x="331418" y="131198"/>
                      <a:pt x="347125" y="221403"/>
                      <a:pt x="377194" y="289618"/>
                    </a:cubicBezTo>
                    <a:cubicBezTo>
                      <a:pt x="407262" y="357832"/>
                      <a:pt x="434638" y="444447"/>
                      <a:pt x="474130" y="505031"/>
                    </a:cubicBezTo>
                    <a:cubicBezTo>
                      <a:pt x="513622" y="565616"/>
                      <a:pt x="566129" y="614085"/>
                      <a:pt x="614149" y="653129"/>
                    </a:cubicBezTo>
                    <a:cubicBezTo>
                      <a:pt x="662168" y="692172"/>
                      <a:pt x="707047" y="721792"/>
                      <a:pt x="762246" y="739294"/>
                    </a:cubicBezTo>
                    <a:cubicBezTo>
                      <a:pt x="817445" y="756796"/>
                      <a:pt x="895532" y="761733"/>
                      <a:pt x="945347" y="758143"/>
                    </a:cubicBezTo>
                    <a:cubicBezTo>
                      <a:pt x="995161" y="754553"/>
                      <a:pt x="1061132" y="717753"/>
                      <a:pt x="1061132" y="717753"/>
                    </a:cubicBezTo>
                    <a:lnTo>
                      <a:pt x="1088467" y="655217"/>
                    </a:lnTo>
                    <a:close/>
                  </a:path>
                </a:pathLst>
              </a:custGeom>
              <a:solidFill>
                <a:srgbClr val="EADEFA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36DDBBF0-3882-0DBB-3F9F-C7005106DC36}"/>
                  </a:ext>
                </a:extLst>
              </p:cNvPr>
              <p:cNvSpPr/>
              <p:nvPr/>
            </p:nvSpPr>
            <p:spPr>
              <a:xfrm flipH="1" flipV="1">
                <a:off x="7366201" y="4870610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1194840A-FB98-B06D-D977-6C9120EDDEF8}"/>
                  </a:ext>
                </a:extLst>
              </p:cNvPr>
              <p:cNvSpPr/>
              <p:nvPr/>
            </p:nvSpPr>
            <p:spPr>
              <a:xfrm flipH="1" flipV="1">
                <a:off x="7371884" y="4996441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CF8901C5-C9E9-13DA-6661-3EED56A0D900}"/>
                  </a:ext>
                </a:extLst>
              </p:cNvPr>
              <p:cNvSpPr/>
              <p:nvPr/>
            </p:nvSpPr>
            <p:spPr>
              <a:xfrm flipH="1" flipV="1">
                <a:off x="7321871" y="5095966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35A45F4D-F4E6-54B1-F132-2D4F4AC68547}"/>
                  </a:ext>
                </a:extLst>
              </p:cNvPr>
              <p:cNvSpPr/>
              <p:nvPr/>
            </p:nvSpPr>
            <p:spPr>
              <a:xfrm flipH="1" flipV="1">
                <a:off x="6600232" y="4843448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C0A3A198-08B6-8C6F-EB6E-DF36A6EF35BE}"/>
                  </a:ext>
                </a:extLst>
              </p:cNvPr>
              <p:cNvSpPr/>
              <p:nvPr/>
            </p:nvSpPr>
            <p:spPr>
              <a:xfrm flipH="1" flipV="1">
                <a:off x="6766186" y="4886785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FD1C20FA-D91F-EE71-019B-529478DE3898}"/>
                  </a:ext>
                </a:extLst>
              </p:cNvPr>
              <p:cNvSpPr/>
              <p:nvPr/>
            </p:nvSpPr>
            <p:spPr>
              <a:xfrm flipH="1" flipV="1">
                <a:off x="6916640" y="4872407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2B83DCCA-64E0-AFAE-F81B-9A7931C4CA86}"/>
                  </a:ext>
                </a:extLst>
              </p:cNvPr>
              <p:cNvSpPr/>
              <p:nvPr/>
            </p:nvSpPr>
            <p:spPr>
              <a:xfrm flipH="1" flipV="1">
                <a:off x="7082758" y="4830128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67FFF928-CD49-77F5-9953-BFBFAE4014D8}"/>
                  </a:ext>
                </a:extLst>
              </p:cNvPr>
              <p:cNvSpPr/>
              <p:nvPr/>
            </p:nvSpPr>
            <p:spPr>
              <a:xfrm flipH="1" flipV="1">
                <a:off x="7236060" y="4805829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F7E4378C-C75E-E86E-6490-993C13EB388D}"/>
                  </a:ext>
                </a:extLst>
              </p:cNvPr>
              <p:cNvSpPr/>
              <p:nvPr/>
            </p:nvSpPr>
            <p:spPr>
              <a:xfrm flipH="1" flipV="1">
                <a:off x="6479997" y="4792502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6C1B722-DDDE-94C3-DC78-C1D46413E6A2}"/>
                </a:ext>
              </a:extLst>
            </p:cNvPr>
            <p:cNvSpPr/>
            <p:nvPr/>
          </p:nvSpPr>
          <p:spPr>
            <a:xfrm>
              <a:off x="4169342" y="4031362"/>
              <a:ext cx="1316591" cy="865631"/>
            </a:xfrm>
            <a:custGeom>
              <a:avLst/>
              <a:gdLst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203982 w 1158863"/>
                <a:gd name="connsiteY12" fmla="*/ 157180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180169 w 1158863"/>
                <a:gd name="connsiteY12" fmla="*/ 152418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40574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66768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50403"/>
                <a:gd name="connsiteX1" fmla="*/ 1095264 w 1164320"/>
                <a:gd name="connsiteY1" fmla="*/ 369111 h 750403"/>
                <a:gd name="connsiteX2" fmla="*/ 973820 w 1164320"/>
                <a:gd name="connsiteY2" fmla="*/ 400068 h 750403"/>
                <a:gd name="connsiteX3" fmla="*/ 807133 w 1164320"/>
                <a:gd name="connsiteY3" fmla="*/ 392924 h 750403"/>
                <a:gd name="connsiteX4" fmla="*/ 664258 w 1164320"/>
                <a:gd name="connsiteY4" fmla="*/ 288149 h 750403"/>
                <a:gd name="connsiteX5" fmla="*/ 552339 w 1164320"/>
                <a:gd name="connsiteY5" fmla="*/ 169086 h 750403"/>
                <a:gd name="connsiteX6" fmla="*/ 435658 w 1164320"/>
                <a:gd name="connsiteY6" fmla="*/ 52405 h 750403"/>
                <a:gd name="connsiteX7" fmla="*/ 283258 w 1164320"/>
                <a:gd name="connsiteY7" fmla="*/ 18 h 750403"/>
                <a:gd name="connsiteX8" fmla="*/ 92758 w 1164320"/>
                <a:gd name="connsiteY8" fmla="*/ 57168 h 750403"/>
                <a:gd name="connsiteX9" fmla="*/ 7033 w 1164320"/>
                <a:gd name="connsiteY9" fmla="*/ 207186 h 750403"/>
                <a:gd name="connsiteX10" fmla="*/ 42752 w 1164320"/>
                <a:gd name="connsiteY10" fmla="*/ 321486 h 750403"/>
                <a:gd name="connsiteX11" fmla="*/ 111808 w 1164320"/>
                <a:gd name="connsiteY11" fmla="*/ 228618 h 750403"/>
                <a:gd name="connsiteX12" fmla="*/ 185626 w 1164320"/>
                <a:gd name="connsiteY12" fmla="*/ 152418 h 750403"/>
                <a:gd name="connsiteX13" fmla="*/ 309452 w 1164320"/>
                <a:gd name="connsiteY13" fmla="*/ 152418 h 750403"/>
                <a:gd name="connsiteX14" fmla="*/ 385652 w 1164320"/>
                <a:gd name="connsiteY14" fmla="*/ 345299 h 750403"/>
                <a:gd name="connsiteX15" fmla="*/ 471377 w 1164320"/>
                <a:gd name="connsiteY15" fmla="*/ 535799 h 750403"/>
                <a:gd name="connsiteX16" fmla="*/ 595202 w 1164320"/>
                <a:gd name="connsiteY16" fmla="*/ 666768 h 750403"/>
                <a:gd name="connsiteX17" fmla="*/ 726171 w 1164320"/>
                <a:gd name="connsiteY17" fmla="*/ 742968 h 750403"/>
                <a:gd name="connsiteX18" fmla="*/ 888095 w 1164320"/>
                <a:gd name="connsiteY18" fmla="*/ 745349 h 750403"/>
                <a:gd name="connsiteX19" fmla="*/ 990489 w 1164320"/>
                <a:gd name="connsiteY19" fmla="*/ 723918 h 750403"/>
                <a:gd name="connsiteX20" fmla="*/ 990489 w 1164320"/>
                <a:gd name="connsiteY20" fmla="*/ 723918 h 750403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0006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100027 w 1164320"/>
                <a:gd name="connsiteY1" fmla="*/ 383398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8 h 760607"/>
                <a:gd name="connsiteX1" fmla="*/ 1100027 w 1164320"/>
                <a:gd name="connsiteY1" fmla="*/ 383397 h 760607"/>
                <a:gd name="connsiteX2" fmla="*/ 973820 w 1164320"/>
                <a:gd name="connsiteY2" fmla="*/ 419117 h 760607"/>
                <a:gd name="connsiteX3" fmla="*/ 807133 w 1164320"/>
                <a:gd name="connsiteY3" fmla="*/ 392923 h 760607"/>
                <a:gd name="connsiteX4" fmla="*/ 664258 w 1164320"/>
                <a:gd name="connsiteY4" fmla="*/ 288148 h 760607"/>
                <a:gd name="connsiteX5" fmla="*/ 561864 w 1164320"/>
                <a:gd name="connsiteY5" fmla="*/ 152416 h 760607"/>
                <a:gd name="connsiteX6" fmla="*/ 435658 w 1164320"/>
                <a:gd name="connsiteY6" fmla="*/ 52404 h 760607"/>
                <a:gd name="connsiteX7" fmla="*/ 283258 w 1164320"/>
                <a:gd name="connsiteY7" fmla="*/ 17 h 760607"/>
                <a:gd name="connsiteX8" fmla="*/ 92758 w 1164320"/>
                <a:gd name="connsiteY8" fmla="*/ 57167 h 760607"/>
                <a:gd name="connsiteX9" fmla="*/ 7033 w 1164320"/>
                <a:gd name="connsiteY9" fmla="*/ 207185 h 760607"/>
                <a:gd name="connsiteX10" fmla="*/ 42752 w 1164320"/>
                <a:gd name="connsiteY10" fmla="*/ 321485 h 760607"/>
                <a:gd name="connsiteX11" fmla="*/ 111808 w 1164320"/>
                <a:gd name="connsiteY11" fmla="*/ 228617 h 760607"/>
                <a:gd name="connsiteX12" fmla="*/ 185626 w 1164320"/>
                <a:gd name="connsiteY12" fmla="*/ 152417 h 760607"/>
                <a:gd name="connsiteX13" fmla="*/ 309452 w 1164320"/>
                <a:gd name="connsiteY13" fmla="*/ 152417 h 760607"/>
                <a:gd name="connsiteX14" fmla="*/ 385652 w 1164320"/>
                <a:gd name="connsiteY14" fmla="*/ 345298 h 760607"/>
                <a:gd name="connsiteX15" fmla="*/ 471377 w 1164320"/>
                <a:gd name="connsiteY15" fmla="*/ 535798 h 760607"/>
                <a:gd name="connsiteX16" fmla="*/ 595202 w 1164320"/>
                <a:gd name="connsiteY16" fmla="*/ 666767 h 760607"/>
                <a:gd name="connsiteX17" fmla="*/ 726171 w 1164320"/>
                <a:gd name="connsiteY17" fmla="*/ 742967 h 760607"/>
                <a:gd name="connsiteX18" fmla="*/ 888095 w 1164320"/>
                <a:gd name="connsiteY18" fmla="*/ 759636 h 760607"/>
                <a:gd name="connsiteX19" fmla="*/ 990489 w 1164320"/>
                <a:gd name="connsiteY19" fmla="*/ 723917 h 760607"/>
                <a:gd name="connsiteX20" fmla="*/ 990489 w 1164320"/>
                <a:gd name="connsiteY20" fmla="*/ 723917 h 760607"/>
                <a:gd name="connsiteX0" fmla="*/ 1164320 w 1164320"/>
                <a:gd name="connsiteY0" fmla="*/ 326424 h 760783"/>
                <a:gd name="connsiteX1" fmla="*/ 1100027 w 1164320"/>
                <a:gd name="connsiteY1" fmla="*/ 383573 h 760783"/>
                <a:gd name="connsiteX2" fmla="*/ 973820 w 1164320"/>
                <a:gd name="connsiteY2" fmla="*/ 419293 h 760783"/>
                <a:gd name="connsiteX3" fmla="*/ 807133 w 1164320"/>
                <a:gd name="connsiteY3" fmla="*/ 393099 h 760783"/>
                <a:gd name="connsiteX4" fmla="*/ 664258 w 1164320"/>
                <a:gd name="connsiteY4" fmla="*/ 288324 h 760783"/>
                <a:gd name="connsiteX5" fmla="*/ 561864 w 1164320"/>
                <a:gd name="connsiteY5" fmla="*/ 152592 h 760783"/>
                <a:gd name="connsiteX6" fmla="*/ 438039 w 1164320"/>
                <a:gd name="connsiteY6" fmla="*/ 43055 h 760783"/>
                <a:gd name="connsiteX7" fmla="*/ 283258 w 1164320"/>
                <a:gd name="connsiteY7" fmla="*/ 193 h 760783"/>
                <a:gd name="connsiteX8" fmla="*/ 92758 w 1164320"/>
                <a:gd name="connsiteY8" fmla="*/ 57343 h 760783"/>
                <a:gd name="connsiteX9" fmla="*/ 7033 w 1164320"/>
                <a:gd name="connsiteY9" fmla="*/ 207361 h 760783"/>
                <a:gd name="connsiteX10" fmla="*/ 42752 w 1164320"/>
                <a:gd name="connsiteY10" fmla="*/ 321661 h 760783"/>
                <a:gd name="connsiteX11" fmla="*/ 111808 w 1164320"/>
                <a:gd name="connsiteY11" fmla="*/ 228793 h 760783"/>
                <a:gd name="connsiteX12" fmla="*/ 185626 w 1164320"/>
                <a:gd name="connsiteY12" fmla="*/ 152593 h 760783"/>
                <a:gd name="connsiteX13" fmla="*/ 309452 w 1164320"/>
                <a:gd name="connsiteY13" fmla="*/ 152593 h 760783"/>
                <a:gd name="connsiteX14" fmla="*/ 385652 w 1164320"/>
                <a:gd name="connsiteY14" fmla="*/ 345474 h 760783"/>
                <a:gd name="connsiteX15" fmla="*/ 471377 w 1164320"/>
                <a:gd name="connsiteY15" fmla="*/ 535974 h 760783"/>
                <a:gd name="connsiteX16" fmla="*/ 595202 w 1164320"/>
                <a:gd name="connsiteY16" fmla="*/ 666943 h 760783"/>
                <a:gd name="connsiteX17" fmla="*/ 726171 w 1164320"/>
                <a:gd name="connsiteY17" fmla="*/ 743143 h 760783"/>
                <a:gd name="connsiteX18" fmla="*/ 888095 w 1164320"/>
                <a:gd name="connsiteY18" fmla="*/ 759812 h 760783"/>
                <a:gd name="connsiteX19" fmla="*/ 990489 w 1164320"/>
                <a:gd name="connsiteY19" fmla="*/ 724093 h 760783"/>
                <a:gd name="connsiteX20" fmla="*/ 990489 w 1164320"/>
                <a:gd name="connsiteY20" fmla="*/ 724093 h 760783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09452 w 1164320"/>
                <a:gd name="connsiteY13" fmla="*/ 157326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62088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4320" h="765516">
                  <a:moveTo>
                    <a:pt x="1164320" y="331157"/>
                  </a:moveTo>
                  <a:cubicBezTo>
                    <a:pt x="1145667" y="346436"/>
                    <a:pt x="1131777" y="372828"/>
                    <a:pt x="1100027" y="388306"/>
                  </a:cubicBezTo>
                  <a:cubicBezTo>
                    <a:pt x="1068277" y="403784"/>
                    <a:pt x="1022636" y="422438"/>
                    <a:pt x="973820" y="424026"/>
                  </a:cubicBezTo>
                  <a:cubicBezTo>
                    <a:pt x="925004" y="425614"/>
                    <a:pt x="858727" y="419660"/>
                    <a:pt x="807133" y="397832"/>
                  </a:cubicBezTo>
                  <a:cubicBezTo>
                    <a:pt x="755539" y="376004"/>
                    <a:pt x="705136" y="333141"/>
                    <a:pt x="664258" y="293057"/>
                  </a:cubicBezTo>
                  <a:cubicBezTo>
                    <a:pt x="623380" y="252973"/>
                    <a:pt x="599567" y="198203"/>
                    <a:pt x="561864" y="157325"/>
                  </a:cubicBezTo>
                  <a:cubicBezTo>
                    <a:pt x="524161" y="116447"/>
                    <a:pt x="485267" y="73981"/>
                    <a:pt x="438039" y="47788"/>
                  </a:cubicBezTo>
                  <a:cubicBezTo>
                    <a:pt x="390811" y="21595"/>
                    <a:pt x="336043" y="-2217"/>
                    <a:pt x="278496" y="164"/>
                  </a:cubicBezTo>
                  <a:cubicBezTo>
                    <a:pt x="220949" y="2545"/>
                    <a:pt x="138002" y="26754"/>
                    <a:pt x="92758" y="62076"/>
                  </a:cubicBezTo>
                  <a:cubicBezTo>
                    <a:pt x="47514" y="97398"/>
                    <a:pt x="15367" y="168041"/>
                    <a:pt x="7033" y="212094"/>
                  </a:cubicBezTo>
                  <a:cubicBezTo>
                    <a:pt x="-1301" y="256147"/>
                    <a:pt x="-12810" y="318060"/>
                    <a:pt x="42752" y="326394"/>
                  </a:cubicBezTo>
                  <a:cubicBezTo>
                    <a:pt x="98314" y="334728"/>
                    <a:pt x="87996" y="260910"/>
                    <a:pt x="111808" y="233526"/>
                  </a:cubicBezTo>
                  <a:cubicBezTo>
                    <a:pt x="135620" y="206142"/>
                    <a:pt x="152289" y="171216"/>
                    <a:pt x="185626" y="162088"/>
                  </a:cubicBezTo>
                  <a:cubicBezTo>
                    <a:pt x="218963" y="152960"/>
                    <a:pt x="278495" y="147404"/>
                    <a:pt x="311833" y="178757"/>
                  </a:cubicBezTo>
                  <a:cubicBezTo>
                    <a:pt x="345171" y="210110"/>
                    <a:pt x="359061" y="289882"/>
                    <a:pt x="385652" y="350207"/>
                  </a:cubicBezTo>
                  <a:cubicBezTo>
                    <a:pt x="412243" y="410532"/>
                    <a:pt x="436452" y="487129"/>
                    <a:pt x="471377" y="540707"/>
                  </a:cubicBezTo>
                  <a:cubicBezTo>
                    <a:pt x="506302" y="594285"/>
                    <a:pt x="552736" y="637148"/>
                    <a:pt x="595202" y="671676"/>
                  </a:cubicBezTo>
                  <a:cubicBezTo>
                    <a:pt x="637668" y="706204"/>
                    <a:pt x="677356" y="732398"/>
                    <a:pt x="726171" y="747876"/>
                  </a:cubicBezTo>
                  <a:cubicBezTo>
                    <a:pt x="774986" y="763354"/>
                    <a:pt x="844042" y="767720"/>
                    <a:pt x="888095" y="764545"/>
                  </a:cubicBezTo>
                  <a:cubicBezTo>
                    <a:pt x="932148" y="761370"/>
                    <a:pt x="990489" y="728826"/>
                    <a:pt x="990489" y="728826"/>
                  </a:cubicBezTo>
                  <a:lnTo>
                    <a:pt x="990489" y="728826"/>
                  </a:lnTo>
                </a:path>
              </a:pathLst>
            </a:custGeom>
            <a:solidFill>
              <a:srgbClr val="BEA7D5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F910BF9-645D-4625-2F3F-F58D0CE59B59}"/>
                </a:ext>
              </a:extLst>
            </p:cNvPr>
            <p:cNvGrpSpPr/>
            <p:nvPr/>
          </p:nvGrpSpPr>
          <p:grpSpPr>
            <a:xfrm rot="3322491" flipH="1">
              <a:off x="4281466" y="3928457"/>
              <a:ext cx="937606" cy="1088467"/>
              <a:chOff x="6479997" y="4263560"/>
              <a:chExt cx="937606" cy="1088467"/>
            </a:xfrm>
          </p:grpSpPr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ACC2BDB7-8FEC-743F-E75A-9ED518B59805}"/>
                  </a:ext>
                </a:extLst>
              </p:cNvPr>
              <p:cNvSpPr/>
              <p:nvPr/>
            </p:nvSpPr>
            <p:spPr>
              <a:xfrm rot="3303579" flipH="1">
                <a:off x="6365003" y="4428173"/>
                <a:ext cx="1088467" cy="759241"/>
              </a:xfrm>
              <a:custGeom>
                <a:avLst/>
                <a:gdLst>
                  <a:gd name="connsiteX0" fmla="*/ 1088467 w 1088467"/>
                  <a:gd name="connsiteY0" fmla="*/ 655217 h 759241"/>
                  <a:gd name="connsiteX1" fmla="*/ 1053305 w 1088467"/>
                  <a:gd name="connsiteY1" fmla="*/ 664943 h 759241"/>
                  <a:gd name="connsiteX2" fmla="*/ 180097 w 1088467"/>
                  <a:gd name="connsiteY2" fmla="*/ 0 h 759241"/>
                  <a:gd name="connsiteX3" fmla="*/ 2923 w 1088467"/>
                  <a:gd name="connsiteY3" fmla="*/ 201297 h 759241"/>
                  <a:gd name="connsiteX4" fmla="*/ 0 w 1088467"/>
                  <a:gd name="connsiteY4" fmla="*/ 262412 h 759241"/>
                  <a:gd name="connsiteX5" fmla="*/ 9739 w 1088467"/>
                  <a:gd name="connsiteY5" fmla="*/ 262154 h 759241"/>
                  <a:gd name="connsiteX6" fmla="*/ 67536 w 1088467"/>
                  <a:gd name="connsiteY6" fmla="*/ 157676 h 759241"/>
                  <a:gd name="connsiteX7" fmla="*/ 151008 w 1088467"/>
                  <a:gd name="connsiteY7" fmla="*/ 76896 h 759241"/>
                  <a:gd name="connsiteX8" fmla="*/ 293721 w 1088467"/>
                  <a:gd name="connsiteY8" fmla="*/ 95745 h 759241"/>
                  <a:gd name="connsiteX9" fmla="*/ 377194 w 1088467"/>
                  <a:gd name="connsiteY9" fmla="*/ 289618 h 759241"/>
                  <a:gd name="connsiteX10" fmla="*/ 474130 w 1088467"/>
                  <a:gd name="connsiteY10" fmla="*/ 505031 h 759241"/>
                  <a:gd name="connsiteX11" fmla="*/ 614149 w 1088467"/>
                  <a:gd name="connsiteY11" fmla="*/ 653129 h 759241"/>
                  <a:gd name="connsiteX12" fmla="*/ 762246 w 1088467"/>
                  <a:gd name="connsiteY12" fmla="*/ 739294 h 759241"/>
                  <a:gd name="connsiteX13" fmla="*/ 945347 w 1088467"/>
                  <a:gd name="connsiteY13" fmla="*/ 758143 h 759241"/>
                  <a:gd name="connsiteX14" fmla="*/ 1061132 w 1088467"/>
                  <a:gd name="connsiteY14" fmla="*/ 717753 h 759241"/>
                  <a:gd name="connsiteX15" fmla="*/ 1088467 w 1088467"/>
                  <a:gd name="connsiteY15" fmla="*/ 655217 h 75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88467" h="759241">
                    <a:moveTo>
                      <a:pt x="1088467" y="655217"/>
                    </a:moveTo>
                    <a:lnTo>
                      <a:pt x="1053305" y="664943"/>
                    </a:lnTo>
                    <a:cubicBezTo>
                      <a:pt x="388038" y="824227"/>
                      <a:pt x="535616" y="7372"/>
                      <a:pt x="180097" y="0"/>
                    </a:cubicBezTo>
                    <a:cubicBezTo>
                      <a:pt x="72776" y="46352"/>
                      <a:pt x="18682" y="125234"/>
                      <a:pt x="2923" y="201297"/>
                    </a:cubicBezTo>
                    <a:lnTo>
                      <a:pt x="0" y="262412"/>
                    </a:lnTo>
                    <a:lnTo>
                      <a:pt x="9739" y="262154"/>
                    </a:lnTo>
                    <a:cubicBezTo>
                      <a:pt x="49964" y="252066"/>
                      <a:pt x="43976" y="184772"/>
                      <a:pt x="67536" y="157676"/>
                    </a:cubicBezTo>
                    <a:cubicBezTo>
                      <a:pt x="94462" y="126712"/>
                      <a:pt x="113311" y="87218"/>
                      <a:pt x="151008" y="76896"/>
                    </a:cubicBezTo>
                    <a:cubicBezTo>
                      <a:pt x="188704" y="66574"/>
                      <a:pt x="256023" y="60292"/>
                      <a:pt x="293721" y="95745"/>
                    </a:cubicBezTo>
                    <a:cubicBezTo>
                      <a:pt x="331418" y="131198"/>
                      <a:pt x="347125" y="221403"/>
                      <a:pt x="377194" y="289618"/>
                    </a:cubicBezTo>
                    <a:cubicBezTo>
                      <a:pt x="407262" y="357832"/>
                      <a:pt x="434638" y="444447"/>
                      <a:pt x="474130" y="505031"/>
                    </a:cubicBezTo>
                    <a:cubicBezTo>
                      <a:pt x="513622" y="565616"/>
                      <a:pt x="566129" y="614085"/>
                      <a:pt x="614149" y="653129"/>
                    </a:cubicBezTo>
                    <a:cubicBezTo>
                      <a:pt x="662168" y="692172"/>
                      <a:pt x="707047" y="721792"/>
                      <a:pt x="762246" y="739294"/>
                    </a:cubicBezTo>
                    <a:cubicBezTo>
                      <a:pt x="817445" y="756796"/>
                      <a:pt x="895532" y="761733"/>
                      <a:pt x="945347" y="758143"/>
                    </a:cubicBezTo>
                    <a:cubicBezTo>
                      <a:pt x="995161" y="754553"/>
                      <a:pt x="1061132" y="717753"/>
                      <a:pt x="1061132" y="717753"/>
                    </a:cubicBezTo>
                    <a:lnTo>
                      <a:pt x="1088467" y="655217"/>
                    </a:lnTo>
                    <a:close/>
                  </a:path>
                </a:pathLst>
              </a:custGeom>
              <a:solidFill>
                <a:srgbClr val="EADEFA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3394E25E-0B11-7C1D-A540-8F9FFCDF89E2}"/>
                  </a:ext>
                </a:extLst>
              </p:cNvPr>
              <p:cNvSpPr/>
              <p:nvPr/>
            </p:nvSpPr>
            <p:spPr>
              <a:xfrm flipH="1" flipV="1">
                <a:off x="7366201" y="4870610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3DE4186A-6D77-B564-E1F0-D10550EE78C0}"/>
                  </a:ext>
                </a:extLst>
              </p:cNvPr>
              <p:cNvSpPr/>
              <p:nvPr/>
            </p:nvSpPr>
            <p:spPr>
              <a:xfrm flipH="1" flipV="1">
                <a:off x="7371884" y="4996441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F686A143-203A-8B03-D949-6462835B7F1C}"/>
                  </a:ext>
                </a:extLst>
              </p:cNvPr>
              <p:cNvSpPr/>
              <p:nvPr/>
            </p:nvSpPr>
            <p:spPr>
              <a:xfrm flipH="1" flipV="1">
                <a:off x="7321871" y="5095966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DC2209CC-AFE8-1DFE-2BA7-0E2623CCAAC8}"/>
                  </a:ext>
                </a:extLst>
              </p:cNvPr>
              <p:cNvSpPr/>
              <p:nvPr/>
            </p:nvSpPr>
            <p:spPr>
              <a:xfrm flipH="1" flipV="1">
                <a:off x="6600232" y="4843448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9640007B-E4C5-1364-0BAA-D61D8978E563}"/>
                  </a:ext>
                </a:extLst>
              </p:cNvPr>
              <p:cNvSpPr/>
              <p:nvPr/>
            </p:nvSpPr>
            <p:spPr>
              <a:xfrm flipH="1" flipV="1">
                <a:off x="6766186" y="4886785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12D64693-CB20-C50F-F6DC-0773F2E5151A}"/>
                  </a:ext>
                </a:extLst>
              </p:cNvPr>
              <p:cNvSpPr/>
              <p:nvPr/>
            </p:nvSpPr>
            <p:spPr>
              <a:xfrm flipH="1" flipV="1">
                <a:off x="6916640" y="4872407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DE83500A-7AED-36F7-179F-3671F9C4FE40}"/>
                  </a:ext>
                </a:extLst>
              </p:cNvPr>
              <p:cNvSpPr/>
              <p:nvPr/>
            </p:nvSpPr>
            <p:spPr>
              <a:xfrm flipH="1" flipV="1">
                <a:off x="7082758" y="4830128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5999675B-5A2B-CDE4-4533-895D64E38224}"/>
                  </a:ext>
                </a:extLst>
              </p:cNvPr>
              <p:cNvSpPr/>
              <p:nvPr/>
            </p:nvSpPr>
            <p:spPr>
              <a:xfrm flipH="1" flipV="1">
                <a:off x="7236060" y="4805829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03369B4A-63A8-9872-E11A-59A1F51FCA92}"/>
                  </a:ext>
                </a:extLst>
              </p:cNvPr>
              <p:cNvSpPr/>
              <p:nvPr/>
            </p:nvSpPr>
            <p:spPr>
              <a:xfrm flipH="1" flipV="1">
                <a:off x="6479997" y="4792502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25C916C-82FC-B455-A887-3147381B0253}"/>
                </a:ext>
              </a:extLst>
            </p:cNvPr>
            <p:cNvSpPr/>
            <p:nvPr/>
          </p:nvSpPr>
          <p:spPr>
            <a:xfrm rot="17770395">
              <a:off x="4486095" y="4543996"/>
              <a:ext cx="1316591" cy="865631"/>
            </a:xfrm>
            <a:custGeom>
              <a:avLst/>
              <a:gdLst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203982 w 1158863"/>
                <a:gd name="connsiteY12" fmla="*/ 157180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180169 w 1158863"/>
                <a:gd name="connsiteY12" fmla="*/ 152418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40574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66768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50403"/>
                <a:gd name="connsiteX1" fmla="*/ 1095264 w 1164320"/>
                <a:gd name="connsiteY1" fmla="*/ 369111 h 750403"/>
                <a:gd name="connsiteX2" fmla="*/ 973820 w 1164320"/>
                <a:gd name="connsiteY2" fmla="*/ 400068 h 750403"/>
                <a:gd name="connsiteX3" fmla="*/ 807133 w 1164320"/>
                <a:gd name="connsiteY3" fmla="*/ 392924 h 750403"/>
                <a:gd name="connsiteX4" fmla="*/ 664258 w 1164320"/>
                <a:gd name="connsiteY4" fmla="*/ 288149 h 750403"/>
                <a:gd name="connsiteX5" fmla="*/ 552339 w 1164320"/>
                <a:gd name="connsiteY5" fmla="*/ 169086 h 750403"/>
                <a:gd name="connsiteX6" fmla="*/ 435658 w 1164320"/>
                <a:gd name="connsiteY6" fmla="*/ 52405 h 750403"/>
                <a:gd name="connsiteX7" fmla="*/ 283258 w 1164320"/>
                <a:gd name="connsiteY7" fmla="*/ 18 h 750403"/>
                <a:gd name="connsiteX8" fmla="*/ 92758 w 1164320"/>
                <a:gd name="connsiteY8" fmla="*/ 57168 h 750403"/>
                <a:gd name="connsiteX9" fmla="*/ 7033 w 1164320"/>
                <a:gd name="connsiteY9" fmla="*/ 207186 h 750403"/>
                <a:gd name="connsiteX10" fmla="*/ 42752 w 1164320"/>
                <a:gd name="connsiteY10" fmla="*/ 321486 h 750403"/>
                <a:gd name="connsiteX11" fmla="*/ 111808 w 1164320"/>
                <a:gd name="connsiteY11" fmla="*/ 228618 h 750403"/>
                <a:gd name="connsiteX12" fmla="*/ 185626 w 1164320"/>
                <a:gd name="connsiteY12" fmla="*/ 152418 h 750403"/>
                <a:gd name="connsiteX13" fmla="*/ 309452 w 1164320"/>
                <a:gd name="connsiteY13" fmla="*/ 152418 h 750403"/>
                <a:gd name="connsiteX14" fmla="*/ 385652 w 1164320"/>
                <a:gd name="connsiteY14" fmla="*/ 345299 h 750403"/>
                <a:gd name="connsiteX15" fmla="*/ 471377 w 1164320"/>
                <a:gd name="connsiteY15" fmla="*/ 535799 h 750403"/>
                <a:gd name="connsiteX16" fmla="*/ 595202 w 1164320"/>
                <a:gd name="connsiteY16" fmla="*/ 666768 h 750403"/>
                <a:gd name="connsiteX17" fmla="*/ 726171 w 1164320"/>
                <a:gd name="connsiteY17" fmla="*/ 742968 h 750403"/>
                <a:gd name="connsiteX18" fmla="*/ 888095 w 1164320"/>
                <a:gd name="connsiteY18" fmla="*/ 745349 h 750403"/>
                <a:gd name="connsiteX19" fmla="*/ 990489 w 1164320"/>
                <a:gd name="connsiteY19" fmla="*/ 723918 h 750403"/>
                <a:gd name="connsiteX20" fmla="*/ 990489 w 1164320"/>
                <a:gd name="connsiteY20" fmla="*/ 723918 h 750403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0006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100027 w 1164320"/>
                <a:gd name="connsiteY1" fmla="*/ 383398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8 h 760607"/>
                <a:gd name="connsiteX1" fmla="*/ 1100027 w 1164320"/>
                <a:gd name="connsiteY1" fmla="*/ 383397 h 760607"/>
                <a:gd name="connsiteX2" fmla="*/ 973820 w 1164320"/>
                <a:gd name="connsiteY2" fmla="*/ 419117 h 760607"/>
                <a:gd name="connsiteX3" fmla="*/ 807133 w 1164320"/>
                <a:gd name="connsiteY3" fmla="*/ 392923 h 760607"/>
                <a:gd name="connsiteX4" fmla="*/ 664258 w 1164320"/>
                <a:gd name="connsiteY4" fmla="*/ 288148 h 760607"/>
                <a:gd name="connsiteX5" fmla="*/ 561864 w 1164320"/>
                <a:gd name="connsiteY5" fmla="*/ 152416 h 760607"/>
                <a:gd name="connsiteX6" fmla="*/ 435658 w 1164320"/>
                <a:gd name="connsiteY6" fmla="*/ 52404 h 760607"/>
                <a:gd name="connsiteX7" fmla="*/ 283258 w 1164320"/>
                <a:gd name="connsiteY7" fmla="*/ 17 h 760607"/>
                <a:gd name="connsiteX8" fmla="*/ 92758 w 1164320"/>
                <a:gd name="connsiteY8" fmla="*/ 57167 h 760607"/>
                <a:gd name="connsiteX9" fmla="*/ 7033 w 1164320"/>
                <a:gd name="connsiteY9" fmla="*/ 207185 h 760607"/>
                <a:gd name="connsiteX10" fmla="*/ 42752 w 1164320"/>
                <a:gd name="connsiteY10" fmla="*/ 321485 h 760607"/>
                <a:gd name="connsiteX11" fmla="*/ 111808 w 1164320"/>
                <a:gd name="connsiteY11" fmla="*/ 228617 h 760607"/>
                <a:gd name="connsiteX12" fmla="*/ 185626 w 1164320"/>
                <a:gd name="connsiteY12" fmla="*/ 152417 h 760607"/>
                <a:gd name="connsiteX13" fmla="*/ 309452 w 1164320"/>
                <a:gd name="connsiteY13" fmla="*/ 152417 h 760607"/>
                <a:gd name="connsiteX14" fmla="*/ 385652 w 1164320"/>
                <a:gd name="connsiteY14" fmla="*/ 345298 h 760607"/>
                <a:gd name="connsiteX15" fmla="*/ 471377 w 1164320"/>
                <a:gd name="connsiteY15" fmla="*/ 535798 h 760607"/>
                <a:gd name="connsiteX16" fmla="*/ 595202 w 1164320"/>
                <a:gd name="connsiteY16" fmla="*/ 666767 h 760607"/>
                <a:gd name="connsiteX17" fmla="*/ 726171 w 1164320"/>
                <a:gd name="connsiteY17" fmla="*/ 742967 h 760607"/>
                <a:gd name="connsiteX18" fmla="*/ 888095 w 1164320"/>
                <a:gd name="connsiteY18" fmla="*/ 759636 h 760607"/>
                <a:gd name="connsiteX19" fmla="*/ 990489 w 1164320"/>
                <a:gd name="connsiteY19" fmla="*/ 723917 h 760607"/>
                <a:gd name="connsiteX20" fmla="*/ 990489 w 1164320"/>
                <a:gd name="connsiteY20" fmla="*/ 723917 h 760607"/>
                <a:gd name="connsiteX0" fmla="*/ 1164320 w 1164320"/>
                <a:gd name="connsiteY0" fmla="*/ 326424 h 760783"/>
                <a:gd name="connsiteX1" fmla="*/ 1100027 w 1164320"/>
                <a:gd name="connsiteY1" fmla="*/ 383573 h 760783"/>
                <a:gd name="connsiteX2" fmla="*/ 973820 w 1164320"/>
                <a:gd name="connsiteY2" fmla="*/ 419293 h 760783"/>
                <a:gd name="connsiteX3" fmla="*/ 807133 w 1164320"/>
                <a:gd name="connsiteY3" fmla="*/ 393099 h 760783"/>
                <a:gd name="connsiteX4" fmla="*/ 664258 w 1164320"/>
                <a:gd name="connsiteY4" fmla="*/ 288324 h 760783"/>
                <a:gd name="connsiteX5" fmla="*/ 561864 w 1164320"/>
                <a:gd name="connsiteY5" fmla="*/ 152592 h 760783"/>
                <a:gd name="connsiteX6" fmla="*/ 438039 w 1164320"/>
                <a:gd name="connsiteY6" fmla="*/ 43055 h 760783"/>
                <a:gd name="connsiteX7" fmla="*/ 283258 w 1164320"/>
                <a:gd name="connsiteY7" fmla="*/ 193 h 760783"/>
                <a:gd name="connsiteX8" fmla="*/ 92758 w 1164320"/>
                <a:gd name="connsiteY8" fmla="*/ 57343 h 760783"/>
                <a:gd name="connsiteX9" fmla="*/ 7033 w 1164320"/>
                <a:gd name="connsiteY9" fmla="*/ 207361 h 760783"/>
                <a:gd name="connsiteX10" fmla="*/ 42752 w 1164320"/>
                <a:gd name="connsiteY10" fmla="*/ 321661 h 760783"/>
                <a:gd name="connsiteX11" fmla="*/ 111808 w 1164320"/>
                <a:gd name="connsiteY11" fmla="*/ 228793 h 760783"/>
                <a:gd name="connsiteX12" fmla="*/ 185626 w 1164320"/>
                <a:gd name="connsiteY12" fmla="*/ 152593 h 760783"/>
                <a:gd name="connsiteX13" fmla="*/ 309452 w 1164320"/>
                <a:gd name="connsiteY13" fmla="*/ 152593 h 760783"/>
                <a:gd name="connsiteX14" fmla="*/ 385652 w 1164320"/>
                <a:gd name="connsiteY14" fmla="*/ 345474 h 760783"/>
                <a:gd name="connsiteX15" fmla="*/ 471377 w 1164320"/>
                <a:gd name="connsiteY15" fmla="*/ 535974 h 760783"/>
                <a:gd name="connsiteX16" fmla="*/ 595202 w 1164320"/>
                <a:gd name="connsiteY16" fmla="*/ 666943 h 760783"/>
                <a:gd name="connsiteX17" fmla="*/ 726171 w 1164320"/>
                <a:gd name="connsiteY17" fmla="*/ 743143 h 760783"/>
                <a:gd name="connsiteX18" fmla="*/ 888095 w 1164320"/>
                <a:gd name="connsiteY18" fmla="*/ 759812 h 760783"/>
                <a:gd name="connsiteX19" fmla="*/ 990489 w 1164320"/>
                <a:gd name="connsiteY19" fmla="*/ 724093 h 760783"/>
                <a:gd name="connsiteX20" fmla="*/ 990489 w 1164320"/>
                <a:gd name="connsiteY20" fmla="*/ 724093 h 760783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09452 w 1164320"/>
                <a:gd name="connsiteY13" fmla="*/ 157326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62088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4320" h="765516">
                  <a:moveTo>
                    <a:pt x="1164320" y="331157"/>
                  </a:moveTo>
                  <a:cubicBezTo>
                    <a:pt x="1145667" y="346436"/>
                    <a:pt x="1131777" y="372828"/>
                    <a:pt x="1100027" y="388306"/>
                  </a:cubicBezTo>
                  <a:cubicBezTo>
                    <a:pt x="1068277" y="403784"/>
                    <a:pt x="1022636" y="422438"/>
                    <a:pt x="973820" y="424026"/>
                  </a:cubicBezTo>
                  <a:cubicBezTo>
                    <a:pt x="925004" y="425614"/>
                    <a:pt x="858727" y="419660"/>
                    <a:pt x="807133" y="397832"/>
                  </a:cubicBezTo>
                  <a:cubicBezTo>
                    <a:pt x="755539" y="376004"/>
                    <a:pt x="705136" y="333141"/>
                    <a:pt x="664258" y="293057"/>
                  </a:cubicBezTo>
                  <a:cubicBezTo>
                    <a:pt x="623380" y="252973"/>
                    <a:pt x="599567" y="198203"/>
                    <a:pt x="561864" y="157325"/>
                  </a:cubicBezTo>
                  <a:cubicBezTo>
                    <a:pt x="524161" y="116447"/>
                    <a:pt x="485267" y="73981"/>
                    <a:pt x="438039" y="47788"/>
                  </a:cubicBezTo>
                  <a:cubicBezTo>
                    <a:pt x="390811" y="21595"/>
                    <a:pt x="336043" y="-2217"/>
                    <a:pt x="278496" y="164"/>
                  </a:cubicBezTo>
                  <a:cubicBezTo>
                    <a:pt x="220949" y="2545"/>
                    <a:pt x="138002" y="26754"/>
                    <a:pt x="92758" y="62076"/>
                  </a:cubicBezTo>
                  <a:cubicBezTo>
                    <a:pt x="47514" y="97398"/>
                    <a:pt x="15367" y="168041"/>
                    <a:pt x="7033" y="212094"/>
                  </a:cubicBezTo>
                  <a:cubicBezTo>
                    <a:pt x="-1301" y="256147"/>
                    <a:pt x="-12810" y="318060"/>
                    <a:pt x="42752" y="326394"/>
                  </a:cubicBezTo>
                  <a:cubicBezTo>
                    <a:pt x="98314" y="334728"/>
                    <a:pt x="87996" y="260910"/>
                    <a:pt x="111808" y="233526"/>
                  </a:cubicBezTo>
                  <a:cubicBezTo>
                    <a:pt x="135620" y="206142"/>
                    <a:pt x="152289" y="171216"/>
                    <a:pt x="185626" y="162088"/>
                  </a:cubicBezTo>
                  <a:cubicBezTo>
                    <a:pt x="218963" y="152960"/>
                    <a:pt x="278495" y="147404"/>
                    <a:pt x="311833" y="178757"/>
                  </a:cubicBezTo>
                  <a:cubicBezTo>
                    <a:pt x="345171" y="210110"/>
                    <a:pt x="359061" y="289882"/>
                    <a:pt x="385652" y="350207"/>
                  </a:cubicBezTo>
                  <a:cubicBezTo>
                    <a:pt x="412243" y="410532"/>
                    <a:pt x="436452" y="487129"/>
                    <a:pt x="471377" y="540707"/>
                  </a:cubicBezTo>
                  <a:cubicBezTo>
                    <a:pt x="506302" y="594285"/>
                    <a:pt x="552736" y="637148"/>
                    <a:pt x="595202" y="671676"/>
                  </a:cubicBezTo>
                  <a:cubicBezTo>
                    <a:pt x="637668" y="706204"/>
                    <a:pt x="677356" y="732398"/>
                    <a:pt x="726171" y="747876"/>
                  </a:cubicBezTo>
                  <a:cubicBezTo>
                    <a:pt x="774986" y="763354"/>
                    <a:pt x="844042" y="767720"/>
                    <a:pt x="888095" y="764545"/>
                  </a:cubicBezTo>
                  <a:cubicBezTo>
                    <a:pt x="932148" y="761370"/>
                    <a:pt x="990489" y="728826"/>
                    <a:pt x="990489" y="728826"/>
                  </a:cubicBezTo>
                  <a:lnTo>
                    <a:pt x="990489" y="728826"/>
                  </a:lnTo>
                </a:path>
              </a:pathLst>
            </a:custGeom>
            <a:solidFill>
              <a:srgbClr val="BEA7D5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509E8CB-B980-CAC0-D99F-1562C5F043D0}"/>
                </a:ext>
              </a:extLst>
            </p:cNvPr>
            <p:cNvGrpSpPr/>
            <p:nvPr/>
          </p:nvGrpSpPr>
          <p:grpSpPr>
            <a:xfrm rot="21153198" flipH="1">
              <a:off x="4654713" y="4508885"/>
              <a:ext cx="937606" cy="1088467"/>
              <a:chOff x="6479997" y="4263560"/>
              <a:chExt cx="937606" cy="1088467"/>
            </a:xfrm>
          </p:grpSpPr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FE5D600A-7AAB-5DDC-3254-899FE59A15E3}"/>
                  </a:ext>
                </a:extLst>
              </p:cNvPr>
              <p:cNvSpPr/>
              <p:nvPr/>
            </p:nvSpPr>
            <p:spPr>
              <a:xfrm rot="3303579" flipH="1">
                <a:off x="6365004" y="4428173"/>
                <a:ext cx="1088467" cy="759241"/>
              </a:xfrm>
              <a:custGeom>
                <a:avLst/>
                <a:gdLst>
                  <a:gd name="connsiteX0" fmla="*/ 1088467 w 1088467"/>
                  <a:gd name="connsiteY0" fmla="*/ 655217 h 759241"/>
                  <a:gd name="connsiteX1" fmla="*/ 1053305 w 1088467"/>
                  <a:gd name="connsiteY1" fmla="*/ 664943 h 759241"/>
                  <a:gd name="connsiteX2" fmla="*/ 180097 w 1088467"/>
                  <a:gd name="connsiteY2" fmla="*/ 0 h 759241"/>
                  <a:gd name="connsiteX3" fmla="*/ 2923 w 1088467"/>
                  <a:gd name="connsiteY3" fmla="*/ 201297 h 759241"/>
                  <a:gd name="connsiteX4" fmla="*/ 0 w 1088467"/>
                  <a:gd name="connsiteY4" fmla="*/ 262412 h 759241"/>
                  <a:gd name="connsiteX5" fmla="*/ 9739 w 1088467"/>
                  <a:gd name="connsiteY5" fmla="*/ 262154 h 759241"/>
                  <a:gd name="connsiteX6" fmla="*/ 67536 w 1088467"/>
                  <a:gd name="connsiteY6" fmla="*/ 157676 h 759241"/>
                  <a:gd name="connsiteX7" fmla="*/ 151008 w 1088467"/>
                  <a:gd name="connsiteY7" fmla="*/ 76896 h 759241"/>
                  <a:gd name="connsiteX8" fmla="*/ 293721 w 1088467"/>
                  <a:gd name="connsiteY8" fmla="*/ 95745 h 759241"/>
                  <a:gd name="connsiteX9" fmla="*/ 377194 w 1088467"/>
                  <a:gd name="connsiteY9" fmla="*/ 289618 h 759241"/>
                  <a:gd name="connsiteX10" fmla="*/ 474130 w 1088467"/>
                  <a:gd name="connsiteY10" fmla="*/ 505031 h 759241"/>
                  <a:gd name="connsiteX11" fmla="*/ 614149 w 1088467"/>
                  <a:gd name="connsiteY11" fmla="*/ 653129 h 759241"/>
                  <a:gd name="connsiteX12" fmla="*/ 762246 w 1088467"/>
                  <a:gd name="connsiteY12" fmla="*/ 739294 h 759241"/>
                  <a:gd name="connsiteX13" fmla="*/ 945347 w 1088467"/>
                  <a:gd name="connsiteY13" fmla="*/ 758143 h 759241"/>
                  <a:gd name="connsiteX14" fmla="*/ 1061132 w 1088467"/>
                  <a:gd name="connsiteY14" fmla="*/ 717753 h 759241"/>
                  <a:gd name="connsiteX15" fmla="*/ 1088467 w 1088467"/>
                  <a:gd name="connsiteY15" fmla="*/ 655217 h 75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88467" h="759241">
                    <a:moveTo>
                      <a:pt x="1088467" y="655217"/>
                    </a:moveTo>
                    <a:lnTo>
                      <a:pt x="1053305" y="664943"/>
                    </a:lnTo>
                    <a:cubicBezTo>
                      <a:pt x="388038" y="824227"/>
                      <a:pt x="535616" y="7372"/>
                      <a:pt x="180097" y="0"/>
                    </a:cubicBezTo>
                    <a:cubicBezTo>
                      <a:pt x="72776" y="46352"/>
                      <a:pt x="18682" y="125234"/>
                      <a:pt x="2923" y="201297"/>
                    </a:cubicBezTo>
                    <a:lnTo>
                      <a:pt x="0" y="262412"/>
                    </a:lnTo>
                    <a:lnTo>
                      <a:pt x="9739" y="262154"/>
                    </a:lnTo>
                    <a:cubicBezTo>
                      <a:pt x="49964" y="252066"/>
                      <a:pt x="43976" y="184772"/>
                      <a:pt x="67536" y="157676"/>
                    </a:cubicBezTo>
                    <a:cubicBezTo>
                      <a:pt x="94462" y="126712"/>
                      <a:pt x="113311" y="87218"/>
                      <a:pt x="151008" y="76896"/>
                    </a:cubicBezTo>
                    <a:cubicBezTo>
                      <a:pt x="188704" y="66574"/>
                      <a:pt x="256023" y="60292"/>
                      <a:pt x="293721" y="95745"/>
                    </a:cubicBezTo>
                    <a:cubicBezTo>
                      <a:pt x="331418" y="131198"/>
                      <a:pt x="347125" y="221403"/>
                      <a:pt x="377194" y="289618"/>
                    </a:cubicBezTo>
                    <a:cubicBezTo>
                      <a:pt x="407262" y="357832"/>
                      <a:pt x="434638" y="444447"/>
                      <a:pt x="474130" y="505031"/>
                    </a:cubicBezTo>
                    <a:cubicBezTo>
                      <a:pt x="513622" y="565616"/>
                      <a:pt x="566129" y="614085"/>
                      <a:pt x="614149" y="653129"/>
                    </a:cubicBezTo>
                    <a:cubicBezTo>
                      <a:pt x="662168" y="692172"/>
                      <a:pt x="707047" y="721792"/>
                      <a:pt x="762246" y="739294"/>
                    </a:cubicBezTo>
                    <a:cubicBezTo>
                      <a:pt x="817445" y="756796"/>
                      <a:pt x="895532" y="761733"/>
                      <a:pt x="945347" y="758143"/>
                    </a:cubicBezTo>
                    <a:cubicBezTo>
                      <a:pt x="995161" y="754553"/>
                      <a:pt x="1061132" y="717753"/>
                      <a:pt x="1061132" y="717753"/>
                    </a:cubicBezTo>
                    <a:lnTo>
                      <a:pt x="1088467" y="655217"/>
                    </a:lnTo>
                    <a:close/>
                  </a:path>
                </a:pathLst>
              </a:custGeom>
              <a:solidFill>
                <a:srgbClr val="EADEFA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235A1463-5C18-90CA-3AE9-BCA278D2331E}"/>
                  </a:ext>
                </a:extLst>
              </p:cNvPr>
              <p:cNvSpPr/>
              <p:nvPr/>
            </p:nvSpPr>
            <p:spPr>
              <a:xfrm flipH="1" flipV="1">
                <a:off x="7366201" y="4870610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4ABED35D-E4E8-1D86-CF3D-21D6F42E7328}"/>
                  </a:ext>
                </a:extLst>
              </p:cNvPr>
              <p:cNvSpPr/>
              <p:nvPr/>
            </p:nvSpPr>
            <p:spPr>
              <a:xfrm flipH="1" flipV="1">
                <a:off x="7371884" y="4996441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9EFE880B-F2FB-9835-C11B-5A7C828ACC4F}"/>
                  </a:ext>
                </a:extLst>
              </p:cNvPr>
              <p:cNvSpPr/>
              <p:nvPr/>
            </p:nvSpPr>
            <p:spPr>
              <a:xfrm flipH="1" flipV="1">
                <a:off x="7321871" y="5095966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286CD404-0CE5-CAD1-11C4-5CF3E5AC54B0}"/>
                  </a:ext>
                </a:extLst>
              </p:cNvPr>
              <p:cNvSpPr/>
              <p:nvPr/>
            </p:nvSpPr>
            <p:spPr>
              <a:xfrm flipH="1" flipV="1">
                <a:off x="6600232" y="4843448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D071DCC4-2C82-C1A8-2F7E-2569C5E5DDF5}"/>
                  </a:ext>
                </a:extLst>
              </p:cNvPr>
              <p:cNvSpPr/>
              <p:nvPr/>
            </p:nvSpPr>
            <p:spPr>
              <a:xfrm flipH="1" flipV="1">
                <a:off x="6766186" y="4886785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87A8A661-40A3-C9B9-A59F-C504DFCE14F6}"/>
                  </a:ext>
                </a:extLst>
              </p:cNvPr>
              <p:cNvSpPr/>
              <p:nvPr/>
            </p:nvSpPr>
            <p:spPr>
              <a:xfrm flipH="1" flipV="1">
                <a:off x="6916640" y="4872407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9CD0FA1C-CAAC-5462-85FA-4E9A21AD1BC0}"/>
                  </a:ext>
                </a:extLst>
              </p:cNvPr>
              <p:cNvSpPr/>
              <p:nvPr/>
            </p:nvSpPr>
            <p:spPr>
              <a:xfrm flipH="1" flipV="1">
                <a:off x="7082758" y="4830128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795998CF-D669-2176-A612-D1933EF2281E}"/>
                  </a:ext>
                </a:extLst>
              </p:cNvPr>
              <p:cNvSpPr/>
              <p:nvPr/>
            </p:nvSpPr>
            <p:spPr>
              <a:xfrm flipH="1" flipV="1">
                <a:off x="7236060" y="4805829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28496722-1E89-04FA-0275-39073607E381}"/>
                  </a:ext>
                </a:extLst>
              </p:cNvPr>
              <p:cNvSpPr/>
              <p:nvPr/>
            </p:nvSpPr>
            <p:spPr>
              <a:xfrm flipH="1" flipV="1">
                <a:off x="6479997" y="4792502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E7326A4-3213-3491-3754-FDE37ADE9708}"/>
                </a:ext>
              </a:extLst>
            </p:cNvPr>
            <p:cNvSpPr/>
            <p:nvPr/>
          </p:nvSpPr>
          <p:spPr>
            <a:xfrm rot="20585732" flipH="1">
              <a:off x="6016792" y="3422223"/>
              <a:ext cx="1316591" cy="865631"/>
            </a:xfrm>
            <a:custGeom>
              <a:avLst/>
              <a:gdLst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203982 w 1158863"/>
                <a:gd name="connsiteY12" fmla="*/ 157180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180169 w 1158863"/>
                <a:gd name="connsiteY12" fmla="*/ 152418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40574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66768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50403"/>
                <a:gd name="connsiteX1" fmla="*/ 1095264 w 1164320"/>
                <a:gd name="connsiteY1" fmla="*/ 369111 h 750403"/>
                <a:gd name="connsiteX2" fmla="*/ 973820 w 1164320"/>
                <a:gd name="connsiteY2" fmla="*/ 400068 h 750403"/>
                <a:gd name="connsiteX3" fmla="*/ 807133 w 1164320"/>
                <a:gd name="connsiteY3" fmla="*/ 392924 h 750403"/>
                <a:gd name="connsiteX4" fmla="*/ 664258 w 1164320"/>
                <a:gd name="connsiteY4" fmla="*/ 288149 h 750403"/>
                <a:gd name="connsiteX5" fmla="*/ 552339 w 1164320"/>
                <a:gd name="connsiteY5" fmla="*/ 169086 h 750403"/>
                <a:gd name="connsiteX6" fmla="*/ 435658 w 1164320"/>
                <a:gd name="connsiteY6" fmla="*/ 52405 h 750403"/>
                <a:gd name="connsiteX7" fmla="*/ 283258 w 1164320"/>
                <a:gd name="connsiteY7" fmla="*/ 18 h 750403"/>
                <a:gd name="connsiteX8" fmla="*/ 92758 w 1164320"/>
                <a:gd name="connsiteY8" fmla="*/ 57168 h 750403"/>
                <a:gd name="connsiteX9" fmla="*/ 7033 w 1164320"/>
                <a:gd name="connsiteY9" fmla="*/ 207186 h 750403"/>
                <a:gd name="connsiteX10" fmla="*/ 42752 w 1164320"/>
                <a:gd name="connsiteY10" fmla="*/ 321486 h 750403"/>
                <a:gd name="connsiteX11" fmla="*/ 111808 w 1164320"/>
                <a:gd name="connsiteY11" fmla="*/ 228618 h 750403"/>
                <a:gd name="connsiteX12" fmla="*/ 185626 w 1164320"/>
                <a:gd name="connsiteY12" fmla="*/ 152418 h 750403"/>
                <a:gd name="connsiteX13" fmla="*/ 309452 w 1164320"/>
                <a:gd name="connsiteY13" fmla="*/ 152418 h 750403"/>
                <a:gd name="connsiteX14" fmla="*/ 385652 w 1164320"/>
                <a:gd name="connsiteY14" fmla="*/ 345299 h 750403"/>
                <a:gd name="connsiteX15" fmla="*/ 471377 w 1164320"/>
                <a:gd name="connsiteY15" fmla="*/ 535799 h 750403"/>
                <a:gd name="connsiteX16" fmla="*/ 595202 w 1164320"/>
                <a:gd name="connsiteY16" fmla="*/ 666768 h 750403"/>
                <a:gd name="connsiteX17" fmla="*/ 726171 w 1164320"/>
                <a:gd name="connsiteY17" fmla="*/ 742968 h 750403"/>
                <a:gd name="connsiteX18" fmla="*/ 888095 w 1164320"/>
                <a:gd name="connsiteY18" fmla="*/ 745349 h 750403"/>
                <a:gd name="connsiteX19" fmla="*/ 990489 w 1164320"/>
                <a:gd name="connsiteY19" fmla="*/ 723918 h 750403"/>
                <a:gd name="connsiteX20" fmla="*/ 990489 w 1164320"/>
                <a:gd name="connsiteY20" fmla="*/ 723918 h 750403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0006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100027 w 1164320"/>
                <a:gd name="connsiteY1" fmla="*/ 383398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8 h 760607"/>
                <a:gd name="connsiteX1" fmla="*/ 1100027 w 1164320"/>
                <a:gd name="connsiteY1" fmla="*/ 383397 h 760607"/>
                <a:gd name="connsiteX2" fmla="*/ 973820 w 1164320"/>
                <a:gd name="connsiteY2" fmla="*/ 419117 h 760607"/>
                <a:gd name="connsiteX3" fmla="*/ 807133 w 1164320"/>
                <a:gd name="connsiteY3" fmla="*/ 392923 h 760607"/>
                <a:gd name="connsiteX4" fmla="*/ 664258 w 1164320"/>
                <a:gd name="connsiteY4" fmla="*/ 288148 h 760607"/>
                <a:gd name="connsiteX5" fmla="*/ 561864 w 1164320"/>
                <a:gd name="connsiteY5" fmla="*/ 152416 h 760607"/>
                <a:gd name="connsiteX6" fmla="*/ 435658 w 1164320"/>
                <a:gd name="connsiteY6" fmla="*/ 52404 h 760607"/>
                <a:gd name="connsiteX7" fmla="*/ 283258 w 1164320"/>
                <a:gd name="connsiteY7" fmla="*/ 17 h 760607"/>
                <a:gd name="connsiteX8" fmla="*/ 92758 w 1164320"/>
                <a:gd name="connsiteY8" fmla="*/ 57167 h 760607"/>
                <a:gd name="connsiteX9" fmla="*/ 7033 w 1164320"/>
                <a:gd name="connsiteY9" fmla="*/ 207185 h 760607"/>
                <a:gd name="connsiteX10" fmla="*/ 42752 w 1164320"/>
                <a:gd name="connsiteY10" fmla="*/ 321485 h 760607"/>
                <a:gd name="connsiteX11" fmla="*/ 111808 w 1164320"/>
                <a:gd name="connsiteY11" fmla="*/ 228617 h 760607"/>
                <a:gd name="connsiteX12" fmla="*/ 185626 w 1164320"/>
                <a:gd name="connsiteY12" fmla="*/ 152417 h 760607"/>
                <a:gd name="connsiteX13" fmla="*/ 309452 w 1164320"/>
                <a:gd name="connsiteY13" fmla="*/ 152417 h 760607"/>
                <a:gd name="connsiteX14" fmla="*/ 385652 w 1164320"/>
                <a:gd name="connsiteY14" fmla="*/ 345298 h 760607"/>
                <a:gd name="connsiteX15" fmla="*/ 471377 w 1164320"/>
                <a:gd name="connsiteY15" fmla="*/ 535798 h 760607"/>
                <a:gd name="connsiteX16" fmla="*/ 595202 w 1164320"/>
                <a:gd name="connsiteY16" fmla="*/ 666767 h 760607"/>
                <a:gd name="connsiteX17" fmla="*/ 726171 w 1164320"/>
                <a:gd name="connsiteY17" fmla="*/ 742967 h 760607"/>
                <a:gd name="connsiteX18" fmla="*/ 888095 w 1164320"/>
                <a:gd name="connsiteY18" fmla="*/ 759636 h 760607"/>
                <a:gd name="connsiteX19" fmla="*/ 990489 w 1164320"/>
                <a:gd name="connsiteY19" fmla="*/ 723917 h 760607"/>
                <a:gd name="connsiteX20" fmla="*/ 990489 w 1164320"/>
                <a:gd name="connsiteY20" fmla="*/ 723917 h 760607"/>
                <a:gd name="connsiteX0" fmla="*/ 1164320 w 1164320"/>
                <a:gd name="connsiteY0" fmla="*/ 326424 h 760783"/>
                <a:gd name="connsiteX1" fmla="*/ 1100027 w 1164320"/>
                <a:gd name="connsiteY1" fmla="*/ 383573 h 760783"/>
                <a:gd name="connsiteX2" fmla="*/ 973820 w 1164320"/>
                <a:gd name="connsiteY2" fmla="*/ 419293 h 760783"/>
                <a:gd name="connsiteX3" fmla="*/ 807133 w 1164320"/>
                <a:gd name="connsiteY3" fmla="*/ 393099 h 760783"/>
                <a:gd name="connsiteX4" fmla="*/ 664258 w 1164320"/>
                <a:gd name="connsiteY4" fmla="*/ 288324 h 760783"/>
                <a:gd name="connsiteX5" fmla="*/ 561864 w 1164320"/>
                <a:gd name="connsiteY5" fmla="*/ 152592 h 760783"/>
                <a:gd name="connsiteX6" fmla="*/ 438039 w 1164320"/>
                <a:gd name="connsiteY6" fmla="*/ 43055 h 760783"/>
                <a:gd name="connsiteX7" fmla="*/ 283258 w 1164320"/>
                <a:gd name="connsiteY7" fmla="*/ 193 h 760783"/>
                <a:gd name="connsiteX8" fmla="*/ 92758 w 1164320"/>
                <a:gd name="connsiteY8" fmla="*/ 57343 h 760783"/>
                <a:gd name="connsiteX9" fmla="*/ 7033 w 1164320"/>
                <a:gd name="connsiteY9" fmla="*/ 207361 h 760783"/>
                <a:gd name="connsiteX10" fmla="*/ 42752 w 1164320"/>
                <a:gd name="connsiteY10" fmla="*/ 321661 h 760783"/>
                <a:gd name="connsiteX11" fmla="*/ 111808 w 1164320"/>
                <a:gd name="connsiteY11" fmla="*/ 228793 h 760783"/>
                <a:gd name="connsiteX12" fmla="*/ 185626 w 1164320"/>
                <a:gd name="connsiteY12" fmla="*/ 152593 h 760783"/>
                <a:gd name="connsiteX13" fmla="*/ 309452 w 1164320"/>
                <a:gd name="connsiteY13" fmla="*/ 152593 h 760783"/>
                <a:gd name="connsiteX14" fmla="*/ 385652 w 1164320"/>
                <a:gd name="connsiteY14" fmla="*/ 345474 h 760783"/>
                <a:gd name="connsiteX15" fmla="*/ 471377 w 1164320"/>
                <a:gd name="connsiteY15" fmla="*/ 535974 h 760783"/>
                <a:gd name="connsiteX16" fmla="*/ 595202 w 1164320"/>
                <a:gd name="connsiteY16" fmla="*/ 666943 h 760783"/>
                <a:gd name="connsiteX17" fmla="*/ 726171 w 1164320"/>
                <a:gd name="connsiteY17" fmla="*/ 743143 h 760783"/>
                <a:gd name="connsiteX18" fmla="*/ 888095 w 1164320"/>
                <a:gd name="connsiteY18" fmla="*/ 759812 h 760783"/>
                <a:gd name="connsiteX19" fmla="*/ 990489 w 1164320"/>
                <a:gd name="connsiteY19" fmla="*/ 724093 h 760783"/>
                <a:gd name="connsiteX20" fmla="*/ 990489 w 1164320"/>
                <a:gd name="connsiteY20" fmla="*/ 724093 h 760783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09452 w 1164320"/>
                <a:gd name="connsiteY13" fmla="*/ 157326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62088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4320" h="765516">
                  <a:moveTo>
                    <a:pt x="1164320" y="331157"/>
                  </a:moveTo>
                  <a:cubicBezTo>
                    <a:pt x="1145667" y="346436"/>
                    <a:pt x="1131777" y="372828"/>
                    <a:pt x="1100027" y="388306"/>
                  </a:cubicBezTo>
                  <a:cubicBezTo>
                    <a:pt x="1068277" y="403784"/>
                    <a:pt x="1022636" y="422438"/>
                    <a:pt x="973820" y="424026"/>
                  </a:cubicBezTo>
                  <a:cubicBezTo>
                    <a:pt x="925004" y="425614"/>
                    <a:pt x="858727" y="419660"/>
                    <a:pt x="807133" y="397832"/>
                  </a:cubicBezTo>
                  <a:cubicBezTo>
                    <a:pt x="755539" y="376004"/>
                    <a:pt x="705136" y="333141"/>
                    <a:pt x="664258" y="293057"/>
                  </a:cubicBezTo>
                  <a:cubicBezTo>
                    <a:pt x="623380" y="252973"/>
                    <a:pt x="599567" y="198203"/>
                    <a:pt x="561864" y="157325"/>
                  </a:cubicBezTo>
                  <a:cubicBezTo>
                    <a:pt x="524161" y="116447"/>
                    <a:pt x="485267" y="73981"/>
                    <a:pt x="438039" y="47788"/>
                  </a:cubicBezTo>
                  <a:cubicBezTo>
                    <a:pt x="390811" y="21595"/>
                    <a:pt x="336043" y="-2217"/>
                    <a:pt x="278496" y="164"/>
                  </a:cubicBezTo>
                  <a:cubicBezTo>
                    <a:pt x="220949" y="2545"/>
                    <a:pt x="138002" y="26754"/>
                    <a:pt x="92758" y="62076"/>
                  </a:cubicBezTo>
                  <a:cubicBezTo>
                    <a:pt x="47514" y="97398"/>
                    <a:pt x="15367" y="168041"/>
                    <a:pt x="7033" y="212094"/>
                  </a:cubicBezTo>
                  <a:cubicBezTo>
                    <a:pt x="-1301" y="256147"/>
                    <a:pt x="-12810" y="318060"/>
                    <a:pt x="42752" y="326394"/>
                  </a:cubicBezTo>
                  <a:cubicBezTo>
                    <a:pt x="98314" y="334728"/>
                    <a:pt x="87996" y="260910"/>
                    <a:pt x="111808" y="233526"/>
                  </a:cubicBezTo>
                  <a:cubicBezTo>
                    <a:pt x="135620" y="206142"/>
                    <a:pt x="152289" y="171216"/>
                    <a:pt x="185626" y="162088"/>
                  </a:cubicBezTo>
                  <a:cubicBezTo>
                    <a:pt x="218963" y="152960"/>
                    <a:pt x="278495" y="147404"/>
                    <a:pt x="311833" y="178757"/>
                  </a:cubicBezTo>
                  <a:cubicBezTo>
                    <a:pt x="345171" y="210110"/>
                    <a:pt x="359061" y="289882"/>
                    <a:pt x="385652" y="350207"/>
                  </a:cubicBezTo>
                  <a:cubicBezTo>
                    <a:pt x="412243" y="410532"/>
                    <a:pt x="436452" y="487129"/>
                    <a:pt x="471377" y="540707"/>
                  </a:cubicBezTo>
                  <a:cubicBezTo>
                    <a:pt x="506302" y="594285"/>
                    <a:pt x="552736" y="637148"/>
                    <a:pt x="595202" y="671676"/>
                  </a:cubicBezTo>
                  <a:cubicBezTo>
                    <a:pt x="637668" y="706204"/>
                    <a:pt x="677356" y="732398"/>
                    <a:pt x="726171" y="747876"/>
                  </a:cubicBezTo>
                  <a:cubicBezTo>
                    <a:pt x="774986" y="763354"/>
                    <a:pt x="844042" y="767720"/>
                    <a:pt x="888095" y="764545"/>
                  </a:cubicBezTo>
                  <a:cubicBezTo>
                    <a:pt x="932148" y="761370"/>
                    <a:pt x="990489" y="728826"/>
                    <a:pt x="990489" y="728826"/>
                  </a:cubicBezTo>
                  <a:lnTo>
                    <a:pt x="990489" y="728826"/>
                  </a:lnTo>
                </a:path>
              </a:pathLst>
            </a:custGeom>
            <a:solidFill>
              <a:srgbClr val="BEA7D5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D9DE876-F4A7-CF1A-544B-580B0A1CD9D8}"/>
                </a:ext>
              </a:extLst>
            </p:cNvPr>
            <p:cNvSpPr/>
            <p:nvPr/>
          </p:nvSpPr>
          <p:spPr>
            <a:xfrm rot="3303579" flipH="1">
              <a:off x="6246233" y="4305397"/>
              <a:ext cx="1316591" cy="865631"/>
            </a:xfrm>
            <a:custGeom>
              <a:avLst/>
              <a:gdLst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203982 w 1158863"/>
                <a:gd name="connsiteY12" fmla="*/ 157180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180169 w 1158863"/>
                <a:gd name="connsiteY12" fmla="*/ 152418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40574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66768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50403"/>
                <a:gd name="connsiteX1" fmla="*/ 1095264 w 1164320"/>
                <a:gd name="connsiteY1" fmla="*/ 369111 h 750403"/>
                <a:gd name="connsiteX2" fmla="*/ 973820 w 1164320"/>
                <a:gd name="connsiteY2" fmla="*/ 400068 h 750403"/>
                <a:gd name="connsiteX3" fmla="*/ 807133 w 1164320"/>
                <a:gd name="connsiteY3" fmla="*/ 392924 h 750403"/>
                <a:gd name="connsiteX4" fmla="*/ 664258 w 1164320"/>
                <a:gd name="connsiteY4" fmla="*/ 288149 h 750403"/>
                <a:gd name="connsiteX5" fmla="*/ 552339 w 1164320"/>
                <a:gd name="connsiteY5" fmla="*/ 169086 h 750403"/>
                <a:gd name="connsiteX6" fmla="*/ 435658 w 1164320"/>
                <a:gd name="connsiteY6" fmla="*/ 52405 h 750403"/>
                <a:gd name="connsiteX7" fmla="*/ 283258 w 1164320"/>
                <a:gd name="connsiteY7" fmla="*/ 18 h 750403"/>
                <a:gd name="connsiteX8" fmla="*/ 92758 w 1164320"/>
                <a:gd name="connsiteY8" fmla="*/ 57168 h 750403"/>
                <a:gd name="connsiteX9" fmla="*/ 7033 w 1164320"/>
                <a:gd name="connsiteY9" fmla="*/ 207186 h 750403"/>
                <a:gd name="connsiteX10" fmla="*/ 42752 w 1164320"/>
                <a:gd name="connsiteY10" fmla="*/ 321486 h 750403"/>
                <a:gd name="connsiteX11" fmla="*/ 111808 w 1164320"/>
                <a:gd name="connsiteY11" fmla="*/ 228618 h 750403"/>
                <a:gd name="connsiteX12" fmla="*/ 185626 w 1164320"/>
                <a:gd name="connsiteY12" fmla="*/ 152418 h 750403"/>
                <a:gd name="connsiteX13" fmla="*/ 309452 w 1164320"/>
                <a:gd name="connsiteY13" fmla="*/ 152418 h 750403"/>
                <a:gd name="connsiteX14" fmla="*/ 385652 w 1164320"/>
                <a:gd name="connsiteY14" fmla="*/ 345299 h 750403"/>
                <a:gd name="connsiteX15" fmla="*/ 471377 w 1164320"/>
                <a:gd name="connsiteY15" fmla="*/ 535799 h 750403"/>
                <a:gd name="connsiteX16" fmla="*/ 595202 w 1164320"/>
                <a:gd name="connsiteY16" fmla="*/ 666768 h 750403"/>
                <a:gd name="connsiteX17" fmla="*/ 726171 w 1164320"/>
                <a:gd name="connsiteY17" fmla="*/ 742968 h 750403"/>
                <a:gd name="connsiteX18" fmla="*/ 888095 w 1164320"/>
                <a:gd name="connsiteY18" fmla="*/ 745349 h 750403"/>
                <a:gd name="connsiteX19" fmla="*/ 990489 w 1164320"/>
                <a:gd name="connsiteY19" fmla="*/ 723918 h 750403"/>
                <a:gd name="connsiteX20" fmla="*/ 990489 w 1164320"/>
                <a:gd name="connsiteY20" fmla="*/ 723918 h 750403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0006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100027 w 1164320"/>
                <a:gd name="connsiteY1" fmla="*/ 383398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8 h 760607"/>
                <a:gd name="connsiteX1" fmla="*/ 1100027 w 1164320"/>
                <a:gd name="connsiteY1" fmla="*/ 383397 h 760607"/>
                <a:gd name="connsiteX2" fmla="*/ 973820 w 1164320"/>
                <a:gd name="connsiteY2" fmla="*/ 419117 h 760607"/>
                <a:gd name="connsiteX3" fmla="*/ 807133 w 1164320"/>
                <a:gd name="connsiteY3" fmla="*/ 392923 h 760607"/>
                <a:gd name="connsiteX4" fmla="*/ 664258 w 1164320"/>
                <a:gd name="connsiteY4" fmla="*/ 288148 h 760607"/>
                <a:gd name="connsiteX5" fmla="*/ 561864 w 1164320"/>
                <a:gd name="connsiteY5" fmla="*/ 152416 h 760607"/>
                <a:gd name="connsiteX6" fmla="*/ 435658 w 1164320"/>
                <a:gd name="connsiteY6" fmla="*/ 52404 h 760607"/>
                <a:gd name="connsiteX7" fmla="*/ 283258 w 1164320"/>
                <a:gd name="connsiteY7" fmla="*/ 17 h 760607"/>
                <a:gd name="connsiteX8" fmla="*/ 92758 w 1164320"/>
                <a:gd name="connsiteY8" fmla="*/ 57167 h 760607"/>
                <a:gd name="connsiteX9" fmla="*/ 7033 w 1164320"/>
                <a:gd name="connsiteY9" fmla="*/ 207185 h 760607"/>
                <a:gd name="connsiteX10" fmla="*/ 42752 w 1164320"/>
                <a:gd name="connsiteY10" fmla="*/ 321485 h 760607"/>
                <a:gd name="connsiteX11" fmla="*/ 111808 w 1164320"/>
                <a:gd name="connsiteY11" fmla="*/ 228617 h 760607"/>
                <a:gd name="connsiteX12" fmla="*/ 185626 w 1164320"/>
                <a:gd name="connsiteY12" fmla="*/ 152417 h 760607"/>
                <a:gd name="connsiteX13" fmla="*/ 309452 w 1164320"/>
                <a:gd name="connsiteY13" fmla="*/ 152417 h 760607"/>
                <a:gd name="connsiteX14" fmla="*/ 385652 w 1164320"/>
                <a:gd name="connsiteY14" fmla="*/ 345298 h 760607"/>
                <a:gd name="connsiteX15" fmla="*/ 471377 w 1164320"/>
                <a:gd name="connsiteY15" fmla="*/ 535798 h 760607"/>
                <a:gd name="connsiteX16" fmla="*/ 595202 w 1164320"/>
                <a:gd name="connsiteY16" fmla="*/ 666767 h 760607"/>
                <a:gd name="connsiteX17" fmla="*/ 726171 w 1164320"/>
                <a:gd name="connsiteY17" fmla="*/ 742967 h 760607"/>
                <a:gd name="connsiteX18" fmla="*/ 888095 w 1164320"/>
                <a:gd name="connsiteY18" fmla="*/ 759636 h 760607"/>
                <a:gd name="connsiteX19" fmla="*/ 990489 w 1164320"/>
                <a:gd name="connsiteY19" fmla="*/ 723917 h 760607"/>
                <a:gd name="connsiteX20" fmla="*/ 990489 w 1164320"/>
                <a:gd name="connsiteY20" fmla="*/ 723917 h 760607"/>
                <a:gd name="connsiteX0" fmla="*/ 1164320 w 1164320"/>
                <a:gd name="connsiteY0" fmla="*/ 326424 h 760783"/>
                <a:gd name="connsiteX1" fmla="*/ 1100027 w 1164320"/>
                <a:gd name="connsiteY1" fmla="*/ 383573 h 760783"/>
                <a:gd name="connsiteX2" fmla="*/ 973820 w 1164320"/>
                <a:gd name="connsiteY2" fmla="*/ 419293 h 760783"/>
                <a:gd name="connsiteX3" fmla="*/ 807133 w 1164320"/>
                <a:gd name="connsiteY3" fmla="*/ 393099 h 760783"/>
                <a:gd name="connsiteX4" fmla="*/ 664258 w 1164320"/>
                <a:gd name="connsiteY4" fmla="*/ 288324 h 760783"/>
                <a:gd name="connsiteX5" fmla="*/ 561864 w 1164320"/>
                <a:gd name="connsiteY5" fmla="*/ 152592 h 760783"/>
                <a:gd name="connsiteX6" fmla="*/ 438039 w 1164320"/>
                <a:gd name="connsiteY6" fmla="*/ 43055 h 760783"/>
                <a:gd name="connsiteX7" fmla="*/ 283258 w 1164320"/>
                <a:gd name="connsiteY7" fmla="*/ 193 h 760783"/>
                <a:gd name="connsiteX8" fmla="*/ 92758 w 1164320"/>
                <a:gd name="connsiteY8" fmla="*/ 57343 h 760783"/>
                <a:gd name="connsiteX9" fmla="*/ 7033 w 1164320"/>
                <a:gd name="connsiteY9" fmla="*/ 207361 h 760783"/>
                <a:gd name="connsiteX10" fmla="*/ 42752 w 1164320"/>
                <a:gd name="connsiteY10" fmla="*/ 321661 h 760783"/>
                <a:gd name="connsiteX11" fmla="*/ 111808 w 1164320"/>
                <a:gd name="connsiteY11" fmla="*/ 228793 h 760783"/>
                <a:gd name="connsiteX12" fmla="*/ 185626 w 1164320"/>
                <a:gd name="connsiteY12" fmla="*/ 152593 h 760783"/>
                <a:gd name="connsiteX13" fmla="*/ 309452 w 1164320"/>
                <a:gd name="connsiteY13" fmla="*/ 152593 h 760783"/>
                <a:gd name="connsiteX14" fmla="*/ 385652 w 1164320"/>
                <a:gd name="connsiteY14" fmla="*/ 345474 h 760783"/>
                <a:gd name="connsiteX15" fmla="*/ 471377 w 1164320"/>
                <a:gd name="connsiteY15" fmla="*/ 535974 h 760783"/>
                <a:gd name="connsiteX16" fmla="*/ 595202 w 1164320"/>
                <a:gd name="connsiteY16" fmla="*/ 666943 h 760783"/>
                <a:gd name="connsiteX17" fmla="*/ 726171 w 1164320"/>
                <a:gd name="connsiteY17" fmla="*/ 743143 h 760783"/>
                <a:gd name="connsiteX18" fmla="*/ 888095 w 1164320"/>
                <a:gd name="connsiteY18" fmla="*/ 759812 h 760783"/>
                <a:gd name="connsiteX19" fmla="*/ 990489 w 1164320"/>
                <a:gd name="connsiteY19" fmla="*/ 724093 h 760783"/>
                <a:gd name="connsiteX20" fmla="*/ 990489 w 1164320"/>
                <a:gd name="connsiteY20" fmla="*/ 724093 h 760783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09452 w 1164320"/>
                <a:gd name="connsiteY13" fmla="*/ 157326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62088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4320" h="765516">
                  <a:moveTo>
                    <a:pt x="1164320" y="331157"/>
                  </a:moveTo>
                  <a:cubicBezTo>
                    <a:pt x="1145667" y="346436"/>
                    <a:pt x="1131777" y="372828"/>
                    <a:pt x="1100027" y="388306"/>
                  </a:cubicBezTo>
                  <a:cubicBezTo>
                    <a:pt x="1068277" y="403784"/>
                    <a:pt x="1022636" y="422438"/>
                    <a:pt x="973820" y="424026"/>
                  </a:cubicBezTo>
                  <a:cubicBezTo>
                    <a:pt x="925004" y="425614"/>
                    <a:pt x="858727" y="419660"/>
                    <a:pt x="807133" y="397832"/>
                  </a:cubicBezTo>
                  <a:cubicBezTo>
                    <a:pt x="755539" y="376004"/>
                    <a:pt x="705136" y="333141"/>
                    <a:pt x="664258" y="293057"/>
                  </a:cubicBezTo>
                  <a:cubicBezTo>
                    <a:pt x="623380" y="252973"/>
                    <a:pt x="599567" y="198203"/>
                    <a:pt x="561864" y="157325"/>
                  </a:cubicBezTo>
                  <a:cubicBezTo>
                    <a:pt x="524161" y="116447"/>
                    <a:pt x="485267" y="73981"/>
                    <a:pt x="438039" y="47788"/>
                  </a:cubicBezTo>
                  <a:cubicBezTo>
                    <a:pt x="390811" y="21595"/>
                    <a:pt x="336043" y="-2217"/>
                    <a:pt x="278496" y="164"/>
                  </a:cubicBezTo>
                  <a:cubicBezTo>
                    <a:pt x="220949" y="2545"/>
                    <a:pt x="138002" y="26754"/>
                    <a:pt x="92758" y="62076"/>
                  </a:cubicBezTo>
                  <a:cubicBezTo>
                    <a:pt x="47514" y="97398"/>
                    <a:pt x="15367" y="168041"/>
                    <a:pt x="7033" y="212094"/>
                  </a:cubicBezTo>
                  <a:cubicBezTo>
                    <a:pt x="-1301" y="256147"/>
                    <a:pt x="-12810" y="318060"/>
                    <a:pt x="42752" y="326394"/>
                  </a:cubicBezTo>
                  <a:cubicBezTo>
                    <a:pt x="98314" y="334728"/>
                    <a:pt x="87996" y="260910"/>
                    <a:pt x="111808" y="233526"/>
                  </a:cubicBezTo>
                  <a:cubicBezTo>
                    <a:pt x="135620" y="206142"/>
                    <a:pt x="152289" y="171216"/>
                    <a:pt x="185626" y="162088"/>
                  </a:cubicBezTo>
                  <a:cubicBezTo>
                    <a:pt x="218963" y="152960"/>
                    <a:pt x="278495" y="147404"/>
                    <a:pt x="311833" y="178757"/>
                  </a:cubicBezTo>
                  <a:cubicBezTo>
                    <a:pt x="345171" y="210110"/>
                    <a:pt x="359061" y="289882"/>
                    <a:pt x="385652" y="350207"/>
                  </a:cubicBezTo>
                  <a:cubicBezTo>
                    <a:pt x="412243" y="410532"/>
                    <a:pt x="436452" y="487129"/>
                    <a:pt x="471377" y="540707"/>
                  </a:cubicBezTo>
                  <a:cubicBezTo>
                    <a:pt x="506302" y="594285"/>
                    <a:pt x="552736" y="637148"/>
                    <a:pt x="595202" y="671676"/>
                  </a:cubicBezTo>
                  <a:cubicBezTo>
                    <a:pt x="637668" y="706204"/>
                    <a:pt x="677356" y="732398"/>
                    <a:pt x="726171" y="747876"/>
                  </a:cubicBezTo>
                  <a:cubicBezTo>
                    <a:pt x="774986" y="763354"/>
                    <a:pt x="844042" y="767720"/>
                    <a:pt x="888095" y="764545"/>
                  </a:cubicBezTo>
                  <a:cubicBezTo>
                    <a:pt x="932148" y="761370"/>
                    <a:pt x="990489" y="728826"/>
                    <a:pt x="990489" y="728826"/>
                  </a:cubicBezTo>
                  <a:lnTo>
                    <a:pt x="990489" y="728826"/>
                  </a:lnTo>
                </a:path>
              </a:pathLst>
            </a:custGeom>
            <a:solidFill>
              <a:srgbClr val="BEA7D5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B53234D-E95C-31B5-D803-3FBA7D9A48D8}"/>
                </a:ext>
              </a:extLst>
            </p:cNvPr>
            <p:cNvSpPr/>
            <p:nvPr/>
          </p:nvSpPr>
          <p:spPr>
            <a:xfrm rot="1138557">
              <a:off x="4391420" y="3545904"/>
              <a:ext cx="1316591" cy="865631"/>
            </a:xfrm>
            <a:custGeom>
              <a:avLst/>
              <a:gdLst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203982 w 1158863"/>
                <a:gd name="connsiteY12" fmla="*/ 157180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180169 w 1158863"/>
                <a:gd name="connsiteY12" fmla="*/ 152418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40574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66768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50403"/>
                <a:gd name="connsiteX1" fmla="*/ 1095264 w 1164320"/>
                <a:gd name="connsiteY1" fmla="*/ 369111 h 750403"/>
                <a:gd name="connsiteX2" fmla="*/ 973820 w 1164320"/>
                <a:gd name="connsiteY2" fmla="*/ 400068 h 750403"/>
                <a:gd name="connsiteX3" fmla="*/ 807133 w 1164320"/>
                <a:gd name="connsiteY3" fmla="*/ 392924 h 750403"/>
                <a:gd name="connsiteX4" fmla="*/ 664258 w 1164320"/>
                <a:gd name="connsiteY4" fmla="*/ 288149 h 750403"/>
                <a:gd name="connsiteX5" fmla="*/ 552339 w 1164320"/>
                <a:gd name="connsiteY5" fmla="*/ 169086 h 750403"/>
                <a:gd name="connsiteX6" fmla="*/ 435658 w 1164320"/>
                <a:gd name="connsiteY6" fmla="*/ 52405 h 750403"/>
                <a:gd name="connsiteX7" fmla="*/ 283258 w 1164320"/>
                <a:gd name="connsiteY7" fmla="*/ 18 h 750403"/>
                <a:gd name="connsiteX8" fmla="*/ 92758 w 1164320"/>
                <a:gd name="connsiteY8" fmla="*/ 57168 h 750403"/>
                <a:gd name="connsiteX9" fmla="*/ 7033 w 1164320"/>
                <a:gd name="connsiteY9" fmla="*/ 207186 h 750403"/>
                <a:gd name="connsiteX10" fmla="*/ 42752 w 1164320"/>
                <a:gd name="connsiteY10" fmla="*/ 321486 h 750403"/>
                <a:gd name="connsiteX11" fmla="*/ 111808 w 1164320"/>
                <a:gd name="connsiteY11" fmla="*/ 228618 h 750403"/>
                <a:gd name="connsiteX12" fmla="*/ 185626 w 1164320"/>
                <a:gd name="connsiteY12" fmla="*/ 152418 h 750403"/>
                <a:gd name="connsiteX13" fmla="*/ 309452 w 1164320"/>
                <a:gd name="connsiteY13" fmla="*/ 152418 h 750403"/>
                <a:gd name="connsiteX14" fmla="*/ 385652 w 1164320"/>
                <a:gd name="connsiteY14" fmla="*/ 345299 h 750403"/>
                <a:gd name="connsiteX15" fmla="*/ 471377 w 1164320"/>
                <a:gd name="connsiteY15" fmla="*/ 535799 h 750403"/>
                <a:gd name="connsiteX16" fmla="*/ 595202 w 1164320"/>
                <a:gd name="connsiteY16" fmla="*/ 666768 h 750403"/>
                <a:gd name="connsiteX17" fmla="*/ 726171 w 1164320"/>
                <a:gd name="connsiteY17" fmla="*/ 742968 h 750403"/>
                <a:gd name="connsiteX18" fmla="*/ 888095 w 1164320"/>
                <a:gd name="connsiteY18" fmla="*/ 745349 h 750403"/>
                <a:gd name="connsiteX19" fmla="*/ 990489 w 1164320"/>
                <a:gd name="connsiteY19" fmla="*/ 723918 h 750403"/>
                <a:gd name="connsiteX20" fmla="*/ 990489 w 1164320"/>
                <a:gd name="connsiteY20" fmla="*/ 723918 h 750403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0006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100027 w 1164320"/>
                <a:gd name="connsiteY1" fmla="*/ 383398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8 h 760607"/>
                <a:gd name="connsiteX1" fmla="*/ 1100027 w 1164320"/>
                <a:gd name="connsiteY1" fmla="*/ 383397 h 760607"/>
                <a:gd name="connsiteX2" fmla="*/ 973820 w 1164320"/>
                <a:gd name="connsiteY2" fmla="*/ 419117 h 760607"/>
                <a:gd name="connsiteX3" fmla="*/ 807133 w 1164320"/>
                <a:gd name="connsiteY3" fmla="*/ 392923 h 760607"/>
                <a:gd name="connsiteX4" fmla="*/ 664258 w 1164320"/>
                <a:gd name="connsiteY4" fmla="*/ 288148 h 760607"/>
                <a:gd name="connsiteX5" fmla="*/ 561864 w 1164320"/>
                <a:gd name="connsiteY5" fmla="*/ 152416 h 760607"/>
                <a:gd name="connsiteX6" fmla="*/ 435658 w 1164320"/>
                <a:gd name="connsiteY6" fmla="*/ 52404 h 760607"/>
                <a:gd name="connsiteX7" fmla="*/ 283258 w 1164320"/>
                <a:gd name="connsiteY7" fmla="*/ 17 h 760607"/>
                <a:gd name="connsiteX8" fmla="*/ 92758 w 1164320"/>
                <a:gd name="connsiteY8" fmla="*/ 57167 h 760607"/>
                <a:gd name="connsiteX9" fmla="*/ 7033 w 1164320"/>
                <a:gd name="connsiteY9" fmla="*/ 207185 h 760607"/>
                <a:gd name="connsiteX10" fmla="*/ 42752 w 1164320"/>
                <a:gd name="connsiteY10" fmla="*/ 321485 h 760607"/>
                <a:gd name="connsiteX11" fmla="*/ 111808 w 1164320"/>
                <a:gd name="connsiteY11" fmla="*/ 228617 h 760607"/>
                <a:gd name="connsiteX12" fmla="*/ 185626 w 1164320"/>
                <a:gd name="connsiteY12" fmla="*/ 152417 h 760607"/>
                <a:gd name="connsiteX13" fmla="*/ 309452 w 1164320"/>
                <a:gd name="connsiteY13" fmla="*/ 152417 h 760607"/>
                <a:gd name="connsiteX14" fmla="*/ 385652 w 1164320"/>
                <a:gd name="connsiteY14" fmla="*/ 345298 h 760607"/>
                <a:gd name="connsiteX15" fmla="*/ 471377 w 1164320"/>
                <a:gd name="connsiteY15" fmla="*/ 535798 h 760607"/>
                <a:gd name="connsiteX16" fmla="*/ 595202 w 1164320"/>
                <a:gd name="connsiteY16" fmla="*/ 666767 h 760607"/>
                <a:gd name="connsiteX17" fmla="*/ 726171 w 1164320"/>
                <a:gd name="connsiteY17" fmla="*/ 742967 h 760607"/>
                <a:gd name="connsiteX18" fmla="*/ 888095 w 1164320"/>
                <a:gd name="connsiteY18" fmla="*/ 759636 h 760607"/>
                <a:gd name="connsiteX19" fmla="*/ 990489 w 1164320"/>
                <a:gd name="connsiteY19" fmla="*/ 723917 h 760607"/>
                <a:gd name="connsiteX20" fmla="*/ 990489 w 1164320"/>
                <a:gd name="connsiteY20" fmla="*/ 723917 h 760607"/>
                <a:gd name="connsiteX0" fmla="*/ 1164320 w 1164320"/>
                <a:gd name="connsiteY0" fmla="*/ 326424 h 760783"/>
                <a:gd name="connsiteX1" fmla="*/ 1100027 w 1164320"/>
                <a:gd name="connsiteY1" fmla="*/ 383573 h 760783"/>
                <a:gd name="connsiteX2" fmla="*/ 973820 w 1164320"/>
                <a:gd name="connsiteY2" fmla="*/ 419293 h 760783"/>
                <a:gd name="connsiteX3" fmla="*/ 807133 w 1164320"/>
                <a:gd name="connsiteY3" fmla="*/ 393099 h 760783"/>
                <a:gd name="connsiteX4" fmla="*/ 664258 w 1164320"/>
                <a:gd name="connsiteY4" fmla="*/ 288324 h 760783"/>
                <a:gd name="connsiteX5" fmla="*/ 561864 w 1164320"/>
                <a:gd name="connsiteY5" fmla="*/ 152592 h 760783"/>
                <a:gd name="connsiteX6" fmla="*/ 438039 w 1164320"/>
                <a:gd name="connsiteY6" fmla="*/ 43055 h 760783"/>
                <a:gd name="connsiteX7" fmla="*/ 283258 w 1164320"/>
                <a:gd name="connsiteY7" fmla="*/ 193 h 760783"/>
                <a:gd name="connsiteX8" fmla="*/ 92758 w 1164320"/>
                <a:gd name="connsiteY8" fmla="*/ 57343 h 760783"/>
                <a:gd name="connsiteX9" fmla="*/ 7033 w 1164320"/>
                <a:gd name="connsiteY9" fmla="*/ 207361 h 760783"/>
                <a:gd name="connsiteX10" fmla="*/ 42752 w 1164320"/>
                <a:gd name="connsiteY10" fmla="*/ 321661 h 760783"/>
                <a:gd name="connsiteX11" fmla="*/ 111808 w 1164320"/>
                <a:gd name="connsiteY11" fmla="*/ 228793 h 760783"/>
                <a:gd name="connsiteX12" fmla="*/ 185626 w 1164320"/>
                <a:gd name="connsiteY12" fmla="*/ 152593 h 760783"/>
                <a:gd name="connsiteX13" fmla="*/ 309452 w 1164320"/>
                <a:gd name="connsiteY13" fmla="*/ 152593 h 760783"/>
                <a:gd name="connsiteX14" fmla="*/ 385652 w 1164320"/>
                <a:gd name="connsiteY14" fmla="*/ 345474 h 760783"/>
                <a:gd name="connsiteX15" fmla="*/ 471377 w 1164320"/>
                <a:gd name="connsiteY15" fmla="*/ 535974 h 760783"/>
                <a:gd name="connsiteX16" fmla="*/ 595202 w 1164320"/>
                <a:gd name="connsiteY16" fmla="*/ 666943 h 760783"/>
                <a:gd name="connsiteX17" fmla="*/ 726171 w 1164320"/>
                <a:gd name="connsiteY17" fmla="*/ 743143 h 760783"/>
                <a:gd name="connsiteX18" fmla="*/ 888095 w 1164320"/>
                <a:gd name="connsiteY18" fmla="*/ 759812 h 760783"/>
                <a:gd name="connsiteX19" fmla="*/ 990489 w 1164320"/>
                <a:gd name="connsiteY19" fmla="*/ 724093 h 760783"/>
                <a:gd name="connsiteX20" fmla="*/ 990489 w 1164320"/>
                <a:gd name="connsiteY20" fmla="*/ 724093 h 760783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09452 w 1164320"/>
                <a:gd name="connsiteY13" fmla="*/ 157326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62088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4320" h="765516">
                  <a:moveTo>
                    <a:pt x="1164320" y="331157"/>
                  </a:moveTo>
                  <a:cubicBezTo>
                    <a:pt x="1145667" y="346436"/>
                    <a:pt x="1131777" y="372828"/>
                    <a:pt x="1100027" y="388306"/>
                  </a:cubicBezTo>
                  <a:cubicBezTo>
                    <a:pt x="1068277" y="403784"/>
                    <a:pt x="1022636" y="422438"/>
                    <a:pt x="973820" y="424026"/>
                  </a:cubicBezTo>
                  <a:cubicBezTo>
                    <a:pt x="925004" y="425614"/>
                    <a:pt x="858727" y="419660"/>
                    <a:pt x="807133" y="397832"/>
                  </a:cubicBezTo>
                  <a:cubicBezTo>
                    <a:pt x="755539" y="376004"/>
                    <a:pt x="705136" y="333141"/>
                    <a:pt x="664258" y="293057"/>
                  </a:cubicBezTo>
                  <a:cubicBezTo>
                    <a:pt x="623380" y="252973"/>
                    <a:pt x="599567" y="198203"/>
                    <a:pt x="561864" y="157325"/>
                  </a:cubicBezTo>
                  <a:cubicBezTo>
                    <a:pt x="524161" y="116447"/>
                    <a:pt x="485267" y="73981"/>
                    <a:pt x="438039" y="47788"/>
                  </a:cubicBezTo>
                  <a:cubicBezTo>
                    <a:pt x="390811" y="21595"/>
                    <a:pt x="336043" y="-2217"/>
                    <a:pt x="278496" y="164"/>
                  </a:cubicBezTo>
                  <a:cubicBezTo>
                    <a:pt x="220949" y="2545"/>
                    <a:pt x="138002" y="26754"/>
                    <a:pt x="92758" y="62076"/>
                  </a:cubicBezTo>
                  <a:cubicBezTo>
                    <a:pt x="47514" y="97398"/>
                    <a:pt x="15367" y="168041"/>
                    <a:pt x="7033" y="212094"/>
                  </a:cubicBezTo>
                  <a:cubicBezTo>
                    <a:pt x="-1301" y="256147"/>
                    <a:pt x="-12810" y="318060"/>
                    <a:pt x="42752" y="326394"/>
                  </a:cubicBezTo>
                  <a:cubicBezTo>
                    <a:pt x="98314" y="334728"/>
                    <a:pt x="87996" y="260910"/>
                    <a:pt x="111808" y="233526"/>
                  </a:cubicBezTo>
                  <a:cubicBezTo>
                    <a:pt x="135620" y="206142"/>
                    <a:pt x="152289" y="171216"/>
                    <a:pt x="185626" y="162088"/>
                  </a:cubicBezTo>
                  <a:cubicBezTo>
                    <a:pt x="218963" y="152960"/>
                    <a:pt x="278495" y="147404"/>
                    <a:pt x="311833" y="178757"/>
                  </a:cubicBezTo>
                  <a:cubicBezTo>
                    <a:pt x="345171" y="210110"/>
                    <a:pt x="359061" y="289882"/>
                    <a:pt x="385652" y="350207"/>
                  </a:cubicBezTo>
                  <a:cubicBezTo>
                    <a:pt x="412243" y="410532"/>
                    <a:pt x="436452" y="487129"/>
                    <a:pt x="471377" y="540707"/>
                  </a:cubicBezTo>
                  <a:cubicBezTo>
                    <a:pt x="506302" y="594285"/>
                    <a:pt x="552736" y="637148"/>
                    <a:pt x="595202" y="671676"/>
                  </a:cubicBezTo>
                  <a:cubicBezTo>
                    <a:pt x="637668" y="706204"/>
                    <a:pt x="677356" y="732398"/>
                    <a:pt x="726171" y="747876"/>
                  </a:cubicBezTo>
                  <a:cubicBezTo>
                    <a:pt x="774986" y="763354"/>
                    <a:pt x="844042" y="767720"/>
                    <a:pt x="888095" y="764545"/>
                  </a:cubicBezTo>
                  <a:cubicBezTo>
                    <a:pt x="932148" y="761370"/>
                    <a:pt x="990489" y="728826"/>
                    <a:pt x="990489" y="728826"/>
                  </a:cubicBezTo>
                  <a:lnTo>
                    <a:pt x="990489" y="728826"/>
                  </a:lnTo>
                </a:path>
              </a:pathLst>
            </a:custGeom>
            <a:solidFill>
              <a:srgbClr val="BEA7D5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F339944-7F4E-3883-497B-1F701B1E8267}"/>
                </a:ext>
              </a:extLst>
            </p:cNvPr>
            <p:cNvSpPr/>
            <p:nvPr/>
          </p:nvSpPr>
          <p:spPr>
            <a:xfrm rot="15488892">
              <a:off x="5011962" y="4812459"/>
              <a:ext cx="1316591" cy="865631"/>
            </a:xfrm>
            <a:custGeom>
              <a:avLst/>
              <a:gdLst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203982 w 1158863"/>
                <a:gd name="connsiteY12" fmla="*/ 157180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180169 w 1158863"/>
                <a:gd name="connsiteY12" fmla="*/ 152418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40574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66768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50403"/>
                <a:gd name="connsiteX1" fmla="*/ 1095264 w 1164320"/>
                <a:gd name="connsiteY1" fmla="*/ 369111 h 750403"/>
                <a:gd name="connsiteX2" fmla="*/ 973820 w 1164320"/>
                <a:gd name="connsiteY2" fmla="*/ 400068 h 750403"/>
                <a:gd name="connsiteX3" fmla="*/ 807133 w 1164320"/>
                <a:gd name="connsiteY3" fmla="*/ 392924 h 750403"/>
                <a:gd name="connsiteX4" fmla="*/ 664258 w 1164320"/>
                <a:gd name="connsiteY4" fmla="*/ 288149 h 750403"/>
                <a:gd name="connsiteX5" fmla="*/ 552339 w 1164320"/>
                <a:gd name="connsiteY5" fmla="*/ 169086 h 750403"/>
                <a:gd name="connsiteX6" fmla="*/ 435658 w 1164320"/>
                <a:gd name="connsiteY6" fmla="*/ 52405 h 750403"/>
                <a:gd name="connsiteX7" fmla="*/ 283258 w 1164320"/>
                <a:gd name="connsiteY7" fmla="*/ 18 h 750403"/>
                <a:gd name="connsiteX8" fmla="*/ 92758 w 1164320"/>
                <a:gd name="connsiteY8" fmla="*/ 57168 h 750403"/>
                <a:gd name="connsiteX9" fmla="*/ 7033 w 1164320"/>
                <a:gd name="connsiteY9" fmla="*/ 207186 h 750403"/>
                <a:gd name="connsiteX10" fmla="*/ 42752 w 1164320"/>
                <a:gd name="connsiteY10" fmla="*/ 321486 h 750403"/>
                <a:gd name="connsiteX11" fmla="*/ 111808 w 1164320"/>
                <a:gd name="connsiteY11" fmla="*/ 228618 h 750403"/>
                <a:gd name="connsiteX12" fmla="*/ 185626 w 1164320"/>
                <a:gd name="connsiteY12" fmla="*/ 152418 h 750403"/>
                <a:gd name="connsiteX13" fmla="*/ 309452 w 1164320"/>
                <a:gd name="connsiteY13" fmla="*/ 152418 h 750403"/>
                <a:gd name="connsiteX14" fmla="*/ 385652 w 1164320"/>
                <a:gd name="connsiteY14" fmla="*/ 345299 h 750403"/>
                <a:gd name="connsiteX15" fmla="*/ 471377 w 1164320"/>
                <a:gd name="connsiteY15" fmla="*/ 535799 h 750403"/>
                <a:gd name="connsiteX16" fmla="*/ 595202 w 1164320"/>
                <a:gd name="connsiteY16" fmla="*/ 666768 h 750403"/>
                <a:gd name="connsiteX17" fmla="*/ 726171 w 1164320"/>
                <a:gd name="connsiteY17" fmla="*/ 742968 h 750403"/>
                <a:gd name="connsiteX18" fmla="*/ 888095 w 1164320"/>
                <a:gd name="connsiteY18" fmla="*/ 745349 h 750403"/>
                <a:gd name="connsiteX19" fmla="*/ 990489 w 1164320"/>
                <a:gd name="connsiteY19" fmla="*/ 723918 h 750403"/>
                <a:gd name="connsiteX20" fmla="*/ 990489 w 1164320"/>
                <a:gd name="connsiteY20" fmla="*/ 723918 h 750403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0006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100027 w 1164320"/>
                <a:gd name="connsiteY1" fmla="*/ 383398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8 h 760607"/>
                <a:gd name="connsiteX1" fmla="*/ 1100027 w 1164320"/>
                <a:gd name="connsiteY1" fmla="*/ 383397 h 760607"/>
                <a:gd name="connsiteX2" fmla="*/ 973820 w 1164320"/>
                <a:gd name="connsiteY2" fmla="*/ 419117 h 760607"/>
                <a:gd name="connsiteX3" fmla="*/ 807133 w 1164320"/>
                <a:gd name="connsiteY3" fmla="*/ 392923 h 760607"/>
                <a:gd name="connsiteX4" fmla="*/ 664258 w 1164320"/>
                <a:gd name="connsiteY4" fmla="*/ 288148 h 760607"/>
                <a:gd name="connsiteX5" fmla="*/ 561864 w 1164320"/>
                <a:gd name="connsiteY5" fmla="*/ 152416 h 760607"/>
                <a:gd name="connsiteX6" fmla="*/ 435658 w 1164320"/>
                <a:gd name="connsiteY6" fmla="*/ 52404 h 760607"/>
                <a:gd name="connsiteX7" fmla="*/ 283258 w 1164320"/>
                <a:gd name="connsiteY7" fmla="*/ 17 h 760607"/>
                <a:gd name="connsiteX8" fmla="*/ 92758 w 1164320"/>
                <a:gd name="connsiteY8" fmla="*/ 57167 h 760607"/>
                <a:gd name="connsiteX9" fmla="*/ 7033 w 1164320"/>
                <a:gd name="connsiteY9" fmla="*/ 207185 h 760607"/>
                <a:gd name="connsiteX10" fmla="*/ 42752 w 1164320"/>
                <a:gd name="connsiteY10" fmla="*/ 321485 h 760607"/>
                <a:gd name="connsiteX11" fmla="*/ 111808 w 1164320"/>
                <a:gd name="connsiteY11" fmla="*/ 228617 h 760607"/>
                <a:gd name="connsiteX12" fmla="*/ 185626 w 1164320"/>
                <a:gd name="connsiteY12" fmla="*/ 152417 h 760607"/>
                <a:gd name="connsiteX13" fmla="*/ 309452 w 1164320"/>
                <a:gd name="connsiteY13" fmla="*/ 152417 h 760607"/>
                <a:gd name="connsiteX14" fmla="*/ 385652 w 1164320"/>
                <a:gd name="connsiteY14" fmla="*/ 345298 h 760607"/>
                <a:gd name="connsiteX15" fmla="*/ 471377 w 1164320"/>
                <a:gd name="connsiteY15" fmla="*/ 535798 h 760607"/>
                <a:gd name="connsiteX16" fmla="*/ 595202 w 1164320"/>
                <a:gd name="connsiteY16" fmla="*/ 666767 h 760607"/>
                <a:gd name="connsiteX17" fmla="*/ 726171 w 1164320"/>
                <a:gd name="connsiteY17" fmla="*/ 742967 h 760607"/>
                <a:gd name="connsiteX18" fmla="*/ 888095 w 1164320"/>
                <a:gd name="connsiteY18" fmla="*/ 759636 h 760607"/>
                <a:gd name="connsiteX19" fmla="*/ 990489 w 1164320"/>
                <a:gd name="connsiteY19" fmla="*/ 723917 h 760607"/>
                <a:gd name="connsiteX20" fmla="*/ 990489 w 1164320"/>
                <a:gd name="connsiteY20" fmla="*/ 723917 h 760607"/>
                <a:gd name="connsiteX0" fmla="*/ 1164320 w 1164320"/>
                <a:gd name="connsiteY0" fmla="*/ 326424 h 760783"/>
                <a:gd name="connsiteX1" fmla="*/ 1100027 w 1164320"/>
                <a:gd name="connsiteY1" fmla="*/ 383573 h 760783"/>
                <a:gd name="connsiteX2" fmla="*/ 973820 w 1164320"/>
                <a:gd name="connsiteY2" fmla="*/ 419293 h 760783"/>
                <a:gd name="connsiteX3" fmla="*/ 807133 w 1164320"/>
                <a:gd name="connsiteY3" fmla="*/ 393099 h 760783"/>
                <a:gd name="connsiteX4" fmla="*/ 664258 w 1164320"/>
                <a:gd name="connsiteY4" fmla="*/ 288324 h 760783"/>
                <a:gd name="connsiteX5" fmla="*/ 561864 w 1164320"/>
                <a:gd name="connsiteY5" fmla="*/ 152592 h 760783"/>
                <a:gd name="connsiteX6" fmla="*/ 438039 w 1164320"/>
                <a:gd name="connsiteY6" fmla="*/ 43055 h 760783"/>
                <a:gd name="connsiteX7" fmla="*/ 283258 w 1164320"/>
                <a:gd name="connsiteY7" fmla="*/ 193 h 760783"/>
                <a:gd name="connsiteX8" fmla="*/ 92758 w 1164320"/>
                <a:gd name="connsiteY8" fmla="*/ 57343 h 760783"/>
                <a:gd name="connsiteX9" fmla="*/ 7033 w 1164320"/>
                <a:gd name="connsiteY9" fmla="*/ 207361 h 760783"/>
                <a:gd name="connsiteX10" fmla="*/ 42752 w 1164320"/>
                <a:gd name="connsiteY10" fmla="*/ 321661 h 760783"/>
                <a:gd name="connsiteX11" fmla="*/ 111808 w 1164320"/>
                <a:gd name="connsiteY11" fmla="*/ 228793 h 760783"/>
                <a:gd name="connsiteX12" fmla="*/ 185626 w 1164320"/>
                <a:gd name="connsiteY12" fmla="*/ 152593 h 760783"/>
                <a:gd name="connsiteX13" fmla="*/ 309452 w 1164320"/>
                <a:gd name="connsiteY13" fmla="*/ 152593 h 760783"/>
                <a:gd name="connsiteX14" fmla="*/ 385652 w 1164320"/>
                <a:gd name="connsiteY14" fmla="*/ 345474 h 760783"/>
                <a:gd name="connsiteX15" fmla="*/ 471377 w 1164320"/>
                <a:gd name="connsiteY15" fmla="*/ 535974 h 760783"/>
                <a:gd name="connsiteX16" fmla="*/ 595202 w 1164320"/>
                <a:gd name="connsiteY16" fmla="*/ 666943 h 760783"/>
                <a:gd name="connsiteX17" fmla="*/ 726171 w 1164320"/>
                <a:gd name="connsiteY17" fmla="*/ 743143 h 760783"/>
                <a:gd name="connsiteX18" fmla="*/ 888095 w 1164320"/>
                <a:gd name="connsiteY18" fmla="*/ 759812 h 760783"/>
                <a:gd name="connsiteX19" fmla="*/ 990489 w 1164320"/>
                <a:gd name="connsiteY19" fmla="*/ 724093 h 760783"/>
                <a:gd name="connsiteX20" fmla="*/ 990489 w 1164320"/>
                <a:gd name="connsiteY20" fmla="*/ 724093 h 760783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09452 w 1164320"/>
                <a:gd name="connsiteY13" fmla="*/ 157326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62088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4320" h="765516">
                  <a:moveTo>
                    <a:pt x="1164320" y="331157"/>
                  </a:moveTo>
                  <a:cubicBezTo>
                    <a:pt x="1145667" y="346436"/>
                    <a:pt x="1131777" y="372828"/>
                    <a:pt x="1100027" y="388306"/>
                  </a:cubicBezTo>
                  <a:cubicBezTo>
                    <a:pt x="1068277" y="403784"/>
                    <a:pt x="1022636" y="422438"/>
                    <a:pt x="973820" y="424026"/>
                  </a:cubicBezTo>
                  <a:cubicBezTo>
                    <a:pt x="925004" y="425614"/>
                    <a:pt x="858727" y="419660"/>
                    <a:pt x="807133" y="397832"/>
                  </a:cubicBezTo>
                  <a:cubicBezTo>
                    <a:pt x="755539" y="376004"/>
                    <a:pt x="705136" y="333141"/>
                    <a:pt x="664258" y="293057"/>
                  </a:cubicBezTo>
                  <a:cubicBezTo>
                    <a:pt x="623380" y="252973"/>
                    <a:pt x="599567" y="198203"/>
                    <a:pt x="561864" y="157325"/>
                  </a:cubicBezTo>
                  <a:cubicBezTo>
                    <a:pt x="524161" y="116447"/>
                    <a:pt x="485267" y="73981"/>
                    <a:pt x="438039" y="47788"/>
                  </a:cubicBezTo>
                  <a:cubicBezTo>
                    <a:pt x="390811" y="21595"/>
                    <a:pt x="336043" y="-2217"/>
                    <a:pt x="278496" y="164"/>
                  </a:cubicBezTo>
                  <a:cubicBezTo>
                    <a:pt x="220949" y="2545"/>
                    <a:pt x="138002" y="26754"/>
                    <a:pt x="92758" y="62076"/>
                  </a:cubicBezTo>
                  <a:cubicBezTo>
                    <a:pt x="47514" y="97398"/>
                    <a:pt x="15367" y="168041"/>
                    <a:pt x="7033" y="212094"/>
                  </a:cubicBezTo>
                  <a:cubicBezTo>
                    <a:pt x="-1301" y="256147"/>
                    <a:pt x="-12810" y="318060"/>
                    <a:pt x="42752" y="326394"/>
                  </a:cubicBezTo>
                  <a:cubicBezTo>
                    <a:pt x="98314" y="334728"/>
                    <a:pt x="87996" y="260910"/>
                    <a:pt x="111808" y="233526"/>
                  </a:cubicBezTo>
                  <a:cubicBezTo>
                    <a:pt x="135620" y="206142"/>
                    <a:pt x="152289" y="171216"/>
                    <a:pt x="185626" y="162088"/>
                  </a:cubicBezTo>
                  <a:cubicBezTo>
                    <a:pt x="218963" y="152960"/>
                    <a:pt x="278495" y="147404"/>
                    <a:pt x="311833" y="178757"/>
                  </a:cubicBezTo>
                  <a:cubicBezTo>
                    <a:pt x="345171" y="210110"/>
                    <a:pt x="359061" y="289882"/>
                    <a:pt x="385652" y="350207"/>
                  </a:cubicBezTo>
                  <a:cubicBezTo>
                    <a:pt x="412243" y="410532"/>
                    <a:pt x="436452" y="487129"/>
                    <a:pt x="471377" y="540707"/>
                  </a:cubicBezTo>
                  <a:cubicBezTo>
                    <a:pt x="506302" y="594285"/>
                    <a:pt x="552736" y="637148"/>
                    <a:pt x="595202" y="671676"/>
                  </a:cubicBezTo>
                  <a:cubicBezTo>
                    <a:pt x="637668" y="706204"/>
                    <a:pt x="677356" y="732398"/>
                    <a:pt x="726171" y="747876"/>
                  </a:cubicBezTo>
                  <a:cubicBezTo>
                    <a:pt x="774986" y="763354"/>
                    <a:pt x="844042" y="767720"/>
                    <a:pt x="888095" y="764545"/>
                  </a:cubicBezTo>
                  <a:cubicBezTo>
                    <a:pt x="932148" y="761370"/>
                    <a:pt x="990489" y="728826"/>
                    <a:pt x="990489" y="728826"/>
                  </a:cubicBezTo>
                  <a:lnTo>
                    <a:pt x="990489" y="728826"/>
                  </a:lnTo>
                </a:path>
              </a:pathLst>
            </a:custGeom>
            <a:solidFill>
              <a:srgbClr val="BEA7D5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C50B11-570C-C2AD-A1B1-28782D8B8636}"/>
                </a:ext>
              </a:extLst>
            </p:cNvPr>
            <p:cNvSpPr/>
            <p:nvPr/>
          </p:nvSpPr>
          <p:spPr>
            <a:xfrm rot="13573320">
              <a:off x="5588612" y="4686144"/>
              <a:ext cx="1316591" cy="865631"/>
            </a:xfrm>
            <a:custGeom>
              <a:avLst/>
              <a:gdLst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203982 w 1158863"/>
                <a:gd name="connsiteY12" fmla="*/ 157180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180169 w 1158863"/>
                <a:gd name="connsiteY12" fmla="*/ 152418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40574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66768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50403"/>
                <a:gd name="connsiteX1" fmla="*/ 1095264 w 1164320"/>
                <a:gd name="connsiteY1" fmla="*/ 369111 h 750403"/>
                <a:gd name="connsiteX2" fmla="*/ 973820 w 1164320"/>
                <a:gd name="connsiteY2" fmla="*/ 400068 h 750403"/>
                <a:gd name="connsiteX3" fmla="*/ 807133 w 1164320"/>
                <a:gd name="connsiteY3" fmla="*/ 392924 h 750403"/>
                <a:gd name="connsiteX4" fmla="*/ 664258 w 1164320"/>
                <a:gd name="connsiteY4" fmla="*/ 288149 h 750403"/>
                <a:gd name="connsiteX5" fmla="*/ 552339 w 1164320"/>
                <a:gd name="connsiteY5" fmla="*/ 169086 h 750403"/>
                <a:gd name="connsiteX6" fmla="*/ 435658 w 1164320"/>
                <a:gd name="connsiteY6" fmla="*/ 52405 h 750403"/>
                <a:gd name="connsiteX7" fmla="*/ 283258 w 1164320"/>
                <a:gd name="connsiteY7" fmla="*/ 18 h 750403"/>
                <a:gd name="connsiteX8" fmla="*/ 92758 w 1164320"/>
                <a:gd name="connsiteY8" fmla="*/ 57168 h 750403"/>
                <a:gd name="connsiteX9" fmla="*/ 7033 w 1164320"/>
                <a:gd name="connsiteY9" fmla="*/ 207186 h 750403"/>
                <a:gd name="connsiteX10" fmla="*/ 42752 w 1164320"/>
                <a:gd name="connsiteY10" fmla="*/ 321486 h 750403"/>
                <a:gd name="connsiteX11" fmla="*/ 111808 w 1164320"/>
                <a:gd name="connsiteY11" fmla="*/ 228618 h 750403"/>
                <a:gd name="connsiteX12" fmla="*/ 185626 w 1164320"/>
                <a:gd name="connsiteY12" fmla="*/ 152418 h 750403"/>
                <a:gd name="connsiteX13" fmla="*/ 309452 w 1164320"/>
                <a:gd name="connsiteY13" fmla="*/ 152418 h 750403"/>
                <a:gd name="connsiteX14" fmla="*/ 385652 w 1164320"/>
                <a:gd name="connsiteY14" fmla="*/ 345299 h 750403"/>
                <a:gd name="connsiteX15" fmla="*/ 471377 w 1164320"/>
                <a:gd name="connsiteY15" fmla="*/ 535799 h 750403"/>
                <a:gd name="connsiteX16" fmla="*/ 595202 w 1164320"/>
                <a:gd name="connsiteY16" fmla="*/ 666768 h 750403"/>
                <a:gd name="connsiteX17" fmla="*/ 726171 w 1164320"/>
                <a:gd name="connsiteY17" fmla="*/ 742968 h 750403"/>
                <a:gd name="connsiteX18" fmla="*/ 888095 w 1164320"/>
                <a:gd name="connsiteY18" fmla="*/ 745349 h 750403"/>
                <a:gd name="connsiteX19" fmla="*/ 990489 w 1164320"/>
                <a:gd name="connsiteY19" fmla="*/ 723918 h 750403"/>
                <a:gd name="connsiteX20" fmla="*/ 990489 w 1164320"/>
                <a:gd name="connsiteY20" fmla="*/ 723918 h 750403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0006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100027 w 1164320"/>
                <a:gd name="connsiteY1" fmla="*/ 383398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8 h 760607"/>
                <a:gd name="connsiteX1" fmla="*/ 1100027 w 1164320"/>
                <a:gd name="connsiteY1" fmla="*/ 383397 h 760607"/>
                <a:gd name="connsiteX2" fmla="*/ 973820 w 1164320"/>
                <a:gd name="connsiteY2" fmla="*/ 419117 h 760607"/>
                <a:gd name="connsiteX3" fmla="*/ 807133 w 1164320"/>
                <a:gd name="connsiteY3" fmla="*/ 392923 h 760607"/>
                <a:gd name="connsiteX4" fmla="*/ 664258 w 1164320"/>
                <a:gd name="connsiteY4" fmla="*/ 288148 h 760607"/>
                <a:gd name="connsiteX5" fmla="*/ 561864 w 1164320"/>
                <a:gd name="connsiteY5" fmla="*/ 152416 h 760607"/>
                <a:gd name="connsiteX6" fmla="*/ 435658 w 1164320"/>
                <a:gd name="connsiteY6" fmla="*/ 52404 h 760607"/>
                <a:gd name="connsiteX7" fmla="*/ 283258 w 1164320"/>
                <a:gd name="connsiteY7" fmla="*/ 17 h 760607"/>
                <a:gd name="connsiteX8" fmla="*/ 92758 w 1164320"/>
                <a:gd name="connsiteY8" fmla="*/ 57167 h 760607"/>
                <a:gd name="connsiteX9" fmla="*/ 7033 w 1164320"/>
                <a:gd name="connsiteY9" fmla="*/ 207185 h 760607"/>
                <a:gd name="connsiteX10" fmla="*/ 42752 w 1164320"/>
                <a:gd name="connsiteY10" fmla="*/ 321485 h 760607"/>
                <a:gd name="connsiteX11" fmla="*/ 111808 w 1164320"/>
                <a:gd name="connsiteY11" fmla="*/ 228617 h 760607"/>
                <a:gd name="connsiteX12" fmla="*/ 185626 w 1164320"/>
                <a:gd name="connsiteY12" fmla="*/ 152417 h 760607"/>
                <a:gd name="connsiteX13" fmla="*/ 309452 w 1164320"/>
                <a:gd name="connsiteY13" fmla="*/ 152417 h 760607"/>
                <a:gd name="connsiteX14" fmla="*/ 385652 w 1164320"/>
                <a:gd name="connsiteY14" fmla="*/ 345298 h 760607"/>
                <a:gd name="connsiteX15" fmla="*/ 471377 w 1164320"/>
                <a:gd name="connsiteY15" fmla="*/ 535798 h 760607"/>
                <a:gd name="connsiteX16" fmla="*/ 595202 w 1164320"/>
                <a:gd name="connsiteY16" fmla="*/ 666767 h 760607"/>
                <a:gd name="connsiteX17" fmla="*/ 726171 w 1164320"/>
                <a:gd name="connsiteY17" fmla="*/ 742967 h 760607"/>
                <a:gd name="connsiteX18" fmla="*/ 888095 w 1164320"/>
                <a:gd name="connsiteY18" fmla="*/ 759636 h 760607"/>
                <a:gd name="connsiteX19" fmla="*/ 990489 w 1164320"/>
                <a:gd name="connsiteY19" fmla="*/ 723917 h 760607"/>
                <a:gd name="connsiteX20" fmla="*/ 990489 w 1164320"/>
                <a:gd name="connsiteY20" fmla="*/ 723917 h 760607"/>
                <a:gd name="connsiteX0" fmla="*/ 1164320 w 1164320"/>
                <a:gd name="connsiteY0" fmla="*/ 326424 h 760783"/>
                <a:gd name="connsiteX1" fmla="*/ 1100027 w 1164320"/>
                <a:gd name="connsiteY1" fmla="*/ 383573 h 760783"/>
                <a:gd name="connsiteX2" fmla="*/ 973820 w 1164320"/>
                <a:gd name="connsiteY2" fmla="*/ 419293 h 760783"/>
                <a:gd name="connsiteX3" fmla="*/ 807133 w 1164320"/>
                <a:gd name="connsiteY3" fmla="*/ 393099 h 760783"/>
                <a:gd name="connsiteX4" fmla="*/ 664258 w 1164320"/>
                <a:gd name="connsiteY4" fmla="*/ 288324 h 760783"/>
                <a:gd name="connsiteX5" fmla="*/ 561864 w 1164320"/>
                <a:gd name="connsiteY5" fmla="*/ 152592 h 760783"/>
                <a:gd name="connsiteX6" fmla="*/ 438039 w 1164320"/>
                <a:gd name="connsiteY6" fmla="*/ 43055 h 760783"/>
                <a:gd name="connsiteX7" fmla="*/ 283258 w 1164320"/>
                <a:gd name="connsiteY7" fmla="*/ 193 h 760783"/>
                <a:gd name="connsiteX8" fmla="*/ 92758 w 1164320"/>
                <a:gd name="connsiteY8" fmla="*/ 57343 h 760783"/>
                <a:gd name="connsiteX9" fmla="*/ 7033 w 1164320"/>
                <a:gd name="connsiteY9" fmla="*/ 207361 h 760783"/>
                <a:gd name="connsiteX10" fmla="*/ 42752 w 1164320"/>
                <a:gd name="connsiteY10" fmla="*/ 321661 h 760783"/>
                <a:gd name="connsiteX11" fmla="*/ 111808 w 1164320"/>
                <a:gd name="connsiteY11" fmla="*/ 228793 h 760783"/>
                <a:gd name="connsiteX12" fmla="*/ 185626 w 1164320"/>
                <a:gd name="connsiteY12" fmla="*/ 152593 h 760783"/>
                <a:gd name="connsiteX13" fmla="*/ 309452 w 1164320"/>
                <a:gd name="connsiteY13" fmla="*/ 152593 h 760783"/>
                <a:gd name="connsiteX14" fmla="*/ 385652 w 1164320"/>
                <a:gd name="connsiteY14" fmla="*/ 345474 h 760783"/>
                <a:gd name="connsiteX15" fmla="*/ 471377 w 1164320"/>
                <a:gd name="connsiteY15" fmla="*/ 535974 h 760783"/>
                <a:gd name="connsiteX16" fmla="*/ 595202 w 1164320"/>
                <a:gd name="connsiteY16" fmla="*/ 666943 h 760783"/>
                <a:gd name="connsiteX17" fmla="*/ 726171 w 1164320"/>
                <a:gd name="connsiteY17" fmla="*/ 743143 h 760783"/>
                <a:gd name="connsiteX18" fmla="*/ 888095 w 1164320"/>
                <a:gd name="connsiteY18" fmla="*/ 759812 h 760783"/>
                <a:gd name="connsiteX19" fmla="*/ 990489 w 1164320"/>
                <a:gd name="connsiteY19" fmla="*/ 724093 h 760783"/>
                <a:gd name="connsiteX20" fmla="*/ 990489 w 1164320"/>
                <a:gd name="connsiteY20" fmla="*/ 724093 h 760783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09452 w 1164320"/>
                <a:gd name="connsiteY13" fmla="*/ 157326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62088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4320" h="765516">
                  <a:moveTo>
                    <a:pt x="1164320" y="331157"/>
                  </a:moveTo>
                  <a:cubicBezTo>
                    <a:pt x="1145667" y="346436"/>
                    <a:pt x="1131777" y="372828"/>
                    <a:pt x="1100027" y="388306"/>
                  </a:cubicBezTo>
                  <a:cubicBezTo>
                    <a:pt x="1068277" y="403784"/>
                    <a:pt x="1022636" y="422438"/>
                    <a:pt x="973820" y="424026"/>
                  </a:cubicBezTo>
                  <a:cubicBezTo>
                    <a:pt x="925004" y="425614"/>
                    <a:pt x="858727" y="419660"/>
                    <a:pt x="807133" y="397832"/>
                  </a:cubicBezTo>
                  <a:cubicBezTo>
                    <a:pt x="755539" y="376004"/>
                    <a:pt x="705136" y="333141"/>
                    <a:pt x="664258" y="293057"/>
                  </a:cubicBezTo>
                  <a:cubicBezTo>
                    <a:pt x="623380" y="252973"/>
                    <a:pt x="599567" y="198203"/>
                    <a:pt x="561864" y="157325"/>
                  </a:cubicBezTo>
                  <a:cubicBezTo>
                    <a:pt x="524161" y="116447"/>
                    <a:pt x="485267" y="73981"/>
                    <a:pt x="438039" y="47788"/>
                  </a:cubicBezTo>
                  <a:cubicBezTo>
                    <a:pt x="390811" y="21595"/>
                    <a:pt x="336043" y="-2217"/>
                    <a:pt x="278496" y="164"/>
                  </a:cubicBezTo>
                  <a:cubicBezTo>
                    <a:pt x="220949" y="2545"/>
                    <a:pt x="138002" y="26754"/>
                    <a:pt x="92758" y="62076"/>
                  </a:cubicBezTo>
                  <a:cubicBezTo>
                    <a:pt x="47514" y="97398"/>
                    <a:pt x="15367" y="168041"/>
                    <a:pt x="7033" y="212094"/>
                  </a:cubicBezTo>
                  <a:cubicBezTo>
                    <a:pt x="-1301" y="256147"/>
                    <a:pt x="-12810" y="318060"/>
                    <a:pt x="42752" y="326394"/>
                  </a:cubicBezTo>
                  <a:cubicBezTo>
                    <a:pt x="98314" y="334728"/>
                    <a:pt x="87996" y="260910"/>
                    <a:pt x="111808" y="233526"/>
                  </a:cubicBezTo>
                  <a:cubicBezTo>
                    <a:pt x="135620" y="206142"/>
                    <a:pt x="152289" y="171216"/>
                    <a:pt x="185626" y="162088"/>
                  </a:cubicBezTo>
                  <a:cubicBezTo>
                    <a:pt x="218963" y="152960"/>
                    <a:pt x="278495" y="147404"/>
                    <a:pt x="311833" y="178757"/>
                  </a:cubicBezTo>
                  <a:cubicBezTo>
                    <a:pt x="345171" y="210110"/>
                    <a:pt x="359061" y="289882"/>
                    <a:pt x="385652" y="350207"/>
                  </a:cubicBezTo>
                  <a:cubicBezTo>
                    <a:pt x="412243" y="410532"/>
                    <a:pt x="436452" y="487129"/>
                    <a:pt x="471377" y="540707"/>
                  </a:cubicBezTo>
                  <a:cubicBezTo>
                    <a:pt x="506302" y="594285"/>
                    <a:pt x="552736" y="637148"/>
                    <a:pt x="595202" y="671676"/>
                  </a:cubicBezTo>
                  <a:cubicBezTo>
                    <a:pt x="637668" y="706204"/>
                    <a:pt x="677356" y="732398"/>
                    <a:pt x="726171" y="747876"/>
                  </a:cubicBezTo>
                  <a:cubicBezTo>
                    <a:pt x="774986" y="763354"/>
                    <a:pt x="844042" y="767720"/>
                    <a:pt x="888095" y="764545"/>
                  </a:cubicBezTo>
                  <a:cubicBezTo>
                    <a:pt x="932148" y="761370"/>
                    <a:pt x="990489" y="728826"/>
                    <a:pt x="990489" y="728826"/>
                  </a:cubicBezTo>
                  <a:lnTo>
                    <a:pt x="990489" y="728826"/>
                  </a:lnTo>
                </a:path>
              </a:pathLst>
            </a:custGeom>
            <a:solidFill>
              <a:srgbClr val="BEA7D5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9106431-4335-267C-D3F5-EBF39C89667D}"/>
                </a:ext>
              </a:extLst>
            </p:cNvPr>
            <p:cNvSpPr/>
            <p:nvPr/>
          </p:nvSpPr>
          <p:spPr>
            <a:xfrm flipH="1" flipV="1">
              <a:off x="5534834" y="5506323"/>
              <a:ext cx="45719" cy="45719"/>
            </a:xfrm>
            <a:prstGeom prst="ellipse">
              <a:avLst/>
            </a:prstGeom>
            <a:solidFill>
              <a:srgbClr val="4472C4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AB2CD3B-B7AD-C545-3AAF-BB2C19E13EFA}"/>
                </a:ext>
              </a:extLst>
            </p:cNvPr>
            <p:cNvSpPr/>
            <p:nvPr/>
          </p:nvSpPr>
          <p:spPr>
            <a:xfrm flipH="1" flipV="1">
              <a:off x="6607492" y="4841651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4C83E4-C174-606D-71F5-A4C32EAA0160}"/>
                </a:ext>
              </a:extLst>
            </p:cNvPr>
            <p:cNvSpPr/>
            <p:nvPr/>
          </p:nvSpPr>
          <p:spPr>
            <a:xfrm flipH="1" flipV="1">
              <a:off x="6773446" y="4884988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C69D5F3-386E-37B7-254B-A8FDF30F57E5}"/>
                </a:ext>
              </a:extLst>
            </p:cNvPr>
            <p:cNvSpPr/>
            <p:nvPr/>
          </p:nvSpPr>
          <p:spPr>
            <a:xfrm flipH="1" flipV="1">
              <a:off x="6923900" y="4870610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CA1CF16-CC5F-A38D-99B9-A05A9A083F29}"/>
                </a:ext>
              </a:extLst>
            </p:cNvPr>
            <p:cNvSpPr/>
            <p:nvPr/>
          </p:nvSpPr>
          <p:spPr>
            <a:xfrm flipH="1" flipV="1">
              <a:off x="7090018" y="4828331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9B70EF4-B3EC-41A0-EC5E-3F524DB019BE}"/>
                </a:ext>
              </a:extLst>
            </p:cNvPr>
            <p:cNvSpPr/>
            <p:nvPr/>
          </p:nvSpPr>
          <p:spPr>
            <a:xfrm flipH="1" flipV="1">
              <a:off x="7243320" y="4804032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4D8D429-0CDA-5493-6026-7D2B4B77909C}"/>
                </a:ext>
              </a:extLst>
            </p:cNvPr>
            <p:cNvSpPr/>
            <p:nvPr/>
          </p:nvSpPr>
          <p:spPr>
            <a:xfrm flipH="1" flipV="1">
              <a:off x="6487257" y="4790705"/>
              <a:ext cx="45719" cy="45719"/>
            </a:xfrm>
            <a:prstGeom prst="ellipse">
              <a:avLst/>
            </a:prstGeom>
            <a:solidFill>
              <a:sysClr val="windowText" lastClr="000000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DB06589-0E05-75CD-AD39-916134AD4FFE}"/>
                </a:ext>
              </a:extLst>
            </p:cNvPr>
            <p:cNvGrpSpPr/>
            <p:nvPr/>
          </p:nvGrpSpPr>
          <p:grpSpPr>
            <a:xfrm>
              <a:off x="6479997" y="4263560"/>
              <a:ext cx="937606" cy="1088467"/>
              <a:chOff x="6479997" y="4263560"/>
              <a:chExt cx="937606" cy="1088467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D01143C7-B2BB-ECE6-642A-9A53A9F30CD2}"/>
                  </a:ext>
                </a:extLst>
              </p:cNvPr>
              <p:cNvSpPr/>
              <p:nvPr/>
            </p:nvSpPr>
            <p:spPr>
              <a:xfrm rot="3303579" flipH="1">
                <a:off x="6365003" y="4428173"/>
                <a:ext cx="1088467" cy="759241"/>
              </a:xfrm>
              <a:custGeom>
                <a:avLst/>
                <a:gdLst>
                  <a:gd name="connsiteX0" fmla="*/ 1088467 w 1088467"/>
                  <a:gd name="connsiteY0" fmla="*/ 655217 h 759241"/>
                  <a:gd name="connsiteX1" fmla="*/ 1053305 w 1088467"/>
                  <a:gd name="connsiteY1" fmla="*/ 664943 h 759241"/>
                  <a:gd name="connsiteX2" fmla="*/ 180097 w 1088467"/>
                  <a:gd name="connsiteY2" fmla="*/ 0 h 759241"/>
                  <a:gd name="connsiteX3" fmla="*/ 2923 w 1088467"/>
                  <a:gd name="connsiteY3" fmla="*/ 201297 h 759241"/>
                  <a:gd name="connsiteX4" fmla="*/ 0 w 1088467"/>
                  <a:gd name="connsiteY4" fmla="*/ 262412 h 759241"/>
                  <a:gd name="connsiteX5" fmla="*/ 9739 w 1088467"/>
                  <a:gd name="connsiteY5" fmla="*/ 262154 h 759241"/>
                  <a:gd name="connsiteX6" fmla="*/ 67536 w 1088467"/>
                  <a:gd name="connsiteY6" fmla="*/ 157676 h 759241"/>
                  <a:gd name="connsiteX7" fmla="*/ 151008 w 1088467"/>
                  <a:gd name="connsiteY7" fmla="*/ 76896 h 759241"/>
                  <a:gd name="connsiteX8" fmla="*/ 293721 w 1088467"/>
                  <a:gd name="connsiteY8" fmla="*/ 95745 h 759241"/>
                  <a:gd name="connsiteX9" fmla="*/ 377194 w 1088467"/>
                  <a:gd name="connsiteY9" fmla="*/ 289618 h 759241"/>
                  <a:gd name="connsiteX10" fmla="*/ 474130 w 1088467"/>
                  <a:gd name="connsiteY10" fmla="*/ 505031 h 759241"/>
                  <a:gd name="connsiteX11" fmla="*/ 614149 w 1088467"/>
                  <a:gd name="connsiteY11" fmla="*/ 653129 h 759241"/>
                  <a:gd name="connsiteX12" fmla="*/ 762246 w 1088467"/>
                  <a:gd name="connsiteY12" fmla="*/ 739294 h 759241"/>
                  <a:gd name="connsiteX13" fmla="*/ 945347 w 1088467"/>
                  <a:gd name="connsiteY13" fmla="*/ 758143 h 759241"/>
                  <a:gd name="connsiteX14" fmla="*/ 1061132 w 1088467"/>
                  <a:gd name="connsiteY14" fmla="*/ 717753 h 759241"/>
                  <a:gd name="connsiteX15" fmla="*/ 1088467 w 1088467"/>
                  <a:gd name="connsiteY15" fmla="*/ 655217 h 75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88467" h="759241">
                    <a:moveTo>
                      <a:pt x="1088467" y="655217"/>
                    </a:moveTo>
                    <a:lnTo>
                      <a:pt x="1053305" y="664943"/>
                    </a:lnTo>
                    <a:cubicBezTo>
                      <a:pt x="388038" y="824227"/>
                      <a:pt x="535616" y="7372"/>
                      <a:pt x="180097" y="0"/>
                    </a:cubicBezTo>
                    <a:cubicBezTo>
                      <a:pt x="72776" y="46352"/>
                      <a:pt x="18682" y="125234"/>
                      <a:pt x="2923" y="201297"/>
                    </a:cubicBezTo>
                    <a:lnTo>
                      <a:pt x="0" y="262412"/>
                    </a:lnTo>
                    <a:lnTo>
                      <a:pt x="9739" y="262154"/>
                    </a:lnTo>
                    <a:cubicBezTo>
                      <a:pt x="49964" y="252066"/>
                      <a:pt x="43976" y="184772"/>
                      <a:pt x="67536" y="157676"/>
                    </a:cubicBezTo>
                    <a:cubicBezTo>
                      <a:pt x="94462" y="126712"/>
                      <a:pt x="113311" y="87218"/>
                      <a:pt x="151008" y="76896"/>
                    </a:cubicBezTo>
                    <a:cubicBezTo>
                      <a:pt x="188704" y="66574"/>
                      <a:pt x="256023" y="60292"/>
                      <a:pt x="293721" y="95745"/>
                    </a:cubicBezTo>
                    <a:cubicBezTo>
                      <a:pt x="331418" y="131198"/>
                      <a:pt x="347125" y="221403"/>
                      <a:pt x="377194" y="289618"/>
                    </a:cubicBezTo>
                    <a:cubicBezTo>
                      <a:pt x="407262" y="357832"/>
                      <a:pt x="434638" y="444447"/>
                      <a:pt x="474130" y="505031"/>
                    </a:cubicBezTo>
                    <a:cubicBezTo>
                      <a:pt x="513622" y="565616"/>
                      <a:pt x="566129" y="614085"/>
                      <a:pt x="614149" y="653129"/>
                    </a:cubicBezTo>
                    <a:cubicBezTo>
                      <a:pt x="662168" y="692172"/>
                      <a:pt x="707047" y="721792"/>
                      <a:pt x="762246" y="739294"/>
                    </a:cubicBezTo>
                    <a:cubicBezTo>
                      <a:pt x="817445" y="756796"/>
                      <a:pt x="895532" y="761733"/>
                      <a:pt x="945347" y="758143"/>
                    </a:cubicBezTo>
                    <a:cubicBezTo>
                      <a:pt x="995161" y="754553"/>
                      <a:pt x="1061132" y="717753"/>
                      <a:pt x="1061132" y="717753"/>
                    </a:cubicBezTo>
                    <a:lnTo>
                      <a:pt x="1088467" y="655217"/>
                    </a:lnTo>
                    <a:close/>
                  </a:path>
                </a:pathLst>
              </a:custGeom>
              <a:solidFill>
                <a:srgbClr val="EADEFA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4B51473C-BB79-EB85-3E46-EB106C4FD990}"/>
                  </a:ext>
                </a:extLst>
              </p:cNvPr>
              <p:cNvSpPr/>
              <p:nvPr/>
            </p:nvSpPr>
            <p:spPr>
              <a:xfrm flipH="1" flipV="1">
                <a:off x="7366201" y="4870610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F1798E1D-539E-C5DF-1201-3D2859BC466B}"/>
                  </a:ext>
                </a:extLst>
              </p:cNvPr>
              <p:cNvSpPr/>
              <p:nvPr/>
            </p:nvSpPr>
            <p:spPr>
              <a:xfrm flipH="1" flipV="1">
                <a:off x="7371884" y="4996441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4D31F70-105F-6066-7236-E59131F22690}"/>
                  </a:ext>
                </a:extLst>
              </p:cNvPr>
              <p:cNvSpPr/>
              <p:nvPr/>
            </p:nvSpPr>
            <p:spPr>
              <a:xfrm flipH="1" flipV="1">
                <a:off x="7321871" y="5095966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F2010A01-166D-B451-74E4-210117803D06}"/>
                  </a:ext>
                </a:extLst>
              </p:cNvPr>
              <p:cNvSpPr/>
              <p:nvPr/>
            </p:nvSpPr>
            <p:spPr>
              <a:xfrm flipH="1" flipV="1">
                <a:off x="6600232" y="4843448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CFB3BCA2-2455-327B-908F-DFE6C99EC59E}"/>
                  </a:ext>
                </a:extLst>
              </p:cNvPr>
              <p:cNvSpPr/>
              <p:nvPr/>
            </p:nvSpPr>
            <p:spPr>
              <a:xfrm flipH="1" flipV="1">
                <a:off x="6766186" y="4886785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48AF49F2-BE89-3DE9-661B-E4586365A8A5}"/>
                  </a:ext>
                </a:extLst>
              </p:cNvPr>
              <p:cNvSpPr/>
              <p:nvPr/>
            </p:nvSpPr>
            <p:spPr>
              <a:xfrm flipH="1" flipV="1">
                <a:off x="6916640" y="4872407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47C91DA-BA8D-B984-C345-F687B612E1A5}"/>
                  </a:ext>
                </a:extLst>
              </p:cNvPr>
              <p:cNvSpPr/>
              <p:nvPr/>
            </p:nvSpPr>
            <p:spPr>
              <a:xfrm flipH="1" flipV="1">
                <a:off x="7082758" y="4830128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F1A77716-FF91-9853-6680-E1739ABD3E63}"/>
                  </a:ext>
                </a:extLst>
              </p:cNvPr>
              <p:cNvSpPr/>
              <p:nvPr/>
            </p:nvSpPr>
            <p:spPr>
              <a:xfrm flipH="1" flipV="1">
                <a:off x="7236060" y="4805829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9DF96B8-BF5A-D416-3057-F3B85F00D4A0}"/>
                  </a:ext>
                </a:extLst>
              </p:cNvPr>
              <p:cNvSpPr/>
              <p:nvPr/>
            </p:nvSpPr>
            <p:spPr>
              <a:xfrm flipH="1" flipV="1">
                <a:off x="6479997" y="4792502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1B2DA71-A903-56A0-5CFE-A40818839934}"/>
                </a:ext>
              </a:extLst>
            </p:cNvPr>
            <p:cNvGrpSpPr/>
            <p:nvPr/>
          </p:nvGrpSpPr>
          <p:grpSpPr>
            <a:xfrm rot="17312424">
              <a:off x="6285781" y="3284821"/>
              <a:ext cx="937606" cy="1088467"/>
              <a:chOff x="6479997" y="4263560"/>
              <a:chExt cx="937606" cy="1088467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A54FF0ED-89D1-37AC-7CF4-2C966047BE08}"/>
                  </a:ext>
                </a:extLst>
              </p:cNvPr>
              <p:cNvSpPr/>
              <p:nvPr/>
            </p:nvSpPr>
            <p:spPr>
              <a:xfrm rot="3303579" flipH="1">
                <a:off x="6365003" y="4428173"/>
                <a:ext cx="1088467" cy="759241"/>
              </a:xfrm>
              <a:custGeom>
                <a:avLst/>
                <a:gdLst>
                  <a:gd name="connsiteX0" fmla="*/ 1088467 w 1088467"/>
                  <a:gd name="connsiteY0" fmla="*/ 655217 h 759241"/>
                  <a:gd name="connsiteX1" fmla="*/ 1053305 w 1088467"/>
                  <a:gd name="connsiteY1" fmla="*/ 664943 h 759241"/>
                  <a:gd name="connsiteX2" fmla="*/ 180097 w 1088467"/>
                  <a:gd name="connsiteY2" fmla="*/ 0 h 759241"/>
                  <a:gd name="connsiteX3" fmla="*/ 2923 w 1088467"/>
                  <a:gd name="connsiteY3" fmla="*/ 201297 h 759241"/>
                  <a:gd name="connsiteX4" fmla="*/ 0 w 1088467"/>
                  <a:gd name="connsiteY4" fmla="*/ 262412 h 759241"/>
                  <a:gd name="connsiteX5" fmla="*/ 9739 w 1088467"/>
                  <a:gd name="connsiteY5" fmla="*/ 262154 h 759241"/>
                  <a:gd name="connsiteX6" fmla="*/ 67536 w 1088467"/>
                  <a:gd name="connsiteY6" fmla="*/ 157676 h 759241"/>
                  <a:gd name="connsiteX7" fmla="*/ 151008 w 1088467"/>
                  <a:gd name="connsiteY7" fmla="*/ 76896 h 759241"/>
                  <a:gd name="connsiteX8" fmla="*/ 293721 w 1088467"/>
                  <a:gd name="connsiteY8" fmla="*/ 95745 h 759241"/>
                  <a:gd name="connsiteX9" fmla="*/ 377194 w 1088467"/>
                  <a:gd name="connsiteY9" fmla="*/ 289618 h 759241"/>
                  <a:gd name="connsiteX10" fmla="*/ 474130 w 1088467"/>
                  <a:gd name="connsiteY10" fmla="*/ 505031 h 759241"/>
                  <a:gd name="connsiteX11" fmla="*/ 614149 w 1088467"/>
                  <a:gd name="connsiteY11" fmla="*/ 653129 h 759241"/>
                  <a:gd name="connsiteX12" fmla="*/ 762246 w 1088467"/>
                  <a:gd name="connsiteY12" fmla="*/ 739294 h 759241"/>
                  <a:gd name="connsiteX13" fmla="*/ 945347 w 1088467"/>
                  <a:gd name="connsiteY13" fmla="*/ 758143 h 759241"/>
                  <a:gd name="connsiteX14" fmla="*/ 1061132 w 1088467"/>
                  <a:gd name="connsiteY14" fmla="*/ 717753 h 759241"/>
                  <a:gd name="connsiteX15" fmla="*/ 1088467 w 1088467"/>
                  <a:gd name="connsiteY15" fmla="*/ 655217 h 75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88467" h="759241">
                    <a:moveTo>
                      <a:pt x="1088467" y="655217"/>
                    </a:moveTo>
                    <a:lnTo>
                      <a:pt x="1053305" y="664943"/>
                    </a:lnTo>
                    <a:cubicBezTo>
                      <a:pt x="388038" y="824227"/>
                      <a:pt x="535616" y="7372"/>
                      <a:pt x="180097" y="0"/>
                    </a:cubicBezTo>
                    <a:cubicBezTo>
                      <a:pt x="72776" y="46352"/>
                      <a:pt x="18682" y="125234"/>
                      <a:pt x="2923" y="201297"/>
                    </a:cubicBezTo>
                    <a:lnTo>
                      <a:pt x="0" y="262412"/>
                    </a:lnTo>
                    <a:lnTo>
                      <a:pt x="9739" y="262154"/>
                    </a:lnTo>
                    <a:cubicBezTo>
                      <a:pt x="49964" y="252066"/>
                      <a:pt x="43976" y="184772"/>
                      <a:pt x="67536" y="157676"/>
                    </a:cubicBezTo>
                    <a:cubicBezTo>
                      <a:pt x="94462" y="126712"/>
                      <a:pt x="113311" y="87218"/>
                      <a:pt x="151008" y="76896"/>
                    </a:cubicBezTo>
                    <a:cubicBezTo>
                      <a:pt x="188704" y="66574"/>
                      <a:pt x="256023" y="60292"/>
                      <a:pt x="293721" y="95745"/>
                    </a:cubicBezTo>
                    <a:cubicBezTo>
                      <a:pt x="331418" y="131198"/>
                      <a:pt x="347125" y="221403"/>
                      <a:pt x="377194" y="289618"/>
                    </a:cubicBezTo>
                    <a:cubicBezTo>
                      <a:pt x="407262" y="357832"/>
                      <a:pt x="434638" y="444447"/>
                      <a:pt x="474130" y="505031"/>
                    </a:cubicBezTo>
                    <a:cubicBezTo>
                      <a:pt x="513622" y="565616"/>
                      <a:pt x="566129" y="614085"/>
                      <a:pt x="614149" y="653129"/>
                    </a:cubicBezTo>
                    <a:cubicBezTo>
                      <a:pt x="662168" y="692172"/>
                      <a:pt x="707047" y="721792"/>
                      <a:pt x="762246" y="739294"/>
                    </a:cubicBezTo>
                    <a:cubicBezTo>
                      <a:pt x="817445" y="756796"/>
                      <a:pt x="895532" y="761733"/>
                      <a:pt x="945347" y="758143"/>
                    </a:cubicBezTo>
                    <a:cubicBezTo>
                      <a:pt x="995161" y="754553"/>
                      <a:pt x="1061132" y="717753"/>
                      <a:pt x="1061132" y="717753"/>
                    </a:cubicBezTo>
                    <a:lnTo>
                      <a:pt x="1088467" y="655217"/>
                    </a:lnTo>
                    <a:close/>
                  </a:path>
                </a:pathLst>
              </a:custGeom>
              <a:solidFill>
                <a:srgbClr val="EADEFA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83538EEC-FAC1-B43B-1F93-88E11DFBE917}"/>
                  </a:ext>
                </a:extLst>
              </p:cNvPr>
              <p:cNvSpPr/>
              <p:nvPr/>
            </p:nvSpPr>
            <p:spPr>
              <a:xfrm flipH="1" flipV="1">
                <a:off x="7366201" y="4870610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C8091C58-F1FC-029D-6F5F-C2B0D6F22B65}"/>
                  </a:ext>
                </a:extLst>
              </p:cNvPr>
              <p:cNvSpPr/>
              <p:nvPr/>
            </p:nvSpPr>
            <p:spPr>
              <a:xfrm flipH="1" flipV="1">
                <a:off x="7371884" y="4996441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116654A0-E6F6-95B0-520D-27B304AE8E9E}"/>
                  </a:ext>
                </a:extLst>
              </p:cNvPr>
              <p:cNvSpPr/>
              <p:nvPr/>
            </p:nvSpPr>
            <p:spPr>
              <a:xfrm flipH="1" flipV="1">
                <a:off x="7321871" y="5095966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C58AB631-B163-AE21-50A3-4E207F4CC0FA}"/>
                  </a:ext>
                </a:extLst>
              </p:cNvPr>
              <p:cNvSpPr/>
              <p:nvPr/>
            </p:nvSpPr>
            <p:spPr>
              <a:xfrm flipH="1" flipV="1">
                <a:off x="6600232" y="4843448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DBBF1A85-CA31-6FC6-137D-4D8CA053710A}"/>
                  </a:ext>
                </a:extLst>
              </p:cNvPr>
              <p:cNvSpPr/>
              <p:nvPr/>
            </p:nvSpPr>
            <p:spPr>
              <a:xfrm flipH="1" flipV="1">
                <a:off x="6766186" y="4886785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B628407-7979-DECF-750E-A4C7CF01943A}"/>
                  </a:ext>
                </a:extLst>
              </p:cNvPr>
              <p:cNvSpPr/>
              <p:nvPr/>
            </p:nvSpPr>
            <p:spPr>
              <a:xfrm flipH="1" flipV="1">
                <a:off x="6916640" y="4872407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9079A3BA-AFDF-3779-281F-6373201FC363}"/>
                  </a:ext>
                </a:extLst>
              </p:cNvPr>
              <p:cNvSpPr/>
              <p:nvPr/>
            </p:nvSpPr>
            <p:spPr>
              <a:xfrm flipH="1" flipV="1">
                <a:off x="7082758" y="4830128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8763BAFE-3132-1C86-08E0-619264747B2A}"/>
                  </a:ext>
                </a:extLst>
              </p:cNvPr>
              <p:cNvSpPr/>
              <p:nvPr/>
            </p:nvSpPr>
            <p:spPr>
              <a:xfrm flipH="1" flipV="1">
                <a:off x="7236060" y="4805829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5A690798-AB83-AB6A-011C-951A82A24DF4}"/>
                  </a:ext>
                </a:extLst>
              </p:cNvPr>
              <p:cNvSpPr/>
              <p:nvPr/>
            </p:nvSpPr>
            <p:spPr>
              <a:xfrm flipH="1" flipV="1">
                <a:off x="6479997" y="4792502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C0C4A31-5C48-D88E-8E10-56452AA364DB}"/>
                </a:ext>
              </a:extLst>
            </p:cNvPr>
            <p:cNvGrpSpPr/>
            <p:nvPr/>
          </p:nvGrpSpPr>
          <p:grpSpPr>
            <a:xfrm rot="16896814" flipH="1">
              <a:off x="5841749" y="4629371"/>
              <a:ext cx="937606" cy="1088467"/>
              <a:chOff x="6479997" y="4263560"/>
              <a:chExt cx="937606" cy="1088467"/>
            </a:xfrm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E16163C6-EF78-DB3F-5FB2-0D4519B41754}"/>
                  </a:ext>
                </a:extLst>
              </p:cNvPr>
              <p:cNvSpPr/>
              <p:nvPr/>
            </p:nvSpPr>
            <p:spPr>
              <a:xfrm rot="3303579" flipH="1">
                <a:off x="6365003" y="4428173"/>
                <a:ext cx="1088467" cy="759241"/>
              </a:xfrm>
              <a:custGeom>
                <a:avLst/>
                <a:gdLst>
                  <a:gd name="connsiteX0" fmla="*/ 1088467 w 1088467"/>
                  <a:gd name="connsiteY0" fmla="*/ 655217 h 759241"/>
                  <a:gd name="connsiteX1" fmla="*/ 1053305 w 1088467"/>
                  <a:gd name="connsiteY1" fmla="*/ 664943 h 759241"/>
                  <a:gd name="connsiteX2" fmla="*/ 180097 w 1088467"/>
                  <a:gd name="connsiteY2" fmla="*/ 0 h 759241"/>
                  <a:gd name="connsiteX3" fmla="*/ 2923 w 1088467"/>
                  <a:gd name="connsiteY3" fmla="*/ 201297 h 759241"/>
                  <a:gd name="connsiteX4" fmla="*/ 0 w 1088467"/>
                  <a:gd name="connsiteY4" fmla="*/ 262412 h 759241"/>
                  <a:gd name="connsiteX5" fmla="*/ 9739 w 1088467"/>
                  <a:gd name="connsiteY5" fmla="*/ 262154 h 759241"/>
                  <a:gd name="connsiteX6" fmla="*/ 67536 w 1088467"/>
                  <a:gd name="connsiteY6" fmla="*/ 157676 h 759241"/>
                  <a:gd name="connsiteX7" fmla="*/ 151008 w 1088467"/>
                  <a:gd name="connsiteY7" fmla="*/ 76896 h 759241"/>
                  <a:gd name="connsiteX8" fmla="*/ 293721 w 1088467"/>
                  <a:gd name="connsiteY8" fmla="*/ 95745 h 759241"/>
                  <a:gd name="connsiteX9" fmla="*/ 377194 w 1088467"/>
                  <a:gd name="connsiteY9" fmla="*/ 289618 h 759241"/>
                  <a:gd name="connsiteX10" fmla="*/ 474130 w 1088467"/>
                  <a:gd name="connsiteY10" fmla="*/ 505031 h 759241"/>
                  <a:gd name="connsiteX11" fmla="*/ 614149 w 1088467"/>
                  <a:gd name="connsiteY11" fmla="*/ 653129 h 759241"/>
                  <a:gd name="connsiteX12" fmla="*/ 762246 w 1088467"/>
                  <a:gd name="connsiteY12" fmla="*/ 739294 h 759241"/>
                  <a:gd name="connsiteX13" fmla="*/ 945347 w 1088467"/>
                  <a:gd name="connsiteY13" fmla="*/ 758143 h 759241"/>
                  <a:gd name="connsiteX14" fmla="*/ 1061132 w 1088467"/>
                  <a:gd name="connsiteY14" fmla="*/ 717753 h 759241"/>
                  <a:gd name="connsiteX15" fmla="*/ 1088467 w 1088467"/>
                  <a:gd name="connsiteY15" fmla="*/ 655217 h 75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88467" h="759241">
                    <a:moveTo>
                      <a:pt x="1088467" y="655217"/>
                    </a:moveTo>
                    <a:lnTo>
                      <a:pt x="1053305" y="664943"/>
                    </a:lnTo>
                    <a:cubicBezTo>
                      <a:pt x="388038" y="824227"/>
                      <a:pt x="535616" y="7372"/>
                      <a:pt x="180097" y="0"/>
                    </a:cubicBezTo>
                    <a:cubicBezTo>
                      <a:pt x="72776" y="46352"/>
                      <a:pt x="18682" y="125234"/>
                      <a:pt x="2923" y="201297"/>
                    </a:cubicBezTo>
                    <a:lnTo>
                      <a:pt x="0" y="262412"/>
                    </a:lnTo>
                    <a:lnTo>
                      <a:pt x="9739" y="262154"/>
                    </a:lnTo>
                    <a:cubicBezTo>
                      <a:pt x="49964" y="252066"/>
                      <a:pt x="43976" y="184772"/>
                      <a:pt x="67536" y="157676"/>
                    </a:cubicBezTo>
                    <a:cubicBezTo>
                      <a:pt x="94462" y="126712"/>
                      <a:pt x="113311" y="87218"/>
                      <a:pt x="151008" y="76896"/>
                    </a:cubicBezTo>
                    <a:cubicBezTo>
                      <a:pt x="188704" y="66574"/>
                      <a:pt x="256023" y="60292"/>
                      <a:pt x="293721" y="95745"/>
                    </a:cubicBezTo>
                    <a:cubicBezTo>
                      <a:pt x="331418" y="131198"/>
                      <a:pt x="347125" y="221403"/>
                      <a:pt x="377194" y="289618"/>
                    </a:cubicBezTo>
                    <a:cubicBezTo>
                      <a:pt x="407262" y="357832"/>
                      <a:pt x="434638" y="444447"/>
                      <a:pt x="474130" y="505031"/>
                    </a:cubicBezTo>
                    <a:cubicBezTo>
                      <a:pt x="513622" y="565616"/>
                      <a:pt x="566129" y="614085"/>
                      <a:pt x="614149" y="653129"/>
                    </a:cubicBezTo>
                    <a:cubicBezTo>
                      <a:pt x="662168" y="692172"/>
                      <a:pt x="707047" y="721792"/>
                      <a:pt x="762246" y="739294"/>
                    </a:cubicBezTo>
                    <a:cubicBezTo>
                      <a:pt x="817445" y="756796"/>
                      <a:pt x="895532" y="761733"/>
                      <a:pt x="945347" y="758143"/>
                    </a:cubicBezTo>
                    <a:cubicBezTo>
                      <a:pt x="995161" y="754553"/>
                      <a:pt x="1061132" y="717753"/>
                      <a:pt x="1061132" y="717753"/>
                    </a:cubicBezTo>
                    <a:lnTo>
                      <a:pt x="1088467" y="655217"/>
                    </a:lnTo>
                    <a:close/>
                  </a:path>
                </a:pathLst>
              </a:custGeom>
              <a:solidFill>
                <a:srgbClr val="EADEFA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DB25812-772D-017A-0A1B-6026D03B237E}"/>
                  </a:ext>
                </a:extLst>
              </p:cNvPr>
              <p:cNvSpPr/>
              <p:nvPr/>
            </p:nvSpPr>
            <p:spPr>
              <a:xfrm flipH="1" flipV="1">
                <a:off x="7366201" y="4870610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1FA06044-729F-1412-EA77-19FE60965EDE}"/>
                  </a:ext>
                </a:extLst>
              </p:cNvPr>
              <p:cNvSpPr/>
              <p:nvPr/>
            </p:nvSpPr>
            <p:spPr>
              <a:xfrm flipH="1" flipV="1">
                <a:off x="7371884" y="4996441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A5296C47-8DC8-CBFE-84E5-2A1037453964}"/>
                  </a:ext>
                </a:extLst>
              </p:cNvPr>
              <p:cNvSpPr/>
              <p:nvPr/>
            </p:nvSpPr>
            <p:spPr>
              <a:xfrm flipH="1" flipV="1">
                <a:off x="7321871" y="5095966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56AA4045-9631-1271-D7AB-F764253AE0C7}"/>
                  </a:ext>
                </a:extLst>
              </p:cNvPr>
              <p:cNvSpPr/>
              <p:nvPr/>
            </p:nvSpPr>
            <p:spPr>
              <a:xfrm flipH="1" flipV="1">
                <a:off x="6600232" y="4843448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811AD886-8349-CE7D-BC1B-266F18BDFBB5}"/>
                  </a:ext>
                </a:extLst>
              </p:cNvPr>
              <p:cNvSpPr/>
              <p:nvPr/>
            </p:nvSpPr>
            <p:spPr>
              <a:xfrm flipH="1" flipV="1">
                <a:off x="6766186" y="4886785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479E9637-7217-7E5A-6CAB-4854E602DC88}"/>
                  </a:ext>
                </a:extLst>
              </p:cNvPr>
              <p:cNvSpPr/>
              <p:nvPr/>
            </p:nvSpPr>
            <p:spPr>
              <a:xfrm flipH="1" flipV="1">
                <a:off x="6916640" y="4872407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C097DD90-DA83-AA62-F47F-F9246DFBD6D0}"/>
                  </a:ext>
                </a:extLst>
              </p:cNvPr>
              <p:cNvSpPr/>
              <p:nvPr/>
            </p:nvSpPr>
            <p:spPr>
              <a:xfrm flipH="1" flipV="1">
                <a:off x="7082758" y="4830128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31B3EABA-86FD-9383-757C-D3A62CC6C75E}"/>
                  </a:ext>
                </a:extLst>
              </p:cNvPr>
              <p:cNvSpPr/>
              <p:nvPr/>
            </p:nvSpPr>
            <p:spPr>
              <a:xfrm flipH="1" flipV="1">
                <a:off x="7236060" y="4805829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26246556-1DF8-63ED-D76F-7F3C15BCE8A8}"/>
                  </a:ext>
                </a:extLst>
              </p:cNvPr>
              <p:cNvSpPr/>
              <p:nvPr/>
            </p:nvSpPr>
            <p:spPr>
              <a:xfrm flipH="1" flipV="1">
                <a:off x="6479997" y="4792502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369D20A-5E17-1634-288C-BDCDEC921243}"/>
                </a:ext>
              </a:extLst>
            </p:cNvPr>
            <p:cNvGrpSpPr/>
            <p:nvPr/>
          </p:nvGrpSpPr>
          <p:grpSpPr>
            <a:xfrm rot="18778898" flipH="1">
              <a:off x="5223659" y="4778135"/>
              <a:ext cx="937606" cy="1088467"/>
              <a:chOff x="6479997" y="4263560"/>
              <a:chExt cx="937606" cy="1088467"/>
            </a:xfrm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CEF82A4F-9FF5-FF26-10A4-00D4522C9B4A}"/>
                  </a:ext>
                </a:extLst>
              </p:cNvPr>
              <p:cNvSpPr/>
              <p:nvPr/>
            </p:nvSpPr>
            <p:spPr>
              <a:xfrm rot="3303579" flipH="1">
                <a:off x="6365003" y="4428173"/>
                <a:ext cx="1088467" cy="759241"/>
              </a:xfrm>
              <a:custGeom>
                <a:avLst/>
                <a:gdLst>
                  <a:gd name="connsiteX0" fmla="*/ 1088467 w 1088467"/>
                  <a:gd name="connsiteY0" fmla="*/ 655217 h 759241"/>
                  <a:gd name="connsiteX1" fmla="*/ 1053305 w 1088467"/>
                  <a:gd name="connsiteY1" fmla="*/ 664943 h 759241"/>
                  <a:gd name="connsiteX2" fmla="*/ 180097 w 1088467"/>
                  <a:gd name="connsiteY2" fmla="*/ 0 h 759241"/>
                  <a:gd name="connsiteX3" fmla="*/ 2923 w 1088467"/>
                  <a:gd name="connsiteY3" fmla="*/ 201297 h 759241"/>
                  <a:gd name="connsiteX4" fmla="*/ 0 w 1088467"/>
                  <a:gd name="connsiteY4" fmla="*/ 262412 h 759241"/>
                  <a:gd name="connsiteX5" fmla="*/ 9739 w 1088467"/>
                  <a:gd name="connsiteY5" fmla="*/ 262154 h 759241"/>
                  <a:gd name="connsiteX6" fmla="*/ 67536 w 1088467"/>
                  <a:gd name="connsiteY6" fmla="*/ 157676 h 759241"/>
                  <a:gd name="connsiteX7" fmla="*/ 151008 w 1088467"/>
                  <a:gd name="connsiteY7" fmla="*/ 76896 h 759241"/>
                  <a:gd name="connsiteX8" fmla="*/ 293721 w 1088467"/>
                  <a:gd name="connsiteY8" fmla="*/ 95745 h 759241"/>
                  <a:gd name="connsiteX9" fmla="*/ 377194 w 1088467"/>
                  <a:gd name="connsiteY9" fmla="*/ 289618 h 759241"/>
                  <a:gd name="connsiteX10" fmla="*/ 474130 w 1088467"/>
                  <a:gd name="connsiteY10" fmla="*/ 505031 h 759241"/>
                  <a:gd name="connsiteX11" fmla="*/ 614149 w 1088467"/>
                  <a:gd name="connsiteY11" fmla="*/ 653129 h 759241"/>
                  <a:gd name="connsiteX12" fmla="*/ 762246 w 1088467"/>
                  <a:gd name="connsiteY12" fmla="*/ 739294 h 759241"/>
                  <a:gd name="connsiteX13" fmla="*/ 945347 w 1088467"/>
                  <a:gd name="connsiteY13" fmla="*/ 758143 h 759241"/>
                  <a:gd name="connsiteX14" fmla="*/ 1061132 w 1088467"/>
                  <a:gd name="connsiteY14" fmla="*/ 717753 h 759241"/>
                  <a:gd name="connsiteX15" fmla="*/ 1088467 w 1088467"/>
                  <a:gd name="connsiteY15" fmla="*/ 655217 h 75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88467" h="759241">
                    <a:moveTo>
                      <a:pt x="1088467" y="655217"/>
                    </a:moveTo>
                    <a:lnTo>
                      <a:pt x="1053305" y="664943"/>
                    </a:lnTo>
                    <a:cubicBezTo>
                      <a:pt x="388038" y="824227"/>
                      <a:pt x="535616" y="7372"/>
                      <a:pt x="180097" y="0"/>
                    </a:cubicBezTo>
                    <a:cubicBezTo>
                      <a:pt x="72776" y="46352"/>
                      <a:pt x="18682" y="125234"/>
                      <a:pt x="2923" y="201297"/>
                    </a:cubicBezTo>
                    <a:lnTo>
                      <a:pt x="0" y="262412"/>
                    </a:lnTo>
                    <a:lnTo>
                      <a:pt x="9739" y="262154"/>
                    </a:lnTo>
                    <a:cubicBezTo>
                      <a:pt x="49964" y="252066"/>
                      <a:pt x="43976" y="184772"/>
                      <a:pt x="67536" y="157676"/>
                    </a:cubicBezTo>
                    <a:cubicBezTo>
                      <a:pt x="94462" y="126712"/>
                      <a:pt x="113311" y="87218"/>
                      <a:pt x="151008" y="76896"/>
                    </a:cubicBezTo>
                    <a:cubicBezTo>
                      <a:pt x="188704" y="66574"/>
                      <a:pt x="256023" y="60292"/>
                      <a:pt x="293721" y="95745"/>
                    </a:cubicBezTo>
                    <a:cubicBezTo>
                      <a:pt x="331418" y="131198"/>
                      <a:pt x="347125" y="221403"/>
                      <a:pt x="377194" y="289618"/>
                    </a:cubicBezTo>
                    <a:cubicBezTo>
                      <a:pt x="407262" y="357832"/>
                      <a:pt x="434638" y="444447"/>
                      <a:pt x="474130" y="505031"/>
                    </a:cubicBezTo>
                    <a:cubicBezTo>
                      <a:pt x="513622" y="565616"/>
                      <a:pt x="566129" y="614085"/>
                      <a:pt x="614149" y="653129"/>
                    </a:cubicBezTo>
                    <a:cubicBezTo>
                      <a:pt x="662168" y="692172"/>
                      <a:pt x="707047" y="721792"/>
                      <a:pt x="762246" y="739294"/>
                    </a:cubicBezTo>
                    <a:cubicBezTo>
                      <a:pt x="817445" y="756796"/>
                      <a:pt x="895532" y="761733"/>
                      <a:pt x="945347" y="758143"/>
                    </a:cubicBezTo>
                    <a:cubicBezTo>
                      <a:pt x="995161" y="754553"/>
                      <a:pt x="1061132" y="717753"/>
                      <a:pt x="1061132" y="717753"/>
                    </a:cubicBezTo>
                    <a:lnTo>
                      <a:pt x="1088467" y="655217"/>
                    </a:lnTo>
                    <a:close/>
                  </a:path>
                </a:pathLst>
              </a:custGeom>
              <a:solidFill>
                <a:srgbClr val="EADEFA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4C3986BB-47F1-9F4B-42D7-40DDBE3CFC80}"/>
                  </a:ext>
                </a:extLst>
              </p:cNvPr>
              <p:cNvSpPr/>
              <p:nvPr/>
            </p:nvSpPr>
            <p:spPr>
              <a:xfrm flipH="1" flipV="1">
                <a:off x="7366201" y="4870610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8A839C6-7547-E547-9507-049E0E42082A}"/>
                  </a:ext>
                </a:extLst>
              </p:cNvPr>
              <p:cNvSpPr/>
              <p:nvPr/>
            </p:nvSpPr>
            <p:spPr>
              <a:xfrm flipH="1" flipV="1">
                <a:off x="7371884" y="4996441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E5B697F-5F0E-FAA9-1040-D2A60C4D853D}"/>
                  </a:ext>
                </a:extLst>
              </p:cNvPr>
              <p:cNvSpPr/>
              <p:nvPr/>
            </p:nvSpPr>
            <p:spPr>
              <a:xfrm flipH="1" flipV="1">
                <a:off x="7321871" y="5095966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9D04295-36DB-D052-69BF-2F1B0FCA2B88}"/>
                  </a:ext>
                </a:extLst>
              </p:cNvPr>
              <p:cNvSpPr/>
              <p:nvPr/>
            </p:nvSpPr>
            <p:spPr>
              <a:xfrm flipH="1" flipV="1">
                <a:off x="6600232" y="4843448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71D93924-12EB-496F-989D-AE117FD02B5A}"/>
                  </a:ext>
                </a:extLst>
              </p:cNvPr>
              <p:cNvSpPr/>
              <p:nvPr/>
            </p:nvSpPr>
            <p:spPr>
              <a:xfrm flipH="1" flipV="1">
                <a:off x="6766186" y="4886785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A397BE93-10FF-9DF5-C3F1-1065DCD97EC4}"/>
                  </a:ext>
                </a:extLst>
              </p:cNvPr>
              <p:cNvSpPr/>
              <p:nvPr/>
            </p:nvSpPr>
            <p:spPr>
              <a:xfrm flipH="1" flipV="1">
                <a:off x="6916640" y="4872407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F7BEBDB4-91C3-7663-D9DB-A3FDF88495E7}"/>
                  </a:ext>
                </a:extLst>
              </p:cNvPr>
              <p:cNvSpPr/>
              <p:nvPr/>
            </p:nvSpPr>
            <p:spPr>
              <a:xfrm flipH="1" flipV="1">
                <a:off x="7082758" y="4830128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A9E73113-34A8-B2A6-DA39-D71DD3E6A24F}"/>
                  </a:ext>
                </a:extLst>
              </p:cNvPr>
              <p:cNvSpPr/>
              <p:nvPr/>
            </p:nvSpPr>
            <p:spPr>
              <a:xfrm flipH="1" flipV="1">
                <a:off x="7236060" y="4805829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69AF0A5B-3D84-9A5A-036B-6BB8B76713A3}"/>
                  </a:ext>
                </a:extLst>
              </p:cNvPr>
              <p:cNvSpPr/>
              <p:nvPr/>
            </p:nvSpPr>
            <p:spPr>
              <a:xfrm flipH="1" flipV="1">
                <a:off x="6479997" y="4792502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2CB77F1-0C31-9900-E86F-76E89F7BC5AB}"/>
                </a:ext>
              </a:extLst>
            </p:cNvPr>
            <p:cNvGrpSpPr/>
            <p:nvPr/>
          </p:nvGrpSpPr>
          <p:grpSpPr>
            <a:xfrm rot="4473899" flipH="1">
              <a:off x="4503467" y="3416285"/>
              <a:ext cx="937606" cy="1088467"/>
              <a:chOff x="6479997" y="4263560"/>
              <a:chExt cx="937606" cy="1088467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54F161A-C97D-437C-00B0-DFB5F3D35A20}"/>
                  </a:ext>
                </a:extLst>
              </p:cNvPr>
              <p:cNvSpPr/>
              <p:nvPr/>
            </p:nvSpPr>
            <p:spPr>
              <a:xfrm rot="3303579" flipH="1">
                <a:off x="6365003" y="4428173"/>
                <a:ext cx="1088467" cy="759241"/>
              </a:xfrm>
              <a:custGeom>
                <a:avLst/>
                <a:gdLst>
                  <a:gd name="connsiteX0" fmla="*/ 1088467 w 1088467"/>
                  <a:gd name="connsiteY0" fmla="*/ 655217 h 759241"/>
                  <a:gd name="connsiteX1" fmla="*/ 1053305 w 1088467"/>
                  <a:gd name="connsiteY1" fmla="*/ 664943 h 759241"/>
                  <a:gd name="connsiteX2" fmla="*/ 180097 w 1088467"/>
                  <a:gd name="connsiteY2" fmla="*/ 0 h 759241"/>
                  <a:gd name="connsiteX3" fmla="*/ 2923 w 1088467"/>
                  <a:gd name="connsiteY3" fmla="*/ 201297 h 759241"/>
                  <a:gd name="connsiteX4" fmla="*/ 0 w 1088467"/>
                  <a:gd name="connsiteY4" fmla="*/ 262412 h 759241"/>
                  <a:gd name="connsiteX5" fmla="*/ 9739 w 1088467"/>
                  <a:gd name="connsiteY5" fmla="*/ 262154 h 759241"/>
                  <a:gd name="connsiteX6" fmla="*/ 67536 w 1088467"/>
                  <a:gd name="connsiteY6" fmla="*/ 157676 h 759241"/>
                  <a:gd name="connsiteX7" fmla="*/ 151008 w 1088467"/>
                  <a:gd name="connsiteY7" fmla="*/ 76896 h 759241"/>
                  <a:gd name="connsiteX8" fmla="*/ 293721 w 1088467"/>
                  <a:gd name="connsiteY8" fmla="*/ 95745 h 759241"/>
                  <a:gd name="connsiteX9" fmla="*/ 377194 w 1088467"/>
                  <a:gd name="connsiteY9" fmla="*/ 289618 h 759241"/>
                  <a:gd name="connsiteX10" fmla="*/ 474130 w 1088467"/>
                  <a:gd name="connsiteY10" fmla="*/ 505031 h 759241"/>
                  <a:gd name="connsiteX11" fmla="*/ 614149 w 1088467"/>
                  <a:gd name="connsiteY11" fmla="*/ 653129 h 759241"/>
                  <a:gd name="connsiteX12" fmla="*/ 762246 w 1088467"/>
                  <a:gd name="connsiteY12" fmla="*/ 739294 h 759241"/>
                  <a:gd name="connsiteX13" fmla="*/ 945347 w 1088467"/>
                  <a:gd name="connsiteY13" fmla="*/ 758143 h 759241"/>
                  <a:gd name="connsiteX14" fmla="*/ 1061132 w 1088467"/>
                  <a:gd name="connsiteY14" fmla="*/ 717753 h 759241"/>
                  <a:gd name="connsiteX15" fmla="*/ 1088467 w 1088467"/>
                  <a:gd name="connsiteY15" fmla="*/ 655217 h 75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88467" h="759241">
                    <a:moveTo>
                      <a:pt x="1088467" y="655217"/>
                    </a:moveTo>
                    <a:lnTo>
                      <a:pt x="1053305" y="664943"/>
                    </a:lnTo>
                    <a:cubicBezTo>
                      <a:pt x="388038" y="824227"/>
                      <a:pt x="535616" y="7372"/>
                      <a:pt x="180097" y="0"/>
                    </a:cubicBezTo>
                    <a:cubicBezTo>
                      <a:pt x="72776" y="46352"/>
                      <a:pt x="18682" y="125234"/>
                      <a:pt x="2923" y="201297"/>
                    </a:cubicBezTo>
                    <a:lnTo>
                      <a:pt x="0" y="262412"/>
                    </a:lnTo>
                    <a:lnTo>
                      <a:pt x="9739" y="262154"/>
                    </a:lnTo>
                    <a:cubicBezTo>
                      <a:pt x="49964" y="252066"/>
                      <a:pt x="43976" y="184772"/>
                      <a:pt x="67536" y="157676"/>
                    </a:cubicBezTo>
                    <a:cubicBezTo>
                      <a:pt x="94462" y="126712"/>
                      <a:pt x="113311" y="87218"/>
                      <a:pt x="151008" y="76896"/>
                    </a:cubicBezTo>
                    <a:cubicBezTo>
                      <a:pt x="188704" y="66574"/>
                      <a:pt x="256023" y="60292"/>
                      <a:pt x="293721" y="95745"/>
                    </a:cubicBezTo>
                    <a:cubicBezTo>
                      <a:pt x="331418" y="131198"/>
                      <a:pt x="347125" y="221403"/>
                      <a:pt x="377194" y="289618"/>
                    </a:cubicBezTo>
                    <a:cubicBezTo>
                      <a:pt x="407262" y="357832"/>
                      <a:pt x="434638" y="444447"/>
                      <a:pt x="474130" y="505031"/>
                    </a:cubicBezTo>
                    <a:cubicBezTo>
                      <a:pt x="513622" y="565616"/>
                      <a:pt x="566129" y="614085"/>
                      <a:pt x="614149" y="653129"/>
                    </a:cubicBezTo>
                    <a:cubicBezTo>
                      <a:pt x="662168" y="692172"/>
                      <a:pt x="707047" y="721792"/>
                      <a:pt x="762246" y="739294"/>
                    </a:cubicBezTo>
                    <a:cubicBezTo>
                      <a:pt x="817445" y="756796"/>
                      <a:pt x="895532" y="761733"/>
                      <a:pt x="945347" y="758143"/>
                    </a:cubicBezTo>
                    <a:cubicBezTo>
                      <a:pt x="995161" y="754553"/>
                      <a:pt x="1061132" y="717753"/>
                      <a:pt x="1061132" y="717753"/>
                    </a:cubicBezTo>
                    <a:lnTo>
                      <a:pt x="1088467" y="655217"/>
                    </a:lnTo>
                    <a:close/>
                  </a:path>
                </a:pathLst>
              </a:custGeom>
              <a:solidFill>
                <a:srgbClr val="EADEFA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32CD5D7F-46A3-9310-F14D-A6D31563512F}"/>
                  </a:ext>
                </a:extLst>
              </p:cNvPr>
              <p:cNvSpPr/>
              <p:nvPr/>
            </p:nvSpPr>
            <p:spPr>
              <a:xfrm flipH="1" flipV="1">
                <a:off x="7366201" y="4870610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B7F35BD3-EEF0-9C05-C72E-73B4ABEC0C10}"/>
                  </a:ext>
                </a:extLst>
              </p:cNvPr>
              <p:cNvSpPr/>
              <p:nvPr/>
            </p:nvSpPr>
            <p:spPr>
              <a:xfrm flipH="1" flipV="1">
                <a:off x="7371884" y="4996441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5472EA25-C441-7721-662A-99339BA18B3F}"/>
                  </a:ext>
                </a:extLst>
              </p:cNvPr>
              <p:cNvSpPr/>
              <p:nvPr/>
            </p:nvSpPr>
            <p:spPr>
              <a:xfrm flipH="1" flipV="1">
                <a:off x="7321871" y="5095966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E57675A-A5B5-B60B-E48F-612E1C4BA5DE}"/>
                  </a:ext>
                </a:extLst>
              </p:cNvPr>
              <p:cNvSpPr/>
              <p:nvPr/>
            </p:nvSpPr>
            <p:spPr>
              <a:xfrm flipH="1" flipV="1">
                <a:off x="6600232" y="4843448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07AB4964-F4E9-30C9-87B1-87DE25F4EB2C}"/>
                  </a:ext>
                </a:extLst>
              </p:cNvPr>
              <p:cNvSpPr/>
              <p:nvPr/>
            </p:nvSpPr>
            <p:spPr>
              <a:xfrm flipH="1" flipV="1">
                <a:off x="6766186" y="4886785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7D723585-D705-5FB5-4C7F-97DABBEEFDAF}"/>
                  </a:ext>
                </a:extLst>
              </p:cNvPr>
              <p:cNvSpPr/>
              <p:nvPr/>
            </p:nvSpPr>
            <p:spPr>
              <a:xfrm flipH="1" flipV="1">
                <a:off x="6916640" y="4872407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F8F63B23-7156-75F4-D6EC-42F07ABD1F0C}"/>
                  </a:ext>
                </a:extLst>
              </p:cNvPr>
              <p:cNvSpPr/>
              <p:nvPr/>
            </p:nvSpPr>
            <p:spPr>
              <a:xfrm flipH="1" flipV="1">
                <a:off x="7082758" y="4830128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B1218846-9178-C8D6-980E-147814D37DC9}"/>
                  </a:ext>
                </a:extLst>
              </p:cNvPr>
              <p:cNvSpPr/>
              <p:nvPr/>
            </p:nvSpPr>
            <p:spPr>
              <a:xfrm flipH="1" flipV="1">
                <a:off x="7236060" y="4805829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AB7CB826-C377-769A-A65F-F17FEC9EC55F}"/>
                  </a:ext>
                </a:extLst>
              </p:cNvPr>
              <p:cNvSpPr/>
              <p:nvPr/>
            </p:nvSpPr>
            <p:spPr>
              <a:xfrm flipH="1" flipV="1">
                <a:off x="6479997" y="4792502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6" name="Oval 35">
              <a:extLst>
                <a:ext uri="{FF2B5EF4-FFF2-40B4-BE49-F238E27FC236}">
                  <a16:creationId xmlns:a16="http://schemas.microsoft.com/office/drawing/2014/main" id="{9BE55EE7-07E3-6031-9FBB-BC38AF821DCD}"/>
                </a:ext>
              </a:extLst>
            </p:cNvPr>
            <p:cNvSpPr/>
            <p:nvPr/>
          </p:nvSpPr>
          <p:spPr>
            <a:xfrm>
              <a:off x="5006501" y="2914886"/>
              <a:ext cx="1753312" cy="1826569"/>
            </a:xfrm>
            <a:custGeom>
              <a:avLst/>
              <a:gdLst>
                <a:gd name="connsiteX0" fmla="*/ 0 w 1726291"/>
                <a:gd name="connsiteY0" fmla="*/ 919060 h 1838120"/>
                <a:gd name="connsiteX1" fmla="*/ 863146 w 1726291"/>
                <a:gd name="connsiteY1" fmla="*/ 0 h 1838120"/>
                <a:gd name="connsiteX2" fmla="*/ 1726292 w 1726291"/>
                <a:gd name="connsiteY2" fmla="*/ 919060 h 1838120"/>
                <a:gd name="connsiteX3" fmla="*/ 863146 w 1726291"/>
                <a:gd name="connsiteY3" fmla="*/ 1838120 h 1838120"/>
                <a:gd name="connsiteX4" fmla="*/ 0 w 1726291"/>
                <a:gd name="connsiteY4" fmla="*/ 919060 h 1838120"/>
                <a:gd name="connsiteX0" fmla="*/ 0 w 1726292"/>
                <a:gd name="connsiteY0" fmla="*/ 919060 h 1033942"/>
                <a:gd name="connsiteX1" fmla="*/ 863146 w 1726292"/>
                <a:gd name="connsiteY1" fmla="*/ 0 h 1033942"/>
                <a:gd name="connsiteX2" fmla="*/ 1726292 w 1726292"/>
                <a:gd name="connsiteY2" fmla="*/ 919060 h 1033942"/>
                <a:gd name="connsiteX3" fmla="*/ 0 w 1726292"/>
                <a:gd name="connsiteY3" fmla="*/ 919060 h 1033942"/>
                <a:gd name="connsiteX0" fmla="*/ 0 w 1502455"/>
                <a:gd name="connsiteY0" fmla="*/ 1650360 h 1671753"/>
                <a:gd name="connsiteX1" fmla="*/ 639309 w 1502455"/>
                <a:gd name="connsiteY1" fmla="*/ 16925 h 1671753"/>
                <a:gd name="connsiteX2" fmla="*/ 1502455 w 1502455"/>
                <a:gd name="connsiteY2" fmla="*/ 935985 h 1671753"/>
                <a:gd name="connsiteX3" fmla="*/ 0 w 1502455"/>
                <a:gd name="connsiteY3" fmla="*/ 1650360 h 1671753"/>
                <a:gd name="connsiteX0" fmla="*/ 16547 w 1357077"/>
                <a:gd name="connsiteY0" fmla="*/ 1633696 h 1750630"/>
                <a:gd name="connsiteX1" fmla="*/ 655856 w 1357077"/>
                <a:gd name="connsiteY1" fmla="*/ 261 h 1750630"/>
                <a:gd name="connsiteX2" fmla="*/ 1357077 w 1357077"/>
                <a:gd name="connsiteY2" fmla="*/ 1519396 h 1750630"/>
                <a:gd name="connsiteX3" fmla="*/ 16547 w 1357077"/>
                <a:gd name="connsiteY3" fmla="*/ 1633696 h 1750630"/>
                <a:gd name="connsiteX0" fmla="*/ 82093 w 1437662"/>
                <a:gd name="connsiteY0" fmla="*/ 1659291 h 1776225"/>
                <a:gd name="connsiteX1" fmla="*/ 721402 w 1437662"/>
                <a:gd name="connsiteY1" fmla="*/ 25856 h 1776225"/>
                <a:gd name="connsiteX2" fmla="*/ 1422623 w 1437662"/>
                <a:gd name="connsiteY2" fmla="*/ 1544991 h 1776225"/>
                <a:gd name="connsiteX3" fmla="*/ 82093 w 1437662"/>
                <a:gd name="connsiteY3" fmla="*/ 1659291 h 1776225"/>
                <a:gd name="connsiteX0" fmla="*/ 114739 w 1498251"/>
                <a:gd name="connsiteY0" fmla="*/ 1633435 h 1750369"/>
                <a:gd name="connsiteX1" fmla="*/ 754048 w 1498251"/>
                <a:gd name="connsiteY1" fmla="*/ 0 h 1750369"/>
                <a:gd name="connsiteX2" fmla="*/ 1455269 w 1498251"/>
                <a:gd name="connsiteY2" fmla="*/ 1519135 h 1750369"/>
                <a:gd name="connsiteX3" fmla="*/ 114739 w 1498251"/>
                <a:gd name="connsiteY3" fmla="*/ 1633435 h 1750369"/>
                <a:gd name="connsiteX0" fmla="*/ 114739 w 1582282"/>
                <a:gd name="connsiteY0" fmla="*/ 1633435 h 1750369"/>
                <a:gd name="connsiteX1" fmla="*/ 754048 w 1582282"/>
                <a:gd name="connsiteY1" fmla="*/ 0 h 1750369"/>
                <a:gd name="connsiteX2" fmla="*/ 1455269 w 1582282"/>
                <a:gd name="connsiteY2" fmla="*/ 1519135 h 1750369"/>
                <a:gd name="connsiteX3" fmla="*/ 114739 w 1582282"/>
                <a:gd name="connsiteY3" fmla="*/ 1633435 h 1750369"/>
                <a:gd name="connsiteX0" fmla="*/ 233223 w 1700766"/>
                <a:gd name="connsiteY0" fmla="*/ 1633435 h 1824452"/>
                <a:gd name="connsiteX1" fmla="*/ 872532 w 1700766"/>
                <a:gd name="connsiteY1" fmla="*/ 0 h 1824452"/>
                <a:gd name="connsiteX2" fmla="*/ 1573753 w 1700766"/>
                <a:gd name="connsiteY2" fmla="*/ 1519135 h 1824452"/>
                <a:gd name="connsiteX3" fmla="*/ 233223 w 1700766"/>
                <a:gd name="connsiteY3" fmla="*/ 1633435 h 1824452"/>
                <a:gd name="connsiteX0" fmla="*/ 233223 w 1728171"/>
                <a:gd name="connsiteY0" fmla="*/ 1633435 h 1824452"/>
                <a:gd name="connsiteX1" fmla="*/ 872532 w 1728171"/>
                <a:gd name="connsiteY1" fmla="*/ 0 h 1824452"/>
                <a:gd name="connsiteX2" fmla="*/ 1573753 w 1728171"/>
                <a:gd name="connsiteY2" fmla="*/ 1519135 h 1824452"/>
                <a:gd name="connsiteX3" fmla="*/ 233223 w 1728171"/>
                <a:gd name="connsiteY3" fmla="*/ 1633435 h 1824452"/>
                <a:gd name="connsiteX0" fmla="*/ 258364 w 1753312"/>
                <a:gd name="connsiteY0" fmla="*/ 1633435 h 1826569"/>
                <a:gd name="connsiteX1" fmla="*/ 897673 w 1753312"/>
                <a:gd name="connsiteY1" fmla="*/ 0 h 1826569"/>
                <a:gd name="connsiteX2" fmla="*/ 1598894 w 1753312"/>
                <a:gd name="connsiteY2" fmla="*/ 1519135 h 1826569"/>
                <a:gd name="connsiteX3" fmla="*/ 258364 w 1753312"/>
                <a:gd name="connsiteY3" fmla="*/ 1633435 h 1826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3312" h="1826569">
                  <a:moveTo>
                    <a:pt x="258364" y="1633435"/>
                  </a:moveTo>
                  <a:cubicBezTo>
                    <a:pt x="-187118" y="1208797"/>
                    <a:pt x="-106799" y="0"/>
                    <a:pt x="897673" y="0"/>
                  </a:cubicBezTo>
                  <a:cubicBezTo>
                    <a:pt x="1902145" y="0"/>
                    <a:pt x="1851306" y="968690"/>
                    <a:pt x="1598894" y="1519135"/>
                  </a:cubicBezTo>
                  <a:cubicBezTo>
                    <a:pt x="1455036" y="1672312"/>
                    <a:pt x="703846" y="2058073"/>
                    <a:pt x="258364" y="1633435"/>
                  </a:cubicBezTo>
                  <a:close/>
                </a:path>
              </a:pathLst>
            </a:custGeom>
            <a:gradFill>
              <a:gsLst>
                <a:gs pos="0">
                  <a:srgbClr val="EADEFA"/>
                </a:gs>
                <a:gs pos="38000">
                  <a:srgbClr val="BEA7D5"/>
                </a:gs>
              </a:gsLst>
              <a:lin ang="5400000" scaled="1"/>
            </a:gra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38">
              <a:extLst>
                <a:ext uri="{FF2B5EF4-FFF2-40B4-BE49-F238E27FC236}">
                  <a16:creationId xmlns:a16="http://schemas.microsoft.com/office/drawing/2014/main" id="{617080F7-F245-4DCA-E42A-28B3A1CBD2ED}"/>
                </a:ext>
              </a:extLst>
            </p:cNvPr>
            <p:cNvSpPr/>
            <p:nvPr/>
          </p:nvSpPr>
          <p:spPr>
            <a:xfrm>
              <a:off x="5334004" y="4389951"/>
              <a:ext cx="1278502" cy="384359"/>
            </a:xfrm>
            <a:custGeom>
              <a:avLst/>
              <a:gdLst>
                <a:gd name="connsiteX0" fmla="*/ 0 w 1158552"/>
                <a:gd name="connsiteY0" fmla="*/ 0 h 166663"/>
                <a:gd name="connsiteX1" fmla="*/ 1158552 w 1158552"/>
                <a:gd name="connsiteY1" fmla="*/ 0 h 166663"/>
                <a:gd name="connsiteX2" fmla="*/ 1158552 w 1158552"/>
                <a:gd name="connsiteY2" fmla="*/ 166663 h 166663"/>
                <a:gd name="connsiteX3" fmla="*/ 0 w 1158552"/>
                <a:gd name="connsiteY3" fmla="*/ 166663 h 166663"/>
                <a:gd name="connsiteX4" fmla="*/ 0 w 1158552"/>
                <a:gd name="connsiteY4" fmla="*/ 0 h 166663"/>
                <a:gd name="connsiteX0" fmla="*/ 0 w 1377627"/>
                <a:gd name="connsiteY0" fmla="*/ 0 h 238100"/>
                <a:gd name="connsiteX1" fmla="*/ 1377627 w 1377627"/>
                <a:gd name="connsiteY1" fmla="*/ 71437 h 238100"/>
                <a:gd name="connsiteX2" fmla="*/ 1377627 w 1377627"/>
                <a:gd name="connsiteY2" fmla="*/ 238100 h 238100"/>
                <a:gd name="connsiteX3" fmla="*/ 219075 w 1377627"/>
                <a:gd name="connsiteY3" fmla="*/ 238100 h 238100"/>
                <a:gd name="connsiteX4" fmla="*/ 0 w 1377627"/>
                <a:gd name="connsiteY4" fmla="*/ 0 h 238100"/>
                <a:gd name="connsiteX0" fmla="*/ 0 w 1377627"/>
                <a:gd name="connsiteY0" fmla="*/ 0 h 238100"/>
                <a:gd name="connsiteX1" fmla="*/ 1377627 w 1377627"/>
                <a:gd name="connsiteY1" fmla="*/ 71437 h 238100"/>
                <a:gd name="connsiteX2" fmla="*/ 1377627 w 1377627"/>
                <a:gd name="connsiteY2" fmla="*/ 238100 h 238100"/>
                <a:gd name="connsiteX3" fmla="*/ 9525 w 1377627"/>
                <a:gd name="connsiteY3" fmla="*/ 171425 h 238100"/>
                <a:gd name="connsiteX4" fmla="*/ 0 w 1377627"/>
                <a:gd name="connsiteY4" fmla="*/ 0 h 238100"/>
                <a:gd name="connsiteX0" fmla="*/ 0 w 1468114"/>
                <a:gd name="connsiteY0" fmla="*/ 200025 h 438125"/>
                <a:gd name="connsiteX1" fmla="*/ 1468114 w 1468114"/>
                <a:gd name="connsiteY1" fmla="*/ 0 h 438125"/>
                <a:gd name="connsiteX2" fmla="*/ 1377627 w 1468114"/>
                <a:gd name="connsiteY2" fmla="*/ 438125 h 438125"/>
                <a:gd name="connsiteX3" fmla="*/ 9525 w 1468114"/>
                <a:gd name="connsiteY3" fmla="*/ 371450 h 438125"/>
                <a:gd name="connsiteX4" fmla="*/ 0 w 1468114"/>
                <a:gd name="connsiteY4" fmla="*/ 200025 h 438125"/>
                <a:gd name="connsiteX0" fmla="*/ 0 w 1468114"/>
                <a:gd name="connsiteY0" fmla="*/ 200025 h 371450"/>
                <a:gd name="connsiteX1" fmla="*/ 1468114 w 1468114"/>
                <a:gd name="connsiteY1" fmla="*/ 0 h 371450"/>
                <a:gd name="connsiteX2" fmla="*/ 1449064 w 1468114"/>
                <a:gd name="connsiteY2" fmla="*/ 219050 h 371450"/>
                <a:gd name="connsiteX3" fmla="*/ 9525 w 1468114"/>
                <a:gd name="connsiteY3" fmla="*/ 371450 h 371450"/>
                <a:gd name="connsiteX4" fmla="*/ 0 w 1468114"/>
                <a:gd name="connsiteY4" fmla="*/ 200025 h 371450"/>
                <a:gd name="connsiteX0" fmla="*/ 0 w 1468114"/>
                <a:gd name="connsiteY0" fmla="*/ 200025 h 371450"/>
                <a:gd name="connsiteX1" fmla="*/ 1468114 w 1468114"/>
                <a:gd name="connsiteY1" fmla="*/ 0 h 371450"/>
                <a:gd name="connsiteX2" fmla="*/ 1449064 w 1468114"/>
                <a:gd name="connsiteY2" fmla="*/ 219050 h 371450"/>
                <a:gd name="connsiteX3" fmla="*/ 9525 w 1468114"/>
                <a:gd name="connsiteY3" fmla="*/ 371450 h 371450"/>
                <a:gd name="connsiteX4" fmla="*/ 0 w 1468114"/>
                <a:gd name="connsiteY4" fmla="*/ 200025 h 371450"/>
                <a:gd name="connsiteX0" fmla="*/ 0 w 1468114"/>
                <a:gd name="connsiteY0" fmla="*/ 200025 h 412861"/>
                <a:gd name="connsiteX1" fmla="*/ 1468114 w 1468114"/>
                <a:gd name="connsiteY1" fmla="*/ 0 h 412861"/>
                <a:gd name="connsiteX2" fmla="*/ 1449064 w 1468114"/>
                <a:gd name="connsiteY2" fmla="*/ 219050 h 412861"/>
                <a:gd name="connsiteX3" fmla="*/ 9525 w 1468114"/>
                <a:gd name="connsiteY3" fmla="*/ 371450 h 412861"/>
                <a:gd name="connsiteX4" fmla="*/ 0 w 1468114"/>
                <a:gd name="connsiteY4" fmla="*/ 200025 h 412861"/>
                <a:gd name="connsiteX0" fmla="*/ 0 w 1468114"/>
                <a:gd name="connsiteY0" fmla="*/ 200025 h 415961"/>
                <a:gd name="connsiteX1" fmla="*/ 1468114 w 1468114"/>
                <a:gd name="connsiteY1" fmla="*/ 0 h 415961"/>
                <a:gd name="connsiteX2" fmla="*/ 1343347 w 1468114"/>
                <a:gd name="connsiteY2" fmla="*/ 229451 h 415961"/>
                <a:gd name="connsiteX3" fmla="*/ 9525 w 1468114"/>
                <a:gd name="connsiteY3" fmla="*/ 371450 h 415961"/>
                <a:gd name="connsiteX4" fmla="*/ 0 w 1468114"/>
                <a:gd name="connsiteY4" fmla="*/ 200025 h 415961"/>
                <a:gd name="connsiteX0" fmla="*/ 0 w 1468114"/>
                <a:gd name="connsiteY0" fmla="*/ 200025 h 415961"/>
                <a:gd name="connsiteX1" fmla="*/ 1468114 w 1468114"/>
                <a:gd name="connsiteY1" fmla="*/ 0 h 415961"/>
                <a:gd name="connsiteX2" fmla="*/ 1343347 w 1468114"/>
                <a:gd name="connsiteY2" fmla="*/ 229451 h 415961"/>
                <a:gd name="connsiteX3" fmla="*/ 9525 w 1468114"/>
                <a:gd name="connsiteY3" fmla="*/ 371450 h 415961"/>
                <a:gd name="connsiteX4" fmla="*/ 0 w 1468114"/>
                <a:gd name="connsiteY4" fmla="*/ 200025 h 415961"/>
                <a:gd name="connsiteX0" fmla="*/ 0 w 1468114"/>
                <a:gd name="connsiteY0" fmla="*/ 200025 h 412414"/>
                <a:gd name="connsiteX1" fmla="*/ 1468114 w 1468114"/>
                <a:gd name="connsiteY1" fmla="*/ 0 h 412414"/>
                <a:gd name="connsiteX2" fmla="*/ 1343347 w 1468114"/>
                <a:gd name="connsiteY2" fmla="*/ 229451 h 412414"/>
                <a:gd name="connsiteX3" fmla="*/ 104115 w 1468114"/>
                <a:gd name="connsiteY3" fmla="*/ 366248 h 412414"/>
                <a:gd name="connsiteX4" fmla="*/ 0 w 1468114"/>
                <a:gd name="connsiteY4" fmla="*/ 200025 h 412414"/>
                <a:gd name="connsiteX0" fmla="*/ 0 w 1468114"/>
                <a:gd name="connsiteY0" fmla="*/ 200025 h 419714"/>
                <a:gd name="connsiteX1" fmla="*/ 1468114 w 1468114"/>
                <a:gd name="connsiteY1" fmla="*/ 0 h 419714"/>
                <a:gd name="connsiteX2" fmla="*/ 1343347 w 1468114"/>
                <a:gd name="connsiteY2" fmla="*/ 229451 h 419714"/>
                <a:gd name="connsiteX3" fmla="*/ 104115 w 1468114"/>
                <a:gd name="connsiteY3" fmla="*/ 366248 h 419714"/>
                <a:gd name="connsiteX4" fmla="*/ 0 w 1468114"/>
                <a:gd name="connsiteY4" fmla="*/ 200025 h 419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8114" h="419714">
                  <a:moveTo>
                    <a:pt x="0" y="200025"/>
                  </a:moveTo>
                  <a:lnTo>
                    <a:pt x="1468114" y="0"/>
                  </a:lnTo>
                  <a:cubicBezTo>
                    <a:pt x="1426525" y="76484"/>
                    <a:pt x="1518474" y="28154"/>
                    <a:pt x="1343347" y="229451"/>
                  </a:cubicBezTo>
                  <a:cubicBezTo>
                    <a:pt x="744439" y="446938"/>
                    <a:pt x="424796" y="455915"/>
                    <a:pt x="104115" y="366248"/>
                  </a:cubicBezTo>
                  <a:lnTo>
                    <a:pt x="0" y="200025"/>
                  </a:lnTo>
                  <a:close/>
                </a:path>
              </a:pathLst>
            </a:custGeom>
            <a:solidFill>
              <a:srgbClr val="BEA7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35DA6A0-B126-8690-F601-37F10098FF75}"/>
                </a:ext>
              </a:extLst>
            </p:cNvPr>
            <p:cNvGrpSpPr/>
            <p:nvPr/>
          </p:nvGrpSpPr>
          <p:grpSpPr>
            <a:xfrm rot="20966892" flipH="1">
              <a:off x="6110587" y="3896097"/>
              <a:ext cx="257367" cy="470030"/>
              <a:chOff x="6091889" y="3839750"/>
              <a:chExt cx="257367" cy="470030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0F26E86-C0AA-F656-6005-46239C3DB1B7}"/>
                  </a:ext>
                </a:extLst>
              </p:cNvPr>
              <p:cNvSpPr/>
              <p:nvPr/>
            </p:nvSpPr>
            <p:spPr>
              <a:xfrm rot="20665506">
                <a:off x="6091889" y="3839750"/>
                <a:ext cx="254348" cy="470030"/>
              </a:xfrm>
              <a:prstGeom prst="ellipse">
                <a:avLst/>
              </a:prstGeom>
              <a:solidFill>
                <a:sysClr val="window" lastClr="FFFFFF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D339313F-309D-F306-EB19-04427622DF63}"/>
                  </a:ext>
                </a:extLst>
              </p:cNvPr>
              <p:cNvSpPr/>
              <p:nvPr/>
            </p:nvSpPr>
            <p:spPr>
              <a:xfrm rot="194126">
                <a:off x="6218788" y="4019053"/>
                <a:ext cx="130468" cy="241102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4A6FB55-03BC-6311-C5D6-8DD3D67AA21F}"/>
                </a:ext>
              </a:extLst>
            </p:cNvPr>
            <p:cNvGrpSpPr/>
            <p:nvPr/>
          </p:nvGrpSpPr>
          <p:grpSpPr>
            <a:xfrm rot="633108">
              <a:off x="5510752" y="3905649"/>
              <a:ext cx="257367" cy="470030"/>
              <a:chOff x="6091889" y="3839750"/>
              <a:chExt cx="257367" cy="47003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D15CBCF7-FFBA-5B3C-1661-2C6012903414}"/>
                  </a:ext>
                </a:extLst>
              </p:cNvPr>
              <p:cNvSpPr/>
              <p:nvPr/>
            </p:nvSpPr>
            <p:spPr>
              <a:xfrm rot="20665506">
                <a:off x="6091889" y="3839750"/>
                <a:ext cx="254348" cy="470030"/>
              </a:xfrm>
              <a:prstGeom prst="ellipse">
                <a:avLst/>
              </a:prstGeom>
              <a:solidFill>
                <a:sysClr val="window" lastClr="FFFFFF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A722D53-5A92-B129-4F7C-9CF3CB582511}"/>
                  </a:ext>
                </a:extLst>
              </p:cNvPr>
              <p:cNvSpPr/>
              <p:nvPr/>
            </p:nvSpPr>
            <p:spPr>
              <a:xfrm rot="194126">
                <a:off x="6218788" y="4019053"/>
                <a:ext cx="130468" cy="241102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B7A2960-441B-3F2D-10CF-760231CAE753}"/>
                </a:ext>
              </a:extLst>
            </p:cNvPr>
            <p:cNvSpPr/>
            <p:nvPr/>
          </p:nvSpPr>
          <p:spPr>
            <a:xfrm flipH="1">
              <a:off x="5866260" y="4352965"/>
              <a:ext cx="74841" cy="56564"/>
            </a:xfrm>
            <a:custGeom>
              <a:avLst/>
              <a:gdLst>
                <a:gd name="connsiteX0" fmla="*/ 43542 w 499306"/>
                <a:gd name="connsiteY0" fmla="*/ 0 h 377371"/>
                <a:gd name="connsiteX1" fmla="*/ 478971 w 499306"/>
                <a:gd name="connsiteY1" fmla="*/ 58057 h 377371"/>
                <a:gd name="connsiteX2" fmla="*/ 406400 w 499306"/>
                <a:gd name="connsiteY2" fmla="*/ 246743 h 377371"/>
                <a:gd name="connsiteX3" fmla="*/ 217714 w 499306"/>
                <a:gd name="connsiteY3" fmla="*/ 304800 h 377371"/>
                <a:gd name="connsiteX4" fmla="*/ 0 w 499306"/>
                <a:gd name="connsiteY4" fmla="*/ 377371 h 377371"/>
                <a:gd name="connsiteX5" fmla="*/ 0 w 499306"/>
                <a:gd name="connsiteY5" fmla="*/ 377371 h 37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9306" h="377371">
                  <a:moveTo>
                    <a:pt x="43542" y="0"/>
                  </a:moveTo>
                  <a:cubicBezTo>
                    <a:pt x="231018" y="8466"/>
                    <a:pt x="418495" y="16933"/>
                    <a:pt x="478971" y="58057"/>
                  </a:cubicBezTo>
                  <a:cubicBezTo>
                    <a:pt x="539447" y="99181"/>
                    <a:pt x="449943" y="205619"/>
                    <a:pt x="406400" y="246743"/>
                  </a:cubicBezTo>
                  <a:cubicBezTo>
                    <a:pt x="362857" y="287867"/>
                    <a:pt x="285447" y="283029"/>
                    <a:pt x="217714" y="304800"/>
                  </a:cubicBezTo>
                  <a:cubicBezTo>
                    <a:pt x="149981" y="326571"/>
                    <a:pt x="0" y="377371"/>
                    <a:pt x="0" y="377371"/>
                  </a:cubicBezTo>
                  <a:lnTo>
                    <a:pt x="0" y="377371"/>
                  </a:ln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66699E40-BF54-52EE-96A4-EDF78F5F11AB}"/>
                </a:ext>
              </a:extLst>
            </p:cNvPr>
            <p:cNvSpPr/>
            <p:nvPr/>
          </p:nvSpPr>
          <p:spPr>
            <a:xfrm rot="8060646">
              <a:off x="5840156" y="4327482"/>
              <a:ext cx="198120" cy="198120"/>
            </a:xfrm>
            <a:prstGeom prst="arc">
              <a:avLst>
                <a:gd name="adj1" fmla="val 14683707"/>
                <a:gd name="adj2" fmla="val 1378219"/>
              </a:avLst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4FF5B2D-DBB7-FD2A-0DDD-77D1FEB640F3}"/>
              </a:ext>
            </a:extLst>
          </p:cNvPr>
          <p:cNvGrpSpPr/>
          <p:nvPr/>
        </p:nvGrpSpPr>
        <p:grpSpPr>
          <a:xfrm>
            <a:off x="-4868142" y="-943897"/>
            <a:ext cx="8314892" cy="7264460"/>
            <a:chOff x="4169342" y="2914886"/>
            <a:chExt cx="3420844" cy="2988684"/>
          </a:xfrm>
          <a:solidFill>
            <a:schemeClr val="bg1"/>
          </a:solidFill>
        </p:grpSpPr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8A5ADA9-DC75-38F4-30F7-ED4A9A6DE75F}"/>
                </a:ext>
              </a:extLst>
            </p:cNvPr>
            <p:cNvSpPr/>
            <p:nvPr/>
          </p:nvSpPr>
          <p:spPr>
            <a:xfrm rot="329721" flipH="1">
              <a:off x="6273595" y="3821104"/>
              <a:ext cx="1316591" cy="865631"/>
            </a:xfrm>
            <a:custGeom>
              <a:avLst/>
              <a:gdLst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203982 w 1158863"/>
                <a:gd name="connsiteY12" fmla="*/ 157180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180169 w 1158863"/>
                <a:gd name="connsiteY12" fmla="*/ 152418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40574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66768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50403"/>
                <a:gd name="connsiteX1" fmla="*/ 1095264 w 1164320"/>
                <a:gd name="connsiteY1" fmla="*/ 369111 h 750403"/>
                <a:gd name="connsiteX2" fmla="*/ 973820 w 1164320"/>
                <a:gd name="connsiteY2" fmla="*/ 400068 h 750403"/>
                <a:gd name="connsiteX3" fmla="*/ 807133 w 1164320"/>
                <a:gd name="connsiteY3" fmla="*/ 392924 h 750403"/>
                <a:gd name="connsiteX4" fmla="*/ 664258 w 1164320"/>
                <a:gd name="connsiteY4" fmla="*/ 288149 h 750403"/>
                <a:gd name="connsiteX5" fmla="*/ 552339 w 1164320"/>
                <a:gd name="connsiteY5" fmla="*/ 169086 h 750403"/>
                <a:gd name="connsiteX6" fmla="*/ 435658 w 1164320"/>
                <a:gd name="connsiteY6" fmla="*/ 52405 h 750403"/>
                <a:gd name="connsiteX7" fmla="*/ 283258 w 1164320"/>
                <a:gd name="connsiteY7" fmla="*/ 18 h 750403"/>
                <a:gd name="connsiteX8" fmla="*/ 92758 w 1164320"/>
                <a:gd name="connsiteY8" fmla="*/ 57168 h 750403"/>
                <a:gd name="connsiteX9" fmla="*/ 7033 w 1164320"/>
                <a:gd name="connsiteY9" fmla="*/ 207186 h 750403"/>
                <a:gd name="connsiteX10" fmla="*/ 42752 w 1164320"/>
                <a:gd name="connsiteY10" fmla="*/ 321486 h 750403"/>
                <a:gd name="connsiteX11" fmla="*/ 111808 w 1164320"/>
                <a:gd name="connsiteY11" fmla="*/ 228618 h 750403"/>
                <a:gd name="connsiteX12" fmla="*/ 185626 w 1164320"/>
                <a:gd name="connsiteY12" fmla="*/ 152418 h 750403"/>
                <a:gd name="connsiteX13" fmla="*/ 309452 w 1164320"/>
                <a:gd name="connsiteY13" fmla="*/ 152418 h 750403"/>
                <a:gd name="connsiteX14" fmla="*/ 385652 w 1164320"/>
                <a:gd name="connsiteY14" fmla="*/ 345299 h 750403"/>
                <a:gd name="connsiteX15" fmla="*/ 471377 w 1164320"/>
                <a:gd name="connsiteY15" fmla="*/ 535799 h 750403"/>
                <a:gd name="connsiteX16" fmla="*/ 595202 w 1164320"/>
                <a:gd name="connsiteY16" fmla="*/ 666768 h 750403"/>
                <a:gd name="connsiteX17" fmla="*/ 726171 w 1164320"/>
                <a:gd name="connsiteY17" fmla="*/ 742968 h 750403"/>
                <a:gd name="connsiteX18" fmla="*/ 888095 w 1164320"/>
                <a:gd name="connsiteY18" fmla="*/ 745349 h 750403"/>
                <a:gd name="connsiteX19" fmla="*/ 990489 w 1164320"/>
                <a:gd name="connsiteY19" fmla="*/ 723918 h 750403"/>
                <a:gd name="connsiteX20" fmla="*/ 990489 w 1164320"/>
                <a:gd name="connsiteY20" fmla="*/ 723918 h 750403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0006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100027 w 1164320"/>
                <a:gd name="connsiteY1" fmla="*/ 383398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8 h 760607"/>
                <a:gd name="connsiteX1" fmla="*/ 1100027 w 1164320"/>
                <a:gd name="connsiteY1" fmla="*/ 383397 h 760607"/>
                <a:gd name="connsiteX2" fmla="*/ 973820 w 1164320"/>
                <a:gd name="connsiteY2" fmla="*/ 419117 h 760607"/>
                <a:gd name="connsiteX3" fmla="*/ 807133 w 1164320"/>
                <a:gd name="connsiteY3" fmla="*/ 392923 h 760607"/>
                <a:gd name="connsiteX4" fmla="*/ 664258 w 1164320"/>
                <a:gd name="connsiteY4" fmla="*/ 288148 h 760607"/>
                <a:gd name="connsiteX5" fmla="*/ 561864 w 1164320"/>
                <a:gd name="connsiteY5" fmla="*/ 152416 h 760607"/>
                <a:gd name="connsiteX6" fmla="*/ 435658 w 1164320"/>
                <a:gd name="connsiteY6" fmla="*/ 52404 h 760607"/>
                <a:gd name="connsiteX7" fmla="*/ 283258 w 1164320"/>
                <a:gd name="connsiteY7" fmla="*/ 17 h 760607"/>
                <a:gd name="connsiteX8" fmla="*/ 92758 w 1164320"/>
                <a:gd name="connsiteY8" fmla="*/ 57167 h 760607"/>
                <a:gd name="connsiteX9" fmla="*/ 7033 w 1164320"/>
                <a:gd name="connsiteY9" fmla="*/ 207185 h 760607"/>
                <a:gd name="connsiteX10" fmla="*/ 42752 w 1164320"/>
                <a:gd name="connsiteY10" fmla="*/ 321485 h 760607"/>
                <a:gd name="connsiteX11" fmla="*/ 111808 w 1164320"/>
                <a:gd name="connsiteY11" fmla="*/ 228617 h 760607"/>
                <a:gd name="connsiteX12" fmla="*/ 185626 w 1164320"/>
                <a:gd name="connsiteY12" fmla="*/ 152417 h 760607"/>
                <a:gd name="connsiteX13" fmla="*/ 309452 w 1164320"/>
                <a:gd name="connsiteY13" fmla="*/ 152417 h 760607"/>
                <a:gd name="connsiteX14" fmla="*/ 385652 w 1164320"/>
                <a:gd name="connsiteY14" fmla="*/ 345298 h 760607"/>
                <a:gd name="connsiteX15" fmla="*/ 471377 w 1164320"/>
                <a:gd name="connsiteY15" fmla="*/ 535798 h 760607"/>
                <a:gd name="connsiteX16" fmla="*/ 595202 w 1164320"/>
                <a:gd name="connsiteY16" fmla="*/ 666767 h 760607"/>
                <a:gd name="connsiteX17" fmla="*/ 726171 w 1164320"/>
                <a:gd name="connsiteY17" fmla="*/ 742967 h 760607"/>
                <a:gd name="connsiteX18" fmla="*/ 888095 w 1164320"/>
                <a:gd name="connsiteY18" fmla="*/ 759636 h 760607"/>
                <a:gd name="connsiteX19" fmla="*/ 990489 w 1164320"/>
                <a:gd name="connsiteY19" fmla="*/ 723917 h 760607"/>
                <a:gd name="connsiteX20" fmla="*/ 990489 w 1164320"/>
                <a:gd name="connsiteY20" fmla="*/ 723917 h 760607"/>
                <a:gd name="connsiteX0" fmla="*/ 1164320 w 1164320"/>
                <a:gd name="connsiteY0" fmla="*/ 326424 h 760783"/>
                <a:gd name="connsiteX1" fmla="*/ 1100027 w 1164320"/>
                <a:gd name="connsiteY1" fmla="*/ 383573 h 760783"/>
                <a:gd name="connsiteX2" fmla="*/ 973820 w 1164320"/>
                <a:gd name="connsiteY2" fmla="*/ 419293 h 760783"/>
                <a:gd name="connsiteX3" fmla="*/ 807133 w 1164320"/>
                <a:gd name="connsiteY3" fmla="*/ 393099 h 760783"/>
                <a:gd name="connsiteX4" fmla="*/ 664258 w 1164320"/>
                <a:gd name="connsiteY4" fmla="*/ 288324 h 760783"/>
                <a:gd name="connsiteX5" fmla="*/ 561864 w 1164320"/>
                <a:gd name="connsiteY5" fmla="*/ 152592 h 760783"/>
                <a:gd name="connsiteX6" fmla="*/ 438039 w 1164320"/>
                <a:gd name="connsiteY6" fmla="*/ 43055 h 760783"/>
                <a:gd name="connsiteX7" fmla="*/ 283258 w 1164320"/>
                <a:gd name="connsiteY7" fmla="*/ 193 h 760783"/>
                <a:gd name="connsiteX8" fmla="*/ 92758 w 1164320"/>
                <a:gd name="connsiteY8" fmla="*/ 57343 h 760783"/>
                <a:gd name="connsiteX9" fmla="*/ 7033 w 1164320"/>
                <a:gd name="connsiteY9" fmla="*/ 207361 h 760783"/>
                <a:gd name="connsiteX10" fmla="*/ 42752 w 1164320"/>
                <a:gd name="connsiteY10" fmla="*/ 321661 h 760783"/>
                <a:gd name="connsiteX11" fmla="*/ 111808 w 1164320"/>
                <a:gd name="connsiteY11" fmla="*/ 228793 h 760783"/>
                <a:gd name="connsiteX12" fmla="*/ 185626 w 1164320"/>
                <a:gd name="connsiteY12" fmla="*/ 152593 h 760783"/>
                <a:gd name="connsiteX13" fmla="*/ 309452 w 1164320"/>
                <a:gd name="connsiteY13" fmla="*/ 152593 h 760783"/>
                <a:gd name="connsiteX14" fmla="*/ 385652 w 1164320"/>
                <a:gd name="connsiteY14" fmla="*/ 345474 h 760783"/>
                <a:gd name="connsiteX15" fmla="*/ 471377 w 1164320"/>
                <a:gd name="connsiteY15" fmla="*/ 535974 h 760783"/>
                <a:gd name="connsiteX16" fmla="*/ 595202 w 1164320"/>
                <a:gd name="connsiteY16" fmla="*/ 666943 h 760783"/>
                <a:gd name="connsiteX17" fmla="*/ 726171 w 1164320"/>
                <a:gd name="connsiteY17" fmla="*/ 743143 h 760783"/>
                <a:gd name="connsiteX18" fmla="*/ 888095 w 1164320"/>
                <a:gd name="connsiteY18" fmla="*/ 759812 h 760783"/>
                <a:gd name="connsiteX19" fmla="*/ 990489 w 1164320"/>
                <a:gd name="connsiteY19" fmla="*/ 724093 h 760783"/>
                <a:gd name="connsiteX20" fmla="*/ 990489 w 1164320"/>
                <a:gd name="connsiteY20" fmla="*/ 724093 h 760783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09452 w 1164320"/>
                <a:gd name="connsiteY13" fmla="*/ 157326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62088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4320" h="765516">
                  <a:moveTo>
                    <a:pt x="1164320" y="331157"/>
                  </a:moveTo>
                  <a:cubicBezTo>
                    <a:pt x="1145667" y="346436"/>
                    <a:pt x="1131777" y="372828"/>
                    <a:pt x="1100027" y="388306"/>
                  </a:cubicBezTo>
                  <a:cubicBezTo>
                    <a:pt x="1068277" y="403784"/>
                    <a:pt x="1022636" y="422438"/>
                    <a:pt x="973820" y="424026"/>
                  </a:cubicBezTo>
                  <a:cubicBezTo>
                    <a:pt x="925004" y="425614"/>
                    <a:pt x="858727" y="419660"/>
                    <a:pt x="807133" y="397832"/>
                  </a:cubicBezTo>
                  <a:cubicBezTo>
                    <a:pt x="755539" y="376004"/>
                    <a:pt x="705136" y="333141"/>
                    <a:pt x="664258" y="293057"/>
                  </a:cubicBezTo>
                  <a:cubicBezTo>
                    <a:pt x="623380" y="252973"/>
                    <a:pt x="599567" y="198203"/>
                    <a:pt x="561864" y="157325"/>
                  </a:cubicBezTo>
                  <a:cubicBezTo>
                    <a:pt x="524161" y="116447"/>
                    <a:pt x="485267" y="73981"/>
                    <a:pt x="438039" y="47788"/>
                  </a:cubicBezTo>
                  <a:cubicBezTo>
                    <a:pt x="390811" y="21595"/>
                    <a:pt x="336043" y="-2217"/>
                    <a:pt x="278496" y="164"/>
                  </a:cubicBezTo>
                  <a:cubicBezTo>
                    <a:pt x="220949" y="2545"/>
                    <a:pt x="138002" y="26754"/>
                    <a:pt x="92758" y="62076"/>
                  </a:cubicBezTo>
                  <a:cubicBezTo>
                    <a:pt x="47514" y="97398"/>
                    <a:pt x="15367" y="168041"/>
                    <a:pt x="7033" y="212094"/>
                  </a:cubicBezTo>
                  <a:cubicBezTo>
                    <a:pt x="-1301" y="256147"/>
                    <a:pt x="-12810" y="318060"/>
                    <a:pt x="42752" y="326394"/>
                  </a:cubicBezTo>
                  <a:cubicBezTo>
                    <a:pt x="98314" y="334728"/>
                    <a:pt x="87996" y="260910"/>
                    <a:pt x="111808" y="233526"/>
                  </a:cubicBezTo>
                  <a:cubicBezTo>
                    <a:pt x="135620" y="206142"/>
                    <a:pt x="152289" y="171216"/>
                    <a:pt x="185626" y="162088"/>
                  </a:cubicBezTo>
                  <a:cubicBezTo>
                    <a:pt x="218963" y="152960"/>
                    <a:pt x="278495" y="147404"/>
                    <a:pt x="311833" y="178757"/>
                  </a:cubicBezTo>
                  <a:cubicBezTo>
                    <a:pt x="345171" y="210110"/>
                    <a:pt x="359061" y="289882"/>
                    <a:pt x="385652" y="350207"/>
                  </a:cubicBezTo>
                  <a:cubicBezTo>
                    <a:pt x="412243" y="410532"/>
                    <a:pt x="436452" y="487129"/>
                    <a:pt x="471377" y="540707"/>
                  </a:cubicBezTo>
                  <a:cubicBezTo>
                    <a:pt x="506302" y="594285"/>
                    <a:pt x="552736" y="637148"/>
                    <a:pt x="595202" y="671676"/>
                  </a:cubicBezTo>
                  <a:cubicBezTo>
                    <a:pt x="637668" y="706204"/>
                    <a:pt x="677356" y="732398"/>
                    <a:pt x="726171" y="747876"/>
                  </a:cubicBezTo>
                  <a:cubicBezTo>
                    <a:pt x="774986" y="763354"/>
                    <a:pt x="844042" y="767720"/>
                    <a:pt x="888095" y="764545"/>
                  </a:cubicBezTo>
                  <a:cubicBezTo>
                    <a:pt x="932148" y="761370"/>
                    <a:pt x="990489" y="728826"/>
                    <a:pt x="990489" y="728826"/>
                  </a:cubicBezTo>
                  <a:lnTo>
                    <a:pt x="990489" y="728826"/>
                  </a:lnTo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1495CEED-00A1-62F7-5C6D-CED113D42D49}"/>
                </a:ext>
              </a:extLst>
            </p:cNvPr>
            <p:cNvGrpSpPr/>
            <p:nvPr/>
          </p:nvGrpSpPr>
          <p:grpSpPr>
            <a:xfrm rot="18657937">
              <a:off x="6546849" y="3722475"/>
              <a:ext cx="937606" cy="1088467"/>
              <a:chOff x="6479997" y="4263560"/>
              <a:chExt cx="937606" cy="1088467"/>
            </a:xfrm>
            <a:grpFill/>
          </p:grpSpPr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4B1B191D-22AA-821C-D567-CD48DA639C42}"/>
                  </a:ext>
                </a:extLst>
              </p:cNvPr>
              <p:cNvSpPr/>
              <p:nvPr/>
            </p:nvSpPr>
            <p:spPr>
              <a:xfrm rot="3303579" flipH="1">
                <a:off x="6365003" y="4428173"/>
                <a:ext cx="1088467" cy="759241"/>
              </a:xfrm>
              <a:custGeom>
                <a:avLst/>
                <a:gdLst>
                  <a:gd name="connsiteX0" fmla="*/ 1088467 w 1088467"/>
                  <a:gd name="connsiteY0" fmla="*/ 655217 h 759241"/>
                  <a:gd name="connsiteX1" fmla="*/ 1053305 w 1088467"/>
                  <a:gd name="connsiteY1" fmla="*/ 664943 h 759241"/>
                  <a:gd name="connsiteX2" fmla="*/ 180097 w 1088467"/>
                  <a:gd name="connsiteY2" fmla="*/ 0 h 759241"/>
                  <a:gd name="connsiteX3" fmla="*/ 2923 w 1088467"/>
                  <a:gd name="connsiteY3" fmla="*/ 201297 h 759241"/>
                  <a:gd name="connsiteX4" fmla="*/ 0 w 1088467"/>
                  <a:gd name="connsiteY4" fmla="*/ 262412 h 759241"/>
                  <a:gd name="connsiteX5" fmla="*/ 9739 w 1088467"/>
                  <a:gd name="connsiteY5" fmla="*/ 262154 h 759241"/>
                  <a:gd name="connsiteX6" fmla="*/ 67536 w 1088467"/>
                  <a:gd name="connsiteY6" fmla="*/ 157676 h 759241"/>
                  <a:gd name="connsiteX7" fmla="*/ 151008 w 1088467"/>
                  <a:gd name="connsiteY7" fmla="*/ 76896 h 759241"/>
                  <a:gd name="connsiteX8" fmla="*/ 293721 w 1088467"/>
                  <a:gd name="connsiteY8" fmla="*/ 95745 h 759241"/>
                  <a:gd name="connsiteX9" fmla="*/ 377194 w 1088467"/>
                  <a:gd name="connsiteY9" fmla="*/ 289618 h 759241"/>
                  <a:gd name="connsiteX10" fmla="*/ 474130 w 1088467"/>
                  <a:gd name="connsiteY10" fmla="*/ 505031 h 759241"/>
                  <a:gd name="connsiteX11" fmla="*/ 614149 w 1088467"/>
                  <a:gd name="connsiteY11" fmla="*/ 653129 h 759241"/>
                  <a:gd name="connsiteX12" fmla="*/ 762246 w 1088467"/>
                  <a:gd name="connsiteY12" fmla="*/ 739294 h 759241"/>
                  <a:gd name="connsiteX13" fmla="*/ 945347 w 1088467"/>
                  <a:gd name="connsiteY13" fmla="*/ 758143 h 759241"/>
                  <a:gd name="connsiteX14" fmla="*/ 1061132 w 1088467"/>
                  <a:gd name="connsiteY14" fmla="*/ 717753 h 759241"/>
                  <a:gd name="connsiteX15" fmla="*/ 1088467 w 1088467"/>
                  <a:gd name="connsiteY15" fmla="*/ 655217 h 75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88467" h="759241">
                    <a:moveTo>
                      <a:pt x="1088467" y="655217"/>
                    </a:moveTo>
                    <a:lnTo>
                      <a:pt x="1053305" y="664943"/>
                    </a:lnTo>
                    <a:cubicBezTo>
                      <a:pt x="388038" y="824227"/>
                      <a:pt x="535616" y="7372"/>
                      <a:pt x="180097" y="0"/>
                    </a:cubicBezTo>
                    <a:cubicBezTo>
                      <a:pt x="72776" y="46352"/>
                      <a:pt x="18682" y="125234"/>
                      <a:pt x="2923" y="201297"/>
                    </a:cubicBezTo>
                    <a:lnTo>
                      <a:pt x="0" y="262412"/>
                    </a:lnTo>
                    <a:lnTo>
                      <a:pt x="9739" y="262154"/>
                    </a:lnTo>
                    <a:cubicBezTo>
                      <a:pt x="49964" y="252066"/>
                      <a:pt x="43976" y="184772"/>
                      <a:pt x="67536" y="157676"/>
                    </a:cubicBezTo>
                    <a:cubicBezTo>
                      <a:pt x="94462" y="126712"/>
                      <a:pt x="113311" y="87218"/>
                      <a:pt x="151008" y="76896"/>
                    </a:cubicBezTo>
                    <a:cubicBezTo>
                      <a:pt x="188704" y="66574"/>
                      <a:pt x="256023" y="60292"/>
                      <a:pt x="293721" y="95745"/>
                    </a:cubicBezTo>
                    <a:cubicBezTo>
                      <a:pt x="331418" y="131198"/>
                      <a:pt x="347125" y="221403"/>
                      <a:pt x="377194" y="289618"/>
                    </a:cubicBezTo>
                    <a:cubicBezTo>
                      <a:pt x="407262" y="357832"/>
                      <a:pt x="434638" y="444447"/>
                      <a:pt x="474130" y="505031"/>
                    </a:cubicBezTo>
                    <a:cubicBezTo>
                      <a:pt x="513622" y="565616"/>
                      <a:pt x="566129" y="614085"/>
                      <a:pt x="614149" y="653129"/>
                    </a:cubicBezTo>
                    <a:cubicBezTo>
                      <a:pt x="662168" y="692172"/>
                      <a:pt x="707047" y="721792"/>
                      <a:pt x="762246" y="739294"/>
                    </a:cubicBezTo>
                    <a:cubicBezTo>
                      <a:pt x="817445" y="756796"/>
                      <a:pt x="895532" y="761733"/>
                      <a:pt x="945347" y="758143"/>
                    </a:cubicBezTo>
                    <a:cubicBezTo>
                      <a:pt x="995161" y="754553"/>
                      <a:pt x="1061132" y="717753"/>
                      <a:pt x="1061132" y="717753"/>
                    </a:cubicBezTo>
                    <a:lnTo>
                      <a:pt x="1088467" y="655217"/>
                    </a:lnTo>
                    <a:close/>
                  </a:path>
                </a:pathLst>
              </a:cu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33136659-4264-5F14-7A98-AA02A92509EE}"/>
                  </a:ext>
                </a:extLst>
              </p:cNvPr>
              <p:cNvSpPr/>
              <p:nvPr/>
            </p:nvSpPr>
            <p:spPr>
              <a:xfrm flipH="1" flipV="1">
                <a:off x="7366201" y="4870610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D2EB0EE8-5C5F-75A5-F90B-50E428020DD2}"/>
                  </a:ext>
                </a:extLst>
              </p:cNvPr>
              <p:cNvSpPr/>
              <p:nvPr/>
            </p:nvSpPr>
            <p:spPr>
              <a:xfrm flipH="1" flipV="1">
                <a:off x="7371884" y="4996441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7F9A4B45-AC44-DD5F-CA24-12A1CDE99162}"/>
                  </a:ext>
                </a:extLst>
              </p:cNvPr>
              <p:cNvSpPr/>
              <p:nvPr/>
            </p:nvSpPr>
            <p:spPr>
              <a:xfrm flipH="1" flipV="1">
                <a:off x="7321871" y="5095966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CEB5F0D6-C969-DC3C-7A05-B65C08534173}"/>
                  </a:ext>
                </a:extLst>
              </p:cNvPr>
              <p:cNvSpPr/>
              <p:nvPr/>
            </p:nvSpPr>
            <p:spPr>
              <a:xfrm flipH="1" flipV="1">
                <a:off x="6600232" y="4843448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389F59EA-9626-8DEF-6282-A518350DC46F}"/>
                  </a:ext>
                </a:extLst>
              </p:cNvPr>
              <p:cNvSpPr/>
              <p:nvPr/>
            </p:nvSpPr>
            <p:spPr>
              <a:xfrm flipH="1" flipV="1">
                <a:off x="6766186" y="4886785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F203D423-8D23-4E6A-5EC7-32817300E4BB}"/>
                  </a:ext>
                </a:extLst>
              </p:cNvPr>
              <p:cNvSpPr/>
              <p:nvPr/>
            </p:nvSpPr>
            <p:spPr>
              <a:xfrm flipH="1" flipV="1">
                <a:off x="6916640" y="4872407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430E77CA-7011-8ECC-9EBD-517F69AC89E1}"/>
                  </a:ext>
                </a:extLst>
              </p:cNvPr>
              <p:cNvSpPr/>
              <p:nvPr/>
            </p:nvSpPr>
            <p:spPr>
              <a:xfrm flipH="1" flipV="1">
                <a:off x="7082758" y="4830128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F880B7E2-169F-9F19-E979-2559D06066D2}"/>
                  </a:ext>
                </a:extLst>
              </p:cNvPr>
              <p:cNvSpPr/>
              <p:nvPr/>
            </p:nvSpPr>
            <p:spPr>
              <a:xfrm flipH="1" flipV="1">
                <a:off x="7236060" y="4805829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DF16B026-79C4-ED6E-0778-FF1A8A7CBDF6}"/>
                  </a:ext>
                </a:extLst>
              </p:cNvPr>
              <p:cNvSpPr/>
              <p:nvPr/>
            </p:nvSpPr>
            <p:spPr>
              <a:xfrm flipH="1" flipV="1">
                <a:off x="6479997" y="4792502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20FFF9C9-E373-B835-7258-94AB85F08312}"/>
                </a:ext>
              </a:extLst>
            </p:cNvPr>
            <p:cNvSpPr/>
            <p:nvPr/>
          </p:nvSpPr>
          <p:spPr>
            <a:xfrm>
              <a:off x="4169342" y="4031362"/>
              <a:ext cx="1316591" cy="865631"/>
            </a:xfrm>
            <a:custGeom>
              <a:avLst/>
              <a:gdLst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203982 w 1158863"/>
                <a:gd name="connsiteY12" fmla="*/ 157180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180169 w 1158863"/>
                <a:gd name="connsiteY12" fmla="*/ 152418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40574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66768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50403"/>
                <a:gd name="connsiteX1" fmla="*/ 1095264 w 1164320"/>
                <a:gd name="connsiteY1" fmla="*/ 369111 h 750403"/>
                <a:gd name="connsiteX2" fmla="*/ 973820 w 1164320"/>
                <a:gd name="connsiteY2" fmla="*/ 400068 h 750403"/>
                <a:gd name="connsiteX3" fmla="*/ 807133 w 1164320"/>
                <a:gd name="connsiteY3" fmla="*/ 392924 h 750403"/>
                <a:gd name="connsiteX4" fmla="*/ 664258 w 1164320"/>
                <a:gd name="connsiteY4" fmla="*/ 288149 h 750403"/>
                <a:gd name="connsiteX5" fmla="*/ 552339 w 1164320"/>
                <a:gd name="connsiteY5" fmla="*/ 169086 h 750403"/>
                <a:gd name="connsiteX6" fmla="*/ 435658 w 1164320"/>
                <a:gd name="connsiteY6" fmla="*/ 52405 h 750403"/>
                <a:gd name="connsiteX7" fmla="*/ 283258 w 1164320"/>
                <a:gd name="connsiteY7" fmla="*/ 18 h 750403"/>
                <a:gd name="connsiteX8" fmla="*/ 92758 w 1164320"/>
                <a:gd name="connsiteY8" fmla="*/ 57168 h 750403"/>
                <a:gd name="connsiteX9" fmla="*/ 7033 w 1164320"/>
                <a:gd name="connsiteY9" fmla="*/ 207186 h 750403"/>
                <a:gd name="connsiteX10" fmla="*/ 42752 w 1164320"/>
                <a:gd name="connsiteY10" fmla="*/ 321486 h 750403"/>
                <a:gd name="connsiteX11" fmla="*/ 111808 w 1164320"/>
                <a:gd name="connsiteY11" fmla="*/ 228618 h 750403"/>
                <a:gd name="connsiteX12" fmla="*/ 185626 w 1164320"/>
                <a:gd name="connsiteY12" fmla="*/ 152418 h 750403"/>
                <a:gd name="connsiteX13" fmla="*/ 309452 w 1164320"/>
                <a:gd name="connsiteY13" fmla="*/ 152418 h 750403"/>
                <a:gd name="connsiteX14" fmla="*/ 385652 w 1164320"/>
                <a:gd name="connsiteY14" fmla="*/ 345299 h 750403"/>
                <a:gd name="connsiteX15" fmla="*/ 471377 w 1164320"/>
                <a:gd name="connsiteY15" fmla="*/ 535799 h 750403"/>
                <a:gd name="connsiteX16" fmla="*/ 595202 w 1164320"/>
                <a:gd name="connsiteY16" fmla="*/ 666768 h 750403"/>
                <a:gd name="connsiteX17" fmla="*/ 726171 w 1164320"/>
                <a:gd name="connsiteY17" fmla="*/ 742968 h 750403"/>
                <a:gd name="connsiteX18" fmla="*/ 888095 w 1164320"/>
                <a:gd name="connsiteY18" fmla="*/ 745349 h 750403"/>
                <a:gd name="connsiteX19" fmla="*/ 990489 w 1164320"/>
                <a:gd name="connsiteY19" fmla="*/ 723918 h 750403"/>
                <a:gd name="connsiteX20" fmla="*/ 990489 w 1164320"/>
                <a:gd name="connsiteY20" fmla="*/ 723918 h 750403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0006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100027 w 1164320"/>
                <a:gd name="connsiteY1" fmla="*/ 383398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8 h 760607"/>
                <a:gd name="connsiteX1" fmla="*/ 1100027 w 1164320"/>
                <a:gd name="connsiteY1" fmla="*/ 383397 h 760607"/>
                <a:gd name="connsiteX2" fmla="*/ 973820 w 1164320"/>
                <a:gd name="connsiteY2" fmla="*/ 419117 h 760607"/>
                <a:gd name="connsiteX3" fmla="*/ 807133 w 1164320"/>
                <a:gd name="connsiteY3" fmla="*/ 392923 h 760607"/>
                <a:gd name="connsiteX4" fmla="*/ 664258 w 1164320"/>
                <a:gd name="connsiteY4" fmla="*/ 288148 h 760607"/>
                <a:gd name="connsiteX5" fmla="*/ 561864 w 1164320"/>
                <a:gd name="connsiteY5" fmla="*/ 152416 h 760607"/>
                <a:gd name="connsiteX6" fmla="*/ 435658 w 1164320"/>
                <a:gd name="connsiteY6" fmla="*/ 52404 h 760607"/>
                <a:gd name="connsiteX7" fmla="*/ 283258 w 1164320"/>
                <a:gd name="connsiteY7" fmla="*/ 17 h 760607"/>
                <a:gd name="connsiteX8" fmla="*/ 92758 w 1164320"/>
                <a:gd name="connsiteY8" fmla="*/ 57167 h 760607"/>
                <a:gd name="connsiteX9" fmla="*/ 7033 w 1164320"/>
                <a:gd name="connsiteY9" fmla="*/ 207185 h 760607"/>
                <a:gd name="connsiteX10" fmla="*/ 42752 w 1164320"/>
                <a:gd name="connsiteY10" fmla="*/ 321485 h 760607"/>
                <a:gd name="connsiteX11" fmla="*/ 111808 w 1164320"/>
                <a:gd name="connsiteY11" fmla="*/ 228617 h 760607"/>
                <a:gd name="connsiteX12" fmla="*/ 185626 w 1164320"/>
                <a:gd name="connsiteY12" fmla="*/ 152417 h 760607"/>
                <a:gd name="connsiteX13" fmla="*/ 309452 w 1164320"/>
                <a:gd name="connsiteY13" fmla="*/ 152417 h 760607"/>
                <a:gd name="connsiteX14" fmla="*/ 385652 w 1164320"/>
                <a:gd name="connsiteY14" fmla="*/ 345298 h 760607"/>
                <a:gd name="connsiteX15" fmla="*/ 471377 w 1164320"/>
                <a:gd name="connsiteY15" fmla="*/ 535798 h 760607"/>
                <a:gd name="connsiteX16" fmla="*/ 595202 w 1164320"/>
                <a:gd name="connsiteY16" fmla="*/ 666767 h 760607"/>
                <a:gd name="connsiteX17" fmla="*/ 726171 w 1164320"/>
                <a:gd name="connsiteY17" fmla="*/ 742967 h 760607"/>
                <a:gd name="connsiteX18" fmla="*/ 888095 w 1164320"/>
                <a:gd name="connsiteY18" fmla="*/ 759636 h 760607"/>
                <a:gd name="connsiteX19" fmla="*/ 990489 w 1164320"/>
                <a:gd name="connsiteY19" fmla="*/ 723917 h 760607"/>
                <a:gd name="connsiteX20" fmla="*/ 990489 w 1164320"/>
                <a:gd name="connsiteY20" fmla="*/ 723917 h 760607"/>
                <a:gd name="connsiteX0" fmla="*/ 1164320 w 1164320"/>
                <a:gd name="connsiteY0" fmla="*/ 326424 h 760783"/>
                <a:gd name="connsiteX1" fmla="*/ 1100027 w 1164320"/>
                <a:gd name="connsiteY1" fmla="*/ 383573 h 760783"/>
                <a:gd name="connsiteX2" fmla="*/ 973820 w 1164320"/>
                <a:gd name="connsiteY2" fmla="*/ 419293 h 760783"/>
                <a:gd name="connsiteX3" fmla="*/ 807133 w 1164320"/>
                <a:gd name="connsiteY3" fmla="*/ 393099 h 760783"/>
                <a:gd name="connsiteX4" fmla="*/ 664258 w 1164320"/>
                <a:gd name="connsiteY4" fmla="*/ 288324 h 760783"/>
                <a:gd name="connsiteX5" fmla="*/ 561864 w 1164320"/>
                <a:gd name="connsiteY5" fmla="*/ 152592 h 760783"/>
                <a:gd name="connsiteX6" fmla="*/ 438039 w 1164320"/>
                <a:gd name="connsiteY6" fmla="*/ 43055 h 760783"/>
                <a:gd name="connsiteX7" fmla="*/ 283258 w 1164320"/>
                <a:gd name="connsiteY7" fmla="*/ 193 h 760783"/>
                <a:gd name="connsiteX8" fmla="*/ 92758 w 1164320"/>
                <a:gd name="connsiteY8" fmla="*/ 57343 h 760783"/>
                <a:gd name="connsiteX9" fmla="*/ 7033 w 1164320"/>
                <a:gd name="connsiteY9" fmla="*/ 207361 h 760783"/>
                <a:gd name="connsiteX10" fmla="*/ 42752 w 1164320"/>
                <a:gd name="connsiteY10" fmla="*/ 321661 h 760783"/>
                <a:gd name="connsiteX11" fmla="*/ 111808 w 1164320"/>
                <a:gd name="connsiteY11" fmla="*/ 228793 h 760783"/>
                <a:gd name="connsiteX12" fmla="*/ 185626 w 1164320"/>
                <a:gd name="connsiteY12" fmla="*/ 152593 h 760783"/>
                <a:gd name="connsiteX13" fmla="*/ 309452 w 1164320"/>
                <a:gd name="connsiteY13" fmla="*/ 152593 h 760783"/>
                <a:gd name="connsiteX14" fmla="*/ 385652 w 1164320"/>
                <a:gd name="connsiteY14" fmla="*/ 345474 h 760783"/>
                <a:gd name="connsiteX15" fmla="*/ 471377 w 1164320"/>
                <a:gd name="connsiteY15" fmla="*/ 535974 h 760783"/>
                <a:gd name="connsiteX16" fmla="*/ 595202 w 1164320"/>
                <a:gd name="connsiteY16" fmla="*/ 666943 h 760783"/>
                <a:gd name="connsiteX17" fmla="*/ 726171 w 1164320"/>
                <a:gd name="connsiteY17" fmla="*/ 743143 h 760783"/>
                <a:gd name="connsiteX18" fmla="*/ 888095 w 1164320"/>
                <a:gd name="connsiteY18" fmla="*/ 759812 h 760783"/>
                <a:gd name="connsiteX19" fmla="*/ 990489 w 1164320"/>
                <a:gd name="connsiteY19" fmla="*/ 724093 h 760783"/>
                <a:gd name="connsiteX20" fmla="*/ 990489 w 1164320"/>
                <a:gd name="connsiteY20" fmla="*/ 724093 h 760783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09452 w 1164320"/>
                <a:gd name="connsiteY13" fmla="*/ 157326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62088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4320" h="765516">
                  <a:moveTo>
                    <a:pt x="1164320" y="331157"/>
                  </a:moveTo>
                  <a:cubicBezTo>
                    <a:pt x="1145667" y="346436"/>
                    <a:pt x="1131777" y="372828"/>
                    <a:pt x="1100027" y="388306"/>
                  </a:cubicBezTo>
                  <a:cubicBezTo>
                    <a:pt x="1068277" y="403784"/>
                    <a:pt x="1022636" y="422438"/>
                    <a:pt x="973820" y="424026"/>
                  </a:cubicBezTo>
                  <a:cubicBezTo>
                    <a:pt x="925004" y="425614"/>
                    <a:pt x="858727" y="419660"/>
                    <a:pt x="807133" y="397832"/>
                  </a:cubicBezTo>
                  <a:cubicBezTo>
                    <a:pt x="755539" y="376004"/>
                    <a:pt x="705136" y="333141"/>
                    <a:pt x="664258" y="293057"/>
                  </a:cubicBezTo>
                  <a:cubicBezTo>
                    <a:pt x="623380" y="252973"/>
                    <a:pt x="599567" y="198203"/>
                    <a:pt x="561864" y="157325"/>
                  </a:cubicBezTo>
                  <a:cubicBezTo>
                    <a:pt x="524161" y="116447"/>
                    <a:pt x="485267" y="73981"/>
                    <a:pt x="438039" y="47788"/>
                  </a:cubicBezTo>
                  <a:cubicBezTo>
                    <a:pt x="390811" y="21595"/>
                    <a:pt x="336043" y="-2217"/>
                    <a:pt x="278496" y="164"/>
                  </a:cubicBezTo>
                  <a:cubicBezTo>
                    <a:pt x="220949" y="2545"/>
                    <a:pt x="138002" y="26754"/>
                    <a:pt x="92758" y="62076"/>
                  </a:cubicBezTo>
                  <a:cubicBezTo>
                    <a:pt x="47514" y="97398"/>
                    <a:pt x="15367" y="168041"/>
                    <a:pt x="7033" y="212094"/>
                  </a:cubicBezTo>
                  <a:cubicBezTo>
                    <a:pt x="-1301" y="256147"/>
                    <a:pt x="-12810" y="318060"/>
                    <a:pt x="42752" y="326394"/>
                  </a:cubicBezTo>
                  <a:cubicBezTo>
                    <a:pt x="98314" y="334728"/>
                    <a:pt x="87996" y="260910"/>
                    <a:pt x="111808" y="233526"/>
                  </a:cubicBezTo>
                  <a:cubicBezTo>
                    <a:pt x="135620" y="206142"/>
                    <a:pt x="152289" y="171216"/>
                    <a:pt x="185626" y="162088"/>
                  </a:cubicBezTo>
                  <a:cubicBezTo>
                    <a:pt x="218963" y="152960"/>
                    <a:pt x="278495" y="147404"/>
                    <a:pt x="311833" y="178757"/>
                  </a:cubicBezTo>
                  <a:cubicBezTo>
                    <a:pt x="345171" y="210110"/>
                    <a:pt x="359061" y="289882"/>
                    <a:pt x="385652" y="350207"/>
                  </a:cubicBezTo>
                  <a:cubicBezTo>
                    <a:pt x="412243" y="410532"/>
                    <a:pt x="436452" y="487129"/>
                    <a:pt x="471377" y="540707"/>
                  </a:cubicBezTo>
                  <a:cubicBezTo>
                    <a:pt x="506302" y="594285"/>
                    <a:pt x="552736" y="637148"/>
                    <a:pt x="595202" y="671676"/>
                  </a:cubicBezTo>
                  <a:cubicBezTo>
                    <a:pt x="637668" y="706204"/>
                    <a:pt x="677356" y="732398"/>
                    <a:pt x="726171" y="747876"/>
                  </a:cubicBezTo>
                  <a:cubicBezTo>
                    <a:pt x="774986" y="763354"/>
                    <a:pt x="844042" y="767720"/>
                    <a:pt x="888095" y="764545"/>
                  </a:cubicBezTo>
                  <a:cubicBezTo>
                    <a:pt x="932148" y="761370"/>
                    <a:pt x="990489" y="728826"/>
                    <a:pt x="990489" y="728826"/>
                  </a:cubicBezTo>
                  <a:lnTo>
                    <a:pt x="990489" y="728826"/>
                  </a:lnTo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223C4B62-45B3-147E-6680-D9F3FD8A64C1}"/>
                </a:ext>
              </a:extLst>
            </p:cNvPr>
            <p:cNvGrpSpPr/>
            <p:nvPr/>
          </p:nvGrpSpPr>
          <p:grpSpPr>
            <a:xfrm rot="3322491" flipH="1">
              <a:off x="4281466" y="3928457"/>
              <a:ext cx="937606" cy="1088467"/>
              <a:chOff x="6479997" y="4263560"/>
              <a:chExt cx="937606" cy="1088467"/>
            </a:xfrm>
            <a:grpFill/>
          </p:grpSpPr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FE20EC5C-3AFA-3FE5-F578-A024A8247A9F}"/>
                  </a:ext>
                </a:extLst>
              </p:cNvPr>
              <p:cNvSpPr/>
              <p:nvPr/>
            </p:nvSpPr>
            <p:spPr>
              <a:xfrm rot="3303579" flipH="1">
                <a:off x="6365003" y="4428173"/>
                <a:ext cx="1088467" cy="759241"/>
              </a:xfrm>
              <a:custGeom>
                <a:avLst/>
                <a:gdLst>
                  <a:gd name="connsiteX0" fmla="*/ 1088467 w 1088467"/>
                  <a:gd name="connsiteY0" fmla="*/ 655217 h 759241"/>
                  <a:gd name="connsiteX1" fmla="*/ 1053305 w 1088467"/>
                  <a:gd name="connsiteY1" fmla="*/ 664943 h 759241"/>
                  <a:gd name="connsiteX2" fmla="*/ 180097 w 1088467"/>
                  <a:gd name="connsiteY2" fmla="*/ 0 h 759241"/>
                  <a:gd name="connsiteX3" fmla="*/ 2923 w 1088467"/>
                  <a:gd name="connsiteY3" fmla="*/ 201297 h 759241"/>
                  <a:gd name="connsiteX4" fmla="*/ 0 w 1088467"/>
                  <a:gd name="connsiteY4" fmla="*/ 262412 h 759241"/>
                  <a:gd name="connsiteX5" fmla="*/ 9739 w 1088467"/>
                  <a:gd name="connsiteY5" fmla="*/ 262154 h 759241"/>
                  <a:gd name="connsiteX6" fmla="*/ 67536 w 1088467"/>
                  <a:gd name="connsiteY6" fmla="*/ 157676 h 759241"/>
                  <a:gd name="connsiteX7" fmla="*/ 151008 w 1088467"/>
                  <a:gd name="connsiteY7" fmla="*/ 76896 h 759241"/>
                  <a:gd name="connsiteX8" fmla="*/ 293721 w 1088467"/>
                  <a:gd name="connsiteY8" fmla="*/ 95745 h 759241"/>
                  <a:gd name="connsiteX9" fmla="*/ 377194 w 1088467"/>
                  <a:gd name="connsiteY9" fmla="*/ 289618 h 759241"/>
                  <a:gd name="connsiteX10" fmla="*/ 474130 w 1088467"/>
                  <a:gd name="connsiteY10" fmla="*/ 505031 h 759241"/>
                  <a:gd name="connsiteX11" fmla="*/ 614149 w 1088467"/>
                  <a:gd name="connsiteY11" fmla="*/ 653129 h 759241"/>
                  <a:gd name="connsiteX12" fmla="*/ 762246 w 1088467"/>
                  <a:gd name="connsiteY12" fmla="*/ 739294 h 759241"/>
                  <a:gd name="connsiteX13" fmla="*/ 945347 w 1088467"/>
                  <a:gd name="connsiteY13" fmla="*/ 758143 h 759241"/>
                  <a:gd name="connsiteX14" fmla="*/ 1061132 w 1088467"/>
                  <a:gd name="connsiteY14" fmla="*/ 717753 h 759241"/>
                  <a:gd name="connsiteX15" fmla="*/ 1088467 w 1088467"/>
                  <a:gd name="connsiteY15" fmla="*/ 655217 h 75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88467" h="759241">
                    <a:moveTo>
                      <a:pt x="1088467" y="655217"/>
                    </a:moveTo>
                    <a:lnTo>
                      <a:pt x="1053305" y="664943"/>
                    </a:lnTo>
                    <a:cubicBezTo>
                      <a:pt x="388038" y="824227"/>
                      <a:pt x="535616" y="7372"/>
                      <a:pt x="180097" y="0"/>
                    </a:cubicBezTo>
                    <a:cubicBezTo>
                      <a:pt x="72776" y="46352"/>
                      <a:pt x="18682" y="125234"/>
                      <a:pt x="2923" y="201297"/>
                    </a:cubicBezTo>
                    <a:lnTo>
                      <a:pt x="0" y="262412"/>
                    </a:lnTo>
                    <a:lnTo>
                      <a:pt x="9739" y="262154"/>
                    </a:lnTo>
                    <a:cubicBezTo>
                      <a:pt x="49964" y="252066"/>
                      <a:pt x="43976" y="184772"/>
                      <a:pt x="67536" y="157676"/>
                    </a:cubicBezTo>
                    <a:cubicBezTo>
                      <a:pt x="94462" y="126712"/>
                      <a:pt x="113311" y="87218"/>
                      <a:pt x="151008" y="76896"/>
                    </a:cubicBezTo>
                    <a:cubicBezTo>
                      <a:pt x="188704" y="66574"/>
                      <a:pt x="256023" y="60292"/>
                      <a:pt x="293721" y="95745"/>
                    </a:cubicBezTo>
                    <a:cubicBezTo>
                      <a:pt x="331418" y="131198"/>
                      <a:pt x="347125" y="221403"/>
                      <a:pt x="377194" y="289618"/>
                    </a:cubicBezTo>
                    <a:cubicBezTo>
                      <a:pt x="407262" y="357832"/>
                      <a:pt x="434638" y="444447"/>
                      <a:pt x="474130" y="505031"/>
                    </a:cubicBezTo>
                    <a:cubicBezTo>
                      <a:pt x="513622" y="565616"/>
                      <a:pt x="566129" y="614085"/>
                      <a:pt x="614149" y="653129"/>
                    </a:cubicBezTo>
                    <a:cubicBezTo>
                      <a:pt x="662168" y="692172"/>
                      <a:pt x="707047" y="721792"/>
                      <a:pt x="762246" y="739294"/>
                    </a:cubicBezTo>
                    <a:cubicBezTo>
                      <a:pt x="817445" y="756796"/>
                      <a:pt x="895532" y="761733"/>
                      <a:pt x="945347" y="758143"/>
                    </a:cubicBezTo>
                    <a:cubicBezTo>
                      <a:pt x="995161" y="754553"/>
                      <a:pt x="1061132" y="717753"/>
                      <a:pt x="1061132" y="717753"/>
                    </a:cubicBezTo>
                    <a:lnTo>
                      <a:pt x="1088467" y="655217"/>
                    </a:lnTo>
                    <a:close/>
                  </a:path>
                </a:pathLst>
              </a:cu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97A77D91-8249-29EF-FDFE-0E51644FA47B}"/>
                  </a:ext>
                </a:extLst>
              </p:cNvPr>
              <p:cNvSpPr/>
              <p:nvPr/>
            </p:nvSpPr>
            <p:spPr>
              <a:xfrm flipH="1" flipV="1">
                <a:off x="7366201" y="4870610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88A0A23A-73DB-DF7C-D467-189F28218512}"/>
                  </a:ext>
                </a:extLst>
              </p:cNvPr>
              <p:cNvSpPr/>
              <p:nvPr/>
            </p:nvSpPr>
            <p:spPr>
              <a:xfrm flipH="1" flipV="1">
                <a:off x="7371884" y="4996441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2CD6E87E-5F01-88FE-1DD0-90C5A49DC9E0}"/>
                  </a:ext>
                </a:extLst>
              </p:cNvPr>
              <p:cNvSpPr/>
              <p:nvPr/>
            </p:nvSpPr>
            <p:spPr>
              <a:xfrm flipH="1" flipV="1">
                <a:off x="7321871" y="5095966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ECE7F17F-EDE2-B0A2-C25E-58781DD9195A}"/>
                  </a:ext>
                </a:extLst>
              </p:cNvPr>
              <p:cNvSpPr/>
              <p:nvPr/>
            </p:nvSpPr>
            <p:spPr>
              <a:xfrm flipH="1" flipV="1">
                <a:off x="6600232" y="4843448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2EB6C3DD-73B8-0056-A265-345E060CCE9B}"/>
                  </a:ext>
                </a:extLst>
              </p:cNvPr>
              <p:cNvSpPr/>
              <p:nvPr/>
            </p:nvSpPr>
            <p:spPr>
              <a:xfrm flipH="1" flipV="1">
                <a:off x="6766186" y="4886785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BE9ADDA9-1873-955A-C98D-5ED3EF5C11B4}"/>
                  </a:ext>
                </a:extLst>
              </p:cNvPr>
              <p:cNvSpPr/>
              <p:nvPr/>
            </p:nvSpPr>
            <p:spPr>
              <a:xfrm flipH="1" flipV="1">
                <a:off x="6916640" y="4872407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D79C4028-5B03-4835-6DAC-B4C31F5A5ECA}"/>
                  </a:ext>
                </a:extLst>
              </p:cNvPr>
              <p:cNvSpPr/>
              <p:nvPr/>
            </p:nvSpPr>
            <p:spPr>
              <a:xfrm flipH="1" flipV="1">
                <a:off x="7082758" y="4830128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0AF3595D-335F-50E9-FE9D-0A7A78A859B1}"/>
                  </a:ext>
                </a:extLst>
              </p:cNvPr>
              <p:cNvSpPr/>
              <p:nvPr/>
            </p:nvSpPr>
            <p:spPr>
              <a:xfrm flipH="1" flipV="1">
                <a:off x="7236060" y="4805829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6ABDD812-1E6D-6F6D-68D4-AED5D1A3699A}"/>
                  </a:ext>
                </a:extLst>
              </p:cNvPr>
              <p:cNvSpPr/>
              <p:nvPr/>
            </p:nvSpPr>
            <p:spPr>
              <a:xfrm flipH="1" flipV="1">
                <a:off x="6479997" y="4792502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092B01A4-F1CF-CE9B-7F0B-F764B8736E58}"/>
                </a:ext>
              </a:extLst>
            </p:cNvPr>
            <p:cNvSpPr/>
            <p:nvPr/>
          </p:nvSpPr>
          <p:spPr>
            <a:xfrm rot="17770395">
              <a:off x="4486095" y="4543996"/>
              <a:ext cx="1316591" cy="865631"/>
            </a:xfrm>
            <a:custGeom>
              <a:avLst/>
              <a:gdLst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203982 w 1158863"/>
                <a:gd name="connsiteY12" fmla="*/ 157180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180169 w 1158863"/>
                <a:gd name="connsiteY12" fmla="*/ 152418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40574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66768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50403"/>
                <a:gd name="connsiteX1" fmla="*/ 1095264 w 1164320"/>
                <a:gd name="connsiteY1" fmla="*/ 369111 h 750403"/>
                <a:gd name="connsiteX2" fmla="*/ 973820 w 1164320"/>
                <a:gd name="connsiteY2" fmla="*/ 400068 h 750403"/>
                <a:gd name="connsiteX3" fmla="*/ 807133 w 1164320"/>
                <a:gd name="connsiteY3" fmla="*/ 392924 h 750403"/>
                <a:gd name="connsiteX4" fmla="*/ 664258 w 1164320"/>
                <a:gd name="connsiteY4" fmla="*/ 288149 h 750403"/>
                <a:gd name="connsiteX5" fmla="*/ 552339 w 1164320"/>
                <a:gd name="connsiteY5" fmla="*/ 169086 h 750403"/>
                <a:gd name="connsiteX6" fmla="*/ 435658 w 1164320"/>
                <a:gd name="connsiteY6" fmla="*/ 52405 h 750403"/>
                <a:gd name="connsiteX7" fmla="*/ 283258 w 1164320"/>
                <a:gd name="connsiteY7" fmla="*/ 18 h 750403"/>
                <a:gd name="connsiteX8" fmla="*/ 92758 w 1164320"/>
                <a:gd name="connsiteY8" fmla="*/ 57168 h 750403"/>
                <a:gd name="connsiteX9" fmla="*/ 7033 w 1164320"/>
                <a:gd name="connsiteY9" fmla="*/ 207186 h 750403"/>
                <a:gd name="connsiteX10" fmla="*/ 42752 w 1164320"/>
                <a:gd name="connsiteY10" fmla="*/ 321486 h 750403"/>
                <a:gd name="connsiteX11" fmla="*/ 111808 w 1164320"/>
                <a:gd name="connsiteY11" fmla="*/ 228618 h 750403"/>
                <a:gd name="connsiteX12" fmla="*/ 185626 w 1164320"/>
                <a:gd name="connsiteY12" fmla="*/ 152418 h 750403"/>
                <a:gd name="connsiteX13" fmla="*/ 309452 w 1164320"/>
                <a:gd name="connsiteY13" fmla="*/ 152418 h 750403"/>
                <a:gd name="connsiteX14" fmla="*/ 385652 w 1164320"/>
                <a:gd name="connsiteY14" fmla="*/ 345299 h 750403"/>
                <a:gd name="connsiteX15" fmla="*/ 471377 w 1164320"/>
                <a:gd name="connsiteY15" fmla="*/ 535799 h 750403"/>
                <a:gd name="connsiteX16" fmla="*/ 595202 w 1164320"/>
                <a:gd name="connsiteY16" fmla="*/ 666768 h 750403"/>
                <a:gd name="connsiteX17" fmla="*/ 726171 w 1164320"/>
                <a:gd name="connsiteY17" fmla="*/ 742968 h 750403"/>
                <a:gd name="connsiteX18" fmla="*/ 888095 w 1164320"/>
                <a:gd name="connsiteY18" fmla="*/ 745349 h 750403"/>
                <a:gd name="connsiteX19" fmla="*/ 990489 w 1164320"/>
                <a:gd name="connsiteY19" fmla="*/ 723918 h 750403"/>
                <a:gd name="connsiteX20" fmla="*/ 990489 w 1164320"/>
                <a:gd name="connsiteY20" fmla="*/ 723918 h 750403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0006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100027 w 1164320"/>
                <a:gd name="connsiteY1" fmla="*/ 383398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8 h 760607"/>
                <a:gd name="connsiteX1" fmla="*/ 1100027 w 1164320"/>
                <a:gd name="connsiteY1" fmla="*/ 383397 h 760607"/>
                <a:gd name="connsiteX2" fmla="*/ 973820 w 1164320"/>
                <a:gd name="connsiteY2" fmla="*/ 419117 h 760607"/>
                <a:gd name="connsiteX3" fmla="*/ 807133 w 1164320"/>
                <a:gd name="connsiteY3" fmla="*/ 392923 h 760607"/>
                <a:gd name="connsiteX4" fmla="*/ 664258 w 1164320"/>
                <a:gd name="connsiteY4" fmla="*/ 288148 h 760607"/>
                <a:gd name="connsiteX5" fmla="*/ 561864 w 1164320"/>
                <a:gd name="connsiteY5" fmla="*/ 152416 h 760607"/>
                <a:gd name="connsiteX6" fmla="*/ 435658 w 1164320"/>
                <a:gd name="connsiteY6" fmla="*/ 52404 h 760607"/>
                <a:gd name="connsiteX7" fmla="*/ 283258 w 1164320"/>
                <a:gd name="connsiteY7" fmla="*/ 17 h 760607"/>
                <a:gd name="connsiteX8" fmla="*/ 92758 w 1164320"/>
                <a:gd name="connsiteY8" fmla="*/ 57167 h 760607"/>
                <a:gd name="connsiteX9" fmla="*/ 7033 w 1164320"/>
                <a:gd name="connsiteY9" fmla="*/ 207185 h 760607"/>
                <a:gd name="connsiteX10" fmla="*/ 42752 w 1164320"/>
                <a:gd name="connsiteY10" fmla="*/ 321485 h 760607"/>
                <a:gd name="connsiteX11" fmla="*/ 111808 w 1164320"/>
                <a:gd name="connsiteY11" fmla="*/ 228617 h 760607"/>
                <a:gd name="connsiteX12" fmla="*/ 185626 w 1164320"/>
                <a:gd name="connsiteY12" fmla="*/ 152417 h 760607"/>
                <a:gd name="connsiteX13" fmla="*/ 309452 w 1164320"/>
                <a:gd name="connsiteY13" fmla="*/ 152417 h 760607"/>
                <a:gd name="connsiteX14" fmla="*/ 385652 w 1164320"/>
                <a:gd name="connsiteY14" fmla="*/ 345298 h 760607"/>
                <a:gd name="connsiteX15" fmla="*/ 471377 w 1164320"/>
                <a:gd name="connsiteY15" fmla="*/ 535798 h 760607"/>
                <a:gd name="connsiteX16" fmla="*/ 595202 w 1164320"/>
                <a:gd name="connsiteY16" fmla="*/ 666767 h 760607"/>
                <a:gd name="connsiteX17" fmla="*/ 726171 w 1164320"/>
                <a:gd name="connsiteY17" fmla="*/ 742967 h 760607"/>
                <a:gd name="connsiteX18" fmla="*/ 888095 w 1164320"/>
                <a:gd name="connsiteY18" fmla="*/ 759636 h 760607"/>
                <a:gd name="connsiteX19" fmla="*/ 990489 w 1164320"/>
                <a:gd name="connsiteY19" fmla="*/ 723917 h 760607"/>
                <a:gd name="connsiteX20" fmla="*/ 990489 w 1164320"/>
                <a:gd name="connsiteY20" fmla="*/ 723917 h 760607"/>
                <a:gd name="connsiteX0" fmla="*/ 1164320 w 1164320"/>
                <a:gd name="connsiteY0" fmla="*/ 326424 h 760783"/>
                <a:gd name="connsiteX1" fmla="*/ 1100027 w 1164320"/>
                <a:gd name="connsiteY1" fmla="*/ 383573 h 760783"/>
                <a:gd name="connsiteX2" fmla="*/ 973820 w 1164320"/>
                <a:gd name="connsiteY2" fmla="*/ 419293 h 760783"/>
                <a:gd name="connsiteX3" fmla="*/ 807133 w 1164320"/>
                <a:gd name="connsiteY3" fmla="*/ 393099 h 760783"/>
                <a:gd name="connsiteX4" fmla="*/ 664258 w 1164320"/>
                <a:gd name="connsiteY4" fmla="*/ 288324 h 760783"/>
                <a:gd name="connsiteX5" fmla="*/ 561864 w 1164320"/>
                <a:gd name="connsiteY5" fmla="*/ 152592 h 760783"/>
                <a:gd name="connsiteX6" fmla="*/ 438039 w 1164320"/>
                <a:gd name="connsiteY6" fmla="*/ 43055 h 760783"/>
                <a:gd name="connsiteX7" fmla="*/ 283258 w 1164320"/>
                <a:gd name="connsiteY7" fmla="*/ 193 h 760783"/>
                <a:gd name="connsiteX8" fmla="*/ 92758 w 1164320"/>
                <a:gd name="connsiteY8" fmla="*/ 57343 h 760783"/>
                <a:gd name="connsiteX9" fmla="*/ 7033 w 1164320"/>
                <a:gd name="connsiteY9" fmla="*/ 207361 h 760783"/>
                <a:gd name="connsiteX10" fmla="*/ 42752 w 1164320"/>
                <a:gd name="connsiteY10" fmla="*/ 321661 h 760783"/>
                <a:gd name="connsiteX11" fmla="*/ 111808 w 1164320"/>
                <a:gd name="connsiteY11" fmla="*/ 228793 h 760783"/>
                <a:gd name="connsiteX12" fmla="*/ 185626 w 1164320"/>
                <a:gd name="connsiteY12" fmla="*/ 152593 h 760783"/>
                <a:gd name="connsiteX13" fmla="*/ 309452 w 1164320"/>
                <a:gd name="connsiteY13" fmla="*/ 152593 h 760783"/>
                <a:gd name="connsiteX14" fmla="*/ 385652 w 1164320"/>
                <a:gd name="connsiteY14" fmla="*/ 345474 h 760783"/>
                <a:gd name="connsiteX15" fmla="*/ 471377 w 1164320"/>
                <a:gd name="connsiteY15" fmla="*/ 535974 h 760783"/>
                <a:gd name="connsiteX16" fmla="*/ 595202 w 1164320"/>
                <a:gd name="connsiteY16" fmla="*/ 666943 h 760783"/>
                <a:gd name="connsiteX17" fmla="*/ 726171 w 1164320"/>
                <a:gd name="connsiteY17" fmla="*/ 743143 h 760783"/>
                <a:gd name="connsiteX18" fmla="*/ 888095 w 1164320"/>
                <a:gd name="connsiteY18" fmla="*/ 759812 h 760783"/>
                <a:gd name="connsiteX19" fmla="*/ 990489 w 1164320"/>
                <a:gd name="connsiteY19" fmla="*/ 724093 h 760783"/>
                <a:gd name="connsiteX20" fmla="*/ 990489 w 1164320"/>
                <a:gd name="connsiteY20" fmla="*/ 724093 h 760783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09452 w 1164320"/>
                <a:gd name="connsiteY13" fmla="*/ 157326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62088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4320" h="765516">
                  <a:moveTo>
                    <a:pt x="1164320" y="331157"/>
                  </a:moveTo>
                  <a:cubicBezTo>
                    <a:pt x="1145667" y="346436"/>
                    <a:pt x="1131777" y="372828"/>
                    <a:pt x="1100027" y="388306"/>
                  </a:cubicBezTo>
                  <a:cubicBezTo>
                    <a:pt x="1068277" y="403784"/>
                    <a:pt x="1022636" y="422438"/>
                    <a:pt x="973820" y="424026"/>
                  </a:cubicBezTo>
                  <a:cubicBezTo>
                    <a:pt x="925004" y="425614"/>
                    <a:pt x="858727" y="419660"/>
                    <a:pt x="807133" y="397832"/>
                  </a:cubicBezTo>
                  <a:cubicBezTo>
                    <a:pt x="755539" y="376004"/>
                    <a:pt x="705136" y="333141"/>
                    <a:pt x="664258" y="293057"/>
                  </a:cubicBezTo>
                  <a:cubicBezTo>
                    <a:pt x="623380" y="252973"/>
                    <a:pt x="599567" y="198203"/>
                    <a:pt x="561864" y="157325"/>
                  </a:cubicBezTo>
                  <a:cubicBezTo>
                    <a:pt x="524161" y="116447"/>
                    <a:pt x="485267" y="73981"/>
                    <a:pt x="438039" y="47788"/>
                  </a:cubicBezTo>
                  <a:cubicBezTo>
                    <a:pt x="390811" y="21595"/>
                    <a:pt x="336043" y="-2217"/>
                    <a:pt x="278496" y="164"/>
                  </a:cubicBezTo>
                  <a:cubicBezTo>
                    <a:pt x="220949" y="2545"/>
                    <a:pt x="138002" y="26754"/>
                    <a:pt x="92758" y="62076"/>
                  </a:cubicBezTo>
                  <a:cubicBezTo>
                    <a:pt x="47514" y="97398"/>
                    <a:pt x="15367" y="168041"/>
                    <a:pt x="7033" y="212094"/>
                  </a:cubicBezTo>
                  <a:cubicBezTo>
                    <a:pt x="-1301" y="256147"/>
                    <a:pt x="-12810" y="318060"/>
                    <a:pt x="42752" y="326394"/>
                  </a:cubicBezTo>
                  <a:cubicBezTo>
                    <a:pt x="98314" y="334728"/>
                    <a:pt x="87996" y="260910"/>
                    <a:pt x="111808" y="233526"/>
                  </a:cubicBezTo>
                  <a:cubicBezTo>
                    <a:pt x="135620" y="206142"/>
                    <a:pt x="152289" y="171216"/>
                    <a:pt x="185626" y="162088"/>
                  </a:cubicBezTo>
                  <a:cubicBezTo>
                    <a:pt x="218963" y="152960"/>
                    <a:pt x="278495" y="147404"/>
                    <a:pt x="311833" y="178757"/>
                  </a:cubicBezTo>
                  <a:cubicBezTo>
                    <a:pt x="345171" y="210110"/>
                    <a:pt x="359061" y="289882"/>
                    <a:pt x="385652" y="350207"/>
                  </a:cubicBezTo>
                  <a:cubicBezTo>
                    <a:pt x="412243" y="410532"/>
                    <a:pt x="436452" y="487129"/>
                    <a:pt x="471377" y="540707"/>
                  </a:cubicBezTo>
                  <a:cubicBezTo>
                    <a:pt x="506302" y="594285"/>
                    <a:pt x="552736" y="637148"/>
                    <a:pt x="595202" y="671676"/>
                  </a:cubicBezTo>
                  <a:cubicBezTo>
                    <a:pt x="637668" y="706204"/>
                    <a:pt x="677356" y="732398"/>
                    <a:pt x="726171" y="747876"/>
                  </a:cubicBezTo>
                  <a:cubicBezTo>
                    <a:pt x="774986" y="763354"/>
                    <a:pt x="844042" y="767720"/>
                    <a:pt x="888095" y="764545"/>
                  </a:cubicBezTo>
                  <a:cubicBezTo>
                    <a:pt x="932148" y="761370"/>
                    <a:pt x="990489" y="728826"/>
                    <a:pt x="990489" y="728826"/>
                  </a:cubicBezTo>
                  <a:lnTo>
                    <a:pt x="990489" y="728826"/>
                  </a:lnTo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371FA144-A294-BF56-1AC5-AA53894817E4}"/>
                </a:ext>
              </a:extLst>
            </p:cNvPr>
            <p:cNvGrpSpPr/>
            <p:nvPr/>
          </p:nvGrpSpPr>
          <p:grpSpPr>
            <a:xfrm rot="21153198" flipH="1">
              <a:off x="4654713" y="4508885"/>
              <a:ext cx="937606" cy="1088467"/>
              <a:chOff x="6479997" y="4263560"/>
              <a:chExt cx="937606" cy="1088467"/>
            </a:xfrm>
            <a:grpFill/>
          </p:grpSpPr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312CED8A-6ED7-9435-55A1-7EE0AAFF6477}"/>
                  </a:ext>
                </a:extLst>
              </p:cNvPr>
              <p:cNvSpPr/>
              <p:nvPr/>
            </p:nvSpPr>
            <p:spPr>
              <a:xfrm rot="3303579" flipH="1">
                <a:off x="6365004" y="4428173"/>
                <a:ext cx="1088467" cy="759241"/>
              </a:xfrm>
              <a:custGeom>
                <a:avLst/>
                <a:gdLst>
                  <a:gd name="connsiteX0" fmla="*/ 1088467 w 1088467"/>
                  <a:gd name="connsiteY0" fmla="*/ 655217 h 759241"/>
                  <a:gd name="connsiteX1" fmla="*/ 1053305 w 1088467"/>
                  <a:gd name="connsiteY1" fmla="*/ 664943 h 759241"/>
                  <a:gd name="connsiteX2" fmla="*/ 180097 w 1088467"/>
                  <a:gd name="connsiteY2" fmla="*/ 0 h 759241"/>
                  <a:gd name="connsiteX3" fmla="*/ 2923 w 1088467"/>
                  <a:gd name="connsiteY3" fmla="*/ 201297 h 759241"/>
                  <a:gd name="connsiteX4" fmla="*/ 0 w 1088467"/>
                  <a:gd name="connsiteY4" fmla="*/ 262412 h 759241"/>
                  <a:gd name="connsiteX5" fmla="*/ 9739 w 1088467"/>
                  <a:gd name="connsiteY5" fmla="*/ 262154 h 759241"/>
                  <a:gd name="connsiteX6" fmla="*/ 67536 w 1088467"/>
                  <a:gd name="connsiteY6" fmla="*/ 157676 h 759241"/>
                  <a:gd name="connsiteX7" fmla="*/ 151008 w 1088467"/>
                  <a:gd name="connsiteY7" fmla="*/ 76896 h 759241"/>
                  <a:gd name="connsiteX8" fmla="*/ 293721 w 1088467"/>
                  <a:gd name="connsiteY8" fmla="*/ 95745 h 759241"/>
                  <a:gd name="connsiteX9" fmla="*/ 377194 w 1088467"/>
                  <a:gd name="connsiteY9" fmla="*/ 289618 h 759241"/>
                  <a:gd name="connsiteX10" fmla="*/ 474130 w 1088467"/>
                  <a:gd name="connsiteY10" fmla="*/ 505031 h 759241"/>
                  <a:gd name="connsiteX11" fmla="*/ 614149 w 1088467"/>
                  <a:gd name="connsiteY11" fmla="*/ 653129 h 759241"/>
                  <a:gd name="connsiteX12" fmla="*/ 762246 w 1088467"/>
                  <a:gd name="connsiteY12" fmla="*/ 739294 h 759241"/>
                  <a:gd name="connsiteX13" fmla="*/ 945347 w 1088467"/>
                  <a:gd name="connsiteY13" fmla="*/ 758143 h 759241"/>
                  <a:gd name="connsiteX14" fmla="*/ 1061132 w 1088467"/>
                  <a:gd name="connsiteY14" fmla="*/ 717753 h 759241"/>
                  <a:gd name="connsiteX15" fmla="*/ 1088467 w 1088467"/>
                  <a:gd name="connsiteY15" fmla="*/ 655217 h 75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88467" h="759241">
                    <a:moveTo>
                      <a:pt x="1088467" y="655217"/>
                    </a:moveTo>
                    <a:lnTo>
                      <a:pt x="1053305" y="664943"/>
                    </a:lnTo>
                    <a:cubicBezTo>
                      <a:pt x="388038" y="824227"/>
                      <a:pt x="535616" y="7372"/>
                      <a:pt x="180097" y="0"/>
                    </a:cubicBezTo>
                    <a:cubicBezTo>
                      <a:pt x="72776" y="46352"/>
                      <a:pt x="18682" y="125234"/>
                      <a:pt x="2923" y="201297"/>
                    </a:cubicBezTo>
                    <a:lnTo>
                      <a:pt x="0" y="262412"/>
                    </a:lnTo>
                    <a:lnTo>
                      <a:pt x="9739" y="262154"/>
                    </a:lnTo>
                    <a:cubicBezTo>
                      <a:pt x="49964" y="252066"/>
                      <a:pt x="43976" y="184772"/>
                      <a:pt x="67536" y="157676"/>
                    </a:cubicBezTo>
                    <a:cubicBezTo>
                      <a:pt x="94462" y="126712"/>
                      <a:pt x="113311" y="87218"/>
                      <a:pt x="151008" y="76896"/>
                    </a:cubicBezTo>
                    <a:cubicBezTo>
                      <a:pt x="188704" y="66574"/>
                      <a:pt x="256023" y="60292"/>
                      <a:pt x="293721" y="95745"/>
                    </a:cubicBezTo>
                    <a:cubicBezTo>
                      <a:pt x="331418" y="131198"/>
                      <a:pt x="347125" y="221403"/>
                      <a:pt x="377194" y="289618"/>
                    </a:cubicBezTo>
                    <a:cubicBezTo>
                      <a:pt x="407262" y="357832"/>
                      <a:pt x="434638" y="444447"/>
                      <a:pt x="474130" y="505031"/>
                    </a:cubicBezTo>
                    <a:cubicBezTo>
                      <a:pt x="513622" y="565616"/>
                      <a:pt x="566129" y="614085"/>
                      <a:pt x="614149" y="653129"/>
                    </a:cubicBezTo>
                    <a:cubicBezTo>
                      <a:pt x="662168" y="692172"/>
                      <a:pt x="707047" y="721792"/>
                      <a:pt x="762246" y="739294"/>
                    </a:cubicBezTo>
                    <a:cubicBezTo>
                      <a:pt x="817445" y="756796"/>
                      <a:pt x="895532" y="761733"/>
                      <a:pt x="945347" y="758143"/>
                    </a:cubicBezTo>
                    <a:cubicBezTo>
                      <a:pt x="995161" y="754553"/>
                      <a:pt x="1061132" y="717753"/>
                      <a:pt x="1061132" y="717753"/>
                    </a:cubicBezTo>
                    <a:lnTo>
                      <a:pt x="1088467" y="655217"/>
                    </a:lnTo>
                    <a:close/>
                  </a:path>
                </a:pathLst>
              </a:cu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1D786DA7-845C-9FDF-A127-49060DBAC37A}"/>
                  </a:ext>
                </a:extLst>
              </p:cNvPr>
              <p:cNvSpPr/>
              <p:nvPr/>
            </p:nvSpPr>
            <p:spPr>
              <a:xfrm flipH="1" flipV="1">
                <a:off x="7366201" y="4870610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101CB9DC-4EE6-EAE5-A007-D5240A20CE06}"/>
                  </a:ext>
                </a:extLst>
              </p:cNvPr>
              <p:cNvSpPr/>
              <p:nvPr/>
            </p:nvSpPr>
            <p:spPr>
              <a:xfrm flipH="1" flipV="1">
                <a:off x="7371884" y="4996441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8D2B35FC-0343-4544-97D0-0C275302D98A}"/>
                  </a:ext>
                </a:extLst>
              </p:cNvPr>
              <p:cNvSpPr/>
              <p:nvPr/>
            </p:nvSpPr>
            <p:spPr>
              <a:xfrm flipH="1" flipV="1">
                <a:off x="7321871" y="5095966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81EC63DC-D73C-F8C4-47F8-AB4E9CF9955B}"/>
                  </a:ext>
                </a:extLst>
              </p:cNvPr>
              <p:cNvSpPr/>
              <p:nvPr/>
            </p:nvSpPr>
            <p:spPr>
              <a:xfrm flipH="1" flipV="1">
                <a:off x="6600232" y="4843448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0FAC1041-EB85-BD09-71F2-2307DCCB0E98}"/>
                  </a:ext>
                </a:extLst>
              </p:cNvPr>
              <p:cNvSpPr/>
              <p:nvPr/>
            </p:nvSpPr>
            <p:spPr>
              <a:xfrm flipH="1" flipV="1">
                <a:off x="6766186" y="4886785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483FA360-D7B9-E37E-5620-164D650B34E3}"/>
                  </a:ext>
                </a:extLst>
              </p:cNvPr>
              <p:cNvSpPr/>
              <p:nvPr/>
            </p:nvSpPr>
            <p:spPr>
              <a:xfrm flipH="1" flipV="1">
                <a:off x="6916640" y="4872407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237E4975-E9D3-B0AC-DB20-9CF5DC8F1ED6}"/>
                  </a:ext>
                </a:extLst>
              </p:cNvPr>
              <p:cNvSpPr/>
              <p:nvPr/>
            </p:nvSpPr>
            <p:spPr>
              <a:xfrm flipH="1" flipV="1">
                <a:off x="7082758" y="4830128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1FD8E523-5779-FC0F-1FC0-CE5D4D01359E}"/>
                  </a:ext>
                </a:extLst>
              </p:cNvPr>
              <p:cNvSpPr/>
              <p:nvPr/>
            </p:nvSpPr>
            <p:spPr>
              <a:xfrm flipH="1" flipV="1">
                <a:off x="7236060" y="4805829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DBD10817-C1D1-D28F-5C20-7CC058F63FA4}"/>
                  </a:ext>
                </a:extLst>
              </p:cNvPr>
              <p:cNvSpPr/>
              <p:nvPr/>
            </p:nvSpPr>
            <p:spPr>
              <a:xfrm flipH="1" flipV="1">
                <a:off x="6479997" y="4792502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24BF0BB-5B38-E0A0-E8BA-E0C0271E28AC}"/>
                </a:ext>
              </a:extLst>
            </p:cNvPr>
            <p:cNvSpPr/>
            <p:nvPr/>
          </p:nvSpPr>
          <p:spPr>
            <a:xfrm rot="20585732" flipH="1">
              <a:off x="6016792" y="3422223"/>
              <a:ext cx="1316591" cy="865631"/>
            </a:xfrm>
            <a:custGeom>
              <a:avLst/>
              <a:gdLst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203982 w 1158863"/>
                <a:gd name="connsiteY12" fmla="*/ 157180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180169 w 1158863"/>
                <a:gd name="connsiteY12" fmla="*/ 152418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40574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66768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50403"/>
                <a:gd name="connsiteX1" fmla="*/ 1095264 w 1164320"/>
                <a:gd name="connsiteY1" fmla="*/ 369111 h 750403"/>
                <a:gd name="connsiteX2" fmla="*/ 973820 w 1164320"/>
                <a:gd name="connsiteY2" fmla="*/ 400068 h 750403"/>
                <a:gd name="connsiteX3" fmla="*/ 807133 w 1164320"/>
                <a:gd name="connsiteY3" fmla="*/ 392924 h 750403"/>
                <a:gd name="connsiteX4" fmla="*/ 664258 w 1164320"/>
                <a:gd name="connsiteY4" fmla="*/ 288149 h 750403"/>
                <a:gd name="connsiteX5" fmla="*/ 552339 w 1164320"/>
                <a:gd name="connsiteY5" fmla="*/ 169086 h 750403"/>
                <a:gd name="connsiteX6" fmla="*/ 435658 w 1164320"/>
                <a:gd name="connsiteY6" fmla="*/ 52405 h 750403"/>
                <a:gd name="connsiteX7" fmla="*/ 283258 w 1164320"/>
                <a:gd name="connsiteY7" fmla="*/ 18 h 750403"/>
                <a:gd name="connsiteX8" fmla="*/ 92758 w 1164320"/>
                <a:gd name="connsiteY8" fmla="*/ 57168 h 750403"/>
                <a:gd name="connsiteX9" fmla="*/ 7033 w 1164320"/>
                <a:gd name="connsiteY9" fmla="*/ 207186 h 750403"/>
                <a:gd name="connsiteX10" fmla="*/ 42752 w 1164320"/>
                <a:gd name="connsiteY10" fmla="*/ 321486 h 750403"/>
                <a:gd name="connsiteX11" fmla="*/ 111808 w 1164320"/>
                <a:gd name="connsiteY11" fmla="*/ 228618 h 750403"/>
                <a:gd name="connsiteX12" fmla="*/ 185626 w 1164320"/>
                <a:gd name="connsiteY12" fmla="*/ 152418 h 750403"/>
                <a:gd name="connsiteX13" fmla="*/ 309452 w 1164320"/>
                <a:gd name="connsiteY13" fmla="*/ 152418 h 750403"/>
                <a:gd name="connsiteX14" fmla="*/ 385652 w 1164320"/>
                <a:gd name="connsiteY14" fmla="*/ 345299 h 750403"/>
                <a:gd name="connsiteX15" fmla="*/ 471377 w 1164320"/>
                <a:gd name="connsiteY15" fmla="*/ 535799 h 750403"/>
                <a:gd name="connsiteX16" fmla="*/ 595202 w 1164320"/>
                <a:gd name="connsiteY16" fmla="*/ 666768 h 750403"/>
                <a:gd name="connsiteX17" fmla="*/ 726171 w 1164320"/>
                <a:gd name="connsiteY17" fmla="*/ 742968 h 750403"/>
                <a:gd name="connsiteX18" fmla="*/ 888095 w 1164320"/>
                <a:gd name="connsiteY18" fmla="*/ 745349 h 750403"/>
                <a:gd name="connsiteX19" fmla="*/ 990489 w 1164320"/>
                <a:gd name="connsiteY19" fmla="*/ 723918 h 750403"/>
                <a:gd name="connsiteX20" fmla="*/ 990489 w 1164320"/>
                <a:gd name="connsiteY20" fmla="*/ 723918 h 750403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0006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100027 w 1164320"/>
                <a:gd name="connsiteY1" fmla="*/ 383398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8 h 760607"/>
                <a:gd name="connsiteX1" fmla="*/ 1100027 w 1164320"/>
                <a:gd name="connsiteY1" fmla="*/ 383397 h 760607"/>
                <a:gd name="connsiteX2" fmla="*/ 973820 w 1164320"/>
                <a:gd name="connsiteY2" fmla="*/ 419117 h 760607"/>
                <a:gd name="connsiteX3" fmla="*/ 807133 w 1164320"/>
                <a:gd name="connsiteY3" fmla="*/ 392923 h 760607"/>
                <a:gd name="connsiteX4" fmla="*/ 664258 w 1164320"/>
                <a:gd name="connsiteY4" fmla="*/ 288148 h 760607"/>
                <a:gd name="connsiteX5" fmla="*/ 561864 w 1164320"/>
                <a:gd name="connsiteY5" fmla="*/ 152416 h 760607"/>
                <a:gd name="connsiteX6" fmla="*/ 435658 w 1164320"/>
                <a:gd name="connsiteY6" fmla="*/ 52404 h 760607"/>
                <a:gd name="connsiteX7" fmla="*/ 283258 w 1164320"/>
                <a:gd name="connsiteY7" fmla="*/ 17 h 760607"/>
                <a:gd name="connsiteX8" fmla="*/ 92758 w 1164320"/>
                <a:gd name="connsiteY8" fmla="*/ 57167 h 760607"/>
                <a:gd name="connsiteX9" fmla="*/ 7033 w 1164320"/>
                <a:gd name="connsiteY9" fmla="*/ 207185 h 760607"/>
                <a:gd name="connsiteX10" fmla="*/ 42752 w 1164320"/>
                <a:gd name="connsiteY10" fmla="*/ 321485 h 760607"/>
                <a:gd name="connsiteX11" fmla="*/ 111808 w 1164320"/>
                <a:gd name="connsiteY11" fmla="*/ 228617 h 760607"/>
                <a:gd name="connsiteX12" fmla="*/ 185626 w 1164320"/>
                <a:gd name="connsiteY12" fmla="*/ 152417 h 760607"/>
                <a:gd name="connsiteX13" fmla="*/ 309452 w 1164320"/>
                <a:gd name="connsiteY13" fmla="*/ 152417 h 760607"/>
                <a:gd name="connsiteX14" fmla="*/ 385652 w 1164320"/>
                <a:gd name="connsiteY14" fmla="*/ 345298 h 760607"/>
                <a:gd name="connsiteX15" fmla="*/ 471377 w 1164320"/>
                <a:gd name="connsiteY15" fmla="*/ 535798 h 760607"/>
                <a:gd name="connsiteX16" fmla="*/ 595202 w 1164320"/>
                <a:gd name="connsiteY16" fmla="*/ 666767 h 760607"/>
                <a:gd name="connsiteX17" fmla="*/ 726171 w 1164320"/>
                <a:gd name="connsiteY17" fmla="*/ 742967 h 760607"/>
                <a:gd name="connsiteX18" fmla="*/ 888095 w 1164320"/>
                <a:gd name="connsiteY18" fmla="*/ 759636 h 760607"/>
                <a:gd name="connsiteX19" fmla="*/ 990489 w 1164320"/>
                <a:gd name="connsiteY19" fmla="*/ 723917 h 760607"/>
                <a:gd name="connsiteX20" fmla="*/ 990489 w 1164320"/>
                <a:gd name="connsiteY20" fmla="*/ 723917 h 760607"/>
                <a:gd name="connsiteX0" fmla="*/ 1164320 w 1164320"/>
                <a:gd name="connsiteY0" fmla="*/ 326424 h 760783"/>
                <a:gd name="connsiteX1" fmla="*/ 1100027 w 1164320"/>
                <a:gd name="connsiteY1" fmla="*/ 383573 h 760783"/>
                <a:gd name="connsiteX2" fmla="*/ 973820 w 1164320"/>
                <a:gd name="connsiteY2" fmla="*/ 419293 h 760783"/>
                <a:gd name="connsiteX3" fmla="*/ 807133 w 1164320"/>
                <a:gd name="connsiteY3" fmla="*/ 393099 h 760783"/>
                <a:gd name="connsiteX4" fmla="*/ 664258 w 1164320"/>
                <a:gd name="connsiteY4" fmla="*/ 288324 h 760783"/>
                <a:gd name="connsiteX5" fmla="*/ 561864 w 1164320"/>
                <a:gd name="connsiteY5" fmla="*/ 152592 h 760783"/>
                <a:gd name="connsiteX6" fmla="*/ 438039 w 1164320"/>
                <a:gd name="connsiteY6" fmla="*/ 43055 h 760783"/>
                <a:gd name="connsiteX7" fmla="*/ 283258 w 1164320"/>
                <a:gd name="connsiteY7" fmla="*/ 193 h 760783"/>
                <a:gd name="connsiteX8" fmla="*/ 92758 w 1164320"/>
                <a:gd name="connsiteY8" fmla="*/ 57343 h 760783"/>
                <a:gd name="connsiteX9" fmla="*/ 7033 w 1164320"/>
                <a:gd name="connsiteY9" fmla="*/ 207361 h 760783"/>
                <a:gd name="connsiteX10" fmla="*/ 42752 w 1164320"/>
                <a:gd name="connsiteY10" fmla="*/ 321661 h 760783"/>
                <a:gd name="connsiteX11" fmla="*/ 111808 w 1164320"/>
                <a:gd name="connsiteY11" fmla="*/ 228793 h 760783"/>
                <a:gd name="connsiteX12" fmla="*/ 185626 w 1164320"/>
                <a:gd name="connsiteY12" fmla="*/ 152593 h 760783"/>
                <a:gd name="connsiteX13" fmla="*/ 309452 w 1164320"/>
                <a:gd name="connsiteY13" fmla="*/ 152593 h 760783"/>
                <a:gd name="connsiteX14" fmla="*/ 385652 w 1164320"/>
                <a:gd name="connsiteY14" fmla="*/ 345474 h 760783"/>
                <a:gd name="connsiteX15" fmla="*/ 471377 w 1164320"/>
                <a:gd name="connsiteY15" fmla="*/ 535974 h 760783"/>
                <a:gd name="connsiteX16" fmla="*/ 595202 w 1164320"/>
                <a:gd name="connsiteY16" fmla="*/ 666943 h 760783"/>
                <a:gd name="connsiteX17" fmla="*/ 726171 w 1164320"/>
                <a:gd name="connsiteY17" fmla="*/ 743143 h 760783"/>
                <a:gd name="connsiteX18" fmla="*/ 888095 w 1164320"/>
                <a:gd name="connsiteY18" fmla="*/ 759812 h 760783"/>
                <a:gd name="connsiteX19" fmla="*/ 990489 w 1164320"/>
                <a:gd name="connsiteY19" fmla="*/ 724093 h 760783"/>
                <a:gd name="connsiteX20" fmla="*/ 990489 w 1164320"/>
                <a:gd name="connsiteY20" fmla="*/ 724093 h 760783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09452 w 1164320"/>
                <a:gd name="connsiteY13" fmla="*/ 157326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62088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4320" h="765516">
                  <a:moveTo>
                    <a:pt x="1164320" y="331157"/>
                  </a:moveTo>
                  <a:cubicBezTo>
                    <a:pt x="1145667" y="346436"/>
                    <a:pt x="1131777" y="372828"/>
                    <a:pt x="1100027" y="388306"/>
                  </a:cubicBezTo>
                  <a:cubicBezTo>
                    <a:pt x="1068277" y="403784"/>
                    <a:pt x="1022636" y="422438"/>
                    <a:pt x="973820" y="424026"/>
                  </a:cubicBezTo>
                  <a:cubicBezTo>
                    <a:pt x="925004" y="425614"/>
                    <a:pt x="858727" y="419660"/>
                    <a:pt x="807133" y="397832"/>
                  </a:cubicBezTo>
                  <a:cubicBezTo>
                    <a:pt x="755539" y="376004"/>
                    <a:pt x="705136" y="333141"/>
                    <a:pt x="664258" y="293057"/>
                  </a:cubicBezTo>
                  <a:cubicBezTo>
                    <a:pt x="623380" y="252973"/>
                    <a:pt x="599567" y="198203"/>
                    <a:pt x="561864" y="157325"/>
                  </a:cubicBezTo>
                  <a:cubicBezTo>
                    <a:pt x="524161" y="116447"/>
                    <a:pt x="485267" y="73981"/>
                    <a:pt x="438039" y="47788"/>
                  </a:cubicBezTo>
                  <a:cubicBezTo>
                    <a:pt x="390811" y="21595"/>
                    <a:pt x="336043" y="-2217"/>
                    <a:pt x="278496" y="164"/>
                  </a:cubicBezTo>
                  <a:cubicBezTo>
                    <a:pt x="220949" y="2545"/>
                    <a:pt x="138002" y="26754"/>
                    <a:pt x="92758" y="62076"/>
                  </a:cubicBezTo>
                  <a:cubicBezTo>
                    <a:pt x="47514" y="97398"/>
                    <a:pt x="15367" y="168041"/>
                    <a:pt x="7033" y="212094"/>
                  </a:cubicBezTo>
                  <a:cubicBezTo>
                    <a:pt x="-1301" y="256147"/>
                    <a:pt x="-12810" y="318060"/>
                    <a:pt x="42752" y="326394"/>
                  </a:cubicBezTo>
                  <a:cubicBezTo>
                    <a:pt x="98314" y="334728"/>
                    <a:pt x="87996" y="260910"/>
                    <a:pt x="111808" y="233526"/>
                  </a:cubicBezTo>
                  <a:cubicBezTo>
                    <a:pt x="135620" y="206142"/>
                    <a:pt x="152289" y="171216"/>
                    <a:pt x="185626" y="162088"/>
                  </a:cubicBezTo>
                  <a:cubicBezTo>
                    <a:pt x="218963" y="152960"/>
                    <a:pt x="278495" y="147404"/>
                    <a:pt x="311833" y="178757"/>
                  </a:cubicBezTo>
                  <a:cubicBezTo>
                    <a:pt x="345171" y="210110"/>
                    <a:pt x="359061" y="289882"/>
                    <a:pt x="385652" y="350207"/>
                  </a:cubicBezTo>
                  <a:cubicBezTo>
                    <a:pt x="412243" y="410532"/>
                    <a:pt x="436452" y="487129"/>
                    <a:pt x="471377" y="540707"/>
                  </a:cubicBezTo>
                  <a:cubicBezTo>
                    <a:pt x="506302" y="594285"/>
                    <a:pt x="552736" y="637148"/>
                    <a:pt x="595202" y="671676"/>
                  </a:cubicBezTo>
                  <a:cubicBezTo>
                    <a:pt x="637668" y="706204"/>
                    <a:pt x="677356" y="732398"/>
                    <a:pt x="726171" y="747876"/>
                  </a:cubicBezTo>
                  <a:cubicBezTo>
                    <a:pt x="774986" y="763354"/>
                    <a:pt x="844042" y="767720"/>
                    <a:pt x="888095" y="764545"/>
                  </a:cubicBezTo>
                  <a:cubicBezTo>
                    <a:pt x="932148" y="761370"/>
                    <a:pt x="990489" y="728826"/>
                    <a:pt x="990489" y="728826"/>
                  </a:cubicBezTo>
                  <a:lnTo>
                    <a:pt x="990489" y="728826"/>
                  </a:lnTo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2964001-EBD0-282A-8A3C-AA7163526DF3}"/>
                </a:ext>
              </a:extLst>
            </p:cNvPr>
            <p:cNvSpPr/>
            <p:nvPr/>
          </p:nvSpPr>
          <p:spPr>
            <a:xfrm rot="3303579" flipH="1">
              <a:off x="6246233" y="4305397"/>
              <a:ext cx="1316591" cy="865631"/>
            </a:xfrm>
            <a:custGeom>
              <a:avLst/>
              <a:gdLst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203982 w 1158863"/>
                <a:gd name="connsiteY12" fmla="*/ 157180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180169 w 1158863"/>
                <a:gd name="connsiteY12" fmla="*/ 152418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40574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66768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50403"/>
                <a:gd name="connsiteX1" fmla="*/ 1095264 w 1164320"/>
                <a:gd name="connsiteY1" fmla="*/ 369111 h 750403"/>
                <a:gd name="connsiteX2" fmla="*/ 973820 w 1164320"/>
                <a:gd name="connsiteY2" fmla="*/ 400068 h 750403"/>
                <a:gd name="connsiteX3" fmla="*/ 807133 w 1164320"/>
                <a:gd name="connsiteY3" fmla="*/ 392924 h 750403"/>
                <a:gd name="connsiteX4" fmla="*/ 664258 w 1164320"/>
                <a:gd name="connsiteY4" fmla="*/ 288149 h 750403"/>
                <a:gd name="connsiteX5" fmla="*/ 552339 w 1164320"/>
                <a:gd name="connsiteY5" fmla="*/ 169086 h 750403"/>
                <a:gd name="connsiteX6" fmla="*/ 435658 w 1164320"/>
                <a:gd name="connsiteY6" fmla="*/ 52405 h 750403"/>
                <a:gd name="connsiteX7" fmla="*/ 283258 w 1164320"/>
                <a:gd name="connsiteY7" fmla="*/ 18 h 750403"/>
                <a:gd name="connsiteX8" fmla="*/ 92758 w 1164320"/>
                <a:gd name="connsiteY8" fmla="*/ 57168 h 750403"/>
                <a:gd name="connsiteX9" fmla="*/ 7033 w 1164320"/>
                <a:gd name="connsiteY9" fmla="*/ 207186 h 750403"/>
                <a:gd name="connsiteX10" fmla="*/ 42752 w 1164320"/>
                <a:gd name="connsiteY10" fmla="*/ 321486 h 750403"/>
                <a:gd name="connsiteX11" fmla="*/ 111808 w 1164320"/>
                <a:gd name="connsiteY11" fmla="*/ 228618 h 750403"/>
                <a:gd name="connsiteX12" fmla="*/ 185626 w 1164320"/>
                <a:gd name="connsiteY12" fmla="*/ 152418 h 750403"/>
                <a:gd name="connsiteX13" fmla="*/ 309452 w 1164320"/>
                <a:gd name="connsiteY13" fmla="*/ 152418 h 750403"/>
                <a:gd name="connsiteX14" fmla="*/ 385652 w 1164320"/>
                <a:gd name="connsiteY14" fmla="*/ 345299 h 750403"/>
                <a:gd name="connsiteX15" fmla="*/ 471377 w 1164320"/>
                <a:gd name="connsiteY15" fmla="*/ 535799 h 750403"/>
                <a:gd name="connsiteX16" fmla="*/ 595202 w 1164320"/>
                <a:gd name="connsiteY16" fmla="*/ 666768 h 750403"/>
                <a:gd name="connsiteX17" fmla="*/ 726171 w 1164320"/>
                <a:gd name="connsiteY17" fmla="*/ 742968 h 750403"/>
                <a:gd name="connsiteX18" fmla="*/ 888095 w 1164320"/>
                <a:gd name="connsiteY18" fmla="*/ 745349 h 750403"/>
                <a:gd name="connsiteX19" fmla="*/ 990489 w 1164320"/>
                <a:gd name="connsiteY19" fmla="*/ 723918 h 750403"/>
                <a:gd name="connsiteX20" fmla="*/ 990489 w 1164320"/>
                <a:gd name="connsiteY20" fmla="*/ 723918 h 750403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0006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100027 w 1164320"/>
                <a:gd name="connsiteY1" fmla="*/ 383398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8 h 760607"/>
                <a:gd name="connsiteX1" fmla="*/ 1100027 w 1164320"/>
                <a:gd name="connsiteY1" fmla="*/ 383397 h 760607"/>
                <a:gd name="connsiteX2" fmla="*/ 973820 w 1164320"/>
                <a:gd name="connsiteY2" fmla="*/ 419117 h 760607"/>
                <a:gd name="connsiteX3" fmla="*/ 807133 w 1164320"/>
                <a:gd name="connsiteY3" fmla="*/ 392923 h 760607"/>
                <a:gd name="connsiteX4" fmla="*/ 664258 w 1164320"/>
                <a:gd name="connsiteY4" fmla="*/ 288148 h 760607"/>
                <a:gd name="connsiteX5" fmla="*/ 561864 w 1164320"/>
                <a:gd name="connsiteY5" fmla="*/ 152416 h 760607"/>
                <a:gd name="connsiteX6" fmla="*/ 435658 w 1164320"/>
                <a:gd name="connsiteY6" fmla="*/ 52404 h 760607"/>
                <a:gd name="connsiteX7" fmla="*/ 283258 w 1164320"/>
                <a:gd name="connsiteY7" fmla="*/ 17 h 760607"/>
                <a:gd name="connsiteX8" fmla="*/ 92758 w 1164320"/>
                <a:gd name="connsiteY8" fmla="*/ 57167 h 760607"/>
                <a:gd name="connsiteX9" fmla="*/ 7033 w 1164320"/>
                <a:gd name="connsiteY9" fmla="*/ 207185 h 760607"/>
                <a:gd name="connsiteX10" fmla="*/ 42752 w 1164320"/>
                <a:gd name="connsiteY10" fmla="*/ 321485 h 760607"/>
                <a:gd name="connsiteX11" fmla="*/ 111808 w 1164320"/>
                <a:gd name="connsiteY11" fmla="*/ 228617 h 760607"/>
                <a:gd name="connsiteX12" fmla="*/ 185626 w 1164320"/>
                <a:gd name="connsiteY12" fmla="*/ 152417 h 760607"/>
                <a:gd name="connsiteX13" fmla="*/ 309452 w 1164320"/>
                <a:gd name="connsiteY13" fmla="*/ 152417 h 760607"/>
                <a:gd name="connsiteX14" fmla="*/ 385652 w 1164320"/>
                <a:gd name="connsiteY14" fmla="*/ 345298 h 760607"/>
                <a:gd name="connsiteX15" fmla="*/ 471377 w 1164320"/>
                <a:gd name="connsiteY15" fmla="*/ 535798 h 760607"/>
                <a:gd name="connsiteX16" fmla="*/ 595202 w 1164320"/>
                <a:gd name="connsiteY16" fmla="*/ 666767 h 760607"/>
                <a:gd name="connsiteX17" fmla="*/ 726171 w 1164320"/>
                <a:gd name="connsiteY17" fmla="*/ 742967 h 760607"/>
                <a:gd name="connsiteX18" fmla="*/ 888095 w 1164320"/>
                <a:gd name="connsiteY18" fmla="*/ 759636 h 760607"/>
                <a:gd name="connsiteX19" fmla="*/ 990489 w 1164320"/>
                <a:gd name="connsiteY19" fmla="*/ 723917 h 760607"/>
                <a:gd name="connsiteX20" fmla="*/ 990489 w 1164320"/>
                <a:gd name="connsiteY20" fmla="*/ 723917 h 760607"/>
                <a:gd name="connsiteX0" fmla="*/ 1164320 w 1164320"/>
                <a:gd name="connsiteY0" fmla="*/ 326424 h 760783"/>
                <a:gd name="connsiteX1" fmla="*/ 1100027 w 1164320"/>
                <a:gd name="connsiteY1" fmla="*/ 383573 h 760783"/>
                <a:gd name="connsiteX2" fmla="*/ 973820 w 1164320"/>
                <a:gd name="connsiteY2" fmla="*/ 419293 h 760783"/>
                <a:gd name="connsiteX3" fmla="*/ 807133 w 1164320"/>
                <a:gd name="connsiteY3" fmla="*/ 393099 h 760783"/>
                <a:gd name="connsiteX4" fmla="*/ 664258 w 1164320"/>
                <a:gd name="connsiteY4" fmla="*/ 288324 h 760783"/>
                <a:gd name="connsiteX5" fmla="*/ 561864 w 1164320"/>
                <a:gd name="connsiteY5" fmla="*/ 152592 h 760783"/>
                <a:gd name="connsiteX6" fmla="*/ 438039 w 1164320"/>
                <a:gd name="connsiteY6" fmla="*/ 43055 h 760783"/>
                <a:gd name="connsiteX7" fmla="*/ 283258 w 1164320"/>
                <a:gd name="connsiteY7" fmla="*/ 193 h 760783"/>
                <a:gd name="connsiteX8" fmla="*/ 92758 w 1164320"/>
                <a:gd name="connsiteY8" fmla="*/ 57343 h 760783"/>
                <a:gd name="connsiteX9" fmla="*/ 7033 w 1164320"/>
                <a:gd name="connsiteY9" fmla="*/ 207361 h 760783"/>
                <a:gd name="connsiteX10" fmla="*/ 42752 w 1164320"/>
                <a:gd name="connsiteY10" fmla="*/ 321661 h 760783"/>
                <a:gd name="connsiteX11" fmla="*/ 111808 w 1164320"/>
                <a:gd name="connsiteY11" fmla="*/ 228793 h 760783"/>
                <a:gd name="connsiteX12" fmla="*/ 185626 w 1164320"/>
                <a:gd name="connsiteY12" fmla="*/ 152593 h 760783"/>
                <a:gd name="connsiteX13" fmla="*/ 309452 w 1164320"/>
                <a:gd name="connsiteY13" fmla="*/ 152593 h 760783"/>
                <a:gd name="connsiteX14" fmla="*/ 385652 w 1164320"/>
                <a:gd name="connsiteY14" fmla="*/ 345474 h 760783"/>
                <a:gd name="connsiteX15" fmla="*/ 471377 w 1164320"/>
                <a:gd name="connsiteY15" fmla="*/ 535974 h 760783"/>
                <a:gd name="connsiteX16" fmla="*/ 595202 w 1164320"/>
                <a:gd name="connsiteY16" fmla="*/ 666943 h 760783"/>
                <a:gd name="connsiteX17" fmla="*/ 726171 w 1164320"/>
                <a:gd name="connsiteY17" fmla="*/ 743143 h 760783"/>
                <a:gd name="connsiteX18" fmla="*/ 888095 w 1164320"/>
                <a:gd name="connsiteY18" fmla="*/ 759812 h 760783"/>
                <a:gd name="connsiteX19" fmla="*/ 990489 w 1164320"/>
                <a:gd name="connsiteY19" fmla="*/ 724093 h 760783"/>
                <a:gd name="connsiteX20" fmla="*/ 990489 w 1164320"/>
                <a:gd name="connsiteY20" fmla="*/ 724093 h 760783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09452 w 1164320"/>
                <a:gd name="connsiteY13" fmla="*/ 157326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62088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4320" h="765516">
                  <a:moveTo>
                    <a:pt x="1164320" y="331157"/>
                  </a:moveTo>
                  <a:cubicBezTo>
                    <a:pt x="1145667" y="346436"/>
                    <a:pt x="1131777" y="372828"/>
                    <a:pt x="1100027" y="388306"/>
                  </a:cubicBezTo>
                  <a:cubicBezTo>
                    <a:pt x="1068277" y="403784"/>
                    <a:pt x="1022636" y="422438"/>
                    <a:pt x="973820" y="424026"/>
                  </a:cubicBezTo>
                  <a:cubicBezTo>
                    <a:pt x="925004" y="425614"/>
                    <a:pt x="858727" y="419660"/>
                    <a:pt x="807133" y="397832"/>
                  </a:cubicBezTo>
                  <a:cubicBezTo>
                    <a:pt x="755539" y="376004"/>
                    <a:pt x="705136" y="333141"/>
                    <a:pt x="664258" y="293057"/>
                  </a:cubicBezTo>
                  <a:cubicBezTo>
                    <a:pt x="623380" y="252973"/>
                    <a:pt x="599567" y="198203"/>
                    <a:pt x="561864" y="157325"/>
                  </a:cubicBezTo>
                  <a:cubicBezTo>
                    <a:pt x="524161" y="116447"/>
                    <a:pt x="485267" y="73981"/>
                    <a:pt x="438039" y="47788"/>
                  </a:cubicBezTo>
                  <a:cubicBezTo>
                    <a:pt x="390811" y="21595"/>
                    <a:pt x="336043" y="-2217"/>
                    <a:pt x="278496" y="164"/>
                  </a:cubicBezTo>
                  <a:cubicBezTo>
                    <a:pt x="220949" y="2545"/>
                    <a:pt x="138002" y="26754"/>
                    <a:pt x="92758" y="62076"/>
                  </a:cubicBezTo>
                  <a:cubicBezTo>
                    <a:pt x="47514" y="97398"/>
                    <a:pt x="15367" y="168041"/>
                    <a:pt x="7033" y="212094"/>
                  </a:cubicBezTo>
                  <a:cubicBezTo>
                    <a:pt x="-1301" y="256147"/>
                    <a:pt x="-12810" y="318060"/>
                    <a:pt x="42752" y="326394"/>
                  </a:cubicBezTo>
                  <a:cubicBezTo>
                    <a:pt x="98314" y="334728"/>
                    <a:pt x="87996" y="260910"/>
                    <a:pt x="111808" y="233526"/>
                  </a:cubicBezTo>
                  <a:cubicBezTo>
                    <a:pt x="135620" y="206142"/>
                    <a:pt x="152289" y="171216"/>
                    <a:pt x="185626" y="162088"/>
                  </a:cubicBezTo>
                  <a:cubicBezTo>
                    <a:pt x="218963" y="152960"/>
                    <a:pt x="278495" y="147404"/>
                    <a:pt x="311833" y="178757"/>
                  </a:cubicBezTo>
                  <a:cubicBezTo>
                    <a:pt x="345171" y="210110"/>
                    <a:pt x="359061" y="289882"/>
                    <a:pt x="385652" y="350207"/>
                  </a:cubicBezTo>
                  <a:cubicBezTo>
                    <a:pt x="412243" y="410532"/>
                    <a:pt x="436452" y="487129"/>
                    <a:pt x="471377" y="540707"/>
                  </a:cubicBezTo>
                  <a:cubicBezTo>
                    <a:pt x="506302" y="594285"/>
                    <a:pt x="552736" y="637148"/>
                    <a:pt x="595202" y="671676"/>
                  </a:cubicBezTo>
                  <a:cubicBezTo>
                    <a:pt x="637668" y="706204"/>
                    <a:pt x="677356" y="732398"/>
                    <a:pt x="726171" y="747876"/>
                  </a:cubicBezTo>
                  <a:cubicBezTo>
                    <a:pt x="774986" y="763354"/>
                    <a:pt x="844042" y="767720"/>
                    <a:pt x="888095" y="764545"/>
                  </a:cubicBezTo>
                  <a:cubicBezTo>
                    <a:pt x="932148" y="761370"/>
                    <a:pt x="990489" y="728826"/>
                    <a:pt x="990489" y="728826"/>
                  </a:cubicBezTo>
                  <a:lnTo>
                    <a:pt x="990489" y="728826"/>
                  </a:lnTo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12D180D-320C-4FCF-BB9E-8DE30BEAF7AA}"/>
                </a:ext>
              </a:extLst>
            </p:cNvPr>
            <p:cNvSpPr/>
            <p:nvPr/>
          </p:nvSpPr>
          <p:spPr>
            <a:xfrm rot="1138557">
              <a:off x="4391420" y="3545904"/>
              <a:ext cx="1316591" cy="865631"/>
            </a:xfrm>
            <a:custGeom>
              <a:avLst/>
              <a:gdLst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203982 w 1158863"/>
                <a:gd name="connsiteY12" fmla="*/ 157180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180169 w 1158863"/>
                <a:gd name="connsiteY12" fmla="*/ 152418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40574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66768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50403"/>
                <a:gd name="connsiteX1" fmla="*/ 1095264 w 1164320"/>
                <a:gd name="connsiteY1" fmla="*/ 369111 h 750403"/>
                <a:gd name="connsiteX2" fmla="*/ 973820 w 1164320"/>
                <a:gd name="connsiteY2" fmla="*/ 400068 h 750403"/>
                <a:gd name="connsiteX3" fmla="*/ 807133 w 1164320"/>
                <a:gd name="connsiteY3" fmla="*/ 392924 h 750403"/>
                <a:gd name="connsiteX4" fmla="*/ 664258 w 1164320"/>
                <a:gd name="connsiteY4" fmla="*/ 288149 h 750403"/>
                <a:gd name="connsiteX5" fmla="*/ 552339 w 1164320"/>
                <a:gd name="connsiteY5" fmla="*/ 169086 h 750403"/>
                <a:gd name="connsiteX6" fmla="*/ 435658 w 1164320"/>
                <a:gd name="connsiteY6" fmla="*/ 52405 h 750403"/>
                <a:gd name="connsiteX7" fmla="*/ 283258 w 1164320"/>
                <a:gd name="connsiteY7" fmla="*/ 18 h 750403"/>
                <a:gd name="connsiteX8" fmla="*/ 92758 w 1164320"/>
                <a:gd name="connsiteY8" fmla="*/ 57168 h 750403"/>
                <a:gd name="connsiteX9" fmla="*/ 7033 w 1164320"/>
                <a:gd name="connsiteY9" fmla="*/ 207186 h 750403"/>
                <a:gd name="connsiteX10" fmla="*/ 42752 w 1164320"/>
                <a:gd name="connsiteY10" fmla="*/ 321486 h 750403"/>
                <a:gd name="connsiteX11" fmla="*/ 111808 w 1164320"/>
                <a:gd name="connsiteY11" fmla="*/ 228618 h 750403"/>
                <a:gd name="connsiteX12" fmla="*/ 185626 w 1164320"/>
                <a:gd name="connsiteY12" fmla="*/ 152418 h 750403"/>
                <a:gd name="connsiteX13" fmla="*/ 309452 w 1164320"/>
                <a:gd name="connsiteY13" fmla="*/ 152418 h 750403"/>
                <a:gd name="connsiteX14" fmla="*/ 385652 w 1164320"/>
                <a:gd name="connsiteY14" fmla="*/ 345299 h 750403"/>
                <a:gd name="connsiteX15" fmla="*/ 471377 w 1164320"/>
                <a:gd name="connsiteY15" fmla="*/ 535799 h 750403"/>
                <a:gd name="connsiteX16" fmla="*/ 595202 w 1164320"/>
                <a:gd name="connsiteY16" fmla="*/ 666768 h 750403"/>
                <a:gd name="connsiteX17" fmla="*/ 726171 w 1164320"/>
                <a:gd name="connsiteY17" fmla="*/ 742968 h 750403"/>
                <a:gd name="connsiteX18" fmla="*/ 888095 w 1164320"/>
                <a:gd name="connsiteY18" fmla="*/ 745349 h 750403"/>
                <a:gd name="connsiteX19" fmla="*/ 990489 w 1164320"/>
                <a:gd name="connsiteY19" fmla="*/ 723918 h 750403"/>
                <a:gd name="connsiteX20" fmla="*/ 990489 w 1164320"/>
                <a:gd name="connsiteY20" fmla="*/ 723918 h 750403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0006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100027 w 1164320"/>
                <a:gd name="connsiteY1" fmla="*/ 383398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8 h 760607"/>
                <a:gd name="connsiteX1" fmla="*/ 1100027 w 1164320"/>
                <a:gd name="connsiteY1" fmla="*/ 383397 h 760607"/>
                <a:gd name="connsiteX2" fmla="*/ 973820 w 1164320"/>
                <a:gd name="connsiteY2" fmla="*/ 419117 h 760607"/>
                <a:gd name="connsiteX3" fmla="*/ 807133 w 1164320"/>
                <a:gd name="connsiteY3" fmla="*/ 392923 h 760607"/>
                <a:gd name="connsiteX4" fmla="*/ 664258 w 1164320"/>
                <a:gd name="connsiteY4" fmla="*/ 288148 h 760607"/>
                <a:gd name="connsiteX5" fmla="*/ 561864 w 1164320"/>
                <a:gd name="connsiteY5" fmla="*/ 152416 h 760607"/>
                <a:gd name="connsiteX6" fmla="*/ 435658 w 1164320"/>
                <a:gd name="connsiteY6" fmla="*/ 52404 h 760607"/>
                <a:gd name="connsiteX7" fmla="*/ 283258 w 1164320"/>
                <a:gd name="connsiteY7" fmla="*/ 17 h 760607"/>
                <a:gd name="connsiteX8" fmla="*/ 92758 w 1164320"/>
                <a:gd name="connsiteY8" fmla="*/ 57167 h 760607"/>
                <a:gd name="connsiteX9" fmla="*/ 7033 w 1164320"/>
                <a:gd name="connsiteY9" fmla="*/ 207185 h 760607"/>
                <a:gd name="connsiteX10" fmla="*/ 42752 w 1164320"/>
                <a:gd name="connsiteY10" fmla="*/ 321485 h 760607"/>
                <a:gd name="connsiteX11" fmla="*/ 111808 w 1164320"/>
                <a:gd name="connsiteY11" fmla="*/ 228617 h 760607"/>
                <a:gd name="connsiteX12" fmla="*/ 185626 w 1164320"/>
                <a:gd name="connsiteY12" fmla="*/ 152417 h 760607"/>
                <a:gd name="connsiteX13" fmla="*/ 309452 w 1164320"/>
                <a:gd name="connsiteY13" fmla="*/ 152417 h 760607"/>
                <a:gd name="connsiteX14" fmla="*/ 385652 w 1164320"/>
                <a:gd name="connsiteY14" fmla="*/ 345298 h 760607"/>
                <a:gd name="connsiteX15" fmla="*/ 471377 w 1164320"/>
                <a:gd name="connsiteY15" fmla="*/ 535798 h 760607"/>
                <a:gd name="connsiteX16" fmla="*/ 595202 w 1164320"/>
                <a:gd name="connsiteY16" fmla="*/ 666767 h 760607"/>
                <a:gd name="connsiteX17" fmla="*/ 726171 w 1164320"/>
                <a:gd name="connsiteY17" fmla="*/ 742967 h 760607"/>
                <a:gd name="connsiteX18" fmla="*/ 888095 w 1164320"/>
                <a:gd name="connsiteY18" fmla="*/ 759636 h 760607"/>
                <a:gd name="connsiteX19" fmla="*/ 990489 w 1164320"/>
                <a:gd name="connsiteY19" fmla="*/ 723917 h 760607"/>
                <a:gd name="connsiteX20" fmla="*/ 990489 w 1164320"/>
                <a:gd name="connsiteY20" fmla="*/ 723917 h 760607"/>
                <a:gd name="connsiteX0" fmla="*/ 1164320 w 1164320"/>
                <a:gd name="connsiteY0" fmla="*/ 326424 h 760783"/>
                <a:gd name="connsiteX1" fmla="*/ 1100027 w 1164320"/>
                <a:gd name="connsiteY1" fmla="*/ 383573 h 760783"/>
                <a:gd name="connsiteX2" fmla="*/ 973820 w 1164320"/>
                <a:gd name="connsiteY2" fmla="*/ 419293 h 760783"/>
                <a:gd name="connsiteX3" fmla="*/ 807133 w 1164320"/>
                <a:gd name="connsiteY3" fmla="*/ 393099 h 760783"/>
                <a:gd name="connsiteX4" fmla="*/ 664258 w 1164320"/>
                <a:gd name="connsiteY4" fmla="*/ 288324 h 760783"/>
                <a:gd name="connsiteX5" fmla="*/ 561864 w 1164320"/>
                <a:gd name="connsiteY5" fmla="*/ 152592 h 760783"/>
                <a:gd name="connsiteX6" fmla="*/ 438039 w 1164320"/>
                <a:gd name="connsiteY6" fmla="*/ 43055 h 760783"/>
                <a:gd name="connsiteX7" fmla="*/ 283258 w 1164320"/>
                <a:gd name="connsiteY7" fmla="*/ 193 h 760783"/>
                <a:gd name="connsiteX8" fmla="*/ 92758 w 1164320"/>
                <a:gd name="connsiteY8" fmla="*/ 57343 h 760783"/>
                <a:gd name="connsiteX9" fmla="*/ 7033 w 1164320"/>
                <a:gd name="connsiteY9" fmla="*/ 207361 h 760783"/>
                <a:gd name="connsiteX10" fmla="*/ 42752 w 1164320"/>
                <a:gd name="connsiteY10" fmla="*/ 321661 h 760783"/>
                <a:gd name="connsiteX11" fmla="*/ 111808 w 1164320"/>
                <a:gd name="connsiteY11" fmla="*/ 228793 h 760783"/>
                <a:gd name="connsiteX12" fmla="*/ 185626 w 1164320"/>
                <a:gd name="connsiteY12" fmla="*/ 152593 h 760783"/>
                <a:gd name="connsiteX13" fmla="*/ 309452 w 1164320"/>
                <a:gd name="connsiteY13" fmla="*/ 152593 h 760783"/>
                <a:gd name="connsiteX14" fmla="*/ 385652 w 1164320"/>
                <a:gd name="connsiteY14" fmla="*/ 345474 h 760783"/>
                <a:gd name="connsiteX15" fmla="*/ 471377 w 1164320"/>
                <a:gd name="connsiteY15" fmla="*/ 535974 h 760783"/>
                <a:gd name="connsiteX16" fmla="*/ 595202 w 1164320"/>
                <a:gd name="connsiteY16" fmla="*/ 666943 h 760783"/>
                <a:gd name="connsiteX17" fmla="*/ 726171 w 1164320"/>
                <a:gd name="connsiteY17" fmla="*/ 743143 h 760783"/>
                <a:gd name="connsiteX18" fmla="*/ 888095 w 1164320"/>
                <a:gd name="connsiteY18" fmla="*/ 759812 h 760783"/>
                <a:gd name="connsiteX19" fmla="*/ 990489 w 1164320"/>
                <a:gd name="connsiteY19" fmla="*/ 724093 h 760783"/>
                <a:gd name="connsiteX20" fmla="*/ 990489 w 1164320"/>
                <a:gd name="connsiteY20" fmla="*/ 724093 h 760783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09452 w 1164320"/>
                <a:gd name="connsiteY13" fmla="*/ 157326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62088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4320" h="765516">
                  <a:moveTo>
                    <a:pt x="1164320" y="331157"/>
                  </a:moveTo>
                  <a:cubicBezTo>
                    <a:pt x="1145667" y="346436"/>
                    <a:pt x="1131777" y="372828"/>
                    <a:pt x="1100027" y="388306"/>
                  </a:cubicBezTo>
                  <a:cubicBezTo>
                    <a:pt x="1068277" y="403784"/>
                    <a:pt x="1022636" y="422438"/>
                    <a:pt x="973820" y="424026"/>
                  </a:cubicBezTo>
                  <a:cubicBezTo>
                    <a:pt x="925004" y="425614"/>
                    <a:pt x="858727" y="419660"/>
                    <a:pt x="807133" y="397832"/>
                  </a:cubicBezTo>
                  <a:cubicBezTo>
                    <a:pt x="755539" y="376004"/>
                    <a:pt x="705136" y="333141"/>
                    <a:pt x="664258" y="293057"/>
                  </a:cubicBezTo>
                  <a:cubicBezTo>
                    <a:pt x="623380" y="252973"/>
                    <a:pt x="599567" y="198203"/>
                    <a:pt x="561864" y="157325"/>
                  </a:cubicBezTo>
                  <a:cubicBezTo>
                    <a:pt x="524161" y="116447"/>
                    <a:pt x="485267" y="73981"/>
                    <a:pt x="438039" y="47788"/>
                  </a:cubicBezTo>
                  <a:cubicBezTo>
                    <a:pt x="390811" y="21595"/>
                    <a:pt x="336043" y="-2217"/>
                    <a:pt x="278496" y="164"/>
                  </a:cubicBezTo>
                  <a:cubicBezTo>
                    <a:pt x="220949" y="2545"/>
                    <a:pt x="138002" y="26754"/>
                    <a:pt x="92758" y="62076"/>
                  </a:cubicBezTo>
                  <a:cubicBezTo>
                    <a:pt x="47514" y="97398"/>
                    <a:pt x="15367" y="168041"/>
                    <a:pt x="7033" y="212094"/>
                  </a:cubicBezTo>
                  <a:cubicBezTo>
                    <a:pt x="-1301" y="256147"/>
                    <a:pt x="-12810" y="318060"/>
                    <a:pt x="42752" y="326394"/>
                  </a:cubicBezTo>
                  <a:cubicBezTo>
                    <a:pt x="98314" y="334728"/>
                    <a:pt x="87996" y="260910"/>
                    <a:pt x="111808" y="233526"/>
                  </a:cubicBezTo>
                  <a:cubicBezTo>
                    <a:pt x="135620" y="206142"/>
                    <a:pt x="152289" y="171216"/>
                    <a:pt x="185626" y="162088"/>
                  </a:cubicBezTo>
                  <a:cubicBezTo>
                    <a:pt x="218963" y="152960"/>
                    <a:pt x="278495" y="147404"/>
                    <a:pt x="311833" y="178757"/>
                  </a:cubicBezTo>
                  <a:cubicBezTo>
                    <a:pt x="345171" y="210110"/>
                    <a:pt x="359061" y="289882"/>
                    <a:pt x="385652" y="350207"/>
                  </a:cubicBezTo>
                  <a:cubicBezTo>
                    <a:pt x="412243" y="410532"/>
                    <a:pt x="436452" y="487129"/>
                    <a:pt x="471377" y="540707"/>
                  </a:cubicBezTo>
                  <a:cubicBezTo>
                    <a:pt x="506302" y="594285"/>
                    <a:pt x="552736" y="637148"/>
                    <a:pt x="595202" y="671676"/>
                  </a:cubicBezTo>
                  <a:cubicBezTo>
                    <a:pt x="637668" y="706204"/>
                    <a:pt x="677356" y="732398"/>
                    <a:pt x="726171" y="747876"/>
                  </a:cubicBezTo>
                  <a:cubicBezTo>
                    <a:pt x="774986" y="763354"/>
                    <a:pt x="844042" y="767720"/>
                    <a:pt x="888095" y="764545"/>
                  </a:cubicBezTo>
                  <a:cubicBezTo>
                    <a:pt x="932148" y="761370"/>
                    <a:pt x="990489" y="728826"/>
                    <a:pt x="990489" y="728826"/>
                  </a:cubicBezTo>
                  <a:lnTo>
                    <a:pt x="990489" y="728826"/>
                  </a:lnTo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B1E21A41-D611-1AF7-5CC4-AC1CE896E19A}"/>
                </a:ext>
              </a:extLst>
            </p:cNvPr>
            <p:cNvSpPr/>
            <p:nvPr/>
          </p:nvSpPr>
          <p:spPr>
            <a:xfrm rot="15488892">
              <a:off x="5011962" y="4812459"/>
              <a:ext cx="1316591" cy="865631"/>
            </a:xfrm>
            <a:custGeom>
              <a:avLst/>
              <a:gdLst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203982 w 1158863"/>
                <a:gd name="connsiteY12" fmla="*/ 157180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180169 w 1158863"/>
                <a:gd name="connsiteY12" fmla="*/ 152418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40574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66768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50403"/>
                <a:gd name="connsiteX1" fmla="*/ 1095264 w 1164320"/>
                <a:gd name="connsiteY1" fmla="*/ 369111 h 750403"/>
                <a:gd name="connsiteX2" fmla="*/ 973820 w 1164320"/>
                <a:gd name="connsiteY2" fmla="*/ 400068 h 750403"/>
                <a:gd name="connsiteX3" fmla="*/ 807133 w 1164320"/>
                <a:gd name="connsiteY3" fmla="*/ 392924 h 750403"/>
                <a:gd name="connsiteX4" fmla="*/ 664258 w 1164320"/>
                <a:gd name="connsiteY4" fmla="*/ 288149 h 750403"/>
                <a:gd name="connsiteX5" fmla="*/ 552339 w 1164320"/>
                <a:gd name="connsiteY5" fmla="*/ 169086 h 750403"/>
                <a:gd name="connsiteX6" fmla="*/ 435658 w 1164320"/>
                <a:gd name="connsiteY6" fmla="*/ 52405 h 750403"/>
                <a:gd name="connsiteX7" fmla="*/ 283258 w 1164320"/>
                <a:gd name="connsiteY7" fmla="*/ 18 h 750403"/>
                <a:gd name="connsiteX8" fmla="*/ 92758 w 1164320"/>
                <a:gd name="connsiteY8" fmla="*/ 57168 h 750403"/>
                <a:gd name="connsiteX9" fmla="*/ 7033 w 1164320"/>
                <a:gd name="connsiteY9" fmla="*/ 207186 h 750403"/>
                <a:gd name="connsiteX10" fmla="*/ 42752 w 1164320"/>
                <a:gd name="connsiteY10" fmla="*/ 321486 h 750403"/>
                <a:gd name="connsiteX11" fmla="*/ 111808 w 1164320"/>
                <a:gd name="connsiteY11" fmla="*/ 228618 h 750403"/>
                <a:gd name="connsiteX12" fmla="*/ 185626 w 1164320"/>
                <a:gd name="connsiteY12" fmla="*/ 152418 h 750403"/>
                <a:gd name="connsiteX13" fmla="*/ 309452 w 1164320"/>
                <a:gd name="connsiteY13" fmla="*/ 152418 h 750403"/>
                <a:gd name="connsiteX14" fmla="*/ 385652 w 1164320"/>
                <a:gd name="connsiteY14" fmla="*/ 345299 h 750403"/>
                <a:gd name="connsiteX15" fmla="*/ 471377 w 1164320"/>
                <a:gd name="connsiteY15" fmla="*/ 535799 h 750403"/>
                <a:gd name="connsiteX16" fmla="*/ 595202 w 1164320"/>
                <a:gd name="connsiteY16" fmla="*/ 666768 h 750403"/>
                <a:gd name="connsiteX17" fmla="*/ 726171 w 1164320"/>
                <a:gd name="connsiteY17" fmla="*/ 742968 h 750403"/>
                <a:gd name="connsiteX18" fmla="*/ 888095 w 1164320"/>
                <a:gd name="connsiteY18" fmla="*/ 745349 h 750403"/>
                <a:gd name="connsiteX19" fmla="*/ 990489 w 1164320"/>
                <a:gd name="connsiteY19" fmla="*/ 723918 h 750403"/>
                <a:gd name="connsiteX20" fmla="*/ 990489 w 1164320"/>
                <a:gd name="connsiteY20" fmla="*/ 723918 h 750403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0006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100027 w 1164320"/>
                <a:gd name="connsiteY1" fmla="*/ 383398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8 h 760607"/>
                <a:gd name="connsiteX1" fmla="*/ 1100027 w 1164320"/>
                <a:gd name="connsiteY1" fmla="*/ 383397 h 760607"/>
                <a:gd name="connsiteX2" fmla="*/ 973820 w 1164320"/>
                <a:gd name="connsiteY2" fmla="*/ 419117 h 760607"/>
                <a:gd name="connsiteX3" fmla="*/ 807133 w 1164320"/>
                <a:gd name="connsiteY3" fmla="*/ 392923 h 760607"/>
                <a:gd name="connsiteX4" fmla="*/ 664258 w 1164320"/>
                <a:gd name="connsiteY4" fmla="*/ 288148 h 760607"/>
                <a:gd name="connsiteX5" fmla="*/ 561864 w 1164320"/>
                <a:gd name="connsiteY5" fmla="*/ 152416 h 760607"/>
                <a:gd name="connsiteX6" fmla="*/ 435658 w 1164320"/>
                <a:gd name="connsiteY6" fmla="*/ 52404 h 760607"/>
                <a:gd name="connsiteX7" fmla="*/ 283258 w 1164320"/>
                <a:gd name="connsiteY7" fmla="*/ 17 h 760607"/>
                <a:gd name="connsiteX8" fmla="*/ 92758 w 1164320"/>
                <a:gd name="connsiteY8" fmla="*/ 57167 h 760607"/>
                <a:gd name="connsiteX9" fmla="*/ 7033 w 1164320"/>
                <a:gd name="connsiteY9" fmla="*/ 207185 h 760607"/>
                <a:gd name="connsiteX10" fmla="*/ 42752 w 1164320"/>
                <a:gd name="connsiteY10" fmla="*/ 321485 h 760607"/>
                <a:gd name="connsiteX11" fmla="*/ 111808 w 1164320"/>
                <a:gd name="connsiteY11" fmla="*/ 228617 h 760607"/>
                <a:gd name="connsiteX12" fmla="*/ 185626 w 1164320"/>
                <a:gd name="connsiteY12" fmla="*/ 152417 h 760607"/>
                <a:gd name="connsiteX13" fmla="*/ 309452 w 1164320"/>
                <a:gd name="connsiteY13" fmla="*/ 152417 h 760607"/>
                <a:gd name="connsiteX14" fmla="*/ 385652 w 1164320"/>
                <a:gd name="connsiteY14" fmla="*/ 345298 h 760607"/>
                <a:gd name="connsiteX15" fmla="*/ 471377 w 1164320"/>
                <a:gd name="connsiteY15" fmla="*/ 535798 h 760607"/>
                <a:gd name="connsiteX16" fmla="*/ 595202 w 1164320"/>
                <a:gd name="connsiteY16" fmla="*/ 666767 h 760607"/>
                <a:gd name="connsiteX17" fmla="*/ 726171 w 1164320"/>
                <a:gd name="connsiteY17" fmla="*/ 742967 h 760607"/>
                <a:gd name="connsiteX18" fmla="*/ 888095 w 1164320"/>
                <a:gd name="connsiteY18" fmla="*/ 759636 h 760607"/>
                <a:gd name="connsiteX19" fmla="*/ 990489 w 1164320"/>
                <a:gd name="connsiteY19" fmla="*/ 723917 h 760607"/>
                <a:gd name="connsiteX20" fmla="*/ 990489 w 1164320"/>
                <a:gd name="connsiteY20" fmla="*/ 723917 h 760607"/>
                <a:gd name="connsiteX0" fmla="*/ 1164320 w 1164320"/>
                <a:gd name="connsiteY0" fmla="*/ 326424 h 760783"/>
                <a:gd name="connsiteX1" fmla="*/ 1100027 w 1164320"/>
                <a:gd name="connsiteY1" fmla="*/ 383573 h 760783"/>
                <a:gd name="connsiteX2" fmla="*/ 973820 w 1164320"/>
                <a:gd name="connsiteY2" fmla="*/ 419293 h 760783"/>
                <a:gd name="connsiteX3" fmla="*/ 807133 w 1164320"/>
                <a:gd name="connsiteY3" fmla="*/ 393099 h 760783"/>
                <a:gd name="connsiteX4" fmla="*/ 664258 w 1164320"/>
                <a:gd name="connsiteY4" fmla="*/ 288324 h 760783"/>
                <a:gd name="connsiteX5" fmla="*/ 561864 w 1164320"/>
                <a:gd name="connsiteY5" fmla="*/ 152592 h 760783"/>
                <a:gd name="connsiteX6" fmla="*/ 438039 w 1164320"/>
                <a:gd name="connsiteY6" fmla="*/ 43055 h 760783"/>
                <a:gd name="connsiteX7" fmla="*/ 283258 w 1164320"/>
                <a:gd name="connsiteY7" fmla="*/ 193 h 760783"/>
                <a:gd name="connsiteX8" fmla="*/ 92758 w 1164320"/>
                <a:gd name="connsiteY8" fmla="*/ 57343 h 760783"/>
                <a:gd name="connsiteX9" fmla="*/ 7033 w 1164320"/>
                <a:gd name="connsiteY9" fmla="*/ 207361 h 760783"/>
                <a:gd name="connsiteX10" fmla="*/ 42752 w 1164320"/>
                <a:gd name="connsiteY10" fmla="*/ 321661 h 760783"/>
                <a:gd name="connsiteX11" fmla="*/ 111808 w 1164320"/>
                <a:gd name="connsiteY11" fmla="*/ 228793 h 760783"/>
                <a:gd name="connsiteX12" fmla="*/ 185626 w 1164320"/>
                <a:gd name="connsiteY12" fmla="*/ 152593 h 760783"/>
                <a:gd name="connsiteX13" fmla="*/ 309452 w 1164320"/>
                <a:gd name="connsiteY13" fmla="*/ 152593 h 760783"/>
                <a:gd name="connsiteX14" fmla="*/ 385652 w 1164320"/>
                <a:gd name="connsiteY14" fmla="*/ 345474 h 760783"/>
                <a:gd name="connsiteX15" fmla="*/ 471377 w 1164320"/>
                <a:gd name="connsiteY15" fmla="*/ 535974 h 760783"/>
                <a:gd name="connsiteX16" fmla="*/ 595202 w 1164320"/>
                <a:gd name="connsiteY16" fmla="*/ 666943 h 760783"/>
                <a:gd name="connsiteX17" fmla="*/ 726171 w 1164320"/>
                <a:gd name="connsiteY17" fmla="*/ 743143 h 760783"/>
                <a:gd name="connsiteX18" fmla="*/ 888095 w 1164320"/>
                <a:gd name="connsiteY18" fmla="*/ 759812 h 760783"/>
                <a:gd name="connsiteX19" fmla="*/ 990489 w 1164320"/>
                <a:gd name="connsiteY19" fmla="*/ 724093 h 760783"/>
                <a:gd name="connsiteX20" fmla="*/ 990489 w 1164320"/>
                <a:gd name="connsiteY20" fmla="*/ 724093 h 760783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09452 w 1164320"/>
                <a:gd name="connsiteY13" fmla="*/ 157326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62088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4320" h="765516">
                  <a:moveTo>
                    <a:pt x="1164320" y="331157"/>
                  </a:moveTo>
                  <a:cubicBezTo>
                    <a:pt x="1145667" y="346436"/>
                    <a:pt x="1131777" y="372828"/>
                    <a:pt x="1100027" y="388306"/>
                  </a:cubicBezTo>
                  <a:cubicBezTo>
                    <a:pt x="1068277" y="403784"/>
                    <a:pt x="1022636" y="422438"/>
                    <a:pt x="973820" y="424026"/>
                  </a:cubicBezTo>
                  <a:cubicBezTo>
                    <a:pt x="925004" y="425614"/>
                    <a:pt x="858727" y="419660"/>
                    <a:pt x="807133" y="397832"/>
                  </a:cubicBezTo>
                  <a:cubicBezTo>
                    <a:pt x="755539" y="376004"/>
                    <a:pt x="705136" y="333141"/>
                    <a:pt x="664258" y="293057"/>
                  </a:cubicBezTo>
                  <a:cubicBezTo>
                    <a:pt x="623380" y="252973"/>
                    <a:pt x="599567" y="198203"/>
                    <a:pt x="561864" y="157325"/>
                  </a:cubicBezTo>
                  <a:cubicBezTo>
                    <a:pt x="524161" y="116447"/>
                    <a:pt x="485267" y="73981"/>
                    <a:pt x="438039" y="47788"/>
                  </a:cubicBezTo>
                  <a:cubicBezTo>
                    <a:pt x="390811" y="21595"/>
                    <a:pt x="336043" y="-2217"/>
                    <a:pt x="278496" y="164"/>
                  </a:cubicBezTo>
                  <a:cubicBezTo>
                    <a:pt x="220949" y="2545"/>
                    <a:pt x="138002" y="26754"/>
                    <a:pt x="92758" y="62076"/>
                  </a:cubicBezTo>
                  <a:cubicBezTo>
                    <a:pt x="47514" y="97398"/>
                    <a:pt x="15367" y="168041"/>
                    <a:pt x="7033" y="212094"/>
                  </a:cubicBezTo>
                  <a:cubicBezTo>
                    <a:pt x="-1301" y="256147"/>
                    <a:pt x="-12810" y="318060"/>
                    <a:pt x="42752" y="326394"/>
                  </a:cubicBezTo>
                  <a:cubicBezTo>
                    <a:pt x="98314" y="334728"/>
                    <a:pt x="87996" y="260910"/>
                    <a:pt x="111808" y="233526"/>
                  </a:cubicBezTo>
                  <a:cubicBezTo>
                    <a:pt x="135620" y="206142"/>
                    <a:pt x="152289" y="171216"/>
                    <a:pt x="185626" y="162088"/>
                  </a:cubicBezTo>
                  <a:cubicBezTo>
                    <a:pt x="218963" y="152960"/>
                    <a:pt x="278495" y="147404"/>
                    <a:pt x="311833" y="178757"/>
                  </a:cubicBezTo>
                  <a:cubicBezTo>
                    <a:pt x="345171" y="210110"/>
                    <a:pt x="359061" y="289882"/>
                    <a:pt x="385652" y="350207"/>
                  </a:cubicBezTo>
                  <a:cubicBezTo>
                    <a:pt x="412243" y="410532"/>
                    <a:pt x="436452" y="487129"/>
                    <a:pt x="471377" y="540707"/>
                  </a:cubicBezTo>
                  <a:cubicBezTo>
                    <a:pt x="506302" y="594285"/>
                    <a:pt x="552736" y="637148"/>
                    <a:pt x="595202" y="671676"/>
                  </a:cubicBezTo>
                  <a:cubicBezTo>
                    <a:pt x="637668" y="706204"/>
                    <a:pt x="677356" y="732398"/>
                    <a:pt x="726171" y="747876"/>
                  </a:cubicBezTo>
                  <a:cubicBezTo>
                    <a:pt x="774986" y="763354"/>
                    <a:pt x="844042" y="767720"/>
                    <a:pt x="888095" y="764545"/>
                  </a:cubicBezTo>
                  <a:cubicBezTo>
                    <a:pt x="932148" y="761370"/>
                    <a:pt x="990489" y="728826"/>
                    <a:pt x="990489" y="728826"/>
                  </a:cubicBezTo>
                  <a:lnTo>
                    <a:pt x="990489" y="728826"/>
                  </a:lnTo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281BDE5-08EC-D894-3FB8-B6E1FA47113B}"/>
                </a:ext>
              </a:extLst>
            </p:cNvPr>
            <p:cNvSpPr/>
            <p:nvPr/>
          </p:nvSpPr>
          <p:spPr>
            <a:xfrm rot="13573320">
              <a:off x="5588612" y="4686144"/>
              <a:ext cx="1316591" cy="865631"/>
            </a:xfrm>
            <a:custGeom>
              <a:avLst/>
              <a:gdLst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203982 w 1158863"/>
                <a:gd name="connsiteY12" fmla="*/ 157180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58863 w 1158863"/>
                <a:gd name="connsiteY0" fmla="*/ 326249 h 745571"/>
                <a:gd name="connsiteX1" fmla="*/ 1089807 w 1158863"/>
                <a:gd name="connsiteY1" fmla="*/ 369111 h 745571"/>
                <a:gd name="connsiteX2" fmla="*/ 968363 w 1158863"/>
                <a:gd name="connsiteY2" fmla="*/ 400068 h 745571"/>
                <a:gd name="connsiteX3" fmla="*/ 801676 w 1158863"/>
                <a:gd name="connsiteY3" fmla="*/ 392924 h 745571"/>
                <a:gd name="connsiteX4" fmla="*/ 658801 w 1158863"/>
                <a:gd name="connsiteY4" fmla="*/ 288149 h 745571"/>
                <a:gd name="connsiteX5" fmla="*/ 546882 w 1158863"/>
                <a:gd name="connsiteY5" fmla="*/ 169086 h 745571"/>
                <a:gd name="connsiteX6" fmla="*/ 430201 w 1158863"/>
                <a:gd name="connsiteY6" fmla="*/ 52405 h 745571"/>
                <a:gd name="connsiteX7" fmla="*/ 277801 w 1158863"/>
                <a:gd name="connsiteY7" fmla="*/ 18 h 745571"/>
                <a:gd name="connsiteX8" fmla="*/ 87301 w 1158863"/>
                <a:gd name="connsiteY8" fmla="*/ 57168 h 745571"/>
                <a:gd name="connsiteX9" fmla="*/ 1576 w 1158863"/>
                <a:gd name="connsiteY9" fmla="*/ 207186 h 745571"/>
                <a:gd name="connsiteX10" fmla="*/ 37295 w 1158863"/>
                <a:gd name="connsiteY10" fmla="*/ 321486 h 745571"/>
                <a:gd name="connsiteX11" fmla="*/ 106351 w 1158863"/>
                <a:gd name="connsiteY11" fmla="*/ 228618 h 745571"/>
                <a:gd name="connsiteX12" fmla="*/ 180169 w 1158863"/>
                <a:gd name="connsiteY12" fmla="*/ 152418 h 745571"/>
                <a:gd name="connsiteX13" fmla="*/ 303995 w 1158863"/>
                <a:gd name="connsiteY13" fmla="*/ 152418 h 745571"/>
                <a:gd name="connsiteX14" fmla="*/ 380195 w 1158863"/>
                <a:gd name="connsiteY14" fmla="*/ 345299 h 745571"/>
                <a:gd name="connsiteX15" fmla="*/ 465920 w 1158863"/>
                <a:gd name="connsiteY15" fmla="*/ 535799 h 745571"/>
                <a:gd name="connsiteX16" fmla="*/ 589745 w 1158863"/>
                <a:gd name="connsiteY16" fmla="*/ 640574 h 745571"/>
                <a:gd name="connsiteX17" fmla="*/ 694520 w 1158863"/>
                <a:gd name="connsiteY17" fmla="*/ 707249 h 745571"/>
                <a:gd name="connsiteX18" fmla="*/ 882638 w 1158863"/>
                <a:gd name="connsiteY18" fmla="*/ 745349 h 745571"/>
                <a:gd name="connsiteX19" fmla="*/ 985032 w 1158863"/>
                <a:gd name="connsiteY19" fmla="*/ 723918 h 745571"/>
                <a:gd name="connsiteX20" fmla="*/ 985032 w 1158863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40574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45571"/>
                <a:gd name="connsiteX1" fmla="*/ 1095264 w 1164320"/>
                <a:gd name="connsiteY1" fmla="*/ 369111 h 745571"/>
                <a:gd name="connsiteX2" fmla="*/ 973820 w 1164320"/>
                <a:gd name="connsiteY2" fmla="*/ 400068 h 745571"/>
                <a:gd name="connsiteX3" fmla="*/ 807133 w 1164320"/>
                <a:gd name="connsiteY3" fmla="*/ 392924 h 745571"/>
                <a:gd name="connsiteX4" fmla="*/ 664258 w 1164320"/>
                <a:gd name="connsiteY4" fmla="*/ 288149 h 745571"/>
                <a:gd name="connsiteX5" fmla="*/ 552339 w 1164320"/>
                <a:gd name="connsiteY5" fmla="*/ 169086 h 745571"/>
                <a:gd name="connsiteX6" fmla="*/ 435658 w 1164320"/>
                <a:gd name="connsiteY6" fmla="*/ 52405 h 745571"/>
                <a:gd name="connsiteX7" fmla="*/ 283258 w 1164320"/>
                <a:gd name="connsiteY7" fmla="*/ 18 h 745571"/>
                <a:gd name="connsiteX8" fmla="*/ 92758 w 1164320"/>
                <a:gd name="connsiteY8" fmla="*/ 57168 h 745571"/>
                <a:gd name="connsiteX9" fmla="*/ 7033 w 1164320"/>
                <a:gd name="connsiteY9" fmla="*/ 207186 h 745571"/>
                <a:gd name="connsiteX10" fmla="*/ 42752 w 1164320"/>
                <a:gd name="connsiteY10" fmla="*/ 321486 h 745571"/>
                <a:gd name="connsiteX11" fmla="*/ 111808 w 1164320"/>
                <a:gd name="connsiteY11" fmla="*/ 228618 h 745571"/>
                <a:gd name="connsiteX12" fmla="*/ 185626 w 1164320"/>
                <a:gd name="connsiteY12" fmla="*/ 152418 h 745571"/>
                <a:gd name="connsiteX13" fmla="*/ 309452 w 1164320"/>
                <a:gd name="connsiteY13" fmla="*/ 152418 h 745571"/>
                <a:gd name="connsiteX14" fmla="*/ 385652 w 1164320"/>
                <a:gd name="connsiteY14" fmla="*/ 345299 h 745571"/>
                <a:gd name="connsiteX15" fmla="*/ 471377 w 1164320"/>
                <a:gd name="connsiteY15" fmla="*/ 535799 h 745571"/>
                <a:gd name="connsiteX16" fmla="*/ 595202 w 1164320"/>
                <a:gd name="connsiteY16" fmla="*/ 666768 h 745571"/>
                <a:gd name="connsiteX17" fmla="*/ 699977 w 1164320"/>
                <a:gd name="connsiteY17" fmla="*/ 707249 h 745571"/>
                <a:gd name="connsiteX18" fmla="*/ 888095 w 1164320"/>
                <a:gd name="connsiteY18" fmla="*/ 745349 h 745571"/>
                <a:gd name="connsiteX19" fmla="*/ 990489 w 1164320"/>
                <a:gd name="connsiteY19" fmla="*/ 723918 h 745571"/>
                <a:gd name="connsiteX20" fmla="*/ 990489 w 1164320"/>
                <a:gd name="connsiteY20" fmla="*/ 723918 h 745571"/>
                <a:gd name="connsiteX0" fmla="*/ 1164320 w 1164320"/>
                <a:gd name="connsiteY0" fmla="*/ 326249 h 750403"/>
                <a:gd name="connsiteX1" fmla="*/ 1095264 w 1164320"/>
                <a:gd name="connsiteY1" fmla="*/ 369111 h 750403"/>
                <a:gd name="connsiteX2" fmla="*/ 973820 w 1164320"/>
                <a:gd name="connsiteY2" fmla="*/ 400068 h 750403"/>
                <a:gd name="connsiteX3" fmla="*/ 807133 w 1164320"/>
                <a:gd name="connsiteY3" fmla="*/ 392924 h 750403"/>
                <a:gd name="connsiteX4" fmla="*/ 664258 w 1164320"/>
                <a:gd name="connsiteY4" fmla="*/ 288149 h 750403"/>
                <a:gd name="connsiteX5" fmla="*/ 552339 w 1164320"/>
                <a:gd name="connsiteY5" fmla="*/ 169086 h 750403"/>
                <a:gd name="connsiteX6" fmla="*/ 435658 w 1164320"/>
                <a:gd name="connsiteY6" fmla="*/ 52405 h 750403"/>
                <a:gd name="connsiteX7" fmla="*/ 283258 w 1164320"/>
                <a:gd name="connsiteY7" fmla="*/ 18 h 750403"/>
                <a:gd name="connsiteX8" fmla="*/ 92758 w 1164320"/>
                <a:gd name="connsiteY8" fmla="*/ 57168 h 750403"/>
                <a:gd name="connsiteX9" fmla="*/ 7033 w 1164320"/>
                <a:gd name="connsiteY9" fmla="*/ 207186 h 750403"/>
                <a:gd name="connsiteX10" fmla="*/ 42752 w 1164320"/>
                <a:gd name="connsiteY10" fmla="*/ 321486 h 750403"/>
                <a:gd name="connsiteX11" fmla="*/ 111808 w 1164320"/>
                <a:gd name="connsiteY11" fmla="*/ 228618 h 750403"/>
                <a:gd name="connsiteX12" fmla="*/ 185626 w 1164320"/>
                <a:gd name="connsiteY12" fmla="*/ 152418 h 750403"/>
                <a:gd name="connsiteX13" fmla="*/ 309452 w 1164320"/>
                <a:gd name="connsiteY13" fmla="*/ 152418 h 750403"/>
                <a:gd name="connsiteX14" fmla="*/ 385652 w 1164320"/>
                <a:gd name="connsiteY14" fmla="*/ 345299 h 750403"/>
                <a:gd name="connsiteX15" fmla="*/ 471377 w 1164320"/>
                <a:gd name="connsiteY15" fmla="*/ 535799 h 750403"/>
                <a:gd name="connsiteX16" fmla="*/ 595202 w 1164320"/>
                <a:gd name="connsiteY16" fmla="*/ 666768 h 750403"/>
                <a:gd name="connsiteX17" fmla="*/ 726171 w 1164320"/>
                <a:gd name="connsiteY17" fmla="*/ 742968 h 750403"/>
                <a:gd name="connsiteX18" fmla="*/ 888095 w 1164320"/>
                <a:gd name="connsiteY18" fmla="*/ 745349 h 750403"/>
                <a:gd name="connsiteX19" fmla="*/ 990489 w 1164320"/>
                <a:gd name="connsiteY19" fmla="*/ 723918 h 750403"/>
                <a:gd name="connsiteX20" fmla="*/ 990489 w 1164320"/>
                <a:gd name="connsiteY20" fmla="*/ 723918 h 750403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0006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095264 w 1164320"/>
                <a:gd name="connsiteY1" fmla="*/ 369111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9 h 760608"/>
                <a:gd name="connsiteX1" fmla="*/ 1100027 w 1164320"/>
                <a:gd name="connsiteY1" fmla="*/ 383398 h 760608"/>
                <a:gd name="connsiteX2" fmla="*/ 973820 w 1164320"/>
                <a:gd name="connsiteY2" fmla="*/ 419118 h 760608"/>
                <a:gd name="connsiteX3" fmla="*/ 807133 w 1164320"/>
                <a:gd name="connsiteY3" fmla="*/ 392924 h 760608"/>
                <a:gd name="connsiteX4" fmla="*/ 664258 w 1164320"/>
                <a:gd name="connsiteY4" fmla="*/ 288149 h 760608"/>
                <a:gd name="connsiteX5" fmla="*/ 552339 w 1164320"/>
                <a:gd name="connsiteY5" fmla="*/ 169086 h 760608"/>
                <a:gd name="connsiteX6" fmla="*/ 435658 w 1164320"/>
                <a:gd name="connsiteY6" fmla="*/ 52405 h 760608"/>
                <a:gd name="connsiteX7" fmla="*/ 283258 w 1164320"/>
                <a:gd name="connsiteY7" fmla="*/ 18 h 760608"/>
                <a:gd name="connsiteX8" fmla="*/ 92758 w 1164320"/>
                <a:gd name="connsiteY8" fmla="*/ 57168 h 760608"/>
                <a:gd name="connsiteX9" fmla="*/ 7033 w 1164320"/>
                <a:gd name="connsiteY9" fmla="*/ 207186 h 760608"/>
                <a:gd name="connsiteX10" fmla="*/ 42752 w 1164320"/>
                <a:gd name="connsiteY10" fmla="*/ 321486 h 760608"/>
                <a:gd name="connsiteX11" fmla="*/ 111808 w 1164320"/>
                <a:gd name="connsiteY11" fmla="*/ 228618 h 760608"/>
                <a:gd name="connsiteX12" fmla="*/ 185626 w 1164320"/>
                <a:gd name="connsiteY12" fmla="*/ 152418 h 760608"/>
                <a:gd name="connsiteX13" fmla="*/ 309452 w 1164320"/>
                <a:gd name="connsiteY13" fmla="*/ 152418 h 760608"/>
                <a:gd name="connsiteX14" fmla="*/ 385652 w 1164320"/>
                <a:gd name="connsiteY14" fmla="*/ 345299 h 760608"/>
                <a:gd name="connsiteX15" fmla="*/ 471377 w 1164320"/>
                <a:gd name="connsiteY15" fmla="*/ 535799 h 760608"/>
                <a:gd name="connsiteX16" fmla="*/ 595202 w 1164320"/>
                <a:gd name="connsiteY16" fmla="*/ 666768 h 760608"/>
                <a:gd name="connsiteX17" fmla="*/ 726171 w 1164320"/>
                <a:gd name="connsiteY17" fmla="*/ 742968 h 760608"/>
                <a:gd name="connsiteX18" fmla="*/ 888095 w 1164320"/>
                <a:gd name="connsiteY18" fmla="*/ 759637 h 760608"/>
                <a:gd name="connsiteX19" fmla="*/ 990489 w 1164320"/>
                <a:gd name="connsiteY19" fmla="*/ 723918 h 760608"/>
                <a:gd name="connsiteX20" fmla="*/ 990489 w 1164320"/>
                <a:gd name="connsiteY20" fmla="*/ 723918 h 760608"/>
                <a:gd name="connsiteX0" fmla="*/ 1164320 w 1164320"/>
                <a:gd name="connsiteY0" fmla="*/ 326248 h 760607"/>
                <a:gd name="connsiteX1" fmla="*/ 1100027 w 1164320"/>
                <a:gd name="connsiteY1" fmla="*/ 383397 h 760607"/>
                <a:gd name="connsiteX2" fmla="*/ 973820 w 1164320"/>
                <a:gd name="connsiteY2" fmla="*/ 419117 h 760607"/>
                <a:gd name="connsiteX3" fmla="*/ 807133 w 1164320"/>
                <a:gd name="connsiteY3" fmla="*/ 392923 h 760607"/>
                <a:gd name="connsiteX4" fmla="*/ 664258 w 1164320"/>
                <a:gd name="connsiteY4" fmla="*/ 288148 h 760607"/>
                <a:gd name="connsiteX5" fmla="*/ 561864 w 1164320"/>
                <a:gd name="connsiteY5" fmla="*/ 152416 h 760607"/>
                <a:gd name="connsiteX6" fmla="*/ 435658 w 1164320"/>
                <a:gd name="connsiteY6" fmla="*/ 52404 h 760607"/>
                <a:gd name="connsiteX7" fmla="*/ 283258 w 1164320"/>
                <a:gd name="connsiteY7" fmla="*/ 17 h 760607"/>
                <a:gd name="connsiteX8" fmla="*/ 92758 w 1164320"/>
                <a:gd name="connsiteY8" fmla="*/ 57167 h 760607"/>
                <a:gd name="connsiteX9" fmla="*/ 7033 w 1164320"/>
                <a:gd name="connsiteY9" fmla="*/ 207185 h 760607"/>
                <a:gd name="connsiteX10" fmla="*/ 42752 w 1164320"/>
                <a:gd name="connsiteY10" fmla="*/ 321485 h 760607"/>
                <a:gd name="connsiteX11" fmla="*/ 111808 w 1164320"/>
                <a:gd name="connsiteY11" fmla="*/ 228617 h 760607"/>
                <a:gd name="connsiteX12" fmla="*/ 185626 w 1164320"/>
                <a:gd name="connsiteY12" fmla="*/ 152417 h 760607"/>
                <a:gd name="connsiteX13" fmla="*/ 309452 w 1164320"/>
                <a:gd name="connsiteY13" fmla="*/ 152417 h 760607"/>
                <a:gd name="connsiteX14" fmla="*/ 385652 w 1164320"/>
                <a:gd name="connsiteY14" fmla="*/ 345298 h 760607"/>
                <a:gd name="connsiteX15" fmla="*/ 471377 w 1164320"/>
                <a:gd name="connsiteY15" fmla="*/ 535798 h 760607"/>
                <a:gd name="connsiteX16" fmla="*/ 595202 w 1164320"/>
                <a:gd name="connsiteY16" fmla="*/ 666767 h 760607"/>
                <a:gd name="connsiteX17" fmla="*/ 726171 w 1164320"/>
                <a:gd name="connsiteY17" fmla="*/ 742967 h 760607"/>
                <a:gd name="connsiteX18" fmla="*/ 888095 w 1164320"/>
                <a:gd name="connsiteY18" fmla="*/ 759636 h 760607"/>
                <a:gd name="connsiteX19" fmla="*/ 990489 w 1164320"/>
                <a:gd name="connsiteY19" fmla="*/ 723917 h 760607"/>
                <a:gd name="connsiteX20" fmla="*/ 990489 w 1164320"/>
                <a:gd name="connsiteY20" fmla="*/ 723917 h 760607"/>
                <a:gd name="connsiteX0" fmla="*/ 1164320 w 1164320"/>
                <a:gd name="connsiteY0" fmla="*/ 326424 h 760783"/>
                <a:gd name="connsiteX1" fmla="*/ 1100027 w 1164320"/>
                <a:gd name="connsiteY1" fmla="*/ 383573 h 760783"/>
                <a:gd name="connsiteX2" fmla="*/ 973820 w 1164320"/>
                <a:gd name="connsiteY2" fmla="*/ 419293 h 760783"/>
                <a:gd name="connsiteX3" fmla="*/ 807133 w 1164320"/>
                <a:gd name="connsiteY3" fmla="*/ 393099 h 760783"/>
                <a:gd name="connsiteX4" fmla="*/ 664258 w 1164320"/>
                <a:gd name="connsiteY4" fmla="*/ 288324 h 760783"/>
                <a:gd name="connsiteX5" fmla="*/ 561864 w 1164320"/>
                <a:gd name="connsiteY5" fmla="*/ 152592 h 760783"/>
                <a:gd name="connsiteX6" fmla="*/ 438039 w 1164320"/>
                <a:gd name="connsiteY6" fmla="*/ 43055 h 760783"/>
                <a:gd name="connsiteX7" fmla="*/ 283258 w 1164320"/>
                <a:gd name="connsiteY7" fmla="*/ 193 h 760783"/>
                <a:gd name="connsiteX8" fmla="*/ 92758 w 1164320"/>
                <a:gd name="connsiteY8" fmla="*/ 57343 h 760783"/>
                <a:gd name="connsiteX9" fmla="*/ 7033 w 1164320"/>
                <a:gd name="connsiteY9" fmla="*/ 207361 h 760783"/>
                <a:gd name="connsiteX10" fmla="*/ 42752 w 1164320"/>
                <a:gd name="connsiteY10" fmla="*/ 321661 h 760783"/>
                <a:gd name="connsiteX11" fmla="*/ 111808 w 1164320"/>
                <a:gd name="connsiteY11" fmla="*/ 228793 h 760783"/>
                <a:gd name="connsiteX12" fmla="*/ 185626 w 1164320"/>
                <a:gd name="connsiteY12" fmla="*/ 152593 h 760783"/>
                <a:gd name="connsiteX13" fmla="*/ 309452 w 1164320"/>
                <a:gd name="connsiteY13" fmla="*/ 152593 h 760783"/>
                <a:gd name="connsiteX14" fmla="*/ 385652 w 1164320"/>
                <a:gd name="connsiteY14" fmla="*/ 345474 h 760783"/>
                <a:gd name="connsiteX15" fmla="*/ 471377 w 1164320"/>
                <a:gd name="connsiteY15" fmla="*/ 535974 h 760783"/>
                <a:gd name="connsiteX16" fmla="*/ 595202 w 1164320"/>
                <a:gd name="connsiteY16" fmla="*/ 666943 h 760783"/>
                <a:gd name="connsiteX17" fmla="*/ 726171 w 1164320"/>
                <a:gd name="connsiteY17" fmla="*/ 743143 h 760783"/>
                <a:gd name="connsiteX18" fmla="*/ 888095 w 1164320"/>
                <a:gd name="connsiteY18" fmla="*/ 759812 h 760783"/>
                <a:gd name="connsiteX19" fmla="*/ 990489 w 1164320"/>
                <a:gd name="connsiteY19" fmla="*/ 724093 h 760783"/>
                <a:gd name="connsiteX20" fmla="*/ 990489 w 1164320"/>
                <a:gd name="connsiteY20" fmla="*/ 724093 h 760783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09452 w 1164320"/>
                <a:gd name="connsiteY13" fmla="*/ 157326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57326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  <a:gd name="connsiteX0" fmla="*/ 1164320 w 1164320"/>
                <a:gd name="connsiteY0" fmla="*/ 331157 h 765516"/>
                <a:gd name="connsiteX1" fmla="*/ 1100027 w 1164320"/>
                <a:gd name="connsiteY1" fmla="*/ 388306 h 765516"/>
                <a:gd name="connsiteX2" fmla="*/ 973820 w 1164320"/>
                <a:gd name="connsiteY2" fmla="*/ 424026 h 765516"/>
                <a:gd name="connsiteX3" fmla="*/ 807133 w 1164320"/>
                <a:gd name="connsiteY3" fmla="*/ 397832 h 765516"/>
                <a:gd name="connsiteX4" fmla="*/ 664258 w 1164320"/>
                <a:gd name="connsiteY4" fmla="*/ 293057 h 765516"/>
                <a:gd name="connsiteX5" fmla="*/ 561864 w 1164320"/>
                <a:gd name="connsiteY5" fmla="*/ 157325 h 765516"/>
                <a:gd name="connsiteX6" fmla="*/ 438039 w 1164320"/>
                <a:gd name="connsiteY6" fmla="*/ 47788 h 765516"/>
                <a:gd name="connsiteX7" fmla="*/ 278496 w 1164320"/>
                <a:gd name="connsiteY7" fmla="*/ 164 h 765516"/>
                <a:gd name="connsiteX8" fmla="*/ 92758 w 1164320"/>
                <a:gd name="connsiteY8" fmla="*/ 62076 h 765516"/>
                <a:gd name="connsiteX9" fmla="*/ 7033 w 1164320"/>
                <a:gd name="connsiteY9" fmla="*/ 212094 h 765516"/>
                <a:gd name="connsiteX10" fmla="*/ 42752 w 1164320"/>
                <a:gd name="connsiteY10" fmla="*/ 326394 h 765516"/>
                <a:gd name="connsiteX11" fmla="*/ 111808 w 1164320"/>
                <a:gd name="connsiteY11" fmla="*/ 233526 h 765516"/>
                <a:gd name="connsiteX12" fmla="*/ 185626 w 1164320"/>
                <a:gd name="connsiteY12" fmla="*/ 162088 h 765516"/>
                <a:gd name="connsiteX13" fmla="*/ 311833 w 1164320"/>
                <a:gd name="connsiteY13" fmla="*/ 178757 h 765516"/>
                <a:gd name="connsiteX14" fmla="*/ 385652 w 1164320"/>
                <a:gd name="connsiteY14" fmla="*/ 350207 h 765516"/>
                <a:gd name="connsiteX15" fmla="*/ 471377 w 1164320"/>
                <a:gd name="connsiteY15" fmla="*/ 540707 h 765516"/>
                <a:gd name="connsiteX16" fmla="*/ 595202 w 1164320"/>
                <a:gd name="connsiteY16" fmla="*/ 671676 h 765516"/>
                <a:gd name="connsiteX17" fmla="*/ 726171 w 1164320"/>
                <a:gd name="connsiteY17" fmla="*/ 747876 h 765516"/>
                <a:gd name="connsiteX18" fmla="*/ 888095 w 1164320"/>
                <a:gd name="connsiteY18" fmla="*/ 764545 h 765516"/>
                <a:gd name="connsiteX19" fmla="*/ 990489 w 1164320"/>
                <a:gd name="connsiteY19" fmla="*/ 728826 h 765516"/>
                <a:gd name="connsiteX20" fmla="*/ 990489 w 1164320"/>
                <a:gd name="connsiteY20" fmla="*/ 728826 h 76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64320" h="765516">
                  <a:moveTo>
                    <a:pt x="1164320" y="331157"/>
                  </a:moveTo>
                  <a:cubicBezTo>
                    <a:pt x="1145667" y="346436"/>
                    <a:pt x="1131777" y="372828"/>
                    <a:pt x="1100027" y="388306"/>
                  </a:cubicBezTo>
                  <a:cubicBezTo>
                    <a:pt x="1068277" y="403784"/>
                    <a:pt x="1022636" y="422438"/>
                    <a:pt x="973820" y="424026"/>
                  </a:cubicBezTo>
                  <a:cubicBezTo>
                    <a:pt x="925004" y="425614"/>
                    <a:pt x="858727" y="419660"/>
                    <a:pt x="807133" y="397832"/>
                  </a:cubicBezTo>
                  <a:cubicBezTo>
                    <a:pt x="755539" y="376004"/>
                    <a:pt x="705136" y="333141"/>
                    <a:pt x="664258" y="293057"/>
                  </a:cubicBezTo>
                  <a:cubicBezTo>
                    <a:pt x="623380" y="252973"/>
                    <a:pt x="599567" y="198203"/>
                    <a:pt x="561864" y="157325"/>
                  </a:cubicBezTo>
                  <a:cubicBezTo>
                    <a:pt x="524161" y="116447"/>
                    <a:pt x="485267" y="73981"/>
                    <a:pt x="438039" y="47788"/>
                  </a:cubicBezTo>
                  <a:cubicBezTo>
                    <a:pt x="390811" y="21595"/>
                    <a:pt x="336043" y="-2217"/>
                    <a:pt x="278496" y="164"/>
                  </a:cubicBezTo>
                  <a:cubicBezTo>
                    <a:pt x="220949" y="2545"/>
                    <a:pt x="138002" y="26754"/>
                    <a:pt x="92758" y="62076"/>
                  </a:cubicBezTo>
                  <a:cubicBezTo>
                    <a:pt x="47514" y="97398"/>
                    <a:pt x="15367" y="168041"/>
                    <a:pt x="7033" y="212094"/>
                  </a:cubicBezTo>
                  <a:cubicBezTo>
                    <a:pt x="-1301" y="256147"/>
                    <a:pt x="-12810" y="318060"/>
                    <a:pt x="42752" y="326394"/>
                  </a:cubicBezTo>
                  <a:cubicBezTo>
                    <a:pt x="98314" y="334728"/>
                    <a:pt x="87996" y="260910"/>
                    <a:pt x="111808" y="233526"/>
                  </a:cubicBezTo>
                  <a:cubicBezTo>
                    <a:pt x="135620" y="206142"/>
                    <a:pt x="152289" y="171216"/>
                    <a:pt x="185626" y="162088"/>
                  </a:cubicBezTo>
                  <a:cubicBezTo>
                    <a:pt x="218963" y="152960"/>
                    <a:pt x="278495" y="147404"/>
                    <a:pt x="311833" y="178757"/>
                  </a:cubicBezTo>
                  <a:cubicBezTo>
                    <a:pt x="345171" y="210110"/>
                    <a:pt x="359061" y="289882"/>
                    <a:pt x="385652" y="350207"/>
                  </a:cubicBezTo>
                  <a:cubicBezTo>
                    <a:pt x="412243" y="410532"/>
                    <a:pt x="436452" y="487129"/>
                    <a:pt x="471377" y="540707"/>
                  </a:cubicBezTo>
                  <a:cubicBezTo>
                    <a:pt x="506302" y="594285"/>
                    <a:pt x="552736" y="637148"/>
                    <a:pt x="595202" y="671676"/>
                  </a:cubicBezTo>
                  <a:cubicBezTo>
                    <a:pt x="637668" y="706204"/>
                    <a:pt x="677356" y="732398"/>
                    <a:pt x="726171" y="747876"/>
                  </a:cubicBezTo>
                  <a:cubicBezTo>
                    <a:pt x="774986" y="763354"/>
                    <a:pt x="844042" y="767720"/>
                    <a:pt x="888095" y="764545"/>
                  </a:cubicBezTo>
                  <a:cubicBezTo>
                    <a:pt x="932148" y="761370"/>
                    <a:pt x="990489" y="728826"/>
                    <a:pt x="990489" y="728826"/>
                  </a:cubicBezTo>
                  <a:lnTo>
                    <a:pt x="990489" y="728826"/>
                  </a:lnTo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477D465B-6BE3-B74A-2961-2F85F1B2E60A}"/>
                </a:ext>
              </a:extLst>
            </p:cNvPr>
            <p:cNvSpPr/>
            <p:nvPr/>
          </p:nvSpPr>
          <p:spPr>
            <a:xfrm flipH="1" flipV="1">
              <a:off x="5534834" y="5506323"/>
              <a:ext cx="45719" cy="45719"/>
            </a:xfrm>
            <a:prstGeom prst="ellipse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7888A981-8B9F-7791-3CD2-1C92EBC1D3F1}"/>
                </a:ext>
              </a:extLst>
            </p:cNvPr>
            <p:cNvSpPr/>
            <p:nvPr/>
          </p:nvSpPr>
          <p:spPr>
            <a:xfrm flipH="1" flipV="1">
              <a:off x="6607492" y="4841651"/>
              <a:ext cx="45719" cy="45719"/>
            </a:xfrm>
            <a:prstGeom prst="ellipse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56082CD8-C079-159B-C334-5814FCCBC418}"/>
                </a:ext>
              </a:extLst>
            </p:cNvPr>
            <p:cNvSpPr/>
            <p:nvPr/>
          </p:nvSpPr>
          <p:spPr>
            <a:xfrm flipH="1" flipV="1">
              <a:off x="6773446" y="4884988"/>
              <a:ext cx="45719" cy="45719"/>
            </a:xfrm>
            <a:prstGeom prst="ellipse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8C7E9434-BB20-567F-AB7B-1DE77793D583}"/>
                </a:ext>
              </a:extLst>
            </p:cNvPr>
            <p:cNvSpPr/>
            <p:nvPr/>
          </p:nvSpPr>
          <p:spPr>
            <a:xfrm flipH="1" flipV="1">
              <a:off x="6923900" y="4870610"/>
              <a:ext cx="45719" cy="45719"/>
            </a:xfrm>
            <a:prstGeom prst="ellipse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FE984C3D-5D66-FE99-0684-AEFC4816EA1B}"/>
                </a:ext>
              </a:extLst>
            </p:cNvPr>
            <p:cNvSpPr/>
            <p:nvPr/>
          </p:nvSpPr>
          <p:spPr>
            <a:xfrm flipH="1" flipV="1">
              <a:off x="7090018" y="4828331"/>
              <a:ext cx="45719" cy="45719"/>
            </a:xfrm>
            <a:prstGeom prst="ellipse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B537CA4E-0C92-D522-AAEC-3C3605203650}"/>
                </a:ext>
              </a:extLst>
            </p:cNvPr>
            <p:cNvSpPr/>
            <p:nvPr/>
          </p:nvSpPr>
          <p:spPr>
            <a:xfrm flipH="1" flipV="1">
              <a:off x="7243320" y="4804032"/>
              <a:ext cx="45719" cy="45719"/>
            </a:xfrm>
            <a:prstGeom prst="ellipse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767BE217-68ED-1416-CC7E-5AABDA6E7BFD}"/>
                </a:ext>
              </a:extLst>
            </p:cNvPr>
            <p:cNvSpPr/>
            <p:nvPr/>
          </p:nvSpPr>
          <p:spPr>
            <a:xfrm flipH="1" flipV="1">
              <a:off x="6487257" y="4790705"/>
              <a:ext cx="45719" cy="45719"/>
            </a:xfrm>
            <a:prstGeom prst="ellipse">
              <a:avLst/>
            </a:prstGeom>
            <a:grpFill/>
            <a:ln w="285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2AD01D32-244F-D3EF-93CC-05950B1A34CB}"/>
                </a:ext>
              </a:extLst>
            </p:cNvPr>
            <p:cNvGrpSpPr/>
            <p:nvPr/>
          </p:nvGrpSpPr>
          <p:grpSpPr>
            <a:xfrm>
              <a:off x="6479997" y="4263560"/>
              <a:ext cx="937606" cy="1088467"/>
              <a:chOff x="6479997" y="4263560"/>
              <a:chExt cx="937606" cy="1088467"/>
            </a:xfrm>
            <a:grpFill/>
          </p:grpSpPr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0DE5F0DF-7E52-A163-40C6-A1BADFE83EE8}"/>
                  </a:ext>
                </a:extLst>
              </p:cNvPr>
              <p:cNvSpPr/>
              <p:nvPr/>
            </p:nvSpPr>
            <p:spPr>
              <a:xfrm rot="3303579" flipH="1">
                <a:off x="6365003" y="4428173"/>
                <a:ext cx="1088467" cy="759241"/>
              </a:xfrm>
              <a:custGeom>
                <a:avLst/>
                <a:gdLst>
                  <a:gd name="connsiteX0" fmla="*/ 1088467 w 1088467"/>
                  <a:gd name="connsiteY0" fmla="*/ 655217 h 759241"/>
                  <a:gd name="connsiteX1" fmla="*/ 1053305 w 1088467"/>
                  <a:gd name="connsiteY1" fmla="*/ 664943 h 759241"/>
                  <a:gd name="connsiteX2" fmla="*/ 180097 w 1088467"/>
                  <a:gd name="connsiteY2" fmla="*/ 0 h 759241"/>
                  <a:gd name="connsiteX3" fmla="*/ 2923 w 1088467"/>
                  <a:gd name="connsiteY3" fmla="*/ 201297 h 759241"/>
                  <a:gd name="connsiteX4" fmla="*/ 0 w 1088467"/>
                  <a:gd name="connsiteY4" fmla="*/ 262412 h 759241"/>
                  <a:gd name="connsiteX5" fmla="*/ 9739 w 1088467"/>
                  <a:gd name="connsiteY5" fmla="*/ 262154 h 759241"/>
                  <a:gd name="connsiteX6" fmla="*/ 67536 w 1088467"/>
                  <a:gd name="connsiteY6" fmla="*/ 157676 h 759241"/>
                  <a:gd name="connsiteX7" fmla="*/ 151008 w 1088467"/>
                  <a:gd name="connsiteY7" fmla="*/ 76896 h 759241"/>
                  <a:gd name="connsiteX8" fmla="*/ 293721 w 1088467"/>
                  <a:gd name="connsiteY8" fmla="*/ 95745 h 759241"/>
                  <a:gd name="connsiteX9" fmla="*/ 377194 w 1088467"/>
                  <a:gd name="connsiteY9" fmla="*/ 289618 h 759241"/>
                  <a:gd name="connsiteX10" fmla="*/ 474130 w 1088467"/>
                  <a:gd name="connsiteY10" fmla="*/ 505031 h 759241"/>
                  <a:gd name="connsiteX11" fmla="*/ 614149 w 1088467"/>
                  <a:gd name="connsiteY11" fmla="*/ 653129 h 759241"/>
                  <a:gd name="connsiteX12" fmla="*/ 762246 w 1088467"/>
                  <a:gd name="connsiteY12" fmla="*/ 739294 h 759241"/>
                  <a:gd name="connsiteX13" fmla="*/ 945347 w 1088467"/>
                  <a:gd name="connsiteY13" fmla="*/ 758143 h 759241"/>
                  <a:gd name="connsiteX14" fmla="*/ 1061132 w 1088467"/>
                  <a:gd name="connsiteY14" fmla="*/ 717753 h 759241"/>
                  <a:gd name="connsiteX15" fmla="*/ 1088467 w 1088467"/>
                  <a:gd name="connsiteY15" fmla="*/ 655217 h 75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88467" h="759241">
                    <a:moveTo>
                      <a:pt x="1088467" y="655217"/>
                    </a:moveTo>
                    <a:lnTo>
                      <a:pt x="1053305" y="664943"/>
                    </a:lnTo>
                    <a:cubicBezTo>
                      <a:pt x="388038" y="824227"/>
                      <a:pt x="535616" y="7372"/>
                      <a:pt x="180097" y="0"/>
                    </a:cubicBezTo>
                    <a:cubicBezTo>
                      <a:pt x="72776" y="46352"/>
                      <a:pt x="18682" y="125234"/>
                      <a:pt x="2923" y="201297"/>
                    </a:cubicBezTo>
                    <a:lnTo>
                      <a:pt x="0" y="262412"/>
                    </a:lnTo>
                    <a:lnTo>
                      <a:pt x="9739" y="262154"/>
                    </a:lnTo>
                    <a:cubicBezTo>
                      <a:pt x="49964" y="252066"/>
                      <a:pt x="43976" y="184772"/>
                      <a:pt x="67536" y="157676"/>
                    </a:cubicBezTo>
                    <a:cubicBezTo>
                      <a:pt x="94462" y="126712"/>
                      <a:pt x="113311" y="87218"/>
                      <a:pt x="151008" y="76896"/>
                    </a:cubicBezTo>
                    <a:cubicBezTo>
                      <a:pt x="188704" y="66574"/>
                      <a:pt x="256023" y="60292"/>
                      <a:pt x="293721" y="95745"/>
                    </a:cubicBezTo>
                    <a:cubicBezTo>
                      <a:pt x="331418" y="131198"/>
                      <a:pt x="347125" y="221403"/>
                      <a:pt x="377194" y="289618"/>
                    </a:cubicBezTo>
                    <a:cubicBezTo>
                      <a:pt x="407262" y="357832"/>
                      <a:pt x="434638" y="444447"/>
                      <a:pt x="474130" y="505031"/>
                    </a:cubicBezTo>
                    <a:cubicBezTo>
                      <a:pt x="513622" y="565616"/>
                      <a:pt x="566129" y="614085"/>
                      <a:pt x="614149" y="653129"/>
                    </a:cubicBezTo>
                    <a:cubicBezTo>
                      <a:pt x="662168" y="692172"/>
                      <a:pt x="707047" y="721792"/>
                      <a:pt x="762246" y="739294"/>
                    </a:cubicBezTo>
                    <a:cubicBezTo>
                      <a:pt x="817445" y="756796"/>
                      <a:pt x="895532" y="761733"/>
                      <a:pt x="945347" y="758143"/>
                    </a:cubicBezTo>
                    <a:cubicBezTo>
                      <a:pt x="995161" y="754553"/>
                      <a:pt x="1061132" y="717753"/>
                      <a:pt x="1061132" y="717753"/>
                    </a:cubicBezTo>
                    <a:lnTo>
                      <a:pt x="1088467" y="655217"/>
                    </a:lnTo>
                    <a:close/>
                  </a:path>
                </a:pathLst>
              </a:cu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63796793-53EC-62A4-BB55-B1824581E377}"/>
                  </a:ext>
                </a:extLst>
              </p:cNvPr>
              <p:cNvSpPr/>
              <p:nvPr/>
            </p:nvSpPr>
            <p:spPr>
              <a:xfrm flipH="1" flipV="1">
                <a:off x="7366201" y="4870610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3520CEB5-DDFF-AC94-227E-978450599D00}"/>
                  </a:ext>
                </a:extLst>
              </p:cNvPr>
              <p:cNvSpPr/>
              <p:nvPr/>
            </p:nvSpPr>
            <p:spPr>
              <a:xfrm flipH="1" flipV="1">
                <a:off x="7371884" y="4996441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49DD09C2-E62A-C665-95C3-E6C5D3026E6E}"/>
                  </a:ext>
                </a:extLst>
              </p:cNvPr>
              <p:cNvSpPr/>
              <p:nvPr/>
            </p:nvSpPr>
            <p:spPr>
              <a:xfrm flipH="1" flipV="1">
                <a:off x="7321871" y="5095966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DC7FA1E7-67B3-8393-481C-618BE5C1E39E}"/>
                  </a:ext>
                </a:extLst>
              </p:cNvPr>
              <p:cNvSpPr/>
              <p:nvPr/>
            </p:nvSpPr>
            <p:spPr>
              <a:xfrm flipH="1" flipV="1">
                <a:off x="6600232" y="4843448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3A0499B3-406C-B93A-4C7C-E2FF7E0735FF}"/>
                  </a:ext>
                </a:extLst>
              </p:cNvPr>
              <p:cNvSpPr/>
              <p:nvPr/>
            </p:nvSpPr>
            <p:spPr>
              <a:xfrm flipH="1" flipV="1">
                <a:off x="6766186" y="4886785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D80FC305-A84D-C281-4AEA-D4008E311791}"/>
                  </a:ext>
                </a:extLst>
              </p:cNvPr>
              <p:cNvSpPr/>
              <p:nvPr/>
            </p:nvSpPr>
            <p:spPr>
              <a:xfrm flipH="1" flipV="1">
                <a:off x="6916640" y="4872407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69BFDDEA-D501-9383-26F4-17E6389F61A0}"/>
                  </a:ext>
                </a:extLst>
              </p:cNvPr>
              <p:cNvSpPr/>
              <p:nvPr/>
            </p:nvSpPr>
            <p:spPr>
              <a:xfrm flipH="1" flipV="1">
                <a:off x="7082758" y="4830128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E3C16B61-8EE2-B08B-A298-D24A8A53AA82}"/>
                  </a:ext>
                </a:extLst>
              </p:cNvPr>
              <p:cNvSpPr/>
              <p:nvPr/>
            </p:nvSpPr>
            <p:spPr>
              <a:xfrm flipH="1" flipV="1">
                <a:off x="7236060" y="4805829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E2CAA22B-61F1-259F-C332-81A3C13B4E4C}"/>
                  </a:ext>
                </a:extLst>
              </p:cNvPr>
              <p:cNvSpPr/>
              <p:nvPr/>
            </p:nvSpPr>
            <p:spPr>
              <a:xfrm flipH="1" flipV="1">
                <a:off x="6479997" y="4792502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2510284E-C668-7754-8352-C08452B8188C}"/>
                </a:ext>
              </a:extLst>
            </p:cNvPr>
            <p:cNvGrpSpPr/>
            <p:nvPr/>
          </p:nvGrpSpPr>
          <p:grpSpPr>
            <a:xfrm rot="17312424">
              <a:off x="6288179" y="3285625"/>
              <a:ext cx="937606" cy="1088467"/>
              <a:chOff x="6479997" y="4266089"/>
              <a:chExt cx="937606" cy="1088467"/>
            </a:xfrm>
            <a:grpFill/>
          </p:grpSpPr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21D8B64B-D8B5-181B-DE14-A05E0897C124}"/>
                  </a:ext>
                </a:extLst>
              </p:cNvPr>
              <p:cNvSpPr/>
              <p:nvPr/>
            </p:nvSpPr>
            <p:spPr>
              <a:xfrm rot="3303579" flipH="1">
                <a:off x="6357463" y="4430702"/>
                <a:ext cx="1088467" cy="759241"/>
              </a:xfrm>
              <a:custGeom>
                <a:avLst/>
                <a:gdLst>
                  <a:gd name="connsiteX0" fmla="*/ 1088467 w 1088467"/>
                  <a:gd name="connsiteY0" fmla="*/ 655217 h 759241"/>
                  <a:gd name="connsiteX1" fmla="*/ 1053305 w 1088467"/>
                  <a:gd name="connsiteY1" fmla="*/ 664943 h 759241"/>
                  <a:gd name="connsiteX2" fmla="*/ 180097 w 1088467"/>
                  <a:gd name="connsiteY2" fmla="*/ 0 h 759241"/>
                  <a:gd name="connsiteX3" fmla="*/ 2923 w 1088467"/>
                  <a:gd name="connsiteY3" fmla="*/ 201297 h 759241"/>
                  <a:gd name="connsiteX4" fmla="*/ 0 w 1088467"/>
                  <a:gd name="connsiteY4" fmla="*/ 262412 h 759241"/>
                  <a:gd name="connsiteX5" fmla="*/ 9739 w 1088467"/>
                  <a:gd name="connsiteY5" fmla="*/ 262154 h 759241"/>
                  <a:gd name="connsiteX6" fmla="*/ 67536 w 1088467"/>
                  <a:gd name="connsiteY6" fmla="*/ 157676 h 759241"/>
                  <a:gd name="connsiteX7" fmla="*/ 151008 w 1088467"/>
                  <a:gd name="connsiteY7" fmla="*/ 76896 h 759241"/>
                  <a:gd name="connsiteX8" fmla="*/ 293721 w 1088467"/>
                  <a:gd name="connsiteY8" fmla="*/ 95745 h 759241"/>
                  <a:gd name="connsiteX9" fmla="*/ 377194 w 1088467"/>
                  <a:gd name="connsiteY9" fmla="*/ 289618 h 759241"/>
                  <a:gd name="connsiteX10" fmla="*/ 474130 w 1088467"/>
                  <a:gd name="connsiteY10" fmla="*/ 505031 h 759241"/>
                  <a:gd name="connsiteX11" fmla="*/ 614149 w 1088467"/>
                  <a:gd name="connsiteY11" fmla="*/ 653129 h 759241"/>
                  <a:gd name="connsiteX12" fmla="*/ 762246 w 1088467"/>
                  <a:gd name="connsiteY12" fmla="*/ 739294 h 759241"/>
                  <a:gd name="connsiteX13" fmla="*/ 945347 w 1088467"/>
                  <a:gd name="connsiteY13" fmla="*/ 758143 h 759241"/>
                  <a:gd name="connsiteX14" fmla="*/ 1061132 w 1088467"/>
                  <a:gd name="connsiteY14" fmla="*/ 717753 h 759241"/>
                  <a:gd name="connsiteX15" fmla="*/ 1088467 w 1088467"/>
                  <a:gd name="connsiteY15" fmla="*/ 655217 h 75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88467" h="759241">
                    <a:moveTo>
                      <a:pt x="1088467" y="655217"/>
                    </a:moveTo>
                    <a:lnTo>
                      <a:pt x="1053305" y="664943"/>
                    </a:lnTo>
                    <a:cubicBezTo>
                      <a:pt x="388038" y="824227"/>
                      <a:pt x="535616" y="7372"/>
                      <a:pt x="180097" y="0"/>
                    </a:cubicBezTo>
                    <a:cubicBezTo>
                      <a:pt x="72776" y="46352"/>
                      <a:pt x="18682" y="125234"/>
                      <a:pt x="2923" y="201297"/>
                    </a:cubicBezTo>
                    <a:lnTo>
                      <a:pt x="0" y="262412"/>
                    </a:lnTo>
                    <a:lnTo>
                      <a:pt x="9739" y="262154"/>
                    </a:lnTo>
                    <a:cubicBezTo>
                      <a:pt x="49964" y="252066"/>
                      <a:pt x="43976" y="184772"/>
                      <a:pt x="67536" y="157676"/>
                    </a:cubicBezTo>
                    <a:cubicBezTo>
                      <a:pt x="94462" y="126712"/>
                      <a:pt x="113311" y="87218"/>
                      <a:pt x="151008" y="76896"/>
                    </a:cubicBezTo>
                    <a:cubicBezTo>
                      <a:pt x="188704" y="66574"/>
                      <a:pt x="256023" y="60292"/>
                      <a:pt x="293721" y="95745"/>
                    </a:cubicBezTo>
                    <a:cubicBezTo>
                      <a:pt x="331418" y="131198"/>
                      <a:pt x="347125" y="221403"/>
                      <a:pt x="377194" y="289618"/>
                    </a:cubicBezTo>
                    <a:cubicBezTo>
                      <a:pt x="407262" y="357832"/>
                      <a:pt x="434638" y="444447"/>
                      <a:pt x="474130" y="505031"/>
                    </a:cubicBezTo>
                    <a:cubicBezTo>
                      <a:pt x="513622" y="565616"/>
                      <a:pt x="566129" y="614085"/>
                      <a:pt x="614149" y="653129"/>
                    </a:cubicBezTo>
                    <a:cubicBezTo>
                      <a:pt x="662168" y="692172"/>
                      <a:pt x="707047" y="721792"/>
                      <a:pt x="762246" y="739294"/>
                    </a:cubicBezTo>
                    <a:cubicBezTo>
                      <a:pt x="817445" y="756796"/>
                      <a:pt x="895532" y="761733"/>
                      <a:pt x="945347" y="758143"/>
                    </a:cubicBezTo>
                    <a:cubicBezTo>
                      <a:pt x="995161" y="754553"/>
                      <a:pt x="1061132" y="717753"/>
                      <a:pt x="1061132" y="717753"/>
                    </a:cubicBezTo>
                    <a:lnTo>
                      <a:pt x="1088467" y="655217"/>
                    </a:lnTo>
                    <a:close/>
                  </a:path>
                </a:pathLst>
              </a:cu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A3E7BEBD-371D-3D1C-58D4-0E54649DB84B}"/>
                  </a:ext>
                </a:extLst>
              </p:cNvPr>
              <p:cNvSpPr/>
              <p:nvPr/>
            </p:nvSpPr>
            <p:spPr>
              <a:xfrm flipH="1" flipV="1">
                <a:off x="7366201" y="4870610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8C8F1960-9883-5020-A646-3F61964372CC}"/>
                  </a:ext>
                </a:extLst>
              </p:cNvPr>
              <p:cNvSpPr/>
              <p:nvPr/>
            </p:nvSpPr>
            <p:spPr>
              <a:xfrm flipH="1" flipV="1">
                <a:off x="7371884" y="4996441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6EDA2AD0-D619-ABCD-EE97-8F009A3795B5}"/>
                  </a:ext>
                </a:extLst>
              </p:cNvPr>
              <p:cNvSpPr/>
              <p:nvPr/>
            </p:nvSpPr>
            <p:spPr>
              <a:xfrm flipH="1" flipV="1">
                <a:off x="7321871" y="5095966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5494E694-5795-5402-A2D6-46D7D00C0C51}"/>
                  </a:ext>
                </a:extLst>
              </p:cNvPr>
              <p:cNvSpPr/>
              <p:nvPr/>
            </p:nvSpPr>
            <p:spPr>
              <a:xfrm flipH="1" flipV="1">
                <a:off x="6600232" y="4843448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CF0CC0E0-9287-EE95-5032-BEB0FA360958}"/>
                  </a:ext>
                </a:extLst>
              </p:cNvPr>
              <p:cNvSpPr/>
              <p:nvPr/>
            </p:nvSpPr>
            <p:spPr>
              <a:xfrm flipH="1" flipV="1">
                <a:off x="6766186" y="4886785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A0C8888C-FF74-FE0B-76C0-8A6CC374E91A}"/>
                  </a:ext>
                </a:extLst>
              </p:cNvPr>
              <p:cNvSpPr/>
              <p:nvPr/>
            </p:nvSpPr>
            <p:spPr>
              <a:xfrm flipH="1" flipV="1">
                <a:off x="6916640" y="4872407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CC388C64-405A-92F0-47AB-7DE03B990477}"/>
                  </a:ext>
                </a:extLst>
              </p:cNvPr>
              <p:cNvSpPr/>
              <p:nvPr/>
            </p:nvSpPr>
            <p:spPr>
              <a:xfrm flipH="1" flipV="1">
                <a:off x="7082758" y="4830128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183943DD-0CEE-92A3-FDDE-C4E6EFF149D4}"/>
                  </a:ext>
                </a:extLst>
              </p:cNvPr>
              <p:cNvSpPr/>
              <p:nvPr/>
            </p:nvSpPr>
            <p:spPr>
              <a:xfrm flipH="1" flipV="1">
                <a:off x="7236060" y="4805829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CDC8A129-94BE-AD35-0CF9-A349970FDD92}"/>
                  </a:ext>
                </a:extLst>
              </p:cNvPr>
              <p:cNvSpPr/>
              <p:nvPr/>
            </p:nvSpPr>
            <p:spPr>
              <a:xfrm flipH="1" flipV="1">
                <a:off x="6479997" y="4792502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CBF3CAEB-95B2-B9B5-355B-31A2893A32AB}"/>
                </a:ext>
              </a:extLst>
            </p:cNvPr>
            <p:cNvGrpSpPr/>
            <p:nvPr/>
          </p:nvGrpSpPr>
          <p:grpSpPr>
            <a:xfrm rot="16896814" flipH="1">
              <a:off x="5841749" y="4629371"/>
              <a:ext cx="937606" cy="1088467"/>
              <a:chOff x="6479997" y="4263560"/>
              <a:chExt cx="937606" cy="1088467"/>
            </a:xfrm>
            <a:grpFill/>
          </p:grpSpPr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4F671D23-9ED3-92F7-321F-B91A8F7CDC5C}"/>
                  </a:ext>
                </a:extLst>
              </p:cNvPr>
              <p:cNvSpPr/>
              <p:nvPr/>
            </p:nvSpPr>
            <p:spPr>
              <a:xfrm rot="3303579" flipH="1">
                <a:off x="6365003" y="4428173"/>
                <a:ext cx="1088467" cy="759241"/>
              </a:xfrm>
              <a:custGeom>
                <a:avLst/>
                <a:gdLst>
                  <a:gd name="connsiteX0" fmla="*/ 1088467 w 1088467"/>
                  <a:gd name="connsiteY0" fmla="*/ 655217 h 759241"/>
                  <a:gd name="connsiteX1" fmla="*/ 1053305 w 1088467"/>
                  <a:gd name="connsiteY1" fmla="*/ 664943 h 759241"/>
                  <a:gd name="connsiteX2" fmla="*/ 180097 w 1088467"/>
                  <a:gd name="connsiteY2" fmla="*/ 0 h 759241"/>
                  <a:gd name="connsiteX3" fmla="*/ 2923 w 1088467"/>
                  <a:gd name="connsiteY3" fmla="*/ 201297 h 759241"/>
                  <a:gd name="connsiteX4" fmla="*/ 0 w 1088467"/>
                  <a:gd name="connsiteY4" fmla="*/ 262412 h 759241"/>
                  <a:gd name="connsiteX5" fmla="*/ 9739 w 1088467"/>
                  <a:gd name="connsiteY5" fmla="*/ 262154 h 759241"/>
                  <a:gd name="connsiteX6" fmla="*/ 67536 w 1088467"/>
                  <a:gd name="connsiteY6" fmla="*/ 157676 h 759241"/>
                  <a:gd name="connsiteX7" fmla="*/ 151008 w 1088467"/>
                  <a:gd name="connsiteY7" fmla="*/ 76896 h 759241"/>
                  <a:gd name="connsiteX8" fmla="*/ 293721 w 1088467"/>
                  <a:gd name="connsiteY8" fmla="*/ 95745 h 759241"/>
                  <a:gd name="connsiteX9" fmla="*/ 377194 w 1088467"/>
                  <a:gd name="connsiteY9" fmla="*/ 289618 h 759241"/>
                  <a:gd name="connsiteX10" fmla="*/ 474130 w 1088467"/>
                  <a:gd name="connsiteY10" fmla="*/ 505031 h 759241"/>
                  <a:gd name="connsiteX11" fmla="*/ 614149 w 1088467"/>
                  <a:gd name="connsiteY11" fmla="*/ 653129 h 759241"/>
                  <a:gd name="connsiteX12" fmla="*/ 762246 w 1088467"/>
                  <a:gd name="connsiteY12" fmla="*/ 739294 h 759241"/>
                  <a:gd name="connsiteX13" fmla="*/ 945347 w 1088467"/>
                  <a:gd name="connsiteY13" fmla="*/ 758143 h 759241"/>
                  <a:gd name="connsiteX14" fmla="*/ 1061132 w 1088467"/>
                  <a:gd name="connsiteY14" fmla="*/ 717753 h 759241"/>
                  <a:gd name="connsiteX15" fmla="*/ 1088467 w 1088467"/>
                  <a:gd name="connsiteY15" fmla="*/ 655217 h 75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88467" h="759241">
                    <a:moveTo>
                      <a:pt x="1088467" y="655217"/>
                    </a:moveTo>
                    <a:lnTo>
                      <a:pt x="1053305" y="664943"/>
                    </a:lnTo>
                    <a:cubicBezTo>
                      <a:pt x="388038" y="824227"/>
                      <a:pt x="535616" y="7372"/>
                      <a:pt x="180097" y="0"/>
                    </a:cubicBezTo>
                    <a:cubicBezTo>
                      <a:pt x="72776" y="46352"/>
                      <a:pt x="18682" y="125234"/>
                      <a:pt x="2923" y="201297"/>
                    </a:cubicBezTo>
                    <a:lnTo>
                      <a:pt x="0" y="262412"/>
                    </a:lnTo>
                    <a:lnTo>
                      <a:pt x="9739" y="262154"/>
                    </a:lnTo>
                    <a:cubicBezTo>
                      <a:pt x="49964" y="252066"/>
                      <a:pt x="43976" y="184772"/>
                      <a:pt x="67536" y="157676"/>
                    </a:cubicBezTo>
                    <a:cubicBezTo>
                      <a:pt x="94462" y="126712"/>
                      <a:pt x="113311" y="87218"/>
                      <a:pt x="151008" y="76896"/>
                    </a:cubicBezTo>
                    <a:cubicBezTo>
                      <a:pt x="188704" y="66574"/>
                      <a:pt x="256023" y="60292"/>
                      <a:pt x="293721" y="95745"/>
                    </a:cubicBezTo>
                    <a:cubicBezTo>
                      <a:pt x="331418" y="131198"/>
                      <a:pt x="347125" y="221403"/>
                      <a:pt x="377194" y="289618"/>
                    </a:cubicBezTo>
                    <a:cubicBezTo>
                      <a:pt x="407262" y="357832"/>
                      <a:pt x="434638" y="444447"/>
                      <a:pt x="474130" y="505031"/>
                    </a:cubicBezTo>
                    <a:cubicBezTo>
                      <a:pt x="513622" y="565616"/>
                      <a:pt x="566129" y="614085"/>
                      <a:pt x="614149" y="653129"/>
                    </a:cubicBezTo>
                    <a:cubicBezTo>
                      <a:pt x="662168" y="692172"/>
                      <a:pt x="707047" y="721792"/>
                      <a:pt x="762246" y="739294"/>
                    </a:cubicBezTo>
                    <a:cubicBezTo>
                      <a:pt x="817445" y="756796"/>
                      <a:pt x="895532" y="761733"/>
                      <a:pt x="945347" y="758143"/>
                    </a:cubicBezTo>
                    <a:cubicBezTo>
                      <a:pt x="995161" y="754553"/>
                      <a:pt x="1061132" y="717753"/>
                      <a:pt x="1061132" y="717753"/>
                    </a:cubicBezTo>
                    <a:lnTo>
                      <a:pt x="1088467" y="655217"/>
                    </a:lnTo>
                    <a:close/>
                  </a:path>
                </a:pathLst>
              </a:cu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7C168069-3F96-9BE6-D0D9-13F4D89171F5}"/>
                  </a:ext>
                </a:extLst>
              </p:cNvPr>
              <p:cNvSpPr/>
              <p:nvPr/>
            </p:nvSpPr>
            <p:spPr>
              <a:xfrm flipH="1" flipV="1">
                <a:off x="7366201" y="4870610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A8630CFC-A5E6-E13B-404C-82A8D3CF5EE5}"/>
                  </a:ext>
                </a:extLst>
              </p:cNvPr>
              <p:cNvSpPr/>
              <p:nvPr/>
            </p:nvSpPr>
            <p:spPr>
              <a:xfrm flipH="1" flipV="1">
                <a:off x="7371884" y="4996441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3A92FB89-E761-BDB0-E942-B39CB2F6FE6B}"/>
                  </a:ext>
                </a:extLst>
              </p:cNvPr>
              <p:cNvSpPr/>
              <p:nvPr/>
            </p:nvSpPr>
            <p:spPr>
              <a:xfrm flipH="1" flipV="1">
                <a:off x="7321871" y="5095966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CB9EABBD-EFE9-FAA7-E43A-5E675E6476E6}"/>
                  </a:ext>
                </a:extLst>
              </p:cNvPr>
              <p:cNvSpPr/>
              <p:nvPr/>
            </p:nvSpPr>
            <p:spPr>
              <a:xfrm flipH="1" flipV="1">
                <a:off x="6600232" y="4843448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752135A6-5C4B-32DB-791D-F10AFA2F4B66}"/>
                  </a:ext>
                </a:extLst>
              </p:cNvPr>
              <p:cNvSpPr/>
              <p:nvPr/>
            </p:nvSpPr>
            <p:spPr>
              <a:xfrm flipH="1" flipV="1">
                <a:off x="6766186" y="4886785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7FBE38A9-B55D-CC29-D8B5-341D12DA9899}"/>
                  </a:ext>
                </a:extLst>
              </p:cNvPr>
              <p:cNvSpPr/>
              <p:nvPr/>
            </p:nvSpPr>
            <p:spPr>
              <a:xfrm flipH="1" flipV="1">
                <a:off x="6916640" y="4872407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4D5F4746-8C9D-5347-1A40-00421B5D392A}"/>
                  </a:ext>
                </a:extLst>
              </p:cNvPr>
              <p:cNvSpPr/>
              <p:nvPr/>
            </p:nvSpPr>
            <p:spPr>
              <a:xfrm flipH="1" flipV="1">
                <a:off x="7082758" y="4830128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370082EE-C6C0-4973-E935-33F6B81BB7D1}"/>
                  </a:ext>
                </a:extLst>
              </p:cNvPr>
              <p:cNvSpPr/>
              <p:nvPr/>
            </p:nvSpPr>
            <p:spPr>
              <a:xfrm flipH="1" flipV="1">
                <a:off x="7236060" y="4805829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B99F0A6E-6C50-4DF0-8661-67648F36F259}"/>
                  </a:ext>
                </a:extLst>
              </p:cNvPr>
              <p:cNvSpPr/>
              <p:nvPr/>
            </p:nvSpPr>
            <p:spPr>
              <a:xfrm flipH="1" flipV="1">
                <a:off x="6479997" y="4792502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518700C0-31C2-936A-932D-D42CD3256BCE}"/>
                </a:ext>
              </a:extLst>
            </p:cNvPr>
            <p:cNvGrpSpPr/>
            <p:nvPr/>
          </p:nvGrpSpPr>
          <p:grpSpPr>
            <a:xfrm rot="18778898" flipH="1">
              <a:off x="5223659" y="4778135"/>
              <a:ext cx="937606" cy="1088467"/>
              <a:chOff x="6479997" y="4263560"/>
              <a:chExt cx="937606" cy="1088467"/>
            </a:xfrm>
            <a:grpFill/>
          </p:grpSpPr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8D5197EE-8C8A-AC6F-92C4-1394D049FC91}"/>
                  </a:ext>
                </a:extLst>
              </p:cNvPr>
              <p:cNvSpPr/>
              <p:nvPr/>
            </p:nvSpPr>
            <p:spPr>
              <a:xfrm rot="3303579" flipH="1">
                <a:off x="6365003" y="4428173"/>
                <a:ext cx="1088467" cy="759241"/>
              </a:xfrm>
              <a:custGeom>
                <a:avLst/>
                <a:gdLst>
                  <a:gd name="connsiteX0" fmla="*/ 1088467 w 1088467"/>
                  <a:gd name="connsiteY0" fmla="*/ 655217 h 759241"/>
                  <a:gd name="connsiteX1" fmla="*/ 1053305 w 1088467"/>
                  <a:gd name="connsiteY1" fmla="*/ 664943 h 759241"/>
                  <a:gd name="connsiteX2" fmla="*/ 180097 w 1088467"/>
                  <a:gd name="connsiteY2" fmla="*/ 0 h 759241"/>
                  <a:gd name="connsiteX3" fmla="*/ 2923 w 1088467"/>
                  <a:gd name="connsiteY3" fmla="*/ 201297 h 759241"/>
                  <a:gd name="connsiteX4" fmla="*/ 0 w 1088467"/>
                  <a:gd name="connsiteY4" fmla="*/ 262412 h 759241"/>
                  <a:gd name="connsiteX5" fmla="*/ 9739 w 1088467"/>
                  <a:gd name="connsiteY5" fmla="*/ 262154 h 759241"/>
                  <a:gd name="connsiteX6" fmla="*/ 67536 w 1088467"/>
                  <a:gd name="connsiteY6" fmla="*/ 157676 h 759241"/>
                  <a:gd name="connsiteX7" fmla="*/ 151008 w 1088467"/>
                  <a:gd name="connsiteY7" fmla="*/ 76896 h 759241"/>
                  <a:gd name="connsiteX8" fmla="*/ 293721 w 1088467"/>
                  <a:gd name="connsiteY8" fmla="*/ 95745 h 759241"/>
                  <a:gd name="connsiteX9" fmla="*/ 377194 w 1088467"/>
                  <a:gd name="connsiteY9" fmla="*/ 289618 h 759241"/>
                  <a:gd name="connsiteX10" fmla="*/ 474130 w 1088467"/>
                  <a:gd name="connsiteY10" fmla="*/ 505031 h 759241"/>
                  <a:gd name="connsiteX11" fmla="*/ 614149 w 1088467"/>
                  <a:gd name="connsiteY11" fmla="*/ 653129 h 759241"/>
                  <a:gd name="connsiteX12" fmla="*/ 762246 w 1088467"/>
                  <a:gd name="connsiteY12" fmla="*/ 739294 h 759241"/>
                  <a:gd name="connsiteX13" fmla="*/ 945347 w 1088467"/>
                  <a:gd name="connsiteY13" fmla="*/ 758143 h 759241"/>
                  <a:gd name="connsiteX14" fmla="*/ 1061132 w 1088467"/>
                  <a:gd name="connsiteY14" fmla="*/ 717753 h 759241"/>
                  <a:gd name="connsiteX15" fmla="*/ 1088467 w 1088467"/>
                  <a:gd name="connsiteY15" fmla="*/ 655217 h 75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88467" h="759241">
                    <a:moveTo>
                      <a:pt x="1088467" y="655217"/>
                    </a:moveTo>
                    <a:lnTo>
                      <a:pt x="1053305" y="664943"/>
                    </a:lnTo>
                    <a:cubicBezTo>
                      <a:pt x="388038" y="824227"/>
                      <a:pt x="535616" y="7372"/>
                      <a:pt x="180097" y="0"/>
                    </a:cubicBezTo>
                    <a:cubicBezTo>
                      <a:pt x="72776" y="46352"/>
                      <a:pt x="18682" y="125234"/>
                      <a:pt x="2923" y="201297"/>
                    </a:cubicBezTo>
                    <a:lnTo>
                      <a:pt x="0" y="262412"/>
                    </a:lnTo>
                    <a:lnTo>
                      <a:pt x="9739" y="262154"/>
                    </a:lnTo>
                    <a:cubicBezTo>
                      <a:pt x="49964" y="252066"/>
                      <a:pt x="43976" y="184772"/>
                      <a:pt x="67536" y="157676"/>
                    </a:cubicBezTo>
                    <a:cubicBezTo>
                      <a:pt x="94462" y="126712"/>
                      <a:pt x="113311" y="87218"/>
                      <a:pt x="151008" y="76896"/>
                    </a:cubicBezTo>
                    <a:cubicBezTo>
                      <a:pt x="188704" y="66574"/>
                      <a:pt x="256023" y="60292"/>
                      <a:pt x="293721" y="95745"/>
                    </a:cubicBezTo>
                    <a:cubicBezTo>
                      <a:pt x="331418" y="131198"/>
                      <a:pt x="347125" y="221403"/>
                      <a:pt x="377194" y="289618"/>
                    </a:cubicBezTo>
                    <a:cubicBezTo>
                      <a:pt x="407262" y="357832"/>
                      <a:pt x="434638" y="444447"/>
                      <a:pt x="474130" y="505031"/>
                    </a:cubicBezTo>
                    <a:cubicBezTo>
                      <a:pt x="513622" y="565616"/>
                      <a:pt x="566129" y="614085"/>
                      <a:pt x="614149" y="653129"/>
                    </a:cubicBezTo>
                    <a:cubicBezTo>
                      <a:pt x="662168" y="692172"/>
                      <a:pt x="707047" y="721792"/>
                      <a:pt x="762246" y="739294"/>
                    </a:cubicBezTo>
                    <a:cubicBezTo>
                      <a:pt x="817445" y="756796"/>
                      <a:pt x="895532" y="761733"/>
                      <a:pt x="945347" y="758143"/>
                    </a:cubicBezTo>
                    <a:cubicBezTo>
                      <a:pt x="995161" y="754553"/>
                      <a:pt x="1061132" y="717753"/>
                      <a:pt x="1061132" y="717753"/>
                    </a:cubicBezTo>
                    <a:lnTo>
                      <a:pt x="1088467" y="655217"/>
                    </a:lnTo>
                    <a:close/>
                  </a:path>
                </a:pathLst>
              </a:cu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A335176A-52BA-0238-8920-A35794E65C19}"/>
                  </a:ext>
                </a:extLst>
              </p:cNvPr>
              <p:cNvSpPr/>
              <p:nvPr/>
            </p:nvSpPr>
            <p:spPr>
              <a:xfrm flipH="1" flipV="1">
                <a:off x="7366201" y="4870610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F3B1184C-DACE-8A58-3E20-5AE2B6A0D45D}"/>
                  </a:ext>
                </a:extLst>
              </p:cNvPr>
              <p:cNvSpPr/>
              <p:nvPr/>
            </p:nvSpPr>
            <p:spPr>
              <a:xfrm flipH="1" flipV="1">
                <a:off x="7371884" y="4996441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8366755D-9691-771D-D897-0AADBB0B8A46}"/>
                  </a:ext>
                </a:extLst>
              </p:cNvPr>
              <p:cNvSpPr/>
              <p:nvPr/>
            </p:nvSpPr>
            <p:spPr>
              <a:xfrm flipH="1" flipV="1">
                <a:off x="7321871" y="5095966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7F3559D6-646A-DB8A-3885-D29A64CD2AE7}"/>
                  </a:ext>
                </a:extLst>
              </p:cNvPr>
              <p:cNvSpPr/>
              <p:nvPr/>
            </p:nvSpPr>
            <p:spPr>
              <a:xfrm flipH="1" flipV="1">
                <a:off x="6600232" y="4843448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4798ED1E-9536-BA61-4B58-3F606D11E03E}"/>
                  </a:ext>
                </a:extLst>
              </p:cNvPr>
              <p:cNvSpPr/>
              <p:nvPr/>
            </p:nvSpPr>
            <p:spPr>
              <a:xfrm flipH="1" flipV="1">
                <a:off x="6766186" y="4886785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ECB77408-0977-C80D-2683-0C26F42051DD}"/>
                  </a:ext>
                </a:extLst>
              </p:cNvPr>
              <p:cNvSpPr/>
              <p:nvPr/>
            </p:nvSpPr>
            <p:spPr>
              <a:xfrm flipH="1" flipV="1">
                <a:off x="6916640" y="4872407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22EC53B5-4537-6F71-B8D4-07AA099EC7D8}"/>
                  </a:ext>
                </a:extLst>
              </p:cNvPr>
              <p:cNvSpPr/>
              <p:nvPr/>
            </p:nvSpPr>
            <p:spPr>
              <a:xfrm flipH="1" flipV="1">
                <a:off x="7082758" y="4830128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717B69EA-C2F0-6F96-BC13-F2092FF3B310}"/>
                  </a:ext>
                </a:extLst>
              </p:cNvPr>
              <p:cNvSpPr/>
              <p:nvPr/>
            </p:nvSpPr>
            <p:spPr>
              <a:xfrm flipH="1" flipV="1">
                <a:off x="7236060" y="4805829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CC6AA2CB-001C-75CD-1618-6B693D5572C0}"/>
                  </a:ext>
                </a:extLst>
              </p:cNvPr>
              <p:cNvSpPr/>
              <p:nvPr/>
            </p:nvSpPr>
            <p:spPr>
              <a:xfrm flipH="1" flipV="1">
                <a:off x="6479997" y="4792502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8AF5C15A-E4AC-F16C-8284-4DD2915244F3}"/>
                </a:ext>
              </a:extLst>
            </p:cNvPr>
            <p:cNvGrpSpPr/>
            <p:nvPr/>
          </p:nvGrpSpPr>
          <p:grpSpPr>
            <a:xfrm rot="4473899" flipH="1">
              <a:off x="4503467" y="3416285"/>
              <a:ext cx="937606" cy="1088467"/>
              <a:chOff x="6479997" y="4263560"/>
              <a:chExt cx="937606" cy="1088467"/>
            </a:xfrm>
            <a:grpFill/>
          </p:grpSpPr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D4DDDDC2-9AE4-98EE-4C04-B1ED05A07224}"/>
                  </a:ext>
                </a:extLst>
              </p:cNvPr>
              <p:cNvSpPr/>
              <p:nvPr/>
            </p:nvSpPr>
            <p:spPr>
              <a:xfrm rot="3303579" flipH="1">
                <a:off x="6365003" y="4428173"/>
                <a:ext cx="1088467" cy="759241"/>
              </a:xfrm>
              <a:custGeom>
                <a:avLst/>
                <a:gdLst>
                  <a:gd name="connsiteX0" fmla="*/ 1088467 w 1088467"/>
                  <a:gd name="connsiteY0" fmla="*/ 655217 h 759241"/>
                  <a:gd name="connsiteX1" fmla="*/ 1053305 w 1088467"/>
                  <a:gd name="connsiteY1" fmla="*/ 664943 h 759241"/>
                  <a:gd name="connsiteX2" fmla="*/ 180097 w 1088467"/>
                  <a:gd name="connsiteY2" fmla="*/ 0 h 759241"/>
                  <a:gd name="connsiteX3" fmla="*/ 2923 w 1088467"/>
                  <a:gd name="connsiteY3" fmla="*/ 201297 h 759241"/>
                  <a:gd name="connsiteX4" fmla="*/ 0 w 1088467"/>
                  <a:gd name="connsiteY4" fmla="*/ 262412 h 759241"/>
                  <a:gd name="connsiteX5" fmla="*/ 9739 w 1088467"/>
                  <a:gd name="connsiteY5" fmla="*/ 262154 h 759241"/>
                  <a:gd name="connsiteX6" fmla="*/ 67536 w 1088467"/>
                  <a:gd name="connsiteY6" fmla="*/ 157676 h 759241"/>
                  <a:gd name="connsiteX7" fmla="*/ 151008 w 1088467"/>
                  <a:gd name="connsiteY7" fmla="*/ 76896 h 759241"/>
                  <a:gd name="connsiteX8" fmla="*/ 293721 w 1088467"/>
                  <a:gd name="connsiteY8" fmla="*/ 95745 h 759241"/>
                  <a:gd name="connsiteX9" fmla="*/ 377194 w 1088467"/>
                  <a:gd name="connsiteY9" fmla="*/ 289618 h 759241"/>
                  <a:gd name="connsiteX10" fmla="*/ 474130 w 1088467"/>
                  <a:gd name="connsiteY10" fmla="*/ 505031 h 759241"/>
                  <a:gd name="connsiteX11" fmla="*/ 614149 w 1088467"/>
                  <a:gd name="connsiteY11" fmla="*/ 653129 h 759241"/>
                  <a:gd name="connsiteX12" fmla="*/ 762246 w 1088467"/>
                  <a:gd name="connsiteY12" fmla="*/ 739294 h 759241"/>
                  <a:gd name="connsiteX13" fmla="*/ 945347 w 1088467"/>
                  <a:gd name="connsiteY13" fmla="*/ 758143 h 759241"/>
                  <a:gd name="connsiteX14" fmla="*/ 1061132 w 1088467"/>
                  <a:gd name="connsiteY14" fmla="*/ 717753 h 759241"/>
                  <a:gd name="connsiteX15" fmla="*/ 1088467 w 1088467"/>
                  <a:gd name="connsiteY15" fmla="*/ 655217 h 75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88467" h="759241">
                    <a:moveTo>
                      <a:pt x="1088467" y="655217"/>
                    </a:moveTo>
                    <a:lnTo>
                      <a:pt x="1053305" y="664943"/>
                    </a:lnTo>
                    <a:cubicBezTo>
                      <a:pt x="388038" y="824227"/>
                      <a:pt x="535616" y="7372"/>
                      <a:pt x="180097" y="0"/>
                    </a:cubicBezTo>
                    <a:cubicBezTo>
                      <a:pt x="72776" y="46352"/>
                      <a:pt x="18682" y="125234"/>
                      <a:pt x="2923" y="201297"/>
                    </a:cubicBezTo>
                    <a:lnTo>
                      <a:pt x="0" y="262412"/>
                    </a:lnTo>
                    <a:lnTo>
                      <a:pt x="9739" y="262154"/>
                    </a:lnTo>
                    <a:cubicBezTo>
                      <a:pt x="49964" y="252066"/>
                      <a:pt x="43976" y="184772"/>
                      <a:pt x="67536" y="157676"/>
                    </a:cubicBezTo>
                    <a:cubicBezTo>
                      <a:pt x="94462" y="126712"/>
                      <a:pt x="113311" y="87218"/>
                      <a:pt x="151008" y="76896"/>
                    </a:cubicBezTo>
                    <a:cubicBezTo>
                      <a:pt x="188704" y="66574"/>
                      <a:pt x="256023" y="60292"/>
                      <a:pt x="293721" y="95745"/>
                    </a:cubicBezTo>
                    <a:cubicBezTo>
                      <a:pt x="331418" y="131198"/>
                      <a:pt x="347125" y="221403"/>
                      <a:pt x="377194" y="289618"/>
                    </a:cubicBezTo>
                    <a:cubicBezTo>
                      <a:pt x="407262" y="357832"/>
                      <a:pt x="434638" y="444447"/>
                      <a:pt x="474130" y="505031"/>
                    </a:cubicBezTo>
                    <a:cubicBezTo>
                      <a:pt x="513622" y="565616"/>
                      <a:pt x="566129" y="614085"/>
                      <a:pt x="614149" y="653129"/>
                    </a:cubicBezTo>
                    <a:cubicBezTo>
                      <a:pt x="662168" y="692172"/>
                      <a:pt x="707047" y="721792"/>
                      <a:pt x="762246" y="739294"/>
                    </a:cubicBezTo>
                    <a:cubicBezTo>
                      <a:pt x="817445" y="756796"/>
                      <a:pt x="895532" y="761733"/>
                      <a:pt x="945347" y="758143"/>
                    </a:cubicBezTo>
                    <a:cubicBezTo>
                      <a:pt x="995161" y="754553"/>
                      <a:pt x="1061132" y="717753"/>
                      <a:pt x="1061132" y="717753"/>
                    </a:cubicBezTo>
                    <a:lnTo>
                      <a:pt x="1088467" y="655217"/>
                    </a:lnTo>
                    <a:close/>
                  </a:path>
                </a:pathLst>
              </a:cu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A25E8AC6-5489-31B9-820D-5B6D8C965F40}"/>
                  </a:ext>
                </a:extLst>
              </p:cNvPr>
              <p:cNvSpPr/>
              <p:nvPr/>
            </p:nvSpPr>
            <p:spPr>
              <a:xfrm flipH="1" flipV="1">
                <a:off x="7366201" y="4870610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AB9D794E-6F4B-161E-9DB6-4E6BF9EBFC10}"/>
                  </a:ext>
                </a:extLst>
              </p:cNvPr>
              <p:cNvSpPr/>
              <p:nvPr/>
            </p:nvSpPr>
            <p:spPr>
              <a:xfrm flipH="1" flipV="1">
                <a:off x="7371884" y="4996441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6214B138-EED4-990B-4E02-6F6FE86F0B85}"/>
                  </a:ext>
                </a:extLst>
              </p:cNvPr>
              <p:cNvSpPr/>
              <p:nvPr/>
            </p:nvSpPr>
            <p:spPr>
              <a:xfrm flipH="1" flipV="1">
                <a:off x="7321871" y="5095966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5B9D9D2C-F343-B5AE-279F-7B9174F42DA9}"/>
                  </a:ext>
                </a:extLst>
              </p:cNvPr>
              <p:cNvSpPr/>
              <p:nvPr/>
            </p:nvSpPr>
            <p:spPr>
              <a:xfrm flipH="1" flipV="1">
                <a:off x="6600232" y="4843448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EC32117E-C4A8-E236-BC42-F9FB13D10E23}"/>
                  </a:ext>
                </a:extLst>
              </p:cNvPr>
              <p:cNvSpPr/>
              <p:nvPr/>
            </p:nvSpPr>
            <p:spPr>
              <a:xfrm flipH="1" flipV="1">
                <a:off x="6766186" y="4886785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BA557BEB-9232-89B4-037D-2E32C20AC61A}"/>
                  </a:ext>
                </a:extLst>
              </p:cNvPr>
              <p:cNvSpPr/>
              <p:nvPr/>
            </p:nvSpPr>
            <p:spPr>
              <a:xfrm flipH="1" flipV="1">
                <a:off x="6916640" y="4872407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04687D68-EABC-3050-B7E8-E32E48552DDE}"/>
                  </a:ext>
                </a:extLst>
              </p:cNvPr>
              <p:cNvSpPr/>
              <p:nvPr/>
            </p:nvSpPr>
            <p:spPr>
              <a:xfrm flipH="1" flipV="1">
                <a:off x="7082758" y="4830128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2A9E2C64-B6EC-4A7D-6469-C8242441F027}"/>
                  </a:ext>
                </a:extLst>
              </p:cNvPr>
              <p:cNvSpPr/>
              <p:nvPr/>
            </p:nvSpPr>
            <p:spPr>
              <a:xfrm flipH="1" flipV="1">
                <a:off x="7236060" y="4805829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3F78C6EB-3F32-8DE7-F5BB-FAAA9DAAB566}"/>
                  </a:ext>
                </a:extLst>
              </p:cNvPr>
              <p:cNvSpPr/>
              <p:nvPr/>
            </p:nvSpPr>
            <p:spPr>
              <a:xfrm flipH="1" flipV="1">
                <a:off x="6479997" y="4792502"/>
                <a:ext cx="45719" cy="45719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0" name="Oval 35">
              <a:extLst>
                <a:ext uri="{FF2B5EF4-FFF2-40B4-BE49-F238E27FC236}">
                  <a16:creationId xmlns:a16="http://schemas.microsoft.com/office/drawing/2014/main" id="{FA82D273-06DE-C6A7-DD30-C46FB91C05E0}"/>
                </a:ext>
              </a:extLst>
            </p:cNvPr>
            <p:cNvSpPr/>
            <p:nvPr/>
          </p:nvSpPr>
          <p:spPr>
            <a:xfrm>
              <a:off x="5006501" y="2914886"/>
              <a:ext cx="1753312" cy="1826569"/>
            </a:xfrm>
            <a:custGeom>
              <a:avLst/>
              <a:gdLst>
                <a:gd name="connsiteX0" fmla="*/ 0 w 1726291"/>
                <a:gd name="connsiteY0" fmla="*/ 919060 h 1838120"/>
                <a:gd name="connsiteX1" fmla="*/ 863146 w 1726291"/>
                <a:gd name="connsiteY1" fmla="*/ 0 h 1838120"/>
                <a:gd name="connsiteX2" fmla="*/ 1726292 w 1726291"/>
                <a:gd name="connsiteY2" fmla="*/ 919060 h 1838120"/>
                <a:gd name="connsiteX3" fmla="*/ 863146 w 1726291"/>
                <a:gd name="connsiteY3" fmla="*/ 1838120 h 1838120"/>
                <a:gd name="connsiteX4" fmla="*/ 0 w 1726291"/>
                <a:gd name="connsiteY4" fmla="*/ 919060 h 1838120"/>
                <a:gd name="connsiteX0" fmla="*/ 0 w 1726292"/>
                <a:gd name="connsiteY0" fmla="*/ 919060 h 1033942"/>
                <a:gd name="connsiteX1" fmla="*/ 863146 w 1726292"/>
                <a:gd name="connsiteY1" fmla="*/ 0 h 1033942"/>
                <a:gd name="connsiteX2" fmla="*/ 1726292 w 1726292"/>
                <a:gd name="connsiteY2" fmla="*/ 919060 h 1033942"/>
                <a:gd name="connsiteX3" fmla="*/ 0 w 1726292"/>
                <a:gd name="connsiteY3" fmla="*/ 919060 h 1033942"/>
                <a:gd name="connsiteX0" fmla="*/ 0 w 1502455"/>
                <a:gd name="connsiteY0" fmla="*/ 1650360 h 1671753"/>
                <a:gd name="connsiteX1" fmla="*/ 639309 w 1502455"/>
                <a:gd name="connsiteY1" fmla="*/ 16925 h 1671753"/>
                <a:gd name="connsiteX2" fmla="*/ 1502455 w 1502455"/>
                <a:gd name="connsiteY2" fmla="*/ 935985 h 1671753"/>
                <a:gd name="connsiteX3" fmla="*/ 0 w 1502455"/>
                <a:gd name="connsiteY3" fmla="*/ 1650360 h 1671753"/>
                <a:gd name="connsiteX0" fmla="*/ 16547 w 1357077"/>
                <a:gd name="connsiteY0" fmla="*/ 1633696 h 1750630"/>
                <a:gd name="connsiteX1" fmla="*/ 655856 w 1357077"/>
                <a:gd name="connsiteY1" fmla="*/ 261 h 1750630"/>
                <a:gd name="connsiteX2" fmla="*/ 1357077 w 1357077"/>
                <a:gd name="connsiteY2" fmla="*/ 1519396 h 1750630"/>
                <a:gd name="connsiteX3" fmla="*/ 16547 w 1357077"/>
                <a:gd name="connsiteY3" fmla="*/ 1633696 h 1750630"/>
                <a:gd name="connsiteX0" fmla="*/ 82093 w 1437662"/>
                <a:gd name="connsiteY0" fmla="*/ 1659291 h 1776225"/>
                <a:gd name="connsiteX1" fmla="*/ 721402 w 1437662"/>
                <a:gd name="connsiteY1" fmla="*/ 25856 h 1776225"/>
                <a:gd name="connsiteX2" fmla="*/ 1422623 w 1437662"/>
                <a:gd name="connsiteY2" fmla="*/ 1544991 h 1776225"/>
                <a:gd name="connsiteX3" fmla="*/ 82093 w 1437662"/>
                <a:gd name="connsiteY3" fmla="*/ 1659291 h 1776225"/>
                <a:gd name="connsiteX0" fmla="*/ 114739 w 1498251"/>
                <a:gd name="connsiteY0" fmla="*/ 1633435 h 1750369"/>
                <a:gd name="connsiteX1" fmla="*/ 754048 w 1498251"/>
                <a:gd name="connsiteY1" fmla="*/ 0 h 1750369"/>
                <a:gd name="connsiteX2" fmla="*/ 1455269 w 1498251"/>
                <a:gd name="connsiteY2" fmla="*/ 1519135 h 1750369"/>
                <a:gd name="connsiteX3" fmla="*/ 114739 w 1498251"/>
                <a:gd name="connsiteY3" fmla="*/ 1633435 h 1750369"/>
                <a:gd name="connsiteX0" fmla="*/ 114739 w 1582282"/>
                <a:gd name="connsiteY0" fmla="*/ 1633435 h 1750369"/>
                <a:gd name="connsiteX1" fmla="*/ 754048 w 1582282"/>
                <a:gd name="connsiteY1" fmla="*/ 0 h 1750369"/>
                <a:gd name="connsiteX2" fmla="*/ 1455269 w 1582282"/>
                <a:gd name="connsiteY2" fmla="*/ 1519135 h 1750369"/>
                <a:gd name="connsiteX3" fmla="*/ 114739 w 1582282"/>
                <a:gd name="connsiteY3" fmla="*/ 1633435 h 1750369"/>
                <a:gd name="connsiteX0" fmla="*/ 233223 w 1700766"/>
                <a:gd name="connsiteY0" fmla="*/ 1633435 h 1824452"/>
                <a:gd name="connsiteX1" fmla="*/ 872532 w 1700766"/>
                <a:gd name="connsiteY1" fmla="*/ 0 h 1824452"/>
                <a:gd name="connsiteX2" fmla="*/ 1573753 w 1700766"/>
                <a:gd name="connsiteY2" fmla="*/ 1519135 h 1824452"/>
                <a:gd name="connsiteX3" fmla="*/ 233223 w 1700766"/>
                <a:gd name="connsiteY3" fmla="*/ 1633435 h 1824452"/>
                <a:gd name="connsiteX0" fmla="*/ 233223 w 1728171"/>
                <a:gd name="connsiteY0" fmla="*/ 1633435 h 1824452"/>
                <a:gd name="connsiteX1" fmla="*/ 872532 w 1728171"/>
                <a:gd name="connsiteY1" fmla="*/ 0 h 1824452"/>
                <a:gd name="connsiteX2" fmla="*/ 1573753 w 1728171"/>
                <a:gd name="connsiteY2" fmla="*/ 1519135 h 1824452"/>
                <a:gd name="connsiteX3" fmla="*/ 233223 w 1728171"/>
                <a:gd name="connsiteY3" fmla="*/ 1633435 h 1824452"/>
                <a:gd name="connsiteX0" fmla="*/ 258364 w 1753312"/>
                <a:gd name="connsiteY0" fmla="*/ 1633435 h 1826569"/>
                <a:gd name="connsiteX1" fmla="*/ 897673 w 1753312"/>
                <a:gd name="connsiteY1" fmla="*/ 0 h 1826569"/>
                <a:gd name="connsiteX2" fmla="*/ 1598894 w 1753312"/>
                <a:gd name="connsiteY2" fmla="*/ 1519135 h 1826569"/>
                <a:gd name="connsiteX3" fmla="*/ 258364 w 1753312"/>
                <a:gd name="connsiteY3" fmla="*/ 1633435 h 1826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3312" h="1826569">
                  <a:moveTo>
                    <a:pt x="258364" y="1633435"/>
                  </a:moveTo>
                  <a:cubicBezTo>
                    <a:pt x="-187118" y="1208797"/>
                    <a:pt x="-106799" y="0"/>
                    <a:pt x="897673" y="0"/>
                  </a:cubicBezTo>
                  <a:cubicBezTo>
                    <a:pt x="1902145" y="0"/>
                    <a:pt x="1851306" y="968690"/>
                    <a:pt x="1598894" y="1519135"/>
                  </a:cubicBezTo>
                  <a:cubicBezTo>
                    <a:pt x="1455036" y="1672312"/>
                    <a:pt x="703846" y="2058073"/>
                    <a:pt x="258364" y="1633435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" name="Rectangle 38">
              <a:extLst>
                <a:ext uri="{FF2B5EF4-FFF2-40B4-BE49-F238E27FC236}">
                  <a16:creationId xmlns:a16="http://schemas.microsoft.com/office/drawing/2014/main" id="{AB68F6CA-E60C-9FF4-BCFE-AE85016F78EF}"/>
                </a:ext>
              </a:extLst>
            </p:cNvPr>
            <p:cNvSpPr/>
            <p:nvPr/>
          </p:nvSpPr>
          <p:spPr>
            <a:xfrm>
              <a:off x="5334004" y="4389951"/>
              <a:ext cx="1278502" cy="384359"/>
            </a:xfrm>
            <a:custGeom>
              <a:avLst/>
              <a:gdLst>
                <a:gd name="connsiteX0" fmla="*/ 0 w 1158552"/>
                <a:gd name="connsiteY0" fmla="*/ 0 h 166663"/>
                <a:gd name="connsiteX1" fmla="*/ 1158552 w 1158552"/>
                <a:gd name="connsiteY1" fmla="*/ 0 h 166663"/>
                <a:gd name="connsiteX2" fmla="*/ 1158552 w 1158552"/>
                <a:gd name="connsiteY2" fmla="*/ 166663 h 166663"/>
                <a:gd name="connsiteX3" fmla="*/ 0 w 1158552"/>
                <a:gd name="connsiteY3" fmla="*/ 166663 h 166663"/>
                <a:gd name="connsiteX4" fmla="*/ 0 w 1158552"/>
                <a:gd name="connsiteY4" fmla="*/ 0 h 166663"/>
                <a:gd name="connsiteX0" fmla="*/ 0 w 1377627"/>
                <a:gd name="connsiteY0" fmla="*/ 0 h 238100"/>
                <a:gd name="connsiteX1" fmla="*/ 1377627 w 1377627"/>
                <a:gd name="connsiteY1" fmla="*/ 71437 h 238100"/>
                <a:gd name="connsiteX2" fmla="*/ 1377627 w 1377627"/>
                <a:gd name="connsiteY2" fmla="*/ 238100 h 238100"/>
                <a:gd name="connsiteX3" fmla="*/ 219075 w 1377627"/>
                <a:gd name="connsiteY3" fmla="*/ 238100 h 238100"/>
                <a:gd name="connsiteX4" fmla="*/ 0 w 1377627"/>
                <a:gd name="connsiteY4" fmla="*/ 0 h 238100"/>
                <a:gd name="connsiteX0" fmla="*/ 0 w 1377627"/>
                <a:gd name="connsiteY0" fmla="*/ 0 h 238100"/>
                <a:gd name="connsiteX1" fmla="*/ 1377627 w 1377627"/>
                <a:gd name="connsiteY1" fmla="*/ 71437 h 238100"/>
                <a:gd name="connsiteX2" fmla="*/ 1377627 w 1377627"/>
                <a:gd name="connsiteY2" fmla="*/ 238100 h 238100"/>
                <a:gd name="connsiteX3" fmla="*/ 9525 w 1377627"/>
                <a:gd name="connsiteY3" fmla="*/ 171425 h 238100"/>
                <a:gd name="connsiteX4" fmla="*/ 0 w 1377627"/>
                <a:gd name="connsiteY4" fmla="*/ 0 h 238100"/>
                <a:gd name="connsiteX0" fmla="*/ 0 w 1468114"/>
                <a:gd name="connsiteY0" fmla="*/ 200025 h 438125"/>
                <a:gd name="connsiteX1" fmla="*/ 1468114 w 1468114"/>
                <a:gd name="connsiteY1" fmla="*/ 0 h 438125"/>
                <a:gd name="connsiteX2" fmla="*/ 1377627 w 1468114"/>
                <a:gd name="connsiteY2" fmla="*/ 438125 h 438125"/>
                <a:gd name="connsiteX3" fmla="*/ 9525 w 1468114"/>
                <a:gd name="connsiteY3" fmla="*/ 371450 h 438125"/>
                <a:gd name="connsiteX4" fmla="*/ 0 w 1468114"/>
                <a:gd name="connsiteY4" fmla="*/ 200025 h 438125"/>
                <a:gd name="connsiteX0" fmla="*/ 0 w 1468114"/>
                <a:gd name="connsiteY0" fmla="*/ 200025 h 371450"/>
                <a:gd name="connsiteX1" fmla="*/ 1468114 w 1468114"/>
                <a:gd name="connsiteY1" fmla="*/ 0 h 371450"/>
                <a:gd name="connsiteX2" fmla="*/ 1449064 w 1468114"/>
                <a:gd name="connsiteY2" fmla="*/ 219050 h 371450"/>
                <a:gd name="connsiteX3" fmla="*/ 9525 w 1468114"/>
                <a:gd name="connsiteY3" fmla="*/ 371450 h 371450"/>
                <a:gd name="connsiteX4" fmla="*/ 0 w 1468114"/>
                <a:gd name="connsiteY4" fmla="*/ 200025 h 371450"/>
                <a:gd name="connsiteX0" fmla="*/ 0 w 1468114"/>
                <a:gd name="connsiteY0" fmla="*/ 200025 h 371450"/>
                <a:gd name="connsiteX1" fmla="*/ 1468114 w 1468114"/>
                <a:gd name="connsiteY1" fmla="*/ 0 h 371450"/>
                <a:gd name="connsiteX2" fmla="*/ 1449064 w 1468114"/>
                <a:gd name="connsiteY2" fmla="*/ 219050 h 371450"/>
                <a:gd name="connsiteX3" fmla="*/ 9525 w 1468114"/>
                <a:gd name="connsiteY3" fmla="*/ 371450 h 371450"/>
                <a:gd name="connsiteX4" fmla="*/ 0 w 1468114"/>
                <a:gd name="connsiteY4" fmla="*/ 200025 h 371450"/>
                <a:gd name="connsiteX0" fmla="*/ 0 w 1468114"/>
                <a:gd name="connsiteY0" fmla="*/ 200025 h 412861"/>
                <a:gd name="connsiteX1" fmla="*/ 1468114 w 1468114"/>
                <a:gd name="connsiteY1" fmla="*/ 0 h 412861"/>
                <a:gd name="connsiteX2" fmla="*/ 1449064 w 1468114"/>
                <a:gd name="connsiteY2" fmla="*/ 219050 h 412861"/>
                <a:gd name="connsiteX3" fmla="*/ 9525 w 1468114"/>
                <a:gd name="connsiteY3" fmla="*/ 371450 h 412861"/>
                <a:gd name="connsiteX4" fmla="*/ 0 w 1468114"/>
                <a:gd name="connsiteY4" fmla="*/ 200025 h 412861"/>
                <a:gd name="connsiteX0" fmla="*/ 0 w 1468114"/>
                <a:gd name="connsiteY0" fmla="*/ 200025 h 415961"/>
                <a:gd name="connsiteX1" fmla="*/ 1468114 w 1468114"/>
                <a:gd name="connsiteY1" fmla="*/ 0 h 415961"/>
                <a:gd name="connsiteX2" fmla="*/ 1343347 w 1468114"/>
                <a:gd name="connsiteY2" fmla="*/ 229451 h 415961"/>
                <a:gd name="connsiteX3" fmla="*/ 9525 w 1468114"/>
                <a:gd name="connsiteY3" fmla="*/ 371450 h 415961"/>
                <a:gd name="connsiteX4" fmla="*/ 0 w 1468114"/>
                <a:gd name="connsiteY4" fmla="*/ 200025 h 415961"/>
                <a:gd name="connsiteX0" fmla="*/ 0 w 1468114"/>
                <a:gd name="connsiteY0" fmla="*/ 200025 h 415961"/>
                <a:gd name="connsiteX1" fmla="*/ 1468114 w 1468114"/>
                <a:gd name="connsiteY1" fmla="*/ 0 h 415961"/>
                <a:gd name="connsiteX2" fmla="*/ 1343347 w 1468114"/>
                <a:gd name="connsiteY2" fmla="*/ 229451 h 415961"/>
                <a:gd name="connsiteX3" fmla="*/ 9525 w 1468114"/>
                <a:gd name="connsiteY3" fmla="*/ 371450 h 415961"/>
                <a:gd name="connsiteX4" fmla="*/ 0 w 1468114"/>
                <a:gd name="connsiteY4" fmla="*/ 200025 h 415961"/>
                <a:gd name="connsiteX0" fmla="*/ 0 w 1468114"/>
                <a:gd name="connsiteY0" fmla="*/ 200025 h 412414"/>
                <a:gd name="connsiteX1" fmla="*/ 1468114 w 1468114"/>
                <a:gd name="connsiteY1" fmla="*/ 0 h 412414"/>
                <a:gd name="connsiteX2" fmla="*/ 1343347 w 1468114"/>
                <a:gd name="connsiteY2" fmla="*/ 229451 h 412414"/>
                <a:gd name="connsiteX3" fmla="*/ 104115 w 1468114"/>
                <a:gd name="connsiteY3" fmla="*/ 366248 h 412414"/>
                <a:gd name="connsiteX4" fmla="*/ 0 w 1468114"/>
                <a:gd name="connsiteY4" fmla="*/ 200025 h 412414"/>
                <a:gd name="connsiteX0" fmla="*/ 0 w 1468114"/>
                <a:gd name="connsiteY0" fmla="*/ 200025 h 419714"/>
                <a:gd name="connsiteX1" fmla="*/ 1468114 w 1468114"/>
                <a:gd name="connsiteY1" fmla="*/ 0 h 419714"/>
                <a:gd name="connsiteX2" fmla="*/ 1343347 w 1468114"/>
                <a:gd name="connsiteY2" fmla="*/ 229451 h 419714"/>
                <a:gd name="connsiteX3" fmla="*/ 104115 w 1468114"/>
                <a:gd name="connsiteY3" fmla="*/ 366248 h 419714"/>
                <a:gd name="connsiteX4" fmla="*/ 0 w 1468114"/>
                <a:gd name="connsiteY4" fmla="*/ 200025 h 419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8114" h="419714">
                  <a:moveTo>
                    <a:pt x="0" y="200025"/>
                  </a:moveTo>
                  <a:lnTo>
                    <a:pt x="1468114" y="0"/>
                  </a:lnTo>
                  <a:cubicBezTo>
                    <a:pt x="1426525" y="76484"/>
                    <a:pt x="1518474" y="28154"/>
                    <a:pt x="1343347" y="229451"/>
                  </a:cubicBezTo>
                  <a:cubicBezTo>
                    <a:pt x="744439" y="446938"/>
                    <a:pt x="424796" y="455915"/>
                    <a:pt x="104115" y="366248"/>
                  </a:cubicBezTo>
                  <a:lnTo>
                    <a:pt x="0" y="200025"/>
                  </a:ln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B473E6F0-1CA5-0994-7534-A7B16A33E6BA}"/>
                </a:ext>
              </a:extLst>
            </p:cNvPr>
            <p:cNvGrpSpPr/>
            <p:nvPr/>
          </p:nvGrpSpPr>
          <p:grpSpPr>
            <a:xfrm rot="20966892" flipH="1">
              <a:off x="6110587" y="3896097"/>
              <a:ext cx="257367" cy="470030"/>
              <a:chOff x="6091889" y="3839750"/>
              <a:chExt cx="257367" cy="470030"/>
            </a:xfrm>
            <a:grpFill/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68E89F7E-CF28-3515-8A5A-10606CF07C45}"/>
                  </a:ext>
                </a:extLst>
              </p:cNvPr>
              <p:cNvSpPr/>
              <p:nvPr/>
            </p:nvSpPr>
            <p:spPr>
              <a:xfrm rot="20665506">
                <a:off x="6091889" y="3839750"/>
                <a:ext cx="254348" cy="470030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0BA62C5D-720C-6EB0-29DC-5703533B9934}"/>
                  </a:ext>
                </a:extLst>
              </p:cNvPr>
              <p:cNvSpPr/>
              <p:nvPr/>
            </p:nvSpPr>
            <p:spPr>
              <a:xfrm rot="194126">
                <a:off x="6218788" y="4019053"/>
                <a:ext cx="130468" cy="241102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95219DFB-49FB-53B4-4815-F429B8D79ECD}"/>
                </a:ext>
              </a:extLst>
            </p:cNvPr>
            <p:cNvGrpSpPr/>
            <p:nvPr/>
          </p:nvGrpSpPr>
          <p:grpSpPr>
            <a:xfrm rot="633108">
              <a:off x="5510752" y="3905649"/>
              <a:ext cx="257367" cy="470030"/>
              <a:chOff x="6091889" y="3839750"/>
              <a:chExt cx="257367" cy="470030"/>
            </a:xfrm>
            <a:grpFill/>
          </p:grpSpPr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C4F10835-C7E3-1B0E-E443-8B4361156213}"/>
                  </a:ext>
                </a:extLst>
              </p:cNvPr>
              <p:cNvSpPr/>
              <p:nvPr/>
            </p:nvSpPr>
            <p:spPr>
              <a:xfrm rot="20665506">
                <a:off x="6091889" y="3839750"/>
                <a:ext cx="254348" cy="470030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5D3CC5B4-A8AF-141F-27D9-458441C9053F}"/>
                  </a:ext>
                </a:extLst>
              </p:cNvPr>
              <p:cNvSpPr/>
              <p:nvPr/>
            </p:nvSpPr>
            <p:spPr>
              <a:xfrm rot="194126">
                <a:off x="6218788" y="4019053"/>
                <a:ext cx="130468" cy="241102"/>
              </a:xfrm>
              <a:prstGeom prst="ellipse">
                <a:avLst/>
              </a:prstGeom>
              <a:grpFill/>
              <a:ln w="285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B0A6D981-4510-01BE-5F63-1BF7EADF2D85}"/>
                </a:ext>
              </a:extLst>
            </p:cNvPr>
            <p:cNvSpPr/>
            <p:nvPr/>
          </p:nvSpPr>
          <p:spPr>
            <a:xfrm flipH="1">
              <a:off x="5866260" y="4352965"/>
              <a:ext cx="74841" cy="56564"/>
            </a:xfrm>
            <a:custGeom>
              <a:avLst/>
              <a:gdLst>
                <a:gd name="connsiteX0" fmla="*/ 43542 w 499306"/>
                <a:gd name="connsiteY0" fmla="*/ 0 h 377371"/>
                <a:gd name="connsiteX1" fmla="*/ 478971 w 499306"/>
                <a:gd name="connsiteY1" fmla="*/ 58057 h 377371"/>
                <a:gd name="connsiteX2" fmla="*/ 406400 w 499306"/>
                <a:gd name="connsiteY2" fmla="*/ 246743 h 377371"/>
                <a:gd name="connsiteX3" fmla="*/ 217714 w 499306"/>
                <a:gd name="connsiteY3" fmla="*/ 304800 h 377371"/>
                <a:gd name="connsiteX4" fmla="*/ 0 w 499306"/>
                <a:gd name="connsiteY4" fmla="*/ 377371 h 377371"/>
                <a:gd name="connsiteX5" fmla="*/ 0 w 499306"/>
                <a:gd name="connsiteY5" fmla="*/ 377371 h 37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9306" h="377371">
                  <a:moveTo>
                    <a:pt x="43542" y="0"/>
                  </a:moveTo>
                  <a:cubicBezTo>
                    <a:pt x="231018" y="8466"/>
                    <a:pt x="418495" y="16933"/>
                    <a:pt x="478971" y="58057"/>
                  </a:cubicBezTo>
                  <a:cubicBezTo>
                    <a:pt x="539447" y="99181"/>
                    <a:pt x="449943" y="205619"/>
                    <a:pt x="406400" y="246743"/>
                  </a:cubicBezTo>
                  <a:cubicBezTo>
                    <a:pt x="362857" y="287867"/>
                    <a:pt x="285447" y="283029"/>
                    <a:pt x="217714" y="304800"/>
                  </a:cubicBezTo>
                  <a:cubicBezTo>
                    <a:pt x="149981" y="326571"/>
                    <a:pt x="0" y="377371"/>
                    <a:pt x="0" y="377371"/>
                  </a:cubicBezTo>
                  <a:lnTo>
                    <a:pt x="0" y="377371"/>
                  </a:lnTo>
                </a:path>
              </a:pathLst>
            </a:custGeom>
            <a:grpFill/>
            <a:ln w="285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Arc 144">
              <a:extLst>
                <a:ext uri="{FF2B5EF4-FFF2-40B4-BE49-F238E27FC236}">
                  <a16:creationId xmlns:a16="http://schemas.microsoft.com/office/drawing/2014/main" id="{F15E7C33-51F7-B9DC-F9C5-658EE005B5BC}"/>
                </a:ext>
              </a:extLst>
            </p:cNvPr>
            <p:cNvSpPr/>
            <p:nvPr/>
          </p:nvSpPr>
          <p:spPr>
            <a:xfrm rot="8060646">
              <a:off x="5840156" y="4327482"/>
              <a:ext cx="198120" cy="198120"/>
            </a:xfrm>
            <a:prstGeom prst="arc">
              <a:avLst>
                <a:gd name="adj1" fmla="val 14683707"/>
                <a:gd name="adj2" fmla="val 1378219"/>
              </a:avLst>
            </a:prstGeom>
            <a:grpFill/>
            <a:ln w="285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0B3AD1E-085D-2F24-3534-869632EFAA38}"/>
              </a:ext>
            </a:extLst>
          </p:cNvPr>
          <p:cNvGrpSpPr/>
          <p:nvPr/>
        </p:nvGrpSpPr>
        <p:grpSpPr>
          <a:xfrm>
            <a:off x="4467805" y="969408"/>
            <a:ext cx="6739599" cy="5888176"/>
            <a:chOff x="4467805" y="969408"/>
            <a:chExt cx="6739599" cy="5888176"/>
          </a:xfrm>
        </p:grpSpPr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FD467CF4-2DFC-5D7D-5118-CBF89E070AED}"/>
                </a:ext>
              </a:extLst>
            </p:cNvPr>
            <p:cNvGrpSpPr/>
            <p:nvPr/>
          </p:nvGrpSpPr>
          <p:grpSpPr>
            <a:xfrm>
              <a:off x="4467805" y="969408"/>
              <a:ext cx="6739599" cy="5888176"/>
              <a:chOff x="4169342" y="2914886"/>
              <a:chExt cx="3420844" cy="2988684"/>
            </a:xfrm>
          </p:grpSpPr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D7EBAC60-13B8-6410-5170-FE1F6A7500CD}"/>
                  </a:ext>
                </a:extLst>
              </p:cNvPr>
              <p:cNvSpPr/>
              <p:nvPr/>
            </p:nvSpPr>
            <p:spPr>
              <a:xfrm rot="329721" flipH="1">
                <a:off x="6273595" y="3821104"/>
                <a:ext cx="1316591" cy="865631"/>
              </a:xfrm>
              <a:custGeom>
                <a:avLst/>
                <a:gdLst>
                  <a:gd name="connsiteX0" fmla="*/ 1158863 w 1158863"/>
                  <a:gd name="connsiteY0" fmla="*/ 326249 h 745571"/>
                  <a:gd name="connsiteX1" fmla="*/ 1089807 w 1158863"/>
                  <a:gd name="connsiteY1" fmla="*/ 369111 h 745571"/>
                  <a:gd name="connsiteX2" fmla="*/ 968363 w 1158863"/>
                  <a:gd name="connsiteY2" fmla="*/ 400068 h 745571"/>
                  <a:gd name="connsiteX3" fmla="*/ 801676 w 1158863"/>
                  <a:gd name="connsiteY3" fmla="*/ 392924 h 745571"/>
                  <a:gd name="connsiteX4" fmla="*/ 658801 w 1158863"/>
                  <a:gd name="connsiteY4" fmla="*/ 288149 h 745571"/>
                  <a:gd name="connsiteX5" fmla="*/ 546882 w 1158863"/>
                  <a:gd name="connsiteY5" fmla="*/ 169086 h 745571"/>
                  <a:gd name="connsiteX6" fmla="*/ 430201 w 1158863"/>
                  <a:gd name="connsiteY6" fmla="*/ 52405 h 745571"/>
                  <a:gd name="connsiteX7" fmla="*/ 277801 w 1158863"/>
                  <a:gd name="connsiteY7" fmla="*/ 18 h 745571"/>
                  <a:gd name="connsiteX8" fmla="*/ 87301 w 1158863"/>
                  <a:gd name="connsiteY8" fmla="*/ 57168 h 745571"/>
                  <a:gd name="connsiteX9" fmla="*/ 1576 w 1158863"/>
                  <a:gd name="connsiteY9" fmla="*/ 207186 h 745571"/>
                  <a:gd name="connsiteX10" fmla="*/ 37295 w 1158863"/>
                  <a:gd name="connsiteY10" fmla="*/ 321486 h 745571"/>
                  <a:gd name="connsiteX11" fmla="*/ 106351 w 1158863"/>
                  <a:gd name="connsiteY11" fmla="*/ 228618 h 745571"/>
                  <a:gd name="connsiteX12" fmla="*/ 203982 w 1158863"/>
                  <a:gd name="connsiteY12" fmla="*/ 157180 h 745571"/>
                  <a:gd name="connsiteX13" fmla="*/ 303995 w 1158863"/>
                  <a:gd name="connsiteY13" fmla="*/ 152418 h 745571"/>
                  <a:gd name="connsiteX14" fmla="*/ 380195 w 1158863"/>
                  <a:gd name="connsiteY14" fmla="*/ 345299 h 745571"/>
                  <a:gd name="connsiteX15" fmla="*/ 465920 w 1158863"/>
                  <a:gd name="connsiteY15" fmla="*/ 535799 h 745571"/>
                  <a:gd name="connsiteX16" fmla="*/ 589745 w 1158863"/>
                  <a:gd name="connsiteY16" fmla="*/ 640574 h 745571"/>
                  <a:gd name="connsiteX17" fmla="*/ 694520 w 1158863"/>
                  <a:gd name="connsiteY17" fmla="*/ 707249 h 745571"/>
                  <a:gd name="connsiteX18" fmla="*/ 882638 w 1158863"/>
                  <a:gd name="connsiteY18" fmla="*/ 745349 h 745571"/>
                  <a:gd name="connsiteX19" fmla="*/ 985032 w 1158863"/>
                  <a:gd name="connsiteY19" fmla="*/ 723918 h 745571"/>
                  <a:gd name="connsiteX20" fmla="*/ 985032 w 1158863"/>
                  <a:gd name="connsiteY20" fmla="*/ 723918 h 745571"/>
                  <a:gd name="connsiteX0" fmla="*/ 1158863 w 1158863"/>
                  <a:gd name="connsiteY0" fmla="*/ 326249 h 745571"/>
                  <a:gd name="connsiteX1" fmla="*/ 1089807 w 1158863"/>
                  <a:gd name="connsiteY1" fmla="*/ 369111 h 745571"/>
                  <a:gd name="connsiteX2" fmla="*/ 968363 w 1158863"/>
                  <a:gd name="connsiteY2" fmla="*/ 400068 h 745571"/>
                  <a:gd name="connsiteX3" fmla="*/ 801676 w 1158863"/>
                  <a:gd name="connsiteY3" fmla="*/ 392924 h 745571"/>
                  <a:gd name="connsiteX4" fmla="*/ 658801 w 1158863"/>
                  <a:gd name="connsiteY4" fmla="*/ 288149 h 745571"/>
                  <a:gd name="connsiteX5" fmla="*/ 546882 w 1158863"/>
                  <a:gd name="connsiteY5" fmla="*/ 169086 h 745571"/>
                  <a:gd name="connsiteX6" fmla="*/ 430201 w 1158863"/>
                  <a:gd name="connsiteY6" fmla="*/ 52405 h 745571"/>
                  <a:gd name="connsiteX7" fmla="*/ 277801 w 1158863"/>
                  <a:gd name="connsiteY7" fmla="*/ 18 h 745571"/>
                  <a:gd name="connsiteX8" fmla="*/ 87301 w 1158863"/>
                  <a:gd name="connsiteY8" fmla="*/ 57168 h 745571"/>
                  <a:gd name="connsiteX9" fmla="*/ 1576 w 1158863"/>
                  <a:gd name="connsiteY9" fmla="*/ 207186 h 745571"/>
                  <a:gd name="connsiteX10" fmla="*/ 37295 w 1158863"/>
                  <a:gd name="connsiteY10" fmla="*/ 321486 h 745571"/>
                  <a:gd name="connsiteX11" fmla="*/ 106351 w 1158863"/>
                  <a:gd name="connsiteY11" fmla="*/ 228618 h 745571"/>
                  <a:gd name="connsiteX12" fmla="*/ 180169 w 1158863"/>
                  <a:gd name="connsiteY12" fmla="*/ 152418 h 745571"/>
                  <a:gd name="connsiteX13" fmla="*/ 303995 w 1158863"/>
                  <a:gd name="connsiteY13" fmla="*/ 152418 h 745571"/>
                  <a:gd name="connsiteX14" fmla="*/ 380195 w 1158863"/>
                  <a:gd name="connsiteY14" fmla="*/ 345299 h 745571"/>
                  <a:gd name="connsiteX15" fmla="*/ 465920 w 1158863"/>
                  <a:gd name="connsiteY15" fmla="*/ 535799 h 745571"/>
                  <a:gd name="connsiteX16" fmla="*/ 589745 w 1158863"/>
                  <a:gd name="connsiteY16" fmla="*/ 640574 h 745571"/>
                  <a:gd name="connsiteX17" fmla="*/ 694520 w 1158863"/>
                  <a:gd name="connsiteY17" fmla="*/ 707249 h 745571"/>
                  <a:gd name="connsiteX18" fmla="*/ 882638 w 1158863"/>
                  <a:gd name="connsiteY18" fmla="*/ 745349 h 745571"/>
                  <a:gd name="connsiteX19" fmla="*/ 985032 w 1158863"/>
                  <a:gd name="connsiteY19" fmla="*/ 723918 h 745571"/>
                  <a:gd name="connsiteX20" fmla="*/ 985032 w 1158863"/>
                  <a:gd name="connsiteY20" fmla="*/ 723918 h 745571"/>
                  <a:gd name="connsiteX0" fmla="*/ 1164320 w 1164320"/>
                  <a:gd name="connsiteY0" fmla="*/ 326249 h 745571"/>
                  <a:gd name="connsiteX1" fmla="*/ 1095264 w 1164320"/>
                  <a:gd name="connsiteY1" fmla="*/ 369111 h 745571"/>
                  <a:gd name="connsiteX2" fmla="*/ 973820 w 1164320"/>
                  <a:gd name="connsiteY2" fmla="*/ 400068 h 745571"/>
                  <a:gd name="connsiteX3" fmla="*/ 807133 w 1164320"/>
                  <a:gd name="connsiteY3" fmla="*/ 392924 h 745571"/>
                  <a:gd name="connsiteX4" fmla="*/ 664258 w 1164320"/>
                  <a:gd name="connsiteY4" fmla="*/ 288149 h 745571"/>
                  <a:gd name="connsiteX5" fmla="*/ 552339 w 1164320"/>
                  <a:gd name="connsiteY5" fmla="*/ 169086 h 745571"/>
                  <a:gd name="connsiteX6" fmla="*/ 435658 w 1164320"/>
                  <a:gd name="connsiteY6" fmla="*/ 52405 h 745571"/>
                  <a:gd name="connsiteX7" fmla="*/ 283258 w 1164320"/>
                  <a:gd name="connsiteY7" fmla="*/ 18 h 745571"/>
                  <a:gd name="connsiteX8" fmla="*/ 92758 w 1164320"/>
                  <a:gd name="connsiteY8" fmla="*/ 57168 h 745571"/>
                  <a:gd name="connsiteX9" fmla="*/ 7033 w 1164320"/>
                  <a:gd name="connsiteY9" fmla="*/ 207186 h 745571"/>
                  <a:gd name="connsiteX10" fmla="*/ 42752 w 1164320"/>
                  <a:gd name="connsiteY10" fmla="*/ 321486 h 745571"/>
                  <a:gd name="connsiteX11" fmla="*/ 111808 w 1164320"/>
                  <a:gd name="connsiteY11" fmla="*/ 228618 h 745571"/>
                  <a:gd name="connsiteX12" fmla="*/ 185626 w 1164320"/>
                  <a:gd name="connsiteY12" fmla="*/ 152418 h 745571"/>
                  <a:gd name="connsiteX13" fmla="*/ 309452 w 1164320"/>
                  <a:gd name="connsiteY13" fmla="*/ 152418 h 745571"/>
                  <a:gd name="connsiteX14" fmla="*/ 385652 w 1164320"/>
                  <a:gd name="connsiteY14" fmla="*/ 345299 h 745571"/>
                  <a:gd name="connsiteX15" fmla="*/ 471377 w 1164320"/>
                  <a:gd name="connsiteY15" fmla="*/ 535799 h 745571"/>
                  <a:gd name="connsiteX16" fmla="*/ 595202 w 1164320"/>
                  <a:gd name="connsiteY16" fmla="*/ 640574 h 745571"/>
                  <a:gd name="connsiteX17" fmla="*/ 699977 w 1164320"/>
                  <a:gd name="connsiteY17" fmla="*/ 707249 h 745571"/>
                  <a:gd name="connsiteX18" fmla="*/ 888095 w 1164320"/>
                  <a:gd name="connsiteY18" fmla="*/ 745349 h 745571"/>
                  <a:gd name="connsiteX19" fmla="*/ 990489 w 1164320"/>
                  <a:gd name="connsiteY19" fmla="*/ 723918 h 745571"/>
                  <a:gd name="connsiteX20" fmla="*/ 990489 w 1164320"/>
                  <a:gd name="connsiteY20" fmla="*/ 723918 h 745571"/>
                  <a:gd name="connsiteX0" fmla="*/ 1164320 w 1164320"/>
                  <a:gd name="connsiteY0" fmla="*/ 326249 h 745571"/>
                  <a:gd name="connsiteX1" fmla="*/ 1095264 w 1164320"/>
                  <a:gd name="connsiteY1" fmla="*/ 369111 h 745571"/>
                  <a:gd name="connsiteX2" fmla="*/ 973820 w 1164320"/>
                  <a:gd name="connsiteY2" fmla="*/ 400068 h 745571"/>
                  <a:gd name="connsiteX3" fmla="*/ 807133 w 1164320"/>
                  <a:gd name="connsiteY3" fmla="*/ 392924 h 745571"/>
                  <a:gd name="connsiteX4" fmla="*/ 664258 w 1164320"/>
                  <a:gd name="connsiteY4" fmla="*/ 288149 h 745571"/>
                  <a:gd name="connsiteX5" fmla="*/ 552339 w 1164320"/>
                  <a:gd name="connsiteY5" fmla="*/ 169086 h 745571"/>
                  <a:gd name="connsiteX6" fmla="*/ 435658 w 1164320"/>
                  <a:gd name="connsiteY6" fmla="*/ 52405 h 745571"/>
                  <a:gd name="connsiteX7" fmla="*/ 283258 w 1164320"/>
                  <a:gd name="connsiteY7" fmla="*/ 18 h 745571"/>
                  <a:gd name="connsiteX8" fmla="*/ 92758 w 1164320"/>
                  <a:gd name="connsiteY8" fmla="*/ 57168 h 745571"/>
                  <a:gd name="connsiteX9" fmla="*/ 7033 w 1164320"/>
                  <a:gd name="connsiteY9" fmla="*/ 207186 h 745571"/>
                  <a:gd name="connsiteX10" fmla="*/ 42752 w 1164320"/>
                  <a:gd name="connsiteY10" fmla="*/ 321486 h 745571"/>
                  <a:gd name="connsiteX11" fmla="*/ 111808 w 1164320"/>
                  <a:gd name="connsiteY11" fmla="*/ 228618 h 745571"/>
                  <a:gd name="connsiteX12" fmla="*/ 185626 w 1164320"/>
                  <a:gd name="connsiteY12" fmla="*/ 152418 h 745571"/>
                  <a:gd name="connsiteX13" fmla="*/ 309452 w 1164320"/>
                  <a:gd name="connsiteY13" fmla="*/ 152418 h 745571"/>
                  <a:gd name="connsiteX14" fmla="*/ 385652 w 1164320"/>
                  <a:gd name="connsiteY14" fmla="*/ 345299 h 745571"/>
                  <a:gd name="connsiteX15" fmla="*/ 471377 w 1164320"/>
                  <a:gd name="connsiteY15" fmla="*/ 535799 h 745571"/>
                  <a:gd name="connsiteX16" fmla="*/ 595202 w 1164320"/>
                  <a:gd name="connsiteY16" fmla="*/ 666768 h 745571"/>
                  <a:gd name="connsiteX17" fmla="*/ 699977 w 1164320"/>
                  <a:gd name="connsiteY17" fmla="*/ 707249 h 745571"/>
                  <a:gd name="connsiteX18" fmla="*/ 888095 w 1164320"/>
                  <a:gd name="connsiteY18" fmla="*/ 745349 h 745571"/>
                  <a:gd name="connsiteX19" fmla="*/ 990489 w 1164320"/>
                  <a:gd name="connsiteY19" fmla="*/ 723918 h 745571"/>
                  <a:gd name="connsiteX20" fmla="*/ 990489 w 1164320"/>
                  <a:gd name="connsiteY20" fmla="*/ 723918 h 745571"/>
                  <a:gd name="connsiteX0" fmla="*/ 1164320 w 1164320"/>
                  <a:gd name="connsiteY0" fmla="*/ 326249 h 750403"/>
                  <a:gd name="connsiteX1" fmla="*/ 1095264 w 1164320"/>
                  <a:gd name="connsiteY1" fmla="*/ 369111 h 750403"/>
                  <a:gd name="connsiteX2" fmla="*/ 973820 w 1164320"/>
                  <a:gd name="connsiteY2" fmla="*/ 400068 h 750403"/>
                  <a:gd name="connsiteX3" fmla="*/ 807133 w 1164320"/>
                  <a:gd name="connsiteY3" fmla="*/ 392924 h 750403"/>
                  <a:gd name="connsiteX4" fmla="*/ 664258 w 1164320"/>
                  <a:gd name="connsiteY4" fmla="*/ 288149 h 750403"/>
                  <a:gd name="connsiteX5" fmla="*/ 552339 w 1164320"/>
                  <a:gd name="connsiteY5" fmla="*/ 169086 h 750403"/>
                  <a:gd name="connsiteX6" fmla="*/ 435658 w 1164320"/>
                  <a:gd name="connsiteY6" fmla="*/ 52405 h 750403"/>
                  <a:gd name="connsiteX7" fmla="*/ 283258 w 1164320"/>
                  <a:gd name="connsiteY7" fmla="*/ 18 h 750403"/>
                  <a:gd name="connsiteX8" fmla="*/ 92758 w 1164320"/>
                  <a:gd name="connsiteY8" fmla="*/ 57168 h 750403"/>
                  <a:gd name="connsiteX9" fmla="*/ 7033 w 1164320"/>
                  <a:gd name="connsiteY9" fmla="*/ 207186 h 750403"/>
                  <a:gd name="connsiteX10" fmla="*/ 42752 w 1164320"/>
                  <a:gd name="connsiteY10" fmla="*/ 321486 h 750403"/>
                  <a:gd name="connsiteX11" fmla="*/ 111808 w 1164320"/>
                  <a:gd name="connsiteY11" fmla="*/ 228618 h 750403"/>
                  <a:gd name="connsiteX12" fmla="*/ 185626 w 1164320"/>
                  <a:gd name="connsiteY12" fmla="*/ 152418 h 750403"/>
                  <a:gd name="connsiteX13" fmla="*/ 309452 w 1164320"/>
                  <a:gd name="connsiteY13" fmla="*/ 152418 h 750403"/>
                  <a:gd name="connsiteX14" fmla="*/ 385652 w 1164320"/>
                  <a:gd name="connsiteY14" fmla="*/ 345299 h 750403"/>
                  <a:gd name="connsiteX15" fmla="*/ 471377 w 1164320"/>
                  <a:gd name="connsiteY15" fmla="*/ 535799 h 750403"/>
                  <a:gd name="connsiteX16" fmla="*/ 595202 w 1164320"/>
                  <a:gd name="connsiteY16" fmla="*/ 666768 h 750403"/>
                  <a:gd name="connsiteX17" fmla="*/ 726171 w 1164320"/>
                  <a:gd name="connsiteY17" fmla="*/ 742968 h 750403"/>
                  <a:gd name="connsiteX18" fmla="*/ 888095 w 1164320"/>
                  <a:gd name="connsiteY18" fmla="*/ 745349 h 750403"/>
                  <a:gd name="connsiteX19" fmla="*/ 990489 w 1164320"/>
                  <a:gd name="connsiteY19" fmla="*/ 723918 h 750403"/>
                  <a:gd name="connsiteX20" fmla="*/ 990489 w 1164320"/>
                  <a:gd name="connsiteY20" fmla="*/ 723918 h 750403"/>
                  <a:gd name="connsiteX0" fmla="*/ 1164320 w 1164320"/>
                  <a:gd name="connsiteY0" fmla="*/ 326249 h 760608"/>
                  <a:gd name="connsiteX1" fmla="*/ 1095264 w 1164320"/>
                  <a:gd name="connsiteY1" fmla="*/ 369111 h 760608"/>
                  <a:gd name="connsiteX2" fmla="*/ 973820 w 1164320"/>
                  <a:gd name="connsiteY2" fmla="*/ 40006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9 h 760608"/>
                  <a:gd name="connsiteX1" fmla="*/ 1095264 w 1164320"/>
                  <a:gd name="connsiteY1" fmla="*/ 369111 h 760608"/>
                  <a:gd name="connsiteX2" fmla="*/ 973820 w 1164320"/>
                  <a:gd name="connsiteY2" fmla="*/ 41911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9 h 760608"/>
                  <a:gd name="connsiteX1" fmla="*/ 1100027 w 1164320"/>
                  <a:gd name="connsiteY1" fmla="*/ 383398 h 760608"/>
                  <a:gd name="connsiteX2" fmla="*/ 973820 w 1164320"/>
                  <a:gd name="connsiteY2" fmla="*/ 41911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8 h 760607"/>
                  <a:gd name="connsiteX1" fmla="*/ 1100027 w 1164320"/>
                  <a:gd name="connsiteY1" fmla="*/ 383397 h 760607"/>
                  <a:gd name="connsiteX2" fmla="*/ 973820 w 1164320"/>
                  <a:gd name="connsiteY2" fmla="*/ 419117 h 760607"/>
                  <a:gd name="connsiteX3" fmla="*/ 807133 w 1164320"/>
                  <a:gd name="connsiteY3" fmla="*/ 392923 h 760607"/>
                  <a:gd name="connsiteX4" fmla="*/ 664258 w 1164320"/>
                  <a:gd name="connsiteY4" fmla="*/ 288148 h 760607"/>
                  <a:gd name="connsiteX5" fmla="*/ 561864 w 1164320"/>
                  <a:gd name="connsiteY5" fmla="*/ 152416 h 760607"/>
                  <a:gd name="connsiteX6" fmla="*/ 435658 w 1164320"/>
                  <a:gd name="connsiteY6" fmla="*/ 52404 h 760607"/>
                  <a:gd name="connsiteX7" fmla="*/ 283258 w 1164320"/>
                  <a:gd name="connsiteY7" fmla="*/ 17 h 760607"/>
                  <a:gd name="connsiteX8" fmla="*/ 92758 w 1164320"/>
                  <a:gd name="connsiteY8" fmla="*/ 57167 h 760607"/>
                  <a:gd name="connsiteX9" fmla="*/ 7033 w 1164320"/>
                  <a:gd name="connsiteY9" fmla="*/ 207185 h 760607"/>
                  <a:gd name="connsiteX10" fmla="*/ 42752 w 1164320"/>
                  <a:gd name="connsiteY10" fmla="*/ 321485 h 760607"/>
                  <a:gd name="connsiteX11" fmla="*/ 111808 w 1164320"/>
                  <a:gd name="connsiteY11" fmla="*/ 228617 h 760607"/>
                  <a:gd name="connsiteX12" fmla="*/ 185626 w 1164320"/>
                  <a:gd name="connsiteY12" fmla="*/ 152417 h 760607"/>
                  <a:gd name="connsiteX13" fmla="*/ 309452 w 1164320"/>
                  <a:gd name="connsiteY13" fmla="*/ 152417 h 760607"/>
                  <a:gd name="connsiteX14" fmla="*/ 385652 w 1164320"/>
                  <a:gd name="connsiteY14" fmla="*/ 345298 h 760607"/>
                  <a:gd name="connsiteX15" fmla="*/ 471377 w 1164320"/>
                  <a:gd name="connsiteY15" fmla="*/ 535798 h 760607"/>
                  <a:gd name="connsiteX16" fmla="*/ 595202 w 1164320"/>
                  <a:gd name="connsiteY16" fmla="*/ 666767 h 760607"/>
                  <a:gd name="connsiteX17" fmla="*/ 726171 w 1164320"/>
                  <a:gd name="connsiteY17" fmla="*/ 742967 h 760607"/>
                  <a:gd name="connsiteX18" fmla="*/ 888095 w 1164320"/>
                  <a:gd name="connsiteY18" fmla="*/ 759636 h 760607"/>
                  <a:gd name="connsiteX19" fmla="*/ 990489 w 1164320"/>
                  <a:gd name="connsiteY19" fmla="*/ 723917 h 760607"/>
                  <a:gd name="connsiteX20" fmla="*/ 990489 w 1164320"/>
                  <a:gd name="connsiteY20" fmla="*/ 723917 h 760607"/>
                  <a:gd name="connsiteX0" fmla="*/ 1164320 w 1164320"/>
                  <a:gd name="connsiteY0" fmla="*/ 326424 h 760783"/>
                  <a:gd name="connsiteX1" fmla="*/ 1100027 w 1164320"/>
                  <a:gd name="connsiteY1" fmla="*/ 383573 h 760783"/>
                  <a:gd name="connsiteX2" fmla="*/ 973820 w 1164320"/>
                  <a:gd name="connsiteY2" fmla="*/ 419293 h 760783"/>
                  <a:gd name="connsiteX3" fmla="*/ 807133 w 1164320"/>
                  <a:gd name="connsiteY3" fmla="*/ 393099 h 760783"/>
                  <a:gd name="connsiteX4" fmla="*/ 664258 w 1164320"/>
                  <a:gd name="connsiteY4" fmla="*/ 288324 h 760783"/>
                  <a:gd name="connsiteX5" fmla="*/ 561864 w 1164320"/>
                  <a:gd name="connsiteY5" fmla="*/ 152592 h 760783"/>
                  <a:gd name="connsiteX6" fmla="*/ 438039 w 1164320"/>
                  <a:gd name="connsiteY6" fmla="*/ 43055 h 760783"/>
                  <a:gd name="connsiteX7" fmla="*/ 283258 w 1164320"/>
                  <a:gd name="connsiteY7" fmla="*/ 193 h 760783"/>
                  <a:gd name="connsiteX8" fmla="*/ 92758 w 1164320"/>
                  <a:gd name="connsiteY8" fmla="*/ 57343 h 760783"/>
                  <a:gd name="connsiteX9" fmla="*/ 7033 w 1164320"/>
                  <a:gd name="connsiteY9" fmla="*/ 207361 h 760783"/>
                  <a:gd name="connsiteX10" fmla="*/ 42752 w 1164320"/>
                  <a:gd name="connsiteY10" fmla="*/ 321661 h 760783"/>
                  <a:gd name="connsiteX11" fmla="*/ 111808 w 1164320"/>
                  <a:gd name="connsiteY11" fmla="*/ 228793 h 760783"/>
                  <a:gd name="connsiteX12" fmla="*/ 185626 w 1164320"/>
                  <a:gd name="connsiteY12" fmla="*/ 152593 h 760783"/>
                  <a:gd name="connsiteX13" fmla="*/ 309452 w 1164320"/>
                  <a:gd name="connsiteY13" fmla="*/ 152593 h 760783"/>
                  <a:gd name="connsiteX14" fmla="*/ 385652 w 1164320"/>
                  <a:gd name="connsiteY14" fmla="*/ 345474 h 760783"/>
                  <a:gd name="connsiteX15" fmla="*/ 471377 w 1164320"/>
                  <a:gd name="connsiteY15" fmla="*/ 535974 h 760783"/>
                  <a:gd name="connsiteX16" fmla="*/ 595202 w 1164320"/>
                  <a:gd name="connsiteY16" fmla="*/ 666943 h 760783"/>
                  <a:gd name="connsiteX17" fmla="*/ 726171 w 1164320"/>
                  <a:gd name="connsiteY17" fmla="*/ 743143 h 760783"/>
                  <a:gd name="connsiteX18" fmla="*/ 888095 w 1164320"/>
                  <a:gd name="connsiteY18" fmla="*/ 759812 h 760783"/>
                  <a:gd name="connsiteX19" fmla="*/ 990489 w 1164320"/>
                  <a:gd name="connsiteY19" fmla="*/ 724093 h 760783"/>
                  <a:gd name="connsiteX20" fmla="*/ 990489 w 1164320"/>
                  <a:gd name="connsiteY20" fmla="*/ 724093 h 760783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57326 h 765516"/>
                  <a:gd name="connsiteX13" fmla="*/ 309452 w 1164320"/>
                  <a:gd name="connsiteY13" fmla="*/ 157326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57326 h 765516"/>
                  <a:gd name="connsiteX13" fmla="*/ 311833 w 1164320"/>
                  <a:gd name="connsiteY13" fmla="*/ 178757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62088 h 765516"/>
                  <a:gd name="connsiteX13" fmla="*/ 311833 w 1164320"/>
                  <a:gd name="connsiteY13" fmla="*/ 178757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64320" h="765516">
                    <a:moveTo>
                      <a:pt x="1164320" y="331157"/>
                    </a:moveTo>
                    <a:cubicBezTo>
                      <a:pt x="1145667" y="346436"/>
                      <a:pt x="1131777" y="372828"/>
                      <a:pt x="1100027" y="388306"/>
                    </a:cubicBezTo>
                    <a:cubicBezTo>
                      <a:pt x="1068277" y="403784"/>
                      <a:pt x="1022636" y="422438"/>
                      <a:pt x="973820" y="424026"/>
                    </a:cubicBezTo>
                    <a:cubicBezTo>
                      <a:pt x="925004" y="425614"/>
                      <a:pt x="858727" y="419660"/>
                      <a:pt x="807133" y="397832"/>
                    </a:cubicBezTo>
                    <a:cubicBezTo>
                      <a:pt x="755539" y="376004"/>
                      <a:pt x="705136" y="333141"/>
                      <a:pt x="664258" y="293057"/>
                    </a:cubicBezTo>
                    <a:cubicBezTo>
                      <a:pt x="623380" y="252973"/>
                      <a:pt x="599567" y="198203"/>
                      <a:pt x="561864" y="157325"/>
                    </a:cubicBezTo>
                    <a:cubicBezTo>
                      <a:pt x="524161" y="116447"/>
                      <a:pt x="485267" y="73981"/>
                      <a:pt x="438039" y="47788"/>
                    </a:cubicBezTo>
                    <a:cubicBezTo>
                      <a:pt x="390811" y="21595"/>
                      <a:pt x="336043" y="-2217"/>
                      <a:pt x="278496" y="164"/>
                    </a:cubicBezTo>
                    <a:cubicBezTo>
                      <a:pt x="220949" y="2545"/>
                      <a:pt x="138002" y="26754"/>
                      <a:pt x="92758" y="62076"/>
                    </a:cubicBezTo>
                    <a:cubicBezTo>
                      <a:pt x="47514" y="97398"/>
                      <a:pt x="15367" y="168041"/>
                      <a:pt x="7033" y="212094"/>
                    </a:cubicBezTo>
                    <a:cubicBezTo>
                      <a:pt x="-1301" y="256147"/>
                      <a:pt x="-12810" y="318060"/>
                      <a:pt x="42752" y="326394"/>
                    </a:cubicBezTo>
                    <a:cubicBezTo>
                      <a:pt x="98314" y="334728"/>
                      <a:pt x="87996" y="260910"/>
                      <a:pt x="111808" y="233526"/>
                    </a:cubicBezTo>
                    <a:cubicBezTo>
                      <a:pt x="135620" y="206142"/>
                      <a:pt x="152289" y="171216"/>
                      <a:pt x="185626" y="162088"/>
                    </a:cubicBezTo>
                    <a:cubicBezTo>
                      <a:pt x="218963" y="152960"/>
                      <a:pt x="278495" y="147404"/>
                      <a:pt x="311833" y="178757"/>
                    </a:cubicBezTo>
                    <a:cubicBezTo>
                      <a:pt x="345171" y="210110"/>
                      <a:pt x="359061" y="289882"/>
                      <a:pt x="385652" y="350207"/>
                    </a:cubicBezTo>
                    <a:cubicBezTo>
                      <a:pt x="412243" y="410532"/>
                      <a:pt x="436452" y="487129"/>
                      <a:pt x="471377" y="540707"/>
                    </a:cubicBezTo>
                    <a:cubicBezTo>
                      <a:pt x="506302" y="594285"/>
                      <a:pt x="552736" y="637148"/>
                      <a:pt x="595202" y="671676"/>
                    </a:cubicBezTo>
                    <a:cubicBezTo>
                      <a:pt x="637668" y="706204"/>
                      <a:pt x="677356" y="732398"/>
                      <a:pt x="726171" y="747876"/>
                    </a:cubicBezTo>
                    <a:cubicBezTo>
                      <a:pt x="774986" y="763354"/>
                      <a:pt x="844042" y="767720"/>
                      <a:pt x="888095" y="764545"/>
                    </a:cubicBezTo>
                    <a:cubicBezTo>
                      <a:pt x="932148" y="761370"/>
                      <a:pt x="990489" y="728826"/>
                      <a:pt x="990489" y="728826"/>
                    </a:cubicBezTo>
                    <a:lnTo>
                      <a:pt x="990489" y="728826"/>
                    </a:lnTo>
                  </a:path>
                </a:pathLst>
              </a:custGeom>
              <a:solidFill>
                <a:srgbClr val="BEA7D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32" name="Group 231">
                <a:extLst>
                  <a:ext uri="{FF2B5EF4-FFF2-40B4-BE49-F238E27FC236}">
                    <a16:creationId xmlns:a16="http://schemas.microsoft.com/office/drawing/2014/main" id="{FF3A8F02-F885-D326-DCC0-A1FAC1E55F98}"/>
                  </a:ext>
                </a:extLst>
              </p:cNvPr>
              <p:cNvGrpSpPr/>
              <p:nvPr/>
            </p:nvGrpSpPr>
            <p:grpSpPr>
              <a:xfrm rot="18657937">
                <a:off x="6546849" y="3722475"/>
                <a:ext cx="937606" cy="1088467"/>
                <a:chOff x="6479997" y="4263560"/>
                <a:chExt cx="937606" cy="1088467"/>
              </a:xfrm>
            </p:grpSpPr>
            <p:sp>
              <p:nvSpPr>
                <p:cNvPr id="334" name="Freeform: Shape 333">
                  <a:extLst>
                    <a:ext uri="{FF2B5EF4-FFF2-40B4-BE49-F238E27FC236}">
                      <a16:creationId xmlns:a16="http://schemas.microsoft.com/office/drawing/2014/main" id="{7F6C0FC6-EADB-3046-6C6E-088937F23E05}"/>
                    </a:ext>
                  </a:extLst>
                </p:cNvPr>
                <p:cNvSpPr/>
                <p:nvPr/>
              </p:nvSpPr>
              <p:spPr>
                <a:xfrm rot="3303579" flipH="1">
                  <a:off x="6365003" y="4428173"/>
                  <a:ext cx="1088467" cy="759241"/>
                </a:xfrm>
                <a:custGeom>
                  <a:avLst/>
                  <a:gdLst>
                    <a:gd name="connsiteX0" fmla="*/ 1088467 w 1088467"/>
                    <a:gd name="connsiteY0" fmla="*/ 655217 h 759241"/>
                    <a:gd name="connsiteX1" fmla="*/ 1053305 w 1088467"/>
                    <a:gd name="connsiteY1" fmla="*/ 664943 h 759241"/>
                    <a:gd name="connsiteX2" fmla="*/ 180097 w 1088467"/>
                    <a:gd name="connsiteY2" fmla="*/ 0 h 759241"/>
                    <a:gd name="connsiteX3" fmla="*/ 2923 w 1088467"/>
                    <a:gd name="connsiteY3" fmla="*/ 201297 h 759241"/>
                    <a:gd name="connsiteX4" fmla="*/ 0 w 1088467"/>
                    <a:gd name="connsiteY4" fmla="*/ 262412 h 759241"/>
                    <a:gd name="connsiteX5" fmla="*/ 9739 w 1088467"/>
                    <a:gd name="connsiteY5" fmla="*/ 262154 h 759241"/>
                    <a:gd name="connsiteX6" fmla="*/ 67536 w 1088467"/>
                    <a:gd name="connsiteY6" fmla="*/ 157676 h 759241"/>
                    <a:gd name="connsiteX7" fmla="*/ 151008 w 1088467"/>
                    <a:gd name="connsiteY7" fmla="*/ 76896 h 759241"/>
                    <a:gd name="connsiteX8" fmla="*/ 293721 w 1088467"/>
                    <a:gd name="connsiteY8" fmla="*/ 95745 h 759241"/>
                    <a:gd name="connsiteX9" fmla="*/ 377194 w 1088467"/>
                    <a:gd name="connsiteY9" fmla="*/ 289618 h 759241"/>
                    <a:gd name="connsiteX10" fmla="*/ 474130 w 1088467"/>
                    <a:gd name="connsiteY10" fmla="*/ 505031 h 759241"/>
                    <a:gd name="connsiteX11" fmla="*/ 614149 w 1088467"/>
                    <a:gd name="connsiteY11" fmla="*/ 653129 h 759241"/>
                    <a:gd name="connsiteX12" fmla="*/ 762246 w 1088467"/>
                    <a:gd name="connsiteY12" fmla="*/ 739294 h 759241"/>
                    <a:gd name="connsiteX13" fmla="*/ 945347 w 1088467"/>
                    <a:gd name="connsiteY13" fmla="*/ 758143 h 759241"/>
                    <a:gd name="connsiteX14" fmla="*/ 1061132 w 1088467"/>
                    <a:gd name="connsiteY14" fmla="*/ 717753 h 759241"/>
                    <a:gd name="connsiteX15" fmla="*/ 1088467 w 1088467"/>
                    <a:gd name="connsiteY15" fmla="*/ 655217 h 75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088467" h="759241">
                      <a:moveTo>
                        <a:pt x="1088467" y="655217"/>
                      </a:moveTo>
                      <a:lnTo>
                        <a:pt x="1053305" y="664943"/>
                      </a:lnTo>
                      <a:cubicBezTo>
                        <a:pt x="388038" y="824227"/>
                        <a:pt x="535616" y="7372"/>
                        <a:pt x="180097" y="0"/>
                      </a:cubicBezTo>
                      <a:cubicBezTo>
                        <a:pt x="72776" y="46352"/>
                        <a:pt x="18682" y="125234"/>
                        <a:pt x="2923" y="201297"/>
                      </a:cubicBezTo>
                      <a:lnTo>
                        <a:pt x="0" y="262412"/>
                      </a:lnTo>
                      <a:lnTo>
                        <a:pt x="9739" y="262154"/>
                      </a:lnTo>
                      <a:cubicBezTo>
                        <a:pt x="49964" y="252066"/>
                        <a:pt x="43976" y="184772"/>
                        <a:pt x="67536" y="157676"/>
                      </a:cubicBezTo>
                      <a:cubicBezTo>
                        <a:pt x="94462" y="126712"/>
                        <a:pt x="113311" y="87218"/>
                        <a:pt x="151008" y="76896"/>
                      </a:cubicBezTo>
                      <a:cubicBezTo>
                        <a:pt x="188704" y="66574"/>
                        <a:pt x="256023" y="60292"/>
                        <a:pt x="293721" y="95745"/>
                      </a:cubicBezTo>
                      <a:cubicBezTo>
                        <a:pt x="331418" y="131198"/>
                        <a:pt x="347125" y="221403"/>
                        <a:pt x="377194" y="289618"/>
                      </a:cubicBezTo>
                      <a:cubicBezTo>
                        <a:pt x="407262" y="357832"/>
                        <a:pt x="434638" y="444447"/>
                        <a:pt x="474130" y="505031"/>
                      </a:cubicBezTo>
                      <a:cubicBezTo>
                        <a:pt x="513622" y="565616"/>
                        <a:pt x="566129" y="614085"/>
                        <a:pt x="614149" y="653129"/>
                      </a:cubicBezTo>
                      <a:cubicBezTo>
                        <a:pt x="662168" y="692172"/>
                        <a:pt x="707047" y="721792"/>
                        <a:pt x="762246" y="739294"/>
                      </a:cubicBezTo>
                      <a:cubicBezTo>
                        <a:pt x="817445" y="756796"/>
                        <a:pt x="895532" y="761733"/>
                        <a:pt x="945347" y="758143"/>
                      </a:cubicBezTo>
                      <a:cubicBezTo>
                        <a:pt x="995161" y="754553"/>
                        <a:pt x="1061132" y="717753"/>
                        <a:pt x="1061132" y="717753"/>
                      </a:cubicBezTo>
                      <a:lnTo>
                        <a:pt x="1088467" y="655217"/>
                      </a:lnTo>
                      <a:close/>
                    </a:path>
                  </a:pathLst>
                </a:custGeom>
                <a:solidFill>
                  <a:srgbClr val="EADEFA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5" name="Oval 334">
                  <a:extLst>
                    <a:ext uri="{FF2B5EF4-FFF2-40B4-BE49-F238E27FC236}">
                      <a16:creationId xmlns:a16="http://schemas.microsoft.com/office/drawing/2014/main" id="{CB6ADDAA-F227-6BAC-424F-E8C96AD9DDA7}"/>
                    </a:ext>
                  </a:extLst>
                </p:cNvPr>
                <p:cNvSpPr/>
                <p:nvPr/>
              </p:nvSpPr>
              <p:spPr>
                <a:xfrm flipH="1" flipV="1">
                  <a:off x="7366201" y="4870610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A1AD4ADD-82BA-1962-F4A3-0E8B9FA114DA}"/>
                    </a:ext>
                  </a:extLst>
                </p:cNvPr>
                <p:cNvSpPr/>
                <p:nvPr/>
              </p:nvSpPr>
              <p:spPr>
                <a:xfrm flipH="1" flipV="1">
                  <a:off x="7371884" y="4996441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7" name="Oval 336">
                  <a:extLst>
                    <a:ext uri="{FF2B5EF4-FFF2-40B4-BE49-F238E27FC236}">
                      <a16:creationId xmlns:a16="http://schemas.microsoft.com/office/drawing/2014/main" id="{FC472E2C-6249-F6A7-A908-20F302377E39}"/>
                    </a:ext>
                  </a:extLst>
                </p:cNvPr>
                <p:cNvSpPr/>
                <p:nvPr/>
              </p:nvSpPr>
              <p:spPr>
                <a:xfrm flipH="1" flipV="1">
                  <a:off x="7321871" y="5095966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8" name="Oval 337">
                  <a:extLst>
                    <a:ext uri="{FF2B5EF4-FFF2-40B4-BE49-F238E27FC236}">
                      <a16:creationId xmlns:a16="http://schemas.microsoft.com/office/drawing/2014/main" id="{9B07D95F-AD50-7F03-AAB9-322D26CF4D58}"/>
                    </a:ext>
                  </a:extLst>
                </p:cNvPr>
                <p:cNvSpPr/>
                <p:nvPr/>
              </p:nvSpPr>
              <p:spPr>
                <a:xfrm flipH="1" flipV="1">
                  <a:off x="6600232" y="4843448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9" name="Oval 338">
                  <a:extLst>
                    <a:ext uri="{FF2B5EF4-FFF2-40B4-BE49-F238E27FC236}">
                      <a16:creationId xmlns:a16="http://schemas.microsoft.com/office/drawing/2014/main" id="{564522E4-5C7C-BF46-A0E3-D8C46963312B}"/>
                    </a:ext>
                  </a:extLst>
                </p:cNvPr>
                <p:cNvSpPr/>
                <p:nvPr/>
              </p:nvSpPr>
              <p:spPr>
                <a:xfrm flipH="1" flipV="1">
                  <a:off x="6766186" y="4886785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0" name="Oval 339">
                  <a:extLst>
                    <a:ext uri="{FF2B5EF4-FFF2-40B4-BE49-F238E27FC236}">
                      <a16:creationId xmlns:a16="http://schemas.microsoft.com/office/drawing/2014/main" id="{65E3E17A-2E9A-3932-F1E1-50F15D9A87B1}"/>
                    </a:ext>
                  </a:extLst>
                </p:cNvPr>
                <p:cNvSpPr/>
                <p:nvPr/>
              </p:nvSpPr>
              <p:spPr>
                <a:xfrm flipH="1" flipV="1">
                  <a:off x="6916640" y="4872407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8800FCEE-2E9F-06B9-34F4-EBDB1F8D37F2}"/>
                    </a:ext>
                  </a:extLst>
                </p:cNvPr>
                <p:cNvSpPr/>
                <p:nvPr/>
              </p:nvSpPr>
              <p:spPr>
                <a:xfrm flipH="1" flipV="1">
                  <a:off x="7082758" y="4830128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2" name="Oval 341">
                  <a:extLst>
                    <a:ext uri="{FF2B5EF4-FFF2-40B4-BE49-F238E27FC236}">
                      <a16:creationId xmlns:a16="http://schemas.microsoft.com/office/drawing/2014/main" id="{D19A6200-9F7F-F9A0-7209-3973C90A85DC}"/>
                    </a:ext>
                  </a:extLst>
                </p:cNvPr>
                <p:cNvSpPr/>
                <p:nvPr/>
              </p:nvSpPr>
              <p:spPr>
                <a:xfrm flipH="1" flipV="1">
                  <a:off x="7236060" y="4805829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3" name="Oval 342">
                  <a:extLst>
                    <a:ext uri="{FF2B5EF4-FFF2-40B4-BE49-F238E27FC236}">
                      <a16:creationId xmlns:a16="http://schemas.microsoft.com/office/drawing/2014/main" id="{02D8E785-D625-8DC8-D886-960E62BDF9A8}"/>
                    </a:ext>
                  </a:extLst>
                </p:cNvPr>
                <p:cNvSpPr/>
                <p:nvPr/>
              </p:nvSpPr>
              <p:spPr>
                <a:xfrm flipH="1" flipV="1">
                  <a:off x="6479997" y="4792502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B2B51935-E76E-357D-DC72-75C9C725D751}"/>
                  </a:ext>
                </a:extLst>
              </p:cNvPr>
              <p:cNvSpPr/>
              <p:nvPr/>
            </p:nvSpPr>
            <p:spPr>
              <a:xfrm>
                <a:off x="4169342" y="4031362"/>
                <a:ext cx="1316591" cy="865631"/>
              </a:xfrm>
              <a:custGeom>
                <a:avLst/>
                <a:gdLst>
                  <a:gd name="connsiteX0" fmla="*/ 1158863 w 1158863"/>
                  <a:gd name="connsiteY0" fmla="*/ 326249 h 745571"/>
                  <a:gd name="connsiteX1" fmla="*/ 1089807 w 1158863"/>
                  <a:gd name="connsiteY1" fmla="*/ 369111 h 745571"/>
                  <a:gd name="connsiteX2" fmla="*/ 968363 w 1158863"/>
                  <a:gd name="connsiteY2" fmla="*/ 400068 h 745571"/>
                  <a:gd name="connsiteX3" fmla="*/ 801676 w 1158863"/>
                  <a:gd name="connsiteY3" fmla="*/ 392924 h 745571"/>
                  <a:gd name="connsiteX4" fmla="*/ 658801 w 1158863"/>
                  <a:gd name="connsiteY4" fmla="*/ 288149 h 745571"/>
                  <a:gd name="connsiteX5" fmla="*/ 546882 w 1158863"/>
                  <a:gd name="connsiteY5" fmla="*/ 169086 h 745571"/>
                  <a:gd name="connsiteX6" fmla="*/ 430201 w 1158863"/>
                  <a:gd name="connsiteY6" fmla="*/ 52405 h 745571"/>
                  <a:gd name="connsiteX7" fmla="*/ 277801 w 1158863"/>
                  <a:gd name="connsiteY7" fmla="*/ 18 h 745571"/>
                  <a:gd name="connsiteX8" fmla="*/ 87301 w 1158863"/>
                  <a:gd name="connsiteY8" fmla="*/ 57168 h 745571"/>
                  <a:gd name="connsiteX9" fmla="*/ 1576 w 1158863"/>
                  <a:gd name="connsiteY9" fmla="*/ 207186 h 745571"/>
                  <a:gd name="connsiteX10" fmla="*/ 37295 w 1158863"/>
                  <a:gd name="connsiteY10" fmla="*/ 321486 h 745571"/>
                  <a:gd name="connsiteX11" fmla="*/ 106351 w 1158863"/>
                  <a:gd name="connsiteY11" fmla="*/ 228618 h 745571"/>
                  <a:gd name="connsiteX12" fmla="*/ 203982 w 1158863"/>
                  <a:gd name="connsiteY12" fmla="*/ 157180 h 745571"/>
                  <a:gd name="connsiteX13" fmla="*/ 303995 w 1158863"/>
                  <a:gd name="connsiteY13" fmla="*/ 152418 h 745571"/>
                  <a:gd name="connsiteX14" fmla="*/ 380195 w 1158863"/>
                  <a:gd name="connsiteY14" fmla="*/ 345299 h 745571"/>
                  <a:gd name="connsiteX15" fmla="*/ 465920 w 1158863"/>
                  <a:gd name="connsiteY15" fmla="*/ 535799 h 745571"/>
                  <a:gd name="connsiteX16" fmla="*/ 589745 w 1158863"/>
                  <a:gd name="connsiteY16" fmla="*/ 640574 h 745571"/>
                  <a:gd name="connsiteX17" fmla="*/ 694520 w 1158863"/>
                  <a:gd name="connsiteY17" fmla="*/ 707249 h 745571"/>
                  <a:gd name="connsiteX18" fmla="*/ 882638 w 1158863"/>
                  <a:gd name="connsiteY18" fmla="*/ 745349 h 745571"/>
                  <a:gd name="connsiteX19" fmla="*/ 985032 w 1158863"/>
                  <a:gd name="connsiteY19" fmla="*/ 723918 h 745571"/>
                  <a:gd name="connsiteX20" fmla="*/ 985032 w 1158863"/>
                  <a:gd name="connsiteY20" fmla="*/ 723918 h 745571"/>
                  <a:gd name="connsiteX0" fmla="*/ 1158863 w 1158863"/>
                  <a:gd name="connsiteY0" fmla="*/ 326249 h 745571"/>
                  <a:gd name="connsiteX1" fmla="*/ 1089807 w 1158863"/>
                  <a:gd name="connsiteY1" fmla="*/ 369111 h 745571"/>
                  <a:gd name="connsiteX2" fmla="*/ 968363 w 1158863"/>
                  <a:gd name="connsiteY2" fmla="*/ 400068 h 745571"/>
                  <a:gd name="connsiteX3" fmla="*/ 801676 w 1158863"/>
                  <a:gd name="connsiteY3" fmla="*/ 392924 h 745571"/>
                  <a:gd name="connsiteX4" fmla="*/ 658801 w 1158863"/>
                  <a:gd name="connsiteY4" fmla="*/ 288149 h 745571"/>
                  <a:gd name="connsiteX5" fmla="*/ 546882 w 1158863"/>
                  <a:gd name="connsiteY5" fmla="*/ 169086 h 745571"/>
                  <a:gd name="connsiteX6" fmla="*/ 430201 w 1158863"/>
                  <a:gd name="connsiteY6" fmla="*/ 52405 h 745571"/>
                  <a:gd name="connsiteX7" fmla="*/ 277801 w 1158863"/>
                  <a:gd name="connsiteY7" fmla="*/ 18 h 745571"/>
                  <a:gd name="connsiteX8" fmla="*/ 87301 w 1158863"/>
                  <a:gd name="connsiteY8" fmla="*/ 57168 h 745571"/>
                  <a:gd name="connsiteX9" fmla="*/ 1576 w 1158863"/>
                  <a:gd name="connsiteY9" fmla="*/ 207186 h 745571"/>
                  <a:gd name="connsiteX10" fmla="*/ 37295 w 1158863"/>
                  <a:gd name="connsiteY10" fmla="*/ 321486 h 745571"/>
                  <a:gd name="connsiteX11" fmla="*/ 106351 w 1158863"/>
                  <a:gd name="connsiteY11" fmla="*/ 228618 h 745571"/>
                  <a:gd name="connsiteX12" fmla="*/ 180169 w 1158863"/>
                  <a:gd name="connsiteY12" fmla="*/ 152418 h 745571"/>
                  <a:gd name="connsiteX13" fmla="*/ 303995 w 1158863"/>
                  <a:gd name="connsiteY13" fmla="*/ 152418 h 745571"/>
                  <a:gd name="connsiteX14" fmla="*/ 380195 w 1158863"/>
                  <a:gd name="connsiteY14" fmla="*/ 345299 h 745571"/>
                  <a:gd name="connsiteX15" fmla="*/ 465920 w 1158863"/>
                  <a:gd name="connsiteY15" fmla="*/ 535799 h 745571"/>
                  <a:gd name="connsiteX16" fmla="*/ 589745 w 1158863"/>
                  <a:gd name="connsiteY16" fmla="*/ 640574 h 745571"/>
                  <a:gd name="connsiteX17" fmla="*/ 694520 w 1158863"/>
                  <a:gd name="connsiteY17" fmla="*/ 707249 h 745571"/>
                  <a:gd name="connsiteX18" fmla="*/ 882638 w 1158863"/>
                  <a:gd name="connsiteY18" fmla="*/ 745349 h 745571"/>
                  <a:gd name="connsiteX19" fmla="*/ 985032 w 1158863"/>
                  <a:gd name="connsiteY19" fmla="*/ 723918 h 745571"/>
                  <a:gd name="connsiteX20" fmla="*/ 985032 w 1158863"/>
                  <a:gd name="connsiteY20" fmla="*/ 723918 h 745571"/>
                  <a:gd name="connsiteX0" fmla="*/ 1164320 w 1164320"/>
                  <a:gd name="connsiteY0" fmla="*/ 326249 h 745571"/>
                  <a:gd name="connsiteX1" fmla="*/ 1095264 w 1164320"/>
                  <a:gd name="connsiteY1" fmla="*/ 369111 h 745571"/>
                  <a:gd name="connsiteX2" fmla="*/ 973820 w 1164320"/>
                  <a:gd name="connsiteY2" fmla="*/ 400068 h 745571"/>
                  <a:gd name="connsiteX3" fmla="*/ 807133 w 1164320"/>
                  <a:gd name="connsiteY3" fmla="*/ 392924 h 745571"/>
                  <a:gd name="connsiteX4" fmla="*/ 664258 w 1164320"/>
                  <a:gd name="connsiteY4" fmla="*/ 288149 h 745571"/>
                  <a:gd name="connsiteX5" fmla="*/ 552339 w 1164320"/>
                  <a:gd name="connsiteY5" fmla="*/ 169086 h 745571"/>
                  <a:gd name="connsiteX6" fmla="*/ 435658 w 1164320"/>
                  <a:gd name="connsiteY6" fmla="*/ 52405 h 745571"/>
                  <a:gd name="connsiteX7" fmla="*/ 283258 w 1164320"/>
                  <a:gd name="connsiteY7" fmla="*/ 18 h 745571"/>
                  <a:gd name="connsiteX8" fmla="*/ 92758 w 1164320"/>
                  <a:gd name="connsiteY8" fmla="*/ 57168 h 745571"/>
                  <a:gd name="connsiteX9" fmla="*/ 7033 w 1164320"/>
                  <a:gd name="connsiteY9" fmla="*/ 207186 h 745571"/>
                  <a:gd name="connsiteX10" fmla="*/ 42752 w 1164320"/>
                  <a:gd name="connsiteY10" fmla="*/ 321486 h 745571"/>
                  <a:gd name="connsiteX11" fmla="*/ 111808 w 1164320"/>
                  <a:gd name="connsiteY11" fmla="*/ 228618 h 745571"/>
                  <a:gd name="connsiteX12" fmla="*/ 185626 w 1164320"/>
                  <a:gd name="connsiteY12" fmla="*/ 152418 h 745571"/>
                  <a:gd name="connsiteX13" fmla="*/ 309452 w 1164320"/>
                  <a:gd name="connsiteY13" fmla="*/ 152418 h 745571"/>
                  <a:gd name="connsiteX14" fmla="*/ 385652 w 1164320"/>
                  <a:gd name="connsiteY14" fmla="*/ 345299 h 745571"/>
                  <a:gd name="connsiteX15" fmla="*/ 471377 w 1164320"/>
                  <a:gd name="connsiteY15" fmla="*/ 535799 h 745571"/>
                  <a:gd name="connsiteX16" fmla="*/ 595202 w 1164320"/>
                  <a:gd name="connsiteY16" fmla="*/ 640574 h 745571"/>
                  <a:gd name="connsiteX17" fmla="*/ 699977 w 1164320"/>
                  <a:gd name="connsiteY17" fmla="*/ 707249 h 745571"/>
                  <a:gd name="connsiteX18" fmla="*/ 888095 w 1164320"/>
                  <a:gd name="connsiteY18" fmla="*/ 745349 h 745571"/>
                  <a:gd name="connsiteX19" fmla="*/ 990489 w 1164320"/>
                  <a:gd name="connsiteY19" fmla="*/ 723918 h 745571"/>
                  <a:gd name="connsiteX20" fmla="*/ 990489 w 1164320"/>
                  <a:gd name="connsiteY20" fmla="*/ 723918 h 745571"/>
                  <a:gd name="connsiteX0" fmla="*/ 1164320 w 1164320"/>
                  <a:gd name="connsiteY0" fmla="*/ 326249 h 745571"/>
                  <a:gd name="connsiteX1" fmla="*/ 1095264 w 1164320"/>
                  <a:gd name="connsiteY1" fmla="*/ 369111 h 745571"/>
                  <a:gd name="connsiteX2" fmla="*/ 973820 w 1164320"/>
                  <a:gd name="connsiteY2" fmla="*/ 400068 h 745571"/>
                  <a:gd name="connsiteX3" fmla="*/ 807133 w 1164320"/>
                  <a:gd name="connsiteY3" fmla="*/ 392924 h 745571"/>
                  <a:gd name="connsiteX4" fmla="*/ 664258 w 1164320"/>
                  <a:gd name="connsiteY4" fmla="*/ 288149 h 745571"/>
                  <a:gd name="connsiteX5" fmla="*/ 552339 w 1164320"/>
                  <a:gd name="connsiteY5" fmla="*/ 169086 h 745571"/>
                  <a:gd name="connsiteX6" fmla="*/ 435658 w 1164320"/>
                  <a:gd name="connsiteY6" fmla="*/ 52405 h 745571"/>
                  <a:gd name="connsiteX7" fmla="*/ 283258 w 1164320"/>
                  <a:gd name="connsiteY7" fmla="*/ 18 h 745571"/>
                  <a:gd name="connsiteX8" fmla="*/ 92758 w 1164320"/>
                  <a:gd name="connsiteY8" fmla="*/ 57168 h 745571"/>
                  <a:gd name="connsiteX9" fmla="*/ 7033 w 1164320"/>
                  <a:gd name="connsiteY9" fmla="*/ 207186 h 745571"/>
                  <a:gd name="connsiteX10" fmla="*/ 42752 w 1164320"/>
                  <a:gd name="connsiteY10" fmla="*/ 321486 h 745571"/>
                  <a:gd name="connsiteX11" fmla="*/ 111808 w 1164320"/>
                  <a:gd name="connsiteY11" fmla="*/ 228618 h 745571"/>
                  <a:gd name="connsiteX12" fmla="*/ 185626 w 1164320"/>
                  <a:gd name="connsiteY12" fmla="*/ 152418 h 745571"/>
                  <a:gd name="connsiteX13" fmla="*/ 309452 w 1164320"/>
                  <a:gd name="connsiteY13" fmla="*/ 152418 h 745571"/>
                  <a:gd name="connsiteX14" fmla="*/ 385652 w 1164320"/>
                  <a:gd name="connsiteY14" fmla="*/ 345299 h 745571"/>
                  <a:gd name="connsiteX15" fmla="*/ 471377 w 1164320"/>
                  <a:gd name="connsiteY15" fmla="*/ 535799 h 745571"/>
                  <a:gd name="connsiteX16" fmla="*/ 595202 w 1164320"/>
                  <a:gd name="connsiteY16" fmla="*/ 666768 h 745571"/>
                  <a:gd name="connsiteX17" fmla="*/ 699977 w 1164320"/>
                  <a:gd name="connsiteY17" fmla="*/ 707249 h 745571"/>
                  <a:gd name="connsiteX18" fmla="*/ 888095 w 1164320"/>
                  <a:gd name="connsiteY18" fmla="*/ 745349 h 745571"/>
                  <a:gd name="connsiteX19" fmla="*/ 990489 w 1164320"/>
                  <a:gd name="connsiteY19" fmla="*/ 723918 h 745571"/>
                  <a:gd name="connsiteX20" fmla="*/ 990489 w 1164320"/>
                  <a:gd name="connsiteY20" fmla="*/ 723918 h 745571"/>
                  <a:gd name="connsiteX0" fmla="*/ 1164320 w 1164320"/>
                  <a:gd name="connsiteY0" fmla="*/ 326249 h 750403"/>
                  <a:gd name="connsiteX1" fmla="*/ 1095264 w 1164320"/>
                  <a:gd name="connsiteY1" fmla="*/ 369111 h 750403"/>
                  <a:gd name="connsiteX2" fmla="*/ 973820 w 1164320"/>
                  <a:gd name="connsiteY2" fmla="*/ 400068 h 750403"/>
                  <a:gd name="connsiteX3" fmla="*/ 807133 w 1164320"/>
                  <a:gd name="connsiteY3" fmla="*/ 392924 h 750403"/>
                  <a:gd name="connsiteX4" fmla="*/ 664258 w 1164320"/>
                  <a:gd name="connsiteY4" fmla="*/ 288149 h 750403"/>
                  <a:gd name="connsiteX5" fmla="*/ 552339 w 1164320"/>
                  <a:gd name="connsiteY5" fmla="*/ 169086 h 750403"/>
                  <a:gd name="connsiteX6" fmla="*/ 435658 w 1164320"/>
                  <a:gd name="connsiteY6" fmla="*/ 52405 h 750403"/>
                  <a:gd name="connsiteX7" fmla="*/ 283258 w 1164320"/>
                  <a:gd name="connsiteY7" fmla="*/ 18 h 750403"/>
                  <a:gd name="connsiteX8" fmla="*/ 92758 w 1164320"/>
                  <a:gd name="connsiteY8" fmla="*/ 57168 h 750403"/>
                  <a:gd name="connsiteX9" fmla="*/ 7033 w 1164320"/>
                  <a:gd name="connsiteY9" fmla="*/ 207186 h 750403"/>
                  <a:gd name="connsiteX10" fmla="*/ 42752 w 1164320"/>
                  <a:gd name="connsiteY10" fmla="*/ 321486 h 750403"/>
                  <a:gd name="connsiteX11" fmla="*/ 111808 w 1164320"/>
                  <a:gd name="connsiteY11" fmla="*/ 228618 h 750403"/>
                  <a:gd name="connsiteX12" fmla="*/ 185626 w 1164320"/>
                  <a:gd name="connsiteY12" fmla="*/ 152418 h 750403"/>
                  <a:gd name="connsiteX13" fmla="*/ 309452 w 1164320"/>
                  <a:gd name="connsiteY13" fmla="*/ 152418 h 750403"/>
                  <a:gd name="connsiteX14" fmla="*/ 385652 w 1164320"/>
                  <a:gd name="connsiteY14" fmla="*/ 345299 h 750403"/>
                  <a:gd name="connsiteX15" fmla="*/ 471377 w 1164320"/>
                  <a:gd name="connsiteY15" fmla="*/ 535799 h 750403"/>
                  <a:gd name="connsiteX16" fmla="*/ 595202 w 1164320"/>
                  <a:gd name="connsiteY16" fmla="*/ 666768 h 750403"/>
                  <a:gd name="connsiteX17" fmla="*/ 726171 w 1164320"/>
                  <a:gd name="connsiteY17" fmla="*/ 742968 h 750403"/>
                  <a:gd name="connsiteX18" fmla="*/ 888095 w 1164320"/>
                  <a:gd name="connsiteY18" fmla="*/ 745349 h 750403"/>
                  <a:gd name="connsiteX19" fmla="*/ 990489 w 1164320"/>
                  <a:gd name="connsiteY19" fmla="*/ 723918 h 750403"/>
                  <a:gd name="connsiteX20" fmla="*/ 990489 w 1164320"/>
                  <a:gd name="connsiteY20" fmla="*/ 723918 h 750403"/>
                  <a:gd name="connsiteX0" fmla="*/ 1164320 w 1164320"/>
                  <a:gd name="connsiteY0" fmla="*/ 326249 h 760608"/>
                  <a:gd name="connsiteX1" fmla="*/ 1095264 w 1164320"/>
                  <a:gd name="connsiteY1" fmla="*/ 369111 h 760608"/>
                  <a:gd name="connsiteX2" fmla="*/ 973820 w 1164320"/>
                  <a:gd name="connsiteY2" fmla="*/ 40006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9 h 760608"/>
                  <a:gd name="connsiteX1" fmla="*/ 1095264 w 1164320"/>
                  <a:gd name="connsiteY1" fmla="*/ 369111 h 760608"/>
                  <a:gd name="connsiteX2" fmla="*/ 973820 w 1164320"/>
                  <a:gd name="connsiteY2" fmla="*/ 41911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9 h 760608"/>
                  <a:gd name="connsiteX1" fmla="*/ 1100027 w 1164320"/>
                  <a:gd name="connsiteY1" fmla="*/ 383398 h 760608"/>
                  <a:gd name="connsiteX2" fmla="*/ 973820 w 1164320"/>
                  <a:gd name="connsiteY2" fmla="*/ 41911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8 h 760607"/>
                  <a:gd name="connsiteX1" fmla="*/ 1100027 w 1164320"/>
                  <a:gd name="connsiteY1" fmla="*/ 383397 h 760607"/>
                  <a:gd name="connsiteX2" fmla="*/ 973820 w 1164320"/>
                  <a:gd name="connsiteY2" fmla="*/ 419117 h 760607"/>
                  <a:gd name="connsiteX3" fmla="*/ 807133 w 1164320"/>
                  <a:gd name="connsiteY3" fmla="*/ 392923 h 760607"/>
                  <a:gd name="connsiteX4" fmla="*/ 664258 w 1164320"/>
                  <a:gd name="connsiteY4" fmla="*/ 288148 h 760607"/>
                  <a:gd name="connsiteX5" fmla="*/ 561864 w 1164320"/>
                  <a:gd name="connsiteY5" fmla="*/ 152416 h 760607"/>
                  <a:gd name="connsiteX6" fmla="*/ 435658 w 1164320"/>
                  <a:gd name="connsiteY6" fmla="*/ 52404 h 760607"/>
                  <a:gd name="connsiteX7" fmla="*/ 283258 w 1164320"/>
                  <a:gd name="connsiteY7" fmla="*/ 17 h 760607"/>
                  <a:gd name="connsiteX8" fmla="*/ 92758 w 1164320"/>
                  <a:gd name="connsiteY8" fmla="*/ 57167 h 760607"/>
                  <a:gd name="connsiteX9" fmla="*/ 7033 w 1164320"/>
                  <a:gd name="connsiteY9" fmla="*/ 207185 h 760607"/>
                  <a:gd name="connsiteX10" fmla="*/ 42752 w 1164320"/>
                  <a:gd name="connsiteY10" fmla="*/ 321485 h 760607"/>
                  <a:gd name="connsiteX11" fmla="*/ 111808 w 1164320"/>
                  <a:gd name="connsiteY11" fmla="*/ 228617 h 760607"/>
                  <a:gd name="connsiteX12" fmla="*/ 185626 w 1164320"/>
                  <a:gd name="connsiteY12" fmla="*/ 152417 h 760607"/>
                  <a:gd name="connsiteX13" fmla="*/ 309452 w 1164320"/>
                  <a:gd name="connsiteY13" fmla="*/ 152417 h 760607"/>
                  <a:gd name="connsiteX14" fmla="*/ 385652 w 1164320"/>
                  <a:gd name="connsiteY14" fmla="*/ 345298 h 760607"/>
                  <a:gd name="connsiteX15" fmla="*/ 471377 w 1164320"/>
                  <a:gd name="connsiteY15" fmla="*/ 535798 h 760607"/>
                  <a:gd name="connsiteX16" fmla="*/ 595202 w 1164320"/>
                  <a:gd name="connsiteY16" fmla="*/ 666767 h 760607"/>
                  <a:gd name="connsiteX17" fmla="*/ 726171 w 1164320"/>
                  <a:gd name="connsiteY17" fmla="*/ 742967 h 760607"/>
                  <a:gd name="connsiteX18" fmla="*/ 888095 w 1164320"/>
                  <a:gd name="connsiteY18" fmla="*/ 759636 h 760607"/>
                  <a:gd name="connsiteX19" fmla="*/ 990489 w 1164320"/>
                  <a:gd name="connsiteY19" fmla="*/ 723917 h 760607"/>
                  <a:gd name="connsiteX20" fmla="*/ 990489 w 1164320"/>
                  <a:gd name="connsiteY20" fmla="*/ 723917 h 760607"/>
                  <a:gd name="connsiteX0" fmla="*/ 1164320 w 1164320"/>
                  <a:gd name="connsiteY0" fmla="*/ 326424 h 760783"/>
                  <a:gd name="connsiteX1" fmla="*/ 1100027 w 1164320"/>
                  <a:gd name="connsiteY1" fmla="*/ 383573 h 760783"/>
                  <a:gd name="connsiteX2" fmla="*/ 973820 w 1164320"/>
                  <a:gd name="connsiteY2" fmla="*/ 419293 h 760783"/>
                  <a:gd name="connsiteX3" fmla="*/ 807133 w 1164320"/>
                  <a:gd name="connsiteY3" fmla="*/ 393099 h 760783"/>
                  <a:gd name="connsiteX4" fmla="*/ 664258 w 1164320"/>
                  <a:gd name="connsiteY4" fmla="*/ 288324 h 760783"/>
                  <a:gd name="connsiteX5" fmla="*/ 561864 w 1164320"/>
                  <a:gd name="connsiteY5" fmla="*/ 152592 h 760783"/>
                  <a:gd name="connsiteX6" fmla="*/ 438039 w 1164320"/>
                  <a:gd name="connsiteY6" fmla="*/ 43055 h 760783"/>
                  <a:gd name="connsiteX7" fmla="*/ 283258 w 1164320"/>
                  <a:gd name="connsiteY7" fmla="*/ 193 h 760783"/>
                  <a:gd name="connsiteX8" fmla="*/ 92758 w 1164320"/>
                  <a:gd name="connsiteY8" fmla="*/ 57343 h 760783"/>
                  <a:gd name="connsiteX9" fmla="*/ 7033 w 1164320"/>
                  <a:gd name="connsiteY9" fmla="*/ 207361 h 760783"/>
                  <a:gd name="connsiteX10" fmla="*/ 42752 w 1164320"/>
                  <a:gd name="connsiteY10" fmla="*/ 321661 h 760783"/>
                  <a:gd name="connsiteX11" fmla="*/ 111808 w 1164320"/>
                  <a:gd name="connsiteY11" fmla="*/ 228793 h 760783"/>
                  <a:gd name="connsiteX12" fmla="*/ 185626 w 1164320"/>
                  <a:gd name="connsiteY12" fmla="*/ 152593 h 760783"/>
                  <a:gd name="connsiteX13" fmla="*/ 309452 w 1164320"/>
                  <a:gd name="connsiteY13" fmla="*/ 152593 h 760783"/>
                  <a:gd name="connsiteX14" fmla="*/ 385652 w 1164320"/>
                  <a:gd name="connsiteY14" fmla="*/ 345474 h 760783"/>
                  <a:gd name="connsiteX15" fmla="*/ 471377 w 1164320"/>
                  <a:gd name="connsiteY15" fmla="*/ 535974 h 760783"/>
                  <a:gd name="connsiteX16" fmla="*/ 595202 w 1164320"/>
                  <a:gd name="connsiteY16" fmla="*/ 666943 h 760783"/>
                  <a:gd name="connsiteX17" fmla="*/ 726171 w 1164320"/>
                  <a:gd name="connsiteY17" fmla="*/ 743143 h 760783"/>
                  <a:gd name="connsiteX18" fmla="*/ 888095 w 1164320"/>
                  <a:gd name="connsiteY18" fmla="*/ 759812 h 760783"/>
                  <a:gd name="connsiteX19" fmla="*/ 990489 w 1164320"/>
                  <a:gd name="connsiteY19" fmla="*/ 724093 h 760783"/>
                  <a:gd name="connsiteX20" fmla="*/ 990489 w 1164320"/>
                  <a:gd name="connsiteY20" fmla="*/ 724093 h 760783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57326 h 765516"/>
                  <a:gd name="connsiteX13" fmla="*/ 309452 w 1164320"/>
                  <a:gd name="connsiteY13" fmla="*/ 157326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57326 h 765516"/>
                  <a:gd name="connsiteX13" fmla="*/ 311833 w 1164320"/>
                  <a:gd name="connsiteY13" fmla="*/ 178757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62088 h 765516"/>
                  <a:gd name="connsiteX13" fmla="*/ 311833 w 1164320"/>
                  <a:gd name="connsiteY13" fmla="*/ 178757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64320" h="765516">
                    <a:moveTo>
                      <a:pt x="1164320" y="331157"/>
                    </a:moveTo>
                    <a:cubicBezTo>
                      <a:pt x="1145667" y="346436"/>
                      <a:pt x="1131777" y="372828"/>
                      <a:pt x="1100027" y="388306"/>
                    </a:cubicBezTo>
                    <a:cubicBezTo>
                      <a:pt x="1068277" y="403784"/>
                      <a:pt x="1022636" y="422438"/>
                      <a:pt x="973820" y="424026"/>
                    </a:cubicBezTo>
                    <a:cubicBezTo>
                      <a:pt x="925004" y="425614"/>
                      <a:pt x="858727" y="419660"/>
                      <a:pt x="807133" y="397832"/>
                    </a:cubicBezTo>
                    <a:cubicBezTo>
                      <a:pt x="755539" y="376004"/>
                      <a:pt x="705136" y="333141"/>
                      <a:pt x="664258" y="293057"/>
                    </a:cubicBezTo>
                    <a:cubicBezTo>
                      <a:pt x="623380" y="252973"/>
                      <a:pt x="599567" y="198203"/>
                      <a:pt x="561864" y="157325"/>
                    </a:cubicBezTo>
                    <a:cubicBezTo>
                      <a:pt x="524161" y="116447"/>
                      <a:pt x="485267" y="73981"/>
                      <a:pt x="438039" y="47788"/>
                    </a:cubicBezTo>
                    <a:cubicBezTo>
                      <a:pt x="390811" y="21595"/>
                      <a:pt x="336043" y="-2217"/>
                      <a:pt x="278496" y="164"/>
                    </a:cubicBezTo>
                    <a:cubicBezTo>
                      <a:pt x="220949" y="2545"/>
                      <a:pt x="138002" y="26754"/>
                      <a:pt x="92758" y="62076"/>
                    </a:cubicBezTo>
                    <a:cubicBezTo>
                      <a:pt x="47514" y="97398"/>
                      <a:pt x="15367" y="168041"/>
                      <a:pt x="7033" y="212094"/>
                    </a:cubicBezTo>
                    <a:cubicBezTo>
                      <a:pt x="-1301" y="256147"/>
                      <a:pt x="-12810" y="318060"/>
                      <a:pt x="42752" y="326394"/>
                    </a:cubicBezTo>
                    <a:cubicBezTo>
                      <a:pt x="98314" y="334728"/>
                      <a:pt x="87996" y="260910"/>
                      <a:pt x="111808" y="233526"/>
                    </a:cubicBezTo>
                    <a:cubicBezTo>
                      <a:pt x="135620" y="206142"/>
                      <a:pt x="152289" y="171216"/>
                      <a:pt x="185626" y="162088"/>
                    </a:cubicBezTo>
                    <a:cubicBezTo>
                      <a:pt x="218963" y="152960"/>
                      <a:pt x="278495" y="147404"/>
                      <a:pt x="311833" y="178757"/>
                    </a:cubicBezTo>
                    <a:cubicBezTo>
                      <a:pt x="345171" y="210110"/>
                      <a:pt x="359061" y="289882"/>
                      <a:pt x="385652" y="350207"/>
                    </a:cubicBezTo>
                    <a:cubicBezTo>
                      <a:pt x="412243" y="410532"/>
                      <a:pt x="436452" y="487129"/>
                      <a:pt x="471377" y="540707"/>
                    </a:cubicBezTo>
                    <a:cubicBezTo>
                      <a:pt x="506302" y="594285"/>
                      <a:pt x="552736" y="637148"/>
                      <a:pt x="595202" y="671676"/>
                    </a:cubicBezTo>
                    <a:cubicBezTo>
                      <a:pt x="637668" y="706204"/>
                      <a:pt x="677356" y="732398"/>
                      <a:pt x="726171" y="747876"/>
                    </a:cubicBezTo>
                    <a:cubicBezTo>
                      <a:pt x="774986" y="763354"/>
                      <a:pt x="844042" y="767720"/>
                      <a:pt x="888095" y="764545"/>
                    </a:cubicBezTo>
                    <a:cubicBezTo>
                      <a:pt x="932148" y="761370"/>
                      <a:pt x="990489" y="728826"/>
                      <a:pt x="990489" y="728826"/>
                    </a:cubicBezTo>
                    <a:lnTo>
                      <a:pt x="990489" y="728826"/>
                    </a:lnTo>
                  </a:path>
                </a:pathLst>
              </a:custGeom>
              <a:solidFill>
                <a:srgbClr val="BEA7D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A542EE66-1C33-3274-CBF3-1AFF1F2EBC50}"/>
                  </a:ext>
                </a:extLst>
              </p:cNvPr>
              <p:cNvGrpSpPr/>
              <p:nvPr/>
            </p:nvGrpSpPr>
            <p:grpSpPr>
              <a:xfrm rot="3322491" flipH="1">
                <a:off x="4281466" y="3928457"/>
                <a:ext cx="937606" cy="1088467"/>
                <a:chOff x="6479997" y="4263560"/>
                <a:chExt cx="937606" cy="1088467"/>
              </a:xfrm>
            </p:grpSpPr>
            <p:sp>
              <p:nvSpPr>
                <p:cNvPr id="324" name="Freeform: Shape 323">
                  <a:extLst>
                    <a:ext uri="{FF2B5EF4-FFF2-40B4-BE49-F238E27FC236}">
                      <a16:creationId xmlns:a16="http://schemas.microsoft.com/office/drawing/2014/main" id="{DA5630E1-F469-7E36-3E80-BFB8E5D0CBE2}"/>
                    </a:ext>
                  </a:extLst>
                </p:cNvPr>
                <p:cNvSpPr/>
                <p:nvPr/>
              </p:nvSpPr>
              <p:spPr>
                <a:xfrm rot="3303579" flipH="1">
                  <a:off x="6365003" y="4428173"/>
                  <a:ext cx="1088467" cy="759241"/>
                </a:xfrm>
                <a:custGeom>
                  <a:avLst/>
                  <a:gdLst>
                    <a:gd name="connsiteX0" fmla="*/ 1088467 w 1088467"/>
                    <a:gd name="connsiteY0" fmla="*/ 655217 h 759241"/>
                    <a:gd name="connsiteX1" fmla="*/ 1053305 w 1088467"/>
                    <a:gd name="connsiteY1" fmla="*/ 664943 h 759241"/>
                    <a:gd name="connsiteX2" fmla="*/ 180097 w 1088467"/>
                    <a:gd name="connsiteY2" fmla="*/ 0 h 759241"/>
                    <a:gd name="connsiteX3" fmla="*/ 2923 w 1088467"/>
                    <a:gd name="connsiteY3" fmla="*/ 201297 h 759241"/>
                    <a:gd name="connsiteX4" fmla="*/ 0 w 1088467"/>
                    <a:gd name="connsiteY4" fmla="*/ 262412 h 759241"/>
                    <a:gd name="connsiteX5" fmla="*/ 9739 w 1088467"/>
                    <a:gd name="connsiteY5" fmla="*/ 262154 h 759241"/>
                    <a:gd name="connsiteX6" fmla="*/ 67536 w 1088467"/>
                    <a:gd name="connsiteY6" fmla="*/ 157676 h 759241"/>
                    <a:gd name="connsiteX7" fmla="*/ 151008 w 1088467"/>
                    <a:gd name="connsiteY7" fmla="*/ 76896 h 759241"/>
                    <a:gd name="connsiteX8" fmla="*/ 293721 w 1088467"/>
                    <a:gd name="connsiteY8" fmla="*/ 95745 h 759241"/>
                    <a:gd name="connsiteX9" fmla="*/ 377194 w 1088467"/>
                    <a:gd name="connsiteY9" fmla="*/ 289618 h 759241"/>
                    <a:gd name="connsiteX10" fmla="*/ 474130 w 1088467"/>
                    <a:gd name="connsiteY10" fmla="*/ 505031 h 759241"/>
                    <a:gd name="connsiteX11" fmla="*/ 614149 w 1088467"/>
                    <a:gd name="connsiteY11" fmla="*/ 653129 h 759241"/>
                    <a:gd name="connsiteX12" fmla="*/ 762246 w 1088467"/>
                    <a:gd name="connsiteY12" fmla="*/ 739294 h 759241"/>
                    <a:gd name="connsiteX13" fmla="*/ 945347 w 1088467"/>
                    <a:gd name="connsiteY13" fmla="*/ 758143 h 759241"/>
                    <a:gd name="connsiteX14" fmla="*/ 1061132 w 1088467"/>
                    <a:gd name="connsiteY14" fmla="*/ 717753 h 759241"/>
                    <a:gd name="connsiteX15" fmla="*/ 1088467 w 1088467"/>
                    <a:gd name="connsiteY15" fmla="*/ 655217 h 75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088467" h="759241">
                      <a:moveTo>
                        <a:pt x="1088467" y="655217"/>
                      </a:moveTo>
                      <a:lnTo>
                        <a:pt x="1053305" y="664943"/>
                      </a:lnTo>
                      <a:cubicBezTo>
                        <a:pt x="388038" y="824227"/>
                        <a:pt x="535616" y="7372"/>
                        <a:pt x="180097" y="0"/>
                      </a:cubicBezTo>
                      <a:cubicBezTo>
                        <a:pt x="72776" y="46352"/>
                        <a:pt x="18682" y="125234"/>
                        <a:pt x="2923" y="201297"/>
                      </a:cubicBezTo>
                      <a:lnTo>
                        <a:pt x="0" y="262412"/>
                      </a:lnTo>
                      <a:lnTo>
                        <a:pt x="9739" y="262154"/>
                      </a:lnTo>
                      <a:cubicBezTo>
                        <a:pt x="49964" y="252066"/>
                        <a:pt x="43976" y="184772"/>
                        <a:pt x="67536" y="157676"/>
                      </a:cubicBezTo>
                      <a:cubicBezTo>
                        <a:pt x="94462" y="126712"/>
                        <a:pt x="113311" y="87218"/>
                        <a:pt x="151008" y="76896"/>
                      </a:cubicBezTo>
                      <a:cubicBezTo>
                        <a:pt x="188704" y="66574"/>
                        <a:pt x="256023" y="60292"/>
                        <a:pt x="293721" y="95745"/>
                      </a:cubicBezTo>
                      <a:cubicBezTo>
                        <a:pt x="331418" y="131198"/>
                        <a:pt x="347125" y="221403"/>
                        <a:pt x="377194" y="289618"/>
                      </a:cubicBezTo>
                      <a:cubicBezTo>
                        <a:pt x="407262" y="357832"/>
                        <a:pt x="434638" y="444447"/>
                        <a:pt x="474130" y="505031"/>
                      </a:cubicBezTo>
                      <a:cubicBezTo>
                        <a:pt x="513622" y="565616"/>
                        <a:pt x="566129" y="614085"/>
                        <a:pt x="614149" y="653129"/>
                      </a:cubicBezTo>
                      <a:cubicBezTo>
                        <a:pt x="662168" y="692172"/>
                        <a:pt x="707047" y="721792"/>
                        <a:pt x="762246" y="739294"/>
                      </a:cubicBezTo>
                      <a:cubicBezTo>
                        <a:pt x="817445" y="756796"/>
                        <a:pt x="895532" y="761733"/>
                        <a:pt x="945347" y="758143"/>
                      </a:cubicBezTo>
                      <a:cubicBezTo>
                        <a:pt x="995161" y="754553"/>
                        <a:pt x="1061132" y="717753"/>
                        <a:pt x="1061132" y="717753"/>
                      </a:cubicBezTo>
                      <a:lnTo>
                        <a:pt x="1088467" y="655217"/>
                      </a:lnTo>
                      <a:close/>
                    </a:path>
                  </a:pathLst>
                </a:custGeom>
                <a:solidFill>
                  <a:srgbClr val="EADEFA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5" name="Oval 324">
                  <a:extLst>
                    <a:ext uri="{FF2B5EF4-FFF2-40B4-BE49-F238E27FC236}">
                      <a16:creationId xmlns:a16="http://schemas.microsoft.com/office/drawing/2014/main" id="{201E1891-41AD-AEEA-9973-C45E483892BB}"/>
                    </a:ext>
                  </a:extLst>
                </p:cNvPr>
                <p:cNvSpPr/>
                <p:nvPr/>
              </p:nvSpPr>
              <p:spPr>
                <a:xfrm flipH="1" flipV="1">
                  <a:off x="7366201" y="4870610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BE815F23-29E1-8BB0-9F51-E651CEB7740E}"/>
                    </a:ext>
                  </a:extLst>
                </p:cNvPr>
                <p:cNvSpPr/>
                <p:nvPr/>
              </p:nvSpPr>
              <p:spPr>
                <a:xfrm flipH="1" flipV="1">
                  <a:off x="7371884" y="4996441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5BF9D88F-A1F9-4492-37F9-6AA1D95CDFF8}"/>
                    </a:ext>
                  </a:extLst>
                </p:cNvPr>
                <p:cNvSpPr/>
                <p:nvPr/>
              </p:nvSpPr>
              <p:spPr>
                <a:xfrm flipH="1" flipV="1">
                  <a:off x="7321871" y="5095966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35ECBDAB-0D74-0FDD-F20C-CB6D55FBA408}"/>
                    </a:ext>
                  </a:extLst>
                </p:cNvPr>
                <p:cNvSpPr/>
                <p:nvPr/>
              </p:nvSpPr>
              <p:spPr>
                <a:xfrm flipH="1" flipV="1">
                  <a:off x="6600232" y="4843448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9" name="Oval 328">
                  <a:extLst>
                    <a:ext uri="{FF2B5EF4-FFF2-40B4-BE49-F238E27FC236}">
                      <a16:creationId xmlns:a16="http://schemas.microsoft.com/office/drawing/2014/main" id="{1AA1BE73-060C-14FD-7C3A-3C353EDD6010}"/>
                    </a:ext>
                  </a:extLst>
                </p:cNvPr>
                <p:cNvSpPr/>
                <p:nvPr/>
              </p:nvSpPr>
              <p:spPr>
                <a:xfrm flipH="1" flipV="1">
                  <a:off x="6766186" y="4886785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0" name="Oval 329">
                  <a:extLst>
                    <a:ext uri="{FF2B5EF4-FFF2-40B4-BE49-F238E27FC236}">
                      <a16:creationId xmlns:a16="http://schemas.microsoft.com/office/drawing/2014/main" id="{F6AA0B1C-0CAB-BE8D-5644-5C55E61F8857}"/>
                    </a:ext>
                  </a:extLst>
                </p:cNvPr>
                <p:cNvSpPr/>
                <p:nvPr/>
              </p:nvSpPr>
              <p:spPr>
                <a:xfrm flipH="1" flipV="1">
                  <a:off x="6916640" y="4872407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1" name="Oval 330">
                  <a:extLst>
                    <a:ext uri="{FF2B5EF4-FFF2-40B4-BE49-F238E27FC236}">
                      <a16:creationId xmlns:a16="http://schemas.microsoft.com/office/drawing/2014/main" id="{26ECE51C-88B7-7B4C-449C-6726625413D4}"/>
                    </a:ext>
                  </a:extLst>
                </p:cNvPr>
                <p:cNvSpPr/>
                <p:nvPr/>
              </p:nvSpPr>
              <p:spPr>
                <a:xfrm flipH="1" flipV="1">
                  <a:off x="7082758" y="4830128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2" name="Oval 331">
                  <a:extLst>
                    <a:ext uri="{FF2B5EF4-FFF2-40B4-BE49-F238E27FC236}">
                      <a16:creationId xmlns:a16="http://schemas.microsoft.com/office/drawing/2014/main" id="{0D2C9B2E-F30A-B802-6F80-B6171AB3EDFF}"/>
                    </a:ext>
                  </a:extLst>
                </p:cNvPr>
                <p:cNvSpPr/>
                <p:nvPr/>
              </p:nvSpPr>
              <p:spPr>
                <a:xfrm flipH="1" flipV="1">
                  <a:off x="7236060" y="4805829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3" name="Oval 332">
                  <a:extLst>
                    <a:ext uri="{FF2B5EF4-FFF2-40B4-BE49-F238E27FC236}">
                      <a16:creationId xmlns:a16="http://schemas.microsoft.com/office/drawing/2014/main" id="{B378D6EF-1E53-9CBC-70EA-11AED2357013}"/>
                    </a:ext>
                  </a:extLst>
                </p:cNvPr>
                <p:cNvSpPr/>
                <p:nvPr/>
              </p:nvSpPr>
              <p:spPr>
                <a:xfrm flipH="1" flipV="1">
                  <a:off x="6479997" y="4792502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135FE2FA-AECE-5788-9CEE-4EFF90F48EA2}"/>
                  </a:ext>
                </a:extLst>
              </p:cNvPr>
              <p:cNvSpPr/>
              <p:nvPr/>
            </p:nvSpPr>
            <p:spPr>
              <a:xfrm rot="17770395">
                <a:off x="4486095" y="4543996"/>
                <a:ext cx="1316591" cy="865631"/>
              </a:xfrm>
              <a:custGeom>
                <a:avLst/>
                <a:gdLst>
                  <a:gd name="connsiteX0" fmla="*/ 1158863 w 1158863"/>
                  <a:gd name="connsiteY0" fmla="*/ 326249 h 745571"/>
                  <a:gd name="connsiteX1" fmla="*/ 1089807 w 1158863"/>
                  <a:gd name="connsiteY1" fmla="*/ 369111 h 745571"/>
                  <a:gd name="connsiteX2" fmla="*/ 968363 w 1158863"/>
                  <a:gd name="connsiteY2" fmla="*/ 400068 h 745571"/>
                  <a:gd name="connsiteX3" fmla="*/ 801676 w 1158863"/>
                  <a:gd name="connsiteY3" fmla="*/ 392924 h 745571"/>
                  <a:gd name="connsiteX4" fmla="*/ 658801 w 1158863"/>
                  <a:gd name="connsiteY4" fmla="*/ 288149 h 745571"/>
                  <a:gd name="connsiteX5" fmla="*/ 546882 w 1158863"/>
                  <a:gd name="connsiteY5" fmla="*/ 169086 h 745571"/>
                  <a:gd name="connsiteX6" fmla="*/ 430201 w 1158863"/>
                  <a:gd name="connsiteY6" fmla="*/ 52405 h 745571"/>
                  <a:gd name="connsiteX7" fmla="*/ 277801 w 1158863"/>
                  <a:gd name="connsiteY7" fmla="*/ 18 h 745571"/>
                  <a:gd name="connsiteX8" fmla="*/ 87301 w 1158863"/>
                  <a:gd name="connsiteY8" fmla="*/ 57168 h 745571"/>
                  <a:gd name="connsiteX9" fmla="*/ 1576 w 1158863"/>
                  <a:gd name="connsiteY9" fmla="*/ 207186 h 745571"/>
                  <a:gd name="connsiteX10" fmla="*/ 37295 w 1158863"/>
                  <a:gd name="connsiteY10" fmla="*/ 321486 h 745571"/>
                  <a:gd name="connsiteX11" fmla="*/ 106351 w 1158863"/>
                  <a:gd name="connsiteY11" fmla="*/ 228618 h 745571"/>
                  <a:gd name="connsiteX12" fmla="*/ 203982 w 1158863"/>
                  <a:gd name="connsiteY12" fmla="*/ 157180 h 745571"/>
                  <a:gd name="connsiteX13" fmla="*/ 303995 w 1158863"/>
                  <a:gd name="connsiteY13" fmla="*/ 152418 h 745571"/>
                  <a:gd name="connsiteX14" fmla="*/ 380195 w 1158863"/>
                  <a:gd name="connsiteY14" fmla="*/ 345299 h 745571"/>
                  <a:gd name="connsiteX15" fmla="*/ 465920 w 1158863"/>
                  <a:gd name="connsiteY15" fmla="*/ 535799 h 745571"/>
                  <a:gd name="connsiteX16" fmla="*/ 589745 w 1158863"/>
                  <a:gd name="connsiteY16" fmla="*/ 640574 h 745571"/>
                  <a:gd name="connsiteX17" fmla="*/ 694520 w 1158863"/>
                  <a:gd name="connsiteY17" fmla="*/ 707249 h 745571"/>
                  <a:gd name="connsiteX18" fmla="*/ 882638 w 1158863"/>
                  <a:gd name="connsiteY18" fmla="*/ 745349 h 745571"/>
                  <a:gd name="connsiteX19" fmla="*/ 985032 w 1158863"/>
                  <a:gd name="connsiteY19" fmla="*/ 723918 h 745571"/>
                  <a:gd name="connsiteX20" fmla="*/ 985032 w 1158863"/>
                  <a:gd name="connsiteY20" fmla="*/ 723918 h 745571"/>
                  <a:gd name="connsiteX0" fmla="*/ 1158863 w 1158863"/>
                  <a:gd name="connsiteY0" fmla="*/ 326249 h 745571"/>
                  <a:gd name="connsiteX1" fmla="*/ 1089807 w 1158863"/>
                  <a:gd name="connsiteY1" fmla="*/ 369111 h 745571"/>
                  <a:gd name="connsiteX2" fmla="*/ 968363 w 1158863"/>
                  <a:gd name="connsiteY2" fmla="*/ 400068 h 745571"/>
                  <a:gd name="connsiteX3" fmla="*/ 801676 w 1158863"/>
                  <a:gd name="connsiteY3" fmla="*/ 392924 h 745571"/>
                  <a:gd name="connsiteX4" fmla="*/ 658801 w 1158863"/>
                  <a:gd name="connsiteY4" fmla="*/ 288149 h 745571"/>
                  <a:gd name="connsiteX5" fmla="*/ 546882 w 1158863"/>
                  <a:gd name="connsiteY5" fmla="*/ 169086 h 745571"/>
                  <a:gd name="connsiteX6" fmla="*/ 430201 w 1158863"/>
                  <a:gd name="connsiteY6" fmla="*/ 52405 h 745571"/>
                  <a:gd name="connsiteX7" fmla="*/ 277801 w 1158863"/>
                  <a:gd name="connsiteY7" fmla="*/ 18 h 745571"/>
                  <a:gd name="connsiteX8" fmla="*/ 87301 w 1158863"/>
                  <a:gd name="connsiteY8" fmla="*/ 57168 h 745571"/>
                  <a:gd name="connsiteX9" fmla="*/ 1576 w 1158863"/>
                  <a:gd name="connsiteY9" fmla="*/ 207186 h 745571"/>
                  <a:gd name="connsiteX10" fmla="*/ 37295 w 1158863"/>
                  <a:gd name="connsiteY10" fmla="*/ 321486 h 745571"/>
                  <a:gd name="connsiteX11" fmla="*/ 106351 w 1158863"/>
                  <a:gd name="connsiteY11" fmla="*/ 228618 h 745571"/>
                  <a:gd name="connsiteX12" fmla="*/ 180169 w 1158863"/>
                  <a:gd name="connsiteY12" fmla="*/ 152418 h 745571"/>
                  <a:gd name="connsiteX13" fmla="*/ 303995 w 1158863"/>
                  <a:gd name="connsiteY13" fmla="*/ 152418 h 745571"/>
                  <a:gd name="connsiteX14" fmla="*/ 380195 w 1158863"/>
                  <a:gd name="connsiteY14" fmla="*/ 345299 h 745571"/>
                  <a:gd name="connsiteX15" fmla="*/ 465920 w 1158863"/>
                  <a:gd name="connsiteY15" fmla="*/ 535799 h 745571"/>
                  <a:gd name="connsiteX16" fmla="*/ 589745 w 1158863"/>
                  <a:gd name="connsiteY16" fmla="*/ 640574 h 745571"/>
                  <a:gd name="connsiteX17" fmla="*/ 694520 w 1158863"/>
                  <a:gd name="connsiteY17" fmla="*/ 707249 h 745571"/>
                  <a:gd name="connsiteX18" fmla="*/ 882638 w 1158863"/>
                  <a:gd name="connsiteY18" fmla="*/ 745349 h 745571"/>
                  <a:gd name="connsiteX19" fmla="*/ 985032 w 1158863"/>
                  <a:gd name="connsiteY19" fmla="*/ 723918 h 745571"/>
                  <a:gd name="connsiteX20" fmla="*/ 985032 w 1158863"/>
                  <a:gd name="connsiteY20" fmla="*/ 723918 h 745571"/>
                  <a:gd name="connsiteX0" fmla="*/ 1164320 w 1164320"/>
                  <a:gd name="connsiteY0" fmla="*/ 326249 h 745571"/>
                  <a:gd name="connsiteX1" fmla="*/ 1095264 w 1164320"/>
                  <a:gd name="connsiteY1" fmla="*/ 369111 h 745571"/>
                  <a:gd name="connsiteX2" fmla="*/ 973820 w 1164320"/>
                  <a:gd name="connsiteY2" fmla="*/ 400068 h 745571"/>
                  <a:gd name="connsiteX3" fmla="*/ 807133 w 1164320"/>
                  <a:gd name="connsiteY3" fmla="*/ 392924 h 745571"/>
                  <a:gd name="connsiteX4" fmla="*/ 664258 w 1164320"/>
                  <a:gd name="connsiteY4" fmla="*/ 288149 h 745571"/>
                  <a:gd name="connsiteX5" fmla="*/ 552339 w 1164320"/>
                  <a:gd name="connsiteY5" fmla="*/ 169086 h 745571"/>
                  <a:gd name="connsiteX6" fmla="*/ 435658 w 1164320"/>
                  <a:gd name="connsiteY6" fmla="*/ 52405 h 745571"/>
                  <a:gd name="connsiteX7" fmla="*/ 283258 w 1164320"/>
                  <a:gd name="connsiteY7" fmla="*/ 18 h 745571"/>
                  <a:gd name="connsiteX8" fmla="*/ 92758 w 1164320"/>
                  <a:gd name="connsiteY8" fmla="*/ 57168 h 745571"/>
                  <a:gd name="connsiteX9" fmla="*/ 7033 w 1164320"/>
                  <a:gd name="connsiteY9" fmla="*/ 207186 h 745571"/>
                  <a:gd name="connsiteX10" fmla="*/ 42752 w 1164320"/>
                  <a:gd name="connsiteY10" fmla="*/ 321486 h 745571"/>
                  <a:gd name="connsiteX11" fmla="*/ 111808 w 1164320"/>
                  <a:gd name="connsiteY11" fmla="*/ 228618 h 745571"/>
                  <a:gd name="connsiteX12" fmla="*/ 185626 w 1164320"/>
                  <a:gd name="connsiteY12" fmla="*/ 152418 h 745571"/>
                  <a:gd name="connsiteX13" fmla="*/ 309452 w 1164320"/>
                  <a:gd name="connsiteY13" fmla="*/ 152418 h 745571"/>
                  <a:gd name="connsiteX14" fmla="*/ 385652 w 1164320"/>
                  <a:gd name="connsiteY14" fmla="*/ 345299 h 745571"/>
                  <a:gd name="connsiteX15" fmla="*/ 471377 w 1164320"/>
                  <a:gd name="connsiteY15" fmla="*/ 535799 h 745571"/>
                  <a:gd name="connsiteX16" fmla="*/ 595202 w 1164320"/>
                  <a:gd name="connsiteY16" fmla="*/ 640574 h 745571"/>
                  <a:gd name="connsiteX17" fmla="*/ 699977 w 1164320"/>
                  <a:gd name="connsiteY17" fmla="*/ 707249 h 745571"/>
                  <a:gd name="connsiteX18" fmla="*/ 888095 w 1164320"/>
                  <a:gd name="connsiteY18" fmla="*/ 745349 h 745571"/>
                  <a:gd name="connsiteX19" fmla="*/ 990489 w 1164320"/>
                  <a:gd name="connsiteY19" fmla="*/ 723918 h 745571"/>
                  <a:gd name="connsiteX20" fmla="*/ 990489 w 1164320"/>
                  <a:gd name="connsiteY20" fmla="*/ 723918 h 745571"/>
                  <a:gd name="connsiteX0" fmla="*/ 1164320 w 1164320"/>
                  <a:gd name="connsiteY0" fmla="*/ 326249 h 745571"/>
                  <a:gd name="connsiteX1" fmla="*/ 1095264 w 1164320"/>
                  <a:gd name="connsiteY1" fmla="*/ 369111 h 745571"/>
                  <a:gd name="connsiteX2" fmla="*/ 973820 w 1164320"/>
                  <a:gd name="connsiteY2" fmla="*/ 400068 h 745571"/>
                  <a:gd name="connsiteX3" fmla="*/ 807133 w 1164320"/>
                  <a:gd name="connsiteY3" fmla="*/ 392924 h 745571"/>
                  <a:gd name="connsiteX4" fmla="*/ 664258 w 1164320"/>
                  <a:gd name="connsiteY4" fmla="*/ 288149 h 745571"/>
                  <a:gd name="connsiteX5" fmla="*/ 552339 w 1164320"/>
                  <a:gd name="connsiteY5" fmla="*/ 169086 h 745571"/>
                  <a:gd name="connsiteX6" fmla="*/ 435658 w 1164320"/>
                  <a:gd name="connsiteY6" fmla="*/ 52405 h 745571"/>
                  <a:gd name="connsiteX7" fmla="*/ 283258 w 1164320"/>
                  <a:gd name="connsiteY7" fmla="*/ 18 h 745571"/>
                  <a:gd name="connsiteX8" fmla="*/ 92758 w 1164320"/>
                  <a:gd name="connsiteY8" fmla="*/ 57168 h 745571"/>
                  <a:gd name="connsiteX9" fmla="*/ 7033 w 1164320"/>
                  <a:gd name="connsiteY9" fmla="*/ 207186 h 745571"/>
                  <a:gd name="connsiteX10" fmla="*/ 42752 w 1164320"/>
                  <a:gd name="connsiteY10" fmla="*/ 321486 h 745571"/>
                  <a:gd name="connsiteX11" fmla="*/ 111808 w 1164320"/>
                  <a:gd name="connsiteY11" fmla="*/ 228618 h 745571"/>
                  <a:gd name="connsiteX12" fmla="*/ 185626 w 1164320"/>
                  <a:gd name="connsiteY12" fmla="*/ 152418 h 745571"/>
                  <a:gd name="connsiteX13" fmla="*/ 309452 w 1164320"/>
                  <a:gd name="connsiteY13" fmla="*/ 152418 h 745571"/>
                  <a:gd name="connsiteX14" fmla="*/ 385652 w 1164320"/>
                  <a:gd name="connsiteY14" fmla="*/ 345299 h 745571"/>
                  <a:gd name="connsiteX15" fmla="*/ 471377 w 1164320"/>
                  <a:gd name="connsiteY15" fmla="*/ 535799 h 745571"/>
                  <a:gd name="connsiteX16" fmla="*/ 595202 w 1164320"/>
                  <a:gd name="connsiteY16" fmla="*/ 666768 h 745571"/>
                  <a:gd name="connsiteX17" fmla="*/ 699977 w 1164320"/>
                  <a:gd name="connsiteY17" fmla="*/ 707249 h 745571"/>
                  <a:gd name="connsiteX18" fmla="*/ 888095 w 1164320"/>
                  <a:gd name="connsiteY18" fmla="*/ 745349 h 745571"/>
                  <a:gd name="connsiteX19" fmla="*/ 990489 w 1164320"/>
                  <a:gd name="connsiteY19" fmla="*/ 723918 h 745571"/>
                  <a:gd name="connsiteX20" fmla="*/ 990489 w 1164320"/>
                  <a:gd name="connsiteY20" fmla="*/ 723918 h 745571"/>
                  <a:gd name="connsiteX0" fmla="*/ 1164320 w 1164320"/>
                  <a:gd name="connsiteY0" fmla="*/ 326249 h 750403"/>
                  <a:gd name="connsiteX1" fmla="*/ 1095264 w 1164320"/>
                  <a:gd name="connsiteY1" fmla="*/ 369111 h 750403"/>
                  <a:gd name="connsiteX2" fmla="*/ 973820 w 1164320"/>
                  <a:gd name="connsiteY2" fmla="*/ 400068 h 750403"/>
                  <a:gd name="connsiteX3" fmla="*/ 807133 w 1164320"/>
                  <a:gd name="connsiteY3" fmla="*/ 392924 h 750403"/>
                  <a:gd name="connsiteX4" fmla="*/ 664258 w 1164320"/>
                  <a:gd name="connsiteY4" fmla="*/ 288149 h 750403"/>
                  <a:gd name="connsiteX5" fmla="*/ 552339 w 1164320"/>
                  <a:gd name="connsiteY5" fmla="*/ 169086 h 750403"/>
                  <a:gd name="connsiteX6" fmla="*/ 435658 w 1164320"/>
                  <a:gd name="connsiteY6" fmla="*/ 52405 h 750403"/>
                  <a:gd name="connsiteX7" fmla="*/ 283258 w 1164320"/>
                  <a:gd name="connsiteY7" fmla="*/ 18 h 750403"/>
                  <a:gd name="connsiteX8" fmla="*/ 92758 w 1164320"/>
                  <a:gd name="connsiteY8" fmla="*/ 57168 h 750403"/>
                  <a:gd name="connsiteX9" fmla="*/ 7033 w 1164320"/>
                  <a:gd name="connsiteY9" fmla="*/ 207186 h 750403"/>
                  <a:gd name="connsiteX10" fmla="*/ 42752 w 1164320"/>
                  <a:gd name="connsiteY10" fmla="*/ 321486 h 750403"/>
                  <a:gd name="connsiteX11" fmla="*/ 111808 w 1164320"/>
                  <a:gd name="connsiteY11" fmla="*/ 228618 h 750403"/>
                  <a:gd name="connsiteX12" fmla="*/ 185626 w 1164320"/>
                  <a:gd name="connsiteY12" fmla="*/ 152418 h 750403"/>
                  <a:gd name="connsiteX13" fmla="*/ 309452 w 1164320"/>
                  <a:gd name="connsiteY13" fmla="*/ 152418 h 750403"/>
                  <a:gd name="connsiteX14" fmla="*/ 385652 w 1164320"/>
                  <a:gd name="connsiteY14" fmla="*/ 345299 h 750403"/>
                  <a:gd name="connsiteX15" fmla="*/ 471377 w 1164320"/>
                  <a:gd name="connsiteY15" fmla="*/ 535799 h 750403"/>
                  <a:gd name="connsiteX16" fmla="*/ 595202 w 1164320"/>
                  <a:gd name="connsiteY16" fmla="*/ 666768 h 750403"/>
                  <a:gd name="connsiteX17" fmla="*/ 726171 w 1164320"/>
                  <a:gd name="connsiteY17" fmla="*/ 742968 h 750403"/>
                  <a:gd name="connsiteX18" fmla="*/ 888095 w 1164320"/>
                  <a:gd name="connsiteY18" fmla="*/ 745349 h 750403"/>
                  <a:gd name="connsiteX19" fmla="*/ 990489 w 1164320"/>
                  <a:gd name="connsiteY19" fmla="*/ 723918 h 750403"/>
                  <a:gd name="connsiteX20" fmla="*/ 990489 w 1164320"/>
                  <a:gd name="connsiteY20" fmla="*/ 723918 h 750403"/>
                  <a:gd name="connsiteX0" fmla="*/ 1164320 w 1164320"/>
                  <a:gd name="connsiteY0" fmla="*/ 326249 h 760608"/>
                  <a:gd name="connsiteX1" fmla="*/ 1095264 w 1164320"/>
                  <a:gd name="connsiteY1" fmla="*/ 369111 h 760608"/>
                  <a:gd name="connsiteX2" fmla="*/ 973820 w 1164320"/>
                  <a:gd name="connsiteY2" fmla="*/ 40006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9 h 760608"/>
                  <a:gd name="connsiteX1" fmla="*/ 1095264 w 1164320"/>
                  <a:gd name="connsiteY1" fmla="*/ 369111 h 760608"/>
                  <a:gd name="connsiteX2" fmla="*/ 973820 w 1164320"/>
                  <a:gd name="connsiteY2" fmla="*/ 41911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9 h 760608"/>
                  <a:gd name="connsiteX1" fmla="*/ 1100027 w 1164320"/>
                  <a:gd name="connsiteY1" fmla="*/ 383398 h 760608"/>
                  <a:gd name="connsiteX2" fmla="*/ 973820 w 1164320"/>
                  <a:gd name="connsiteY2" fmla="*/ 41911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8 h 760607"/>
                  <a:gd name="connsiteX1" fmla="*/ 1100027 w 1164320"/>
                  <a:gd name="connsiteY1" fmla="*/ 383397 h 760607"/>
                  <a:gd name="connsiteX2" fmla="*/ 973820 w 1164320"/>
                  <a:gd name="connsiteY2" fmla="*/ 419117 h 760607"/>
                  <a:gd name="connsiteX3" fmla="*/ 807133 w 1164320"/>
                  <a:gd name="connsiteY3" fmla="*/ 392923 h 760607"/>
                  <a:gd name="connsiteX4" fmla="*/ 664258 w 1164320"/>
                  <a:gd name="connsiteY4" fmla="*/ 288148 h 760607"/>
                  <a:gd name="connsiteX5" fmla="*/ 561864 w 1164320"/>
                  <a:gd name="connsiteY5" fmla="*/ 152416 h 760607"/>
                  <a:gd name="connsiteX6" fmla="*/ 435658 w 1164320"/>
                  <a:gd name="connsiteY6" fmla="*/ 52404 h 760607"/>
                  <a:gd name="connsiteX7" fmla="*/ 283258 w 1164320"/>
                  <a:gd name="connsiteY7" fmla="*/ 17 h 760607"/>
                  <a:gd name="connsiteX8" fmla="*/ 92758 w 1164320"/>
                  <a:gd name="connsiteY8" fmla="*/ 57167 h 760607"/>
                  <a:gd name="connsiteX9" fmla="*/ 7033 w 1164320"/>
                  <a:gd name="connsiteY9" fmla="*/ 207185 h 760607"/>
                  <a:gd name="connsiteX10" fmla="*/ 42752 w 1164320"/>
                  <a:gd name="connsiteY10" fmla="*/ 321485 h 760607"/>
                  <a:gd name="connsiteX11" fmla="*/ 111808 w 1164320"/>
                  <a:gd name="connsiteY11" fmla="*/ 228617 h 760607"/>
                  <a:gd name="connsiteX12" fmla="*/ 185626 w 1164320"/>
                  <a:gd name="connsiteY12" fmla="*/ 152417 h 760607"/>
                  <a:gd name="connsiteX13" fmla="*/ 309452 w 1164320"/>
                  <a:gd name="connsiteY13" fmla="*/ 152417 h 760607"/>
                  <a:gd name="connsiteX14" fmla="*/ 385652 w 1164320"/>
                  <a:gd name="connsiteY14" fmla="*/ 345298 h 760607"/>
                  <a:gd name="connsiteX15" fmla="*/ 471377 w 1164320"/>
                  <a:gd name="connsiteY15" fmla="*/ 535798 h 760607"/>
                  <a:gd name="connsiteX16" fmla="*/ 595202 w 1164320"/>
                  <a:gd name="connsiteY16" fmla="*/ 666767 h 760607"/>
                  <a:gd name="connsiteX17" fmla="*/ 726171 w 1164320"/>
                  <a:gd name="connsiteY17" fmla="*/ 742967 h 760607"/>
                  <a:gd name="connsiteX18" fmla="*/ 888095 w 1164320"/>
                  <a:gd name="connsiteY18" fmla="*/ 759636 h 760607"/>
                  <a:gd name="connsiteX19" fmla="*/ 990489 w 1164320"/>
                  <a:gd name="connsiteY19" fmla="*/ 723917 h 760607"/>
                  <a:gd name="connsiteX20" fmla="*/ 990489 w 1164320"/>
                  <a:gd name="connsiteY20" fmla="*/ 723917 h 760607"/>
                  <a:gd name="connsiteX0" fmla="*/ 1164320 w 1164320"/>
                  <a:gd name="connsiteY0" fmla="*/ 326424 h 760783"/>
                  <a:gd name="connsiteX1" fmla="*/ 1100027 w 1164320"/>
                  <a:gd name="connsiteY1" fmla="*/ 383573 h 760783"/>
                  <a:gd name="connsiteX2" fmla="*/ 973820 w 1164320"/>
                  <a:gd name="connsiteY2" fmla="*/ 419293 h 760783"/>
                  <a:gd name="connsiteX3" fmla="*/ 807133 w 1164320"/>
                  <a:gd name="connsiteY3" fmla="*/ 393099 h 760783"/>
                  <a:gd name="connsiteX4" fmla="*/ 664258 w 1164320"/>
                  <a:gd name="connsiteY4" fmla="*/ 288324 h 760783"/>
                  <a:gd name="connsiteX5" fmla="*/ 561864 w 1164320"/>
                  <a:gd name="connsiteY5" fmla="*/ 152592 h 760783"/>
                  <a:gd name="connsiteX6" fmla="*/ 438039 w 1164320"/>
                  <a:gd name="connsiteY6" fmla="*/ 43055 h 760783"/>
                  <a:gd name="connsiteX7" fmla="*/ 283258 w 1164320"/>
                  <a:gd name="connsiteY7" fmla="*/ 193 h 760783"/>
                  <a:gd name="connsiteX8" fmla="*/ 92758 w 1164320"/>
                  <a:gd name="connsiteY8" fmla="*/ 57343 h 760783"/>
                  <a:gd name="connsiteX9" fmla="*/ 7033 w 1164320"/>
                  <a:gd name="connsiteY9" fmla="*/ 207361 h 760783"/>
                  <a:gd name="connsiteX10" fmla="*/ 42752 w 1164320"/>
                  <a:gd name="connsiteY10" fmla="*/ 321661 h 760783"/>
                  <a:gd name="connsiteX11" fmla="*/ 111808 w 1164320"/>
                  <a:gd name="connsiteY11" fmla="*/ 228793 h 760783"/>
                  <a:gd name="connsiteX12" fmla="*/ 185626 w 1164320"/>
                  <a:gd name="connsiteY12" fmla="*/ 152593 h 760783"/>
                  <a:gd name="connsiteX13" fmla="*/ 309452 w 1164320"/>
                  <a:gd name="connsiteY13" fmla="*/ 152593 h 760783"/>
                  <a:gd name="connsiteX14" fmla="*/ 385652 w 1164320"/>
                  <a:gd name="connsiteY14" fmla="*/ 345474 h 760783"/>
                  <a:gd name="connsiteX15" fmla="*/ 471377 w 1164320"/>
                  <a:gd name="connsiteY15" fmla="*/ 535974 h 760783"/>
                  <a:gd name="connsiteX16" fmla="*/ 595202 w 1164320"/>
                  <a:gd name="connsiteY16" fmla="*/ 666943 h 760783"/>
                  <a:gd name="connsiteX17" fmla="*/ 726171 w 1164320"/>
                  <a:gd name="connsiteY17" fmla="*/ 743143 h 760783"/>
                  <a:gd name="connsiteX18" fmla="*/ 888095 w 1164320"/>
                  <a:gd name="connsiteY18" fmla="*/ 759812 h 760783"/>
                  <a:gd name="connsiteX19" fmla="*/ 990489 w 1164320"/>
                  <a:gd name="connsiteY19" fmla="*/ 724093 h 760783"/>
                  <a:gd name="connsiteX20" fmla="*/ 990489 w 1164320"/>
                  <a:gd name="connsiteY20" fmla="*/ 724093 h 760783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57326 h 765516"/>
                  <a:gd name="connsiteX13" fmla="*/ 309452 w 1164320"/>
                  <a:gd name="connsiteY13" fmla="*/ 157326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57326 h 765516"/>
                  <a:gd name="connsiteX13" fmla="*/ 311833 w 1164320"/>
                  <a:gd name="connsiteY13" fmla="*/ 178757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62088 h 765516"/>
                  <a:gd name="connsiteX13" fmla="*/ 311833 w 1164320"/>
                  <a:gd name="connsiteY13" fmla="*/ 178757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64320" h="765516">
                    <a:moveTo>
                      <a:pt x="1164320" y="331157"/>
                    </a:moveTo>
                    <a:cubicBezTo>
                      <a:pt x="1145667" y="346436"/>
                      <a:pt x="1131777" y="372828"/>
                      <a:pt x="1100027" y="388306"/>
                    </a:cubicBezTo>
                    <a:cubicBezTo>
                      <a:pt x="1068277" y="403784"/>
                      <a:pt x="1022636" y="422438"/>
                      <a:pt x="973820" y="424026"/>
                    </a:cubicBezTo>
                    <a:cubicBezTo>
                      <a:pt x="925004" y="425614"/>
                      <a:pt x="858727" y="419660"/>
                      <a:pt x="807133" y="397832"/>
                    </a:cubicBezTo>
                    <a:cubicBezTo>
                      <a:pt x="755539" y="376004"/>
                      <a:pt x="705136" y="333141"/>
                      <a:pt x="664258" y="293057"/>
                    </a:cubicBezTo>
                    <a:cubicBezTo>
                      <a:pt x="623380" y="252973"/>
                      <a:pt x="599567" y="198203"/>
                      <a:pt x="561864" y="157325"/>
                    </a:cubicBezTo>
                    <a:cubicBezTo>
                      <a:pt x="524161" y="116447"/>
                      <a:pt x="485267" y="73981"/>
                      <a:pt x="438039" y="47788"/>
                    </a:cubicBezTo>
                    <a:cubicBezTo>
                      <a:pt x="390811" y="21595"/>
                      <a:pt x="336043" y="-2217"/>
                      <a:pt x="278496" y="164"/>
                    </a:cubicBezTo>
                    <a:cubicBezTo>
                      <a:pt x="220949" y="2545"/>
                      <a:pt x="138002" y="26754"/>
                      <a:pt x="92758" y="62076"/>
                    </a:cubicBezTo>
                    <a:cubicBezTo>
                      <a:pt x="47514" y="97398"/>
                      <a:pt x="15367" y="168041"/>
                      <a:pt x="7033" y="212094"/>
                    </a:cubicBezTo>
                    <a:cubicBezTo>
                      <a:pt x="-1301" y="256147"/>
                      <a:pt x="-12810" y="318060"/>
                      <a:pt x="42752" y="326394"/>
                    </a:cubicBezTo>
                    <a:cubicBezTo>
                      <a:pt x="98314" y="334728"/>
                      <a:pt x="87996" y="260910"/>
                      <a:pt x="111808" y="233526"/>
                    </a:cubicBezTo>
                    <a:cubicBezTo>
                      <a:pt x="135620" y="206142"/>
                      <a:pt x="152289" y="171216"/>
                      <a:pt x="185626" y="162088"/>
                    </a:cubicBezTo>
                    <a:cubicBezTo>
                      <a:pt x="218963" y="152960"/>
                      <a:pt x="278495" y="147404"/>
                      <a:pt x="311833" y="178757"/>
                    </a:cubicBezTo>
                    <a:cubicBezTo>
                      <a:pt x="345171" y="210110"/>
                      <a:pt x="359061" y="289882"/>
                      <a:pt x="385652" y="350207"/>
                    </a:cubicBezTo>
                    <a:cubicBezTo>
                      <a:pt x="412243" y="410532"/>
                      <a:pt x="436452" y="487129"/>
                      <a:pt x="471377" y="540707"/>
                    </a:cubicBezTo>
                    <a:cubicBezTo>
                      <a:pt x="506302" y="594285"/>
                      <a:pt x="552736" y="637148"/>
                      <a:pt x="595202" y="671676"/>
                    </a:cubicBezTo>
                    <a:cubicBezTo>
                      <a:pt x="637668" y="706204"/>
                      <a:pt x="677356" y="732398"/>
                      <a:pt x="726171" y="747876"/>
                    </a:cubicBezTo>
                    <a:cubicBezTo>
                      <a:pt x="774986" y="763354"/>
                      <a:pt x="844042" y="767720"/>
                      <a:pt x="888095" y="764545"/>
                    </a:cubicBezTo>
                    <a:cubicBezTo>
                      <a:pt x="932148" y="761370"/>
                      <a:pt x="990489" y="728826"/>
                      <a:pt x="990489" y="728826"/>
                    </a:cubicBezTo>
                    <a:lnTo>
                      <a:pt x="990489" y="728826"/>
                    </a:lnTo>
                  </a:path>
                </a:pathLst>
              </a:custGeom>
              <a:solidFill>
                <a:srgbClr val="BEA7D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36" name="Group 235">
                <a:extLst>
                  <a:ext uri="{FF2B5EF4-FFF2-40B4-BE49-F238E27FC236}">
                    <a16:creationId xmlns:a16="http://schemas.microsoft.com/office/drawing/2014/main" id="{2B9569CD-FB10-7228-1A0F-37345FF2441B}"/>
                  </a:ext>
                </a:extLst>
              </p:cNvPr>
              <p:cNvGrpSpPr/>
              <p:nvPr/>
            </p:nvGrpSpPr>
            <p:grpSpPr>
              <a:xfrm rot="21153198" flipH="1">
                <a:off x="4654713" y="4508885"/>
                <a:ext cx="937606" cy="1088467"/>
                <a:chOff x="6479997" y="4263560"/>
                <a:chExt cx="937606" cy="1088467"/>
              </a:xfrm>
            </p:grpSpPr>
            <p:sp>
              <p:nvSpPr>
                <p:cNvPr id="314" name="Freeform: Shape 313">
                  <a:extLst>
                    <a:ext uri="{FF2B5EF4-FFF2-40B4-BE49-F238E27FC236}">
                      <a16:creationId xmlns:a16="http://schemas.microsoft.com/office/drawing/2014/main" id="{908FEAFB-C0DF-4AF0-2671-C57CA64B02A0}"/>
                    </a:ext>
                  </a:extLst>
                </p:cNvPr>
                <p:cNvSpPr/>
                <p:nvPr/>
              </p:nvSpPr>
              <p:spPr>
                <a:xfrm rot="3303579" flipH="1">
                  <a:off x="6365004" y="4428173"/>
                  <a:ext cx="1088467" cy="759241"/>
                </a:xfrm>
                <a:custGeom>
                  <a:avLst/>
                  <a:gdLst>
                    <a:gd name="connsiteX0" fmla="*/ 1088467 w 1088467"/>
                    <a:gd name="connsiteY0" fmla="*/ 655217 h 759241"/>
                    <a:gd name="connsiteX1" fmla="*/ 1053305 w 1088467"/>
                    <a:gd name="connsiteY1" fmla="*/ 664943 h 759241"/>
                    <a:gd name="connsiteX2" fmla="*/ 180097 w 1088467"/>
                    <a:gd name="connsiteY2" fmla="*/ 0 h 759241"/>
                    <a:gd name="connsiteX3" fmla="*/ 2923 w 1088467"/>
                    <a:gd name="connsiteY3" fmla="*/ 201297 h 759241"/>
                    <a:gd name="connsiteX4" fmla="*/ 0 w 1088467"/>
                    <a:gd name="connsiteY4" fmla="*/ 262412 h 759241"/>
                    <a:gd name="connsiteX5" fmla="*/ 9739 w 1088467"/>
                    <a:gd name="connsiteY5" fmla="*/ 262154 h 759241"/>
                    <a:gd name="connsiteX6" fmla="*/ 67536 w 1088467"/>
                    <a:gd name="connsiteY6" fmla="*/ 157676 h 759241"/>
                    <a:gd name="connsiteX7" fmla="*/ 151008 w 1088467"/>
                    <a:gd name="connsiteY7" fmla="*/ 76896 h 759241"/>
                    <a:gd name="connsiteX8" fmla="*/ 293721 w 1088467"/>
                    <a:gd name="connsiteY8" fmla="*/ 95745 h 759241"/>
                    <a:gd name="connsiteX9" fmla="*/ 377194 w 1088467"/>
                    <a:gd name="connsiteY9" fmla="*/ 289618 h 759241"/>
                    <a:gd name="connsiteX10" fmla="*/ 474130 w 1088467"/>
                    <a:gd name="connsiteY10" fmla="*/ 505031 h 759241"/>
                    <a:gd name="connsiteX11" fmla="*/ 614149 w 1088467"/>
                    <a:gd name="connsiteY11" fmla="*/ 653129 h 759241"/>
                    <a:gd name="connsiteX12" fmla="*/ 762246 w 1088467"/>
                    <a:gd name="connsiteY12" fmla="*/ 739294 h 759241"/>
                    <a:gd name="connsiteX13" fmla="*/ 945347 w 1088467"/>
                    <a:gd name="connsiteY13" fmla="*/ 758143 h 759241"/>
                    <a:gd name="connsiteX14" fmla="*/ 1061132 w 1088467"/>
                    <a:gd name="connsiteY14" fmla="*/ 717753 h 759241"/>
                    <a:gd name="connsiteX15" fmla="*/ 1088467 w 1088467"/>
                    <a:gd name="connsiteY15" fmla="*/ 655217 h 75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088467" h="759241">
                      <a:moveTo>
                        <a:pt x="1088467" y="655217"/>
                      </a:moveTo>
                      <a:lnTo>
                        <a:pt x="1053305" y="664943"/>
                      </a:lnTo>
                      <a:cubicBezTo>
                        <a:pt x="388038" y="824227"/>
                        <a:pt x="535616" y="7372"/>
                        <a:pt x="180097" y="0"/>
                      </a:cubicBezTo>
                      <a:cubicBezTo>
                        <a:pt x="72776" y="46352"/>
                        <a:pt x="18682" y="125234"/>
                        <a:pt x="2923" y="201297"/>
                      </a:cubicBezTo>
                      <a:lnTo>
                        <a:pt x="0" y="262412"/>
                      </a:lnTo>
                      <a:lnTo>
                        <a:pt x="9739" y="262154"/>
                      </a:lnTo>
                      <a:cubicBezTo>
                        <a:pt x="49964" y="252066"/>
                        <a:pt x="43976" y="184772"/>
                        <a:pt x="67536" y="157676"/>
                      </a:cubicBezTo>
                      <a:cubicBezTo>
                        <a:pt x="94462" y="126712"/>
                        <a:pt x="113311" y="87218"/>
                        <a:pt x="151008" y="76896"/>
                      </a:cubicBezTo>
                      <a:cubicBezTo>
                        <a:pt x="188704" y="66574"/>
                        <a:pt x="256023" y="60292"/>
                        <a:pt x="293721" y="95745"/>
                      </a:cubicBezTo>
                      <a:cubicBezTo>
                        <a:pt x="331418" y="131198"/>
                        <a:pt x="347125" y="221403"/>
                        <a:pt x="377194" y="289618"/>
                      </a:cubicBezTo>
                      <a:cubicBezTo>
                        <a:pt x="407262" y="357832"/>
                        <a:pt x="434638" y="444447"/>
                        <a:pt x="474130" y="505031"/>
                      </a:cubicBezTo>
                      <a:cubicBezTo>
                        <a:pt x="513622" y="565616"/>
                        <a:pt x="566129" y="614085"/>
                        <a:pt x="614149" y="653129"/>
                      </a:cubicBezTo>
                      <a:cubicBezTo>
                        <a:pt x="662168" y="692172"/>
                        <a:pt x="707047" y="721792"/>
                        <a:pt x="762246" y="739294"/>
                      </a:cubicBezTo>
                      <a:cubicBezTo>
                        <a:pt x="817445" y="756796"/>
                        <a:pt x="895532" y="761733"/>
                        <a:pt x="945347" y="758143"/>
                      </a:cubicBezTo>
                      <a:cubicBezTo>
                        <a:pt x="995161" y="754553"/>
                        <a:pt x="1061132" y="717753"/>
                        <a:pt x="1061132" y="717753"/>
                      </a:cubicBezTo>
                      <a:lnTo>
                        <a:pt x="1088467" y="655217"/>
                      </a:lnTo>
                      <a:close/>
                    </a:path>
                  </a:pathLst>
                </a:custGeom>
                <a:solidFill>
                  <a:srgbClr val="EADEFA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3D75602D-6051-6748-E184-01D1C281F111}"/>
                    </a:ext>
                  </a:extLst>
                </p:cNvPr>
                <p:cNvSpPr/>
                <p:nvPr/>
              </p:nvSpPr>
              <p:spPr>
                <a:xfrm flipH="1" flipV="1">
                  <a:off x="7366201" y="4870610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6" name="Oval 315">
                  <a:extLst>
                    <a:ext uri="{FF2B5EF4-FFF2-40B4-BE49-F238E27FC236}">
                      <a16:creationId xmlns:a16="http://schemas.microsoft.com/office/drawing/2014/main" id="{9825F5CE-3715-4EB7-763E-7D20CAE896BF}"/>
                    </a:ext>
                  </a:extLst>
                </p:cNvPr>
                <p:cNvSpPr/>
                <p:nvPr/>
              </p:nvSpPr>
              <p:spPr>
                <a:xfrm flipH="1" flipV="1">
                  <a:off x="7371884" y="4996441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7" name="Oval 316">
                  <a:extLst>
                    <a:ext uri="{FF2B5EF4-FFF2-40B4-BE49-F238E27FC236}">
                      <a16:creationId xmlns:a16="http://schemas.microsoft.com/office/drawing/2014/main" id="{618570C6-339D-B027-C0F3-D78DDC7285CA}"/>
                    </a:ext>
                  </a:extLst>
                </p:cNvPr>
                <p:cNvSpPr/>
                <p:nvPr/>
              </p:nvSpPr>
              <p:spPr>
                <a:xfrm flipH="1" flipV="1">
                  <a:off x="7321871" y="5095966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" name="Oval 317">
                  <a:extLst>
                    <a:ext uri="{FF2B5EF4-FFF2-40B4-BE49-F238E27FC236}">
                      <a16:creationId xmlns:a16="http://schemas.microsoft.com/office/drawing/2014/main" id="{690F68A9-AD01-032E-23F4-D455B742A743}"/>
                    </a:ext>
                  </a:extLst>
                </p:cNvPr>
                <p:cNvSpPr/>
                <p:nvPr/>
              </p:nvSpPr>
              <p:spPr>
                <a:xfrm flipH="1" flipV="1">
                  <a:off x="6600232" y="4843448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" name="Oval 318">
                  <a:extLst>
                    <a:ext uri="{FF2B5EF4-FFF2-40B4-BE49-F238E27FC236}">
                      <a16:creationId xmlns:a16="http://schemas.microsoft.com/office/drawing/2014/main" id="{5D2590D7-9E96-5F2C-E309-36A948F39DA3}"/>
                    </a:ext>
                  </a:extLst>
                </p:cNvPr>
                <p:cNvSpPr/>
                <p:nvPr/>
              </p:nvSpPr>
              <p:spPr>
                <a:xfrm flipH="1" flipV="1">
                  <a:off x="6766186" y="4886785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" name="Oval 319">
                  <a:extLst>
                    <a:ext uri="{FF2B5EF4-FFF2-40B4-BE49-F238E27FC236}">
                      <a16:creationId xmlns:a16="http://schemas.microsoft.com/office/drawing/2014/main" id="{E0A239AB-9489-AAFA-7FB2-B54FAF421577}"/>
                    </a:ext>
                  </a:extLst>
                </p:cNvPr>
                <p:cNvSpPr/>
                <p:nvPr/>
              </p:nvSpPr>
              <p:spPr>
                <a:xfrm flipH="1" flipV="1">
                  <a:off x="6916640" y="4872407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" name="Oval 320">
                  <a:extLst>
                    <a:ext uri="{FF2B5EF4-FFF2-40B4-BE49-F238E27FC236}">
                      <a16:creationId xmlns:a16="http://schemas.microsoft.com/office/drawing/2014/main" id="{5B943214-CDA5-E50F-75B3-4AC7A9DA0A39}"/>
                    </a:ext>
                  </a:extLst>
                </p:cNvPr>
                <p:cNvSpPr/>
                <p:nvPr/>
              </p:nvSpPr>
              <p:spPr>
                <a:xfrm flipH="1" flipV="1">
                  <a:off x="7082758" y="4830128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2" name="Oval 321">
                  <a:extLst>
                    <a:ext uri="{FF2B5EF4-FFF2-40B4-BE49-F238E27FC236}">
                      <a16:creationId xmlns:a16="http://schemas.microsoft.com/office/drawing/2014/main" id="{1A12C653-181E-3340-4F6A-57F9FF5C85F7}"/>
                    </a:ext>
                  </a:extLst>
                </p:cNvPr>
                <p:cNvSpPr/>
                <p:nvPr/>
              </p:nvSpPr>
              <p:spPr>
                <a:xfrm flipH="1" flipV="1">
                  <a:off x="7236060" y="4805829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3" name="Oval 322">
                  <a:extLst>
                    <a:ext uri="{FF2B5EF4-FFF2-40B4-BE49-F238E27FC236}">
                      <a16:creationId xmlns:a16="http://schemas.microsoft.com/office/drawing/2014/main" id="{74F97023-CE3A-4778-33F8-1DF1719E42FB}"/>
                    </a:ext>
                  </a:extLst>
                </p:cNvPr>
                <p:cNvSpPr/>
                <p:nvPr/>
              </p:nvSpPr>
              <p:spPr>
                <a:xfrm flipH="1" flipV="1">
                  <a:off x="6479997" y="4792502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9D0642DA-EA79-EE12-92EA-047E8A365166}"/>
                  </a:ext>
                </a:extLst>
              </p:cNvPr>
              <p:cNvSpPr/>
              <p:nvPr/>
            </p:nvSpPr>
            <p:spPr>
              <a:xfrm rot="20585732" flipH="1">
                <a:off x="6016792" y="3422223"/>
                <a:ext cx="1316591" cy="865631"/>
              </a:xfrm>
              <a:custGeom>
                <a:avLst/>
                <a:gdLst>
                  <a:gd name="connsiteX0" fmla="*/ 1158863 w 1158863"/>
                  <a:gd name="connsiteY0" fmla="*/ 326249 h 745571"/>
                  <a:gd name="connsiteX1" fmla="*/ 1089807 w 1158863"/>
                  <a:gd name="connsiteY1" fmla="*/ 369111 h 745571"/>
                  <a:gd name="connsiteX2" fmla="*/ 968363 w 1158863"/>
                  <a:gd name="connsiteY2" fmla="*/ 400068 h 745571"/>
                  <a:gd name="connsiteX3" fmla="*/ 801676 w 1158863"/>
                  <a:gd name="connsiteY3" fmla="*/ 392924 h 745571"/>
                  <a:gd name="connsiteX4" fmla="*/ 658801 w 1158863"/>
                  <a:gd name="connsiteY4" fmla="*/ 288149 h 745571"/>
                  <a:gd name="connsiteX5" fmla="*/ 546882 w 1158863"/>
                  <a:gd name="connsiteY5" fmla="*/ 169086 h 745571"/>
                  <a:gd name="connsiteX6" fmla="*/ 430201 w 1158863"/>
                  <a:gd name="connsiteY6" fmla="*/ 52405 h 745571"/>
                  <a:gd name="connsiteX7" fmla="*/ 277801 w 1158863"/>
                  <a:gd name="connsiteY7" fmla="*/ 18 h 745571"/>
                  <a:gd name="connsiteX8" fmla="*/ 87301 w 1158863"/>
                  <a:gd name="connsiteY8" fmla="*/ 57168 h 745571"/>
                  <a:gd name="connsiteX9" fmla="*/ 1576 w 1158863"/>
                  <a:gd name="connsiteY9" fmla="*/ 207186 h 745571"/>
                  <a:gd name="connsiteX10" fmla="*/ 37295 w 1158863"/>
                  <a:gd name="connsiteY10" fmla="*/ 321486 h 745571"/>
                  <a:gd name="connsiteX11" fmla="*/ 106351 w 1158863"/>
                  <a:gd name="connsiteY11" fmla="*/ 228618 h 745571"/>
                  <a:gd name="connsiteX12" fmla="*/ 203982 w 1158863"/>
                  <a:gd name="connsiteY12" fmla="*/ 157180 h 745571"/>
                  <a:gd name="connsiteX13" fmla="*/ 303995 w 1158863"/>
                  <a:gd name="connsiteY13" fmla="*/ 152418 h 745571"/>
                  <a:gd name="connsiteX14" fmla="*/ 380195 w 1158863"/>
                  <a:gd name="connsiteY14" fmla="*/ 345299 h 745571"/>
                  <a:gd name="connsiteX15" fmla="*/ 465920 w 1158863"/>
                  <a:gd name="connsiteY15" fmla="*/ 535799 h 745571"/>
                  <a:gd name="connsiteX16" fmla="*/ 589745 w 1158863"/>
                  <a:gd name="connsiteY16" fmla="*/ 640574 h 745571"/>
                  <a:gd name="connsiteX17" fmla="*/ 694520 w 1158863"/>
                  <a:gd name="connsiteY17" fmla="*/ 707249 h 745571"/>
                  <a:gd name="connsiteX18" fmla="*/ 882638 w 1158863"/>
                  <a:gd name="connsiteY18" fmla="*/ 745349 h 745571"/>
                  <a:gd name="connsiteX19" fmla="*/ 985032 w 1158863"/>
                  <a:gd name="connsiteY19" fmla="*/ 723918 h 745571"/>
                  <a:gd name="connsiteX20" fmla="*/ 985032 w 1158863"/>
                  <a:gd name="connsiteY20" fmla="*/ 723918 h 745571"/>
                  <a:gd name="connsiteX0" fmla="*/ 1158863 w 1158863"/>
                  <a:gd name="connsiteY0" fmla="*/ 326249 h 745571"/>
                  <a:gd name="connsiteX1" fmla="*/ 1089807 w 1158863"/>
                  <a:gd name="connsiteY1" fmla="*/ 369111 h 745571"/>
                  <a:gd name="connsiteX2" fmla="*/ 968363 w 1158863"/>
                  <a:gd name="connsiteY2" fmla="*/ 400068 h 745571"/>
                  <a:gd name="connsiteX3" fmla="*/ 801676 w 1158863"/>
                  <a:gd name="connsiteY3" fmla="*/ 392924 h 745571"/>
                  <a:gd name="connsiteX4" fmla="*/ 658801 w 1158863"/>
                  <a:gd name="connsiteY4" fmla="*/ 288149 h 745571"/>
                  <a:gd name="connsiteX5" fmla="*/ 546882 w 1158863"/>
                  <a:gd name="connsiteY5" fmla="*/ 169086 h 745571"/>
                  <a:gd name="connsiteX6" fmla="*/ 430201 w 1158863"/>
                  <a:gd name="connsiteY6" fmla="*/ 52405 h 745571"/>
                  <a:gd name="connsiteX7" fmla="*/ 277801 w 1158863"/>
                  <a:gd name="connsiteY7" fmla="*/ 18 h 745571"/>
                  <a:gd name="connsiteX8" fmla="*/ 87301 w 1158863"/>
                  <a:gd name="connsiteY8" fmla="*/ 57168 h 745571"/>
                  <a:gd name="connsiteX9" fmla="*/ 1576 w 1158863"/>
                  <a:gd name="connsiteY9" fmla="*/ 207186 h 745571"/>
                  <a:gd name="connsiteX10" fmla="*/ 37295 w 1158863"/>
                  <a:gd name="connsiteY10" fmla="*/ 321486 h 745571"/>
                  <a:gd name="connsiteX11" fmla="*/ 106351 w 1158863"/>
                  <a:gd name="connsiteY11" fmla="*/ 228618 h 745571"/>
                  <a:gd name="connsiteX12" fmla="*/ 180169 w 1158863"/>
                  <a:gd name="connsiteY12" fmla="*/ 152418 h 745571"/>
                  <a:gd name="connsiteX13" fmla="*/ 303995 w 1158863"/>
                  <a:gd name="connsiteY13" fmla="*/ 152418 h 745571"/>
                  <a:gd name="connsiteX14" fmla="*/ 380195 w 1158863"/>
                  <a:gd name="connsiteY14" fmla="*/ 345299 h 745571"/>
                  <a:gd name="connsiteX15" fmla="*/ 465920 w 1158863"/>
                  <a:gd name="connsiteY15" fmla="*/ 535799 h 745571"/>
                  <a:gd name="connsiteX16" fmla="*/ 589745 w 1158863"/>
                  <a:gd name="connsiteY16" fmla="*/ 640574 h 745571"/>
                  <a:gd name="connsiteX17" fmla="*/ 694520 w 1158863"/>
                  <a:gd name="connsiteY17" fmla="*/ 707249 h 745571"/>
                  <a:gd name="connsiteX18" fmla="*/ 882638 w 1158863"/>
                  <a:gd name="connsiteY18" fmla="*/ 745349 h 745571"/>
                  <a:gd name="connsiteX19" fmla="*/ 985032 w 1158863"/>
                  <a:gd name="connsiteY19" fmla="*/ 723918 h 745571"/>
                  <a:gd name="connsiteX20" fmla="*/ 985032 w 1158863"/>
                  <a:gd name="connsiteY20" fmla="*/ 723918 h 745571"/>
                  <a:gd name="connsiteX0" fmla="*/ 1164320 w 1164320"/>
                  <a:gd name="connsiteY0" fmla="*/ 326249 h 745571"/>
                  <a:gd name="connsiteX1" fmla="*/ 1095264 w 1164320"/>
                  <a:gd name="connsiteY1" fmla="*/ 369111 h 745571"/>
                  <a:gd name="connsiteX2" fmla="*/ 973820 w 1164320"/>
                  <a:gd name="connsiteY2" fmla="*/ 400068 h 745571"/>
                  <a:gd name="connsiteX3" fmla="*/ 807133 w 1164320"/>
                  <a:gd name="connsiteY3" fmla="*/ 392924 h 745571"/>
                  <a:gd name="connsiteX4" fmla="*/ 664258 w 1164320"/>
                  <a:gd name="connsiteY4" fmla="*/ 288149 h 745571"/>
                  <a:gd name="connsiteX5" fmla="*/ 552339 w 1164320"/>
                  <a:gd name="connsiteY5" fmla="*/ 169086 h 745571"/>
                  <a:gd name="connsiteX6" fmla="*/ 435658 w 1164320"/>
                  <a:gd name="connsiteY6" fmla="*/ 52405 h 745571"/>
                  <a:gd name="connsiteX7" fmla="*/ 283258 w 1164320"/>
                  <a:gd name="connsiteY7" fmla="*/ 18 h 745571"/>
                  <a:gd name="connsiteX8" fmla="*/ 92758 w 1164320"/>
                  <a:gd name="connsiteY8" fmla="*/ 57168 h 745571"/>
                  <a:gd name="connsiteX9" fmla="*/ 7033 w 1164320"/>
                  <a:gd name="connsiteY9" fmla="*/ 207186 h 745571"/>
                  <a:gd name="connsiteX10" fmla="*/ 42752 w 1164320"/>
                  <a:gd name="connsiteY10" fmla="*/ 321486 h 745571"/>
                  <a:gd name="connsiteX11" fmla="*/ 111808 w 1164320"/>
                  <a:gd name="connsiteY11" fmla="*/ 228618 h 745571"/>
                  <a:gd name="connsiteX12" fmla="*/ 185626 w 1164320"/>
                  <a:gd name="connsiteY12" fmla="*/ 152418 h 745571"/>
                  <a:gd name="connsiteX13" fmla="*/ 309452 w 1164320"/>
                  <a:gd name="connsiteY13" fmla="*/ 152418 h 745571"/>
                  <a:gd name="connsiteX14" fmla="*/ 385652 w 1164320"/>
                  <a:gd name="connsiteY14" fmla="*/ 345299 h 745571"/>
                  <a:gd name="connsiteX15" fmla="*/ 471377 w 1164320"/>
                  <a:gd name="connsiteY15" fmla="*/ 535799 h 745571"/>
                  <a:gd name="connsiteX16" fmla="*/ 595202 w 1164320"/>
                  <a:gd name="connsiteY16" fmla="*/ 640574 h 745571"/>
                  <a:gd name="connsiteX17" fmla="*/ 699977 w 1164320"/>
                  <a:gd name="connsiteY17" fmla="*/ 707249 h 745571"/>
                  <a:gd name="connsiteX18" fmla="*/ 888095 w 1164320"/>
                  <a:gd name="connsiteY18" fmla="*/ 745349 h 745571"/>
                  <a:gd name="connsiteX19" fmla="*/ 990489 w 1164320"/>
                  <a:gd name="connsiteY19" fmla="*/ 723918 h 745571"/>
                  <a:gd name="connsiteX20" fmla="*/ 990489 w 1164320"/>
                  <a:gd name="connsiteY20" fmla="*/ 723918 h 745571"/>
                  <a:gd name="connsiteX0" fmla="*/ 1164320 w 1164320"/>
                  <a:gd name="connsiteY0" fmla="*/ 326249 h 745571"/>
                  <a:gd name="connsiteX1" fmla="*/ 1095264 w 1164320"/>
                  <a:gd name="connsiteY1" fmla="*/ 369111 h 745571"/>
                  <a:gd name="connsiteX2" fmla="*/ 973820 w 1164320"/>
                  <a:gd name="connsiteY2" fmla="*/ 400068 h 745571"/>
                  <a:gd name="connsiteX3" fmla="*/ 807133 w 1164320"/>
                  <a:gd name="connsiteY3" fmla="*/ 392924 h 745571"/>
                  <a:gd name="connsiteX4" fmla="*/ 664258 w 1164320"/>
                  <a:gd name="connsiteY4" fmla="*/ 288149 h 745571"/>
                  <a:gd name="connsiteX5" fmla="*/ 552339 w 1164320"/>
                  <a:gd name="connsiteY5" fmla="*/ 169086 h 745571"/>
                  <a:gd name="connsiteX6" fmla="*/ 435658 w 1164320"/>
                  <a:gd name="connsiteY6" fmla="*/ 52405 h 745571"/>
                  <a:gd name="connsiteX7" fmla="*/ 283258 w 1164320"/>
                  <a:gd name="connsiteY7" fmla="*/ 18 h 745571"/>
                  <a:gd name="connsiteX8" fmla="*/ 92758 w 1164320"/>
                  <a:gd name="connsiteY8" fmla="*/ 57168 h 745571"/>
                  <a:gd name="connsiteX9" fmla="*/ 7033 w 1164320"/>
                  <a:gd name="connsiteY9" fmla="*/ 207186 h 745571"/>
                  <a:gd name="connsiteX10" fmla="*/ 42752 w 1164320"/>
                  <a:gd name="connsiteY10" fmla="*/ 321486 h 745571"/>
                  <a:gd name="connsiteX11" fmla="*/ 111808 w 1164320"/>
                  <a:gd name="connsiteY11" fmla="*/ 228618 h 745571"/>
                  <a:gd name="connsiteX12" fmla="*/ 185626 w 1164320"/>
                  <a:gd name="connsiteY12" fmla="*/ 152418 h 745571"/>
                  <a:gd name="connsiteX13" fmla="*/ 309452 w 1164320"/>
                  <a:gd name="connsiteY13" fmla="*/ 152418 h 745571"/>
                  <a:gd name="connsiteX14" fmla="*/ 385652 w 1164320"/>
                  <a:gd name="connsiteY14" fmla="*/ 345299 h 745571"/>
                  <a:gd name="connsiteX15" fmla="*/ 471377 w 1164320"/>
                  <a:gd name="connsiteY15" fmla="*/ 535799 h 745571"/>
                  <a:gd name="connsiteX16" fmla="*/ 595202 w 1164320"/>
                  <a:gd name="connsiteY16" fmla="*/ 666768 h 745571"/>
                  <a:gd name="connsiteX17" fmla="*/ 699977 w 1164320"/>
                  <a:gd name="connsiteY17" fmla="*/ 707249 h 745571"/>
                  <a:gd name="connsiteX18" fmla="*/ 888095 w 1164320"/>
                  <a:gd name="connsiteY18" fmla="*/ 745349 h 745571"/>
                  <a:gd name="connsiteX19" fmla="*/ 990489 w 1164320"/>
                  <a:gd name="connsiteY19" fmla="*/ 723918 h 745571"/>
                  <a:gd name="connsiteX20" fmla="*/ 990489 w 1164320"/>
                  <a:gd name="connsiteY20" fmla="*/ 723918 h 745571"/>
                  <a:gd name="connsiteX0" fmla="*/ 1164320 w 1164320"/>
                  <a:gd name="connsiteY0" fmla="*/ 326249 h 750403"/>
                  <a:gd name="connsiteX1" fmla="*/ 1095264 w 1164320"/>
                  <a:gd name="connsiteY1" fmla="*/ 369111 h 750403"/>
                  <a:gd name="connsiteX2" fmla="*/ 973820 w 1164320"/>
                  <a:gd name="connsiteY2" fmla="*/ 400068 h 750403"/>
                  <a:gd name="connsiteX3" fmla="*/ 807133 w 1164320"/>
                  <a:gd name="connsiteY3" fmla="*/ 392924 h 750403"/>
                  <a:gd name="connsiteX4" fmla="*/ 664258 w 1164320"/>
                  <a:gd name="connsiteY4" fmla="*/ 288149 h 750403"/>
                  <a:gd name="connsiteX5" fmla="*/ 552339 w 1164320"/>
                  <a:gd name="connsiteY5" fmla="*/ 169086 h 750403"/>
                  <a:gd name="connsiteX6" fmla="*/ 435658 w 1164320"/>
                  <a:gd name="connsiteY6" fmla="*/ 52405 h 750403"/>
                  <a:gd name="connsiteX7" fmla="*/ 283258 w 1164320"/>
                  <a:gd name="connsiteY7" fmla="*/ 18 h 750403"/>
                  <a:gd name="connsiteX8" fmla="*/ 92758 w 1164320"/>
                  <a:gd name="connsiteY8" fmla="*/ 57168 h 750403"/>
                  <a:gd name="connsiteX9" fmla="*/ 7033 w 1164320"/>
                  <a:gd name="connsiteY9" fmla="*/ 207186 h 750403"/>
                  <a:gd name="connsiteX10" fmla="*/ 42752 w 1164320"/>
                  <a:gd name="connsiteY10" fmla="*/ 321486 h 750403"/>
                  <a:gd name="connsiteX11" fmla="*/ 111808 w 1164320"/>
                  <a:gd name="connsiteY11" fmla="*/ 228618 h 750403"/>
                  <a:gd name="connsiteX12" fmla="*/ 185626 w 1164320"/>
                  <a:gd name="connsiteY12" fmla="*/ 152418 h 750403"/>
                  <a:gd name="connsiteX13" fmla="*/ 309452 w 1164320"/>
                  <a:gd name="connsiteY13" fmla="*/ 152418 h 750403"/>
                  <a:gd name="connsiteX14" fmla="*/ 385652 w 1164320"/>
                  <a:gd name="connsiteY14" fmla="*/ 345299 h 750403"/>
                  <a:gd name="connsiteX15" fmla="*/ 471377 w 1164320"/>
                  <a:gd name="connsiteY15" fmla="*/ 535799 h 750403"/>
                  <a:gd name="connsiteX16" fmla="*/ 595202 w 1164320"/>
                  <a:gd name="connsiteY16" fmla="*/ 666768 h 750403"/>
                  <a:gd name="connsiteX17" fmla="*/ 726171 w 1164320"/>
                  <a:gd name="connsiteY17" fmla="*/ 742968 h 750403"/>
                  <a:gd name="connsiteX18" fmla="*/ 888095 w 1164320"/>
                  <a:gd name="connsiteY18" fmla="*/ 745349 h 750403"/>
                  <a:gd name="connsiteX19" fmla="*/ 990489 w 1164320"/>
                  <a:gd name="connsiteY19" fmla="*/ 723918 h 750403"/>
                  <a:gd name="connsiteX20" fmla="*/ 990489 w 1164320"/>
                  <a:gd name="connsiteY20" fmla="*/ 723918 h 750403"/>
                  <a:gd name="connsiteX0" fmla="*/ 1164320 w 1164320"/>
                  <a:gd name="connsiteY0" fmla="*/ 326249 h 760608"/>
                  <a:gd name="connsiteX1" fmla="*/ 1095264 w 1164320"/>
                  <a:gd name="connsiteY1" fmla="*/ 369111 h 760608"/>
                  <a:gd name="connsiteX2" fmla="*/ 973820 w 1164320"/>
                  <a:gd name="connsiteY2" fmla="*/ 40006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9 h 760608"/>
                  <a:gd name="connsiteX1" fmla="*/ 1095264 w 1164320"/>
                  <a:gd name="connsiteY1" fmla="*/ 369111 h 760608"/>
                  <a:gd name="connsiteX2" fmla="*/ 973820 w 1164320"/>
                  <a:gd name="connsiteY2" fmla="*/ 41911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9 h 760608"/>
                  <a:gd name="connsiteX1" fmla="*/ 1100027 w 1164320"/>
                  <a:gd name="connsiteY1" fmla="*/ 383398 h 760608"/>
                  <a:gd name="connsiteX2" fmla="*/ 973820 w 1164320"/>
                  <a:gd name="connsiteY2" fmla="*/ 41911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8 h 760607"/>
                  <a:gd name="connsiteX1" fmla="*/ 1100027 w 1164320"/>
                  <a:gd name="connsiteY1" fmla="*/ 383397 h 760607"/>
                  <a:gd name="connsiteX2" fmla="*/ 973820 w 1164320"/>
                  <a:gd name="connsiteY2" fmla="*/ 419117 h 760607"/>
                  <a:gd name="connsiteX3" fmla="*/ 807133 w 1164320"/>
                  <a:gd name="connsiteY3" fmla="*/ 392923 h 760607"/>
                  <a:gd name="connsiteX4" fmla="*/ 664258 w 1164320"/>
                  <a:gd name="connsiteY4" fmla="*/ 288148 h 760607"/>
                  <a:gd name="connsiteX5" fmla="*/ 561864 w 1164320"/>
                  <a:gd name="connsiteY5" fmla="*/ 152416 h 760607"/>
                  <a:gd name="connsiteX6" fmla="*/ 435658 w 1164320"/>
                  <a:gd name="connsiteY6" fmla="*/ 52404 h 760607"/>
                  <a:gd name="connsiteX7" fmla="*/ 283258 w 1164320"/>
                  <a:gd name="connsiteY7" fmla="*/ 17 h 760607"/>
                  <a:gd name="connsiteX8" fmla="*/ 92758 w 1164320"/>
                  <a:gd name="connsiteY8" fmla="*/ 57167 h 760607"/>
                  <a:gd name="connsiteX9" fmla="*/ 7033 w 1164320"/>
                  <a:gd name="connsiteY9" fmla="*/ 207185 h 760607"/>
                  <a:gd name="connsiteX10" fmla="*/ 42752 w 1164320"/>
                  <a:gd name="connsiteY10" fmla="*/ 321485 h 760607"/>
                  <a:gd name="connsiteX11" fmla="*/ 111808 w 1164320"/>
                  <a:gd name="connsiteY11" fmla="*/ 228617 h 760607"/>
                  <a:gd name="connsiteX12" fmla="*/ 185626 w 1164320"/>
                  <a:gd name="connsiteY12" fmla="*/ 152417 h 760607"/>
                  <a:gd name="connsiteX13" fmla="*/ 309452 w 1164320"/>
                  <a:gd name="connsiteY13" fmla="*/ 152417 h 760607"/>
                  <a:gd name="connsiteX14" fmla="*/ 385652 w 1164320"/>
                  <a:gd name="connsiteY14" fmla="*/ 345298 h 760607"/>
                  <a:gd name="connsiteX15" fmla="*/ 471377 w 1164320"/>
                  <a:gd name="connsiteY15" fmla="*/ 535798 h 760607"/>
                  <a:gd name="connsiteX16" fmla="*/ 595202 w 1164320"/>
                  <a:gd name="connsiteY16" fmla="*/ 666767 h 760607"/>
                  <a:gd name="connsiteX17" fmla="*/ 726171 w 1164320"/>
                  <a:gd name="connsiteY17" fmla="*/ 742967 h 760607"/>
                  <a:gd name="connsiteX18" fmla="*/ 888095 w 1164320"/>
                  <a:gd name="connsiteY18" fmla="*/ 759636 h 760607"/>
                  <a:gd name="connsiteX19" fmla="*/ 990489 w 1164320"/>
                  <a:gd name="connsiteY19" fmla="*/ 723917 h 760607"/>
                  <a:gd name="connsiteX20" fmla="*/ 990489 w 1164320"/>
                  <a:gd name="connsiteY20" fmla="*/ 723917 h 760607"/>
                  <a:gd name="connsiteX0" fmla="*/ 1164320 w 1164320"/>
                  <a:gd name="connsiteY0" fmla="*/ 326424 h 760783"/>
                  <a:gd name="connsiteX1" fmla="*/ 1100027 w 1164320"/>
                  <a:gd name="connsiteY1" fmla="*/ 383573 h 760783"/>
                  <a:gd name="connsiteX2" fmla="*/ 973820 w 1164320"/>
                  <a:gd name="connsiteY2" fmla="*/ 419293 h 760783"/>
                  <a:gd name="connsiteX3" fmla="*/ 807133 w 1164320"/>
                  <a:gd name="connsiteY3" fmla="*/ 393099 h 760783"/>
                  <a:gd name="connsiteX4" fmla="*/ 664258 w 1164320"/>
                  <a:gd name="connsiteY4" fmla="*/ 288324 h 760783"/>
                  <a:gd name="connsiteX5" fmla="*/ 561864 w 1164320"/>
                  <a:gd name="connsiteY5" fmla="*/ 152592 h 760783"/>
                  <a:gd name="connsiteX6" fmla="*/ 438039 w 1164320"/>
                  <a:gd name="connsiteY6" fmla="*/ 43055 h 760783"/>
                  <a:gd name="connsiteX7" fmla="*/ 283258 w 1164320"/>
                  <a:gd name="connsiteY7" fmla="*/ 193 h 760783"/>
                  <a:gd name="connsiteX8" fmla="*/ 92758 w 1164320"/>
                  <a:gd name="connsiteY8" fmla="*/ 57343 h 760783"/>
                  <a:gd name="connsiteX9" fmla="*/ 7033 w 1164320"/>
                  <a:gd name="connsiteY9" fmla="*/ 207361 h 760783"/>
                  <a:gd name="connsiteX10" fmla="*/ 42752 w 1164320"/>
                  <a:gd name="connsiteY10" fmla="*/ 321661 h 760783"/>
                  <a:gd name="connsiteX11" fmla="*/ 111808 w 1164320"/>
                  <a:gd name="connsiteY11" fmla="*/ 228793 h 760783"/>
                  <a:gd name="connsiteX12" fmla="*/ 185626 w 1164320"/>
                  <a:gd name="connsiteY12" fmla="*/ 152593 h 760783"/>
                  <a:gd name="connsiteX13" fmla="*/ 309452 w 1164320"/>
                  <a:gd name="connsiteY13" fmla="*/ 152593 h 760783"/>
                  <a:gd name="connsiteX14" fmla="*/ 385652 w 1164320"/>
                  <a:gd name="connsiteY14" fmla="*/ 345474 h 760783"/>
                  <a:gd name="connsiteX15" fmla="*/ 471377 w 1164320"/>
                  <a:gd name="connsiteY15" fmla="*/ 535974 h 760783"/>
                  <a:gd name="connsiteX16" fmla="*/ 595202 w 1164320"/>
                  <a:gd name="connsiteY16" fmla="*/ 666943 h 760783"/>
                  <a:gd name="connsiteX17" fmla="*/ 726171 w 1164320"/>
                  <a:gd name="connsiteY17" fmla="*/ 743143 h 760783"/>
                  <a:gd name="connsiteX18" fmla="*/ 888095 w 1164320"/>
                  <a:gd name="connsiteY18" fmla="*/ 759812 h 760783"/>
                  <a:gd name="connsiteX19" fmla="*/ 990489 w 1164320"/>
                  <a:gd name="connsiteY19" fmla="*/ 724093 h 760783"/>
                  <a:gd name="connsiteX20" fmla="*/ 990489 w 1164320"/>
                  <a:gd name="connsiteY20" fmla="*/ 724093 h 760783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57326 h 765516"/>
                  <a:gd name="connsiteX13" fmla="*/ 309452 w 1164320"/>
                  <a:gd name="connsiteY13" fmla="*/ 157326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57326 h 765516"/>
                  <a:gd name="connsiteX13" fmla="*/ 311833 w 1164320"/>
                  <a:gd name="connsiteY13" fmla="*/ 178757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62088 h 765516"/>
                  <a:gd name="connsiteX13" fmla="*/ 311833 w 1164320"/>
                  <a:gd name="connsiteY13" fmla="*/ 178757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64320" h="765516">
                    <a:moveTo>
                      <a:pt x="1164320" y="331157"/>
                    </a:moveTo>
                    <a:cubicBezTo>
                      <a:pt x="1145667" y="346436"/>
                      <a:pt x="1131777" y="372828"/>
                      <a:pt x="1100027" y="388306"/>
                    </a:cubicBezTo>
                    <a:cubicBezTo>
                      <a:pt x="1068277" y="403784"/>
                      <a:pt x="1022636" y="422438"/>
                      <a:pt x="973820" y="424026"/>
                    </a:cubicBezTo>
                    <a:cubicBezTo>
                      <a:pt x="925004" y="425614"/>
                      <a:pt x="858727" y="419660"/>
                      <a:pt x="807133" y="397832"/>
                    </a:cubicBezTo>
                    <a:cubicBezTo>
                      <a:pt x="755539" y="376004"/>
                      <a:pt x="705136" y="333141"/>
                      <a:pt x="664258" y="293057"/>
                    </a:cubicBezTo>
                    <a:cubicBezTo>
                      <a:pt x="623380" y="252973"/>
                      <a:pt x="599567" y="198203"/>
                      <a:pt x="561864" y="157325"/>
                    </a:cubicBezTo>
                    <a:cubicBezTo>
                      <a:pt x="524161" y="116447"/>
                      <a:pt x="485267" y="73981"/>
                      <a:pt x="438039" y="47788"/>
                    </a:cubicBezTo>
                    <a:cubicBezTo>
                      <a:pt x="390811" y="21595"/>
                      <a:pt x="336043" y="-2217"/>
                      <a:pt x="278496" y="164"/>
                    </a:cubicBezTo>
                    <a:cubicBezTo>
                      <a:pt x="220949" y="2545"/>
                      <a:pt x="138002" y="26754"/>
                      <a:pt x="92758" y="62076"/>
                    </a:cubicBezTo>
                    <a:cubicBezTo>
                      <a:pt x="47514" y="97398"/>
                      <a:pt x="15367" y="168041"/>
                      <a:pt x="7033" y="212094"/>
                    </a:cubicBezTo>
                    <a:cubicBezTo>
                      <a:pt x="-1301" y="256147"/>
                      <a:pt x="-12810" y="318060"/>
                      <a:pt x="42752" y="326394"/>
                    </a:cubicBezTo>
                    <a:cubicBezTo>
                      <a:pt x="98314" y="334728"/>
                      <a:pt x="87996" y="260910"/>
                      <a:pt x="111808" y="233526"/>
                    </a:cubicBezTo>
                    <a:cubicBezTo>
                      <a:pt x="135620" y="206142"/>
                      <a:pt x="152289" y="171216"/>
                      <a:pt x="185626" y="162088"/>
                    </a:cubicBezTo>
                    <a:cubicBezTo>
                      <a:pt x="218963" y="152960"/>
                      <a:pt x="278495" y="147404"/>
                      <a:pt x="311833" y="178757"/>
                    </a:cubicBezTo>
                    <a:cubicBezTo>
                      <a:pt x="345171" y="210110"/>
                      <a:pt x="359061" y="289882"/>
                      <a:pt x="385652" y="350207"/>
                    </a:cubicBezTo>
                    <a:cubicBezTo>
                      <a:pt x="412243" y="410532"/>
                      <a:pt x="436452" y="487129"/>
                      <a:pt x="471377" y="540707"/>
                    </a:cubicBezTo>
                    <a:cubicBezTo>
                      <a:pt x="506302" y="594285"/>
                      <a:pt x="552736" y="637148"/>
                      <a:pt x="595202" y="671676"/>
                    </a:cubicBezTo>
                    <a:cubicBezTo>
                      <a:pt x="637668" y="706204"/>
                      <a:pt x="677356" y="732398"/>
                      <a:pt x="726171" y="747876"/>
                    </a:cubicBezTo>
                    <a:cubicBezTo>
                      <a:pt x="774986" y="763354"/>
                      <a:pt x="844042" y="767720"/>
                      <a:pt x="888095" y="764545"/>
                    </a:cubicBezTo>
                    <a:cubicBezTo>
                      <a:pt x="932148" y="761370"/>
                      <a:pt x="990489" y="728826"/>
                      <a:pt x="990489" y="728826"/>
                    </a:cubicBezTo>
                    <a:lnTo>
                      <a:pt x="990489" y="728826"/>
                    </a:lnTo>
                  </a:path>
                </a:pathLst>
              </a:custGeom>
              <a:solidFill>
                <a:srgbClr val="BEA7D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0A63E7-0CD8-5764-637C-BB5DB94EB919}"/>
                  </a:ext>
                </a:extLst>
              </p:cNvPr>
              <p:cNvSpPr/>
              <p:nvPr/>
            </p:nvSpPr>
            <p:spPr>
              <a:xfrm rot="3303579" flipH="1">
                <a:off x="6246233" y="4305397"/>
                <a:ext cx="1316591" cy="865631"/>
              </a:xfrm>
              <a:custGeom>
                <a:avLst/>
                <a:gdLst>
                  <a:gd name="connsiteX0" fmla="*/ 1158863 w 1158863"/>
                  <a:gd name="connsiteY0" fmla="*/ 326249 h 745571"/>
                  <a:gd name="connsiteX1" fmla="*/ 1089807 w 1158863"/>
                  <a:gd name="connsiteY1" fmla="*/ 369111 h 745571"/>
                  <a:gd name="connsiteX2" fmla="*/ 968363 w 1158863"/>
                  <a:gd name="connsiteY2" fmla="*/ 400068 h 745571"/>
                  <a:gd name="connsiteX3" fmla="*/ 801676 w 1158863"/>
                  <a:gd name="connsiteY3" fmla="*/ 392924 h 745571"/>
                  <a:gd name="connsiteX4" fmla="*/ 658801 w 1158863"/>
                  <a:gd name="connsiteY4" fmla="*/ 288149 h 745571"/>
                  <a:gd name="connsiteX5" fmla="*/ 546882 w 1158863"/>
                  <a:gd name="connsiteY5" fmla="*/ 169086 h 745571"/>
                  <a:gd name="connsiteX6" fmla="*/ 430201 w 1158863"/>
                  <a:gd name="connsiteY6" fmla="*/ 52405 h 745571"/>
                  <a:gd name="connsiteX7" fmla="*/ 277801 w 1158863"/>
                  <a:gd name="connsiteY7" fmla="*/ 18 h 745571"/>
                  <a:gd name="connsiteX8" fmla="*/ 87301 w 1158863"/>
                  <a:gd name="connsiteY8" fmla="*/ 57168 h 745571"/>
                  <a:gd name="connsiteX9" fmla="*/ 1576 w 1158863"/>
                  <a:gd name="connsiteY9" fmla="*/ 207186 h 745571"/>
                  <a:gd name="connsiteX10" fmla="*/ 37295 w 1158863"/>
                  <a:gd name="connsiteY10" fmla="*/ 321486 h 745571"/>
                  <a:gd name="connsiteX11" fmla="*/ 106351 w 1158863"/>
                  <a:gd name="connsiteY11" fmla="*/ 228618 h 745571"/>
                  <a:gd name="connsiteX12" fmla="*/ 203982 w 1158863"/>
                  <a:gd name="connsiteY12" fmla="*/ 157180 h 745571"/>
                  <a:gd name="connsiteX13" fmla="*/ 303995 w 1158863"/>
                  <a:gd name="connsiteY13" fmla="*/ 152418 h 745571"/>
                  <a:gd name="connsiteX14" fmla="*/ 380195 w 1158863"/>
                  <a:gd name="connsiteY14" fmla="*/ 345299 h 745571"/>
                  <a:gd name="connsiteX15" fmla="*/ 465920 w 1158863"/>
                  <a:gd name="connsiteY15" fmla="*/ 535799 h 745571"/>
                  <a:gd name="connsiteX16" fmla="*/ 589745 w 1158863"/>
                  <a:gd name="connsiteY16" fmla="*/ 640574 h 745571"/>
                  <a:gd name="connsiteX17" fmla="*/ 694520 w 1158863"/>
                  <a:gd name="connsiteY17" fmla="*/ 707249 h 745571"/>
                  <a:gd name="connsiteX18" fmla="*/ 882638 w 1158863"/>
                  <a:gd name="connsiteY18" fmla="*/ 745349 h 745571"/>
                  <a:gd name="connsiteX19" fmla="*/ 985032 w 1158863"/>
                  <a:gd name="connsiteY19" fmla="*/ 723918 h 745571"/>
                  <a:gd name="connsiteX20" fmla="*/ 985032 w 1158863"/>
                  <a:gd name="connsiteY20" fmla="*/ 723918 h 745571"/>
                  <a:gd name="connsiteX0" fmla="*/ 1158863 w 1158863"/>
                  <a:gd name="connsiteY0" fmla="*/ 326249 h 745571"/>
                  <a:gd name="connsiteX1" fmla="*/ 1089807 w 1158863"/>
                  <a:gd name="connsiteY1" fmla="*/ 369111 h 745571"/>
                  <a:gd name="connsiteX2" fmla="*/ 968363 w 1158863"/>
                  <a:gd name="connsiteY2" fmla="*/ 400068 h 745571"/>
                  <a:gd name="connsiteX3" fmla="*/ 801676 w 1158863"/>
                  <a:gd name="connsiteY3" fmla="*/ 392924 h 745571"/>
                  <a:gd name="connsiteX4" fmla="*/ 658801 w 1158863"/>
                  <a:gd name="connsiteY4" fmla="*/ 288149 h 745571"/>
                  <a:gd name="connsiteX5" fmla="*/ 546882 w 1158863"/>
                  <a:gd name="connsiteY5" fmla="*/ 169086 h 745571"/>
                  <a:gd name="connsiteX6" fmla="*/ 430201 w 1158863"/>
                  <a:gd name="connsiteY6" fmla="*/ 52405 h 745571"/>
                  <a:gd name="connsiteX7" fmla="*/ 277801 w 1158863"/>
                  <a:gd name="connsiteY7" fmla="*/ 18 h 745571"/>
                  <a:gd name="connsiteX8" fmla="*/ 87301 w 1158863"/>
                  <a:gd name="connsiteY8" fmla="*/ 57168 h 745571"/>
                  <a:gd name="connsiteX9" fmla="*/ 1576 w 1158863"/>
                  <a:gd name="connsiteY9" fmla="*/ 207186 h 745571"/>
                  <a:gd name="connsiteX10" fmla="*/ 37295 w 1158863"/>
                  <a:gd name="connsiteY10" fmla="*/ 321486 h 745571"/>
                  <a:gd name="connsiteX11" fmla="*/ 106351 w 1158863"/>
                  <a:gd name="connsiteY11" fmla="*/ 228618 h 745571"/>
                  <a:gd name="connsiteX12" fmla="*/ 180169 w 1158863"/>
                  <a:gd name="connsiteY12" fmla="*/ 152418 h 745571"/>
                  <a:gd name="connsiteX13" fmla="*/ 303995 w 1158863"/>
                  <a:gd name="connsiteY13" fmla="*/ 152418 h 745571"/>
                  <a:gd name="connsiteX14" fmla="*/ 380195 w 1158863"/>
                  <a:gd name="connsiteY14" fmla="*/ 345299 h 745571"/>
                  <a:gd name="connsiteX15" fmla="*/ 465920 w 1158863"/>
                  <a:gd name="connsiteY15" fmla="*/ 535799 h 745571"/>
                  <a:gd name="connsiteX16" fmla="*/ 589745 w 1158863"/>
                  <a:gd name="connsiteY16" fmla="*/ 640574 h 745571"/>
                  <a:gd name="connsiteX17" fmla="*/ 694520 w 1158863"/>
                  <a:gd name="connsiteY17" fmla="*/ 707249 h 745571"/>
                  <a:gd name="connsiteX18" fmla="*/ 882638 w 1158863"/>
                  <a:gd name="connsiteY18" fmla="*/ 745349 h 745571"/>
                  <a:gd name="connsiteX19" fmla="*/ 985032 w 1158863"/>
                  <a:gd name="connsiteY19" fmla="*/ 723918 h 745571"/>
                  <a:gd name="connsiteX20" fmla="*/ 985032 w 1158863"/>
                  <a:gd name="connsiteY20" fmla="*/ 723918 h 745571"/>
                  <a:gd name="connsiteX0" fmla="*/ 1164320 w 1164320"/>
                  <a:gd name="connsiteY0" fmla="*/ 326249 h 745571"/>
                  <a:gd name="connsiteX1" fmla="*/ 1095264 w 1164320"/>
                  <a:gd name="connsiteY1" fmla="*/ 369111 h 745571"/>
                  <a:gd name="connsiteX2" fmla="*/ 973820 w 1164320"/>
                  <a:gd name="connsiteY2" fmla="*/ 400068 h 745571"/>
                  <a:gd name="connsiteX3" fmla="*/ 807133 w 1164320"/>
                  <a:gd name="connsiteY3" fmla="*/ 392924 h 745571"/>
                  <a:gd name="connsiteX4" fmla="*/ 664258 w 1164320"/>
                  <a:gd name="connsiteY4" fmla="*/ 288149 h 745571"/>
                  <a:gd name="connsiteX5" fmla="*/ 552339 w 1164320"/>
                  <a:gd name="connsiteY5" fmla="*/ 169086 h 745571"/>
                  <a:gd name="connsiteX6" fmla="*/ 435658 w 1164320"/>
                  <a:gd name="connsiteY6" fmla="*/ 52405 h 745571"/>
                  <a:gd name="connsiteX7" fmla="*/ 283258 w 1164320"/>
                  <a:gd name="connsiteY7" fmla="*/ 18 h 745571"/>
                  <a:gd name="connsiteX8" fmla="*/ 92758 w 1164320"/>
                  <a:gd name="connsiteY8" fmla="*/ 57168 h 745571"/>
                  <a:gd name="connsiteX9" fmla="*/ 7033 w 1164320"/>
                  <a:gd name="connsiteY9" fmla="*/ 207186 h 745571"/>
                  <a:gd name="connsiteX10" fmla="*/ 42752 w 1164320"/>
                  <a:gd name="connsiteY10" fmla="*/ 321486 h 745571"/>
                  <a:gd name="connsiteX11" fmla="*/ 111808 w 1164320"/>
                  <a:gd name="connsiteY11" fmla="*/ 228618 h 745571"/>
                  <a:gd name="connsiteX12" fmla="*/ 185626 w 1164320"/>
                  <a:gd name="connsiteY12" fmla="*/ 152418 h 745571"/>
                  <a:gd name="connsiteX13" fmla="*/ 309452 w 1164320"/>
                  <a:gd name="connsiteY13" fmla="*/ 152418 h 745571"/>
                  <a:gd name="connsiteX14" fmla="*/ 385652 w 1164320"/>
                  <a:gd name="connsiteY14" fmla="*/ 345299 h 745571"/>
                  <a:gd name="connsiteX15" fmla="*/ 471377 w 1164320"/>
                  <a:gd name="connsiteY15" fmla="*/ 535799 h 745571"/>
                  <a:gd name="connsiteX16" fmla="*/ 595202 w 1164320"/>
                  <a:gd name="connsiteY16" fmla="*/ 640574 h 745571"/>
                  <a:gd name="connsiteX17" fmla="*/ 699977 w 1164320"/>
                  <a:gd name="connsiteY17" fmla="*/ 707249 h 745571"/>
                  <a:gd name="connsiteX18" fmla="*/ 888095 w 1164320"/>
                  <a:gd name="connsiteY18" fmla="*/ 745349 h 745571"/>
                  <a:gd name="connsiteX19" fmla="*/ 990489 w 1164320"/>
                  <a:gd name="connsiteY19" fmla="*/ 723918 h 745571"/>
                  <a:gd name="connsiteX20" fmla="*/ 990489 w 1164320"/>
                  <a:gd name="connsiteY20" fmla="*/ 723918 h 745571"/>
                  <a:gd name="connsiteX0" fmla="*/ 1164320 w 1164320"/>
                  <a:gd name="connsiteY0" fmla="*/ 326249 h 745571"/>
                  <a:gd name="connsiteX1" fmla="*/ 1095264 w 1164320"/>
                  <a:gd name="connsiteY1" fmla="*/ 369111 h 745571"/>
                  <a:gd name="connsiteX2" fmla="*/ 973820 w 1164320"/>
                  <a:gd name="connsiteY2" fmla="*/ 400068 h 745571"/>
                  <a:gd name="connsiteX3" fmla="*/ 807133 w 1164320"/>
                  <a:gd name="connsiteY3" fmla="*/ 392924 h 745571"/>
                  <a:gd name="connsiteX4" fmla="*/ 664258 w 1164320"/>
                  <a:gd name="connsiteY4" fmla="*/ 288149 h 745571"/>
                  <a:gd name="connsiteX5" fmla="*/ 552339 w 1164320"/>
                  <a:gd name="connsiteY5" fmla="*/ 169086 h 745571"/>
                  <a:gd name="connsiteX6" fmla="*/ 435658 w 1164320"/>
                  <a:gd name="connsiteY6" fmla="*/ 52405 h 745571"/>
                  <a:gd name="connsiteX7" fmla="*/ 283258 w 1164320"/>
                  <a:gd name="connsiteY7" fmla="*/ 18 h 745571"/>
                  <a:gd name="connsiteX8" fmla="*/ 92758 w 1164320"/>
                  <a:gd name="connsiteY8" fmla="*/ 57168 h 745571"/>
                  <a:gd name="connsiteX9" fmla="*/ 7033 w 1164320"/>
                  <a:gd name="connsiteY9" fmla="*/ 207186 h 745571"/>
                  <a:gd name="connsiteX10" fmla="*/ 42752 w 1164320"/>
                  <a:gd name="connsiteY10" fmla="*/ 321486 h 745571"/>
                  <a:gd name="connsiteX11" fmla="*/ 111808 w 1164320"/>
                  <a:gd name="connsiteY11" fmla="*/ 228618 h 745571"/>
                  <a:gd name="connsiteX12" fmla="*/ 185626 w 1164320"/>
                  <a:gd name="connsiteY12" fmla="*/ 152418 h 745571"/>
                  <a:gd name="connsiteX13" fmla="*/ 309452 w 1164320"/>
                  <a:gd name="connsiteY13" fmla="*/ 152418 h 745571"/>
                  <a:gd name="connsiteX14" fmla="*/ 385652 w 1164320"/>
                  <a:gd name="connsiteY14" fmla="*/ 345299 h 745571"/>
                  <a:gd name="connsiteX15" fmla="*/ 471377 w 1164320"/>
                  <a:gd name="connsiteY15" fmla="*/ 535799 h 745571"/>
                  <a:gd name="connsiteX16" fmla="*/ 595202 w 1164320"/>
                  <a:gd name="connsiteY16" fmla="*/ 666768 h 745571"/>
                  <a:gd name="connsiteX17" fmla="*/ 699977 w 1164320"/>
                  <a:gd name="connsiteY17" fmla="*/ 707249 h 745571"/>
                  <a:gd name="connsiteX18" fmla="*/ 888095 w 1164320"/>
                  <a:gd name="connsiteY18" fmla="*/ 745349 h 745571"/>
                  <a:gd name="connsiteX19" fmla="*/ 990489 w 1164320"/>
                  <a:gd name="connsiteY19" fmla="*/ 723918 h 745571"/>
                  <a:gd name="connsiteX20" fmla="*/ 990489 w 1164320"/>
                  <a:gd name="connsiteY20" fmla="*/ 723918 h 745571"/>
                  <a:gd name="connsiteX0" fmla="*/ 1164320 w 1164320"/>
                  <a:gd name="connsiteY0" fmla="*/ 326249 h 750403"/>
                  <a:gd name="connsiteX1" fmla="*/ 1095264 w 1164320"/>
                  <a:gd name="connsiteY1" fmla="*/ 369111 h 750403"/>
                  <a:gd name="connsiteX2" fmla="*/ 973820 w 1164320"/>
                  <a:gd name="connsiteY2" fmla="*/ 400068 h 750403"/>
                  <a:gd name="connsiteX3" fmla="*/ 807133 w 1164320"/>
                  <a:gd name="connsiteY3" fmla="*/ 392924 h 750403"/>
                  <a:gd name="connsiteX4" fmla="*/ 664258 w 1164320"/>
                  <a:gd name="connsiteY4" fmla="*/ 288149 h 750403"/>
                  <a:gd name="connsiteX5" fmla="*/ 552339 w 1164320"/>
                  <a:gd name="connsiteY5" fmla="*/ 169086 h 750403"/>
                  <a:gd name="connsiteX6" fmla="*/ 435658 w 1164320"/>
                  <a:gd name="connsiteY6" fmla="*/ 52405 h 750403"/>
                  <a:gd name="connsiteX7" fmla="*/ 283258 w 1164320"/>
                  <a:gd name="connsiteY7" fmla="*/ 18 h 750403"/>
                  <a:gd name="connsiteX8" fmla="*/ 92758 w 1164320"/>
                  <a:gd name="connsiteY8" fmla="*/ 57168 h 750403"/>
                  <a:gd name="connsiteX9" fmla="*/ 7033 w 1164320"/>
                  <a:gd name="connsiteY9" fmla="*/ 207186 h 750403"/>
                  <a:gd name="connsiteX10" fmla="*/ 42752 w 1164320"/>
                  <a:gd name="connsiteY10" fmla="*/ 321486 h 750403"/>
                  <a:gd name="connsiteX11" fmla="*/ 111808 w 1164320"/>
                  <a:gd name="connsiteY11" fmla="*/ 228618 h 750403"/>
                  <a:gd name="connsiteX12" fmla="*/ 185626 w 1164320"/>
                  <a:gd name="connsiteY12" fmla="*/ 152418 h 750403"/>
                  <a:gd name="connsiteX13" fmla="*/ 309452 w 1164320"/>
                  <a:gd name="connsiteY13" fmla="*/ 152418 h 750403"/>
                  <a:gd name="connsiteX14" fmla="*/ 385652 w 1164320"/>
                  <a:gd name="connsiteY14" fmla="*/ 345299 h 750403"/>
                  <a:gd name="connsiteX15" fmla="*/ 471377 w 1164320"/>
                  <a:gd name="connsiteY15" fmla="*/ 535799 h 750403"/>
                  <a:gd name="connsiteX16" fmla="*/ 595202 w 1164320"/>
                  <a:gd name="connsiteY16" fmla="*/ 666768 h 750403"/>
                  <a:gd name="connsiteX17" fmla="*/ 726171 w 1164320"/>
                  <a:gd name="connsiteY17" fmla="*/ 742968 h 750403"/>
                  <a:gd name="connsiteX18" fmla="*/ 888095 w 1164320"/>
                  <a:gd name="connsiteY18" fmla="*/ 745349 h 750403"/>
                  <a:gd name="connsiteX19" fmla="*/ 990489 w 1164320"/>
                  <a:gd name="connsiteY19" fmla="*/ 723918 h 750403"/>
                  <a:gd name="connsiteX20" fmla="*/ 990489 w 1164320"/>
                  <a:gd name="connsiteY20" fmla="*/ 723918 h 750403"/>
                  <a:gd name="connsiteX0" fmla="*/ 1164320 w 1164320"/>
                  <a:gd name="connsiteY0" fmla="*/ 326249 h 760608"/>
                  <a:gd name="connsiteX1" fmla="*/ 1095264 w 1164320"/>
                  <a:gd name="connsiteY1" fmla="*/ 369111 h 760608"/>
                  <a:gd name="connsiteX2" fmla="*/ 973820 w 1164320"/>
                  <a:gd name="connsiteY2" fmla="*/ 40006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9 h 760608"/>
                  <a:gd name="connsiteX1" fmla="*/ 1095264 w 1164320"/>
                  <a:gd name="connsiteY1" fmla="*/ 369111 h 760608"/>
                  <a:gd name="connsiteX2" fmla="*/ 973820 w 1164320"/>
                  <a:gd name="connsiteY2" fmla="*/ 41911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9 h 760608"/>
                  <a:gd name="connsiteX1" fmla="*/ 1100027 w 1164320"/>
                  <a:gd name="connsiteY1" fmla="*/ 383398 h 760608"/>
                  <a:gd name="connsiteX2" fmla="*/ 973820 w 1164320"/>
                  <a:gd name="connsiteY2" fmla="*/ 41911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8 h 760607"/>
                  <a:gd name="connsiteX1" fmla="*/ 1100027 w 1164320"/>
                  <a:gd name="connsiteY1" fmla="*/ 383397 h 760607"/>
                  <a:gd name="connsiteX2" fmla="*/ 973820 w 1164320"/>
                  <a:gd name="connsiteY2" fmla="*/ 419117 h 760607"/>
                  <a:gd name="connsiteX3" fmla="*/ 807133 w 1164320"/>
                  <a:gd name="connsiteY3" fmla="*/ 392923 h 760607"/>
                  <a:gd name="connsiteX4" fmla="*/ 664258 w 1164320"/>
                  <a:gd name="connsiteY4" fmla="*/ 288148 h 760607"/>
                  <a:gd name="connsiteX5" fmla="*/ 561864 w 1164320"/>
                  <a:gd name="connsiteY5" fmla="*/ 152416 h 760607"/>
                  <a:gd name="connsiteX6" fmla="*/ 435658 w 1164320"/>
                  <a:gd name="connsiteY6" fmla="*/ 52404 h 760607"/>
                  <a:gd name="connsiteX7" fmla="*/ 283258 w 1164320"/>
                  <a:gd name="connsiteY7" fmla="*/ 17 h 760607"/>
                  <a:gd name="connsiteX8" fmla="*/ 92758 w 1164320"/>
                  <a:gd name="connsiteY8" fmla="*/ 57167 h 760607"/>
                  <a:gd name="connsiteX9" fmla="*/ 7033 w 1164320"/>
                  <a:gd name="connsiteY9" fmla="*/ 207185 h 760607"/>
                  <a:gd name="connsiteX10" fmla="*/ 42752 w 1164320"/>
                  <a:gd name="connsiteY10" fmla="*/ 321485 h 760607"/>
                  <a:gd name="connsiteX11" fmla="*/ 111808 w 1164320"/>
                  <a:gd name="connsiteY11" fmla="*/ 228617 h 760607"/>
                  <a:gd name="connsiteX12" fmla="*/ 185626 w 1164320"/>
                  <a:gd name="connsiteY12" fmla="*/ 152417 h 760607"/>
                  <a:gd name="connsiteX13" fmla="*/ 309452 w 1164320"/>
                  <a:gd name="connsiteY13" fmla="*/ 152417 h 760607"/>
                  <a:gd name="connsiteX14" fmla="*/ 385652 w 1164320"/>
                  <a:gd name="connsiteY14" fmla="*/ 345298 h 760607"/>
                  <a:gd name="connsiteX15" fmla="*/ 471377 w 1164320"/>
                  <a:gd name="connsiteY15" fmla="*/ 535798 h 760607"/>
                  <a:gd name="connsiteX16" fmla="*/ 595202 w 1164320"/>
                  <a:gd name="connsiteY16" fmla="*/ 666767 h 760607"/>
                  <a:gd name="connsiteX17" fmla="*/ 726171 w 1164320"/>
                  <a:gd name="connsiteY17" fmla="*/ 742967 h 760607"/>
                  <a:gd name="connsiteX18" fmla="*/ 888095 w 1164320"/>
                  <a:gd name="connsiteY18" fmla="*/ 759636 h 760607"/>
                  <a:gd name="connsiteX19" fmla="*/ 990489 w 1164320"/>
                  <a:gd name="connsiteY19" fmla="*/ 723917 h 760607"/>
                  <a:gd name="connsiteX20" fmla="*/ 990489 w 1164320"/>
                  <a:gd name="connsiteY20" fmla="*/ 723917 h 760607"/>
                  <a:gd name="connsiteX0" fmla="*/ 1164320 w 1164320"/>
                  <a:gd name="connsiteY0" fmla="*/ 326424 h 760783"/>
                  <a:gd name="connsiteX1" fmla="*/ 1100027 w 1164320"/>
                  <a:gd name="connsiteY1" fmla="*/ 383573 h 760783"/>
                  <a:gd name="connsiteX2" fmla="*/ 973820 w 1164320"/>
                  <a:gd name="connsiteY2" fmla="*/ 419293 h 760783"/>
                  <a:gd name="connsiteX3" fmla="*/ 807133 w 1164320"/>
                  <a:gd name="connsiteY3" fmla="*/ 393099 h 760783"/>
                  <a:gd name="connsiteX4" fmla="*/ 664258 w 1164320"/>
                  <a:gd name="connsiteY4" fmla="*/ 288324 h 760783"/>
                  <a:gd name="connsiteX5" fmla="*/ 561864 w 1164320"/>
                  <a:gd name="connsiteY5" fmla="*/ 152592 h 760783"/>
                  <a:gd name="connsiteX6" fmla="*/ 438039 w 1164320"/>
                  <a:gd name="connsiteY6" fmla="*/ 43055 h 760783"/>
                  <a:gd name="connsiteX7" fmla="*/ 283258 w 1164320"/>
                  <a:gd name="connsiteY7" fmla="*/ 193 h 760783"/>
                  <a:gd name="connsiteX8" fmla="*/ 92758 w 1164320"/>
                  <a:gd name="connsiteY8" fmla="*/ 57343 h 760783"/>
                  <a:gd name="connsiteX9" fmla="*/ 7033 w 1164320"/>
                  <a:gd name="connsiteY9" fmla="*/ 207361 h 760783"/>
                  <a:gd name="connsiteX10" fmla="*/ 42752 w 1164320"/>
                  <a:gd name="connsiteY10" fmla="*/ 321661 h 760783"/>
                  <a:gd name="connsiteX11" fmla="*/ 111808 w 1164320"/>
                  <a:gd name="connsiteY11" fmla="*/ 228793 h 760783"/>
                  <a:gd name="connsiteX12" fmla="*/ 185626 w 1164320"/>
                  <a:gd name="connsiteY12" fmla="*/ 152593 h 760783"/>
                  <a:gd name="connsiteX13" fmla="*/ 309452 w 1164320"/>
                  <a:gd name="connsiteY13" fmla="*/ 152593 h 760783"/>
                  <a:gd name="connsiteX14" fmla="*/ 385652 w 1164320"/>
                  <a:gd name="connsiteY14" fmla="*/ 345474 h 760783"/>
                  <a:gd name="connsiteX15" fmla="*/ 471377 w 1164320"/>
                  <a:gd name="connsiteY15" fmla="*/ 535974 h 760783"/>
                  <a:gd name="connsiteX16" fmla="*/ 595202 w 1164320"/>
                  <a:gd name="connsiteY16" fmla="*/ 666943 h 760783"/>
                  <a:gd name="connsiteX17" fmla="*/ 726171 w 1164320"/>
                  <a:gd name="connsiteY17" fmla="*/ 743143 h 760783"/>
                  <a:gd name="connsiteX18" fmla="*/ 888095 w 1164320"/>
                  <a:gd name="connsiteY18" fmla="*/ 759812 h 760783"/>
                  <a:gd name="connsiteX19" fmla="*/ 990489 w 1164320"/>
                  <a:gd name="connsiteY19" fmla="*/ 724093 h 760783"/>
                  <a:gd name="connsiteX20" fmla="*/ 990489 w 1164320"/>
                  <a:gd name="connsiteY20" fmla="*/ 724093 h 760783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57326 h 765516"/>
                  <a:gd name="connsiteX13" fmla="*/ 309452 w 1164320"/>
                  <a:gd name="connsiteY13" fmla="*/ 157326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57326 h 765516"/>
                  <a:gd name="connsiteX13" fmla="*/ 311833 w 1164320"/>
                  <a:gd name="connsiteY13" fmla="*/ 178757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62088 h 765516"/>
                  <a:gd name="connsiteX13" fmla="*/ 311833 w 1164320"/>
                  <a:gd name="connsiteY13" fmla="*/ 178757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64320" h="765516">
                    <a:moveTo>
                      <a:pt x="1164320" y="331157"/>
                    </a:moveTo>
                    <a:cubicBezTo>
                      <a:pt x="1145667" y="346436"/>
                      <a:pt x="1131777" y="372828"/>
                      <a:pt x="1100027" y="388306"/>
                    </a:cubicBezTo>
                    <a:cubicBezTo>
                      <a:pt x="1068277" y="403784"/>
                      <a:pt x="1022636" y="422438"/>
                      <a:pt x="973820" y="424026"/>
                    </a:cubicBezTo>
                    <a:cubicBezTo>
                      <a:pt x="925004" y="425614"/>
                      <a:pt x="858727" y="419660"/>
                      <a:pt x="807133" y="397832"/>
                    </a:cubicBezTo>
                    <a:cubicBezTo>
                      <a:pt x="755539" y="376004"/>
                      <a:pt x="705136" y="333141"/>
                      <a:pt x="664258" y="293057"/>
                    </a:cubicBezTo>
                    <a:cubicBezTo>
                      <a:pt x="623380" y="252973"/>
                      <a:pt x="599567" y="198203"/>
                      <a:pt x="561864" y="157325"/>
                    </a:cubicBezTo>
                    <a:cubicBezTo>
                      <a:pt x="524161" y="116447"/>
                      <a:pt x="485267" y="73981"/>
                      <a:pt x="438039" y="47788"/>
                    </a:cubicBezTo>
                    <a:cubicBezTo>
                      <a:pt x="390811" y="21595"/>
                      <a:pt x="336043" y="-2217"/>
                      <a:pt x="278496" y="164"/>
                    </a:cubicBezTo>
                    <a:cubicBezTo>
                      <a:pt x="220949" y="2545"/>
                      <a:pt x="138002" y="26754"/>
                      <a:pt x="92758" y="62076"/>
                    </a:cubicBezTo>
                    <a:cubicBezTo>
                      <a:pt x="47514" y="97398"/>
                      <a:pt x="15367" y="168041"/>
                      <a:pt x="7033" y="212094"/>
                    </a:cubicBezTo>
                    <a:cubicBezTo>
                      <a:pt x="-1301" y="256147"/>
                      <a:pt x="-12810" y="318060"/>
                      <a:pt x="42752" y="326394"/>
                    </a:cubicBezTo>
                    <a:cubicBezTo>
                      <a:pt x="98314" y="334728"/>
                      <a:pt x="87996" y="260910"/>
                      <a:pt x="111808" y="233526"/>
                    </a:cubicBezTo>
                    <a:cubicBezTo>
                      <a:pt x="135620" y="206142"/>
                      <a:pt x="152289" y="171216"/>
                      <a:pt x="185626" y="162088"/>
                    </a:cubicBezTo>
                    <a:cubicBezTo>
                      <a:pt x="218963" y="152960"/>
                      <a:pt x="278495" y="147404"/>
                      <a:pt x="311833" y="178757"/>
                    </a:cubicBezTo>
                    <a:cubicBezTo>
                      <a:pt x="345171" y="210110"/>
                      <a:pt x="359061" y="289882"/>
                      <a:pt x="385652" y="350207"/>
                    </a:cubicBezTo>
                    <a:cubicBezTo>
                      <a:pt x="412243" y="410532"/>
                      <a:pt x="436452" y="487129"/>
                      <a:pt x="471377" y="540707"/>
                    </a:cubicBezTo>
                    <a:cubicBezTo>
                      <a:pt x="506302" y="594285"/>
                      <a:pt x="552736" y="637148"/>
                      <a:pt x="595202" y="671676"/>
                    </a:cubicBezTo>
                    <a:cubicBezTo>
                      <a:pt x="637668" y="706204"/>
                      <a:pt x="677356" y="732398"/>
                      <a:pt x="726171" y="747876"/>
                    </a:cubicBezTo>
                    <a:cubicBezTo>
                      <a:pt x="774986" y="763354"/>
                      <a:pt x="844042" y="767720"/>
                      <a:pt x="888095" y="764545"/>
                    </a:cubicBezTo>
                    <a:cubicBezTo>
                      <a:pt x="932148" y="761370"/>
                      <a:pt x="990489" y="728826"/>
                      <a:pt x="990489" y="728826"/>
                    </a:cubicBezTo>
                    <a:lnTo>
                      <a:pt x="990489" y="728826"/>
                    </a:lnTo>
                  </a:path>
                </a:pathLst>
              </a:custGeom>
              <a:solidFill>
                <a:srgbClr val="BEA7D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CFD4990E-B576-95F5-A362-C0560085E30F}"/>
                  </a:ext>
                </a:extLst>
              </p:cNvPr>
              <p:cNvSpPr/>
              <p:nvPr/>
            </p:nvSpPr>
            <p:spPr>
              <a:xfrm rot="1138557">
                <a:off x="4391420" y="3545904"/>
                <a:ext cx="1316591" cy="865631"/>
              </a:xfrm>
              <a:custGeom>
                <a:avLst/>
                <a:gdLst>
                  <a:gd name="connsiteX0" fmla="*/ 1158863 w 1158863"/>
                  <a:gd name="connsiteY0" fmla="*/ 326249 h 745571"/>
                  <a:gd name="connsiteX1" fmla="*/ 1089807 w 1158863"/>
                  <a:gd name="connsiteY1" fmla="*/ 369111 h 745571"/>
                  <a:gd name="connsiteX2" fmla="*/ 968363 w 1158863"/>
                  <a:gd name="connsiteY2" fmla="*/ 400068 h 745571"/>
                  <a:gd name="connsiteX3" fmla="*/ 801676 w 1158863"/>
                  <a:gd name="connsiteY3" fmla="*/ 392924 h 745571"/>
                  <a:gd name="connsiteX4" fmla="*/ 658801 w 1158863"/>
                  <a:gd name="connsiteY4" fmla="*/ 288149 h 745571"/>
                  <a:gd name="connsiteX5" fmla="*/ 546882 w 1158863"/>
                  <a:gd name="connsiteY5" fmla="*/ 169086 h 745571"/>
                  <a:gd name="connsiteX6" fmla="*/ 430201 w 1158863"/>
                  <a:gd name="connsiteY6" fmla="*/ 52405 h 745571"/>
                  <a:gd name="connsiteX7" fmla="*/ 277801 w 1158863"/>
                  <a:gd name="connsiteY7" fmla="*/ 18 h 745571"/>
                  <a:gd name="connsiteX8" fmla="*/ 87301 w 1158863"/>
                  <a:gd name="connsiteY8" fmla="*/ 57168 h 745571"/>
                  <a:gd name="connsiteX9" fmla="*/ 1576 w 1158863"/>
                  <a:gd name="connsiteY9" fmla="*/ 207186 h 745571"/>
                  <a:gd name="connsiteX10" fmla="*/ 37295 w 1158863"/>
                  <a:gd name="connsiteY10" fmla="*/ 321486 h 745571"/>
                  <a:gd name="connsiteX11" fmla="*/ 106351 w 1158863"/>
                  <a:gd name="connsiteY11" fmla="*/ 228618 h 745571"/>
                  <a:gd name="connsiteX12" fmla="*/ 203982 w 1158863"/>
                  <a:gd name="connsiteY12" fmla="*/ 157180 h 745571"/>
                  <a:gd name="connsiteX13" fmla="*/ 303995 w 1158863"/>
                  <a:gd name="connsiteY13" fmla="*/ 152418 h 745571"/>
                  <a:gd name="connsiteX14" fmla="*/ 380195 w 1158863"/>
                  <a:gd name="connsiteY14" fmla="*/ 345299 h 745571"/>
                  <a:gd name="connsiteX15" fmla="*/ 465920 w 1158863"/>
                  <a:gd name="connsiteY15" fmla="*/ 535799 h 745571"/>
                  <a:gd name="connsiteX16" fmla="*/ 589745 w 1158863"/>
                  <a:gd name="connsiteY16" fmla="*/ 640574 h 745571"/>
                  <a:gd name="connsiteX17" fmla="*/ 694520 w 1158863"/>
                  <a:gd name="connsiteY17" fmla="*/ 707249 h 745571"/>
                  <a:gd name="connsiteX18" fmla="*/ 882638 w 1158863"/>
                  <a:gd name="connsiteY18" fmla="*/ 745349 h 745571"/>
                  <a:gd name="connsiteX19" fmla="*/ 985032 w 1158863"/>
                  <a:gd name="connsiteY19" fmla="*/ 723918 h 745571"/>
                  <a:gd name="connsiteX20" fmla="*/ 985032 w 1158863"/>
                  <a:gd name="connsiteY20" fmla="*/ 723918 h 745571"/>
                  <a:gd name="connsiteX0" fmla="*/ 1158863 w 1158863"/>
                  <a:gd name="connsiteY0" fmla="*/ 326249 h 745571"/>
                  <a:gd name="connsiteX1" fmla="*/ 1089807 w 1158863"/>
                  <a:gd name="connsiteY1" fmla="*/ 369111 h 745571"/>
                  <a:gd name="connsiteX2" fmla="*/ 968363 w 1158863"/>
                  <a:gd name="connsiteY2" fmla="*/ 400068 h 745571"/>
                  <a:gd name="connsiteX3" fmla="*/ 801676 w 1158863"/>
                  <a:gd name="connsiteY3" fmla="*/ 392924 h 745571"/>
                  <a:gd name="connsiteX4" fmla="*/ 658801 w 1158863"/>
                  <a:gd name="connsiteY4" fmla="*/ 288149 h 745571"/>
                  <a:gd name="connsiteX5" fmla="*/ 546882 w 1158863"/>
                  <a:gd name="connsiteY5" fmla="*/ 169086 h 745571"/>
                  <a:gd name="connsiteX6" fmla="*/ 430201 w 1158863"/>
                  <a:gd name="connsiteY6" fmla="*/ 52405 h 745571"/>
                  <a:gd name="connsiteX7" fmla="*/ 277801 w 1158863"/>
                  <a:gd name="connsiteY7" fmla="*/ 18 h 745571"/>
                  <a:gd name="connsiteX8" fmla="*/ 87301 w 1158863"/>
                  <a:gd name="connsiteY8" fmla="*/ 57168 h 745571"/>
                  <a:gd name="connsiteX9" fmla="*/ 1576 w 1158863"/>
                  <a:gd name="connsiteY9" fmla="*/ 207186 h 745571"/>
                  <a:gd name="connsiteX10" fmla="*/ 37295 w 1158863"/>
                  <a:gd name="connsiteY10" fmla="*/ 321486 h 745571"/>
                  <a:gd name="connsiteX11" fmla="*/ 106351 w 1158863"/>
                  <a:gd name="connsiteY11" fmla="*/ 228618 h 745571"/>
                  <a:gd name="connsiteX12" fmla="*/ 180169 w 1158863"/>
                  <a:gd name="connsiteY12" fmla="*/ 152418 h 745571"/>
                  <a:gd name="connsiteX13" fmla="*/ 303995 w 1158863"/>
                  <a:gd name="connsiteY13" fmla="*/ 152418 h 745571"/>
                  <a:gd name="connsiteX14" fmla="*/ 380195 w 1158863"/>
                  <a:gd name="connsiteY14" fmla="*/ 345299 h 745571"/>
                  <a:gd name="connsiteX15" fmla="*/ 465920 w 1158863"/>
                  <a:gd name="connsiteY15" fmla="*/ 535799 h 745571"/>
                  <a:gd name="connsiteX16" fmla="*/ 589745 w 1158863"/>
                  <a:gd name="connsiteY16" fmla="*/ 640574 h 745571"/>
                  <a:gd name="connsiteX17" fmla="*/ 694520 w 1158863"/>
                  <a:gd name="connsiteY17" fmla="*/ 707249 h 745571"/>
                  <a:gd name="connsiteX18" fmla="*/ 882638 w 1158863"/>
                  <a:gd name="connsiteY18" fmla="*/ 745349 h 745571"/>
                  <a:gd name="connsiteX19" fmla="*/ 985032 w 1158863"/>
                  <a:gd name="connsiteY19" fmla="*/ 723918 h 745571"/>
                  <a:gd name="connsiteX20" fmla="*/ 985032 w 1158863"/>
                  <a:gd name="connsiteY20" fmla="*/ 723918 h 745571"/>
                  <a:gd name="connsiteX0" fmla="*/ 1164320 w 1164320"/>
                  <a:gd name="connsiteY0" fmla="*/ 326249 h 745571"/>
                  <a:gd name="connsiteX1" fmla="*/ 1095264 w 1164320"/>
                  <a:gd name="connsiteY1" fmla="*/ 369111 h 745571"/>
                  <a:gd name="connsiteX2" fmla="*/ 973820 w 1164320"/>
                  <a:gd name="connsiteY2" fmla="*/ 400068 h 745571"/>
                  <a:gd name="connsiteX3" fmla="*/ 807133 w 1164320"/>
                  <a:gd name="connsiteY3" fmla="*/ 392924 h 745571"/>
                  <a:gd name="connsiteX4" fmla="*/ 664258 w 1164320"/>
                  <a:gd name="connsiteY4" fmla="*/ 288149 h 745571"/>
                  <a:gd name="connsiteX5" fmla="*/ 552339 w 1164320"/>
                  <a:gd name="connsiteY5" fmla="*/ 169086 h 745571"/>
                  <a:gd name="connsiteX6" fmla="*/ 435658 w 1164320"/>
                  <a:gd name="connsiteY6" fmla="*/ 52405 h 745571"/>
                  <a:gd name="connsiteX7" fmla="*/ 283258 w 1164320"/>
                  <a:gd name="connsiteY7" fmla="*/ 18 h 745571"/>
                  <a:gd name="connsiteX8" fmla="*/ 92758 w 1164320"/>
                  <a:gd name="connsiteY8" fmla="*/ 57168 h 745571"/>
                  <a:gd name="connsiteX9" fmla="*/ 7033 w 1164320"/>
                  <a:gd name="connsiteY9" fmla="*/ 207186 h 745571"/>
                  <a:gd name="connsiteX10" fmla="*/ 42752 w 1164320"/>
                  <a:gd name="connsiteY10" fmla="*/ 321486 h 745571"/>
                  <a:gd name="connsiteX11" fmla="*/ 111808 w 1164320"/>
                  <a:gd name="connsiteY11" fmla="*/ 228618 h 745571"/>
                  <a:gd name="connsiteX12" fmla="*/ 185626 w 1164320"/>
                  <a:gd name="connsiteY12" fmla="*/ 152418 h 745571"/>
                  <a:gd name="connsiteX13" fmla="*/ 309452 w 1164320"/>
                  <a:gd name="connsiteY13" fmla="*/ 152418 h 745571"/>
                  <a:gd name="connsiteX14" fmla="*/ 385652 w 1164320"/>
                  <a:gd name="connsiteY14" fmla="*/ 345299 h 745571"/>
                  <a:gd name="connsiteX15" fmla="*/ 471377 w 1164320"/>
                  <a:gd name="connsiteY15" fmla="*/ 535799 h 745571"/>
                  <a:gd name="connsiteX16" fmla="*/ 595202 w 1164320"/>
                  <a:gd name="connsiteY16" fmla="*/ 640574 h 745571"/>
                  <a:gd name="connsiteX17" fmla="*/ 699977 w 1164320"/>
                  <a:gd name="connsiteY17" fmla="*/ 707249 h 745571"/>
                  <a:gd name="connsiteX18" fmla="*/ 888095 w 1164320"/>
                  <a:gd name="connsiteY18" fmla="*/ 745349 h 745571"/>
                  <a:gd name="connsiteX19" fmla="*/ 990489 w 1164320"/>
                  <a:gd name="connsiteY19" fmla="*/ 723918 h 745571"/>
                  <a:gd name="connsiteX20" fmla="*/ 990489 w 1164320"/>
                  <a:gd name="connsiteY20" fmla="*/ 723918 h 745571"/>
                  <a:gd name="connsiteX0" fmla="*/ 1164320 w 1164320"/>
                  <a:gd name="connsiteY0" fmla="*/ 326249 h 745571"/>
                  <a:gd name="connsiteX1" fmla="*/ 1095264 w 1164320"/>
                  <a:gd name="connsiteY1" fmla="*/ 369111 h 745571"/>
                  <a:gd name="connsiteX2" fmla="*/ 973820 w 1164320"/>
                  <a:gd name="connsiteY2" fmla="*/ 400068 h 745571"/>
                  <a:gd name="connsiteX3" fmla="*/ 807133 w 1164320"/>
                  <a:gd name="connsiteY3" fmla="*/ 392924 h 745571"/>
                  <a:gd name="connsiteX4" fmla="*/ 664258 w 1164320"/>
                  <a:gd name="connsiteY4" fmla="*/ 288149 h 745571"/>
                  <a:gd name="connsiteX5" fmla="*/ 552339 w 1164320"/>
                  <a:gd name="connsiteY5" fmla="*/ 169086 h 745571"/>
                  <a:gd name="connsiteX6" fmla="*/ 435658 w 1164320"/>
                  <a:gd name="connsiteY6" fmla="*/ 52405 h 745571"/>
                  <a:gd name="connsiteX7" fmla="*/ 283258 w 1164320"/>
                  <a:gd name="connsiteY7" fmla="*/ 18 h 745571"/>
                  <a:gd name="connsiteX8" fmla="*/ 92758 w 1164320"/>
                  <a:gd name="connsiteY8" fmla="*/ 57168 h 745571"/>
                  <a:gd name="connsiteX9" fmla="*/ 7033 w 1164320"/>
                  <a:gd name="connsiteY9" fmla="*/ 207186 h 745571"/>
                  <a:gd name="connsiteX10" fmla="*/ 42752 w 1164320"/>
                  <a:gd name="connsiteY10" fmla="*/ 321486 h 745571"/>
                  <a:gd name="connsiteX11" fmla="*/ 111808 w 1164320"/>
                  <a:gd name="connsiteY11" fmla="*/ 228618 h 745571"/>
                  <a:gd name="connsiteX12" fmla="*/ 185626 w 1164320"/>
                  <a:gd name="connsiteY12" fmla="*/ 152418 h 745571"/>
                  <a:gd name="connsiteX13" fmla="*/ 309452 w 1164320"/>
                  <a:gd name="connsiteY13" fmla="*/ 152418 h 745571"/>
                  <a:gd name="connsiteX14" fmla="*/ 385652 w 1164320"/>
                  <a:gd name="connsiteY14" fmla="*/ 345299 h 745571"/>
                  <a:gd name="connsiteX15" fmla="*/ 471377 w 1164320"/>
                  <a:gd name="connsiteY15" fmla="*/ 535799 h 745571"/>
                  <a:gd name="connsiteX16" fmla="*/ 595202 w 1164320"/>
                  <a:gd name="connsiteY16" fmla="*/ 666768 h 745571"/>
                  <a:gd name="connsiteX17" fmla="*/ 699977 w 1164320"/>
                  <a:gd name="connsiteY17" fmla="*/ 707249 h 745571"/>
                  <a:gd name="connsiteX18" fmla="*/ 888095 w 1164320"/>
                  <a:gd name="connsiteY18" fmla="*/ 745349 h 745571"/>
                  <a:gd name="connsiteX19" fmla="*/ 990489 w 1164320"/>
                  <a:gd name="connsiteY19" fmla="*/ 723918 h 745571"/>
                  <a:gd name="connsiteX20" fmla="*/ 990489 w 1164320"/>
                  <a:gd name="connsiteY20" fmla="*/ 723918 h 745571"/>
                  <a:gd name="connsiteX0" fmla="*/ 1164320 w 1164320"/>
                  <a:gd name="connsiteY0" fmla="*/ 326249 h 750403"/>
                  <a:gd name="connsiteX1" fmla="*/ 1095264 w 1164320"/>
                  <a:gd name="connsiteY1" fmla="*/ 369111 h 750403"/>
                  <a:gd name="connsiteX2" fmla="*/ 973820 w 1164320"/>
                  <a:gd name="connsiteY2" fmla="*/ 400068 h 750403"/>
                  <a:gd name="connsiteX3" fmla="*/ 807133 w 1164320"/>
                  <a:gd name="connsiteY3" fmla="*/ 392924 h 750403"/>
                  <a:gd name="connsiteX4" fmla="*/ 664258 w 1164320"/>
                  <a:gd name="connsiteY4" fmla="*/ 288149 h 750403"/>
                  <a:gd name="connsiteX5" fmla="*/ 552339 w 1164320"/>
                  <a:gd name="connsiteY5" fmla="*/ 169086 h 750403"/>
                  <a:gd name="connsiteX6" fmla="*/ 435658 w 1164320"/>
                  <a:gd name="connsiteY6" fmla="*/ 52405 h 750403"/>
                  <a:gd name="connsiteX7" fmla="*/ 283258 w 1164320"/>
                  <a:gd name="connsiteY7" fmla="*/ 18 h 750403"/>
                  <a:gd name="connsiteX8" fmla="*/ 92758 w 1164320"/>
                  <a:gd name="connsiteY8" fmla="*/ 57168 h 750403"/>
                  <a:gd name="connsiteX9" fmla="*/ 7033 w 1164320"/>
                  <a:gd name="connsiteY9" fmla="*/ 207186 h 750403"/>
                  <a:gd name="connsiteX10" fmla="*/ 42752 w 1164320"/>
                  <a:gd name="connsiteY10" fmla="*/ 321486 h 750403"/>
                  <a:gd name="connsiteX11" fmla="*/ 111808 w 1164320"/>
                  <a:gd name="connsiteY11" fmla="*/ 228618 h 750403"/>
                  <a:gd name="connsiteX12" fmla="*/ 185626 w 1164320"/>
                  <a:gd name="connsiteY12" fmla="*/ 152418 h 750403"/>
                  <a:gd name="connsiteX13" fmla="*/ 309452 w 1164320"/>
                  <a:gd name="connsiteY13" fmla="*/ 152418 h 750403"/>
                  <a:gd name="connsiteX14" fmla="*/ 385652 w 1164320"/>
                  <a:gd name="connsiteY14" fmla="*/ 345299 h 750403"/>
                  <a:gd name="connsiteX15" fmla="*/ 471377 w 1164320"/>
                  <a:gd name="connsiteY15" fmla="*/ 535799 h 750403"/>
                  <a:gd name="connsiteX16" fmla="*/ 595202 w 1164320"/>
                  <a:gd name="connsiteY16" fmla="*/ 666768 h 750403"/>
                  <a:gd name="connsiteX17" fmla="*/ 726171 w 1164320"/>
                  <a:gd name="connsiteY17" fmla="*/ 742968 h 750403"/>
                  <a:gd name="connsiteX18" fmla="*/ 888095 w 1164320"/>
                  <a:gd name="connsiteY18" fmla="*/ 745349 h 750403"/>
                  <a:gd name="connsiteX19" fmla="*/ 990489 w 1164320"/>
                  <a:gd name="connsiteY19" fmla="*/ 723918 h 750403"/>
                  <a:gd name="connsiteX20" fmla="*/ 990489 w 1164320"/>
                  <a:gd name="connsiteY20" fmla="*/ 723918 h 750403"/>
                  <a:gd name="connsiteX0" fmla="*/ 1164320 w 1164320"/>
                  <a:gd name="connsiteY0" fmla="*/ 326249 h 760608"/>
                  <a:gd name="connsiteX1" fmla="*/ 1095264 w 1164320"/>
                  <a:gd name="connsiteY1" fmla="*/ 369111 h 760608"/>
                  <a:gd name="connsiteX2" fmla="*/ 973820 w 1164320"/>
                  <a:gd name="connsiteY2" fmla="*/ 40006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9 h 760608"/>
                  <a:gd name="connsiteX1" fmla="*/ 1095264 w 1164320"/>
                  <a:gd name="connsiteY1" fmla="*/ 369111 h 760608"/>
                  <a:gd name="connsiteX2" fmla="*/ 973820 w 1164320"/>
                  <a:gd name="connsiteY2" fmla="*/ 41911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9 h 760608"/>
                  <a:gd name="connsiteX1" fmla="*/ 1100027 w 1164320"/>
                  <a:gd name="connsiteY1" fmla="*/ 383398 h 760608"/>
                  <a:gd name="connsiteX2" fmla="*/ 973820 w 1164320"/>
                  <a:gd name="connsiteY2" fmla="*/ 41911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8 h 760607"/>
                  <a:gd name="connsiteX1" fmla="*/ 1100027 w 1164320"/>
                  <a:gd name="connsiteY1" fmla="*/ 383397 h 760607"/>
                  <a:gd name="connsiteX2" fmla="*/ 973820 w 1164320"/>
                  <a:gd name="connsiteY2" fmla="*/ 419117 h 760607"/>
                  <a:gd name="connsiteX3" fmla="*/ 807133 w 1164320"/>
                  <a:gd name="connsiteY3" fmla="*/ 392923 h 760607"/>
                  <a:gd name="connsiteX4" fmla="*/ 664258 w 1164320"/>
                  <a:gd name="connsiteY4" fmla="*/ 288148 h 760607"/>
                  <a:gd name="connsiteX5" fmla="*/ 561864 w 1164320"/>
                  <a:gd name="connsiteY5" fmla="*/ 152416 h 760607"/>
                  <a:gd name="connsiteX6" fmla="*/ 435658 w 1164320"/>
                  <a:gd name="connsiteY6" fmla="*/ 52404 h 760607"/>
                  <a:gd name="connsiteX7" fmla="*/ 283258 w 1164320"/>
                  <a:gd name="connsiteY7" fmla="*/ 17 h 760607"/>
                  <a:gd name="connsiteX8" fmla="*/ 92758 w 1164320"/>
                  <a:gd name="connsiteY8" fmla="*/ 57167 h 760607"/>
                  <a:gd name="connsiteX9" fmla="*/ 7033 w 1164320"/>
                  <a:gd name="connsiteY9" fmla="*/ 207185 h 760607"/>
                  <a:gd name="connsiteX10" fmla="*/ 42752 w 1164320"/>
                  <a:gd name="connsiteY10" fmla="*/ 321485 h 760607"/>
                  <a:gd name="connsiteX11" fmla="*/ 111808 w 1164320"/>
                  <a:gd name="connsiteY11" fmla="*/ 228617 h 760607"/>
                  <a:gd name="connsiteX12" fmla="*/ 185626 w 1164320"/>
                  <a:gd name="connsiteY12" fmla="*/ 152417 h 760607"/>
                  <a:gd name="connsiteX13" fmla="*/ 309452 w 1164320"/>
                  <a:gd name="connsiteY13" fmla="*/ 152417 h 760607"/>
                  <a:gd name="connsiteX14" fmla="*/ 385652 w 1164320"/>
                  <a:gd name="connsiteY14" fmla="*/ 345298 h 760607"/>
                  <a:gd name="connsiteX15" fmla="*/ 471377 w 1164320"/>
                  <a:gd name="connsiteY15" fmla="*/ 535798 h 760607"/>
                  <a:gd name="connsiteX16" fmla="*/ 595202 w 1164320"/>
                  <a:gd name="connsiteY16" fmla="*/ 666767 h 760607"/>
                  <a:gd name="connsiteX17" fmla="*/ 726171 w 1164320"/>
                  <a:gd name="connsiteY17" fmla="*/ 742967 h 760607"/>
                  <a:gd name="connsiteX18" fmla="*/ 888095 w 1164320"/>
                  <a:gd name="connsiteY18" fmla="*/ 759636 h 760607"/>
                  <a:gd name="connsiteX19" fmla="*/ 990489 w 1164320"/>
                  <a:gd name="connsiteY19" fmla="*/ 723917 h 760607"/>
                  <a:gd name="connsiteX20" fmla="*/ 990489 w 1164320"/>
                  <a:gd name="connsiteY20" fmla="*/ 723917 h 760607"/>
                  <a:gd name="connsiteX0" fmla="*/ 1164320 w 1164320"/>
                  <a:gd name="connsiteY0" fmla="*/ 326424 h 760783"/>
                  <a:gd name="connsiteX1" fmla="*/ 1100027 w 1164320"/>
                  <a:gd name="connsiteY1" fmla="*/ 383573 h 760783"/>
                  <a:gd name="connsiteX2" fmla="*/ 973820 w 1164320"/>
                  <a:gd name="connsiteY2" fmla="*/ 419293 h 760783"/>
                  <a:gd name="connsiteX3" fmla="*/ 807133 w 1164320"/>
                  <a:gd name="connsiteY3" fmla="*/ 393099 h 760783"/>
                  <a:gd name="connsiteX4" fmla="*/ 664258 w 1164320"/>
                  <a:gd name="connsiteY4" fmla="*/ 288324 h 760783"/>
                  <a:gd name="connsiteX5" fmla="*/ 561864 w 1164320"/>
                  <a:gd name="connsiteY5" fmla="*/ 152592 h 760783"/>
                  <a:gd name="connsiteX6" fmla="*/ 438039 w 1164320"/>
                  <a:gd name="connsiteY6" fmla="*/ 43055 h 760783"/>
                  <a:gd name="connsiteX7" fmla="*/ 283258 w 1164320"/>
                  <a:gd name="connsiteY7" fmla="*/ 193 h 760783"/>
                  <a:gd name="connsiteX8" fmla="*/ 92758 w 1164320"/>
                  <a:gd name="connsiteY8" fmla="*/ 57343 h 760783"/>
                  <a:gd name="connsiteX9" fmla="*/ 7033 w 1164320"/>
                  <a:gd name="connsiteY9" fmla="*/ 207361 h 760783"/>
                  <a:gd name="connsiteX10" fmla="*/ 42752 w 1164320"/>
                  <a:gd name="connsiteY10" fmla="*/ 321661 h 760783"/>
                  <a:gd name="connsiteX11" fmla="*/ 111808 w 1164320"/>
                  <a:gd name="connsiteY11" fmla="*/ 228793 h 760783"/>
                  <a:gd name="connsiteX12" fmla="*/ 185626 w 1164320"/>
                  <a:gd name="connsiteY12" fmla="*/ 152593 h 760783"/>
                  <a:gd name="connsiteX13" fmla="*/ 309452 w 1164320"/>
                  <a:gd name="connsiteY13" fmla="*/ 152593 h 760783"/>
                  <a:gd name="connsiteX14" fmla="*/ 385652 w 1164320"/>
                  <a:gd name="connsiteY14" fmla="*/ 345474 h 760783"/>
                  <a:gd name="connsiteX15" fmla="*/ 471377 w 1164320"/>
                  <a:gd name="connsiteY15" fmla="*/ 535974 h 760783"/>
                  <a:gd name="connsiteX16" fmla="*/ 595202 w 1164320"/>
                  <a:gd name="connsiteY16" fmla="*/ 666943 h 760783"/>
                  <a:gd name="connsiteX17" fmla="*/ 726171 w 1164320"/>
                  <a:gd name="connsiteY17" fmla="*/ 743143 h 760783"/>
                  <a:gd name="connsiteX18" fmla="*/ 888095 w 1164320"/>
                  <a:gd name="connsiteY18" fmla="*/ 759812 h 760783"/>
                  <a:gd name="connsiteX19" fmla="*/ 990489 w 1164320"/>
                  <a:gd name="connsiteY19" fmla="*/ 724093 h 760783"/>
                  <a:gd name="connsiteX20" fmla="*/ 990489 w 1164320"/>
                  <a:gd name="connsiteY20" fmla="*/ 724093 h 760783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57326 h 765516"/>
                  <a:gd name="connsiteX13" fmla="*/ 309452 w 1164320"/>
                  <a:gd name="connsiteY13" fmla="*/ 157326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57326 h 765516"/>
                  <a:gd name="connsiteX13" fmla="*/ 311833 w 1164320"/>
                  <a:gd name="connsiteY13" fmla="*/ 178757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62088 h 765516"/>
                  <a:gd name="connsiteX13" fmla="*/ 311833 w 1164320"/>
                  <a:gd name="connsiteY13" fmla="*/ 178757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64320" h="765516">
                    <a:moveTo>
                      <a:pt x="1164320" y="331157"/>
                    </a:moveTo>
                    <a:cubicBezTo>
                      <a:pt x="1145667" y="346436"/>
                      <a:pt x="1131777" y="372828"/>
                      <a:pt x="1100027" y="388306"/>
                    </a:cubicBezTo>
                    <a:cubicBezTo>
                      <a:pt x="1068277" y="403784"/>
                      <a:pt x="1022636" y="422438"/>
                      <a:pt x="973820" y="424026"/>
                    </a:cubicBezTo>
                    <a:cubicBezTo>
                      <a:pt x="925004" y="425614"/>
                      <a:pt x="858727" y="419660"/>
                      <a:pt x="807133" y="397832"/>
                    </a:cubicBezTo>
                    <a:cubicBezTo>
                      <a:pt x="755539" y="376004"/>
                      <a:pt x="705136" y="333141"/>
                      <a:pt x="664258" y="293057"/>
                    </a:cubicBezTo>
                    <a:cubicBezTo>
                      <a:pt x="623380" y="252973"/>
                      <a:pt x="599567" y="198203"/>
                      <a:pt x="561864" y="157325"/>
                    </a:cubicBezTo>
                    <a:cubicBezTo>
                      <a:pt x="524161" y="116447"/>
                      <a:pt x="485267" y="73981"/>
                      <a:pt x="438039" y="47788"/>
                    </a:cubicBezTo>
                    <a:cubicBezTo>
                      <a:pt x="390811" y="21595"/>
                      <a:pt x="336043" y="-2217"/>
                      <a:pt x="278496" y="164"/>
                    </a:cubicBezTo>
                    <a:cubicBezTo>
                      <a:pt x="220949" y="2545"/>
                      <a:pt x="138002" y="26754"/>
                      <a:pt x="92758" y="62076"/>
                    </a:cubicBezTo>
                    <a:cubicBezTo>
                      <a:pt x="47514" y="97398"/>
                      <a:pt x="15367" y="168041"/>
                      <a:pt x="7033" y="212094"/>
                    </a:cubicBezTo>
                    <a:cubicBezTo>
                      <a:pt x="-1301" y="256147"/>
                      <a:pt x="-12810" y="318060"/>
                      <a:pt x="42752" y="326394"/>
                    </a:cubicBezTo>
                    <a:cubicBezTo>
                      <a:pt x="98314" y="334728"/>
                      <a:pt x="87996" y="260910"/>
                      <a:pt x="111808" y="233526"/>
                    </a:cubicBezTo>
                    <a:cubicBezTo>
                      <a:pt x="135620" y="206142"/>
                      <a:pt x="152289" y="171216"/>
                      <a:pt x="185626" y="162088"/>
                    </a:cubicBezTo>
                    <a:cubicBezTo>
                      <a:pt x="218963" y="152960"/>
                      <a:pt x="278495" y="147404"/>
                      <a:pt x="311833" y="178757"/>
                    </a:cubicBezTo>
                    <a:cubicBezTo>
                      <a:pt x="345171" y="210110"/>
                      <a:pt x="359061" y="289882"/>
                      <a:pt x="385652" y="350207"/>
                    </a:cubicBezTo>
                    <a:cubicBezTo>
                      <a:pt x="412243" y="410532"/>
                      <a:pt x="436452" y="487129"/>
                      <a:pt x="471377" y="540707"/>
                    </a:cubicBezTo>
                    <a:cubicBezTo>
                      <a:pt x="506302" y="594285"/>
                      <a:pt x="552736" y="637148"/>
                      <a:pt x="595202" y="671676"/>
                    </a:cubicBezTo>
                    <a:cubicBezTo>
                      <a:pt x="637668" y="706204"/>
                      <a:pt x="677356" y="732398"/>
                      <a:pt x="726171" y="747876"/>
                    </a:cubicBezTo>
                    <a:cubicBezTo>
                      <a:pt x="774986" y="763354"/>
                      <a:pt x="844042" y="767720"/>
                      <a:pt x="888095" y="764545"/>
                    </a:cubicBezTo>
                    <a:cubicBezTo>
                      <a:pt x="932148" y="761370"/>
                      <a:pt x="990489" y="728826"/>
                      <a:pt x="990489" y="728826"/>
                    </a:cubicBezTo>
                    <a:lnTo>
                      <a:pt x="990489" y="728826"/>
                    </a:lnTo>
                  </a:path>
                </a:pathLst>
              </a:custGeom>
              <a:solidFill>
                <a:srgbClr val="BEA7D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10E05236-86DB-1C8E-F7AF-61502FE73DA0}"/>
                  </a:ext>
                </a:extLst>
              </p:cNvPr>
              <p:cNvSpPr/>
              <p:nvPr/>
            </p:nvSpPr>
            <p:spPr>
              <a:xfrm rot="15488892">
                <a:off x="5011962" y="4812459"/>
                <a:ext cx="1316591" cy="865631"/>
              </a:xfrm>
              <a:custGeom>
                <a:avLst/>
                <a:gdLst>
                  <a:gd name="connsiteX0" fmla="*/ 1158863 w 1158863"/>
                  <a:gd name="connsiteY0" fmla="*/ 326249 h 745571"/>
                  <a:gd name="connsiteX1" fmla="*/ 1089807 w 1158863"/>
                  <a:gd name="connsiteY1" fmla="*/ 369111 h 745571"/>
                  <a:gd name="connsiteX2" fmla="*/ 968363 w 1158863"/>
                  <a:gd name="connsiteY2" fmla="*/ 400068 h 745571"/>
                  <a:gd name="connsiteX3" fmla="*/ 801676 w 1158863"/>
                  <a:gd name="connsiteY3" fmla="*/ 392924 h 745571"/>
                  <a:gd name="connsiteX4" fmla="*/ 658801 w 1158863"/>
                  <a:gd name="connsiteY4" fmla="*/ 288149 h 745571"/>
                  <a:gd name="connsiteX5" fmla="*/ 546882 w 1158863"/>
                  <a:gd name="connsiteY5" fmla="*/ 169086 h 745571"/>
                  <a:gd name="connsiteX6" fmla="*/ 430201 w 1158863"/>
                  <a:gd name="connsiteY6" fmla="*/ 52405 h 745571"/>
                  <a:gd name="connsiteX7" fmla="*/ 277801 w 1158863"/>
                  <a:gd name="connsiteY7" fmla="*/ 18 h 745571"/>
                  <a:gd name="connsiteX8" fmla="*/ 87301 w 1158863"/>
                  <a:gd name="connsiteY8" fmla="*/ 57168 h 745571"/>
                  <a:gd name="connsiteX9" fmla="*/ 1576 w 1158863"/>
                  <a:gd name="connsiteY9" fmla="*/ 207186 h 745571"/>
                  <a:gd name="connsiteX10" fmla="*/ 37295 w 1158863"/>
                  <a:gd name="connsiteY10" fmla="*/ 321486 h 745571"/>
                  <a:gd name="connsiteX11" fmla="*/ 106351 w 1158863"/>
                  <a:gd name="connsiteY11" fmla="*/ 228618 h 745571"/>
                  <a:gd name="connsiteX12" fmla="*/ 203982 w 1158863"/>
                  <a:gd name="connsiteY12" fmla="*/ 157180 h 745571"/>
                  <a:gd name="connsiteX13" fmla="*/ 303995 w 1158863"/>
                  <a:gd name="connsiteY13" fmla="*/ 152418 h 745571"/>
                  <a:gd name="connsiteX14" fmla="*/ 380195 w 1158863"/>
                  <a:gd name="connsiteY14" fmla="*/ 345299 h 745571"/>
                  <a:gd name="connsiteX15" fmla="*/ 465920 w 1158863"/>
                  <a:gd name="connsiteY15" fmla="*/ 535799 h 745571"/>
                  <a:gd name="connsiteX16" fmla="*/ 589745 w 1158863"/>
                  <a:gd name="connsiteY16" fmla="*/ 640574 h 745571"/>
                  <a:gd name="connsiteX17" fmla="*/ 694520 w 1158863"/>
                  <a:gd name="connsiteY17" fmla="*/ 707249 h 745571"/>
                  <a:gd name="connsiteX18" fmla="*/ 882638 w 1158863"/>
                  <a:gd name="connsiteY18" fmla="*/ 745349 h 745571"/>
                  <a:gd name="connsiteX19" fmla="*/ 985032 w 1158863"/>
                  <a:gd name="connsiteY19" fmla="*/ 723918 h 745571"/>
                  <a:gd name="connsiteX20" fmla="*/ 985032 w 1158863"/>
                  <a:gd name="connsiteY20" fmla="*/ 723918 h 745571"/>
                  <a:gd name="connsiteX0" fmla="*/ 1158863 w 1158863"/>
                  <a:gd name="connsiteY0" fmla="*/ 326249 h 745571"/>
                  <a:gd name="connsiteX1" fmla="*/ 1089807 w 1158863"/>
                  <a:gd name="connsiteY1" fmla="*/ 369111 h 745571"/>
                  <a:gd name="connsiteX2" fmla="*/ 968363 w 1158863"/>
                  <a:gd name="connsiteY2" fmla="*/ 400068 h 745571"/>
                  <a:gd name="connsiteX3" fmla="*/ 801676 w 1158863"/>
                  <a:gd name="connsiteY3" fmla="*/ 392924 h 745571"/>
                  <a:gd name="connsiteX4" fmla="*/ 658801 w 1158863"/>
                  <a:gd name="connsiteY4" fmla="*/ 288149 h 745571"/>
                  <a:gd name="connsiteX5" fmla="*/ 546882 w 1158863"/>
                  <a:gd name="connsiteY5" fmla="*/ 169086 h 745571"/>
                  <a:gd name="connsiteX6" fmla="*/ 430201 w 1158863"/>
                  <a:gd name="connsiteY6" fmla="*/ 52405 h 745571"/>
                  <a:gd name="connsiteX7" fmla="*/ 277801 w 1158863"/>
                  <a:gd name="connsiteY7" fmla="*/ 18 h 745571"/>
                  <a:gd name="connsiteX8" fmla="*/ 87301 w 1158863"/>
                  <a:gd name="connsiteY8" fmla="*/ 57168 h 745571"/>
                  <a:gd name="connsiteX9" fmla="*/ 1576 w 1158863"/>
                  <a:gd name="connsiteY9" fmla="*/ 207186 h 745571"/>
                  <a:gd name="connsiteX10" fmla="*/ 37295 w 1158863"/>
                  <a:gd name="connsiteY10" fmla="*/ 321486 h 745571"/>
                  <a:gd name="connsiteX11" fmla="*/ 106351 w 1158863"/>
                  <a:gd name="connsiteY11" fmla="*/ 228618 h 745571"/>
                  <a:gd name="connsiteX12" fmla="*/ 180169 w 1158863"/>
                  <a:gd name="connsiteY12" fmla="*/ 152418 h 745571"/>
                  <a:gd name="connsiteX13" fmla="*/ 303995 w 1158863"/>
                  <a:gd name="connsiteY13" fmla="*/ 152418 h 745571"/>
                  <a:gd name="connsiteX14" fmla="*/ 380195 w 1158863"/>
                  <a:gd name="connsiteY14" fmla="*/ 345299 h 745571"/>
                  <a:gd name="connsiteX15" fmla="*/ 465920 w 1158863"/>
                  <a:gd name="connsiteY15" fmla="*/ 535799 h 745571"/>
                  <a:gd name="connsiteX16" fmla="*/ 589745 w 1158863"/>
                  <a:gd name="connsiteY16" fmla="*/ 640574 h 745571"/>
                  <a:gd name="connsiteX17" fmla="*/ 694520 w 1158863"/>
                  <a:gd name="connsiteY17" fmla="*/ 707249 h 745571"/>
                  <a:gd name="connsiteX18" fmla="*/ 882638 w 1158863"/>
                  <a:gd name="connsiteY18" fmla="*/ 745349 h 745571"/>
                  <a:gd name="connsiteX19" fmla="*/ 985032 w 1158863"/>
                  <a:gd name="connsiteY19" fmla="*/ 723918 h 745571"/>
                  <a:gd name="connsiteX20" fmla="*/ 985032 w 1158863"/>
                  <a:gd name="connsiteY20" fmla="*/ 723918 h 745571"/>
                  <a:gd name="connsiteX0" fmla="*/ 1164320 w 1164320"/>
                  <a:gd name="connsiteY0" fmla="*/ 326249 h 745571"/>
                  <a:gd name="connsiteX1" fmla="*/ 1095264 w 1164320"/>
                  <a:gd name="connsiteY1" fmla="*/ 369111 h 745571"/>
                  <a:gd name="connsiteX2" fmla="*/ 973820 w 1164320"/>
                  <a:gd name="connsiteY2" fmla="*/ 400068 h 745571"/>
                  <a:gd name="connsiteX3" fmla="*/ 807133 w 1164320"/>
                  <a:gd name="connsiteY3" fmla="*/ 392924 h 745571"/>
                  <a:gd name="connsiteX4" fmla="*/ 664258 w 1164320"/>
                  <a:gd name="connsiteY4" fmla="*/ 288149 h 745571"/>
                  <a:gd name="connsiteX5" fmla="*/ 552339 w 1164320"/>
                  <a:gd name="connsiteY5" fmla="*/ 169086 h 745571"/>
                  <a:gd name="connsiteX6" fmla="*/ 435658 w 1164320"/>
                  <a:gd name="connsiteY6" fmla="*/ 52405 h 745571"/>
                  <a:gd name="connsiteX7" fmla="*/ 283258 w 1164320"/>
                  <a:gd name="connsiteY7" fmla="*/ 18 h 745571"/>
                  <a:gd name="connsiteX8" fmla="*/ 92758 w 1164320"/>
                  <a:gd name="connsiteY8" fmla="*/ 57168 h 745571"/>
                  <a:gd name="connsiteX9" fmla="*/ 7033 w 1164320"/>
                  <a:gd name="connsiteY9" fmla="*/ 207186 h 745571"/>
                  <a:gd name="connsiteX10" fmla="*/ 42752 w 1164320"/>
                  <a:gd name="connsiteY10" fmla="*/ 321486 h 745571"/>
                  <a:gd name="connsiteX11" fmla="*/ 111808 w 1164320"/>
                  <a:gd name="connsiteY11" fmla="*/ 228618 h 745571"/>
                  <a:gd name="connsiteX12" fmla="*/ 185626 w 1164320"/>
                  <a:gd name="connsiteY12" fmla="*/ 152418 h 745571"/>
                  <a:gd name="connsiteX13" fmla="*/ 309452 w 1164320"/>
                  <a:gd name="connsiteY13" fmla="*/ 152418 h 745571"/>
                  <a:gd name="connsiteX14" fmla="*/ 385652 w 1164320"/>
                  <a:gd name="connsiteY14" fmla="*/ 345299 h 745571"/>
                  <a:gd name="connsiteX15" fmla="*/ 471377 w 1164320"/>
                  <a:gd name="connsiteY15" fmla="*/ 535799 h 745571"/>
                  <a:gd name="connsiteX16" fmla="*/ 595202 w 1164320"/>
                  <a:gd name="connsiteY16" fmla="*/ 640574 h 745571"/>
                  <a:gd name="connsiteX17" fmla="*/ 699977 w 1164320"/>
                  <a:gd name="connsiteY17" fmla="*/ 707249 h 745571"/>
                  <a:gd name="connsiteX18" fmla="*/ 888095 w 1164320"/>
                  <a:gd name="connsiteY18" fmla="*/ 745349 h 745571"/>
                  <a:gd name="connsiteX19" fmla="*/ 990489 w 1164320"/>
                  <a:gd name="connsiteY19" fmla="*/ 723918 h 745571"/>
                  <a:gd name="connsiteX20" fmla="*/ 990489 w 1164320"/>
                  <a:gd name="connsiteY20" fmla="*/ 723918 h 745571"/>
                  <a:gd name="connsiteX0" fmla="*/ 1164320 w 1164320"/>
                  <a:gd name="connsiteY0" fmla="*/ 326249 h 745571"/>
                  <a:gd name="connsiteX1" fmla="*/ 1095264 w 1164320"/>
                  <a:gd name="connsiteY1" fmla="*/ 369111 h 745571"/>
                  <a:gd name="connsiteX2" fmla="*/ 973820 w 1164320"/>
                  <a:gd name="connsiteY2" fmla="*/ 400068 h 745571"/>
                  <a:gd name="connsiteX3" fmla="*/ 807133 w 1164320"/>
                  <a:gd name="connsiteY3" fmla="*/ 392924 h 745571"/>
                  <a:gd name="connsiteX4" fmla="*/ 664258 w 1164320"/>
                  <a:gd name="connsiteY4" fmla="*/ 288149 h 745571"/>
                  <a:gd name="connsiteX5" fmla="*/ 552339 w 1164320"/>
                  <a:gd name="connsiteY5" fmla="*/ 169086 h 745571"/>
                  <a:gd name="connsiteX6" fmla="*/ 435658 w 1164320"/>
                  <a:gd name="connsiteY6" fmla="*/ 52405 h 745571"/>
                  <a:gd name="connsiteX7" fmla="*/ 283258 w 1164320"/>
                  <a:gd name="connsiteY7" fmla="*/ 18 h 745571"/>
                  <a:gd name="connsiteX8" fmla="*/ 92758 w 1164320"/>
                  <a:gd name="connsiteY8" fmla="*/ 57168 h 745571"/>
                  <a:gd name="connsiteX9" fmla="*/ 7033 w 1164320"/>
                  <a:gd name="connsiteY9" fmla="*/ 207186 h 745571"/>
                  <a:gd name="connsiteX10" fmla="*/ 42752 w 1164320"/>
                  <a:gd name="connsiteY10" fmla="*/ 321486 h 745571"/>
                  <a:gd name="connsiteX11" fmla="*/ 111808 w 1164320"/>
                  <a:gd name="connsiteY11" fmla="*/ 228618 h 745571"/>
                  <a:gd name="connsiteX12" fmla="*/ 185626 w 1164320"/>
                  <a:gd name="connsiteY12" fmla="*/ 152418 h 745571"/>
                  <a:gd name="connsiteX13" fmla="*/ 309452 w 1164320"/>
                  <a:gd name="connsiteY13" fmla="*/ 152418 h 745571"/>
                  <a:gd name="connsiteX14" fmla="*/ 385652 w 1164320"/>
                  <a:gd name="connsiteY14" fmla="*/ 345299 h 745571"/>
                  <a:gd name="connsiteX15" fmla="*/ 471377 w 1164320"/>
                  <a:gd name="connsiteY15" fmla="*/ 535799 h 745571"/>
                  <a:gd name="connsiteX16" fmla="*/ 595202 w 1164320"/>
                  <a:gd name="connsiteY16" fmla="*/ 666768 h 745571"/>
                  <a:gd name="connsiteX17" fmla="*/ 699977 w 1164320"/>
                  <a:gd name="connsiteY17" fmla="*/ 707249 h 745571"/>
                  <a:gd name="connsiteX18" fmla="*/ 888095 w 1164320"/>
                  <a:gd name="connsiteY18" fmla="*/ 745349 h 745571"/>
                  <a:gd name="connsiteX19" fmla="*/ 990489 w 1164320"/>
                  <a:gd name="connsiteY19" fmla="*/ 723918 h 745571"/>
                  <a:gd name="connsiteX20" fmla="*/ 990489 w 1164320"/>
                  <a:gd name="connsiteY20" fmla="*/ 723918 h 745571"/>
                  <a:gd name="connsiteX0" fmla="*/ 1164320 w 1164320"/>
                  <a:gd name="connsiteY0" fmla="*/ 326249 h 750403"/>
                  <a:gd name="connsiteX1" fmla="*/ 1095264 w 1164320"/>
                  <a:gd name="connsiteY1" fmla="*/ 369111 h 750403"/>
                  <a:gd name="connsiteX2" fmla="*/ 973820 w 1164320"/>
                  <a:gd name="connsiteY2" fmla="*/ 400068 h 750403"/>
                  <a:gd name="connsiteX3" fmla="*/ 807133 w 1164320"/>
                  <a:gd name="connsiteY3" fmla="*/ 392924 h 750403"/>
                  <a:gd name="connsiteX4" fmla="*/ 664258 w 1164320"/>
                  <a:gd name="connsiteY4" fmla="*/ 288149 h 750403"/>
                  <a:gd name="connsiteX5" fmla="*/ 552339 w 1164320"/>
                  <a:gd name="connsiteY5" fmla="*/ 169086 h 750403"/>
                  <a:gd name="connsiteX6" fmla="*/ 435658 w 1164320"/>
                  <a:gd name="connsiteY6" fmla="*/ 52405 h 750403"/>
                  <a:gd name="connsiteX7" fmla="*/ 283258 w 1164320"/>
                  <a:gd name="connsiteY7" fmla="*/ 18 h 750403"/>
                  <a:gd name="connsiteX8" fmla="*/ 92758 w 1164320"/>
                  <a:gd name="connsiteY8" fmla="*/ 57168 h 750403"/>
                  <a:gd name="connsiteX9" fmla="*/ 7033 w 1164320"/>
                  <a:gd name="connsiteY9" fmla="*/ 207186 h 750403"/>
                  <a:gd name="connsiteX10" fmla="*/ 42752 w 1164320"/>
                  <a:gd name="connsiteY10" fmla="*/ 321486 h 750403"/>
                  <a:gd name="connsiteX11" fmla="*/ 111808 w 1164320"/>
                  <a:gd name="connsiteY11" fmla="*/ 228618 h 750403"/>
                  <a:gd name="connsiteX12" fmla="*/ 185626 w 1164320"/>
                  <a:gd name="connsiteY12" fmla="*/ 152418 h 750403"/>
                  <a:gd name="connsiteX13" fmla="*/ 309452 w 1164320"/>
                  <a:gd name="connsiteY13" fmla="*/ 152418 h 750403"/>
                  <a:gd name="connsiteX14" fmla="*/ 385652 w 1164320"/>
                  <a:gd name="connsiteY14" fmla="*/ 345299 h 750403"/>
                  <a:gd name="connsiteX15" fmla="*/ 471377 w 1164320"/>
                  <a:gd name="connsiteY15" fmla="*/ 535799 h 750403"/>
                  <a:gd name="connsiteX16" fmla="*/ 595202 w 1164320"/>
                  <a:gd name="connsiteY16" fmla="*/ 666768 h 750403"/>
                  <a:gd name="connsiteX17" fmla="*/ 726171 w 1164320"/>
                  <a:gd name="connsiteY17" fmla="*/ 742968 h 750403"/>
                  <a:gd name="connsiteX18" fmla="*/ 888095 w 1164320"/>
                  <a:gd name="connsiteY18" fmla="*/ 745349 h 750403"/>
                  <a:gd name="connsiteX19" fmla="*/ 990489 w 1164320"/>
                  <a:gd name="connsiteY19" fmla="*/ 723918 h 750403"/>
                  <a:gd name="connsiteX20" fmla="*/ 990489 w 1164320"/>
                  <a:gd name="connsiteY20" fmla="*/ 723918 h 750403"/>
                  <a:gd name="connsiteX0" fmla="*/ 1164320 w 1164320"/>
                  <a:gd name="connsiteY0" fmla="*/ 326249 h 760608"/>
                  <a:gd name="connsiteX1" fmla="*/ 1095264 w 1164320"/>
                  <a:gd name="connsiteY1" fmla="*/ 369111 h 760608"/>
                  <a:gd name="connsiteX2" fmla="*/ 973820 w 1164320"/>
                  <a:gd name="connsiteY2" fmla="*/ 40006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9 h 760608"/>
                  <a:gd name="connsiteX1" fmla="*/ 1095264 w 1164320"/>
                  <a:gd name="connsiteY1" fmla="*/ 369111 h 760608"/>
                  <a:gd name="connsiteX2" fmla="*/ 973820 w 1164320"/>
                  <a:gd name="connsiteY2" fmla="*/ 41911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9 h 760608"/>
                  <a:gd name="connsiteX1" fmla="*/ 1100027 w 1164320"/>
                  <a:gd name="connsiteY1" fmla="*/ 383398 h 760608"/>
                  <a:gd name="connsiteX2" fmla="*/ 973820 w 1164320"/>
                  <a:gd name="connsiteY2" fmla="*/ 41911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8 h 760607"/>
                  <a:gd name="connsiteX1" fmla="*/ 1100027 w 1164320"/>
                  <a:gd name="connsiteY1" fmla="*/ 383397 h 760607"/>
                  <a:gd name="connsiteX2" fmla="*/ 973820 w 1164320"/>
                  <a:gd name="connsiteY2" fmla="*/ 419117 h 760607"/>
                  <a:gd name="connsiteX3" fmla="*/ 807133 w 1164320"/>
                  <a:gd name="connsiteY3" fmla="*/ 392923 h 760607"/>
                  <a:gd name="connsiteX4" fmla="*/ 664258 w 1164320"/>
                  <a:gd name="connsiteY4" fmla="*/ 288148 h 760607"/>
                  <a:gd name="connsiteX5" fmla="*/ 561864 w 1164320"/>
                  <a:gd name="connsiteY5" fmla="*/ 152416 h 760607"/>
                  <a:gd name="connsiteX6" fmla="*/ 435658 w 1164320"/>
                  <a:gd name="connsiteY6" fmla="*/ 52404 h 760607"/>
                  <a:gd name="connsiteX7" fmla="*/ 283258 w 1164320"/>
                  <a:gd name="connsiteY7" fmla="*/ 17 h 760607"/>
                  <a:gd name="connsiteX8" fmla="*/ 92758 w 1164320"/>
                  <a:gd name="connsiteY8" fmla="*/ 57167 h 760607"/>
                  <a:gd name="connsiteX9" fmla="*/ 7033 w 1164320"/>
                  <a:gd name="connsiteY9" fmla="*/ 207185 h 760607"/>
                  <a:gd name="connsiteX10" fmla="*/ 42752 w 1164320"/>
                  <a:gd name="connsiteY10" fmla="*/ 321485 h 760607"/>
                  <a:gd name="connsiteX11" fmla="*/ 111808 w 1164320"/>
                  <a:gd name="connsiteY11" fmla="*/ 228617 h 760607"/>
                  <a:gd name="connsiteX12" fmla="*/ 185626 w 1164320"/>
                  <a:gd name="connsiteY12" fmla="*/ 152417 h 760607"/>
                  <a:gd name="connsiteX13" fmla="*/ 309452 w 1164320"/>
                  <a:gd name="connsiteY13" fmla="*/ 152417 h 760607"/>
                  <a:gd name="connsiteX14" fmla="*/ 385652 w 1164320"/>
                  <a:gd name="connsiteY14" fmla="*/ 345298 h 760607"/>
                  <a:gd name="connsiteX15" fmla="*/ 471377 w 1164320"/>
                  <a:gd name="connsiteY15" fmla="*/ 535798 h 760607"/>
                  <a:gd name="connsiteX16" fmla="*/ 595202 w 1164320"/>
                  <a:gd name="connsiteY16" fmla="*/ 666767 h 760607"/>
                  <a:gd name="connsiteX17" fmla="*/ 726171 w 1164320"/>
                  <a:gd name="connsiteY17" fmla="*/ 742967 h 760607"/>
                  <a:gd name="connsiteX18" fmla="*/ 888095 w 1164320"/>
                  <a:gd name="connsiteY18" fmla="*/ 759636 h 760607"/>
                  <a:gd name="connsiteX19" fmla="*/ 990489 w 1164320"/>
                  <a:gd name="connsiteY19" fmla="*/ 723917 h 760607"/>
                  <a:gd name="connsiteX20" fmla="*/ 990489 w 1164320"/>
                  <a:gd name="connsiteY20" fmla="*/ 723917 h 760607"/>
                  <a:gd name="connsiteX0" fmla="*/ 1164320 w 1164320"/>
                  <a:gd name="connsiteY0" fmla="*/ 326424 h 760783"/>
                  <a:gd name="connsiteX1" fmla="*/ 1100027 w 1164320"/>
                  <a:gd name="connsiteY1" fmla="*/ 383573 h 760783"/>
                  <a:gd name="connsiteX2" fmla="*/ 973820 w 1164320"/>
                  <a:gd name="connsiteY2" fmla="*/ 419293 h 760783"/>
                  <a:gd name="connsiteX3" fmla="*/ 807133 w 1164320"/>
                  <a:gd name="connsiteY3" fmla="*/ 393099 h 760783"/>
                  <a:gd name="connsiteX4" fmla="*/ 664258 w 1164320"/>
                  <a:gd name="connsiteY4" fmla="*/ 288324 h 760783"/>
                  <a:gd name="connsiteX5" fmla="*/ 561864 w 1164320"/>
                  <a:gd name="connsiteY5" fmla="*/ 152592 h 760783"/>
                  <a:gd name="connsiteX6" fmla="*/ 438039 w 1164320"/>
                  <a:gd name="connsiteY6" fmla="*/ 43055 h 760783"/>
                  <a:gd name="connsiteX7" fmla="*/ 283258 w 1164320"/>
                  <a:gd name="connsiteY7" fmla="*/ 193 h 760783"/>
                  <a:gd name="connsiteX8" fmla="*/ 92758 w 1164320"/>
                  <a:gd name="connsiteY8" fmla="*/ 57343 h 760783"/>
                  <a:gd name="connsiteX9" fmla="*/ 7033 w 1164320"/>
                  <a:gd name="connsiteY9" fmla="*/ 207361 h 760783"/>
                  <a:gd name="connsiteX10" fmla="*/ 42752 w 1164320"/>
                  <a:gd name="connsiteY10" fmla="*/ 321661 h 760783"/>
                  <a:gd name="connsiteX11" fmla="*/ 111808 w 1164320"/>
                  <a:gd name="connsiteY11" fmla="*/ 228793 h 760783"/>
                  <a:gd name="connsiteX12" fmla="*/ 185626 w 1164320"/>
                  <a:gd name="connsiteY12" fmla="*/ 152593 h 760783"/>
                  <a:gd name="connsiteX13" fmla="*/ 309452 w 1164320"/>
                  <a:gd name="connsiteY13" fmla="*/ 152593 h 760783"/>
                  <a:gd name="connsiteX14" fmla="*/ 385652 w 1164320"/>
                  <a:gd name="connsiteY14" fmla="*/ 345474 h 760783"/>
                  <a:gd name="connsiteX15" fmla="*/ 471377 w 1164320"/>
                  <a:gd name="connsiteY15" fmla="*/ 535974 h 760783"/>
                  <a:gd name="connsiteX16" fmla="*/ 595202 w 1164320"/>
                  <a:gd name="connsiteY16" fmla="*/ 666943 h 760783"/>
                  <a:gd name="connsiteX17" fmla="*/ 726171 w 1164320"/>
                  <a:gd name="connsiteY17" fmla="*/ 743143 h 760783"/>
                  <a:gd name="connsiteX18" fmla="*/ 888095 w 1164320"/>
                  <a:gd name="connsiteY18" fmla="*/ 759812 h 760783"/>
                  <a:gd name="connsiteX19" fmla="*/ 990489 w 1164320"/>
                  <a:gd name="connsiteY19" fmla="*/ 724093 h 760783"/>
                  <a:gd name="connsiteX20" fmla="*/ 990489 w 1164320"/>
                  <a:gd name="connsiteY20" fmla="*/ 724093 h 760783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57326 h 765516"/>
                  <a:gd name="connsiteX13" fmla="*/ 309452 w 1164320"/>
                  <a:gd name="connsiteY13" fmla="*/ 157326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57326 h 765516"/>
                  <a:gd name="connsiteX13" fmla="*/ 311833 w 1164320"/>
                  <a:gd name="connsiteY13" fmla="*/ 178757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62088 h 765516"/>
                  <a:gd name="connsiteX13" fmla="*/ 311833 w 1164320"/>
                  <a:gd name="connsiteY13" fmla="*/ 178757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64320" h="765516">
                    <a:moveTo>
                      <a:pt x="1164320" y="331157"/>
                    </a:moveTo>
                    <a:cubicBezTo>
                      <a:pt x="1145667" y="346436"/>
                      <a:pt x="1131777" y="372828"/>
                      <a:pt x="1100027" y="388306"/>
                    </a:cubicBezTo>
                    <a:cubicBezTo>
                      <a:pt x="1068277" y="403784"/>
                      <a:pt x="1022636" y="422438"/>
                      <a:pt x="973820" y="424026"/>
                    </a:cubicBezTo>
                    <a:cubicBezTo>
                      <a:pt x="925004" y="425614"/>
                      <a:pt x="858727" y="419660"/>
                      <a:pt x="807133" y="397832"/>
                    </a:cubicBezTo>
                    <a:cubicBezTo>
                      <a:pt x="755539" y="376004"/>
                      <a:pt x="705136" y="333141"/>
                      <a:pt x="664258" y="293057"/>
                    </a:cubicBezTo>
                    <a:cubicBezTo>
                      <a:pt x="623380" y="252973"/>
                      <a:pt x="599567" y="198203"/>
                      <a:pt x="561864" y="157325"/>
                    </a:cubicBezTo>
                    <a:cubicBezTo>
                      <a:pt x="524161" y="116447"/>
                      <a:pt x="485267" y="73981"/>
                      <a:pt x="438039" y="47788"/>
                    </a:cubicBezTo>
                    <a:cubicBezTo>
                      <a:pt x="390811" y="21595"/>
                      <a:pt x="336043" y="-2217"/>
                      <a:pt x="278496" y="164"/>
                    </a:cubicBezTo>
                    <a:cubicBezTo>
                      <a:pt x="220949" y="2545"/>
                      <a:pt x="138002" y="26754"/>
                      <a:pt x="92758" y="62076"/>
                    </a:cubicBezTo>
                    <a:cubicBezTo>
                      <a:pt x="47514" y="97398"/>
                      <a:pt x="15367" y="168041"/>
                      <a:pt x="7033" y="212094"/>
                    </a:cubicBezTo>
                    <a:cubicBezTo>
                      <a:pt x="-1301" y="256147"/>
                      <a:pt x="-12810" y="318060"/>
                      <a:pt x="42752" y="326394"/>
                    </a:cubicBezTo>
                    <a:cubicBezTo>
                      <a:pt x="98314" y="334728"/>
                      <a:pt x="87996" y="260910"/>
                      <a:pt x="111808" y="233526"/>
                    </a:cubicBezTo>
                    <a:cubicBezTo>
                      <a:pt x="135620" y="206142"/>
                      <a:pt x="152289" y="171216"/>
                      <a:pt x="185626" y="162088"/>
                    </a:cubicBezTo>
                    <a:cubicBezTo>
                      <a:pt x="218963" y="152960"/>
                      <a:pt x="278495" y="147404"/>
                      <a:pt x="311833" y="178757"/>
                    </a:cubicBezTo>
                    <a:cubicBezTo>
                      <a:pt x="345171" y="210110"/>
                      <a:pt x="359061" y="289882"/>
                      <a:pt x="385652" y="350207"/>
                    </a:cubicBezTo>
                    <a:cubicBezTo>
                      <a:pt x="412243" y="410532"/>
                      <a:pt x="436452" y="487129"/>
                      <a:pt x="471377" y="540707"/>
                    </a:cubicBezTo>
                    <a:cubicBezTo>
                      <a:pt x="506302" y="594285"/>
                      <a:pt x="552736" y="637148"/>
                      <a:pt x="595202" y="671676"/>
                    </a:cubicBezTo>
                    <a:cubicBezTo>
                      <a:pt x="637668" y="706204"/>
                      <a:pt x="677356" y="732398"/>
                      <a:pt x="726171" y="747876"/>
                    </a:cubicBezTo>
                    <a:cubicBezTo>
                      <a:pt x="774986" y="763354"/>
                      <a:pt x="844042" y="767720"/>
                      <a:pt x="888095" y="764545"/>
                    </a:cubicBezTo>
                    <a:cubicBezTo>
                      <a:pt x="932148" y="761370"/>
                      <a:pt x="990489" y="728826"/>
                      <a:pt x="990489" y="728826"/>
                    </a:cubicBezTo>
                    <a:lnTo>
                      <a:pt x="990489" y="728826"/>
                    </a:lnTo>
                  </a:path>
                </a:pathLst>
              </a:custGeom>
              <a:solidFill>
                <a:srgbClr val="BEA7D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76B3FC9E-1719-1922-966A-5A8963F0AFE8}"/>
                  </a:ext>
                </a:extLst>
              </p:cNvPr>
              <p:cNvSpPr/>
              <p:nvPr/>
            </p:nvSpPr>
            <p:spPr>
              <a:xfrm rot="13573320">
                <a:off x="5588612" y="4686144"/>
                <a:ext cx="1316591" cy="865631"/>
              </a:xfrm>
              <a:custGeom>
                <a:avLst/>
                <a:gdLst>
                  <a:gd name="connsiteX0" fmla="*/ 1158863 w 1158863"/>
                  <a:gd name="connsiteY0" fmla="*/ 326249 h 745571"/>
                  <a:gd name="connsiteX1" fmla="*/ 1089807 w 1158863"/>
                  <a:gd name="connsiteY1" fmla="*/ 369111 h 745571"/>
                  <a:gd name="connsiteX2" fmla="*/ 968363 w 1158863"/>
                  <a:gd name="connsiteY2" fmla="*/ 400068 h 745571"/>
                  <a:gd name="connsiteX3" fmla="*/ 801676 w 1158863"/>
                  <a:gd name="connsiteY3" fmla="*/ 392924 h 745571"/>
                  <a:gd name="connsiteX4" fmla="*/ 658801 w 1158863"/>
                  <a:gd name="connsiteY4" fmla="*/ 288149 h 745571"/>
                  <a:gd name="connsiteX5" fmla="*/ 546882 w 1158863"/>
                  <a:gd name="connsiteY5" fmla="*/ 169086 h 745571"/>
                  <a:gd name="connsiteX6" fmla="*/ 430201 w 1158863"/>
                  <a:gd name="connsiteY6" fmla="*/ 52405 h 745571"/>
                  <a:gd name="connsiteX7" fmla="*/ 277801 w 1158863"/>
                  <a:gd name="connsiteY7" fmla="*/ 18 h 745571"/>
                  <a:gd name="connsiteX8" fmla="*/ 87301 w 1158863"/>
                  <a:gd name="connsiteY8" fmla="*/ 57168 h 745571"/>
                  <a:gd name="connsiteX9" fmla="*/ 1576 w 1158863"/>
                  <a:gd name="connsiteY9" fmla="*/ 207186 h 745571"/>
                  <a:gd name="connsiteX10" fmla="*/ 37295 w 1158863"/>
                  <a:gd name="connsiteY10" fmla="*/ 321486 h 745571"/>
                  <a:gd name="connsiteX11" fmla="*/ 106351 w 1158863"/>
                  <a:gd name="connsiteY11" fmla="*/ 228618 h 745571"/>
                  <a:gd name="connsiteX12" fmla="*/ 203982 w 1158863"/>
                  <a:gd name="connsiteY12" fmla="*/ 157180 h 745571"/>
                  <a:gd name="connsiteX13" fmla="*/ 303995 w 1158863"/>
                  <a:gd name="connsiteY13" fmla="*/ 152418 h 745571"/>
                  <a:gd name="connsiteX14" fmla="*/ 380195 w 1158863"/>
                  <a:gd name="connsiteY14" fmla="*/ 345299 h 745571"/>
                  <a:gd name="connsiteX15" fmla="*/ 465920 w 1158863"/>
                  <a:gd name="connsiteY15" fmla="*/ 535799 h 745571"/>
                  <a:gd name="connsiteX16" fmla="*/ 589745 w 1158863"/>
                  <a:gd name="connsiteY16" fmla="*/ 640574 h 745571"/>
                  <a:gd name="connsiteX17" fmla="*/ 694520 w 1158863"/>
                  <a:gd name="connsiteY17" fmla="*/ 707249 h 745571"/>
                  <a:gd name="connsiteX18" fmla="*/ 882638 w 1158863"/>
                  <a:gd name="connsiteY18" fmla="*/ 745349 h 745571"/>
                  <a:gd name="connsiteX19" fmla="*/ 985032 w 1158863"/>
                  <a:gd name="connsiteY19" fmla="*/ 723918 h 745571"/>
                  <a:gd name="connsiteX20" fmla="*/ 985032 w 1158863"/>
                  <a:gd name="connsiteY20" fmla="*/ 723918 h 745571"/>
                  <a:gd name="connsiteX0" fmla="*/ 1158863 w 1158863"/>
                  <a:gd name="connsiteY0" fmla="*/ 326249 h 745571"/>
                  <a:gd name="connsiteX1" fmla="*/ 1089807 w 1158863"/>
                  <a:gd name="connsiteY1" fmla="*/ 369111 h 745571"/>
                  <a:gd name="connsiteX2" fmla="*/ 968363 w 1158863"/>
                  <a:gd name="connsiteY2" fmla="*/ 400068 h 745571"/>
                  <a:gd name="connsiteX3" fmla="*/ 801676 w 1158863"/>
                  <a:gd name="connsiteY3" fmla="*/ 392924 h 745571"/>
                  <a:gd name="connsiteX4" fmla="*/ 658801 w 1158863"/>
                  <a:gd name="connsiteY4" fmla="*/ 288149 h 745571"/>
                  <a:gd name="connsiteX5" fmla="*/ 546882 w 1158863"/>
                  <a:gd name="connsiteY5" fmla="*/ 169086 h 745571"/>
                  <a:gd name="connsiteX6" fmla="*/ 430201 w 1158863"/>
                  <a:gd name="connsiteY6" fmla="*/ 52405 h 745571"/>
                  <a:gd name="connsiteX7" fmla="*/ 277801 w 1158863"/>
                  <a:gd name="connsiteY7" fmla="*/ 18 h 745571"/>
                  <a:gd name="connsiteX8" fmla="*/ 87301 w 1158863"/>
                  <a:gd name="connsiteY8" fmla="*/ 57168 h 745571"/>
                  <a:gd name="connsiteX9" fmla="*/ 1576 w 1158863"/>
                  <a:gd name="connsiteY9" fmla="*/ 207186 h 745571"/>
                  <a:gd name="connsiteX10" fmla="*/ 37295 w 1158863"/>
                  <a:gd name="connsiteY10" fmla="*/ 321486 h 745571"/>
                  <a:gd name="connsiteX11" fmla="*/ 106351 w 1158863"/>
                  <a:gd name="connsiteY11" fmla="*/ 228618 h 745571"/>
                  <a:gd name="connsiteX12" fmla="*/ 180169 w 1158863"/>
                  <a:gd name="connsiteY12" fmla="*/ 152418 h 745571"/>
                  <a:gd name="connsiteX13" fmla="*/ 303995 w 1158863"/>
                  <a:gd name="connsiteY13" fmla="*/ 152418 h 745571"/>
                  <a:gd name="connsiteX14" fmla="*/ 380195 w 1158863"/>
                  <a:gd name="connsiteY14" fmla="*/ 345299 h 745571"/>
                  <a:gd name="connsiteX15" fmla="*/ 465920 w 1158863"/>
                  <a:gd name="connsiteY15" fmla="*/ 535799 h 745571"/>
                  <a:gd name="connsiteX16" fmla="*/ 589745 w 1158863"/>
                  <a:gd name="connsiteY16" fmla="*/ 640574 h 745571"/>
                  <a:gd name="connsiteX17" fmla="*/ 694520 w 1158863"/>
                  <a:gd name="connsiteY17" fmla="*/ 707249 h 745571"/>
                  <a:gd name="connsiteX18" fmla="*/ 882638 w 1158863"/>
                  <a:gd name="connsiteY18" fmla="*/ 745349 h 745571"/>
                  <a:gd name="connsiteX19" fmla="*/ 985032 w 1158863"/>
                  <a:gd name="connsiteY19" fmla="*/ 723918 h 745571"/>
                  <a:gd name="connsiteX20" fmla="*/ 985032 w 1158863"/>
                  <a:gd name="connsiteY20" fmla="*/ 723918 h 745571"/>
                  <a:gd name="connsiteX0" fmla="*/ 1164320 w 1164320"/>
                  <a:gd name="connsiteY0" fmla="*/ 326249 h 745571"/>
                  <a:gd name="connsiteX1" fmla="*/ 1095264 w 1164320"/>
                  <a:gd name="connsiteY1" fmla="*/ 369111 h 745571"/>
                  <a:gd name="connsiteX2" fmla="*/ 973820 w 1164320"/>
                  <a:gd name="connsiteY2" fmla="*/ 400068 h 745571"/>
                  <a:gd name="connsiteX3" fmla="*/ 807133 w 1164320"/>
                  <a:gd name="connsiteY3" fmla="*/ 392924 h 745571"/>
                  <a:gd name="connsiteX4" fmla="*/ 664258 w 1164320"/>
                  <a:gd name="connsiteY4" fmla="*/ 288149 h 745571"/>
                  <a:gd name="connsiteX5" fmla="*/ 552339 w 1164320"/>
                  <a:gd name="connsiteY5" fmla="*/ 169086 h 745571"/>
                  <a:gd name="connsiteX6" fmla="*/ 435658 w 1164320"/>
                  <a:gd name="connsiteY6" fmla="*/ 52405 h 745571"/>
                  <a:gd name="connsiteX7" fmla="*/ 283258 w 1164320"/>
                  <a:gd name="connsiteY7" fmla="*/ 18 h 745571"/>
                  <a:gd name="connsiteX8" fmla="*/ 92758 w 1164320"/>
                  <a:gd name="connsiteY8" fmla="*/ 57168 h 745571"/>
                  <a:gd name="connsiteX9" fmla="*/ 7033 w 1164320"/>
                  <a:gd name="connsiteY9" fmla="*/ 207186 h 745571"/>
                  <a:gd name="connsiteX10" fmla="*/ 42752 w 1164320"/>
                  <a:gd name="connsiteY10" fmla="*/ 321486 h 745571"/>
                  <a:gd name="connsiteX11" fmla="*/ 111808 w 1164320"/>
                  <a:gd name="connsiteY11" fmla="*/ 228618 h 745571"/>
                  <a:gd name="connsiteX12" fmla="*/ 185626 w 1164320"/>
                  <a:gd name="connsiteY12" fmla="*/ 152418 h 745571"/>
                  <a:gd name="connsiteX13" fmla="*/ 309452 w 1164320"/>
                  <a:gd name="connsiteY13" fmla="*/ 152418 h 745571"/>
                  <a:gd name="connsiteX14" fmla="*/ 385652 w 1164320"/>
                  <a:gd name="connsiteY14" fmla="*/ 345299 h 745571"/>
                  <a:gd name="connsiteX15" fmla="*/ 471377 w 1164320"/>
                  <a:gd name="connsiteY15" fmla="*/ 535799 h 745571"/>
                  <a:gd name="connsiteX16" fmla="*/ 595202 w 1164320"/>
                  <a:gd name="connsiteY16" fmla="*/ 640574 h 745571"/>
                  <a:gd name="connsiteX17" fmla="*/ 699977 w 1164320"/>
                  <a:gd name="connsiteY17" fmla="*/ 707249 h 745571"/>
                  <a:gd name="connsiteX18" fmla="*/ 888095 w 1164320"/>
                  <a:gd name="connsiteY18" fmla="*/ 745349 h 745571"/>
                  <a:gd name="connsiteX19" fmla="*/ 990489 w 1164320"/>
                  <a:gd name="connsiteY19" fmla="*/ 723918 h 745571"/>
                  <a:gd name="connsiteX20" fmla="*/ 990489 w 1164320"/>
                  <a:gd name="connsiteY20" fmla="*/ 723918 h 745571"/>
                  <a:gd name="connsiteX0" fmla="*/ 1164320 w 1164320"/>
                  <a:gd name="connsiteY0" fmla="*/ 326249 h 745571"/>
                  <a:gd name="connsiteX1" fmla="*/ 1095264 w 1164320"/>
                  <a:gd name="connsiteY1" fmla="*/ 369111 h 745571"/>
                  <a:gd name="connsiteX2" fmla="*/ 973820 w 1164320"/>
                  <a:gd name="connsiteY2" fmla="*/ 400068 h 745571"/>
                  <a:gd name="connsiteX3" fmla="*/ 807133 w 1164320"/>
                  <a:gd name="connsiteY3" fmla="*/ 392924 h 745571"/>
                  <a:gd name="connsiteX4" fmla="*/ 664258 w 1164320"/>
                  <a:gd name="connsiteY4" fmla="*/ 288149 h 745571"/>
                  <a:gd name="connsiteX5" fmla="*/ 552339 w 1164320"/>
                  <a:gd name="connsiteY5" fmla="*/ 169086 h 745571"/>
                  <a:gd name="connsiteX6" fmla="*/ 435658 w 1164320"/>
                  <a:gd name="connsiteY6" fmla="*/ 52405 h 745571"/>
                  <a:gd name="connsiteX7" fmla="*/ 283258 w 1164320"/>
                  <a:gd name="connsiteY7" fmla="*/ 18 h 745571"/>
                  <a:gd name="connsiteX8" fmla="*/ 92758 w 1164320"/>
                  <a:gd name="connsiteY8" fmla="*/ 57168 h 745571"/>
                  <a:gd name="connsiteX9" fmla="*/ 7033 w 1164320"/>
                  <a:gd name="connsiteY9" fmla="*/ 207186 h 745571"/>
                  <a:gd name="connsiteX10" fmla="*/ 42752 w 1164320"/>
                  <a:gd name="connsiteY10" fmla="*/ 321486 h 745571"/>
                  <a:gd name="connsiteX11" fmla="*/ 111808 w 1164320"/>
                  <a:gd name="connsiteY11" fmla="*/ 228618 h 745571"/>
                  <a:gd name="connsiteX12" fmla="*/ 185626 w 1164320"/>
                  <a:gd name="connsiteY12" fmla="*/ 152418 h 745571"/>
                  <a:gd name="connsiteX13" fmla="*/ 309452 w 1164320"/>
                  <a:gd name="connsiteY13" fmla="*/ 152418 h 745571"/>
                  <a:gd name="connsiteX14" fmla="*/ 385652 w 1164320"/>
                  <a:gd name="connsiteY14" fmla="*/ 345299 h 745571"/>
                  <a:gd name="connsiteX15" fmla="*/ 471377 w 1164320"/>
                  <a:gd name="connsiteY15" fmla="*/ 535799 h 745571"/>
                  <a:gd name="connsiteX16" fmla="*/ 595202 w 1164320"/>
                  <a:gd name="connsiteY16" fmla="*/ 666768 h 745571"/>
                  <a:gd name="connsiteX17" fmla="*/ 699977 w 1164320"/>
                  <a:gd name="connsiteY17" fmla="*/ 707249 h 745571"/>
                  <a:gd name="connsiteX18" fmla="*/ 888095 w 1164320"/>
                  <a:gd name="connsiteY18" fmla="*/ 745349 h 745571"/>
                  <a:gd name="connsiteX19" fmla="*/ 990489 w 1164320"/>
                  <a:gd name="connsiteY19" fmla="*/ 723918 h 745571"/>
                  <a:gd name="connsiteX20" fmla="*/ 990489 w 1164320"/>
                  <a:gd name="connsiteY20" fmla="*/ 723918 h 745571"/>
                  <a:gd name="connsiteX0" fmla="*/ 1164320 w 1164320"/>
                  <a:gd name="connsiteY0" fmla="*/ 326249 h 750403"/>
                  <a:gd name="connsiteX1" fmla="*/ 1095264 w 1164320"/>
                  <a:gd name="connsiteY1" fmla="*/ 369111 h 750403"/>
                  <a:gd name="connsiteX2" fmla="*/ 973820 w 1164320"/>
                  <a:gd name="connsiteY2" fmla="*/ 400068 h 750403"/>
                  <a:gd name="connsiteX3" fmla="*/ 807133 w 1164320"/>
                  <a:gd name="connsiteY3" fmla="*/ 392924 h 750403"/>
                  <a:gd name="connsiteX4" fmla="*/ 664258 w 1164320"/>
                  <a:gd name="connsiteY4" fmla="*/ 288149 h 750403"/>
                  <a:gd name="connsiteX5" fmla="*/ 552339 w 1164320"/>
                  <a:gd name="connsiteY5" fmla="*/ 169086 h 750403"/>
                  <a:gd name="connsiteX6" fmla="*/ 435658 w 1164320"/>
                  <a:gd name="connsiteY6" fmla="*/ 52405 h 750403"/>
                  <a:gd name="connsiteX7" fmla="*/ 283258 w 1164320"/>
                  <a:gd name="connsiteY7" fmla="*/ 18 h 750403"/>
                  <a:gd name="connsiteX8" fmla="*/ 92758 w 1164320"/>
                  <a:gd name="connsiteY8" fmla="*/ 57168 h 750403"/>
                  <a:gd name="connsiteX9" fmla="*/ 7033 w 1164320"/>
                  <a:gd name="connsiteY9" fmla="*/ 207186 h 750403"/>
                  <a:gd name="connsiteX10" fmla="*/ 42752 w 1164320"/>
                  <a:gd name="connsiteY10" fmla="*/ 321486 h 750403"/>
                  <a:gd name="connsiteX11" fmla="*/ 111808 w 1164320"/>
                  <a:gd name="connsiteY11" fmla="*/ 228618 h 750403"/>
                  <a:gd name="connsiteX12" fmla="*/ 185626 w 1164320"/>
                  <a:gd name="connsiteY12" fmla="*/ 152418 h 750403"/>
                  <a:gd name="connsiteX13" fmla="*/ 309452 w 1164320"/>
                  <a:gd name="connsiteY13" fmla="*/ 152418 h 750403"/>
                  <a:gd name="connsiteX14" fmla="*/ 385652 w 1164320"/>
                  <a:gd name="connsiteY14" fmla="*/ 345299 h 750403"/>
                  <a:gd name="connsiteX15" fmla="*/ 471377 w 1164320"/>
                  <a:gd name="connsiteY15" fmla="*/ 535799 h 750403"/>
                  <a:gd name="connsiteX16" fmla="*/ 595202 w 1164320"/>
                  <a:gd name="connsiteY16" fmla="*/ 666768 h 750403"/>
                  <a:gd name="connsiteX17" fmla="*/ 726171 w 1164320"/>
                  <a:gd name="connsiteY17" fmla="*/ 742968 h 750403"/>
                  <a:gd name="connsiteX18" fmla="*/ 888095 w 1164320"/>
                  <a:gd name="connsiteY18" fmla="*/ 745349 h 750403"/>
                  <a:gd name="connsiteX19" fmla="*/ 990489 w 1164320"/>
                  <a:gd name="connsiteY19" fmla="*/ 723918 h 750403"/>
                  <a:gd name="connsiteX20" fmla="*/ 990489 w 1164320"/>
                  <a:gd name="connsiteY20" fmla="*/ 723918 h 750403"/>
                  <a:gd name="connsiteX0" fmla="*/ 1164320 w 1164320"/>
                  <a:gd name="connsiteY0" fmla="*/ 326249 h 760608"/>
                  <a:gd name="connsiteX1" fmla="*/ 1095264 w 1164320"/>
                  <a:gd name="connsiteY1" fmla="*/ 369111 h 760608"/>
                  <a:gd name="connsiteX2" fmla="*/ 973820 w 1164320"/>
                  <a:gd name="connsiteY2" fmla="*/ 40006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9 h 760608"/>
                  <a:gd name="connsiteX1" fmla="*/ 1095264 w 1164320"/>
                  <a:gd name="connsiteY1" fmla="*/ 369111 h 760608"/>
                  <a:gd name="connsiteX2" fmla="*/ 973820 w 1164320"/>
                  <a:gd name="connsiteY2" fmla="*/ 41911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9 h 760608"/>
                  <a:gd name="connsiteX1" fmla="*/ 1100027 w 1164320"/>
                  <a:gd name="connsiteY1" fmla="*/ 383398 h 760608"/>
                  <a:gd name="connsiteX2" fmla="*/ 973820 w 1164320"/>
                  <a:gd name="connsiteY2" fmla="*/ 419118 h 760608"/>
                  <a:gd name="connsiteX3" fmla="*/ 807133 w 1164320"/>
                  <a:gd name="connsiteY3" fmla="*/ 392924 h 760608"/>
                  <a:gd name="connsiteX4" fmla="*/ 664258 w 1164320"/>
                  <a:gd name="connsiteY4" fmla="*/ 288149 h 760608"/>
                  <a:gd name="connsiteX5" fmla="*/ 552339 w 1164320"/>
                  <a:gd name="connsiteY5" fmla="*/ 169086 h 760608"/>
                  <a:gd name="connsiteX6" fmla="*/ 435658 w 1164320"/>
                  <a:gd name="connsiteY6" fmla="*/ 52405 h 760608"/>
                  <a:gd name="connsiteX7" fmla="*/ 283258 w 1164320"/>
                  <a:gd name="connsiteY7" fmla="*/ 18 h 760608"/>
                  <a:gd name="connsiteX8" fmla="*/ 92758 w 1164320"/>
                  <a:gd name="connsiteY8" fmla="*/ 57168 h 760608"/>
                  <a:gd name="connsiteX9" fmla="*/ 7033 w 1164320"/>
                  <a:gd name="connsiteY9" fmla="*/ 207186 h 760608"/>
                  <a:gd name="connsiteX10" fmla="*/ 42752 w 1164320"/>
                  <a:gd name="connsiteY10" fmla="*/ 321486 h 760608"/>
                  <a:gd name="connsiteX11" fmla="*/ 111808 w 1164320"/>
                  <a:gd name="connsiteY11" fmla="*/ 228618 h 760608"/>
                  <a:gd name="connsiteX12" fmla="*/ 185626 w 1164320"/>
                  <a:gd name="connsiteY12" fmla="*/ 152418 h 760608"/>
                  <a:gd name="connsiteX13" fmla="*/ 309452 w 1164320"/>
                  <a:gd name="connsiteY13" fmla="*/ 152418 h 760608"/>
                  <a:gd name="connsiteX14" fmla="*/ 385652 w 1164320"/>
                  <a:gd name="connsiteY14" fmla="*/ 345299 h 760608"/>
                  <a:gd name="connsiteX15" fmla="*/ 471377 w 1164320"/>
                  <a:gd name="connsiteY15" fmla="*/ 535799 h 760608"/>
                  <a:gd name="connsiteX16" fmla="*/ 595202 w 1164320"/>
                  <a:gd name="connsiteY16" fmla="*/ 666768 h 760608"/>
                  <a:gd name="connsiteX17" fmla="*/ 726171 w 1164320"/>
                  <a:gd name="connsiteY17" fmla="*/ 742968 h 760608"/>
                  <a:gd name="connsiteX18" fmla="*/ 888095 w 1164320"/>
                  <a:gd name="connsiteY18" fmla="*/ 759637 h 760608"/>
                  <a:gd name="connsiteX19" fmla="*/ 990489 w 1164320"/>
                  <a:gd name="connsiteY19" fmla="*/ 723918 h 760608"/>
                  <a:gd name="connsiteX20" fmla="*/ 990489 w 1164320"/>
                  <a:gd name="connsiteY20" fmla="*/ 723918 h 760608"/>
                  <a:gd name="connsiteX0" fmla="*/ 1164320 w 1164320"/>
                  <a:gd name="connsiteY0" fmla="*/ 326248 h 760607"/>
                  <a:gd name="connsiteX1" fmla="*/ 1100027 w 1164320"/>
                  <a:gd name="connsiteY1" fmla="*/ 383397 h 760607"/>
                  <a:gd name="connsiteX2" fmla="*/ 973820 w 1164320"/>
                  <a:gd name="connsiteY2" fmla="*/ 419117 h 760607"/>
                  <a:gd name="connsiteX3" fmla="*/ 807133 w 1164320"/>
                  <a:gd name="connsiteY3" fmla="*/ 392923 h 760607"/>
                  <a:gd name="connsiteX4" fmla="*/ 664258 w 1164320"/>
                  <a:gd name="connsiteY4" fmla="*/ 288148 h 760607"/>
                  <a:gd name="connsiteX5" fmla="*/ 561864 w 1164320"/>
                  <a:gd name="connsiteY5" fmla="*/ 152416 h 760607"/>
                  <a:gd name="connsiteX6" fmla="*/ 435658 w 1164320"/>
                  <a:gd name="connsiteY6" fmla="*/ 52404 h 760607"/>
                  <a:gd name="connsiteX7" fmla="*/ 283258 w 1164320"/>
                  <a:gd name="connsiteY7" fmla="*/ 17 h 760607"/>
                  <a:gd name="connsiteX8" fmla="*/ 92758 w 1164320"/>
                  <a:gd name="connsiteY8" fmla="*/ 57167 h 760607"/>
                  <a:gd name="connsiteX9" fmla="*/ 7033 w 1164320"/>
                  <a:gd name="connsiteY9" fmla="*/ 207185 h 760607"/>
                  <a:gd name="connsiteX10" fmla="*/ 42752 w 1164320"/>
                  <a:gd name="connsiteY10" fmla="*/ 321485 h 760607"/>
                  <a:gd name="connsiteX11" fmla="*/ 111808 w 1164320"/>
                  <a:gd name="connsiteY11" fmla="*/ 228617 h 760607"/>
                  <a:gd name="connsiteX12" fmla="*/ 185626 w 1164320"/>
                  <a:gd name="connsiteY12" fmla="*/ 152417 h 760607"/>
                  <a:gd name="connsiteX13" fmla="*/ 309452 w 1164320"/>
                  <a:gd name="connsiteY13" fmla="*/ 152417 h 760607"/>
                  <a:gd name="connsiteX14" fmla="*/ 385652 w 1164320"/>
                  <a:gd name="connsiteY14" fmla="*/ 345298 h 760607"/>
                  <a:gd name="connsiteX15" fmla="*/ 471377 w 1164320"/>
                  <a:gd name="connsiteY15" fmla="*/ 535798 h 760607"/>
                  <a:gd name="connsiteX16" fmla="*/ 595202 w 1164320"/>
                  <a:gd name="connsiteY16" fmla="*/ 666767 h 760607"/>
                  <a:gd name="connsiteX17" fmla="*/ 726171 w 1164320"/>
                  <a:gd name="connsiteY17" fmla="*/ 742967 h 760607"/>
                  <a:gd name="connsiteX18" fmla="*/ 888095 w 1164320"/>
                  <a:gd name="connsiteY18" fmla="*/ 759636 h 760607"/>
                  <a:gd name="connsiteX19" fmla="*/ 990489 w 1164320"/>
                  <a:gd name="connsiteY19" fmla="*/ 723917 h 760607"/>
                  <a:gd name="connsiteX20" fmla="*/ 990489 w 1164320"/>
                  <a:gd name="connsiteY20" fmla="*/ 723917 h 760607"/>
                  <a:gd name="connsiteX0" fmla="*/ 1164320 w 1164320"/>
                  <a:gd name="connsiteY0" fmla="*/ 326424 h 760783"/>
                  <a:gd name="connsiteX1" fmla="*/ 1100027 w 1164320"/>
                  <a:gd name="connsiteY1" fmla="*/ 383573 h 760783"/>
                  <a:gd name="connsiteX2" fmla="*/ 973820 w 1164320"/>
                  <a:gd name="connsiteY2" fmla="*/ 419293 h 760783"/>
                  <a:gd name="connsiteX3" fmla="*/ 807133 w 1164320"/>
                  <a:gd name="connsiteY3" fmla="*/ 393099 h 760783"/>
                  <a:gd name="connsiteX4" fmla="*/ 664258 w 1164320"/>
                  <a:gd name="connsiteY4" fmla="*/ 288324 h 760783"/>
                  <a:gd name="connsiteX5" fmla="*/ 561864 w 1164320"/>
                  <a:gd name="connsiteY5" fmla="*/ 152592 h 760783"/>
                  <a:gd name="connsiteX6" fmla="*/ 438039 w 1164320"/>
                  <a:gd name="connsiteY6" fmla="*/ 43055 h 760783"/>
                  <a:gd name="connsiteX7" fmla="*/ 283258 w 1164320"/>
                  <a:gd name="connsiteY7" fmla="*/ 193 h 760783"/>
                  <a:gd name="connsiteX8" fmla="*/ 92758 w 1164320"/>
                  <a:gd name="connsiteY8" fmla="*/ 57343 h 760783"/>
                  <a:gd name="connsiteX9" fmla="*/ 7033 w 1164320"/>
                  <a:gd name="connsiteY9" fmla="*/ 207361 h 760783"/>
                  <a:gd name="connsiteX10" fmla="*/ 42752 w 1164320"/>
                  <a:gd name="connsiteY10" fmla="*/ 321661 h 760783"/>
                  <a:gd name="connsiteX11" fmla="*/ 111808 w 1164320"/>
                  <a:gd name="connsiteY11" fmla="*/ 228793 h 760783"/>
                  <a:gd name="connsiteX12" fmla="*/ 185626 w 1164320"/>
                  <a:gd name="connsiteY12" fmla="*/ 152593 h 760783"/>
                  <a:gd name="connsiteX13" fmla="*/ 309452 w 1164320"/>
                  <a:gd name="connsiteY13" fmla="*/ 152593 h 760783"/>
                  <a:gd name="connsiteX14" fmla="*/ 385652 w 1164320"/>
                  <a:gd name="connsiteY14" fmla="*/ 345474 h 760783"/>
                  <a:gd name="connsiteX15" fmla="*/ 471377 w 1164320"/>
                  <a:gd name="connsiteY15" fmla="*/ 535974 h 760783"/>
                  <a:gd name="connsiteX16" fmla="*/ 595202 w 1164320"/>
                  <a:gd name="connsiteY16" fmla="*/ 666943 h 760783"/>
                  <a:gd name="connsiteX17" fmla="*/ 726171 w 1164320"/>
                  <a:gd name="connsiteY17" fmla="*/ 743143 h 760783"/>
                  <a:gd name="connsiteX18" fmla="*/ 888095 w 1164320"/>
                  <a:gd name="connsiteY18" fmla="*/ 759812 h 760783"/>
                  <a:gd name="connsiteX19" fmla="*/ 990489 w 1164320"/>
                  <a:gd name="connsiteY19" fmla="*/ 724093 h 760783"/>
                  <a:gd name="connsiteX20" fmla="*/ 990489 w 1164320"/>
                  <a:gd name="connsiteY20" fmla="*/ 724093 h 760783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57326 h 765516"/>
                  <a:gd name="connsiteX13" fmla="*/ 309452 w 1164320"/>
                  <a:gd name="connsiteY13" fmla="*/ 157326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57326 h 765516"/>
                  <a:gd name="connsiteX13" fmla="*/ 311833 w 1164320"/>
                  <a:gd name="connsiteY13" fmla="*/ 178757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  <a:gd name="connsiteX0" fmla="*/ 1164320 w 1164320"/>
                  <a:gd name="connsiteY0" fmla="*/ 331157 h 765516"/>
                  <a:gd name="connsiteX1" fmla="*/ 1100027 w 1164320"/>
                  <a:gd name="connsiteY1" fmla="*/ 388306 h 765516"/>
                  <a:gd name="connsiteX2" fmla="*/ 973820 w 1164320"/>
                  <a:gd name="connsiteY2" fmla="*/ 424026 h 765516"/>
                  <a:gd name="connsiteX3" fmla="*/ 807133 w 1164320"/>
                  <a:gd name="connsiteY3" fmla="*/ 397832 h 765516"/>
                  <a:gd name="connsiteX4" fmla="*/ 664258 w 1164320"/>
                  <a:gd name="connsiteY4" fmla="*/ 293057 h 765516"/>
                  <a:gd name="connsiteX5" fmla="*/ 561864 w 1164320"/>
                  <a:gd name="connsiteY5" fmla="*/ 157325 h 765516"/>
                  <a:gd name="connsiteX6" fmla="*/ 438039 w 1164320"/>
                  <a:gd name="connsiteY6" fmla="*/ 47788 h 765516"/>
                  <a:gd name="connsiteX7" fmla="*/ 278496 w 1164320"/>
                  <a:gd name="connsiteY7" fmla="*/ 164 h 765516"/>
                  <a:gd name="connsiteX8" fmla="*/ 92758 w 1164320"/>
                  <a:gd name="connsiteY8" fmla="*/ 62076 h 765516"/>
                  <a:gd name="connsiteX9" fmla="*/ 7033 w 1164320"/>
                  <a:gd name="connsiteY9" fmla="*/ 212094 h 765516"/>
                  <a:gd name="connsiteX10" fmla="*/ 42752 w 1164320"/>
                  <a:gd name="connsiteY10" fmla="*/ 326394 h 765516"/>
                  <a:gd name="connsiteX11" fmla="*/ 111808 w 1164320"/>
                  <a:gd name="connsiteY11" fmla="*/ 233526 h 765516"/>
                  <a:gd name="connsiteX12" fmla="*/ 185626 w 1164320"/>
                  <a:gd name="connsiteY12" fmla="*/ 162088 h 765516"/>
                  <a:gd name="connsiteX13" fmla="*/ 311833 w 1164320"/>
                  <a:gd name="connsiteY13" fmla="*/ 178757 h 765516"/>
                  <a:gd name="connsiteX14" fmla="*/ 385652 w 1164320"/>
                  <a:gd name="connsiteY14" fmla="*/ 350207 h 765516"/>
                  <a:gd name="connsiteX15" fmla="*/ 471377 w 1164320"/>
                  <a:gd name="connsiteY15" fmla="*/ 540707 h 765516"/>
                  <a:gd name="connsiteX16" fmla="*/ 595202 w 1164320"/>
                  <a:gd name="connsiteY16" fmla="*/ 671676 h 765516"/>
                  <a:gd name="connsiteX17" fmla="*/ 726171 w 1164320"/>
                  <a:gd name="connsiteY17" fmla="*/ 747876 h 765516"/>
                  <a:gd name="connsiteX18" fmla="*/ 888095 w 1164320"/>
                  <a:gd name="connsiteY18" fmla="*/ 764545 h 765516"/>
                  <a:gd name="connsiteX19" fmla="*/ 990489 w 1164320"/>
                  <a:gd name="connsiteY19" fmla="*/ 728826 h 765516"/>
                  <a:gd name="connsiteX20" fmla="*/ 990489 w 1164320"/>
                  <a:gd name="connsiteY20" fmla="*/ 728826 h 765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64320" h="765516">
                    <a:moveTo>
                      <a:pt x="1164320" y="331157"/>
                    </a:moveTo>
                    <a:cubicBezTo>
                      <a:pt x="1145667" y="346436"/>
                      <a:pt x="1131777" y="372828"/>
                      <a:pt x="1100027" y="388306"/>
                    </a:cubicBezTo>
                    <a:cubicBezTo>
                      <a:pt x="1068277" y="403784"/>
                      <a:pt x="1022636" y="422438"/>
                      <a:pt x="973820" y="424026"/>
                    </a:cubicBezTo>
                    <a:cubicBezTo>
                      <a:pt x="925004" y="425614"/>
                      <a:pt x="858727" y="419660"/>
                      <a:pt x="807133" y="397832"/>
                    </a:cubicBezTo>
                    <a:cubicBezTo>
                      <a:pt x="755539" y="376004"/>
                      <a:pt x="705136" y="333141"/>
                      <a:pt x="664258" y="293057"/>
                    </a:cubicBezTo>
                    <a:cubicBezTo>
                      <a:pt x="623380" y="252973"/>
                      <a:pt x="599567" y="198203"/>
                      <a:pt x="561864" y="157325"/>
                    </a:cubicBezTo>
                    <a:cubicBezTo>
                      <a:pt x="524161" y="116447"/>
                      <a:pt x="485267" y="73981"/>
                      <a:pt x="438039" y="47788"/>
                    </a:cubicBezTo>
                    <a:cubicBezTo>
                      <a:pt x="390811" y="21595"/>
                      <a:pt x="336043" y="-2217"/>
                      <a:pt x="278496" y="164"/>
                    </a:cubicBezTo>
                    <a:cubicBezTo>
                      <a:pt x="220949" y="2545"/>
                      <a:pt x="138002" y="26754"/>
                      <a:pt x="92758" y="62076"/>
                    </a:cubicBezTo>
                    <a:cubicBezTo>
                      <a:pt x="47514" y="97398"/>
                      <a:pt x="15367" y="168041"/>
                      <a:pt x="7033" y="212094"/>
                    </a:cubicBezTo>
                    <a:cubicBezTo>
                      <a:pt x="-1301" y="256147"/>
                      <a:pt x="-12810" y="318060"/>
                      <a:pt x="42752" y="326394"/>
                    </a:cubicBezTo>
                    <a:cubicBezTo>
                      <a:pt x="98314" y="334728"/>
                      <a:pt x="87996" y="260910"/>
                      <a:pt x="111808" y="233526"/>
                    </a:cubicBezTo>
                    <a:cubicBezTo>
                      <a:pt x="135620" y="206142"/>
                      <a:pt x="152289" y="171216"/>
                      <a:pt x="185626" y="162088"/>
                    </a:cubicBezTo>
                    <a:cubicBezTo>
                      <a:pt x="218963" y="152960"/>
                      <a:pt x="278495" y="147404"/>
                      <a:pt x="311833" y="178757"/>
                    </a:cubicBezTo>
                    <a:cubicBezTo>
                      <a:pt x="345171" y="210110"/>
                      <a:pt x="359061" y="289882"/>
                      <a:pt x="385652" y="350207"/>
                    </a:cubicBezTo>
                    <a:cubicBezTo>
                      <a:pt x="412243" y="410532"/>
                      <a:pt x="436452" y="487129"/>
                      <a:pt x="471377" y="540707"/>
                    </a:cubicBezTo>
                    <a:cubicBezTo>
                      <a:pt x="506302" y="594285"/>
                      <a:pt x="552736" y="637148"/>
                      <a:pt x="595202" y="671676"/>
                    </a:cubicBezTo>
                    <a:cubicBezTo>
                      <a:pt x="637668" y="706204"/>
                      <a:pt x="677356" y="732398"/>
                      <a:pt x="726171" y="747876"/>
                    </a:cubicBezTo>
                    <a:cubicBezTo>
                      <a:pt x="774986" y="763354"/>
                      <a:pt x="844042" y="767720"/>
                      <a:pt x="888095" y="764545"/>
                    </a:cubicBezTo>
                    <a:cubicBezTo>
                      <a:pt x="932148" y="761370"/>
                      <a:pt x="990489" y="728826"/>
                      <a:pt x="990489" y="728826"/>
                    </a:cubicBezTo>
                    <a:lnTo>
                      <a:pt x="990489" y="728826"/>
                    </a:lnTo>
                  </a:path>
                </a:pathLst>
              </a:custGeom>
              <a:solidFill>
                <a:srgbClr val="BEA7D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" name="Oval 241">
                <a:extLst>
                  <a:ext uri="{FF2B5EF4-FFF2-40B4-BE49-F238E27FC236}">
                    <a16:creationId xmlns:a16="http://schemas.microsoft.com/office/drawing/2014/main" id="{29D0F969-FF1A-5150-3D48-7027FCC0C4D8}"/>
                  </a:ext>
                </a:extLst>
              </p:cNvPr>
              <p:cNvSpPr/>
              <p:nvPr/>
            </p:nvSpPr>
            <p:spPr>
              <a:xfrm flipH="1" flipV="1">
                <a:off x="5534834" y="5506323"/>
                <a:ext cx="45719" cy="45719"/>
              </a:xfrm>
              <a:prstGeom prst="ellipse">
                <a:avLst/>
              </a:prstGeom>
              <a:solidFill>
                <a:srgbClr val="4472C4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4E7310CA-B73A-66E4-5C5A-04D8995FB5FC}"/>
                  </a:ext>
                </a:extLst>
              </p:cNvPr>
              <p:cNvSpPr/>
              <p:nvPr/>
            </p:nvSpPr>
            <p:spPr>
              <a:xfrm flipH="1" flipV="1">
                <a:off x="6607492" y="4841651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DFC5FB18-F3B4-87AE-443C-6871DD5A52CE}"/>
                  </a:ext>
                </a:extLst>
              </p:cNvPr>
              <p:cNvSpPr/>
              <p:nvPr/>
            </p:nvSpPr>
            <p:spPr>
              <a:xfrm flipH="1" flipV="1">
                <a:off x="6773446" y="4884988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F013286E-02F4-91D7-2116-829320180816}"/>
                  </a:ext>
                </a:extLst>
              </p:cNvPr>
              <p:cNvSpPr/>
              <p:nvPr/>
            </p:nvSpPr>
            <p:spPr>
              <a:xfrm flipH="1" flipV="1">
                <a:off x="6923900" y="4870610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" name="Oval 245">
                <a:extLst>
                  <a:ext uri="{FF2B5EF4-FFF2-40B4-BE49-F238E27FC236}">
                    <a16:creationId xmlns:a16="http://schemas.microsoft.com/office/drawing/2014/main" id="{9908D7A1-950C-0826-9E66-DDDF5949F8A9}"/>
                  </a:ext>
                </a:extLst>
              </p:cNvPr>
              <p:cNvSpPr/>
              <p:nvPr/>
            </p:nvSpPr>
            <p:spPr>
              <a:xfrm flipH="1" flipV="1">
                <a:off x="7090018" y="4828331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" name="Oval 246">
                <a:extLst>
                  <a:ext uri="{FF2B5EF4-FFF2-40B4-BE49-F238E27FC236}">
                    <a16:creationId xmlns:a16="http://schemas.microsoft.com/office/drawing/2014/main" id="{604CA140-9211-FCD8-A2C5-58A23AD308BB}"/>
                  </a:ext>
                </a:extLst>
              </p:cNvPr>
              <p:cNvSpPr/>
              <p:nvPr/>
            </p:nvSpPr>
            <p:spPr>
              <a:xfrm flipH="1" flipV="1">
                <a:off x="7243320" y="4804032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" name="Oval 247">
                <a:extLst>
                  <a:ext uri="{FF2B5EF4-FFF2-40B4-BE49-F238E27FC236}">
                    <a16:creationId xmlns:a16="http://schemas.microsoft.com/office/drawing/2014/main" id="{009CC56B-14F7-AF8A-B141-DC43C384A5EC}"/>
                  </a:ext>
                </a:extLst>
              </p:cNvPr>
              <p:cNvSpPr/>
              <p:nvPr/>
            </p:nvSpPr>
            <p:spPr>
              <a:xfrm flipH="1" flipV="1">
                <a:off x="6487257" y="4790705"/>
                <a:ext cx="45719" cy="45719"/>
              </a:xfrm>
              <a:prstGeom prst="ellipse">
                <a:avLst/>
              </a:prstGeom>
              <a:solidFill>
                <a:sysClr val="windowText" lastClr="000000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49" name="Group 248">
                <a:extLst>
                  <a:ext uri="{FF2B5EF4-FFF2-40B4-BE49-F238E27FC236}">
                    <a16:creationId xmlns:a16="http://schemas.microsoft.com/office/drawing/2014/main" id="{67A8F7ED-1CCC-03F6-1C0A-839403ACFC35}"/>
                  </a:ext>
                </a:extLst>
              </p:cNvPr>
              <p:cNvGrpSpPr/>
              <p:nvPr/>
            </p:nvGrpSpPr>
            <p:grpSpPr>
              <a:xfrm>
                <a:off x="6479997" y="4263560"/>
                <a:ext cx="937606" cy="1088467"/>
                <a:chOff x="6479997" y="4263560"/>
                <a:chExt cx="937606" cy="1088467"/>
              </a:xfrm>
            </p:grpSpPr>
            <p:sp>
              <p:nvSpPr>
                <p:cNvPr id="304" name="Freeform: Shape 303">
                  <a:extLst>
                    <a:ext uri="{FF2B5EF4-FFF2-40B4-BE49-F238E27FC236}">
                      <a16:creationId xmlns:a16="http://schemas.microsoft.com/office/drawing/2014/main" id="{EB65F1AF-909E-D4E8-40EF-B096DC6D4E91}"/>
                    </a:ext>
                  </a:extLst>
                </p:cNvPr>
                <p:cNvSpPr/>
                <p:nvPr/>
              </p:nvSpPr>
              <p:spPr>
                <a:xfrm rot="3303579" flipH="1">
                  <a:off x="6365003" y="4428173"/>
                  <a:ext cx="1088467" cy="759241"/>
                </a:xfrm>
                <a:custGeom>
                  <a:avLst/>
                  <a:gdLst>
                    <a:gd name="connsiteX0" fmla="*/ 1088467 w 1088467"/>
                    <a:gd name="connsiteY0" fmla="*/ 655217 h 759241"/>
                    <a:gd name="connsiteX1" fmla="*/ 1053305 w 1088467"/>
                    <a:gd name="connsiteY1" fmla="*/ 664943 h 759241"/>
                    <a:gd name="connsiteX2" fmla="*/ 180097 w 1088467"/>
                    <a:gd name="connsiteY2" fmla="*/ 0 h 759241"/>
                    <a:gd name="connsiteX3" fmla="*/ 2923 w 1088467"/>
                    <a:gd name="connsiteY3" fmla="*/ 201297 h 759241"/>
                    <a:gd name="connsiteX4" fmla="*/ 0 w 1088467"/>
                    <a:gd name="connsiteY4" fmla="*/ 262412 h 759241"/>
                    <a:gd name="connsiteX5" fmla="*/ 9739 w 1088467"/>
                    <a:gd name="connsiteY5" fmla="*/ 262154 h 759241"/>
                    <a:gd name="connsiteX6" fmla="*/ 67536 w 1088467"/>
                    <a:gd name="connsiteY6" fmla="*/ 157676 h 759241"/>
                    <a:gd name="connsiteX7" fmla="*/ 151008 w 1088467"/>
                    <a:gd name="connsiteY7" fmla="*/ 76896 h 759241"/>
                    <a:gd name="connsiteX8" fmla="*/ 293721 w 1088467"/>
                    <a:gd name="connsiteY8" fmla="*/ 95745 h 759241"/>
                    <a:gd name="connsiteX9" fmla="*/ 377194 w 1088467"/>
                    <a:gd name="connsiteY9" fmla="*/ 289618 h 759241"/>
                    <a:gd name="connsiteX10" fmla="*/ 474130 w 1088467"/>
                    <a:gd name="connsiteY10" fmla="*/ 505031 h 759241"/>
                    <a:gd name="connsiteX11" fmla="*/ 614149 w 1088467"/>
                    <a:gd name="connsiteY11" fmla="*/ 653129 h 759241"/>
                    <a:gd name="connsiteX12" fmla="*/ 762246 w 1088467"/>
                    <a:gd name="connsiteY12" fmla="*/ 739294 h 759241"/>
                    <a:gd name="connsiteX13" fmla="*/ 945347 w 1088467"/>
                    <a:gd name="connsiteY13" fmla="*/ 758143 h 759241"/>
                    <a:gd name="connsiteX14" fmla="*/ 1061132 w 1088467"/>
                    <a:gd name="connsiteY14" fmla="*/ 717753 h 759241"/>
                    <a:gd name="connsiteX15" fmla="*/ 1088467 w 1088467"/>
                    <a:gd name="connsiteY15" fmla="*/ 655217 h 75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088467" h="759241">
                      <a:moveTo>
                        <a:pt x="1088467" y="655217"/>
                      </a:moveTo>
                      <a:lnTo>
                        <a:pt x="1053305" y="664943"/>
                      </a:lnTo>
                      <a:cubicBezTo>
                        <a:pt x="388038" y="824227"/>
                        <a:pt x="535616" y="7372"/>
                        <a:pt x="180097" y="0"/>
                      </a:cubicBezTo>
                      <a:cubicBezTo>
                        <a:pt x="72776" y="46352"/>
                        <a:pt x="18682" y="125234"/>
                        <a:pt x="2923" y="201297"/>
                      </a:cubicBezTo>
                      <a:lnTo>
                        <a:pt x="0" y="262412"/>
                      </a:lnTo>
                      <a:lnTo>
                        <a:pt x="9739" y="262154"/>
                      </a:lnTo>
                      <a:cubicBezTo>
                        <a:pt x="49964" y="252066"/>
                        <a:pt x="43976" y="184772"/>
                        <a:pt x="67536" y="157676"/>
                      </a:cubicBezTo>
                      <a:cubicBezTo>
                        <a:pt x="94462" y="126712"/>
                        <a:pt x="113311" y="87218"/>
                        <a:pt x="151008" y="76896"/>
                      </a:cubicBezTo>
                      <a:cubicBezTo>
                        <a:pt x="188704" y="66574"/>
                        <a:pt x="256023" y="60292"/>
                        <a:pt x="293721" y="95745"/>
                      </a:cubicBezTo>
                      <a:cubicBezTo>
                        <a:pt x="331418" y="131198"/>
                        <a:pt x="347125" y="221403"/>
                        <a:pt x="377194" y="289618"/>
                      </a:cubicBezTo>
                      <a:cubicBezTo>
                        <a:pt x="407262" y="357832"/>
                        <a:pt x="434638" y="444447"/>
                        <a:pt x="474130" y="505031"/>
                      </a:cubicBezTo>
                      <a:cubicBezTo>
                        <a:pt x="513622" y="565616"/>
                        <a:pt x="566129" y="614085"/>
                        <a:pt x="614149" y="653129"/>
                      </a:cubicBezTo>
                      <a:cubicBezTo>
                        <a:pt x="662168" y="692172"/>
                        <a:pt x="707047" y="721792"/>
                        <a:pt x="762246" y="739294"/>
                      </a:cubicBezTo>
                      <a:cubicBezTo>
                        <a:pt x="817445" y="756796"/>
                        <a:pt x="895532" y="761733"/>
                        <a:pt x="945347" y="758143"/>
                      </a:cubicBezTo>
                      <a:cubicBezTo>
                        <a:pt x="995161" y="754553"/>
                        <a:pt x="1061132" y="717753"/>
                        <a:pt x="1061132" y="717753"/>
                      </a:cubicBezTo>
                      <a:lnTo>
                        <a:pt x="1088467" y="655217"/>
                      </a:lnTo>
                      <a:close/>
                    </a:path>
                  </a:pathLst>
                </a:custGeom>
                <a:solidFill>
                  <a:srgbClr val="EADEFA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Oval 304">
                  <a:extLst>
                    <a:ext uri="{FF2B5EF4-FFF2-40B4-BE49-F238E27FC236}">
                      <a16:creationId xmlns:a16="http://schemas.microsoft.com/office/drawing/2014/main" id="{02EC6D0F-B3C8-F91B-5234-41CC6BD50252}"/>
                    </a:ext>
                  </a:extLst>
                </p:cNvPr>
                <p:cNvSpPr/>
                <p:nvPr/>
              </p:nvSpPr>
              <p:spPr>
                <a:xfrm flipH="1" flipV="1">
                  <a:off x="7366201" y="4870610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266A1154-6BFA-D338-9421-74F79823D938}"/>
                    </a:ext>
                  </a:extLst>
                </p:cNvPr>
                <p:cNvSpPr/>
                <p:nvPr/>
              </p:nvSpPr>
              <p:spPr>
                <a:xfrm flipH="1" flipV="1">
                  <a:off x="7371884" y="4996441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3358F26B-8312-F5D6-A5C5-89B939859353}"/>
                    </a:ext>
                  </a:extLst>
                </p:cNvPr>
                <p:cNvSpPr/>
                <p:nvPr/>
              </p:nvSpPr>
              <p:spPr>
                <a:xfrm flipH="1" flipV="1">
                  <a:off x="7321871" y="5095966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Oval 307">
                  <a:extLst>
                    <a:ext uri="{FF2B5EF4-FFF2-40B4-BE49-F238E27FC236}">
                      <a16:creationId xmlns:a16="http://schemas.microsoft.com/office/drawing/2014/main" id="{5BB7560F-D642-5069-774F-53365A1D6435}"/>
                    </a:ext>
                  </a:extLst>
                </p:cNvPr>
                <p:cNvSpPr/>
                <p:nvPr/>
              </p:nvSpPr>
              <p:spPr>
                <a:xfrm flipH="1" flipV="1">
                  <a:off x="6600232" y="4843448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9" name="Oval 308">
                  <a:extLst>
                    <a:ext uri="{FF2B5EF4-FFF2-40B4-BE49-F238E27FC236}">
                      <a16:creationId xmlns:a16="http://schemas.microsoft.com/office/drawing/2014/main" id="{85C0C165-8A36-F174-4EE7-15A55BAB6210}"/>
                    </a:ext>
                  </a:extLst>
                </p:cNvPr>
                <p:cNvSpPr/>
                <p:nvPr/>
              </p:nvSpPr>
              <p:spPr>
                <a:xfrm flipH="1" flipV="1">
                  <a:off x="6766186" y="4886785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0" name="Oval 309">
                  <a:extLst>
                    <a:ext uri="{FF2B5EF4-FFF2-40B4-BE49-F238E27FC236}">
                      <a16:creationId xmlns:a16="http://schemas.microsoft.com/office/drawing/2014/main" id="{15D1F041-101B-EACE-BAB1-20921D0F97A9}"/>
                    </a:ext>
                  </a:extLst>
                </p:cNvPr>
                <p:cNvSpPr/>
                <p:nvPr/>
              </p:nvSpPr>
              <p:spPr>
                <a:xfrm flipH="1" flipV="1">
                  <a:off x="6916640" y="4872407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1" name="Oval 310">
                  <a:extLst>
                    <a:ext uri="{FF2B5EF4-FFF2-40B4-BE49-F238E27FC236}">
                      <a16:creationId xmlns:a16="http://schemas.microsoft.com/office/drawing/2014/main" id="{EDD5F44A-BD2A-3731-8EF2-AFA824D59141}"/>
                    </a:ext>
                  </a:extLst>
                </p:cNvPr>
                <p:cNvSpPr/>
                <p:nvPr/>
              </p:nvSpPr>
              <p:spPr>
                <a:xfrm flipH="1" flipV="1">
                  <a:off x="7082758" y="4830128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2" name="Oval 311">
                  <a:extLst>
                    <a:ext uri="{FF2B5EF4-FFF2-40B4-BE49-F238E27FC236}">
                      <a16:creationId xmlns:a16="http://schemas.microsoft.com/office/drawing/2014/main" id="{2569D8F9-E9B2-F1AB-7B68-E271C69F5223}"/>
                    </a:ext>
                  </a:extLst>
                </p:cNvPr>
                <p:cNvSpPr/>
                <p:nvPr/>
              </p:nvSpPr>
              <p:spPr>
                <a:xfrm flipH="1" flipV="1">
                  <a:off x="7236060" y="4805829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0E93BAE5-CBAC-DFDF-0E20-1B9EECCA1BB0}"/>
                    </a:ext>
                  </a:extLst>
                </p:cNvPr>
                <p:cNvSpPr/>
                <p:nvPr/>
              </p:nvSpPr>
              <p:spPr>
                <a:xfrm flipH="1" flipV="1">
                  <a:off x="6479997" y="4792502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50" name="Group 249">
                <a:extLst>
                  <a:ext uri="{FF2B5EF4-FFF2-40B4-BE49-F238E27FC236}">
                    <a16:creationId xmlns:a16="http://schemas.microsoft.com/office/drawing/2014/main" id="{A5EBF30F-4BC1-A71B-91E9-469E4B58CE6C}"/>
                  </a:ext>
                </a:extLst>
              </p:cNvPr>
              <p:cNvGrpSpPr/>
              <p:nvPr/>
            </p:nvGrpSpPr>
            <p:grpSpPr>
              <a:xfrm rot="17312424">
                <a:off x="6285781" y="3284821"/>
                <a:ext cx="937606" cy="1088467"/>
                <a:chOff x="6479997" y="4263560"/>
                <a:chExt cx="937606" cy="1088467"/>
              </a:xfrm>
            </p:grpSpPr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86A249A1-5F38-2749-60EB-0993A15A4573}"/>
                    </a:ext>
                  </a:extLst>
                </p:cNvPr>
                <p:cNvSpPr/>
                <p:nvPr/>
              </p:nvSpPr>
              <p:spPr>
                <a:xfrm rot="3303579" flipH="1">
                  <a:off x="6365003" y="4428173"/>
                  <a:ext cx="1088467" cy="759241"/>
                </a:xfrm>
                <a:custGeom>
                  <a:avLst/>
                  <a:gdLst>
                    <a:gd name="connsiteX0" fmla="*/ 1088467 w 1088467"/>
                    <a:gd name="connsiteY0" fmla="*/ 655217 h 759241"/>
                    <a:gd name="connsiteX1" fmla="*/ 1053305 w 1088467"/>
                    <a:gd name="connsiteY1" fmla="*/ 664943 h 759241"/>
                    <a:gd name="connsiteX2" fmla="*/ 180097 w 1088467"/>
                    <a:gd name="connsiteY2" fmla="*/ 0 h 759241"/>
                    <a:gd name="connsiteX3" fmla="*/ 2923 w 1088467"/>
                    <a:gd name="connsiteY3" fmla="*/ 201297 h 759241"/>
                    <a:gd name="connsiteX4" fmla="*/ 0 w 1088467"/>
                    <a:gd name="connsiteY4" fmla="*/ 262412 h 759241"/>
                    <a:gd name="connsiteX5" fmla="*/ 9739 w 1088467"/>
                    <a:gd name="connsiteY5" fmla="*/ 262154 h 759241"/>
                    <a:gd name="connsiteX6" fmla="*/ 67536 w 1088467"/>
                    <a:gd name="connsiteY6" fmla="*/ 157676 h 759241"/>
                    <a:gd name="connsiteX7" fmla="*/ 151008 w 1088467"/>
                    <a:gd name="connsiteY7" fmla="*/ 76896 h 759241"/>
                    <a:gd name="connsiteX8" fmla="*/ 293721 w 1088467"/>
                    <a:gd name="connsiteY8" fmla="*/ 95745 h 759241"/>
                    <a:gd name="connsiteX9" fmla="*/ 377194 w 1088467"/>
                    <a:gd name="connsiteY9" fmla="*/ 289618 h 759241"/>
                    <a:gd name="connsiteX10" fmla="*/ 474130 w 1088467"/>
                    <a:gd name="connsiteY10" fmla="*/ 505031 h 759241"/>
                    <a:gd name="connsiteX11" fmla="*/ 614149 w 1088467"/>
                    <a:gd name="connsiteY11" fmla="*/ 653129 h 759241"/>
                    <a:gd name="connsiteX12" fmla="*/ 762246 w 1088467"/>
                    <a:gd name="connsiteY12" fmla="*/ 739294 h 759241"/>
                    <a:gd name="connsiteX13" fmla="*/ 945347 w 1088467"/>
                    <a:gd name="connsiteY13" fmla="*/ 758143 h 759241"/>
                    <a:gd name="connsiteX14" fmla="*/ 1061132 w 1088467"/>
                    <a:gd name="connsiteY14" fmla="*/ 717753 h 759241"/>
                    <a:gd name="connsiteX15" fmla="*/ 1088467 w 1088467"/>
                    <a:gd name="connsiteY15" fmla="*/ 655217 h 75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088467" h="759241">
                      <a:moveTo>
                        <a:pt x="1088467" y="655217"/>
                      </a:moveTo>
                      <a:lnTo>
                        <a:pt x="1053305" y="664943"/>
                      </a:lnTo>
                      <a:cubicBezTo>
                        <a:pt x="388038" y="824227"/>
                        <a:pt x="535616" y="7372"/>
                        <a:pt x="180097" y="0"/>
                      </a:cubicBezTo>
                      <a:cubicBezTo>
                        <a:pt x="72776" y="46352"/>
                        <a:pt x="18682" y="125234"/>
                        <a:pt x="2923" y="201297"/>
                      </a:cubicBezTo>
                      <a:lnTo>
                        <a:pt x="0" y="262412"/>
                      </a:lnTo>
                      <a:lnTo>
                        <a:pt x="9739" y="262154"/>
                      </a:lnTo>
                      <a:cubicBezTo>
                        <a:pt x="49964" y="252066"/>
                        <a:pt x="43976" y="184772"/>
                        <a:pt x="67536" y="157676"/>
                      </a:cubicBezTo>
                      <a:cubicBezTo>
                        <a:pt x="94462" y="126712"/>
                        <a:pt x="113311" y="87218"/>
                        <a:pt x="151008" y="76896"/>
                      </a:cubicBezTo>
                      <a:cubicBezTo>
                        <a:pt x="188704" y="66574"/>
                        <a:pt x="256023" y="60292"/>
                        <a:pt x="293721" y="95745"/>
                      </a:cubicBezTo>
                      <a:cubicBezTo>
                        <a:pt x="331418" y="131198"/>
                        <a:pt x="347125" y="221403"/>
                        <a:pt x="377194" y="289618"/>
                      </a:cubicBezTo>
                      <a:cubicBezTo>
                        <a:pt x="407262" y="357832"/>
                        <a:pt x="434638" y="444447"/>
                        <a:pt x="474130" y="505031"/>
                      </a:cubicBezTo>
                      <a:cubicBezTo>
                        <a:pt x="513622" y="565616"/>
                        <a:pt x="566129" y="614085"/>
                        <a:pt x="614149" y="653129"/>
                      </a:cubicBezTo>
                      <a:cubicBezTo>
                        <a:pt x="662168" y="692172"/>
                        <a:pt x="707047" y="721792"/>
                        <a:pt x="762246" y="739294"/>
                      </a:cubicBezTo>
                      <a:cubicBezTo>
                        <a:pt x="817445" y="756796"/>
                        <a:pt x="895532" y="761733"/>
                        <a:pt x="945347" y="758143"/>
                      </a:cubicBezTo>
                      <a:cubicBezTo>
                        <a:pt x="995161" y="754553"/>
                        <a:pt x="1061132" y="717753"/>
                        <a:pt x="1061132" y="717753"/>
                      </a:cubicBezTo>
                      <a:lnTo>
                        <a:pt x="1088467" y="655217"/>
                      </a:lnTo>
                      <a:close/>
                    </a:path>
                  </a:pathLst>
                </a:custGeom>
                <a:solidFill>
                  <a:srgbClr val="EADEFA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5" name="Oval 294">
                  <a:extLst>
                    <a:ext uri="{FF2B5EF4-FFF2-40B4-BE49-F238E27FC236}">
                      <a16:creationId xmlns:a16="http://schemas.microsoft.com/office/drawing/2014/main" id="{334504B9-7B84-2C1B-DE66-549162494C60}"/>
                    </a:ext>
                  </a:extLst>
                </p:cNvPr>
                <p:cNvSpPr/>
                <p:nvPr/>
              </p:nvSpPr>
              <p:spPr>
                <a:xfrm flipH="1" flipV="1">
                  <a:off x="7366201" y="4870610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EDACB03-68AD-A093-686C-1E3FFD973057}"/>
                    </a:ext>
                  </a:extLst>
                </p:cNvPr>
                <p:cNvSpPr/>
                <p:nvPr/>
              </p:nvSpPr>
              <p:spPr>
                <a:xfrm flipH="1" flipV="1">
                  <a:off x="7371884" y="4996441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8BE50834-7CF3-AA77-4E81-635A094BB3AF}"/>
                    </a:ext>
                  </a:extLst>
                </p:cNvPr>
                <p:cNvSpPr/>
                <p:nvPr/>
              </p:nvSpPr>
              <p:spPr>
                <a:xfrm flipH="1" flipV="1">
                  <a:off x="7321871" y="5095966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B79E588E-1DA8-778E-502E-9E29901EF4A0}"/>
                    </a:ext>
                  </a:extLst>
                </p:cNvPr>
                <p:cNvSpPr/>
                <p:nvPr/>
              </p:nvSpPr>
              <p:spPr>
                <a:xfrm flipH="1" flipV="1">
                  <a:off x="6600232" y="4843448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9" name="Oval 298">
                  <a:extLst>
                    <a:ext uri="{FF2B5EF4-FFF2-40B4-BE49-F238E27FC236}">
                      <a16:creationId xmlns:a16="http://schemas.microsoft.com/office/drawing/2014/main" id="{7B66279E-755D-DC3E-8655-04655E119EC2}"/>
                    </a:ext>
                  </a:extLst>
                </p:cNvPr>
                <p:cNvSpPr/>
                <p:nvPr/>
              </p:nvSpPr>
              <p:spPr>
                <a:xfrm flipH="1" flipV="1">
                  <a:off x="6766186" y="4886785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4DEEE1D9-24F3-026D-E779-5A26789E606F}"/>
                    </a:ext>
                  </a:extLst>
                </p:cNvPr>
                <p:cNvSpPr/>
                <p:nvPr/>
              </p:nvSpPr>
              <p:spPr>
                <a:xfrm flipH="1" flipV="1">
                  <a:off x="6916640" y="4872407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1" name="Oval 300">
                  <a:extLst>
                    <a:ext uri="{FF2B5EF4-FFF2-40B4-BE49-F238E27FC236}">
                      <a16:creationId xmlns:a16="http://schemas.microsoft.com/office/drawing/2014/main" id="{379DB77E-4FDC-91E3-ECA7-3D0F4075BB66}"/>
                    </a:ext>
                  </a:extLst>
                </p:cNvPr>
                <p:cNvSpPr/>
                <p:nvPr/>
              </p:nvSpPr>
              <p:spPr>
                <a:xfrm flipH="1" flipV="1">
                  <a:off x="7082758" y="4830128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A4A1453E-F87A-42EA-6198-122E1AEFEE2E}"/>
                    </a:ext>
                  </a:extLst>
                </p:cNvPr>
                <p:cNvSpPr/>
                <p:nvPr/>
              </p:nvSpPr>
              <p:spPr>
                <a:xfrm flipH="1" flipV="1">
                  <a:off x="7236060" y="4805829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449E1CB5-5F2A-ED5F-2141-8B6920C1BDAF}"/>
                    </a:ext>
                  </a:extLst>
                </p:cNvPr>
                <p:cNvSpPr/>
                <p:nvPr/>
              </p:nvSpPr>
              <p:spPr>
                <a:xfrm flipH="1" flipV="1">
                  <a:off x="6479997" y="4792502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A944FB62-3359-E6E1-5FB3-04FBBD6BF89F}"/>
                  </a:ext>
                </a:extLst>
              </p:cNvPr>
              <p:cNvGrpSpPr/>
              <p:nvPr/>
            </p:nvGrpSpPr>
            <p:grpSpPr>
              <a:xfrm rot="16896814" flipH="1">
                <a:off x="5841749" y="4629371"/>
                <a:ext cx="937606" cy="1088467"/>
                <a:chOff x="6479997" y="4263560"/>
                <a:chExt cx="937606" cy="1088467"/>
              </a:xfrm>
            </p:grpSpPr>
            <p:sp>
              <p:nvSpPr>
                <p:cNvPr id="284" name="Freeform: Shape 283">
                  <a:extLst>
                    <a:ext uri="{FF2B5EF4-FFF2-40B4-BE49-F238E27FC236}">
                      <a16:creationId xmlns:a16="http://schemas.microsoft.com/office/drawing/2014/main" id="{18F60BD3-36B0-9C68-B5A1-40E71405826F}"/>
                    </a:ext>
                  </a:extLst>
                </p:cNvPr>
                <p:cNvSpPr/>
                <p:nvPr/>
              </p:nvSpPr>
              <p:spPr>
                <a:xfrm rot="3303579" flipH="1">
                  <a:off x="6365003" y="4428173"/>
                  <a:ext cx="1088467" cy="759241"/>
                </a:xfrm>
                <a:custGeom>
                  <a:avLst/>
                  <a:gdLst>
                    <a:gd name="connsiteX0" fmla="*/ 1088467 w 1088467"/>
                    <a:gd name="connsiteY0" fmla="*/ 655217 h 759241"/>
                    <a:gd name="connsiteX1" fmla="*/ 1053305 w 1088467"/>
                    <a:gd name="connsiteY1" fmla="*/ 664943 h 759241"/>
                    <a:gd name="connsiteX2" fmla="*/ 180097 w 1088467"/>
                    <a:gd name="connsiteY2" fmla="*/ 0 h 759241"/>
                    <a:gd name="connsiteX3" fmla="*/ 2923 w 1088467"/>
                    <a:gd name="connsiteY3" fmla="*/ 201297 h 759241"/>
                    <a:gd name="connsiteX4" fmla="*/ 0 w 1088467"/>
                    <a:gd name="connsiteY4" fmla="*/ 262412 h 759241"/>
                    <a:gd name="connsiteX5" fmla="*/ 9739 w 1088467"/>
                    <a:gd name="connsiteY5" fmla="*/ 262154 h 759241"/>
                    <a:gd name="connsiteX6" fmla="*/ 67536 w 1088467"/>
                    <a:gd name="connsiteY6" fmla="*/ 157676 h 759241"/>
                    <a:gd name="connsiteX7" fmla="*/ 151008 w 1088467"/>
                    <a:gd name="connsiteY7" fmla="*/ 76896 h 759241"/>
                    <a:gd name="connsiteX8" fmla="*/ 293721 w 1088467"/>
                    <a:gd name="connsiteY8" fmla="*/ 95745 h 759241"/>
                    <a:gd name="connsiteX9" fmla="*/ 377194 w 1088467"/>
                    <a:gd name="connsiteY9" fmla="*/ 289618 h 759241"/>
                    <a:gd name="connsiteX10" fmla="*/ 474130 w 1088467"/>
                    <a:gd name="connsiteY10" fmla="*/ 505031 h 759241"/>
                    <a:gd name="connsiteX11" fmla="*/ 614149 w 1088467"/>
                    <a:gd name="connsiteY11" fmla="*/ 653129 h 759241"/>
                    <a:gd name="connsiteX12" fmla="*/ 762246 w 1088467"/>
                    <a:gd name="connsiteY12" fmla="*/ 739294 h 759241"/>
                    <a:gd name="connsiteX13" fmla="*/ 945347 w 1088467"/>
                    <a:gd name="connsiteY13" fmla="*/ 758143 h 759241"/>
                    <a:gd name="connsiteX14" fmla="*/ 1061132 w 1088467"/>
                    <a:gd name="connsiteY14" fmla="*/ 717753 h 759241"/>
                    <a:gd name="connsiteX15" fmla="*/ 1088467 w 1088467"/>
                    <a:gd name="connsiteY15" fmla="*/ 655217 h 75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088467" h="759241">
                      <a:moveTo>
                        <a:pt x="1088467" y="655217"/>
                      </a:moveTo>
                      <a:lnTo>
                        <a:pt x="1053305" y="664943"/>
                      </a:lnTo>
                      <a:cubicBezTo>
                        <a:pt x="388038" y="824227"/>
                        <a:pt x="535616" y="7372"/>
                        <a:pt x="180097" y="0"/>
                      </a:cubicBezTo>
                      <a:cubicBezTo>
                        <a:pt x="72776" y="46352"/>
                        <a:pt x="18682" y="125234"/>
                        <a:pt x="2923" y="201297"/>
                      </a:cubicBezTo>
                      <a:lnTo>
                        <a:pt x="0" y="262412"/>
                      </a:lnTo>
                      <a:lnTo>
                        <a:pt x="9739" y="262154"/>
                      </a:lnTo>
                      <a:cubicBezTo>
                        <a:pt x="49964" y="252066"/>
                        <a:pt x="43976" y="184772"/>
                        <a:pt x="67536" y="157676"/>
                      </a:cubicBezTo>
                      <a:cubicBezTo>
                        <a:pt x="94462" y="126712"/>
                        <a:pt x="113311" y="87218"/>
                        <a:pt x="151008" y="76896"/>
                      </a:cubicBezTo>
                      <a:cubicBezTo>
                        <a:pt x="188704" y="66574"/>
                        <a:pt x="256023" y="60292"/>
                        <a:pt x="293721" y="95745"/>
                      </a:cubicBezTo>
                      <a:cubicBezTo>
                        <a:pt x="331418" y="131198"/>
                        <a:pt x="347125" y="221403"/>
                        <a:pt x="377194" y="289618"/>
                      </a:cubicBezTo>
                      <a:cubicBezTo>
                        <a:pt x="407262" y="357832"/>
                        <a:pt x="434638" y="444447"/>
                        <a:pt x="474130" y="505031"/>
                      </a:cubicBezTo>
                      <a:cubicBezTo>
                        <a:pt x="513622" y="565616"/>
                        <a:pt x="566129" y="614085"/>
                        <a:pt x="614149" y="653129"/>
                      </a:cubicBezTo>
                      <a:cubicBezTo>
                        <a:pt x="662168" y="692172"/>
                        <a:pt x="707047" y="721792"/>
                        <a:pt x="762246" y="739294"/>
                      </a:cubicBezTo>
                      <a:cubicBezTo>
                        <a:pt x="817445" y="756796"/>
                        <a:pt x="895532" y="761733"/>
                        <a:pt x="945347" y="758143"/>
                      </a:cubicBezTo>
                      <a:cubicBezTo>
                        <a:pt x="995161" y="754553"/>
                        <a:pt x="1061132" y="717753"/>
                        <a:pt x="1061132" y="717753"/>
                      </a:cubicBezTo>
                      <a:lnTo>
                        <a:pt x="1088467" y="655217"/>
                      </a:lnTo>
                      <a:close/>
                    </a:path>
                  </a:pathLst>
                </a:custGeom>
                <a:solidFill>
                  <a:srgbClr val="EADEFA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37B12130-2A39-6556-E99E-D375D3A1F827}"/>
                    </a:ext>
                  </a:extLst>
                </p:cNvPr>
                <p:cNvSpPr/>
                <p:nvPr/>
              </p:nvSpPr>
              <p:spPr>
                <a:xfrm flipH="1" flipV="1">
                  <a:off x="7366201" y="4870610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6" name="Oval 285">
                  <a:extLst>
                    <a:ext uri="{FF2B5EF4-FFF2-40B4-BE49-F238E27FC236}">
                      <a16:creationId xmlns:a16="http://schemas.microsoft.com/office/drawing/2014/main" id="{933F03DF-815C-A80E-507E-B5D8F441F150}"/>
                    </a:ext>
                  </a:extLst>
                </p:cNvPr>
                <p:cNvSpPr/>
                <p:nvPr/>
              </p:nvSpPr>
              <p:spPr>
                <a:xfrm flipH="1" flipV="1">
                  <a:off x="7371884" y="4996441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7" name="Oval 286">
                  <a:extLst>
                    <a:ext uri="{FF2B5EF4-FFF2-40B4-BE49-F238E27FC236}">
                      <a16:creationId xmlns:a16="http://schemas.microsoft.com/office/drawing/2014/main" id="{2B1EC403-EE73-1C16-0BE7-AC60AE2E9997}"/>
                    </a:ext>
                  </a:extLst>
                </p:cNvPr>
                <p:cNvSpPr/>
                <p:nvPr/>
              </p:nvSpPr>
              <p:spPr>
                <a:xfrm flipH="1" flipV="1">
                  <a:off x="7321871" y="5095966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8" name="Oval 287">
                  <a:extLst>
                    <a:ext uri="{FF2B5EF4-FFF2-40B4-BE49-F238E27FC236}">
                      <a16:creationId xmlns:a16="http://schemas.microsoft.com/office/drawing/2014/main" id="{D7FABD9A-932F-5DBB-729A-CE3F99E3FE31}"/>
                    </a:ext>
                  </a:extLst>
                </p:cNvPr>
                <p:cNvSpPr/>
                <p:nvPr/>
              </p:nvSpPr>
              <p:spPr>
                <a:xfrm flipH="1" flipV="1">
                  <a:off x="6600232" y="4843448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188FE7A3-2E1B-E5E0-5D66-C3540BA217A4}"/>
                    </a:ext>
                  </a:extLst>
                </p:cNvPr>
                <p:cNvSpPr/>
                <p:nvPr/>
              </p:nvSpPr>
              <p:spPr>
                <a:xfrm flipH="1" flipV="1">
                  <a:off x="6766186" y="4886785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:a16="http://schemas.microsoft.com/office/drawing/2014/main" id="{E0C4421A-EF63-664E-C860-EAEC69AE63A1}"/>
                    </a:ext>
                  </a:extLst>
                </p:cNvPr>
                <p:cNvSpPr/>
                <p:nvPr/>
              </p:nvSpPr>
              <p:spPr>
                <a:xfrm flipH="1" flipV="1">
                  <a:off x="6916640" y="4872407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53992C9B-707D-FB47-7FEC-0263C31E8305}"/>
                    </a:ext>
                  </a:extLst>
                </p:cNvPr>
                <p:cNvSpPr/>
                <p:nvPr/>
              </p:nvSpPr>
              <p:spPr>
                <a:xfrm flipH="1" flipV="1">
                  <a:off x="7082758" y="4830128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2" name="Oval 291">
                  <a:extLst>
                    <a:ext uri="{FF2B5EF4-FFF2-40B4-BE49-F238E27FC236}">
                      <a16:creationId xmlns:a16="http://schemas.microsoft.com/office/drawing/2014/main" id="{7A1C457F-46E8-8A7D-D592-9C98B9E8AF4E}"/>
                    </a:ext>
                  </a:extLst>
                </p:cNvPr>
                <p:cNvSpPr/>
                <p:nvPr/>
              </p:nvSpPr>
              <p:spPr>
                <a:xfrm flipH="1" flipV="1">
                  <a:off x="7236060" y="4805829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647389E4-0E6E-0297-D054-AD9BD90B33B7}"/>
                    </a:ext>
                  </a:extLst>
                </p:cNvPr>
                <p:cNvSpPr/>
                <p:nvPr/>
              </p:nvSpPr>
              <p:spPr>
                <a:xfrm flipH="1" flipV="1">
                  <a:off x="6479997" y="4792502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52" name="Group 251">
                <a:extLst>
                  <a:ext uri="{FF2B5EF4-FFF2-40B4-BE49-F238E27FC236}">
                    <a16:creationId xmlns:a16="http://schemas.microsoft.com/office/drawing/2014/main" id="{97323726-6F20-273C-8D97-FCCDE1CB9CF2}"/>
                  </a:ext>
                </a:extLst>
              </p:cNvPr>
              <p:cNvGrpSpPr/>
              <p:nvPr/>
            </p:nvGrpSpPr>
            <p:grpSpPr>
              <a:xfrm rot="18778898" flipH="1">
                <a:off x="5223659" y="4778135"/>
                <a:ext cx="937606" cy="1088467"/>
                <a:chOff x="6479997" y="4263560"/>
                <a:chExt cx="937606" cy="1088467"/>
              </a:xfrm>
            </p:grpSpPr>
            <p:sp>
              <p:nvSpPr>
                <p:cNvPr id="274" name="Freeform: Shape 273">
                  <a:extLst>
                    <a:ext uri="{FF2B5EF4-FFF2-40B4-BE49-F238E27FC236}">
                      <a16:creationId xmlns:a16="http://schemas.microsoft.com/office/drawing/2014/main" id="{BEB176B0-1FB7-5C66-03A5-62DB301EA32C}"/>
                    </a:ext>
                  </a:extLst>
                </p:cNvPr>
                <p:cNvSpPr/>
                <p:nvPr/>
              </p:nvSpPr>
              <p:spPr>
                <a:xfrm rot="3303579" flipH="1">
                  <a:off x="6365003" y="4428173"/>
                  <a:ext cx="1088467" cy="759241"/>
                </a:xfrm>
                <a:custGeom>
                  <a:avLst/>
                  <a:gdLst>
                    <a:gd name="connsiteX0" fmla="*/ 1088467 w 1088467"/>
                    <a:gd name="connsiteY0" fmla="*/ 655217 h 759241"/>
                    <a:gd name="connsiteX1" fmla="*/ 1053305 w 1088467"/>
                    <a:gd name="connsiteY1" fmla="*/ 664943 h 759241"/>
                    <a:gd name="connsiteX2" fmla="*/ 180097 w 1088467"/>
                    <a:gd name="connsiteY2" fmla="*/ 0 h 759241"/>
                    <a:gd name="connsiteX3" fmla="*/ 2923 w 1088467"/>
                    <a:gd name="connsiteY3" fmla="*/ 201297 h 759241"/>
                    <a:gd name="connsiteX4" fmla="*/ 0 w 1088467"/>
                    <a:gd name="connsiteY4" fmla="*/ 262412 h 759241"/>
                    <a:gd name="connsiteX5" fmla="*/ 9739 w 1088467"/>
                    <a:gd name="connsiteY5" fmla="*/ 262154 h 759241"/>
                    <a:gd name="connsiteX6" fmla="*/ 67536 w 1088467"/>
                    <a:gd name="connsiteY6" fmla="*/ 157676 h 759241"/>
                    <a:gd name="connsiteX7" fmla="*/ 151008 w 1088467"/>
                    <a:gd name="connsiteY7" fmla="*/ 76896 h 759241"/>
                    <a:gd name="connsiteX8" fmla="*/ 293721 w 1088467"/>
                    <a:gd name="connsiteY8" fmla="*/ 95745 h 759241"/>
                    <a:gd name="connsiteX9" fmla="*/ 377194 w 1088467"/>
                    <a:gd name="connsiteY9" fmla="*/ 289618 h 759241"/>
                    <a:gd name="connsiteX10" fmla="*/ 474130 w 1088467"/>
                    <a:gd name="connsiteY10" fmla="*/ 505031 h 759241"/>
                    <a:gd name="connsiteX11" fmla="*/ 614149 w 1088467"/>
                    <a:gd name="connsiteY11" fmla="*/ 653129 h 759241"/>
                    <a:gd name="connsiteX12" fmla="*/ 762246 w 1088467"/>
                    <a:gd name="connsiteY12" fmla="*/ 739294 h 759241"/>
                    <a:gd name="connsiteX13" fmla="*/ 945347 w 1088467"/>
                    <a:gd name="connsiteY13" fmla="*/ 758143 h 759241"/>
                    <a:gd name="connsiteX14" fmla="*/ 1061132 w 1088467"/>
                    <a:gd name="connsiteY14" fmla="*/ 717753 h 759241"/>
                    <a:gd name="connsiteX15" fmla="*/ 1088467 w 1088467"/>
                    <a:gd name="connsiteY15" fmla="*/ 655217 h 75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088467" h="759241">
                      <a:moveTo>
                        <a:pt x="1088467" y="655217"/>
                      </a:moveTo>
                      <a:lnTo>
                        <a:pt x="1053305" y="664943"/>
                      </a:lnTo>
                      <a:cubicBezTo>
                        <a:pt x="388038" y="824227"/>
                        <a:pt x="535616" y="7372"/>
                        <a:pt x="180097" y="0"/>
                      </a:cubicBezTo>
                      <a:cubicBezTo>
                        <a:pt x="72776" y="46352"/>
                        <a:pt x="18682" y="125234"/>
                        <a:pt x="2923" y="201297"/>
                      </a:cubicBezTo>
                      <a:lnTo>
                        <a:pt x="0" y="262412"/>
                      </a:lnTo>
                      <a:lnTo>
                        <a:pt x="9739" y="262154"/>
                      </a:lnTo>
                      <a:cubicBezTo>
                        <a:pt x="49964" y="252066"/>
                        <a:pt x="43976" y="184772"/>
                        <a:pt x="67536" y="157676"/>
                      </a:cubicBezTo>
                      <a:cubicBezTo>
                        <a:pt x="94462" y="126712"/>
                        <a:pt x="113311" y="87218"/>
                        <a:pt x="151008" y="76896"/>
                      </a:cubicBezTo>
                      <a:cubicBezTo>
                        <a:pt x="188704" y="66574"/>
                        <a:pt x="256023" y="60292"/>
                        <a:pt x="293721" y="95745"/>
                      </a:cubicBezTo>
                      <a:cubicBezTo>
                        <a:pt x="331418" y="131198"/>
                        <a:pt x="347125" y="221403"/>
                        <a:pt x="377194" y="289618"/>
                      </a:cubicBezTo>
                      <a:cubicBezTo>
                        <a:pt x="407262" y="357832"/>
                        <a:pt x="434638" y="444447"/>
                        <a:pt x="474130" y="505031"/>
                      </a:cubicBezTo>
                      <a:cubicBezTo>
                        <a:pt x="513622" y="565616"/>
                        <a:pt x="566129" y="614085"/>
                        <a:pt x="614149" y="653129"/>
                      </a:cubicBezTo>
                      <a:cubicBezTo>
                        <a:pt x="662168" y="692172"/>
                        <a:pt x="707047" y="721792"/>
                        <a:pt x="762246" y="739294"/>
                      </a:cubicBezTo>
                      <a:cubicBezTo>
                        <a:pt x="817445" y="756796"/>
                        <a:pt x="895532" y="761733"/>
                        <a:pt x="945347" y="758143"/>
                      </a:cubicBezTo>
                      <a:cubicBezTo>
                        <a:pt x="995161" y="754553"/>
                        <a:pt x="1061132" y="717753"/>
                        <a:pt x="1061132" y="717753"/>
                      </a:cubicBezTo>
                      <a:lnTo>
                        <a:pt x="1088467" y="655217"/>
                      </a:lnTo>
                      <a:close/>
                    </a:path>
                  </a:pathLst>
                </a:custGeom>
                <a:solidFill>
                  <a:srgbClr val="EADEFA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5" name="Oval 274">
                  <a:extLst>
                    <a:ext uri="{FF2B5EF4-FFF2-40B4-BE49-F238E27FC236}">
                      <a16:creationId xmlns:a16="http://schemas.microsoft.com/office/drawing/2014/main" id="{79FD6462-65A6-8CBD-B021-6347A7A0BE18}"/>
                    </a:ext>
                  </a:extLst>
                </p:cNvPr>
                <p:cNvSpPr/>
                <p:nvPr/>
              </p:nvSpPr>
              <p:spPr>
                <a:xfrm flipH="1" flipV="1">
                  <a:off x="7366201" y="4870610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F3F6E9DC-3776-E9C6-E100-1F55C4895E2E}"/>
                    </a:ext>
                  </a:extLst>
                </p:cNvPr>
                <p:cNvSpPr/>
                <p:nvPr/>
              </p:nvSpPr>
              <p:spPr>
                <a:xfrm flipH="1" flipV="1">
                  <a:off x="7371884" y="4996441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C5B770FA-8BB5-AC2A-F497-E4E64E95EDB9}"/>
                    </a:ext>
                  </a:extLst>
                </p:cNvPr>
                <p:cNvSpPr/>
                <p:nvPr/>
              </p:nvSpPr>
              <p:spPr>
                <a:xfrm flipH="1" flipV="1">
                  <a:off x="7321871" y="5095966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31D4A573-89D6-61A2-9C96-47B030520D6E}"/>
                    </a:ext>
                  </a:extLst>
                </p:cNvPr>
                <p:cNvSpPr/>
                <p:nvPr/>
              </p:nvSpPr>
              <p:spPr>
                <a:xfrm flipH="1" flipV="1">
                  <a:off x="6600232" y="4843448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9" name="Oval 278">
                  <a:extLst>
                    <a:ext uri="{FF2B5EF4-FFF2-40B4-BE49-F238E27FC236}">
                      <a16:creationId xmlns:a16="http://schemas.microsoft.com/office/drawing/2014/main" id="{E71F4236-A9FE-C020-0AFE-0FC62FB5E2AE}"/>
                    </a:ext>
                  </a:extLst>
                </p:cNvPr>
                <p:cNvSpPr/>
                <p:nvPr/>
              </p:nvSpPr>
              <p:spPr>
                <a:xfrm flipH="1" flipV="1">
                  <a:off x="6766186" y="4886785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208F4A96-790C-E4F4-E3ED-6C7CF9C945AE}"/>
                    </a:ext>
                  </a:extLst>
                </p:cNvPr>
                <p:cNvSpPr/>
                <p:nvPr/>
              </p:nvSpPr>
              <p:spPr>
                <a:xfrm flipH="1" flipV="1">
                  <a:off x="6916640" y="4872407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1" name="Oval 280">
                  <a:extLst>
                    <a:ext uri="{FF2B5EF4-FFF2-40B4-BE49-F238E27FC236}">
                      <a16:creationId xmlns:a16="http://schemas.microsoft.com/office/drawing/2014/main" id="{C05E954E-63A8-1CAC-99BD-7B554A80FC44}"/>
                    </a:ext>
                  </a:extLst>
                </p:cNvPr>
                <p:cNvSpPr/>
                <p:nvPr/>
              </p:nvSpPr>
              <p:spPr>
                <a:xfrm flipH="1" flipV="1">
                  <a:off x="7082758" y="4830128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2" name="Oval 281">
                  <a:extLst>
                    <a:ext uri="{FF2B5EF4-FFF2-40B4-BE49-F238E27FC236}">
                      <a16:creationId xmlns:a16="http://schemas.microsoft.com/office/drawing/2014/main" id="{4B819705-5EE2-DDB3-976A-76E16788190E}"/>
                    </a:ext>
                  </a:extLst>
                </p:cNvPr>
                <p:cNvSpPr/>
                <p:nvPr/>
              </p:nvSpPr>
              <p:spPr>
                <a:xfrm flipH="1" flipV="1">
                  <a:off x="7236060" y="4805829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3" name="Oval 282">
                  <a:extLst>
                    <a:ext uri="{FF2B5EF4-FFF2-40B4-BE49-F238E27FC236}">
                      <a16:creationId xmlns:a16="http://schemas.microsoft.com/office/drawing/2014/main" id="{702D24EB-419D-6EFE-7252-C1757965A8FD}"/>
                    </a:ext>
                  </a:extLst>
                </p:cNvPr>
                <p:cNvSpPr/>
                <p:nvPr/>
              </p:nvSpPr>
              <p:spPr>
                <a:xfrm flipH="1" flipV="1">
                  <a:off x="6479997" y="4792502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53" name="Group 252">
                <a:extLst>
                  <a:ext uri="{FF2B5EF4-FFF2-40B4-BE49-F238E27FC236}">
                    <a16:creationId xmlns:a16="http://schemas.microsoft.com/office/drawing/2014/main" id="{FCFB96DC-7E1A-4419-7719-6BD6613DC6D6}"/>
                  </a:ext>
                </a:extLst>
              </p:cNvPr>
              <p:cNvGrpSpPr/>
              <p:nvPr/>
            </p:nvGrpSpPr>
            <p:grpSpPr>
              <a:xfrm rot="4473899" flipH="1">
                <a:off x="4503467" y="3416285"/>
                <a:ext cx="937606" cy="1088467"/>
                <a:chOff x="6479997" y="4263560"/>
                <a:chExt cx="937606" cy="1088467"/>
              </a:xfrm>
            </p:grpSpPr>
            <p:sp>
              <p:nvSpPr>
                <p:cNvPr id="264" name="Freeform: Shape 263">
                  <a:extLst>
                    <a:ext uri="{FF2B5EF4-FFF2-40B4-BE49-F238E27FC236}">
                      <a16:creationId xmlns:a16="http://schemas.microsoft.com/office/drawing/2014/main" id="{D4ECF36D-4FB1-2069-0DEC-6C9003BAEEF0}"/>
                    </a:ext>
                  </a:extLst>
                </p:cNvPr>
                <p:cNvSpPr/>
                <p:nvPr/>
              </p:nvSpPr>
              <p:spPr>
                <a:xfrm rot="3303579" flipH="1">
                  <a:off x="6365003" y="4428173"/>
                  <a:ext cx="1088467" cy="759241"/>
                </a:xfrm>
                <a:custGeom>
                  <a:avLst/>
                  <a:gdLst>
                    <a:gd name="connsiteX0" fmla="*/ 1088467 w 1088467"/>
                    <a:gd name="connsiteY0" fmla="*/ 655217 h 759241"/>
                    <a:gd name="connsiteX1" fmla="*/ 1053305 w 1088467"/>
                    <a:gd name="connsiteY1" fmla="*/ 664943 h 759241"/>
                    <a:gd name="connsiteX2" fmla="*/ 180097 w 1088467"/>
                    <a:gd name="connsiteY2" fmla="*/ 0 h 759241"/>
                    <a:gd name="connsiteX3" fmla="*/ 2923 w 1088467"/>
                    <a:gd name="connsiteY3" fmla="*/ 201297 h 759241"/>
                    <a:gd name="connsiteX4" fmla="*/ 0 w 1088467"/>
                    <a:gd name="connsiteY4" fmla="*/ 262412 h 759241"/>
                    <a:gd name="connsiteX5" fmla="*/ 9739 w 1088467"/>
                    <a:gd name="connsiteY5" fmla="*/ 262154 h 759241"/>
                    <a:gd name="connsiteX6" fmla="*/ 67536 w 1088467"/>
                    <a:gd name="connsiteY6" fmla="*/ 157676 h 759241"/>
                    <a:gd name="connsiteX7" fmla="*/ 151008 w 1088467"/>
                    <a:gd name="connsiteY7" fmla="*/ 76896 h 759241"/>
                    <a:gd name="connsiteX8" fmla="*/ 293721 w 1088467"/>
                    <a:gd name="connsiteY8" fmla="*/ 95745 h 759241"/>
                    <a:gd name="connsiteX9" fmla="*/ 377194 w 1088467"/>
                    <a:gd name="connsiteY9" fmla="*/ 289618 h 759241"/>
                    <a:gd name="connsiteX10" fmla="*/ 474130 w 1088467"/>
                    <a:gd name="connsiteY10" fmla="*/ 505031 h 759241"/>
                    <a:gd name="connsiteX11" fmla="*/ 614149 w 1088467"/>
                    <a:gd name="connsiteY11" fmla="*/ 653129 h 759241"/>
                    <a:gd name="connsiteX12" fmla="*/ 762246 w 1088467"/>
                    <a:gd name="connsiteY12" fmla="*/ 739294 h 759241"/>
                    <a:gd name="connsiteX13" fmla="*/ 945347 w 1088467"/>
                    <a:gd name="connsiteY13" fmla="*/ 758143 h 759241"/>
                    <a:gd name="connsiteX14" fmla="*/ 1061132 w 1088467"/>
                    <a:gd name="connsiteY14" fmla="*/ 717753 h 759241"/>
                    <a:gd name="connsiteX15" fmla="*/ 1088467 w 1088467"/>
                    <a:gd name="connsiteY15" fmla="*/ 655217 h 759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088467" h="759241">
                      <a:moveTo>
                        <a:pt x="1088467" y="655217"/>
                      </a:moveTo>
                      <a:lnTo>
                        <a:pt x="1053305" y="664943"/>
                      </a:lnTo>
                      <a:cubicBezTo>
                        <a:pt x="388038" y="824227"/>
                        <a:pt x="535616" y="7372"/>
                        <a:pt x="180097" y="0"/>
                      </a:cubicBezTo>
                      <a:cubicBezTo>
                        <a:pt x="72776" y="46352"/>
                        <a:pt x="18682" y="125234"/>
                        <a:pt x="2923" y="201297"/>
                      </a:cubicBezTo>
                      <a:lnTo>
                        <a:pt x="0" y="262412"/>
                      </a:lnTo>
                      <a:lnTo>
                        <a:pt x="9739" y="262154"/>
                      </a:lnTo>
                      <a:cubicBezTo>
                        <a:pt x="49964" y="252066"/>
                        <a:pt x="43976" y="184772"/>
                        <a:pt x="67536" y="157676"/>
                      </a:cubicBezTo>
                      <a:cubicBezTo>
                        <a:pt x="94462" y="126712"/>
                        <a:pt x="113311" y="87218"/>
                        <a:pt x="151008" y="76896"/>
                      </a:cubicBezTo>
                      <a:cubicBezTo>
                        <a:pt x="188704" y="66574"/>
                        <a:pt x="256023" y="60292"/>
                        <a:pt x="293721" y="95745"/>
                      </a:cubicBezTo>
                      <a:cubicBezTo>
                        <a:pt x="331418" y="131198"/>
                        <a:pt x="347125" y="221403"/>
                        <a:pt x="377194" y="289618"/>
                      </a:cubicBezTo>
                      <a:cubicBezTo>
                        <a:pt x="407262" y="357832"/>
                        <a:pt x="434638" y="444447"/>
                        <a:pt x="474130" y="505031"/>
                      </a:cubicBezTo>
                      <a:cubicBezTo>
                        <a:pt x="513622" y="565616"/>
                        <a:pt x="566129" y="614085"/>
                        <a:pt x="614149" y="653129"/>
                      </a:cubicBezTo>
                      <a:cubicBezTo>
                        <a:pt x="662168" y="692172"/>
                        <a:pt x="707047" y="721792"/>
                        <a:pt x="762246" y="739294"/>
                      </a:cubicBezTo>
                      <a:cubicBezTo>
                        <a:pt x="817445" y="756796"/>
                        <a:pt x="895532" y="761733"/>
                        <a:pt x="945347" y="758143"/>
                      </a:cubicBezTo>
                      <a:cubicBezTo>
                        <a:pt x="995161" y="754553"/>
                        <a:pt x="1061132" y="717753"/>
                        <a:pt x="1061132" y="717753"/>
                      </a:cubicBezTo>
                      <a:lnTo>
                        <a:pt x="1088467" y="655217"/>
                      </a:lnTo>
                      <a:close/>
                    </a:path>
                  </a:pathLst>
                </a:custGeom>
                <a:solidFill>
                  <a:srgbClr val="EADEFA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C614EBB3-94C8-73BB-5404-4E6164B0EED3}"/>
                    </a:ext>
                  </a:extLst>
                </p:cNvPr>
                <p:cNvSpPr/>
                <p:nvPr/>
              </p:nvSpPr>
              <p:spPr>
                <a:xfrm flipH="1" flipV="1">
                  <a:off x="7366201" y="4870610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6" name="Oval 265">
                  <a:extLst>
                    <a:ext uri="{FF2B5EF4-FFF2-40B4-BE49-F238E27FC236}">
                      <a16:creationId xmlns:a16="http://schemas.microsoft.com/office/drawing/2014/main" id="{E14D07DE-74A0-AC9B-9DF5-23DE97369E67}"/>
                    </a:ext>
                  </a:extLst>
                </p:cNvPr>
                <p:cNvSpPr/>
                <p:nvPr/>
              </p:nvSpPr>
              <p:spPr>
                <a:xfrm flipH="1" flipV="1">
                  <a:off x="7371884" y="4996441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82EC4E36-67FF-B356-FEBA-6A37B848FCEC}"/>
                    </a:ext>
                  </a:extLst>
                </p:cNvPr>
                <p:cNvSpPr/>
                <p:nvPr/>
              </p:nvSpPr>
              <p:spPr>
                <a:xfrm flipH="1" flipV="1">
                  <a:off x="7321871" y="5095966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8" name="Oval 267">
                  <a:extLst>
                    <a:ext uri="{FF2B5EF4-FFF2-40B4-BE49-F238E27FC236}">
                      <a16:creationId xmlns:a16="http://schemas.microsoft.com/office/drawing/2014/main" id="{57B5F266-2405-9C1D-9C14-0075C2C7585A}"/>
                    </a:ext>
                  </a:extLst>
                </p:cNvPr>
                <p:cNvSpPr/>
                <p:nvPr/>
              </p:nvSpPr>
              <p:spPr>
                <a:xfrm flipH="1" flipV="1">
                  <a:off x="6600232" y="4843448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Oval 268">
                  <a:extLst>
                    <a:ext uri="{FF2B5EF4-FFF2-40B4-BE49-F238E27FC236}">
                      <a16:creationId xmlns:a16="http://schemas.microsoft.com/office/drawing/2014/main" id="{289582D4-EC9A-B0B4-6D96-61213CD140D7}"/>
                    </a:ext>
                  </a:extLst>
                </p:cNvPr>
                <p:cNvSpPr/>
                <p:nvPr/>
              </p:nvSpPr>
              <p:spPr>
                <a:xfrm flipH="1" flipV="1">
                  <a:off x="6766186" y="4886785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Oval 269">
                  <a:extLst>
                    <a:ext uri="{FF2B5EF4-FFF2-40B4-BE49-F238E27FC236}">
                      <a16:creationId xmlns:a16="http://schemas.microsoft.com/office/drawing/2014/main" id="{AE608E12-0F16-985E-5D1E-BE88565CC6C6}"/>
                    </a:ext>
                  </a:extLst>
                </p:cNvPr>
                <p:cNvSpPr/>
                <p:nvPr/>
              </p:nvSpPr>
              <p:spPr>
                <a:xfrm flipH="1" flipV="1">
                  <a:off x="6916640" y="4872407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1" name="Oval 270">
                  <a:extLst>
                    <a:ext uri="{FF2B5EF4-FFF2-40B4-BE49-F238E27FC236}">
                      <a16:creationId xmlns:a16="http://schemas.microsoft.com/office/drawing/2014/main" id="{F1F679E0-0A39-21F4-A8F9-C8117098B802}"/>
                    </a:ext>
                  </a:extLst>
                </p:cNvPr>
                <p:cNvSpPr/>
                <p:nvPr/>
              </p:nvSpPr>
              <p:spPr>
                <a:xfrm flipH="1" flipV="1">
                  <a:off x="7082758" y="4830128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2" name="Oval 271">
                  <a:extLst>
                    <a:ext uri="{FF2B5EF4-FFF2-40B4-BE49-F238E27FC236}">
                      <a16:creationId xmlns:a16="http://schemas.microsoft.com/office/drawing/2014/main" id="{495554CE-1B8A-F4E8-6CCD-6E590C897A74}"/>
                    </a:ext>
                  </a:extLst>
                </p:cNvPr>
                <p:cNvSpPr/>
                <p:nvPr/>
              </p:nvSpPr>
              <p:spPr>
                <a:xfrm flipH="1" flipV="1">
                  <a:off x="7236060" y="4805829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3" name="Oval 272">
                  <a:extLst>
                    <a:ext uri="{FF2B5EF4-FFF2-40B4-BE49-F238E27FC236}">
                      <a16:creationId xmlns:a16="http://schemas.microsoft.com/office/drawing/2014/main" id="{1AD179A1-3941-5717-887E-1AD0C4E52084}"/>
                    </a:ext>
                  </a:extLst>
                </p:cNvPr>
                <p:cNvSpPr/>
                <p:nvPr/>
              </p:nvSpPr>
              <p:spPr>
                <a:xfrm flipH="1" flipV="1">
                  <a:off x="6479997" y="4792502"/>
                  <a:ext cx="45719" cy="45719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4" name="Oval 35">
                <a:extLst>
                  <a:ext uri="{FF2B5EF4-FFF2-40B4-BE49-F238E27FC236}">
                    <a16:creationId xmlns:a16="http://schemas.microsoft.com/office/drawing/2014/main" id="{08BFC2E3-136B-3244-BE51-14DE3C6E4D76}"/>
                  </a:ext>
                </a:extLst>
              </p:cNvPr>
              <p:cNvSpPr/>
              <p:nvPr/>
            </p:nvSpPr>
            <p:spPr>
              <a:xfrm>
                <a:off x="5006501" y="2914886"/>
                <a:ext cx="1753312" cy="1826569"/>
              </a:xfrm>
              <a:custGeom>
                <a:avLst/>
                <a:gdLst>
                  <a:gd name="connsiteX0" fmla="*/ 0 w 1726291"/>
                  <a:gd name="connsiteY0" fmla="*/ 919060 h 1838120"/>
                  <a:gd name="connsiteX1" fmla="*/ 863146 w 1726291"/>
                  <a:gd name="connsiteY1" fmla="*/ 0 h 1838120"/>
                  <a:gd name="connsiteX2" fmla="*/ 1726292 w 1726291"/>
                  <a:gd name="connsiteY2" fmla="*/ 919060 h 1838120"/>
                  <a:gd name="connsiteX3" fmla="*/ 863146 w 1726291"/>
                  <a:gd name="connsiteY3" fmla="*/ 1838120 h 1838120"/>
                  <a:gd name="connsiteX4" fmla="*/ 0 w 1726291"/>
                  <a:gd name="connsiteY4" fmla="*/ 919060 h 1838120"/>
                  <a:gd name="connsiteX0" fmla="*/ 0 w 1726292"/>
                  <a:gd name="connsiteY0" fmla="*/ 919060 h 1033942"/>
                  <a:gd name="connsiteX1" fmla="*/ 863146 w 1726292"/>
                  <a:gd name="connsiteY1" fmla="*/ 0 h 1033942"/>
                  <a:gd name="connsiteX2" fmla="*/ 1726292 w 1726292"/>
                  <a:gd name="connsiteY2" fmla="*/ 919060 h 1033942"/>
                  <a:gd name="connsiteX3" fmla="*/ 0 w 1726292"/>
                  <a:gd name="connsiteY3" fmla="*/ 919060 h 1033942"/>
                  <a:gd name="connsiteX0" fmla="*/ 0 w 1502455"/>
                  <a:gd name="connsiteY0" fmla="*/ 1650360 h 1671753"/>
                  <a:gd name="connsiteX1" fmla="*/ 639309 w 1502455"/>
                  <a:gd name="connsiteY1" fmla="*/ 16925 h 1671753"/>
                  <a:gd name="connsiteX2" fmla="*/ 1502455 w 1502455"/>
                  <a:gd name="connsiteY2" fmla="*/ 935985 h 1671753"/>
                  <a:gd name="connsiteX3" fmla="*/ 0 w 1502455"/>
                  <a:gd name="connsiteY3" fmla="*/ 1650360 h 1671753"/>
                  <a:gd name="connsiteX0" fmla="*/ 16547 w 1357077"/>
                  <a:gd name="connsiteY0" fmla="*/ 1633696 h 1750630"/>
                  <a:gd name="connsiteX1" fmla="*/ 655856 w 1357077"/>
                  <a:gd name="connsiteY1" fmla="*/ 261 h 1750630"/>
                  <a:gd name="connsiteX2" fmla="*/ 1357077 w 1357077"/>
                  <a:gd name="connsiteY2" fmla="*/ 1519396 h 1750630"/>
                  <a:gd name="connsiteX3" fmla="*/ 16547 w 1357077"/>
                  <a:gd name="connsiteY3" fmla="*/ 1633696 h 1750630"/>
                  <a:gd name="connsiteX0" fmla="*/ 82093 w 1437662"/>
                  <a:gd name="connsiteY0" fmla="*/ 1659291 h 1776225"/>
                  <a:gd name="connsiteX1" fmla="*/ 721402 w 1437662"/>
                  <a:gd name="connsiteY1" fmla="*/ 25856 h 1776225"/>
                  <a:gd name="connsiteX2" fmla="*/ 1422623 w 1437662"/>
                  <a:gd name="connsiteY2" fmla="*/ 1544991 h 1776225"/>
                  <a:gd name="connsiteX3" fmla="*/ 82093 w 1437662"/>
                  <a:gd name="connsiteY3" fmla="*/ 1659291 h 1776225"/>
                  <a:gd name="connsiteX0" fmla="*/ 114739 w 1498251"/>
                  <a:gd name="connsiteY0" fmla="*/ 1633435 h 1750369"/>
                  <a:gd name="connsiteX1" fmla="*/ 754048 w 1498251"/>
                  <a:gd name="connsiteY1" fmla="*/ 0 h 1750369"/>
                  <a:gd name="connsiteX2" fmla="*/ 1455269 w 1498251"/>
                  <a:gd name="connsiteY2" fmla="*/ 1519135 h 1750369"/>
                  <a:gd name="connsiteX3" fmla="*/ 114739 w 1498251"/>
                  <a:gd name="connsiteY3" fmla="*/ 1633435 h 1750369"/>
                  <a:gd name="connsiteX0" fmla="*/ 114739 w 1582282"/>
                  <a:gd name="connsiteY0" fmla="*/ 1633435 h 1750369"/>
                  <a:gd name="connsiteX1" fmla="*/ 754048 w 1582282"/>
                  <a:gd name="connsiteY1" fmla="*/ 0 h 1750369"/>
                  <a:gd name="connsiteX2" fmla="*/ 1455269 w 1582282"/>
                  <a:gd name="connsiteY2" fmla="*/ 1519135 h 1750369"/>
                  <a:gd name="connsiteX3" fmla="*/ 114739 w 1582282"/>
                  <a:gd name="connsiteY3" fmla="*/ 1633435 h 1750369"/>
                  <a:gd name="connsiteX0" fmla="*/ 233223 w 1700766"/>
                  <a:gd name="connsiteY0" fmla="*/ 1633435 h 1824452"/>
                  <a:gd name="connsiteX1" fmla="*/ 872532 w 1700766"/>
                  <a:gd name="connsiteY1" fmla="*/ 0 h 1824452"/>
                  <a:gd name="connsiteX2" fmla="*/ 1573753 w 1700766"/>
                  <a:gd name="connsiteY2" fmla="*/ 1519135 h 1824452"/>
                  <a:gd name="connsiteX3" fmla="*/ 233223 w 1700766"/>
                  <a:gd name="connsiteY3" fmla="*/ 1633435 h 1824452"/>
                  <a:gd name="connsiteX0" fmla="*/ 233223 w 1728171"/>
                  <a:gd name="connsiteY0" fmla="*/ 1633435 h 1824452"/>
                  <a:gd name="connsiteX1" fmla="*/ 872532 w 1728171"/>
                  <a:gd name="connsiteY1" fmla="*/ 0 h 1824452"/>
                  <a:gd name="connsiteX2" fmla="*/ 1573753 w 1728171"/>
                  <a:gd name="connsiteY2" fmla="*/ 1519135 h 1824452"/>
                  <a:gd name="connsiteX3" fmla="*/ 233223 w 1728171"/>
                  <a:gd name="connsiteY3" fmla="*/ 1633435 h 1824452"/>
                  <a:gd name="connsiteX0" fmla="*/ 258364 w 1753312"/>
                  <a:gd name="connsiteY0" fmla="*/ 1633435 h 1826569"/>
                  <a:gd name="connsiteX1" fmla="*/ 897673 w 1753312"/>
                  <a:gd name="connsiteY1" fmla="*/ 0 h 1826569"/>
                  <a:gd name="connsiteX2" fmla="*/ 1598894 w 1753312"/>
                  <a:gd name="connsiteY2" fmla="*/ 1519135 h 1826569"/>
                  <a:gd name="connsiteX3" fmla="*/ 258364 w 1753312"/>
                  <a:gd name="connsiteY3" fmla="*/ 1633435 h 1826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3312" h="1826569">
                    <a:moveTo>
                      <a:pt x="258364" y="1633435"/>
                    </a:moveTo>
                    <a:cubicBezTo>
                      <a:pt x="-187118" y="1208797"/>
                      <a:pt x="-106799" y="0"/>
                      <a:pt x="897673" y="0"/>
                    </a:cubicBezTo>
                    <a:cubicBezTo>
                      <a:pt x="1902145" y="0"/>
                      <a:pt x="1851306" y="968690"/>
                      <a:pt x="1598894" y="1519135"/>
                    </a:cubicBezTo>
                    <a:cubicBezTo>
                      <a:pt x="1455036" y="1672312"/>
                      <a:pt x="703846" y="2058073"/>
                      <a:pt x="258364" y="1633435"/>
                    </a:cubicBezTo>
                    <a:close/>
                  </a:path>
                </a:pathLst>
              </a:custGeom>
              <a:gradFill>
                <a:gsLst>
                  <a:gs pos="0">
                    <a:srgbClr val="EADEFA"/>
                  </a:gs>
                  <a:gs pos="38000">
                    <a:srgbClr val="BEA7D5"/>
                  </a:gs>
                </a:gsLst>
                <a:lin ang="5400000" scaled="1"/>
              </a:gra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" name="Rectangle 38">
                <a:extLst>
                  <a:ext uri="{FF2B5EF4-FFF2-40B4-BE49-F238E27FC236}">
                    <a16:creationId xmlns:a16="http://schemas.microsoft.com/office/drawing/2014/main" id="{209C7461-C746-4AA3-570E-732B99803E31}"/>
                  </a:ext>
                </a:extLst>
              </p:cNvPr>
              <p:cNvSpPr/>
              <p:nvPr/>
            </p:nvSpPr>
            <p:spPr>
              <a:xfrm>
                <a:off x="5334004" y="4389951"/>
                <a:ext cx="1278502" cy="384359"/>
              </a:xfrm>
              <a:custGeom>
                <a:avLst/>
                <a:gdLst>
                  <a:gd name="connsiteX0" fmla="*/ 0 w 1158552"/>
                  <a:gd name="connsiteY0" fmla="*/ 0 h 166663"/>
                  <a:gd name="connsiteX1" fmla="*/ 1158552 w 1158552"/>
                  <a:gd name="connsiteY1" fmla="*/ 0 h 166663"/>
                  <a:gd name="connsiteX2" fmla="*/ 1158552 w 1158552"/>
                  <a:gd name="connsiteY2" fmla="*/ 166663 h 166663"/>
                  <a:gd name="connsiteX3" fmla="*/ 0 w 1158552"/>
                  <a:gd name="connsiteY3" fmla="*/ 166663 h 166663"/>
                  <a:gd name="connsiteX4" fmla="*/ 0 w 1158552"/>
                  <a:gd name="connsiteY4" fmla="*/ 0 h 166663"/>
                  <a:gd name="connsiteX0" fmla="*/ 0 w 1377627"/>
                  <a:gd name="connsiteY0" fmla="*/ 0 h 238100"/>
                  <a:gd name="connsiteX1" fmla="*/ 1377627 w 1377627"/>
                  <a:gd name="connsiteY1" fmla="*/ 71437 h 238100"/>
                  <a:gd name="connsiteX2" fmla="*/ 1377627 w 1377627"/>
                  <a:gd name="connsiteY2" fmla="*/ 238100 h 238100"/>
                  <a:gd name="connsiteX3" fmla="*/ 219075 w 1377627"/>
                  <a:gd name="connsiteY3" fmla="*/ 238100 h 238100"/>
                  <a:gd name="connsiteX4" fmla="*/ 0 w 1377627"/>
                  <a:gd name="connsiteY4" fmla="*/ 0 h 238100"/>
                  <a:gd name="connsiteX0" fmla="*/ 0 w 1377627"/>
                  <a:gd name="connsiteY0" fmla="*/ 0 h 238100"/>
                  <a:gd name="connsiteX1" fmla="*/ 1377627 w 1377627"/>
                  <a:gd name="connsiteY1" fmla="*/ 71437 h 238100"/>
                  <a:gd name="connsiteX2" fmla="*/ 1377627 w 1377627"/>
                  <a:gd name="connsiteY2" fmla="*/ 238100 h 238100"/>
                  <a:gd name="connsiteX3" fmla="*/ 9525 w 1377627"/>
                  <a:gd name="connsiteY3" fmla="*/ 171425 h 238100"/>
                  <a:gd name="connsiteX4" fmla="*/ 0 w 1377627"/>
                  <a:gd name="connsiteY4" fmla="*/ 0 h 238100"/>
                  <a:gd name="connsiteX0" fmla="*/ 0 w 1468114"/>
                  <a:gd name="connsiteY0" fmla="*/ 200025 h 438125"/>
                  <a:gd name="connsiteX1" fmla="*/ 1468114 w 1468114"/>
                  <a:gd name="connsiteY1" fmla="*/ 0 h 438125"/>
                  <a:gd name="connsiteX2" fmla="*/ 1377627 w 1468114"/>
                  <a:gd name="connsiteY2" fmla="*/ 438125 h 438125"/>
                  <a:gd name="connsiteX3" fmla="*/ 9525 w 1468114"/>
                  <a:gd name="connsiteY3" fmla="*/ 371450 h 438125"/>
                  <a:gd name="connsiteX4" fmla="*/ 0 w 1468114"/>
                  <a:gd name="connsiteY4" fmla="*/ 200025 h 438125"/>
                  <a:gd name="connsiteX0" fmla="*/ 0 w 1468114"/>
                  <a:gd name="connsiteY0" fmla="*/ 200025 h 371450"/>
                  <a:gd name="connsiteX1" fmla="*/ 1468114 w 1468114"/>
                  <a:gd name="connsiteY1" fmla="*/ 0 h 371450"/>
                  <a:gd name="connsiteX2" fmla="*/ 1449064 w 1468114"/>
                  <a:gd name="connsiteY2" fmla="*/ 219050 h 371450"/>
                  <a:gd name="connsiteX3" fmla="*/ 9525 w 1468114"/>
                  <a:gd name="connsiteY3" fmla="*/ 371450 h 371450"/>
                  <a:gd name="connsiteX4" fmla="*/ 0 w 1468114"/>
                  <a:gd name="connsiteY4" fmla="*/ 200025 h 371450"/>
                  <a:gd name="connsiteX0" fmla="*/ 0 w 1468114"/>
                  <a:gd name="connsiteY0" fmla="*/ 200025 h 371450"/>
                  <a:gd name="connsiteX1" fmla="*/ 1468114 w 1468114"/>
                  <a:gd name="connsiteY1" fmla="*/ 0 h 371450"/>
                  <a:gd name="connsiteX2" fmla="*/ 1449064 w 1468114"/>
                  <a:gd name="connsiteY2" fmla="*/ 219050 h 371450"/>
                  <a:gd name="connsiteX3" fmla="*/ 9525 w 1468114"/>
                  <a:gd name="connsiteY3" fmla="*/ 371450 h 371450"/>
                  <a:gd name="connsiteX4" fmla="*/ 0 w 1468114"/>
                  <a:gd name="connsiteY4" fmla="*/ 200025 h 371450"/>
                  <a:gd name="connsiteX0" fmla="*/ 0 w 1468114"/>
                  <a:gd name="connsiteY0" fmla="*/ 200025 h 412861"/>
                  <a:gd name="connsiteX1" fmla="*/ 1468114 w 1468114"/>
                  <a:gd name="connsiteY1" fmla="*/ 0 h 412861"/>
                  <a:gd name="connsiteX2" fmla="*/ 1449064 w 1468114"/>
                  <a:gd name="connsiteY2" fmla="*/ 219050 h 412861"/>
                  <a:gd name="connsiteX3" fmla="*/ 9525 w 1468114"/>
                  <a:gd name="connsiteY3" fmla="*/ 371450 h 412861"/>
                  <a:gd name="connsiteX4" fmla="*/ 0 w 1468114"/>
                  <a:gd name="connsiteY4" fmla="*/ 200025 h 412861"/>
                  <a:gd name="connsiteX0" fmla="*/ 0 w 1468114"/>
                  <a:gd name="connsiteY0" fmla="*/ 200025 h 415961"/>
                  <a:gd name="connsiteX1" fmla="*/ 1468114 w 1468114"/>
                  <a:gd name="connsiteY1" fmla="*/ 0 h 415961"/>
                  <a:gd name="connsiteX2" fmla="*/ 1343347 w 1468114"/>
                  <a:gd name="connsiteY2" fmla="*/ 229451 h 415961"/>
                  <a:gd name="connsiteX3" fmla="*/ 9525 w 1468114"/>
                  <a:gd name="connsiteY3" fmla="*/ 371450 h 415961"/>
                  <a:gd name="connsiteX4" fmla="*/ 0 w 1468114"/>
                  <a:gd name="connsiteY4" fmla="*/ 200025 h 415961"/>
                  <a:gd name="connsiteX0" fmla="*/ 0 w 1468114"/>
                  <a:gd name="connsiteY0" fmla="*/ 200025 h 415961"/>
                  <a:gd name="connsiteX1" fmla="*/ 1468114 w 1468114"/>
                  <a:gd name="connsiteY1" fmla="*/ 0 h 415961"/>
                  <a:gd name="connsiteX2" fmla="*/ 1343347 w 1468114"/>
                  <a:gd name="connsiteY2" fmla="*/ 229451 h 415961"/>
                  <a:gd name="connsiteX3" fmla="*/ 9525 w 1468114"/>
                  <a:gd name="connsiteY3" fmla="*/ 371450 h 415961"/>
                  <a:gd name="connsiteX4" fmla="*/ 0 w 1468114"/>
                  <a:gd name="connsiteY4" fmla="*/ 200025 h 415961"/>
                  <a:gd name="connsiteX0" fmla="*/ 0 w 1468114"/>
                  <a:gd name="connsiteY0" fmla="*/ 200025 h 412414"/>
                  <a:gd name="connsiteX1" fmla="*/ 1468114 w 1468114"/>
                  <a:gd name="connsiteY1" fmla="*/ 0 h 412414"/>
                  <a:gd name="connsiteX2" fmla="*/ 1343347 w 1468114"/>
                  <a:gd name="connsiteY2" fmla="*/ 229451 h 412414"/>
                  <a:gd name="connsiteX3" fmla="*/ 104115 w 1468114"/>
                  <a:gd name="connsiteY3" fmla="*/ 366248 h 412414"/>
                  <a:gd name="connsiteX4" fmla="*/ 0 w 1468114"/>
                  <a:gd name="connsiteY4" fmla="*/ 200025 h 412414"/>
                  <a:gd name="connsiteX0" fmla="*/ 0 w 1468114"/>
                  <a:gd name="connsiteY0" fmla="*/ 200025 h 419714"/>
                  <a:gd name="connsiteX1" fmla="*/ 1468114 w 1468114"/>
                  <a:gd name="connsiteY1" fmla="*/ 0 h 419714"/>
                  <a:gd name="connsiteX2" fmla="*/ 1343347 w 1468114"/>
                  <a:gd name="connsiteY2" fmla="*/ 229451 h 419714"/>
                  <a:gd name="connsiteX3" fmla="*/ 104115 w 1468114"/>
                  <a:gd name="connsiteY3" fmla="*/ 366248 h 419714"/>
                  <a:gd name="connsiteX4" fmla="*/ 0 w 1468114"/>
                  <a:gd name="connsiteY4" fmla="*/ 200025 h 419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8114" h="419714">
                    <a:moveTo>
                      <a:pt x="0" y="200025"/>
                    </a:moveTo>
                    <a:lnTo>
                      <a:pt x="1468114" y="0"/>
                    </a:lnTo>
                    <a:cubicBezTo>
                      <a:pt x="1426525" y="76484"/>
                      <a:pt x="1518474" y="28154"/>
                      <a:pt x="1343347" y="229451"/>
                    </a:cubicBezTo>
                    <a:cubicBezTo>
                      <a:pt x="744439" y="446938"/>
                      <a:pt x="424796" y="455915"/>
                      <a:pt x="104115" y="366248"/>
                    </a:cubicBezTo>
                    <a:lnTo>
                      <a:pt x="0" y="200025"/>
                    </a:lnTo>
                    <a:close/>
                  </a:path>
                </a:pathLst>
              </a:custGeom>
              <a:solidFill>
                <a:srgbClr val="BEA7D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D7DE7EDC-F747-300B-B659-71453FC4FCBA}"/>
                  </a:ext>
                </a:extLst>
              </p:cNvPr>
              <p:cNvGrpSpPr/>
              <p:nvPr/>
            </p:nvGrpSpPr>
            <p:grpSpPr>
              <a:xfrm rot="20966892" flipH="1">
                <a:off x="6110587" y="3896097"/>
                <a:ext cx="257367" cy="470030"/>
                <a:chOff x="6091889" y="3839750"/>
                <a:chExt cx="257367" cy="470030"/>
              </a:xfrm>
            </p:grpSpPr>
            <p:sp>
              <p:nvSpPr>
                <p:cNvPr id="262" name="Oval 261">
                  <a:extLst>
                    <a:ext uri="{FF2B5EF4-FFF2-40B4-BE49-F238E27FC236}">
                      <a16:creationId xmlns:a16="http://schemas.microsoft.com/office/drawing/2014/main" id="{4BDA5E5E-817D-FE04-F6FD-5E4E699B55F0}"/>
                    </a:ext>
                  </a:extLst>
                </p:cNvPr>
                <p:cNvSpPr/>
                <p:nvPr/>
              </p:nvSpPr>
              <p:spPr>
                <a:xfrm rot="20665506">
                  <a:off x="6091889" y="3839750"/>
                  <a:ext cx="254348" cy="47003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E522A212-A1FD-506C-33C7-CBB58ABAC21E}"/>
                    </a:ext>
                  </a:extLst>
                </p:cNvPr>
                <p:cNvSpPr/>
                <p:nvPr/>
              </p:nvSpPr>
              <p:spPr>
                <a:xfrm rot="194126">
                  <a:off x="6218788" y="4019053"/>
                  <a:ext cx="130468" cy="241102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57" name="Group 256">
                <a:extLst>
                  <a:ext uri="{FF2B5EF4-FFF2-40B4-BE49-F238E27FC236}">
                    <a16:creationId xmlns:a16="http://schemas.microsoft.com/office/drawing/2014/main" id="{48BEE90B-DAC4-7D94-3CB1-3517BC915461}"/>
                  </a:ext>
                </a:extLst>
              </p:cNvPr>
              <p:cNvGrpSpPr/>
              <p:nvPr/>
            </p:nvGrpSpPr>
            <p:grpSpPr>
              <a:xfrm rot="633108">
                <a:off x="5510752" y="3905649"/>
                <a:ext cx="257367" cy="470030"/>
                <a:chOff x="6091889" y="3839750"/>
                <a:chExt cx="257367" cy="470030"/>
              </a:xfrm>
            </p:grpSpPr>
            <p:sp>
              <p:nvSpPr>
                <p:cNvPr id="260" name="Oval 259">
                  <a:extLst>
                    <a:ext uri="{FF2B5EF4-FFF2-40B4-BE49-F238E27FC236}">
                      <a16:creationId xmlns:a16="http://schemas.microsoft.com/office/drawing/2014/main" id="{78A6BB3C-684F-2721-A988-A3EF54C17F0E}"/>
                    </a:ext>
                  </a:extLst>
                </p:cNvPr>
                <p:cNvSpPr/>
                <p:nvPr/>
              </p:nvSpPr>
              <p:spPr>
                <a:xfrm rot="20665506">
                  <a:off x="6091889" y="3839750"/>
                  <a:ext cx="254348" cy="470030"/>
                </a:xfrm>
                <a:prstGeom prst="ellipse">
                  <a:avLst/>
                </a:prstGeom>
                <a:solidFill>
                  <a:sysClr val="window" lastClr="FFFFFF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Oval 260">
                  <a:extLst>
                    <a:ext uri="{FF2B5EF4-FFF2-40B4-BE49-F238E27FC236}">
                      <a16:creationId xmlns:a16="http://schemas.microsoft.com/office/drawing/2014/main" id="{F5B8F63D-81F9-4E57-9843-4E3B22C394F5}"/>
                    </a:ext>
                  </a:extLst>
                </p:cNvPr>
                <p:cNvSpPr/>
                <p:nvPr/>
              </p:nvSpPr>
              <p:spPr>
                <a:xfrm rot="194126">
                  <a:off x="6218788" y="4019053"/>
                  <a:ext cx="130468" cy="241102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2857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D105BA4-B421-7A8E-A4EB-E6AB326180BB}"/>
                </a:ext>
              </a:extLst>
            </p:cNvPr>
            <p:cNvSpPr/>
            <p:nvPr/>
          </p:nvSpPr>
          <p:spPr>
            <a:xfrm flipH="1">
              <a:off x="7811000" y="3802649"/>
              <a:ext cx="147449" cy="111440"/>
            </a:xfrm>
            <a:custGeom>
              <a:avLst/>
              <a:gdLst>
                <a:gd name="connsiteX0" fmla="*/ 43542 w 499306"/>
                <a:gd name="connsiteY0" fmla="*/ 0 h 377371"/>
                <a:gd name="connsiteX1" fmla="*/ 478971 w 499306"/>
                <a:gd name="connsiteY1" fmla="*/ 58057 h 377371"/>
                <a:gd name="connsiteX2" fmla="*/ 406400 w 499306"/>
                <a:gd name="connsiteY2" fmla="*/ 246743 h 377371"/>
                <a:gd name="connsiteX3" fmla="*/ 217714 w 499306"/>
                <a:gd name="connsiteY3" fmla="*/ 304800 h 377371"/>
                <a:gd name="connsiteX4" fmla="*/ 0 w 499306"/>
                <a:gd name="connsiteY4" fmla="*/ 377371 h 377371"/>
                <a:gd name="connsiteX5" fmla="*/ 0 w 499306"/>
                <a:gd name="connsiteY5" fmla="*/ 377371 h 37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9306" h="377371">
                  <a:moveTo>
                    <a:pt x="43542" y="0"/>
                  </a:moveTo>
                  <a:cubicBezTo>
                    <a:pt x="231018" y="8466"/>
                    <a:pt x="418495" y="16933"/>
                    <a:pt x="478971" y="58057"/>
                  </a:cubicBezTo>
                  <a:cubicBezTo>
                    <a:pt x="539447" y="99181"/>
                    <a:pt x="449943" y="205619"/>
                    <a:pt x="406400" y="246743"/>
                  </a:cubicBezTo>
                  <a:cubicBezTo>
                    <a:pt x="362857" y="287867"/>
                    <a:pt x="285447" y="283029"/>
                    <a:pt x="217714" y="304800"/>
                  </a:cubicBezTo>
                  <a:cubicBezTo>
                    <a:pt x="149981" y="326571"/>
                    <a:pt x="0" y="377371"/>
                    <a:pt x="0" y="377371"/>
                  </a:cubicBezTo>
                  <a:lnTo>
                    <a:pt x="0" y="377371"/>
                  </a:ln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5" name="Arc 344">
              <a:extLst>
                <a:ext uri="{FF2B5EF4-FFF2-40B4-BE49-F238E27FC236}">
                  <a16:creationId xmlns:a16="http://schemas.microsoft.com/office/drawing/2014/main" id="{B0DA75BC-3EBF-86C7-40CD-8CF286F00708}"/>
                </a:ext>
              </a:extLst>
            </p:cNvPr>
            <p:cNvSpPr/>
            <p:nvPr/>
          </p:nvSpPr>
          <p:spPr>
            <a:xfrm rot="8060646">
              <a:off x="7759571" y="3752444"/>
              <a:ext cx="390327" cy="390327"/>
            </a:xfrm>
            <a:prstGeom prst="arc">
              <a:avLst>
                <a:gd name="adj1" fmla="val 14683707"/>
                <a:gd name="adj2" fmla="val 1378219"/>
              </a:avLst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5890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9071185-CF59-6174-9FF1-045CBC66E2C9}"/>
              </a:ext>
            </a:extLst>
          </p:cNvPr>
          <p:cNvGrpSpPr/>
          <p:nvPr/>
        </p:nvGrpSpPr>
        <p:grpSpPr>
          <a:xfrm>
            <a:off x="1918613" y="1413158"/>
            <a:ext cx="6833718" cy="4024228"/>
            <a:chOff x="3076205" y="1339850"/>
            <a:chExt cx="6184173" cy="3641725"/>
          </a:xfrm>
        </p:grpSpPr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8FA86492-9044-7736-8D3F-313745E12ED1}"/>
                </a:ext>
              </a:extLst>
            </p:cNvPr>
            <p:cNvSpPr/>
            <p:nvPr/>
          </p:nvSpPr>
          <p:spPr>
            <a:xfrm>
              <a:off x="3848100" y="3762403"/>
              <a:ext cx="757238" cy="1219172"/>
            </a:xfrm>
            <a:custGeom>
              <a:avLst/>
              <a:gdLst>
                <a:gd name="connsiteX0" fmla="*/ 0 w 762000"/>
                <a:gd name="connsiteY0" fmla="*/ 0 h 419072"/>
                <a:gd name="connsiteX1" fmla="*/ 762000 w 762000"/>
                <a:gd name="connsiteY1" fmla="*/ 0 h 419072"/>
                <a:gd name="connsiteX2" fmla="*/ 762000 w 762000"/>
                <a:gd name="connsiteY2" fmla="*/ 419072 h 419072"/>
                <a:gd name="connsiteX3" fmla="*/ 0 w 762000"/>
                <a:gd name="connsiteY3" fmla="*/ 419072 h 419072"/>
                <a:gd name="connsiteX4" fmla="*/ 0 w 762000"/>
                <a:gd name="connsiteY4" fmla="*/ 0 h 419072"/>
                <a:gd name="connsiteX0" fmla="*/ 0 w 762000"/>
                <a:gd name="connsiteY0" fmla="*/ 0 h 1238222"/>
                <a:gd name="connsiteX1" fmla="*/ 762000 w 762000"/>
                <a:gd name="connsiteY1" fmla="*/ 0 h 1238222"/>
                <a:gd name="connsiteX2" fmla="*/ 762000 w 762000"/>
                <a:gd name="connsiteY2" fmla="*/ 419072 h 1238222"/>
                <a:gd name="connsiteX3" fmla="*/ 200025 w 762000"/>
                <a:gd name="connsiteY3" fmla="*/ 1238222 h 1238222"/>
                <a:gd name="connsiteX4" fmla="*/ 0 w 762000"/>
                <a:gd name="connsiteY4" fmla="*/ 0 h 1238222"/>
                <a:gd name="connsiteX0" fmla="*/ 0 w 762000"/>
                <a:gd name="connsiteY0" fmla="*/ 0 h 1238222"/>
                <a:gd name="connsiteX1" fmla="*/ 762000 w 762000"/>
                <a:gd name="connsiteY1" fmla="*/ 0 h 1238222"/>
                <a:gd name="connsiteX2" fmla="*/ 609600 w 762000"/>
                <a:gd name="connsiteY2" fmla="*/ 304772 h 1238222"/>
                <a:gd name="connsiteX3" fmla="*/ 200025 w 762000"/>
                <a:gd name="connsiteY3" fmla="*/ 1238222 h 1238222"/>
                <a:gd name="connsiteX4" fmla="*/ 0 w 762000"/>
                <a:gd name="connsiteY4" fmla="*/ 0 h 1238222"/>
                <a:gd name="connsiteX0" fmla="*/ 0 w 671512"/>
                <a:gd name="connsiteY0" fmla="*/ 19050 h 1238222"/>
                <a:gd name="connsiteX1" fmla="*/ 671512 w 671512"/>
                <a:gd name="connsiteY1" fmla="*/ 0 h 1238222"/>
                <a:gd name="connsiteX2" fmla="*/ 519112 w 671512"/>
                <a:gd name="connsiteY2" fmla="*/ 304772 h 1238222"/>
                <a:gd name="connsiteX3" fmla="*/ 109537 w 671512"/>
                <a:gd name="connsiteY3" fmla="*/ 1238222 h 1238222"/>
                <a:gd name="connsiteX4" fmla="*/ 0 w 671512"/>
                <a:gd name="connsiteY4" fmla="*/ 19050 h 1238222"/>
                <a:gd name="connsiteX0" fmla="*/ 0 w 519112"/>
                <a:gd name="connsiteY0" fmla="*/ 0 h 1219172"/>
                <a:gd name="connsiteX1" fmla="*/ 519112 w 519112"/>
                <a:gd name="connsiteY1" fmla="*/ 285722 h 1219172"/>
                <a:gd name="connsiteX2" fmla="*/ 109537 w 519112"/>
                <a:gd name="connsiteY2" fmla="*/ 1219172 h 1219172"/>
                <a:gd name="connsiteX3" fmla="*/ 0 w 519112"/>
                <a:gd name="connsiteY3" fmla="*/ 0 h 1219172"/>
                <a:gd name="connsiteX0" fmla="*/ 134550 w 653662"/>
                <a:gd name="connsiteY0" fmla="*/ 0 h 1219172"/>
                <a:gd name="connsiteX1" fmla="*/ 653662 w 653662"/>
                <a:gd name="connsiteY1" fmla="*/ 285722 h 1219172"/>
                <a:gd name="connsiteX2" fmla="*/ 244087 w 653662"/>
                <a:gd name="connsiteY2" fmla="*/ 1219172 h 1219172"/>
                <a:gd name="connsiteX3" fmla="*/ 134550 w 653662"/>
                <a:gd name="connsiteY3" fmla="*/ 0 h 1219172"/>
                <a:gd name="connsiteX0" fmla="*/ 238126 w 757238"/>
                <a:gd name="connsiteY0" fmla="*/ 0 h 1219172"/>
                <a:gd name="connsiteX1" fmla="*/ 757238 w 757238"/>
                <a:gd name="connsiteY1" fmla="*/ 285722 h 1219172"/>
                <a:gd name="connsiteX2" fmla="*/ 347663 w 757238"/>
                <a:gd name="connsiteY2" fmla="*/ 1219172 h 1219172"/>
                <a:gd name="connsiteX3" fmla="*/ 238126 w 757238"/>
                <a:gd name="connsiteY3" fmla="*/ 0 h 1219172"/>
                <a:gd name="connsiteX0" fmla="*/ 238126 w 757238"/>
                <a:gd name="connsiteY0" fmla="*/ 0 h 1219172"/>
                <a:gd name="connsiteX1" fmla="*/ 757238 w 757238"/>
                <a:gd name="connsiteY1" fmla="*/ 285722 h 1219172"/>
                <a:gd name="connsiteX2" fmla="*/ 347663 w 757238"/>
                <a:gd name="connsiteY2" fmla="*/ 1219172 h 1219172"/>
                <a:gd name="connsiteX3" fmla="*/ 238126 w 757238"/>
                <a:gd name="connsiteY3" fmla="*/ 0 h 1219172"/>
                <a:gd name="connsiteX0" fmla="*/ 757238 w 848678"/>
                <a:gd name="connsiteY0" fmla="*/ 285722 h 1219172"/>
                <a:gd name="connsiteX1" fmla="*/ 347663 w 848678"/>
                <a:gd name="connsiteY1" fmla="*/ 1219172 h 1219172"/>
                <a:gd name="connsiteX2" fmla="*/ 238126 w 848678"/>
                <a:gd name="connsiteY2" fmla="*/ 0 h 1219172"/>
                <a:gd name="connsiteX3" fmla="*/ 848678 w 848678"/>
                <a:gd name="connsiteY3" fmla="*/ 377162 h 1219172"/>
                <a:gd name="connsiteX0" fmla="*/ 757238 w 757238"/>
                <a:gd name="connsiteY0" fmla="*/ 285722 h 1219172"/>
                <a:gd name="connsiteX1" fmla="*/ 347663 w 757238"/>
                <a:gd name="connsiteY1" fmla="*/ 1219172 h 1219172"/>
                <a:gd name="connsiteX2" fmla="*/ 238126 w 757238"/>
                <a:gd name="connsiteY2" fmla="*/ 0 h 1219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7238" h="1219172">
                  <a:moveTo>
                    <a:pt x="757238" y="285722"/>
                  </a:moveTo>
                  <a:cubicBezTo>
                    <a:pt x="620713" y="596872"/>
                    <a:pt x="436563" y="746097"/>
                    <a:pt x="347663" y="1219172"/>
                  </a:cubicBezTo>
                  <a:cubicBezTo>
                    <a:pt x="-150811" y="850881"/>
                    <a:pt x="-44449" y="368291"/>
                    <a:pt x="238126" y="0"/>
                  </a:cubicBezTo>
                </a:path>
              </a:pathLst>
            </a:custGeom>
            <a:solidFill>
              <a:srgbClr val="4472C4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7">
              <a:extLst>
                <a:ext uri="{FF2B5EF4-FFF2-40B4-BE49-F238E27FC236}">
                  <a16:creationId xmlns:a16="http://schemas.microsoft.com/office/drawing/2014/main" id="{753FB60A-A2E0-8F90-B25C-DB382BDED62E}"/>
                </a:ext>
              </a:extLst>
            </p:cNvPr>
            <p:cNvSpPr/>
            <p:nvPr/>
          </p:nvSpPr>
          <p:spPr>
            <a:xfrm rot="906565">
              <a:off x="5982262" y="3873383"/>
              <a:ext cx="481012" cy="395342"/>
            </a:xfrm>
            <a:custGeom>
              <a:avLst/>
              <a:gdLst>
                <a:gd name="connsiteX0" fmla="*/ 0 w 366712"/>
                <a:gd name="connsiteY0" fmla="*/ 0 h 104775"/>
                <a:gd name="connsiteX1" fmla="*/ 366712 w 366712"/>
                <a:gd name="connsiteY1" fmla="*/ 0 h 104775"/>
                <a:gd name="connsiteX2" fmla="*/ 366712 w 366712"/>
                <a:gd name="connsiteY2" fmla="*/ 104775 h 104775"/>
                <a:gd name="connsiteX3" fmla="*/ 0 w 366712"/>
                <a:gd name="connsiteY3" fmla="*/ 104775 h 104775"/>
                <a:gd name="connsiteX4" fmla="*/ 0 w 366712"/>
                <a:gd name="connsiteY4" fmla="*/ 0 h 104775"/>
                <a:gd name="connsiteX0" fmla="*/ 0 w 414337"/>
                <a:gd name="connsiteY0" fmla="*/ 85725 h 190500"/>
                <a:gd name="connsiteX1" fmla="*/ 414337 w 414337"/>
                <a:gd name="connsiteY1" fmla="*/ 0 h 190500"/>
                <a:gd name="connsiteX2" fmla="*/ 366712 w 414337"/>
                <a:gd name="connsiteY2" fmla="*/ 190500 h 190500"/>
                <a:gd name="connsiteX3" fmla="*/ 0 w 414337"/>
                <a:gd name="connsiteY3" fmla="*/ 190500 h 190500"/>
                <a:gd name="connsiteX4" fmla="*/ 0 w 414337"/>
                <a:gd name="connsiteY4" fmla="*/ 85725 h 190500"/>
                <a:gd name="connsiteX0" fmla="*/ 0 w 576262"/>
                <a:gd name="connsiteY0" fmla="*/ 85725 h 419100"/>
                <a:gd name="connsiteX1" fmla="*/ 414337 w 576262"/>
                <a:gd name="connsiteY1" fmla="*/ 0 h 419100"/>
                <a:gd name="connsiteX2" fmla="*/ 366712 w 576262"/>
                <a:gd name="connsiteY2" fmla="*/ 190500 h 419100"/>
                <a:gd name="connsiteX3" fmla="*/ 576262 w 576262"/>
                <a:gd name="connsiteY3" fmla="*/ 419100 h 419100"/>
                <a:gd name="connsiteX4" fmla="*/ 0 w 576262"/>
                <a:gd name="connsiteY4" fmla="*/ 85725 h 419100"/>
                <a:gd name="connsiteX0" fmla="*/ 0 w 576262"/>
                <a:gd name="connsiteY0" fmla="*/ 85725 h 419100"/>
                <a:gd name="connsiteX1" fmla="*/ 414337 w 576262"/>
                <a:gd name="connsiteY1" fmla="*/ 0 h 419100"/>
                <a:gd name="connsiteX2" fmla="*/ 576262 w 576262"/>
                <a:gd name="connsiteY2" fmla="*/ 419100 h 419100"/>
                <a:gd name="connsiteX3" fmla="*/ 0 w 576262"/>
                <a:gd name="connsiteY3" fmla="*/ 857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342"/>
                <a:gd name="connsiteX1" fmla="*/ 319087 w 481012"/>
                <a:gd name="connsiteY1" fmla="*/ 0 h 395342"/>
                <a:gd name="connsiteX2" fmla="*/ 481012 w 481012"/>
                <a:gd name="connsiteY2" fmla="*/ 395287 h 395342"/>
                <a:gd name="connsiteX3" fmla="*/ 0 w 481012"/>
                <a:gd name="connsiteY3" fmla="*/ 200025 h 39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1012" h="395342">
                  <a:moveTo>
                    <a:pt x="0" y="200025"/>
                  </a:moveTo>
                  <a:lnTo>
                    <a:pt x="319087" y="0"/>
                  </a:lnTo>
                  <a:cubicBezTo>
                    <a:pt x="444499" y="63500"/>
                    <a:pt x="303212" y="250825"/>
                    <a:pt x="481012" y="395287"/>
                  </a:cubicBezTo>
                  <a:cubicBezTo>
                    <a:pt x="292100" y="396875"/>
                    <a:pt x="26987" y="365125"/>
                    <a:pt x="0" y="200025"/>
                  </a:cubicBezTo>
                  <a:close/>
                </a:path>
              </a:pathLst>
            </a:custGeom>
            <a:solidFill>
              <a:srgbClr val="4472C4">
                <a:lumMod val="60000"/>
                <a:lumOff val="40000"/>
              </a:srgb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CFD0B38-A69E-C37D-0CD3-4B427E3C18EC}"/>
                </a:ext>
              </a:extLst>
            </p:cNvPr>
            <p:cNvSpPr/>
            <p:nvPr/>
          </p:nvSpPr>
          <p:spPr>
            <a:xfrm>
              <a:off x="3185159" y="1339850"/>
              <a:ext cx="6075219" cy="3162432"/>
            </a:xfrm>
            <a:custGeom>
              <a:avLst/>
              <a:gdLst>
                <a:gd name="connsiteX0" fmla="*/ 0 w 350520"/>
                <a:gd name="connsiteY0" fmla="*/ 0 h 214630"/>
                <a:gd name="connsiteX1" fmla="*/ 350520 w 350520"/>
                <a:gd name="connsiteY1" fmla="*/ 0 h 214630"/>
                <a:gd name="connsiteX2" fmla="*/ 350520 w 350520"/>
                <a:gd name="connsiteY2" fmla="*/ 214630 h 214630"/>
                <a:gd name="connsiteX3" fmla="*/ 0 w 350520"/>
                <a:gd name="connsiteY3" fmla="*/ 214630 h 214630"/>
                <a:gd name="connsiteX4" fmla="*/ 0 w 350520"/>
                <a:gd name="connsiteY4" fmla="*/ 0 h 214630"/>
                <a:gd name="connsiteX0" fmla="*/ 0 w 4549140"/>
                <a:gd name="connsiteY0" fmla="*/ 0 h 2355850"/>
                <a:gd name="connsiteX1" fmla="*/ 350520 w 4549140"/>
                <a:gd name="connsiteY1" fmla="*/ 0 h 2355850"/>
                <a:gd name="connsiteX2" fmla="*/ 4549140 w 4549140"/>
                <a:gd name="connsiteY2" fmla="*/ 2355850 h 2355850"/>
                <a:gd name="connsiteX3" fmla="*/ 0 w 4549140"/>
                <a:gd name="connsiteY3" fmla="*/ 214630 h 2355850"/>
                <a:gd name="connsiteX4" fmla="*/ 0 w 4549140"/>
                <a:gd name="connsiteY4" fmla="*/ 0 h 2355850"/>
                <a:gd name="connsiteX0" fmla="*/ 0 w 6065520"/>
                <a:gd name="connsiteY0" fmla="*/ 0 h 3148330"/>
                <a:gd name="connsiteX1" fmla="*/ 350520 w 6065520"/>
                <a:gd name="connsiteY1" fmla="*/ 0 h 3148330"/>
                <a:gd name="connsiteX2" fmla="*/ 6065520 w 6065520"/>
                <a:gd name="connsiteY2" fmla="*/ 3148330 h 3148330"/>
                <a:gd name="connsiteX3" fmla="*/ 4549140 w 6065520"/>
                <a:gd name="connsiteY3" fmla="*/ 2355850 h 3148330"/>
                <a:gd name="connsiteX4" fmla="*/ 0 w 6065520"/>
                <a:gd name="connsiteY4" fmla="*/ 214630 h 3148330"/>
                <a:gd name="connsiteX5" fmla="*/ 0 w 6065520"/>
                <a:gd name="connsiteY5" fmla="*/ 0 h 3148330"/>
                <a:gd name="connsiteX0" fmla="*/ 0 w 6065520"/>
                <a:gd name="connsiteY0" fmla="*/ 0 h 3148330"/>
                <a:gd name="connsiteX1" fmla="*/ 350520 w 6065520"/>
                <a:gd name="connsiteY1" fmla="*/ 0 h 3148330"/>
                <a:gd name="connsiteX2" fmla="*/ 5227320 w 6065520"/>
                <a:gd name="connsiteY2" fmla="*/ 2142490 h 3148330"/>
                <a:gd name="connsiteX3" fmla="*/ 6065520 w 6065520"/>
                <a:gd name="connsiteY3" fmla="*/ 3148330 h 3148330"/>
                <a:gd name="connsiteX4" fmla="*/ 4549140 w 6065520"/>
                <a:gd name="connsiteY4" fmla="*/ 2355850 h 3148330"/>
                <a:gd name="connsiteX5" fmla="*/ 0 w 6065520"/>
                <a:gd name="connsiteY5" fmla="*/ 214630 h 3148330"/>
                <a:gd name="connsiteX6" fmla="*/ 0 w 6065520"/>
                <a:gd name="connsiteY6" fmla="*/ 0 h 3148330"/>
                <a:gd name="connsiteX0" fmla="*/ 0 w 6102876"/>
                <a:gd name="connsiteY0" fmla="*/ 0 h 3148330"/>
                <a:gd name="connsiteX1" fmla="*/ 350520 w 6102876"/>
                <a:gd name="connsiteY1" fmla="*/ 0 h 3148330"/>
                <a:gd name="connsiteX2" fmla="*/ 5882640 w 6102876"/>
                <a:gd name="connsiteY2" fmla="*/ 732790 h 3148330"/>
                <a:gd name="connsiteX3" fmla="*/ 5227320 w 6102876"/>
                <a:gd name="connsiteY3" fmla="*/ 2142490 h 3148330"/>
                <a:gd name="connsiteX4" fmla="*/ 6065520 w 6102876"/>
                <a:gd name="connsiteY4" fmla="*/ 3148330 h 3148330"/>
                <a:gd name="connsiteX5" fmla="*/ 4549140 w 6102876"/>
                <a:gd name="connsiteY5" fmla="*/ 2355850 h 3148330"/>
                <a:gd name="connsiteX6" fmla="*/ 0 w 6102876"/>
                <a:gd name="connsiteY6" fmla="*/ 214630 h 3148330"/>
                <a:gd name="connsiteX7" fmla="*/ 0 w 6102876"/>
                <a:gd name="connsiteY7" fmla="*/ 0 h 3148330"/>
                <a:gd name="connsiteX0" fmla="*/ 0 w 6102876"/>
                <a:gd name="connsiteY0" fmla="*/ 0 h 3148330"/>
                <a:gd name="connsiteX1" fmla="*/ 419100 w 6102876"/>
                <a:gd name="connsiteY1" fmla="*/ 220980 h 3148330"/>
                <a:gd name="connsiteX2" fmla="*/ 5882640 w 6102876"/>
                <a:gd name="connsiteY2" fmla="*/ 732790 h 3148330"/>
                <a:gd name="connsiteX3" fmla="*/ 5227320 w 6102876"/>
                <a:gd name="connsiteY3" fmla="*/ 2142490 h 3148330"/>
                <a:gd name="connsiteX4" fmla="*/ 6065520 w 6102876"/>
                <a:gd name="connsiteY4" fmla="*/ 3148330 h 3148330"/>
                <a:gd name="connsiteX5" fmla="*/ 4549140 w 6102876"/>
                <a:gd name="connsiteY5" fmla="*/ 2355850 h 3148330"/>
                <a:gd name="connsiteX6" fmla="*/ 0 w 6102876"/>
                <a:gd name="connsiteY6" fmla="*/ 214630 h 3148330"/>
                <a:gd name="connsiteX7" fmla="*/ 0 w 6102876"/>
                <a:gd name="connsiteY7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5882640 w 6065520"/>
                <a:gd name="connsiteY3" fmla="*/ 732790 h 3148330"/>
                <a:gd name="connsiteX4" fmla="*/ 5227320 w 6065520"/>
                <a:gd name="connsiteY4" fmla="*/ 2142490 h 3148330"/>
                <a:gd name="connsiteX5" fmla="*/ 6065520 w 6065520"/>
                <a:gd name="connsiteY5" fmla="*/ 3148330 h 3148330"/>
                <a:gd name="connsiteX6" fmla="*/ 4549140 w 6065520"/>
                <a:gd name="connsiteY6" fmla="*/ 2355850 h 3148330"/>
                <a:gd name="connsiteX7" fmla="*/ 0 w 6065520"/>
                <a:gd name="connsiteY7" fmla="*/ 214630 h 3148330"/>
                <a:gd name="connsiteX8" fmla="*/ 0 w 6065520"/>
                <a:gd name="connsiteY8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5882640 w 6065520"/>
                <a:gd name="connsiteY4" fmla="*/ 732790 h 3148330"/>
                <a:gd name="connsiteX5" fmla="*/ 5227320 w 6065520"/>
                <a:gd name="connsiteY5" fmla="*/ 2142490 h 3148330"/>
                <a:gd name="connsiteX6" fmla="*/ 6065520 w 6065520"/>
                <a:gd name="connsiteY6" fmla="*/ 3148330 h 3148330"/>
                <a:gd name="connsiteX7" fmla="*/ 4549140 w 6065520"/>
                <a:gd name="connsiteY7" fmla="*/ 2355850 h 3148330"/>
                <a:gd name="connsiteX8" fmla="*/ 0 w 6065520"/>
                <a:gd name="connsiteY8" fmla="*/ 214630 h 3148330"/>
                <a:gd name="connsiteX9" fmla="*/ 0 w 6065520"/>
                <a:gd name="connsiteY9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21463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21463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7690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7690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7690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7690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6166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6166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6166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55318"/>
                <a:gd name="connsiteX1" fmla="*/ 419100 w 6065520"/>
                <a:gd name="connsiteY1" fmla="*/ 220980 h 3155318"/>
                <a:gd name="connsiteX2" fmla="*/ 1341120 w 6065520"/>
                <a:gd name="connsiteY2" fmla="*/ 763270 h 3155318"/>
                <a:gd name="connsiteX3" fmla="*/ 3741420 w 6065520"/>
                <a:gd name="connsiteY3" fmla="*/ 1883410 h 3155318"/>
                <a:gd name="connsiteX4" fmla="*/ 4014788 w 6065520"/>
                <a:gd name="connsiteY4" fmla="*/ 1709102 h 3155318"/>
                <a:gd name="connsiteX5" fmla="*/ 3982720 w 6065520"/>
                <a:gd name="connsiteY5" fmla="*/ 1940560 h 3155318"/>
                <a:gd name="connsiteX6" fmla="*/ 5882640 w 6065520"/>
                <a:gd name="connsiteY6" fmla="*/ 732790 h 3155318"/>
                <a:gd name="connsiteX7" fmla="*/ 5661660 w 6065520"/>
                <a:gd name="connsiteY7" fmla="*/ 1365250 h 3155318"/>
                <a:gd name="connsiteX8" fmla="*/ 5227320 w 6065520"/>
                <a:gd name="connsiteY8" fmla="*/ 2142490 h 3155318"/>
                <a:gd name="connsiteX9" fmla="*/ 6065520 w 6065520"/>
                <a:gd name="connsiteY9" fmla="*/ 3148330 h 3155318"/>
                <a:gd name="connsiteX10" fmla="*/ 4549140 w 6065520"/>
                <a:gd name="connsiteY10" fmla="*/ 2355850 h 3155318"/>
                <a:gd name="connsiteX11" fmla="*/ 0 w 6065520"/>
                <a:gd name="connsiteY11" fmla="*/ 0 h 3155318"/>
                <a:gd name="connsiteX0" fmla="*/ 0 w 6065520"/>
                <a:gd name="connsiteY0" fmla="*/ 0 h 3155318"/>
                <a:gd name="connsiteX1" fmla="*/ 419100 w 6065520"/>
                <a:gd name="connsiteY1" fmla="*/ 220980 h 3155318"/>
                <a:gd name="connsiteX2" fmla="*/ 1341120 w 6065520"/>
                <a:gd name="connsiteY2" fmla="*/ 763270 h 3155318"/>
                <a:gd name="connsiteX3" fmla="*/ 3741420 w 6065520"/>
                <a:gd name="connsiteY3" fmla="*/ 1883410 h 3155318"/>
                <a:gd name="connsiteX4" fmla="*/ 4014788 w 6065520"/>
                <a:gd name="connsiteY4" fmla="*/ 1709102 h 3155318"/>
                <a:gd name="connsiteX5" fmla="*/ 3982720 w 6065520"/>
                <a:gd name="connsiteY5" fmla="*/ 1940560 h 3155318"/>
                <a:gd name="connsiteX6" fmla="*/ 5882640 w 6065520"/>
                <a:gd name="connsiteY6" fmla="*/ 732790 h 3155318"/>
                <a:gd name="connsiteX7" fmla="*/ 5661660 w 6065520"/>
                <a:gd name="connsiteY7" fmla="*/ 1365250 h 3155318"/>
                <a:gd name="connsiteX8" fmla="*/ 5227320 w 6065520"/>
                <a:gd name="connsiteY8" fmla="*/ 2142490 h 3155318"/>
                <a:gd name="connsiteX9" fmla="*/ 6065520 w 6065520"/>
                <a:gd name="connsiteY9" fmla="*/ 3148330 h 3155318"/>
                <a:gd name="connsiteX10" fmla="*/ 4549140 w 6065520"/>
                <a:gd name="connsiteY10" fmla="*/ 2355850 h 3155318"/>
                <a:gd name="connsiteX11" fmla="*/ 0 w 6065520"/>
                <a:gd name="connsiteY11" fmla="*/ 0 h 3155318"/>
                <a:gd name="connsiteX0" fmla="*/ 0 w 6130127"/>
                <a:gd name="connsiteY0" fmla="*/ 0 h 3155318"/>
                <a:gd name="connsiteX1" fmla="*/ 419100 w 6130127"/>
                <a:gd name="connsiteY1" fmla="*/ 220980 h 3155318"/>
                <a:gd name="connsiteX2" fmla="*/ 1341120 w 6130127"/>
                <a:gd name="connsiteY2" fmla="*/ 763270 h 3155318"/>
                <a:gd name="connsiteX3" fmla="*/ 3741420 w 6130127"/>
                <a:gd name="connsiteY3" fmla="*/ 1883410 h 3155318"/>
                <a:gd name="connsiteX4" fmla="*/ 4014788 w 6130127"/>
                <a:gd name="connsiteY4" fmla="*/ 1709102 h 3155318"/>
                <a:gd name="connsiteX5" fmla="*/ 3982720 w 6130127"/>
                <a:gd name="connsiteY5" fmla="*/ 1940560 h 3155318"/>
                <a:gd name="connsiteX6" fmla="*/ 5882640 w 6130127"/>
                <a:gd name="connsiteY6" fmla="*/ 732790 h 3155318"/>
                <a:gd name="connsiteX7" fmla="*/ 5661660 w 6130127"/>
                <a:gd name="connsiteY7" fmla="*/ 1365250 h 3155318"/>
                <a:gd name="connsiteX8" fmla="*/ 5227320 w 6130127"/>
                <a:gd name="connsiteY8" fmla="*/ 2142490 h 3155318"/>
                <a:gd name="connsiteX9" fmla="*/ 5775960 w 6130127"/>
                <a:gd name="connsiteY9" fmla="*/ 2569210 h 3155318"/>
                <a:gd name="connsiteX10" fmla="*/ 6065520 w 6130127"/>
                <a:gd name="connsiteY10" fmla="*/ 3148330 h 3155318"/>
                <a:gd name="connsiteX11" fmla="*/ 4549140 w 6130127"/>
                <a:gd name="connsiteY11" fmla="*/ 2355850 h 3155318"/>
                <a:gd name="connsiteX12" fmla="*/ 0 w 6130127"/>
                <a:gd name="connsiteY12" fmla="*/ 0 h 3155318"/>
                <a:gd name="connsiteX0" fmla="*/ 0 w 6130127"/>
                <a:gd name="connsiteY0" fmla="*/ 0 h 3155318"/>
                <a:gd name="connsiteX1" fmla="*/ 419100 w 6130127"/>
                <a:gd name="connsiteY1" fmla="*/ 220980 h 3155318"/>
                <a:gd name="connsiteX2" fmla="*/ 1341120 w 6130127"/>
                <a:gd name="connsiteY2" fmla="*/ 763270 h 3155318"/>
                <a:gd name="connsiteX3" fmla="*/ 3741420 w 6130127"/>
                <a:gd name="connsiteY3" fmla="*/ 1883410 h 3155318"/>
                <a:gd name="connsiteX4" fmla="*/ 4014788 w 6130127"/>
                <a:gd name="connsiteY4" fmla="*/ 1709102 h 3155318"/>
                <a:gd name="connsiteX5" fmla="*/ 3982720 w 6130127"/>
                <a:gd name="connsiteY5" fmla="*/ 1940560 h 3155318"/>
                <a:gd name="connsiteX6" fmla="*/ 5882640 w 6130127"/>
                <a:gd name="connsiteY6" fmla="*/ 732790 h 3155318"/>
                <a:gd name="connsiteX7" fmla="*/ 5661660 w 6130127"/>
                <a:gd name="connsiteY7" fmla="*/ 1365250 h 3155318"/>
                <a:gd name="connsiteX8" fmla="*/ 5227320 w 6130127"/>
                <a:gd name="connsiteY8" fmla="*/ 2142490 h 3155318"/>
                <a:gd name="connsiteX9" fmla="*/ 5775960 w 6130127"/>
                <a:gd name="connsiteY9" fmla="*/ 2569210 h 3155318"/>
                <a:gd name="connsiteX10" fmla="*/ 6065520 w 6130127"/>
                <a:gd name="connsiteY10" fmla="*/ 3148330 h 3155318"/>
                <a:gd name="connsiteX11" fmla="*/ 4549140 w 6130127"/>
                <a:gd name="connsiteY11" fmla="*/ 2355850 h 3155318"/>
                <a:gd name="connsiteX12" fmla="*/ 0 w 6130127"/>
                <a:gd name="connsiteY12" fmla="*/ 0 h 3155318"/>
                <a:gd name="connsiteX0" fmla="*/ 0 w 6123442"/>
                <a:gd name="connsiteY0" fmla="*/ 0 h 3162860"/>
                <a:gd name="connsiteX1" fmla="*/ 419100 w 6123442"/>
                <a:gd name="connsiteY1" fmla="*/ 220980 h 3162860"/>
                <a:gd name="connsiteX2" fmla="*/ 1341120 w 6123442"/>
                <a:gd name="connsiteY2" fmla="*/ 763270 h 3162860"/>
                <a:gd name="connsiteX3" fmla="*/ 3741420 w 6123442"/>
                <a:gd name="connsiteY3" fmla="*/ 1883410 h 3162860"/>
                <a:gd name="connsiteX4" fmla="*/ 4014788 w 6123442"/>
                <a:gd name="connsiteY4" fmla="*/ 1709102 h 3162860"/>
                <a:gd name="connsiteX5" fmla="*/ 3982720 w 6123442"/>
                <a:gd name="connsiteY5" fmla="*/ 1940560 h 3162860"/>
                <a:gd name="connsiteX6" fmla="*/ 5882640 w 6123442"/>
                <a:gd name="connsiteY6" fmla="*/ 732790 h 3162860"/>
                <a:gd name="connsiteX7" fmla="*/ 5661660 w 6123442"/>
                <a:gd name="connsiteY7" fmla="*/ 1365250 h 3162860"/>
                <a:gd name="connsiteX8" fmla="*/ 5227320 w 6123442"/>
                <a:gd name="connsiteY8" fmla="*/ 2142490 h 3162860"/>
                <a:gd name="connsiteX9" fmla="*/ 5775960 w 6123442"/>
                <a:gd name="connsiteY9" fmla="*/ 2569210 h 3162860"/>
                <a:gd name="connsiteX10" fmla="*/ 6057900 w 6123442"/>
                <a:gd name="connsiteY10" fmla="*/ 3155950 h 3162860"/>
                <a:gd name="connsiteX11" fmla="*/ 4549140 w 6123442"/>
                <a:gd name="connsiteY11" fmla="*/ 2355850 h 3162860"/>
                <a:gd name="connsiteX12" fmla="*/ 0 w 6123442"/>
                <a:gd name="connsiteY12" fmla="*/ 0 h 3162860"/>
                <a:gd name="connsiteX0" fmla="*/ 0 w 6075219"/>
                <a:gd name="connsiteY0" fmla="*/ 0 h 3162860"/>
                <a:gd name="connsiteX1" fmla="*/ 419100 w 6075219"/>
                <a:gd name="connsiteY1" fmla="*/ 220980 h 3162860"/>
                <a:gd name="connsiteX2" fmla="*/ 1341120 w 6075219"/>
                <a:gd name="connsiteY2" fmla="*/ 763270 h 3162860"/>
                <a:gd name="connsiteX3" fmla="*/ 3741420 w 6075219"/>
                <a:gd name="connsiteY3" fmla="*/ 1883410 h 3162860"/>
                <a:gd name="connsiteX4" fmla="*/ 4014788 w 6075219"/>
                <a:gd name="connsiteY4" fmla="*/ 1709102 h 3162860"/>
                <a:gd name="connsiteX5" fmla="*/ 3982720 w 6075219"/>
                <a:gd name="connsiteY5" fmla="*/ 1940560 h 3162860"/>
                <a:gd name="connsiteX6" fmla="*/ 5882640 w 6075219"/>
                <a:gd name="connsiteY6" fmla="*/ 732790 h 3162860"/>
                <a:gd name="connsiteX7" fmla="*/ 5661660 w 6075219"/>
                <a:gd name="connsiteY7" fmla="*/ 1365250 h 3162860"/>
                <a:gd name="connsiteX8" fmla="*/ 5227320 w 6075219"/>
                <a:gd name="connsiteY8" fmla="*/ 2142490 h 3162860"/>
                <a:gd name="connsiteX9" fmla="*/ 5775960 w 6075219"/>
                <a:gd name="connsiteY9" fmla="*/ 2569210 h 3162860"/>
                <a:gd name="connsiteX10" fmla="*/ 6057900 w 6075219"/>
                <a:gd name="connsiteY10" fmla="*/ 3155950 h 3162860"/>
                <a:gd name="connsiteX11" fmla="*/ 4549140 w 6075219"/>
                <a:gd name="connsiteY11" fmla="*/ 2355850 h 3162860"/>
                <a:gd name="connsiteX12" fmla="*/ 0 w 6075219"/>
                <a:gd name="connsiteY12" fmla="*/ 0 h 3162860"/>
                <a:gd name="connsiteX0" fmla="*/ 0 w 6075219"/>
                <a:gd name="connsiteY0" fmla="*/ 0 h 3162432"/>
                <a:gd name="connsiteX1" fmla="*/ 419100 w 6075219"/>
                <a:gd name="connsiteY1" fmla="*/ 220980 h 3162432"/>
                <a:gd name="connsiteX2" fmla="*/ 1341120 w 6075219"/>
                <a:gd name="connsiteY2" fmla="*/ 763270 h 3162432"/>
                <a:gd name="connsiteX3" fmla="*/ 3741420 w 6075219"/>
                <a:gd name="connsiteY3" fmla="*/ 1883410 h 3162432"/>
                <a:gd name="connsiteX4" fmla="*/ 4014788 w 6075219"/>
                <a:gd name="connsiteY4" fmla="*/ 1709102 h 3162432"/>
                <a:gd name="connsiteX5" fmla="*/ 3982720 w 6075219"/>
                <a:gd name="connsiteY5" fmla="*/ 1940560 h 3162432"/>
                <a:gd name="connsiteX6" fmla="*/ 5882640 w 6075219"/>
                <a:gd name="connsiteY6" fmla="*/ 732790 h 3162432"/>
                <a:gd name="connsiteX7" fmla="*/ 5661660 w 6075219"/>
                <a:gd name="connsiteY7" fmla="*/ 1365250 h 3162432"/>
                <a:gd name="connsiteX8" fmla="*/ 5227320 w 6075219"/>
                <a:gd name="connsiteY8" fmla="*/ 2142490 h 3162432"/>
                <a:gd name="connsiteX9" fmla="*/ 5775960 w 6075219"/>
                <a:gd name="connsiteY9" fmla="*/ 2569210 h 3162432"/>
                <a:gd name="connsiteX10" fmla="*/ 6057900 w 6075219"/>
                <a:gd name="connsiteY10" fmla="*/ 3155950 h 3162432"/>
                <a:gd name="connsiteX11" fmla="*/ 4549140 w 6075219"/>
                <a:gd name="connsiteY11" fmla="*/ 2355850 h 3162432"/>
                <a:gd name="connsiteX12" fmla="*/ 0 w 6075219"/>
                <a:gd name="connsiteY12" fmla="*/ 0 h 316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75219" h="3162432">
                  <a:moveTo>
                    <a:pt x="0" y="0"/>
                  </a:moveTo>
                  <a:cubicBezTo>
                    <a:pt x="284480" y="5080"/>
                    <a:pt x="279400" y="147320"/>
                    <a:pt x="419100" y="220980"/>
                  </a:cubicBezTo>
                  <a:cubicBezTo>
                    <a:pt x="652780" y="339302"/>
                    <a:pt x="1107440" y="509058"/>
                    <a:pt x="1341120" y="763270"/>
                  </a:cubicBezTo>
                  <a:cubicBezTo>
                    <a:pt x="2123440" y="1390862"/>
                    <a:pt x="3308350" y="1714500"/>
                    <a:pt x="3741420" y="1883410"/>
                  </a:cubicBezTo>
                  <a:cubicBezTo>
                    <a:pt x="3794918" y="1840125"/>
                    <a:pt x="3807936" y="1743710"/>
                    <a:pt x="4014788" y="1709102"/>
                  </a:cubicBezTo>
                  <a:cubicBezTo>
                    <a:pt x="4036537" y="1741963"/>
                    <a:pt x="3906362" y="1981835"/>
                    <a:pt x="3982720" y="1940560"/>
                  </a:cubicBezTo>
                  <a:cubicBezTo>
                    <a:pt x="4867275" y="2293620"/>
                    <a:pt x="5259070" y="788670"/>
                    <a:pt x="5882640" y="732790"/>
                  </a:cubicBezTo>
                  <a:cubicBezTo>
                    <a:pt x="5961803" y="821055"/>
                    <a:pt x="5770880" y="1130300"/>
                    <a:pt x="5661660" y="1365250"/>
                  </a:cubicBezTo>
                  <a:cubicBezTo>
                    <a:pt x="5552440" y="1516380"/>
                    <a:pt x="5416550" y="1968500"/>
                    <a:pt x="5227320" y="2142490"/>
                  </a:cubicBezTo>
                  <a:cubicBezTo>
                    <a:pt x="5511800" y="2103120"/>
                    <a:pt x="5636260" y="2401570"/>
                    <a:pt x="5775960" y="2569210"/>
                  </a:cubicBezTo>
                  <a:cubicBezTo>
                    <a:pt x="5915660" y="2736850"/>
                    <a:pt x="6139180" y="3119120"/>
                    <a:pt x="6057900" y="3155950"/>
                  </a:cubicBezTo>
                  <a:cubicBezTo>
                    <a:pt x="5567680" y="3234690"/>
                    <a:pt x="5008880" y="2574290"/>
                    <a:pt x="4549140" y="2355850"/>
                  </a:cubicBezTo>
                  <a:cubicBezTo>
                    <a:pt x="2331720" y="2195407"/>
                    <a:pt x="1203960" y="2263563"/>
                    <a:pt x="0" y="0"/>
                  </a:cubicBezTo>
                  <a:close/>
                </a:path>
              </a:pathLst>
            </a:custGeom>
            <a:solidFill>
              <a:srgbClr val="4472C4">
                <a:lumMod val="60000"/>
                <a:lumOff val="40000"/>
              </a:srgb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9EA5E5F9-154D-A582-4AEA-E360ADBBBDE8}"/>
                </a:ext>
              </a:extLst>
            </p:cNvPr>
            <p:cNvSpPr/>
            <p:nvPr/>
          </p:nvSpPr>
          <p:spPr>
            <a:xfrm>
              <a:off x="3076205" y="1339850"/>
              <a:ext cx="4619995" cy="2956147"/>
            </a:xfrm>
            <a:custGeom>
              <a:avLst/>
              <a:gdLst>
                <a:gd name="connsiteX0" fmla="*/ 0 w 2061029"/>
                <a:gd name="connsiteY0" fmla="*/ 0 h 928914"/>
                <a:gd name="connsiteX1" fmla="*/ 2061029 w 2061029"/>
                <a:gd name="connsiteY1" fmla="*/ 0 h 928914"/>
                <a:gd name="connsiteX2" fmla="*/ 2061029 w 2061029"/>
                <a:gd name="connsiteY2" fmla="*/ 928914 h 928914"/>
                <a:gd name="connsiteX3" fmla="*/ 0 w 2061029"/>
                <a:gd name="connsiteY3" fmla="*/ 928914 h 928914"/>
                <a:gd name="connsiteX4" fmla="*/ 0 w 2061029"/>
                <a:gd name="connsiteY4" fmla="*/ 0 h 928914"/>
                <a:gd name="connsiteX0" fmla="*/ 0 w 2359479"/>
                <a:gd name="connsiteY0" fmla="*/ 0 h 2433864"/>
                <a:gd name="connsiteX1" fmla="*/ 2359479 w 2359479"/>
                <a:gd name="connsiteY1" fmla="*/ 1504950 h 2433864"/>
                <a:gd name="connsiteX2" fmla="*/ 2359479 w 2359479"/>
                <a:gd name="connsiteY2" fmla="*/ 2433864 h 2433864"/>
                <a:gd name="connsiteX3" fmla="*/ 298450 w 2359479"/>
                <a:gd name="connsiteY3" fmla="*/ 2433864 h 2433864"/>
                <a:gd name="connsiteX4" fmla="*/ 0 w 2359479"/>
                <a:gd name="connsiteY4" fmla="*/ 0 h 2433864"/>
                <a:gd name="connsiteX0" fmla="*/ 0 w 3510099"/>
                <a:gd name="connsiteY0" fmla="*/ 0 h 2433864"/>
                <a:gd name="connsiteX1" fmla="*/ 2359479 w 3510099"/>
                <a:gd name="connsiteY1" fmla="*/ 1504950 h 2433864"/>
                <a:gd name="connsiteX2" fmla="*/ 3510099 w 3510099"/>
                <a:gd name="connsiteY2" fmla="*/ 2151924 h 2433864"/>
                <a:gd name="connsiteX3" fmla="*/ 298450 w 3510099"/>
                <a:gd name="connsiteY3" fmla="*/ 2433864 h 2433864"/>
                <a:gd name="connsiteX4" fmla="*/ 0 w 3510099"/>
                <a:gd name="connsiteY4" fmla="*/ 0 h 2433864"/>
                <a:gd name="connsiteX0" fmla="*/ 0 w 3510099"/>
                <a:gd name="connsiteY0" fmla="*/ 0 h 2921544"/>
                <a:gd name="connsiteX1" fmla="*/ 2359479 w 3510099"/>
                <a:gd name="connsiteY1" fmla="*/ 1504950 h 2921544"/>
                <a:gd name="connsiteX2" fmla="*/ 3510099 w 3510099"/>
                <a:gd name="connsiteY2" fmla="*/ 2151924 h 2921544"/>
                <a:gd name="connsiteX3" fmla="*/ 2470150 w 3510099"/>
                <a:gd name="connsiteY3" fmla="*/ 2921544 h 2921544"/>
                <a:gd name="connsiteX4" fmla="*/ 0 w 3510099"/>
                <a:gd name="connsiteY4" fmla="*/ 0 h 2921544"/>
                <a:gd name="connsiteX0" fmla="*/ 47076 w 3557175"/>
                <a:gd name="connsiteY0" fmla="*/ 0 h 2921544"/>
                <a:gd name="connsiteX1" fmla="*/ 2406555 w 3557175"/>
                <a:gd name="connsiteY1" fmla="*/ 1504950 h 2921544"/>
                <a:gd name="connsiteX2" fmla="*/ 3557175 w 3557175"/>
                <a:gd name="connsiteY2" fmla="*/ 2151924 h 2921544"/>
                <a:gd name="connsiteX3" fmla="*/ 2517226 w 3557175"/>
                <a:gd name="connsiteY3" fmla="*/ 2921544 h 2921544"/>
                <a:gd name="connsiteX4" fmla="*/ 47076 w 3557175"/>
                <a:gd name="connsiteY4" fmla="*/ 0 h 2921544"/>
                <a:gd name="connsiteX0" fmla="*/ 77517 w 3587616"/>
                <a:gd name="connsiteY0" fmla="*/ 0 h 2953725"/>
                <a:gd name="connsiteX1" fmla="*/ 2436996 w 3587616"/>
                <a:gd name="connsiteY1" fmla="*/ 1504950 h 2953725"/>
                <a:gd name="connsiteX2" fmla="*/ 3587616 w 3587616"/>
                <a:gd name="connsiteY2" fmla="*/ 2151924 h 2953725"/>
                <a:gd name="connsiteX3" fmla="*/ 2547667 w 3587616"/>
                <a:gd name="connsiteY3" fmla="*/ 2921544 h 2953725"/>
                <a:gd name="connsiteX4" fmla="*/ 77517 w 3587616"/>
                <a:gd name="connsiteY4" fmla="*/ 0 h 2953725"/>
                <a:gd name="connsiteX0" fmla="*/ 94259 w 3604358"/>
                <a:gd name="connsiteY0" fmla="*/ 0 h 2956147"/>
                <a:gd name="connsiteX1" fmla="*/ 2453738 w 3604358"/>
                <a:gd name="connsiteY1" fmla="*/ 1504950 h 2956147"/>
                <a:gd name="connsiteX2" fmla="*/ 3604358 w 3604358"/>
                <a:gd name="connsiteY2" fmla="*/ 2151924 h 2956147"/>
                <a:gd name="connsiteX3" fmla="*/ 2564409 w 3604358"/>
                <a:gd name="connsiteY3" fmla="*/ 2921544 h 2956147"/>
                <a:gd name="connsiteX4" fmla="*/ 94259 w 3604358"/>
                <a:gd name="connsiteY4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2453738 w 3604358"/>
                <a:gd name="connsiteY2" fmla="*/ 1504950 h 2956147"/>
                <a:gd name="connsiteX3" fmla="*/ 3604358 w 3604358"/>
                <a:gd name="connsiteY3" fmla="*/ 2151924 h 2956147"/>
                <a:gd name="connsiteX4" fmla="*/ 2564409 w 3604358"/>
                <a:gd name="connsiteY4" fmla="*/ 2921544 h 2956147"/>
                <a:gd name="connsiteX5" fmla="*/ 94259 w 3604358"/>
                <a:gd name="connsiteY5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870955 w 3604358"/>
                <a:gd name="connsiteY2" fmla="*/ 763270 h 2956147"/>
                <a:gd name="connsiteX3" fmla="*/ 2453738 w 3604358"/>
                <a:gd name="connsiteY3" fmla="*/ 1504950 h 2956147"/>
                <a:gd name="connsiteX4" fmla="*/ 3604358 w 3604358"/>
                <a:gd name="connsiteY4" fmla="*/ 2151924 h 2956147"/>
                <a:gd name="connsiteX5" fmla="*/ 2564409 w 3604358"/>
                <a:gd name="connsiteY5" fmla="*/ 2921544 h 2956147"/>
                <a:gd name="connsiteX6" fmla="*/ 94259 w 3604358"/>
                <a:gd name="connsiteY6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870955 w 3604358"/>
                <a:gd name="connsiteY2" fmla="*/ 763270 h 2956147"/>
                <a:gd name="connsiteX3" fmla="*/ 1442455 w 3604358"/>
                <a:gd name="connsiteY3" fmla="*/ 1121410 h 2956147"/>
                <a:gd name="connsiteX4" fmla="*/ 2453738 w 3604358"/>
                <a:gd name="connsiteY4" fmla="*/ 1504950 h 2956147"/>
                <a:gd name="connsiteX5" fmla="*/ 3604358 w 3604358"/>
                <a:gd name="connsiteY5" fmla="*/ 2151924 h 2956147"/>
                <a:gd name="connsiteX6" fmla="*/ 2564409 w 3604358"/>
                <a:gd name="connsiteY6" fmla="*/ 2921544 h 2956147"/>
                <a:gd name="connsiteX7" fmla="*/ 94259 w 3604358"/>
                <a:gd name="connsiteY7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870955 w 3604358"/>
                <a:gd name="connsiteY2" fmla="*/ 763270 h 2956147"/>
                <a:gd name="connsiteX3" fmla="*/ 1442455 w 3604358"/>
                <a:gd name="connsiteY3" fmla="*/ 1121410 h 2956147"/>
                <a:gd name="connsiteX4" fmla="*/ 2415638 w 3604358"/>
                <a:gd name="connsiteY4" fmla="*/ 2030730 h 2956147"/>
                <a:gd name="connsiteX5" fmla="*/ 3604358 w 3604358"/>
                <a:gd name="connsiteY5" fmla="*/ 2151924 h 2956147"/>
                <a:gd name="connsiteX6" fmla="*/ 2564409 w 3604358"/>
                <a:gd name="connsiteY6" fmla="*/ 2921544 h 2956147"/>
                <a:gd name="connsiteX7" fmla="*/ 94259 w 3604358"/>
                <a:gd name="connsiteY7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870955 w 3604358"/>
                <a:gd name="connsiteY2" fmla="*/ 763270 h 2956147"/>
                <a:gd name="connsiteX3" fmla="*/ 1442455 w 3604358"/>
                <a:gd name="connsiteY3" fmla="*/ 1121410 h 2956147"/>
                <a:gd name="connsiteX4" fmla="*/ 2415638 w 3604358"/>
                <a:gd name="connsiteY4" fmla="*/ 2030730 h 2956147"/>
                <a:gd name="connsiteX5" fmla="*/ 2966455 w 3604358"/>
                <a:gd name="connsiteY5" fmla="*/ 2043430 h 2956147"/>
                <a:gd name="connsiteX6" fmla="*/ 3604358 w 3604358"/>
                <a:gd name="connsiteY6" fmla="*/ 2151924 h 2956147"/>
                <a:gd name="connsiteX7" fmla="*/ 2564409 w 3604358"/>
                <a:gd name="connsiteY7" fmla="*/ 2921544 h 2956147"/>
                <a:gd name="connsiteX8" fmla="*/ 94259 w 3604358"/>
                <a:gd name="connsiteY8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870955 w 3604358"/>
                <a:gd name="connsiteY2" fmla="*/ 763270 h 2956147"/>
                <a:gd name="connsiteX3" fmla="*/ 1442455 w 3604358"/>
                <a:gd name="connsiteY3" fmla="*/ 1121410 h 2956147"/>
                <a:gd name="connsiteX4" fmla="*/ 2415638 w 3604358"/>
                <a:gd name="connsiteY4" fmla="*/ 2030730 h 2956147"/>
                <a:gd name="connsiteX5" fmla="*/ 2966455 w 3604358"/>
                <a:gd name="connsiteY5" fmla="*/ 2043430 h 2956147"/>
                <a:gd name="connsiteX6" fmla="*/ 3604358 w 3604358"/>
                <a:gd name="connsiteY6" fmla="*/ 2151924 h 2956147"/>
                <a:gd name="connsiteX7" fmla="*/ 2564409 w 3604358"/>
                <a:gd name="connsiteY7" fmla="*/ 2921544 h 2956147"/>
                <a:gd name="connsiteX8" fmla="*/ 94259 w 3604358"/>
                <a:gd name="connsiteY8" fmla="*/ 0 h 2956147"/>
                <a:gd name="connsiteX0" fmla="*/ 94259 w 4624419"/>
                <a:gd name="connsiteY0" fmla="*/ 0 h 2956147"/>
                <a:gd name="connsiteX1" fmla="*/ 482335 w 4624419"/>
                <a:gd name="connsiteY1" fmla="*/ 374650 h 2956147"/>
                <a:gd name="connsiteX2" fmla="*/ 870955 w 4624419"/>
                <a:gd name="connsiteY2" fmla="*/ 763270 h 2956147"/>
                <a:gd name="connsiteX3" fmla="*/ 1442455 w 4624419"/>
                <a:gd name="connsiteY3" fmla="*/ 1121410 h 2956147"/>
                <a:gd name="connsiteX4" fmla="*/ 2415638 w 4624419"/>
                <a:gd name="connsiteY4" fmla="*/ 2030730 h 2956147"/>
                <a:gd name="connsiteX5" fmla="*/ 2966455 w 4624419"/>
                <a:gd name="connsiteY5" fmla="*/ 2043430 h 2956147"/>
                <a:gd name="connsiteX6" fmla="*/ 3604358 w 4624419"/>
                <a:gd name="connsiteY6" fmla="*/ 2151924 h 2956147"/>
                <a:gd name="connsiteX7" fmla="*/ 4619995 w 4624419"/>
                <a:gd name="connsiteY7" fmla="*/ 2355850 h 2956147"/>
                <a:gd name="connsiteX8" fmla="*/ 2564409 w 4624419"/>
                <a:gd name="connsiteY8" fmla="*/ 2921544 h 2956147"/>
                <a:gd name="connsiteX9" fmla="*/ 94259 w 4624419"/>
                <a:gd name="connsiteY9" fmla="*/ 0 h 2956147"/>
                <a:gd name="connsiteX0" fmla="*/ 94259 w 4629940"/>
                <a:gd name="connsiteY0" fmla="*/ 0 h 2956147"/>
                <a:gd name="connsiteX1" fmla="*/ 482335 w 4629940"/>
                <a:gd name="connsiteY1" fmla="*/ 374650 h 2956147"/>
                <a:gd name="connsiteX2" fmla="*/ 870955 w 4629940"/>
                <a:gd name="connsiteY2" fmla="*/ 763270 h 2956147"/>
                <a:gd name="connsiteX3" fmla="*/ 1442455 w 4629940"/>
                <a:gd name="connsiteY3" fmla="*/ 1121410 h 2956147"/>
                <a:gd name="connsiteX4" fmla="*/ 2415638 w 4629940"/>
                <a:gd name="connsiteY4" fmla="*/ 2030730 h 2956147"/>
                <a:gd name="connsiteX5" fmla="*/ 2966455 w 4629940"/>
                <a:gd name="connsiteY5" fmla="*/ 2043430 h 2956147"/>
                <a:gd name="connsiteX6" fmla="*/ 3604358 w 4629940"/>
                <a:gd name="connsiteY6" fmla="*/ 2151924 h 2956147"/>
                <a:gd name="connsiteX7" fmla="*/ 4619995 w 4629940"/>
                <a:gd name="connsiteY7" fmla="*/ 2355850 h 2956147"/>
                <a:gd name="connsiteX8" fmla="*/ 2564409 w 4629940"/>
                <a:gd name="connsiteY8" fmla="*/ 2921544 h 2956147"/>
                <a:gd name="connsiteX9" fmla="*/ 94259 w 4629940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9995" h="2956147">
                  <a:moveTo>
                    <a:pt x="94259" y="0"/>
                  </a:moveTo>
                  <a:cubicBezTo>
                    <a:pt x="287118" y="117263"/>
                    <a:pt x="289476" y="257387"/>
                    <a:pt x="482335" y="374650"/>
                  </a:cubicBezTo>
                  <a:cubicBezTo>
                    <a:pt x="757290" y="475932"/>
                    <a:pt x="700775" y="666750"/>
                    <a:pt x="870955" y="763270"/>
                  </a:cubicBezTo>
                  <a:cubicBezTo>
                    <a:pt x="1338950" y="876617"/>
                    <a:pt x="1231635" y="984250"/>
                    <a:pt x="1442455" y="1121410"/>
                  </a:cubicBezTo>
                  <a:cubicBezTo>
                    <a:pt x="1733512" y="1314980"/>
                    <a:pt x="1986469" y="1808585"/>
                    <a:pt x="2415638" y="2030730"/>
                  </a:cubicBezTo>
                  <a:cubicBezTo>
                    <a:pt x="2609404" y="2093383"/>
                    <a:pt x="2780309" y="2018877"/>
                    <a:pt x="2966455" y="2043430"/>
                  </a:cubicBezTo>
                  <a:lnTo>
                    <a:pt x="3604358" y="2151924"/>
                  </a:lnTo>
                  <a:cubicBezTo>
                    <a:pt x="4227384" y="2118299"/>
                    <a:pt x="4408449" y="2160875"/>
                    <a:pt x="4619995" y="2355850"/>
                  </a:cubicBezTo>
                  <a:cubicBezTo>
                    <a:pt x="4026240" y="2369155"/>
                    <a:pt x="3173404" y="2923479"/>
                    <a:pt x="2564409" y="2921544"/>
                  </a:cubicBezTo>
                  <a:cubicBezTo>
                    <a:pt x="765666" y="3227856"/>
                    <a:pt x="-339658" y="1438668"/>
                    <a:pt x="94259" y="0"/>
                  </a:cubicBezTo>
                  <a:close/>
                </a:path>
              </a:pathLst>
            </a:custGeom>
            <a:solidFill>
              <a:srgbClr val="4472C4">
                <a:lumMod val="40000"/>
                <a:lumOff val="60000"/>
              </a:srgb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E6F5E2FC-3B40-86AE-0676-E1FEF2EAA14B}"/>
                </a:ext>
              </a:extLst>
            </p:cNvPr>
            <p:cNvSpPr/>
            <p:nvPr/>
          </p:nvSpPr>
          <p:spPr>
            <a:xfrm>
              <a:off x="4984398" y="1655984"/>
              <a:ext cx="891846" cy="1181100"/>
            </a:xfrm>
            <a:custGeom>
              <a:avLst/>
              <a:gdLst>
                <a:gd name="connsiteX0" fmla="*/ 0 w 960120"/>
                <a:gd name="connsiteY0" fmla="*/ 0 h 518160"/>
                <a:gd name="connsiteX1" fmla="*/ 960120 w 960120"/>
                <a:gd name="connsiteY1" fmla="*/ 0 h 518160"/>
                <a:gd name="connsiteX2" fmla="*/ 960120 w 960120"/>
                <a:gd name="connsiteY2" fmla="*/ 518160 h 518160"/>
                <a:gd name="connsiteX3" fmla="*/ 0 w 960120"/>
                <a:gd name="connsiteY3" fmla="*/ 518160 h 518160"/>
                <a:gd name="connsiteX4" fmla="*/ 0 w 960120"/>
                <a:gd name="connsiteY4" fmla="*/ 0 h 518160"/>
                <a:gd name="connsiteX0" fmla="*/ 0 w 960120"/>
                <a:gd name="connsiteY0" fmla="*/ 571500 h 1089660"/>
                <a:gd name="connsiteX1" fmla="*/ 937260 w 960120"/>
                <a:gd name="connsiteY1" fmla="*/ 0 h 1089660"/>
                <a:gd name="connsiteX2" fmla="*/ 960120 w 960120"/>
                <a:gd name="connsiteY2" fmla="*/ 1089660 h 1089660"/>
                <a:gd name="connsiteX3" fmla="*/ 0 w 960120"/>
                <a:gd name="connsiteY3" fmla="*/ 1089660 h 1089660"/>
                <a:gd name="connsiteX4" fmla="*/ 0 w 960120"/>
                <a:gd name="connsiteY4" fmla="*/ 571500 h 1089660"/>
                <a:gd name="connsiteX0" fmla="*/ 0 w 982980"/>
                <a:gd name="connsiteY0" fmla="*/ 830580 h 1089660"/>
                <a:gd name="connsiteX1" fmla="*/ 960120 w 982980"/>
                <a:gd name="connsiteY1" fmla="*/ 0 h 1089660"/>
                <a:gd name="connsiteX2" fmla="*/ 982980 w 982980"/>
                <a:gd name="connsiteY2" fmla="*/ 1089660 h 1089660"/>
                <a:gd name="connsiteX3" fmla="*/ 22860 w 982980"/>
                <a:gd name="connsiteY3" fmla="*/ 1089660 h 1089660"/>
                <a:gd name="connsiteX4" fmla="*/ 0 w 982980"/>
                <a:gd name="connsiteY4" fmla="*/ 830580 h 1089660"/>
                <a:gd name="connsiteX0" fmla="*/ 0 w 982980"/>
                <a:gd name="connsiteY0" fmla="*/ 830580 h 1089660"/>
                <a:gd name="connsiteX1" fmla="*/ 960120 w 982980"/>
                <a:gd name="connsiteY1" fmla="*/ 0 h 1089660"/>
                <a:gd name="connsiteX2" fmla="*/ 982980 w 982980"/>
                <a:gd name="connsiteY2" fmla="*/ 1089660 h 1089660"/>
                <a:gd name="connsiteX3" fmla="*/ 0 w 982980"/>
                <a:gd name="connsiteY3" fmla="*/ 830580 h 1089660"/>
                <a:gd name="connsiteX0" fmla="*/ 0 w 960120"/>
                <a:gd name="connsiteY0" fmla="*/ 830580 h 1181100"/>
                <a:gd name="connsiteX1" fmla="*/ 960120 w 960120"/>
                <a:gd name="connsiteY1" fmla="*/ 0 h 1181100"/>
                <a:gd name="connsiteX2" fmla="*/ 899160 w 960120"/>
                <a:gd name="connsiteY2" fmla="*/ 1181100 h 1181100"/>
                <a:gd name="connsiteX3" fmla="*/ 0 w 960120"/>
                <a:gd name="connsiteY3" fmla="*/ 830580 h 1181100"/>
                <a:gd name="connsiteX0" fmla="*/ 0 w 891540"/>
                <a:gd name="connsiteY0" fmla="*/ 830580 h 1181100"/>
                <a:gd name="connsiteX1" fmla="*/ 891540 w 891540"/>
                <a:gd name="connsiteY1" fmla="*/ 0 h 1181100"/>
                <a:gd name="connsiteX2" fmla="*/ 830580 w 891540"/>
                <a:gd name="connsiteY2" fmla="*/ 1181100 h 1181100"/>
                <a:gd name="connsiteX3" fmla="*/ 0 w 891540"/>
                <a:gd name="connsiteY3" fmla="*/ 830580 h 1181100"/>
                <a:gd name="connsiteX0" fmla="*/ 280 w 891820"/>
                <a:gd name="connsiteY0" fmla="*/ 830580 h 1181100"/>
                <a:gd name="connsiteX1" fmla="*/ 891820 w 891820"/>
                <a:gd name="connsiteY1" fmla="*/ 0 h 1181100"/>
                <a:gd name="connsiteX2" fmla="*/ 830860 w 891820"/>
                <a:gd name="connsiteY2" fmla="*/ 1181100 h 1181100"/>
                <a:gd name="connsiteX3" fmla="*/ 280 w 891820"/>
                <a:gd name="connsiteY3" fmla="*/ 830580 h 1181100"/>
                <a:gd name="connsiteX0" fmla="*/ 306 w 891846"/>
                <a:gd name="connsiteY0" fmla="*/ 830580 h 1181100"/>
                <a:gd name="connsiteX1" fmla="*/ 891846 w 891846"/>
                <a:gd name="connsiteY1" fmla="*/ 0 h 1181100"/>
                <a:gd name="connsiteX2" fmla="*/ 830886 w 891846"/>
                <a:gd name="connsiteY2" fmla="*/ 1181100 h 1181100"/>
                <a:gd name="connsiteX3" fmla="*/ 306 w 891846"/>
                <a:gd name="connsiteY3" fmla="*/ 830580 h 1181100"/>
                <a:gd name="connsiteX0" fmla="*/ 306 w 891846"/>
                <a:gd name="connsiteY0" fmla="*/ 830580 h 1181100"/>
                <a:gd name="connsiteX1" fmla="*/ 891846 w 891846"/>
                <a:gd name="connsiteY1" fmla="*/ 0 h 1181100"/>
                <a:gd name="connsiteX2" fmla="*/ 830886 w 891846"/>
                <a:gd name="connsiteY2" fmla="*/ 1181100 h 1181100"/>
                <a:gd name="connsiteX3" fmla="*/ 306 w 891846"/>
                <a:gd name="connsiteY3" fmla="*/ 830580 h 1181100"/>
                <a:gd name="connsiteX0" fmla="*/ 306 w 891846"/>
                <a:gd name="connsiteY0" fmla="*/ 830580 h 1181100"/>
                <a:gd name="connsiteX1" fmla="*/ 891846 w 891846"/>
                <a:gd name="connsiteY1" fmla="*/ 0 h 1181100"/>
                <a:gd name="connsiteX2" fmla="*/ 830886 w 891846"/>
                <a:gd name="connsiteY2" fmla="*/ 1181100 h 1181100"/>
                <a:gd name="connsiteX3" fmla="*/ 306 w 891846"/>
                <a:gd name="connsiteY3" fmla="*/ 830580 h 1181100"/>
                <a:gd name="connsiteX0" fmla="*/ 306 w 891846"/>
                <a:gd name="connsiteY0" fmla="*/ 830580 h 1181100"/>
                <a:gd name="connsiteX1" fmla="*/ 891846 w 891846"/>
                <a:gd name="connsiteY1" fmla="*/ 0 h 1181100"/>
                <a:gd name="connsiteX2" fmla="*/ 830886 w 891846"/>
                <a:gd name="connsiteY2" fmla="*/ 1181100 h 1181100"/>
                <a:gd name="connsiteX3" fmla="*/ 91746 w 891846"/>
                <a:gd name="connsiteY3" fmla="*/ 922020 h 1181100"/>
                <a:gd name="connsiteX0" fmla="*/ 306 w 891846"/>
                <a:gd name="connsiteY0" fmla="*/ 830580 h 1181100"/>
                <a:gd name="connsiteX1" fmla="*/ 891846 w 891846"/>
                <a:gd name="connsiteY1" fmla="*/ 0 h 1181100"/>
                <a:gd name="connsiteX2" fmla="*/ 830886 w 891846"/>
                <a:gd name="connsiteY2" fmla="*/ 118110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1846" h="1181100">
                  <a:moveTo>
                    <a:pt x="306" y="830580"/>
                  </a:moveTo>
                  <a:cubicBezTo>
                    <a:pt x="-14934" y="576580"/>
                    <a:pt x="541326" y="101600"/>
                    <a:pt x="891846" y="0"/>
                  </a:cubicBezTo>
                  <a:cubicBezTo>
                    <a:pt x="490526" y="408940"/>
                    <a:pt x="752146" y="1145540"/>
                    <a:pt x="830886" y="1181100"/>
                  </a:cubicBezTo>
                </a:path>
              </a:pathLst>
            </a:custGeom>
            <a:solidFill>
              <a:srgbClr val="4472C4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38963ABC-75C2-D065-031D-19E1A1F6B2D7}"/>
                </a:ext>
              </a:extLst>
            </p:cNvPr>
            <p:cNvSpPr/>
            <p:nvPr/>
          </p:nvSpPr>
          <p:spPr>
            <a:xfrm>
              <a:off x="5221605" y="3743353"/>
              <a:ext cx="1101090" cy="936280"/>
            </a:xfrm>
            <a:custGeom>
              <a:avLst/>
              <a:gdLst>
                <a:gd name="connsiteX0" fmla="*/ 0 w 289560"/>
                <a:gd name="connsiteY0" fmla="*/ 0 h 45719"/>
                <a:gd name="connsiteX1" fmla="*/ 289560 w 289560"/>
                <a:gd name="connsiteY1" fmla="*/ 0 h 45719"/>
                <a:gd name="connsiteX2" fmla="*/ 289560 w 289560"/>
                <a:gd name="connsiteY2" fmla="*/ 45719 h 45719"/>
                <a:gd name="connsiteX3" fmla="*/ 0 w 289560"/>
                <a:gd name="connsiteY3" fmla="*/ 45719 h 45719"/>
                <a:gd name="connsiteX4" fmla="*/ 0 w 289560"/>
                <a:gd name="connsiteY4" fmla="*/ 0 h 45719"/>
                <a:gd name="connsiteX0" fmla="*/ 0 w 289560"/>
                <a:gd name="connsiteY0" fmla="*/ 53341 h 99060"/>
                <a:gd name="connsiteX1" fmla="*/ 289560 w 289560"/>
                <a:gd name="connsiteY1" fmla="*/ 53341 h 99060"/>
                <a:gd name="connsiteX2" fmla="*/ 121920 w 289560"/>
                <a:gd name="connsiteY2" fmla="*/ 0 h 99060"/>
                <a:gd name="connsiteX3" fmla="*/ 0 w 289560"/>
                <a:gd name="connsiteY3" fmla="*/ 99060 h 99060"/>
                <a:gd name="connsiteX4" fmla="*/ 0 w 289560"/>
                <a:gd name="connsiteY4" fmla="*/ 53341 h 99060"/>
                <a:gd name="connsiteX0" fmla="*/ 1158240 w 1158240"/>
                <a:gd name="connsiteY0" fmla="*/ 868681 h 868681"/>
                <a:gd name="connsiteX1" fmla="*/ 289560 w 1158240"/>
                <a:gd name="connsiteY1" fmla="*/ 53341 h 868681"/>
                <a:gd name="connsiteX2" fmla="*/ 121920 w 1158240"/>
                <a:gd name="connsiteY2" fmla="*/ 0 h 868681"/>
                <a:gd name="connsiteX3" fmla="*/ 0 w 1158240"/>
                <a:gd name="connsiteY3" fmla="*/ 99060 h 868681"/>
                <a:gd name="connsiteX4" fmla="*/ 1158240 w 1158240"/>
                <a:gd name="connsiteY4" fmla="*/ 868681 h 868681"/>
                <a:gd name="connsiteX0" fmla="*/ 1158240 w 1158240"/>
                <a:gd name="connsiteY0" fmla="*/ 868681 h 868681"/>
                <a:gd name="connsiteX1" fmla="*/ 121920 w 1158240"/>
                <a:gd name="connsiteY1" fmla="*/ 0 h 868681"/>
                <a:gd name="connsiteX2" fmla="*/ 0 w 1158240"/>
                <a:gd name="connsiteY2" fmla="*/ 99060 h 868681"/>
                <a:gd name="connsiteX3" fmla="*/ 1158240 w 1158240"/>
                <a:gd name="connsiteY3" fmla="*/ 868681 h 868681"/>
                <a:gd name="connsiteX0" fmla="*/ 1158240 w 1158240"/>
                <a:gd name="connsiteY0" fmla="*/ 902018 h 902018"/>
                <a:gd name="connsiteX1" fmla="*/ 93345 w 1158240"/>
                <a:gd name="connsiteY1" fmla="*/ 0 h 902018"/>
                <a:gd name="connsiteX2" fmla="*/ 0 w 1158240"/>
                <a:gd name="connsiteY2" fmla="*/ 132397 h 902018"/>
                <a:gd name="connsiteX3" fmla="*/ 1158240 w 1158240"/>
                <a:gd name="connsiteY3" fmla="*/ 902018 h 902018"/>
                <a:gd name="connsiteX0" fmla="*/ 1158240 w 1158240"/>
                <a:gd name="connsiteY0" fmla="*/ 907206 h 907206"/>
                <a:gd name="connsiteX1" fmla="*/ 93345 w 1158240"/>
                <a:gd name="connsiteY1" fmla="*/ 5188 h 907206"/>
                <a:gd name="connsiteX2" fmla="*/ 0 w 1158240"/>
                <a:gd name="connsiteY2" fmla="*/ 137585 h 907206"/>
                <a:gd name="connsiteX3" fmla="*/ 1158240 w 1158240"/>
                <a:gd name="connsiteY3" fmla="*/ 907206 h 907206"/>
                <a:gd name="connsiteX0" fmla="*/ 1110615 w 1110615"/>
                <a:gd name="connsiteY0" fmla="*/ 907206 h 907206"/>
                <a:gd name="connsiteX1" fmla="*/ 45720 w 1110615"/>
                <a:gd name="connsiteY1" fmla="*/ 5188 h 907206"/>
                <a:gd name="connsiteX2" fmla="*/ 0 w 1110615"/>
                <a:gd name="connsiteY2" fmla="*/ 123297 h 907206"/>
                <a:gd name="connsiteX3" fmla="*/ 1110615 w 1110615"/>
                <a:gd name="connsiteY3" fmla="*/ 907206 h 907206"/>
                <a:gd name="connsiteX0" fmla="*/ 1101090 w 1101090"/>
                <a:gd name="connsiteY0" fmla="*/ 949782 h 949782"/>
                <a:gd name="connsiteX1" fmla="*/ 45720 w 1101090"/>
                <a:gd name="connsiteY1" fmla="*/ 4901 h 949782"/>
                <a:gd name="connsiteX2" fmla="*/ 0 w 1101090"/>
                <a:gd name="connsiteY2" fmla="*/ 123010 h 949782"/>
                <a:gd name="connsiteX3" fmla="*/ 1101090 w 1101090"/>
                <a:gd name="connsiteY3" fmla="*/ 949782 h 949782"/>
                <a:gd name="connsiteX0" fmla="*/ 1101090 w 1101090"/>
                <a:gd name="connsiteY0" fmla="*/ 949782 h 949782"/>
                <a:gd name="connsiteX1" fmla="*/ 45720 w 1101090"/>
                <a:gd name="connsiteY1" fmla="*/ 4901 h 949782"/>
                <a:gd name="connsiteX2" fmla="*/ 0 w 1101090"/>
                <a:gd name="connsiteY2" fmla="*/ 123010 h 949782"/>
                <a:gd name="connsiteX3" fmla="*/ 1101090 w 1101090"/>
                <a:gd name="connsiteY3" fmla="*/ 949782 h 949782"/>
                <a:gd name="connsiteX0" fmla="*/ 1101090 w 1101090"/>
                <a:gd name="connsiteY0" fmla="*/ 954741 h 954741"/>
                <a:gd name="connsiteX1" fmla="*/ 45720 w 1101090"/>
                <a:gd name="connsiteY1" fmla="*/ 9860 h 954741"/>
                <a:gd name="connsiteX2" fmla="*/ 0 w 1101090"/>
                <a:gd name="connsiteY2" fmla="*/ 127969 h 954741"/>
                <a:gd name="connsiteX3" fmla="*/ 1101090 w 1101090"/>
                <a:gd name="connsiteY3" fmla="*/ 954741 h 954741"/>
                <a:gd name="connsiteX0" fmla="*/ 1101090 w 1101090"/>
                <a:gd name="connsiteY0" fmla="*/ 954741 h 954741"/>
                <a:gd name="connsiteX1" fmla="*/ 45720 w 1101090"/>
                <a:gd name="connsiteY1" fmla="*/ 9860 h 954741"/>
                <a:gd name="connsiteX2" fmla="*/ 0 w 1101090"/>
                <a:gd name="connsiteY2" fmla="*/ 127969 h 954741"/>
                <a:gd name="connsiteX3" fmla="*/ 1101090 w 1101090"/>
                <a:gd name="connsiteY3" fmla="*/ 954741 h 954741"/>
                <a:gd name="connsiteX0" fmla="*/ 1101090 w 1101090"/>
                <a:gd name="connsiteY0" fmla="*/ 955083 h 955083"/>
                <a:gd name="connsiteX1" fmla="*/ 45720 w 1101090"/>
                <a:gd name="connsiteY1" fmla="*/ 10202 h 955083"/>
                <a:gd name="connsiteX2" fmla="*/ 0 w 1101090"/>
                <a:gd name="connsiteY2" fmla="*/ 128311 h 955083"/>
                <a:gd name="connsiteX3" fmla="*/ 1101090 w 1101090"/>
                <a:gd name="connsiteY3" fmla="*/ 955083 h 955083"/>
                <a:gd name="connsiteX0" fmla="*/ 1101090 w 1101090"/>
                <a:gd name="connsiteY0" fmla="*/ 936280 h 936280"/>
                <a:gd name="connsiteX1" fmla="*/ 45720 w 1101090"/>
                <a:gd name="connsiteY1" fmla="*/ 10449 h 936280"/>
                <a:gd name="connsiteX2" fmla="*/ 0 w 1101090"/>
                <a:gd name="connsiteY2" fmla="*/ 128558 h 936280"/>
                <a:gd name="connsiteX3" fmla="*/ 1101090 w 1101090"/>
                <a:gd name="connsiteY3" fmla="*/ 936280 h 936280"/>
                <a:gd name="connsiteX0" fmla="*/ 0 w 1101090"/>
                <a:gd name="connsiteY0" fmla="*/ 128558 h 936280"/>
                <a:gd name="connsiteX1" fmla="*/ 1101090 w 1101090"/>
                <a:gd name="connsiteY1" fmla="*/ 936280 h 936280"/>
                <a:gd name="connsiteX2" fmla="*/ 45720 w 1101090"/>
                <a:gd name="connsiteY2" fmla="*/ 10449 h 936280"/>
                <a:gd name="connsiteX3" fmla="*/ 91440 w 1101090"/>
                <a:gd name="connsiteY3" fmla="*/ 219998 h 936280"/>
                <a:gd name="connsiteX0" fmla="*/ 0 w 1101090"/>
                <a:gd name="connsiteY0" fmla="*/ 128558 h 936280"/>
                <a:gd name="connsiteX1" fmla="*/ 1101090 w 1101090"/>
                <a:gd name="connsiteY1" fmla="*/ 936280 h 936280"/>
                <a:gd name="connsiteX2" fmla="*/ 45720 w 1101090"/>
                <a:gd name="connsiteY2" fmla="*/ 10449 h 936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1090" h="936280">
                  <a:moveTo>
                    <a:pt x="0" y="128558"/>
                  </a:moveTo>
                  <a:cubicBezTo>
                    <a:pt x="352743" y="856587"/>
                    <a:pt x="857885" y="836902"/>
                    <a:pt x="1101090" y="936280"/>
                  </a:cubicBezTo>
                  <a:cubicBezTo>
                    <a:pt x="617538" y="607032"/>
                    <a:pt x="224472" y="-93691"/>
                    <a:pt x="45720" y="10449"/>
                  </a:cubicBezTo>
                </a:path>
              </a:pathLst>
            </a:custGeom>
            <a:solidFill>
              <a:srgbClr val="4472C4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C76ECF4-D19A-7ADA-1979-6130AFB5F56C}"/>
                </a:ext>
              </a:extLst>
            </p:cNvPr>
            <p:cNvSpPr/>
            <p:nvPr/>
          </p:nvSpPr>
          <p:spPr>
            <a:xfrm>
              <a:off x="6310314" y="3843338"/>
              <a:ext cx="481012" cy="395342"/>
            </a:xfrm>
            <a:custGeom>
              <a:avLst/>
              <a:gdLst>
                <a:gd name="connsiteX0" fmla="*/ 0 w 366712"/>
                <a:gd name="connsiteY0" fmla="*/ 0 h 104775"/>
                <a:gd name="connsiteX1" fmla="*/ 366712 w 366712"/>
                <a:gd name="connsiteY1" fmla="*/ 0 h 104775"/>
                <a:gd name="connsiteX2" fmla="*/ 366712 w 366712"/>
                <a:gd name="connsiteY2" fmla="*/ 104775 h 104775"/>
                <a:gd name="connsiteX3" fmla="*/ 0 w 366712"/>
                <a:gd name="connsiteY3" fmla="*/ 104775 h 104775"/>
                <a:gd name="connsiteX4" fmla="*/ 0 w 366712"/>
                <a:gd name="connsiteY4" fmla="*/ 0 h 104775"/>
                <a:gd name="connsiteX0" fmla="*/ 0 w 414337"/>
                <a:gd name="connsiteY0" fmla="*/ 85725 h 190500"/>
                <a:gd name="connsiteX1" fmla="*/ 414337 w 414337"/>
                <a:gd name="connsiteY1" fmla="*/ 0 h 190500"/>
                <a:gd name="connsiteX2" fmla="*/ 366712 w 414337"/>
                <a:gd name="connsiteY2" fmla="*/ 190500 h 190500"/>
                <a:gd name="connsiteX3" fmla="*/ 0 w 414337"/>
                <a:gd name="connsiteY3" fmla="*/ 190500 h 190500"/>
                <a:gd name="connsiteX4" fmla="*/ 0 w 414337"/>
                <a:gd name="connsiteY4" fmla="*/ 85725 h 190500"/>
                <a:gd name="connsiteX0" fmla="*/ 0 w 576262"/>
                <a:gd name="connsiteY0" fmla="*/ 85725 h 419100"/>
                <a:gd name="connsiteX1" fmla="*/ 414337 w 576262"/>
                <a:gd name="connsiteY1" fmla="*/ 0 h 419100"/>
                <a:gd name="connsiteX2" fmla="*/ 366712 w 576262"/>
                <a:gd name="connsiteY2" fmla="*/ 190500 h 419100"/>
                <a:gd name="connsiteX3" fmla="*/ 576262 w 576262"/>
                <a:gd name="connsiteY3" fmla="*/ 419100 h 419100"/>
                <a:gd name="connsiteX4" fmla="*/ 0 w 576262"/>
                <a:gd name="connsiteY4" fmla="*/ 85725 h 419100"/>
                <a:gd name="connsiteX0" fmla="*/ 0 w 576262"/>
                <a:gd name="connsiteY0" fmla="*/ 85725 h 419100"/>
                <a:gd name="connsiteX1" fmla="*/ 414337 w 576262"/>
                <a:gd name="connsiteY1" fmla="*/ 0 h 419100"/>
                <a:gd name="connsiteX2" fmla="*/ 576262 w 576262"/>
                <a:gd name="connsiteY2" fmla="*/ 419100 h 419100"/>
                <a:gd name="connsiteX3" fmla="*/ 0 w 576262"/>
                <a:gd name="connsiteY3" fmla="*/ 857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342"/>
                <a:gd name="connsiteX1" fmla="*/ 319087 w 481012"/>
                <a:gd name="connsiteY1" fmla="*/ 0 h 395342"/>
                <a:gd name="connsiteX2" fmla="*/ 481012 w 481012"/>
                <a:gd name="connsiteY2" fmla="*/ 395287 h 395342"/>
                <a:gd name="connsiteX3" fmla="*/ 0 w 481012"/>
                <a:gd name="connsiteY3" fmla="*/ 200025 h 395342"/>
                <a:gd name="connsiteX0" fmla="*/ 319087 w 481012"/>
                <a:gd name="connsiteY0" fmla="*/ 0 h 395342"/>
                <a:gd name="connsiteX1" fmla="*/ 481012 w 481012"/>
                <a:gd name="connsiteY1" fmla="*/ 395287 h 395342"/>
                <a:gd name="connsiteX2" fmla="*/ 0 w 481012"/>
                <a:gd name="connsiteY2" fmla="*/ 200025 h 395342"/>
                <a:gd name="connsiteX3" fmla="*/ 410527 w 481012"/>
                <a:gd name="connsiteY3" fmla="*/ 91440 h 395342"/>
                <a:gd name="connsiteX0" fmla="*/ 319087 w 481012"/>
                <a:gd name="connsiteY0" fmla="*/ 0 h 395342"/>
                <a:gd name="connsiteX1" fmla="*/ 481012 w 481012"/>
                <a:gd name="connsiteY1" fmla="*/ 395287 h 395342"/>
                <a:gd name="connsiteX2" fmla="*/ 0 w 481012"/>
                <a:gd name="connsiteY2" fmla="*/ 200025 h 39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1012" h="395342">
                  <a:moveTo>
                    <a:pt x="319087" y="0"/>
                  </a:moveTo>
                  <a:cubicBezTo>
                    <a:pt x="444499" y="63500"/>
                    <a:pt x="303212" y="250825"/>
                    <a:pt x="481012" y="395287"/>
                  </a:cubicBezTo>
                  <a:cubicBezTo>
                    <a:pt x="292100" y="396875"/>
                    <a:pt x="26987" y="365125"/>
                    <a:pt x="0" y="200025"/>
                  </a:cubicBezTo>
                </a:path>
              </a:pathLst>
            </a:custGeom>
            <a:solidFill>
              <a:srgbClr val="4472C4">
                <a:lumMod val="60000"/>
                <a:lumOff val="40000"/>
              </a:srgbClr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C7A06F5-D1AD-94A4-B680-0376C76B244D}"/>
                </a:ext>
              </a:extLst>
            </p:cNvPr>
            <p:cNvSpPr/>
            <p:nvPr/>
          </p:nvSpPr>
          <p:spPr>
            <a:xfrm rot="20410931">
              <a:off x="3927544" y="1871893"/>
              <a:ext cx="144144" cy="225151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746EC8E-10BC-09FC-0FA6-F7703294ABB3}"/>
                </a:ext>
              </a:extLst>
            </p:cNvPr>
            <p:cNvGrpSpPr/>
            <p:nvPr/>
          </p:nvGrpSpPr>
          <p:grpSpPr>
            <a:xfrm>
              <a:off x="3147776" y="1926279"/>
              <a:ext cx="1224981" cy="910805"/>
              <a:chOff x="3147776" y="1926279"/>
              <a:chExt cx="1224981" cy="910805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3575CFE-7E7A-1417-5469-58899AC3F255}"/>
                  </a:ext>
                </a:extLst>
              </p:cNvPr>
              <p:cNvSpPr/>
              <p:nvPr/>
            </p:nvSpPr>
            <p:spPr>
              <a:xfrm rot="20410931">
                <a:off x="4000728" y="1934180"/>
                <a:ext cx="45719" cy="120612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8851DAC-63A0-0356-FD4C-7C95CB6A1EE4}"/>
                  </a:ext>
                </a:extLst>
              </p:cNvPr>
              <p:cNvGrpSpPr/>
              <p:nvPr/>
            </p:nvGrpSpPr>
            <p:grpSpPr>
              <a:xfrm>
                <a:off x="3188695" y="2313934"/>
                <a:ext cx="1184062" cy="523150"/>
                <a:chOff x="3188695" y="2313934"/>
                <a:chExt cx="1184062" cy="523150"/>
              </a:xfrm>
            </p:grpSpPr>
            <p:sp>
              <p:nvSpPr>
                <p:cNvPr id="16" name="Rectangle 11">
                  <a:extLst>
                    <a:ext uri="{FF2B5EF4-FFF2-40B4-BE49-F238E27FC236}">
                      <a16:creationId xmlns:a16="http://schemas.microsoft.com/office/drawing/2014/main" id="{60D937DC-BF59-6F04-C306-24D2BAB0CEAA}"/>
                    </a:ext>
                  </a:extLst>
                </p:cNvPr>
                <p:cNvSpPr/>
                <p:nvPr/>
              </p:nvSpPr>
              <p:spPr>
                <a:xfrm>
                  <a:off x="3188695" y="2313934"/>
                  <a:ext cx="1184062" cy="523150"/>
                </a:xfrm>
                <a:custGeom>
                  <a:avLst/>
                  <a:gdLst>
                    <a:gd name="connsiteX0" fmla="*/ 0 w 757238"/>
                    <a:gd name="connsiteY0" fmla="*/ 0 h 228834"/>
                    <a:gd name="connsiteX1" fmla="*/ 757238 w 757238"/>
                    <a:gd name="connsiteY1" fmla="*/ 0 h 228834"/>
                    <a:gd name="connsiteX2" fmla="*/ 757238 w 757238"/>
                    <a:gd name="connsiteY2" fmla="*/ 228834 h 228834"/>
                    <a:gd name="connsiteX3" fmla="*/ 0 w 757238"/>
                    <a:gd name="connsiteY3" fmla="*/ 228834 h 228834"/>
                    <a:gd name="connsiteX4" fmla="*/ 0 w 757238"/>
                    <a:gd name="connsiteY4" fmla="*/ 0 h 228834"/>
                    <a:gd name="connsiteX0" fmla="*/ 0 w 1200150"/>
                    <a:gd name="connsiteY0" fmla="*/ 0 h 466959"/>
                    <a:gd name="connsiteX1" fmla="*/ 1200150 w 1200150"/>
                    <a:gd name="connsiteY1" fmla="*/ 238125 h 466959"/>
                    <a:gd name="connsiteX2" fmla="*/ 1200150 w 1200150"/>
                    <a:gd name="connsiteY2" fmla="*/ 466959 h 466959"/>
                    <a:gd name="connsiteX3" fmla="*/ 442912 w 1200150"/>
                    <a:gd name="connsiteY3" fmla="*/ 466959 h 466959"/>
                    <a:gd name="connsiteX4" fmla="*/ 0 w 1200150"/>
                    <a:gd name="connsiteY4" fmla="*/ 0 h 466959"/>
                    <a:gd name="connsiteX0" fmla="*/ 0 w 1200150"/>
                    <a:gd name="connsiteY0" fmla="*/ 0 h 466959"/>
                    <a:gd name="connsiteX1" fmla="*/ 1200150 w 1200150"/>
                    <a:gd name="connsiteY1" fmla="*/ 238125 h 466959"/>
                    <a:gd name="connsiteX2" fmla="*/ 1200150 w 1200150"/>
                    <a:gd name="connsiteY2" fmla="*/ 466959 h 466959"/>
                    <a:gd name="connsiteX3" fmla="*/ 766762 w 1200150"/>
                    <a:gd name="connsiteY3" fmla="*/ 416952 h 466959"/>
                    <a:gd name="connsiteX4" fmla="*/ 0 w 1200150"/>
                    <a:gd name="connsiteY4" fmla="*/ 0 h 466959"/>
                    <a:gd name="connsiteX0" fmla="*/ 0 w 1200150"/>
                    <a:gd name="connsiteY0" fmla="*/ 0 h 466959"/>
                    <a:gd name="connsiteX1" fmla="*/ 1200150 w 1200150"/>
                    <a:gd name="connsiteY1" fmla="*/ 238125 h 466959"/>
                    <a:gd name="connsiteX2" fmla="*/ 1200150 w 1200150"/>
                    <a:gd name="connsiteY2" fmla="*/ 466959 h 466959"/>
                    <a:gd name="connsiteX3" fmla="*/ 0 w 1200150"/>
                    <a:gd name="connsiteY3" fmla="*/ 0 h 466959"/>
                    <a:gd name="connsiteX0" fmla="*/ 0 w 1200150"/>
                    <a:gd name="connsiteY0" fmla="*/ 0 h 390759"/>
                    <a:gd name="connsiteX1" fmla="*/ 1200150 w 1200150"/>
                    <a:gd name="connsiteY1" fmla="*/ 238125 h 390759"/>
                    <a:gd name="connsiteX2" fmla="*/ 1178719 w 1200150"/>
                    <a:gd name="connsiteY2" fmla="*/ 390759 h 390759"/>
                    <a:gd name="connsiteX3" fmla="*/ 0 w 1200150"/>
                    <a:gd name="connsiteY3" fmla="*/ 0 h 390759"/>
                    <a:gd name="connsiteX0" fmla="*/ 5893 w 1206043"/>
                    <a:gd name="connsiteY0" fmla="*/ 0 h 399057"/>
                    <a:gd name="connsiteX1" fmla="*/ 1206043 w 1206043"/>
                    <a:gd name="connsiteY1" fmla="*/ 238125 h 399057"/>
                    <a:gd name="connsiteX2" fmla="*/ 1184612 w 1206043"/>
                    <a:gd name="connsiteY2" fmla="*/ 390759 h 399057"/>
                    <a:gd name="connsiteX3" fmla="*/ 5893 w 1206043"/>
                    <a:gd name="connsiteY3" fmla="*/ 0 h 399057"/>
                    <a:gd name="connsiteX0" fmla="*/ 4842 w 1204992"/>
                    <a:gd name="connsiteY0" fmla="*/ 0 h 446950"/>
                    <a:gd name="connsiteX1" fmla="*/ 1204992 w 1204992"/>
                    <a:gd name="connsiteY1" fmla="*/ 238125 h 446950"/>
                    <a:gd name="connsiteX2" fmla="*/ 1183561 w 1204992"/>
                    <a:gd name="connsiteY2" fmla="*/ 390759 h 446950"/>
                    <a:gd name="connsiteX3" fmla="*/ 4842 w 1204992"/>
                    <a:gd name="connsiteY3" fmla="*/ 0 h 446950"/>
                    <a:gd name="connsiteX0" fmla="*/ 4842 w 1204992"/>
                    <a:gd name="connsiteY0" fmla="*/ 73856 h 520806"/>
                    <a:gd name="connsiteX1" fmla="*/ 1204992 w 1204992"/>
                    <a:gd name="connsiteY1" fmla="*/ 311981 h 520806"/>
                    <a:gd name="connsiteX2" fmla="*/ 1183561 w 1204992"/>
                    <a:gd name="connsiteY2" fmla="*/ 464615 h 520806"/>
                    <a:gd name="connsiteX3" fmla="*/ 4842 w 1204992"/>
                    <a:gd name="connsiteY3" fmla="*/ 73856 h 520806"/>
                    <a:gd name="connsiteX0" fmla="*/ 4842 w 1204992"/>
                    <a:gd name="connsiteY0" fmla="*/ 73856 h 520806"/>
                    <a:gd name="connsiteX1" fmla="*/ 1204992 w 1204992"/>
                    <a:gd name="connsiteY1" fmla="*/ 311981 h 520806"/>
                    <a:gd name="connsiteX2" fmla="*/ 1183561 w 1204992"/>
                    <a:gd name="connsiteY2" fmla="*/ 464615 h 520806"/>
                    <a:gd name="connsiteX3" fmla="*/ 4842 w 1204992"/>
                    <a:gd name="connsiteY3" fmla="*/ 73856 h 520806"/>
                    <a:gd name="connsiteX0" fmla="*/ 4842 w 1185942"/>
                    <a:gd name="connsiteY0" fmla="*/ 59862 h 506812"/>
                    <a:gd name="connsiteX1" fmla="*/ 1185942 w 1185942"/>
                    <a:gd name="connsiteY1" fmla="*/ 431337 h 506812"/>
                    <a:gd name="connsiteX2" fmla="*/ 1183561 w 1185942"/>
                    <a:gd name="connsiteY2" fmla="*/ 450621 h 506812"/>
                    <a:gd name="connsiteX3" fmla="*/ 4842 w 1185942"/>
                    <a:gd name="connsiteY3" fmla="*/ 59862 h 506812"/>
                    <a:gd name="connsiteX0" fmla="*/ 4842 w 1185942"/>
                    <a:gd name="connsiteY0" fmla="*/ 100969 h 547919"/>
                    <a:gd name="connsiteX1" fmla="*/ 1185942 w 1185942"/>
                    <a:gd name="connsiteY1" fmla="*/ 472444 h 547919"/>
                    <a:gd name="connsiteX2" fmla="*/ 1183561 w 1185942"/>
                    <a:gd name="connsiteY2" fmla="*/ 491728 h 547919"/>
                    <a:gd name="connsiteX3" fmla="*/ 4842 w 1185942"/>
                    <a:gd name="connsiteY3" fmla="*/ 100969 h 547919"/>
                    <a:gd name="connsiteX0" fmla="*/ 15636 w 1196736"/>
                    <a:gd name="connsiteY0" fmla="*/ 100969 h 525113"/>
                    <a:gd name="connsiteX1" fmla="*/ 1196736 w 1196736"/>
                    <a:gd name="connsiteY1" fmla="*/ 472444 h 525113"/>
                    <a:gd name="connsiteX2" fmla="*/ 1194355 w 1196736"/>
                    <a:gd name="connsiteY2" fmla="*/ 491728 h 525113"/>
                    <a:gd name="connsiteX3" fmla="*/ 556179 w 1196736"/>
                    <a:gd name="connsiteY3" fmla="*/ 493876 h 525113"/>
                    <a:gd name="connsiteX4" fmla="*/ 15636 w 1196736"/>
                    <a:gd name="connsiteY4" fmla="*/ 100969 h 525113"/>
                    <a:gd name="connsiteX0" fmla="*/ 2962 w 1184062"/>
                    <a:gd name="connsiteY0" fmla="*/ 100969 h 525113"/>
                    <a:gd name="connsiteX1" fmla="*/ 1184062 w 1184062"/>
                    <a:gd name="connsiteY1" fmla="*/ 472444 h 525113"/>
                    <a:gd name="connsiteX2" fmla="*/ 1181681 w 1184062"/>
                    <a:gd name="connsiteY2" fmla="*/ 491728 h 525113"/>
                    <a:gd name="connsiteX3" fmla="*/ 543505 w 1184062"/>
                    <a:gd name="connsiteY3" fmla="*/ 493876 h 525113"/>
                    <a:gd name="connsiteX4" fmla="*/ 2962 w 1184062"/>
                    <a:gd name="connsiteY4" fmla="*/ 100969 h 525113"/>
                    <a:gd name="connsiteX0" fmla="*/ 2962 w 1184062"/>
                    <a:gd name="connsiteY0" fmla="*/ 100969 h 502276"/>
                    <a:gd name="connsiteX1" fmla="*/ 1184062 w 1184062"/>
                    <a:gd name="connsiteY1" fmla="*/ 472444 h 502276"/>
                    <a:gd name="connsiteX2" fmla="*/ 1181681 w 1184062"/>
                    <a:gd name="connsiteY2" fmla="*/ 491728 h 502276"/>
                    <a:gd name="connsiteX3" fmla="*/ 543505 w 1184062"/>
                    <a:gd name="connsiteY3" fmla="*/ 493876 h 502276"/>
                    <a:gd name="connsiteX4" fmla="*/ 2962 w 1184062"/>
                    <a:gd name="connsiteY4" fmla="*/ 100969 h 502276"/>
                    <a:gd name="connsiteX0" fmla="*/ 2962 w 1184062"/>
                    <a:gd name="connsiteY0" fmla="*/ 100969 h 523150"/>
                    <a:gd name="connsiteX1" fmla="*/ 1184062 w 1184062"/>
                    <a:gd name="connsiteY1" fmla="*/ 472444 h 523150"/>
                    <a:gd name="connsiteX2" fmla="*/ 1181681 w 1184062"/>
                    <a:gd name="connsiteY2" fmla="*/ 491728 h 523150"/>
                    <a:gd name="connsiteX3" fmla="*/ 543505 w 1184062"/>
                    <a:gd name="connsiteY3" fmla="*/ 493876 h 523150"/>
                    <a:gd name="connsiteX4" fmla="*/ 2962 w 1184062"/>
                    <a:gd name="connsiteY4" fmla="*/ 100969 h 523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84062" h="523150">
                      <a:moveTo>
                        <a:pt x="2962" y="100969"/>
                      </a:moveTo>
                      <a:cubicBezTo>
                        <a:pt x="207750" y="-133981"/>
                        <a:pt x="1022137" y="62075"/>
                        <a:pt x="1184062" y="472444"/>
                      </a:cubicBezTo>
                      <a:lnTo>
                        <a:pt x="1181681" y="491728"/>
                      </a:lnTo>
                      <a:cubicBezTo>
                        <a:pt x="998325" y="554037"/>
                        <a:pt x="630421" y="506616"/>
                        <a:pt x="543505" y="493876"/>
                      </a:cubicBezTo>
                      <a:cubicBezTo>
                        <a:pt x="347052" y="428749"/>
                        <a:pt x="-37520" y="646672"/>
                        <a:pt x="2962" y="100969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 w="190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D2070C76-AEFB-7592-8D40-318F88023A2F}"/>
                    </a:ext>
                  </a:extLst>
                </p:cNvPr>
                <p:cNvSpPr/>
                <p:nvPr/>
              </p:nvSpPr>
              <p:spPr>
                <a:xfrm>
                  <a:off x="3188695" y="2366142"/>
                  <a:ext cx="1184062" cy="453658"/>
                </a:xfrm>
                <a:custGeom>
                  <a:avLst/>
                  <a:gdLst>
                    <a:gd name="connsiteX0" fmla="*/ 490336 w 1184062"/>
                    <a:gd name="connsiteY0" fmla="*/ 61 h 453658"/>
                    <a:gd name="connsiteX1" fmla="*/ 559393 w 1184062"/>
                    <a:gd name="connsiteY1" fmla="*/ 116742 h 453658"/>
                    <a:gd name="connsiteX2" fmla="*/ 592730 w 1184062"/>
                    <a:gd name="connsiteY2" fmla="*/ 28636 h 453658"/>
                    <a:gd name="connsiteX3" fmla="*/ 652261 w 1184062"/>
                    <a:gd name="connsiteY3" fmla="*/ 131029 h 453658"/>
                    <a:gd name="connsiteX4" fmla="*/ 714174 w 1184062"/>
                    <a:gd name="connsiteY4" fmla="*/ 57211 h 453658"/>
                    <a:gd name="connsiteX5" fmla="*/ 749893 w 1184062"/>
                    <a:gd name="connsiteY5" fmla="*/ 190561 h 453658"/>
                    <a:gd name="connsiteX6" fmla="*/ 816568 w 1184062"/>
                    <a:gd name="connsiteY6" fmla="*/ 109598 h 453658"/>
                    <a:gd name="connsiteX7" fmla="*/ 859430 w 1184062"/>
                    <a:gd name="connsiteY7" fmla="*/ 235804 h 453658"/>
                    <a:gd name="connsiteX8" fmla="*/ 918962 w 1184062"/>
                    <a:gd name="connsiteY8" fmla="*/ 161985 h 453658"/>
                    <a:gd name="connsiteX9" fmla="*/ 968968 w 1184062"/>
                    <a:gd name="connsiteY9" fmla="*/ 304861 h 453658"/>
                    <a:gd name="connsiteX10" fmla="*/ 1028499 w 1184062"/>
                    <a:gd name="connsiteY10" fmla="*/ 259617 h 453658"/>
                    <a:gd name="connsiteX11" fmla="*/ 1059766 w 1184062"/>
                    <a:gd name="connsiteY11" fmla="*/ 369155 h 453658"/>
                    <a:gd name="connsiteX12" fmla="*/ 1105447 w 1184062"/>
                    <a:gd name="connsiteY12" fmla="*/ 289861 h 453658"/>
                    <a:gd name="connsiteX13" fmla="*/ 1146363 w 1184062"/>
                    <a:gd name="connsiteY13" fmla="*/ 345096 h 453658"/>
                    <a:gd name="connsiteX14" fmla="*/ 1184062 w 1184062"/>
                    <a:gd name="connsiteY14" fmla="*/ 419476 h 453658"/>
                    <a:gd name="connsiteX15" fmla="*/ 1181681 w 1184062"/>
                    <a:gd name="connsiteY15" fmla="*/ 438760 h 453658"/>
                    <a:gd name="connsiteX16" fmla="*/ 1120089 w 1184062"/>
                    <a:gd name="connsiteY16" fmla="*/ 453658 h 453658"/>
                    <a:gd name="connsiteX17" fmla="*/ 1080886 w 1184062"/>
                    <a:gd name="connsiteY17" fmla="*/ 381061 h 453658"/>
                    <a:gd name="connsiteX18" fmla="*/ 1023736 w 1184062"/>
                    <a:gd name="connsiteY18" fmla="*/ 435829 h 453658"/>
                    <a:gd name="connsiteX19" fmla="*/ 978493 w 1184062"/>
                    <a:gd name="connsiteY19" fmla="*/ 371536 h 453658"/>
                    <a:gd name="connsiteX20" fmla="*/ 928486 w 1184062"/>
                    <a:gd name="connsiteY20" fmla="*/ 428686 h 453658"/>
                    <a:gd name="connsiteX21" fmla="*/ 871336 w 1184062"/>
                    <a:gd name="connsiteY21" fmla="*/ 323911 h 453658"/>
                    <a:gd name="connsiteX22" fmla="*/ 804661 w 1184062"/>
                    <a:gd name="connsiteY22" fmla="*/ 416779 h 453658"/>
                    <a:gd name="connsiteX23" fmla="*/ 726080 w 1184062"/>
                    <a:gd name="connsiteY23" fmla="*/ 288192 h 453658"/>
                    <a:gd name="connsiteX24" fmla="*/ 683218 w 1184062"/>
                    <a:gd name="connsiteY24" fmla="*/ 397729 h 453658"/>
                    <a:gd name="connsiteX25" fmla="*/ 616543 w 1184062"/>
                    <a:gd name="connsiteY25" fmla="*/ 278667 h 453658"/>
                    <a:gd name="connsiteX26" fmla="*/ 564155 w 1184062"/>
                    <a:gd name="connsiteY26" fmla="*/ 397729 h 453658"/>
                    <a:gd name="connsiteX27" fmla="*/ 468905 w 1184062"/>
                    <a:gd name="connsiteY27" fmla="*/ 261998 h 453658"/>
                    <a:gd name="connsiteX28" fmla="*/ 418899 w 1184062"/>
                    <a:gd name="connsiteY28" fmla="*/ 388204 h 453658"/>
                    <a:gd name="connsiteX29" fmla="*/ 356986 w 1184062"/>
                    <a:gd name="connsiteY29" fmla="*/ 257236 h 453658"/>
                    <a:gd name="connsiteX30" fmla="*/ 276024 w 1184062"/>
                    <a:gd name="connsiteY30" fmla="*/ 392967 h 453658"/>
                    <a:gd name="connsiteX31" fmla="*/ 204586 w 1184062"/>
                    <a:gd name="connsiteY31" fmla="*/ 242948 h 453658"/>
                    <a:gd name="connsiteX32" fmla="*/ 156961 w 1184062"/>
                    <a:gd name="connsiteY32" fmla="*/ 369154 h 453658"/>
                    <a:gd name="connsiteX33" fmla="*/ 95049 w 1184062"/>
                    <a:gd name="connsiteY33" fmla="*/ 240567 h 453658"/>
                    <a:gd name="connsiteX34" fmla="*/ 48790 w 1184062"/>
                    <a:gd name="connsiteY34" fmla="*/ 338527 h 453658"/>
                    <a:gd name="connsiteX35" fmla="*/ 42717 w 1184062"/>
                    <a:gd name="connsiteY35" fmla="*/ 330453 h 453658"/>
                    <a:gd name="connsiteX36" fmla="*/ 2962 w 1184062"/>
                    <a:gd name="connsiteY36" fmla="*/ 48001 h 453658"/>
                    <a:gd name="connsiteX37" fmla="*/ 5375 w 1184062"/>
                    <a:gd name="connsiteY37" fmla="*/ 45918 h 453658"/>
                    <a:gd name="connsiteX38" fmla="*/ 104574 w 1184062"/>
                    <a:gd name="connsiteY38" fmla="*/ 154843 h 453658"/>
                    <a:gd name="connsiteX39" fmla="*/ 128386 w 1184062"/>
                    <a:gd name="connsiteY39" fmla="*/ 38161 h 453658"/>
                    <a:gd name="connsiteX40" fmla="*/ 192680 w 1184062"/>
                    <a:gd name="connsiteY40" fmla="*/ 121504 h 453658"/>
                    <a:gd name="connsiteX41" fmla="*/ 228399 w 1184062"/>
                    <a:gd name="connsiteY41" fmla="*/ 7204 h 453658"/>
                    <a:gd name="connsiteX42" fmla="*/ 295074 w 1184062"/>
                    <a:gd name="connsiteY42" fmla="*/ 114361 h 453658"/>
                    <a:gd name="connsiteX43" fmla="*/ 342699 w 1184062"/>
                    <a:gd name="connsiteY43" fmla="*/ 2442 h 453658"/>
                    <a:gd name="connsiteX44" fmla="*/ 421280 w 1184062"/>
                    <a:gd name="connsiteY44" fmla="*/ 114361 h 453658"/>
                    <a:gd name="connsiteX45" fmla="*/ 490336 w 1184062"/>
                    <a:gd name="connsiteY45" fmla="*/ 61 h 4536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</a:cxnLst>
                  <a:rect l="l" t="t" r="r" b="b"/>
                  <a:pathLst>
                    <a:path w="1184062" h="453658">
                      <a:moveTo>
                        <a:pt x="490336" y="61"/>
                      </a:moveTo>
                      <a:cubicBezTo>
                        <a:pt x="507799" y="-3114"/>
                        <a:pt x="541930" y="119917"/>
                        <a:pt x="559393" y="116742"/>
                      </a:cubicBezTo>
                      <a:cubicBezTo>
                        <a:pt x="575268" y="113567"/>
                        <a:pt x="576855" y="31811"/>
                        <a:pt x="592730" y="28636"/>
                      </a:cubicBezTo>
                      <a:cubicBezTo>
                        <a:pt x="607017" y="27048"/>
                        <a:pt x="637974" y="132617"/>
                        <a:pt x="652261" y="131029"/>
                      </a:cubicBezTo>
                      <a:cubicBezTo>
                        <a:pt x="670517" y="127854"/>
                        <a:pt x="695918" y="60386"/>
                        <a:pt x="714174" y="57211"/>
                      </a:cubicBezTo>
                      <a:cubicBezTo>
                        <a:pt x="733224" y="58799"/>
                        <a:pt x="730843" y="188973"/>
                        <a:pt x="749893" y="190561"/>
                      </a:cubicBezTo>
                      <a:cubicBezTo>
                        <a:pt x="776087" y="188180"/>
                        <a:pt x="790374" y="111979"/>
                        <a:pt x="816568" y="109598"/>
                      </a:cubicBezTo>
                      <a:cubicBezTo>
                        <a:pt x="834030" y="111185"/>
                        <a:pt x="841968" y="234217"/>
                        <a:pt x="859430" y="235804"/>
                      </a:cubicBezTo>
                      <a:cubicBezTo>
                        <a:pt x="884036" y="235804"/>
                        <a:pt x="894356" y="161985"/>
                        <a:pt x="918962" y="161985"/>
                      </a:cubicBezTo>
                      <a:cubicBezTo>
                        <a:pt x="938806" y="164366"/>
                        <a:pt x="949124" y="302480"/>
                        <a:pt x="968968" y="304861"/>
                      </a:cubicBezTo>
                      <a:cubicBezTo>
                        <a:pt x="991193" y="308830"/>
                        <a:pt x="1006274" y="255648"/>
                        <a:pt x="1028499" y="259617"/>
                      </a:cubicBezTo>
                      <a:cubicBezTo>
                        <a:pt x="1038921" y="263586"/>
                        <a:pt x="1049344" y="365186"/>
                        <a:pt x="1059766" y="369155"/>
                      </a:cubicBezTo>
                      <a:lnTo>
                        <a:pt x="1105447" y="289861"/>
                      </a:lnTo>
                      <a:lnTo>
                        <a:pt x="1146363" y="345096"/>
                      </a:lnTo>
                      <a:cubicBezTo>
                        <a:pt x="1161273" y="369017"/>
                        <a:pt x="1173942" y="393828"/>
                        <a:pt x="1184062" y="419476"/>
                      </a:cubicBezTo>
                      <a:lnTo>
                        <a:pt x="1181681" y="438760"/>
                      </a:lnTo>
                      <a:lnTo>
                        <a:pt x="1120089" y="453658"/>
                      </a:lnTo>
                      <a:lnTo>
                        <a:pt x="1080886" y="381061"/>
                      </a:lnTo>
                      <a:cubicBezTo>
                        <a:pt x="1063423" y="411223"/>
                        <a:pt x="1041199" y="405667"/>
                        <a:pt x="1023736" y="435829"/>
                      </a:cubicBezTo>
                      <a:cubicBezTo>
                        <a:pt x="1013417" y="444560"/>
                        <a:pt x="988812" y="362805"/>
                        <a:pt x="978493" y="371536"/>
                      </a:cubicBezTo>
                      <a:cubicBezTo>
                        <a:pt x="962618" y="385030"/>
                        <a:pt x="944361" y="415192"/>
                        <a:pt x="928486" y="428686"/>
                      </a:cubicBezTo>
                      <a:cubicBezTo>
                        <a:pt x="912611" y="434242"/>
                        <a:pt x="887211" y="318355"/>
                        <a:pt x="871336" y="323911"/>
                      </a:cubicBezTo>
                      <a:cubicBezTo>
                        <a:pt x="849111" y="335023"/>
                        <a:pt x="826886" y="405667"/>
                        <a:pt x="804661" y="416779"/>
                      </a:cubicBezTo>
                      <a:cubicBezTo>
                        <a:pt x="779261" y="419954"/>
                        <a:pt x="751480" y="285017"/>
                        <a:pt x="726080" y="288192"/>
                      </a:cubicBezTo>
                      <a:cubicBezTo>
                        <a:pt x="707824" y="294542"/>
                        <a:pt x="701474" y="391379"/>
                        <a:pt x="683218" y="397729"/>
                      </a:cubicBezTo>
                      <a:cubicBezTo>
                        <a:pt x="663374" y="400110"/>
                        <a:pt x="636387" y="276286"/>
                        <a:pt x="616543" y="278667"/>
                      </a:cubicBezTo>
                      <a:cubicBezTo>
                        <a:pt x="598287" y="284223"/>
                        <a:pt x="582411" y="392173"/>
                        <a:pt x="564155" y="397729"/>
                      </a:cubicBezTo>
                      <a:cubicBezTo>
                        <a:pt x="540342" y="398523"/>
                        <a:pt x="492718" y="261204"/>
                        <a:pt x="468905" y="261998"/>
                      </a:cubicBezTo>
                      <a:cubicBezTo>
                        <a:pt x="445886" y="267554"/>
                        <a:pt x="441918" y="382648"/>
                        <a:pt x="418899" y="388204"/>
                      </a:cubicBezTo>
                      <a:cubicBezTo>
                        <a:pt x="394293" y="388998"/>
                        <a:pt x="381592" y="256442"/>
                        <a:pt x="356986" y="257236"/>
                      </a:cubicBezTo>
                      <a:cubicBezTo>
                        <a:pt x="328411" y="261999"/>
                        <a:pt x="304599" y="388204"/>
                        <a:pt x="276024" y="392967"/>
                      </a:cubicBezTo>
                      <a:cubicBezTo>
                        <a:pt x="256180" y="392967"/>
                        <a:pt x="224430" y="242948"/>
                        <a:pt x="204586" y="242948"/>
                      </a:cubicBezTo>
                      <a:cubicBezTo>
                        <a:pt x="182361" y="246123"/>
                        <a:pt x="179186" y="365979"/>
                        <a:pt x="156961" y="369154"/>
                      </a:cubicBezTo>
                      <a:cubicBezTo>
                        <a:pt x="133149" y="369154"/>
                        <a:pt x="118861" y="240567"/>
                        <a:pt x="95049" y="240567"/>
                      </a:cubicBezTo>
                      <a:lnTo>
                        <a:pt x="48790" y="338527"/>
                      </a:lnTo>
                      <a:lnTo>
                        <a:pt x="42717" y="330453"/>
                      </a:lnTo>
                      <a:cubicBezTo>
                        <a:pt x="9287" y="273126"/>
                        <a:pt x="-7159" y="184427"/>
                        <a:pt x="2962" y="48001"/>
                      </a:cubicBezTo>
                      <a:lnTo>
                        <a:pt x="5375" y="45918"/>
                      </a:lnTo>
                      <a:lnTo>
                        <a:pt x="104574" y="154843"/>
                      </a:lnTo>
                      <a:lnTo>
                        <a:pt x="128386" y="38161"/>
                      </a:lnTo>
                      <a:cubicBezTo>
                        <a:pt x="145848" y="31811"/>
                        <a:pt x="175218" y="127854"/>
                        <a:pt x="192680" y="121504"/>
                      </a:cubicBezTo>
                      <a:cubicBezTo>
                        <a:pt x="213318" y="96104"/>
                        <a:pt x="207761" y="32604"/>
                        <a:pt x="228399" y="7204"/>
                      </a:cubicBezTo>
                      <a:cubicBezTo>
                        <a:pt x="237130" y="4823"/>
                        <a:pt x="286343" y="116742"/>
                        <a:pt x="295074" y="114361"/>
                      </a:cubicBezTo>
                      <a:cubicBezTo>
                        <a:pt x="308568" y="104836"/>
                        <a:pt x="329205" y="11967"/>
                        <a:pt x="342699" y="2442"/>
                      </a:cubicBezTo>
                      <a:cubicBezTo>
                        <a:pt x="361749" y="61"/>
                        <a:pt x="402230" y="116742"/>
                        <a:pt x="421280" y="114361"/>
                      </a:cubicBezTo>
                      <a:cubicBezTo>
                        <a:pt x="441124" y="107217"/>
                        <a:pt x="470492" y="7205"/>
                        <a:pt x="490336" y="61"/>
                      </a:cubicBezTo>
                      <a:close/>
                    </a:path>
                  </a:pathLst>
                </a:custGeom>
                <a:solidFill>
                  <a:srgbClr val="C00000"/>
                </a:solidFill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4" name="Teardrop 13">
                <a:extLst>
                  <a:ext uri="{FF2B5EF4-FFF2-40B4-BE49-F238E27FC236}">
                    <a16:creationId xmlns:a16="http://schemas.microsoft.com/office/drawing/2014/main" id="{8F50FF8A-52E2-D62A-3863-E41B3F5810C6}"/>
                  </a:ext>
                </a:extLst>
              </p:cNvPr>
              <p:cNvSpPr/>
              <p:nvPr/>
            </p:nvSpPr>
            <p:spPr>
              <a:xfrm rot="16373873">
                <a:off x="3645155" y="1909044"/>
                <a:ext cx="98646" cy="133115"/>
              </a:xfrm>
              <a:prstGeom prst="teardrop">
                <a:avLst>
                  <a:gd name="adj" fmla="val 122956"/>
                </a:avLst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Teardrop 14">
                <a:extLst>
                  <a:ext uri="{FF2B5EF4-FFF2-40B4-BE49-F238E27FC236}">
                    <a16:creationId xmlns:a16="http://schemas.microsoft.com/office/drawing/2014/main" id="{2814BA32-5B94-7031-F04A-6766B5B200C2}"/>
                  </a:ext>
                </a:extLst>
              </p:cNvPr>
              <p:cNvSpPr/>
              <p:nvPr/>
            </p:nvSpPr>
            <p:spPr>
              <a:xfrm rot="1635643" flipH="1">
                <a:off x="3147776" y="2024171"/>
                <a:ext cx="74767" cy="100892"/>
              </a:xfrm>
              <a:prstGeom prst="teardrop">
                <a:avLst>
                  <a:gd name="adj" fmla="val 122956"/>
                </a:avLst>
              </a:pr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3525C23-8888-0F64-11EC-C30317D574EA}"/>
              </a:ext>
            </a:extLst>
          </p:cNvPr>
          <p:cNvGrpSpPr/>
          <p:nvPr/>
        </p:nvGrpSpPr>
        <p:grpSpPr>
          <a:xfrm>
            <a:off x="699413" y="2251358"/>
            <a:ext cx="6833718" cy="4024228"/>
            <a:chOff x="3076205" y="1339850"/>
            <a:chExt cx="6184173" cy="3641725"/>
          </a:xfrm>
          <a:solidFill>
            <a:schemeClr val="bg1"/>
          </a:solidFill>
        </p:grpSpPr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357E8140-6E7D-4C32-6496-70E04F6FB896}"/>
                </a:ext>
              </a:extLst>
            </p:cNvPr>
            <p:cNvSpPr/>
            <p:nvPr/>
          </p:nvSpPr>
          <p:spPr>
            <a:xfrm>
              <a:off x="3848100" y="3762403"/>
              <a:ext cx="757238" cy="1219172"/>
            </a:xfrm>
            <a:custGeom>
              <a:avLst/>
              <a:gdLst>
                <a:gd name="connsiteX0" fmla="*/ 0 w 762000"/>
                <a:gd name="connsiteY0" fmla="*/ 0 h 419072"/>
                <a:gd name="connsiteX1" fmla="*/ 762000 w 762000"/>
                <a:gd name="connsiteY1" fmla="*/ 0 h 419072"/>
                <a:gd name="connsiteX2" fmla="*/ 762000 w 762000"/>
                <a:gd name="connsiteY2" fmla="*/ 419072 h 419072"/>
                <a:gd name="connsiteX3" fmla="*/ 0 w 762000"/>
                <a:gd name="connsiteY3" fmla="*/ 419072 h 419072"/>
                <a:gd name="connsiteX4" fmla="*/ 0 w 762000"/>
                <a:gd name="connsiteY4" fmla="*/ 0 h 419072"/>
                <a:gd name="connsiteX0" fmla="*/ 0 w 762000"/>
                <a:gd name="connsiteY0" fmla="*/ 0 h 1238222"/>
                <a:gd name="connsiteX1" fmla="*/ 762000 w 762000"/>
                <a:gd name="connsiteY1" fmla="*/ 0 h 1238222"/>
                <a:gd name="connsiteX2" fmla="*/ 762000 w 762000"/>
                <a:gd name="connsiteY2" fmla="*/ 419072 h 1238222"/>
                <a:gd name="connsiteX3" fmla="*/ 200025 w 762000"/>
                <a:gd name="connsiteY3" fmla="*/ 1238222 h 1238222"/>
                <a:gd name="connsiteX4" fmla="*/ 0 w 762000"/>
                <a:gd name="connsiteY4" fmla="*/ 0 h 1238222"/>
                <a:gd name="connsiteX0" fmla="*/ 0 w 762000"/>
                <a:gd name="connsiteY0" fmla="*/ 0 h 1238222"/>
                <a:gd name="connsiteX1" fmla="*/ 762000 w 762000"/>
                <a:gd name="connsiteY1" fmla="*/ 0 h 1238222"/>
                <a:gd name="connsiteX2" fmla="*/ 609600 w 762000"/>
                <a:gd name="connsiteY2" fmla="*/ 304772 h 1238222"/>
                <a:gd name="connsiteX3" fmla="*/ 200025 w 762000"/>
                <a:gd name="connsiteY3" fmla="*/ 1238222 h 1238222"/>
                <a:gd name="connsiteX4" fmla="*/ 0 w 762000"/>
                <a:gd name="connsiteY4" fmla="*/ 0 h 1238222"/>
                <a:gd name="connsiteX0" fmla="*/ 0 w 671512"/>
                <a:gd name="connsiteY0" fmla="*/ 19050 h 1238222"/>
                <a:gd name="connsiteX1" fmla="*/ 671512 w 671512"/>
                <a:gd name="connsiteY1" fmla="*/ 0 h 1238222"/>
                <a:gd name="connsiteX2" fmla="*/ 519112 w 671512"/>
                <a:gd name="connsiteY2" fmla="*/ 304772 h 1238222"/>
                <a:gd name="connsiteX3" fmla="*/ 109537 w 671512"/>
                <a:gd name="connsiteY3" fmla="*/ 1238222 h 1238222"/>
                <a:gd name="connsiteX4" fmla="*/ 0 w 671512"/>
                <a:gd name="connsiteY4" fmla="*/ 19050 h 1238222"/>
                <a:gd name="connsiteX0" fmla="*/ 0 w 519112"/>
                <a:gd name="connsiteY0" fmla="*/ 0 h 1219172"/>
                <a:gd name="connsiteX1" fmla="*/ 519112 w 519112"/>
                <a:gd name="connsiteY1" fmla="*/ 285722 h 1219172"/>
                <a:gd name="connsiteX2" fmla="*/ 109537 w 519112"/>
                <a:gd name="connsiteY2" fmla="*/ 1219172 h 1219172"/>
                <a:gd name="connsiteX3" fmla="*/ 0 w 519112"/>
                <a:gd name="connsiteY3" fmla="*/ 0 h 1219172"/>
                <a:gd name="connsiteX0" fmla="*/ 134550 w 653662"/>
                <a:gd name="connsiteY0" fmla="*/ 0 h 1219172"/>
                <a:gd name="connsiteX1" fmla="*/ 653662 w 653662"/>
                <a:gd name="connsiteY1" fmla="*/ 285722 h 1219172"/>
                <a:gd name="connsiteX2" fmla="*/ 244087 w 653662"/>
                <a:gd name="connsiteY2" fmla="*/ 1219172 h 1219172"/>
                <a:gd name="connsiteX3" fmla="*/ 134550 w 653662"/>
                <a:gd name="connsiteY3" fmla="*/ 0 h 1219172"/>
                <a:gd name="connsiteX0" fmla="*/ 238126 w 757238"/>
                <a:gd name="connsiteY0" fmla="*/ 0 h 1219172"/>
                <a:gd name="connsiteX1" fmla="*/ 757238 w 757238"/>
                <a:gd name="connsiteY1" fmla="*/ 285722 h 1219172"/>
                <a:gd name="connsiteX2" fmla="*/ 347663 w 757238"/>
                <a:gd name="connsiteY2" fmla="*/ 1219172 h 1219172"/>
                <a:gd name="connsiteX3" fmla="*/ 238126 w 757238"/>
                <a:gd name="connsiteY3" fmla="*/ 0 h 1219172"/>
                <a:gd name="connsiteX0" fmla="*/ 238126 w 757238"/>
                <a:gd name="connsiteY0" fmla="*/ 0 h 1219172"/>
                <a:gd name="connsiteX1" fmla="*/ 757238 w 757238"/>
                <a:gd name="connsiteY1" fmla="*/ 285722 h 1219172"/>
                <a:gd name="connsiteX2" fmla="*/ 347663 w 757238"/>
                <a:gd name="connsiteY2" fmla="*/ 1219172 h 1219172"/>
                <a:gd name="connsiteX3" fmla="*/ 238126 w 757238"/>
                <a:gd name="connsiteY3" fmla="*/ 0 h 1219172"/>
                <a:gd name="connsiteX0" fmla="*/ 757238 w 848678"/>
                <a:gd name="connsiteY0" fmla="*/ 285722 h 1219172"/>
                <a:gd name="connsiteX1" fmla="*/ 347663 w 848678"/>
                <a:gd name="connsiteY1" fmla="*/ 1219172 h 1219172"/>
                <a:gd name="connsiteX2" fmla="*/ 238126 w 848678"/>
                <a:gd name="connsiteY2" fmla="*/ 0 h 1219172"/>
                <a:gd name="connsiteX3" fmla="*/ 848678 w 848678"/>
                <a:gd name="connsiteY3" fmla="*/ 377162 h 1219172"/>
                <a:gd name="connsiteX0" fmla="*/ 757238 w 757238"/>
                <a:gd name="connsiteY0" fmla="*/ 285722 h 1219172"/>
                <a:gd name="connsiteX1" fmla="*/ 347663 w 757238"/>
                <a:gd name="connsiteY1" fmla="*/ 1219172 h 1219172"/>
                <a:gd name="connsiteX2" fmla="*/ 238126 w 757238"/>
                <a:gd name="connsiteY2" fmla="*/ 0 h 1219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7238" h="1219172">
                  <a:moveTo>
                    <a:pt x="757238" y="285722"/>
                  </a:moveTo>
                  <a:cubicBezTo>
                    <a:pt x="620713" y="596872"/>
                    <a:pt x="436563" y="746097"/>
                    <a:pt x="347663" y="1219172"/>
                  </a:cubicBezTo>
                  <a:cubicBezTo>
                    <a:pt x="-150811" y="850881"/>
                    <a:pt x="-44449" y="368291"/>
                    <a:pt x="238126" y="0"/>
                  </a:cubicBezTo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id="{46B40B99-235D-1398-3897-FC05CB8F3EFF}"/>
                </a:ext>
              </a:extLst>
            </p:cNvPr>
            <p:cNvSpPr/>
            <p:nvPr/>
          </p:nvSpPr>
          <p:spPr>
            <a:xfrm rot="906565">
              <a:off x="5982262" y="3873383"/>
              <a:ext cx="481012" cy="395342"/>
            </a:xfrm>
            <a:custGeom>
              <a:avLst/>
              <a:gdLst>
                <a:gd name="connsiteX0" fmla="*/ 0 w 366712"/>
                <a:gd name="connsiteY0" fmla="*/ 0 h 104775"/>
                <a:gd name="connsiteX1" fmla="*/ 366712 w 366712"/>
                <a:gd name="connsiteY1" fmla="*/ 0 h 104775"/>
                <a:gd name="connsiteX2" fmla="*/ 366712 w 366712"/>
                <a:gd name="connsiteY2" fmla="*/ 104775 h 104775"/>
                <a:gd name="connsiteX3" fmla="*/ 0 w 366712"/>
                <a:gd name="connsiteY3" fmla="*/ 104775 h 104775"/>
                <a:gd name="connsiteX4" fmla="*/ 0 w 366712"/>
                <a:gd name="connsiteY4" fmla="*/ 0 h 104775"/>
                <a:gd name="connsiteX0" fmla="*/ 0 w 414337"/>
                <a:gd name="connsiteY0" fmla="*/ 85725 h 190500"/>
                <a:gd name="connsiteX1" fmla="*/ 414337 w 414337"/>
                <a:gd name="connsiteY1" fmla="*/ 0 h 190500"/>
                <a:gd name="connsiteX2" fmla="*/ 366712 w 414337"/>
                <a:gd name="connsiteY2" fmla="*/ 190500 h 190500"/>
                <a:gd name="connsiteX3" fmla="*/ 0 w 414337"/>
                <a:gd name="connsiteY3" fmla="*/ 190500 h 190500"/>
                <a:gd name="connsiteX4" fmla="*/ 0 w 414337"/>
                <a:gd name="connsiteY4" fmla="*/ 85725 h 190500"/>
                <a:gd name="connsiteX0" fmla="*/ 0 w 576262"/>
                <a:gd name="connsiteY0" fmla="*/ 85725 h 419100"/>
                <a:gd name="connsiteX1" fmla="*/ 414337 w 576262"/>
                <a:gd name="connsiteY1" fmla="*/ 0 h 419100"/>
                <a:gd name="connsiteX2" fmla="*/ 366712 w 576262"/>
                <a:gd name="connsiteY2" fmla="*/ 190500 h 419100"/>
                <a:gd name="connsiteX3" fmla="*/ 576262 w 576262"/>
                <a:gd name="connsiteY3" fmla="*/ 419100 h 419100"/>
                <a:gd name="connsiteX4" fmla="*/ 0 w 576262"/>
                <a:gd name="connsiteY4" fmla="*/ 85725 h 419100"/>
                <a:gd name="connsiteX0" fmla="*/ 0 w 576262"/>
                <a:gd name="connsiteY0" fmla="*/ 85725 h 419100"/>
                <a:gd name="connsiteX1" fmla="*/ 414337 w 576262"/>
                <a:gd name="connsiteY1" fmla="*/ 0 h 419100"/>
                <a:gd name="connsiteX2" fmla="*/ 576262 w 576262"/>
                <a:gd name="connsiteY2" fmla="*/ 419100 h 419100"/>
                <a:gd name="connsiteX3" fmla="*/ 0 w 576262"/>
                <a:gd name="connsiteY3" fmla="*/ 857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342"/>
                <a:gd name="connsiteX1" fmla="*/ 319087 w 481012"/>
                <a:gd name="connsiteY1" fmla="*/ 0 h 395342"/>
                <a:gd name="connsiteX2" fmla="*/ 481012 w 481012"/>
                <a:gd name="connsiteY2" fmla="*/ 395287 h 395342"/>
                <a:gd name="connsiteX3" fmla="*/ 0 w 481012"/>
                <a:gd name="connsiteY3" fmla="*/ 200025 h 39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1012" h="395342">
                  <a:moveTo>
                    <a:pt x="0" y="200025"/>
                  </a:moveTo>
                  <a:lnTo>
                    <a:pt x="319087" y="0"/>
                  </a:lnTo>
                  <a:cubicBezTo>
                    <a:pt x="444499" y="63500"/>
                    <a:pt x="303212" y="250825"/>
                    <a:pt x="481012" y="395287"/>
                  </a:cubicBezTo>
                  <a:cubicBezTo>
                    <a:pt x="292100" y="396875"/>
                    <a:pt x="26987" y="365125"/>
                    <a:pt x="0" y="200025"/>
                  </a:cubicBez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F67DEE60-7C60-33E9-522D-80F868EAB8F7}"/>
                </a:ext>
              </a:extLst>
            </p:cNvPr>
            <p:cNvSpPr/>
            <p:nvPr/>
          </p:nvSpPr>
          <p:spPr>
            <a:xfrm>
              <a:off x="3185159" y="1339850"/>
              <a:ext cx="6075219" cy="3162432"/>
            </a:xfrm>
            <a:custGeom>
              <a:avLst/>
              <a:gdLst>
                <a:gd name="connsiteX0" fmla="*/ 0 w 350520"/>
                <a:gd name="connsiteY0" fmla="*/ 0 h 214630"/>
                <a:gd name="connsiteX1" fmla="*/ 350520 w 350520"/>
                <a:gd name="connsiteY1" fmla="*/ 0 h 214630"/>
                <a:gd name="connsiteX2" fmla="*/ 350520 w 350520"/>
                <a:gd name="connsiteY2" fmla="*/ 214630 h 214630"/>
                <a:gd name="connsiteX3" fmla="*/ 0 w 350520"/>
                <a:gd name="connsiteY3" fmla="*/ 214630 h 214630"/>
                <a:gd name="connsiteX4" fmla="*/ 0 w 350520"/>
                <a:gd name="connsiteY4" fmla="*/ 0 h 214630"/>
                <a:gd name="connsiteX0" fmla="*/ 0 w 4549140"/>
                <a:gd name="connsiteY0" fmla="*/ 0 h 2355850"/>
                <a:gd name="connsiteX1" fmla="*/ 350520 w 4549140"/>
                <a:gd name="connsiteY1" fmla="*/ 0 h 2355850"/>
                <a:gd name="connsiteX2" fmla="*/ 4549140 w 4549140"/>
                <a:gd name="connsiteY2" fmla="*/ 2355850 h 2355850"/>
                <a:gd name="connsiteX3" fmla="*/ 0 w 4549140"/>
                <a:gd name="connsiteY3" fmla="*/ 214630 h 2355850"/>
                <a:gd name="connsiteX4" fmla="*/ 0 w 4549140"/>
                <a:gd name="connsiteY4" fmla="*/ 0 h 2355850"/>
                <a:gd name="connsiteX0" fmla="*/ 0 w 6065520"/>
                <a:gd name="connsiteY0" fmla="*/ 0 h 3148330"/>
                <a:gd name="connsiteX1" fmla="*/ 350520 w 6065520"/>
                <a:gd name="connsiteY1" fmla="*/ 0 h 3148330"/>
                <a:gd name="connsiteX2" fmla="*/ 6065520 w 6065520"/>
                <a:gd name="connsiteY2" fmla="*/ 3148330 h 3148330"/>
                <a:gd name="connsiteX3" fmla="*/ 4549140 w 6065520"/>
                <a:gd name="connsiteY3" fmla="*/ 2355850 h 3148330"/>
                <a:gd name="connsiteX4" fmla="*/ 0 w 6065520"/>
                <a:gd name="connsiteY4" fmla="*/ 214630 h 3148330"/>
                <a:gd name="connsiteX5" fmla="*/ 0 w 6065520"/>
                <a:gd name="connsiteY5" fmla="*/ 0 h 3148330"/>
                <a:gd name="connsiteX0" fmla="*/ 0 w 6065520"/>
                <a:gd name="connsiteY0" fmla="*/ 0 h 3148330"/>
                <a:gd name="connsiteX1" fmla="*/ 350520 w 6065520"/>
                <a:gd name="connsiteY1" fmla="*/ 0 h 3148330"/>
                <a:gd name="connsiteX2" fmla="*/ 5227320 w 6065520"/>
                <a:gd name="connsiteY2" fmla="*/ 2142490 h 3148330"/>
                <a:gd name="connsiteX3" fmla="*/ 6065520 w 6065520"/>
                <a:gd name="connsiteY3" fmla="*/ 3148330 h 3148330"/>
                <a:gd name="connsiteX4" fmla="*/ 4549140 w 6065520"/>
                <a:gd name="connsiteY4" fmla="*/ 2355850 h 3148330"/>
                <a:gd name="connsiteX5" fmla="*/ 0 w 6065520"/>
                <a:gd name="connsiteY5" fmla="*/ 214630 h 3148330"/>
                <a:gd name="connsiteX6" fmla="*/ 0 w 6065520"/>
                <a:gd name="connsiteY6" fmla="*/ 0 h 3148330"/>
                <a:gd name="connsiteX0" fmla="*/ 0 w 6102876"/>
                <a:gd name="connsiteY0" fmla="*/ 0 h 3148330"/>
                <a:gd name="connsiteX1" fmla="*/ 350520 w 6102876"/>
                <a:gd name="connsiteY1" fmla="*/ 0 h 3148330"/>
                <a:gd name="connsiteX2" fmla="*/ 5882640 w 6102876"/>
                <a:gd name="connsiteY2" fmla="*/ 732790 h 3148330"/>
                <a:gd name="connsiteX3" fmla="*/ 5227320 w 6102876"/>
                <a:gd name="connsiteY3" fmla="*/ 2142490 h 3148330"/>
                <a:gd name="connsiteX4" fmla="*/ 6065520 w 6102876"/>
                <a:gd name="connsiteY4" fmla="*/ 3148330 h 3148330"/>
                <a:gd name="connsiteX5" fmla="*/ 4549140 w 6102876"/>
                <a:gd name="connsiteY5" fmla="*/ 2355850 h 3148330"/>
                <a:gd name="connsiteX6" fmla="*/ 0 w 6102876"/>
                <a:gd name="connsiteY6" fmla="*/ 214630 h 3148330"/>
                <a:gd name="connsiteX7" fmla="*/ 0 w 6102876"/>
                <a:gd name="connsiteY7" fmla="*/ 0 h 3148330"/>
                <a:gd name="connsiteX0" fmla="*/ 0 w 6102876"/>
                <a:gd name="connsiteY0" fmla="*/ 0 h 3148330"/>
                <a:gd name="connsiteX1" fmla="*/ 419100 w 6102876"/>
                <a:gd name="connsiteY1" fmla="*/ 220980 h 3148330"/>
                <a:gd name="connsiteX2" fmla="*/ 5882640 w 6102876"/>
                <a:gd name="connsiteY2" fmla="*/ 732790 h 3148330"/>
                <a:gd name="connsiteX3" fmla="*/ 5227320 w 6102876"/>
                <a:gd name="connsiteY3" fmla="*/ 2142490 h 3148330"/>
                <a:gd name="connsiteX4" fmla="*/ 6065520 w 6102876"/>
                <a:gd name="connsiteY4" fmla="*/ 3148330 h 3148330"/>
                <a:gd name="connsiteX5" fmla="*/ 4549140 w 6102876"/>
                <a:gd name="connsiteY5" fmla="*/ 2355850 h 3148330"/>
                <a:gd name="connsiteX6" fmla="*/ 0 w 6102876"/>
                <a:gd name="connsiteY6" fmla="*/ 214630 h 3148330"/>
                <a:gd name="connsiteX7" fmla="*/ 0 w 6102876"/>
                <a:gd name="connsiteY7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5882640 w 6065520"/>
                <a:gd name="connsiteY3" fmla="*/ 732790 h 3148330"/>
                <a:gd name="connsiteX4" fmla="*/ 5227320 w 6065520"/>
                <a:gd name="connsiteY4" fmla="*/ 2142490 h 3148330"/>
                <a:gd name="connsiteX5" fmla="*/ 6065520 w 6065520"/>
                <a:gd name="connsiteY5" fmla="*/ 3148330 h 3148330"/>
                <a:gd name="connsiteX6" fmla="*/ 4549140 w 6065520"/>
                <a:gd name="connsiteY6" fmla="*/ 2355850 h 3148330"/>
                <a:gd name="connsiteX7" fmla="*/ 0 w 6065520"/>
                <a:gd name="connsiteY7" fmla="*/ 214630 h 3148330"/>
                <a:gd name="connsiteX8" fmla="*/ 0 w 6065520"/>
                <a:gd name="connsiteY8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5882640 w 6065520"/>
                <a:gd name="connsiteY4" fmla="*/ 732790 h 3148330"/>
                <a:gd name="connsiteX5" fmla="*/ 5227320 w 6065520"/>
                <a:gd name="connsiteY5" fmla="*/ 2142490 h 3148330"/>
                <a:gd name="connsiteX6" fmla="*/ 6065520 w 6065520"/>
                <a:gd name="connsiteY6" fmla="*/ 3148330 h 3148330"/>
                <a:gd name="connsiteX7" fmla="*/ 4549140 w 6065520"/>
                <a:gd name="connsiteY7" fmla="*/ 2355850 h 3148330"/>
                <a:gd name="connsiteX8" fmla="*/ 0 w 6065520"/>
                <a:gd name="connsiteY8" fmla="*/ 214630 h 3148330"/>
                <a:gd name="connsiteX9" fmla="*/ 0 w 6065520"/>
                <a:gd name="connsiteY9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21463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21463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7690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7690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7690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7690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6166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6166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6166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55318"/>
                <a:gd name="connsiteX1" fmla="*/ 419100 w 6065520"/>
                <a:gd name="connsiteY1" fmla="*/ 220980 h 3155318"/>
                <a:gd name="connsiteX2" fmla="*/ 1341120 w 6065520"/>
                <a:gd name="connsiteY2" fmla="*/ 763270 h 3155318"/>
                <a:gd name="connsiteX3" fmla="*/ 3741420 w 6065520"/>
                <a:gd name="connsiteY3" fmla="*/ 1883410 h 3155318"/>
                <a:gd name="connsiteX4" fmla="*/ 4014788 w 6065520"/>
                <a:gd name="connsiteY4" fmla="*/ 1709102 h 3155318"/>
                <a:gd name="connsiteX5" fmla="*/ 3982720 w 6065520"/>
                <a:gd name="connsiteY5" fmla="*/ 1940560 h 3155318"/>
                <a:gd name="connsiteX6" fmla="*/ 5882640 w 6065520"/>
                <a:gd name="connsiteY6" fmla="*/ 732790 h 3155318"/>
                <a:gd name="connsiteX7" fmla="*/ 5661660 w 6065520"/>
                <a:gd name="connsiteY7" fmla="*/ 1365250 h 3155318"/>
                <a:gd name="connsiteX8" fmla="*/ 5227320 w 6065520"/>
                <a:gd name="connsiteY8" fmla="*/ 2142490 h 3155318"/>
                <a:gd name="connsiteX9" fmla="*/ 6065520 w 6065520"/>
                <a:gd name="connsiteY9" fmla="*/ 3148330 h 3155318"/>
                <a:gd name="connsiteX10" fmla="*/ 4549140 w 6065520"/>
                <a:gd name="connsiteY10" fmla="*/ 2355850 h 3155318"/>
                <a:gd name="connsiteX11" fmla="*/ 0 w 6065520"/>
                <a:gd name="connsiteY11" fmla="*/ 0 h 3155318"/>
                <a:gd name="connsiteX0" fmla="*/ 0 w 6065520"/>
                <a:gd name="connsiteY0" fmla="*/ 0 h 3155318"/>
                <a:gd name="connsiteX1" fmla="*/ 419100 w 6065520"/>
                <a:gd name="connsiteY1" fmla="*/ 220980 h 3155318"/>
                <a:gd name="connsiteX2" fmla="*/ 1341120 w 6065520"/>
                <a:gd name="connsiteY2" fmla="*/ 763270 h 3155318"/>
                <a:gd name="connsiteX3" fmla="*/ 3741420 w 6065520"/>
                <a:gd name="connsiteY3" fmla="*/ 1883410 h 3155318"/>
                <a:gd name="connsiteX4" fmla="*/ 4014788 w 6065520"/>
                <a:gd name="connsiteY4" fmla="*/ 1709102 h 3155318"/>
                <a:gd name="connsiteX5" fmla="*/ 3982720 w 6065520"/>
                <a:gd name="connsiteY5" fmla="*/ 1940560 h 3155318"/>
                <a:gd name="connsiteX6" fmla="*/ 5882640 w 6065520"/>
                <a:gd name="connsiteY6" fmla="*/ 732790 h 3155318"/>
                <a:gd name="connsiteX7" fmla="*/ 5661660 w 6065520"/>
                <a:gd name="connsiteY7" fmla="*/ 1365250 h 3155318"/>
                <a:gd name="connsiteX8" fmla="*/ 5227320 w 6065520"/>
                <a:gd name="connsiteY8" fmla="*/ 2142490 h 3155318"/>
                <a:gd name="connsiteX9" fmla="*/ 6065520 w 6065520"/>
                <a:gd name="connsiteY9" fmla="*/ 3148330 h 3155318"/>
                <a:gd name="connsiteX10" fmla="*/ 4549140 w 6065520"/>
                <a:gd name="connsiteY10" fmla="*/ 2355850 h 3155318"/>
                <a:gd name="connsiteX11" fmla="*/ 0 w 6065520"/>
                <a:gd name="connsiteY11" fmla="*/ 0 h 3155318"/>
                <a:gd name="connsiteX0" fmla="*/ 0 w 6130127"/>
                <a:gd name="connsiteY0" fmla="*/ 0 h 3155318"/>
                <a:gd name="connsiteX1" fmla="*/ 419100 w 6130127"/>
                <a:gd name="connsiteY1" fmla="*/ 220980 h 3155318"/>
                <a:gd name="connsiteX2" fmla="*/ 1341120 w 6130127"/>
                <a:gd name="connsiteY2" fmla="*/ 763270 h 3155318"/>
                <a:gd name="connsiteX3" fmla="*/ 3741420 w 6130127"/>
                <a:gd name="connsiteY3" fmla="*/ 1883410 h 3155318"/>
                <a:gd name="connsiteX4" fmla="*/ 4014788 w 6130127"/>
                <a:gd name="connsiteY4" fmla="*/ 1709102 h 3155318"/>
                <a:gd name="connsiteX5" fmla="*/ 3982720 w 6130127"/>
                <a:gd name="connsiteY5" fmla="*/ 1940560 h 3155318"/>
                <a:gd name="connsiteX6" fmla="*/ 5882640 w 6130127"/>
                <a:gd name="connsiteY6" fmla="*/ 732790 h 3155318"/>
                <a:gd name="connsiteX7" fmla="*/ 5661660 w 6130127"/>
                <a:gd name="connsiteY7" fmla="*/ 1365250 h 3155318"/>
                <a:gd name="connsiteX8" fmla="*/ 5227320 w 6130127"/>
                <a:gd name="connsiteY8" fmla="*/ 2142490 h 3155318"/>
                <a:gd name="connsiteX9" fmla="*/ 5775960 w 6130127"/>
                <a:gd name="connsiteY9" fmla="*/ 2569210 h 3155318"/>
                <a:gd name="connsiteX10" fmla="*/ 6065520 w 6130127"/>
                <a:gd name="connsiteY10" fmla="*/ 3148330 h 3155318"/>
                <a:gd name="connsiteX11" fmla="*/ 4549140 w 6130127"/>
                <a:gd name="connsiteY11" fmla="*/ 2355850 h 3155318"/>
                <a:gd name="connsiteX12" fmla="*/ 0 w 6130127"/>
                <a:gd name="connsiteY12" fmla="*/ 0 h 3155318"/>
                <a:gd name="connsiteX0" fmla="*/ 0 w 6130127"/>
                <a:gd name="connsiteY0" fmla="*/ 0 h 3155318"/>
                <a:gd name="connsiteX1" fmla="*/ 419100 w 6130127"/>
                <a:gd name="connsiteY1" fmla="*/ 220980 h 3155318"/>
                <a:gd name="connsiteX2" fmla="*/ 1341120 w 6130127"/>
                <a:gd name="connsiteY2" fmla="*/ 763270 h 3155318"/>
                <a:gd name="connsiteX3" fmla="*/ 3741420 w 6130127"/>
                <a:gd name="connsiteY3" fmla="*/ 1883410 h 3155318"/>
                <a:gd name="connsiteX4" fmla="*/ 4014788 w 6130127"/>
                <a:gd name="connsiteY4" fmla="*/ 1709102 h 3155318"/>
                <a:gd name="connsiteX5" fmla="*/ 3982720 w 6130127"/>
                <a:gd name="connsiteY5" fmla="*/ 1940560 h 3155318"/>
                <a:gd name="connsiteX6" fmla="*/ 5882640 w 6130127"/>
                <a:gd name="connsiteY6" fmla="*/ 732790 h 3155318"/>
                <a:gd name="connsiteX7" fmla="*/ 5661660 w 6130127"/>
                <a:gd name="connsiteY7" fmla="*/ 1365250 h 3155318"/>
                <a:gd name="connsiteX8" fmla="*/ 5227320 w 6130127"/>
                <a:gd name="connsiteY8" fmla="*/ 2142490 h 3155318"/>
                <a:gd name="connsiteX9" fmla="*/ 5775960 w 6130127"/>
                <a:gd name="connsiteY9" fmla="*/ 2569210 h 3155318"/>
                <a:gd name="connsiteX10" fmla="*/ 6065520 w 6130127"/>
                <a:gd name="connsiteY10" fmla="*/ 3148330 h 3155318"/>
                <a:gd name="connsiteX11" fmla="*/ 4549140 w 6130127"/>
                <a:gd name="connsiteY11" fmla="*/ 2355850 h 3155318"/>
                <a:gd name="connsiteX12" fmla="*/ 0 w 6130127"/>
                <a:gd name="connsiteY12" fmla="*/ 0 h 3155318"/>
                <a:gd name="connsiteX0" fmla="*/ 0 w 6123442"/>
                <a:gd name="connsiteY0" fmla="*/ 0 h 3162860"/>
                <a:gd name="connsiteX1" fmla="*/ 419100 w 6123442"/>
                <a:gd name="connsiteY1" fmla="*/ 220980 h 3162860"/>
                <a:gd name="connsiteX2" fmla="*/ 1341120 w 6123442"/>
                <a:gd name="connsiteY2" fmla="*/ 763270 h 3162860"/>
                <a:gd name="connsiteX3" fmla="*/ 3741420 w 6123442"/>
                <a:gd name="connsiteY3" fmla="*/ 1883410 h 3162860"/>
                <a:gd name="connsiteX4" fmla="*/ 4014788 w 6123442"/>
                <a:gd name="connsiteY4" fmla="*/ 1709102 h 3162860"/>
                <a:gd name="connsiteX5" fmla="*/ 3982720 w 6123442"/>
                <a:gd name="connsiteY5" fmla="*/ 1940560 h 3162860"/>
                <a:gd name="connsiteX6" fmla="*/ 5882640 w 6123442"/>
                <a:gd name="connsiteY6" fmla="*/ 732790 h 3162860"/>
                <a:gd name="connsiteX7" fmla="*/ 5661660 w 6123442"/>
                <a:gd name="connsiteY7" fmla="*/ 1365250 h 3162860"/>
                <a:gd name="connsiteX8" fmla="*/ 5227320 w 6123442"/>
                <a:gd name="connsiteY8" fmla="*/ 2142490 h 3162860"/>
                <a:gd name="connsiteX9" fmla="*/ 5775960 w 6123442"/>
                <a:gd name="connsiteY9" fmla="*/ 2569210 h 3162860"/>
                <a:gd name="connsiteX10" fmla="*/ 6057900 w 6123442"/>
                <a:gd name="connsiteY10" fmla="*/ 3155950 h 3162860"/>
                <a:gd name="connsiteX11" fmla="*/ 4549140 w 6123442"/>
                <a:gd name="connsiteY11" fmla="*/ 2355850 h 3162860"/>
                <a:gd name="connsiteX12" fmla="*/ 0 w 6123442"/>
                <a:gd name="connsiteY12" fmla="*/ 0 h 3162860"/>
                <a:gd name="connsiteX0" fmla="*/ 0 w 6075219"/>
                <a:gd name="connsiteY0" fmla="*/ 0 h 3162860"/>
                <a:gd name="connsiteX1" fmla="*/ 419100 w 6075219"/>
                <a:gd name="connsiteY1" fmla="*/ 220980 h 3162860"/>
                <a:gd name="connsiteX2" fmla="*/ 1341120 w 6075219"/>
                <a:gd name="connsiteY2" fmla="*/ 763270 h 3162860"/>
                <a:gd name="connsiteX3" fmla="*/ 3741420 w 6075219"/>
                <a:gd name="connsiteY3" fmla="*/ 1883410 h 3162860"/>
                <a:gd name="connsiteX4" fmla="*/ 4014788 w 6075219"/>
                <a:gd name="connsiteY4" fmla="*/ 1709102 h 3162860"/>
                <a:gd name="connsiteX5" fmla="*/ 3982720 w 6075219"/>
                <a:gd name="connsiteY5" fmla="*/ 1940560 h 3162860"/>
                <a:gd name="connsiteX6" fmla="*/ 5882640 w 6075219"/>
                <a:gd name="connsiteY6" fmla="*/ 732790 h 3162860"/>
                <a:gd name="connsiteX7" fmla="*/ 5661660 w 6075219"/>
                <a:gd name="connsiteY7" fmla="*/ 1365250 h 3162860"/>
                <a:gd name="connsiteX8" fmla="*/ 5227320 w 6075219"/>
                <a:gd name="connsiteY8" fmla="*/ 2142490 h 3162860"/>
                <a:gd name="connsiteX9" fmla="*/ 5775960 w 6075219"/>
                <a:gd name="connsiteY9" fmla="*/ 2569210 h 3162860"/>
                <a:gd name="connsiteX10" fmla="*/ 6057900 w 6075219"/>
                <a:gd name="connsiteY10" fmla="*/ 3155950 h 3162860"/>
                <a:gd name="connsiteX11" fmla="*/ 4549140 w 6075219"/>
                <a:gd name="connsiteY11" fmla="*/ 2355850 h 3162860"/>
                <a:gd name="connsiteX12" fmla="*/ 0 w 6075219"/>
                <a:gd name="connsiteY12" fmla="*/ 0 h 3162860"/>
                <a:gd name="connsiteX0" fmla="*/ 0 w 6075219"/>
                <a:gd name="connsiteY0" fmla="*/ 0 h 3162432"/>
                <a:gd name="connsiteX1" fmla="*/ 419100 w 6075219"/>
                <a:gd name="connsiteY1" fmla="*/ 220980 h 3162432"/>
                <a:gd name="connsiteX2" fmla="*/ 1341120 w 6075219"/>
                <a:gd name="connsiteY2" fmla="*/ 763270 h 3162432"/>
                <a:gd name="connsiteX3" fmla="*/ 3741420 w 6075219"/>
                <a:gd name="connsiteY3" fmla="*/ 1883410 h 3162432"/>
                <a:gd name="connsiteX4" fmla="*/ 4014788 w 6075219"/>
                <a:gd name="connsiteY4" fmla="*/ 1709102 h 3162432"/>
                <a:gd name="connsiteX5" fmla="*/ 3982720 w 6075219"/>
                <a:gd name="connsiteY5" fmla="*/ 1940560 h 3162432"/>
                <a:gd name="connsiteX6" fmla="*/ 5882640 w 6075219"/>
                <a:gd name="connsiteY6" fmla="*/ 732790 h 3162432"/>
                <a:gd name="connsiteX7" fmla="*/ 5661660 w 6075219"/>
                <a:gd name="connsiteY7" fmla="*/ 1365250 h 3162432"/>
                <a:gd name="connsiteX8" fmla="*/ 5227320 w 6075219"/>
                <a:gd name="connsiteY8" fmla="*/ 2142490 h 3162432"/>
                <a:gd name="connsiteX9" fmla="*/ 5775960 w 6075219"/>
                <a:gd name="connsiteY9" fmla="*/ 2569210 h 3162432"/>
                <a:gd name="connsiteX10" fmla="*/ 6057900 w 6075219"/>
                <a:gd name="connsiteY10" fmla="*/ 3155950 h 3162432"/>
                <a:gd name="connsiteX11" fmla="*/ 4549140 w 6075219"/>
                <a:gd name="connsiteY11" fmla="*/ 2355850 h 3162432"/>
                <a:gd name="connsiteX12" fmla="*/ 0 w 6075219"/>
                <a:gd name="connsiteY12" fmla="*/ 0 h 316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75219" h="3162432">
                  <a:moveTo>
                    <a:pt x="0" y="0"/>
                  </a:moveTo>
                  <a:cubicBezTo>
                    <a:pt x="284480" y="5080"/>
                    <a:pt x="279400" y="147320"/>
                    <a:pt x="419100" y="220980"/>
                  </a:cubicBezTo>
                  <a:cubicBezTo>
                    <a:pt x="652780" y="339302"/>
                    <a:pt x="1107440" y="509058"/>
                    <a:pt x="1341120" y="763270"/>
                  </a:cubicBezTo>
                  <a:cubicBezTo>
                    <a:pt x="2123440" y="1390862"/>
                    <a:pt x="3308350" y="1714500"/>
                    <a:pt x="3741420" y="1883410"/>
                  </a:cubicBezTo>
                  <a:cubicBezTo>
                    <a:pt x="3794918" y="1840125"/>
                    <a:pt x="3807936" y="1743710"/>
                    <a:pt x="4014788" y="1709102"/>
                  </a:cubicBezTo>
                  <a:cubicBezTo>
                    <a:pt x="4036537" y="1741963"/>
                    <a:pt x="3906362" y="1981835"/>
                    <a:pt x="3982720" y="1940560"/>
                  </a:cubicBezTo>
                  <a:cubicBezTo>
                    <a:pt x="4867275" y="2293620"/>
                    <a:pt x="5259070" y="788670"/>
                    <a:pt x="5882640" y="732790"/>
                  </a:cubicBezTo>
                  <a:cubicBezTo>
                    <a:pt x="5961803" y="821055"/>
                    <a:pt x="5770880" y="1130300"/>
                    <a:pt x="5661660" y="1365250"/>
                  </a:cubicBezTo>
                  <a:cubicBezTo>
                    <a:pt x="5552440" y="1516380"/>
                    <a:pt x="5416550" y="1968500"/>
                    <a:pt x="5227320" y="2142490"/>
                  </a:cubicBezTo>
                  <a:cubicBezTo>
                    <a:pt x="5511800" y="2103120"/>
                    <a:pt x="5636260" y="2401570"/>
                    <a:pt x="5775960" y="2569210"/>
                  </a:cubicBezTo>
                  <a:cubicBezTo>
                    <a:pt x="5915660" y="2736850"/>
                    <a:pt x="6139180" y="3119120"/>
                    <a:pt x="6057900" y="3155950"/>
                  </a:cubicBezTo>
                  <a:cubicBezTo>
                    <a:pt x="5567680" y="3234690"/>
                    <a:pt x="5008880" y="2574290"/>
                    <a:pt x="4549140" y="2355850"/>
                  </a:cubicBezTo>
                  <a:cubicBezTo>
                    <a:pt x="2331720" y="2195407"/>
                    <a:pt x="1203960" y="2263563"/>
                    <a:pt x="0" y="0"/>
                  </a:cubicBez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">
              <a:extLst>
                <a:ext uri="{FF2B5EF4-FFF2-40B4-BE49-F238E27FC236}">
                  <a16:creationId xmlns:a16="http://schemas.microsoft.com/office/drawing/2014/main" id="{3675FBD3-A41E-4D96-537C-6E1DFC50BE2B}"/>
                </a:ext>
              </a:extLst>
            </p:cNvPr>
            <p:cNvSpPr/>
            <p:nvPr/>
          </p:nvSpPr>
          <p:spPr>
            <a:xfrm>
              <a:off x="3076205" y="1339850"/>
              <a:ext cx="4619995" cy="2956147"/>
            </a:xfrm>
            <a:custGeom>
              <a:avLst/>
              <a:gdLst>
                <a:gd name="connsiteX0" fmla="*/ 0 w 2061029"/>
                <a:gd name="connsiteY0" fmla="*/ 0 h 928914"/>
                <a:gd name="connsiteX1" fmla="*/ 2061029 w 2061029"/>
                <a:gd name="connsiteY1" fmla="*/ 0 h 928914"/>
                <a:gd name="connsiteX2" fmla="*/ 2061029 w 2061029"/>
                <a:gd name="connsiteY2" fmla="*/ 928914 h 928914"/>
                <a:gd name="connsiteX3" fmla="*/ 0 w 2061029"/>
                <a:gd name="connsiteY3" fmla="*/ 928914 h 928914"/>
                <a:gd name="connsiteX4" fmla="*/ 0 w 2061029"/>
                <a:gd name="connsiteY4" fmla="*/ 0 h 928914"/>
                <a:gd name="connsiteX0" fmla="*/ 0 w 2359479"/>
                <a:gd name="connsiteY0" fmla="*/ 0 h 2433864"/>
                <a:gd name="connsiteX1" fmla="*/ 2359479 w 2359479"/>
                <a:gd name="connsiteY1" fmla="*/ 1504950 h 2433864"/>
                <a:gd name="connsiteX2" fmla="*/ 2359479 w 2359479"/>
                <a:gd name="connsiteY2" fmla="*/ 2433864 h 2433864"/>
                <a:gd name="connsiteX3" fmla="*/ 298450 w 2359479"/>
                <a:gd name="connsiteY3" fmla="*/ 2433864 h 2433864"/>
                <a:gd name="connsiteX4" fmla="*/ 0 w 2359479"/>
                <a:gd name="connsiteY4" fmla="*/ 0 h 2433864"/>
                <a:gd name="connsiteX0" fmla="*/ 0 w 3510099"/>
                <a:gd name="connsiteY0" fmla="*/ 0 h 2433864"/>
                <a:gd name="connsiteX1" fmla="*/ 2359479 w 3510099"/>
                <a:gd name="connsiteY1" fmla="*/ 1504950 h 2433864"/>
                <a:gd name="connsiteX2" fmla="*/ 3510099 w 3510099"/>
                <a:gd name="connsiteY2" fmla="*/ 2151924 h 2433864"/>
                <a:gd name="connsiteX3" fmla="*/ 298450 w 3510099"/>
                <a:gd name="connsiteY3" fmla="*/ 2433864 h 2433864"/>
                <a:gd name="connsiteX4" fmla="*/ 0 w 3510099"/>
                <a:gd name="connsiteY4" fmla="*/ 0 h 2433864"/>
                <a:gd name="connsiteX0" fmla="*/ 0 w 3510099"/>
                <a:gd name="connsiteY0" fmla="*/ 0 h 2921544"/>
                <a:gd name="connsiteX1" fmla="*/ 2359479 w 3510099"/>
                <a:gd name="connsiteY1" fmla="*/ 1504950 h 2921544"/>
                <a:gd name="connsiteX2" fmla="*/ 3510099 w 3510099"/>
                <a:gd name="connsiteY2" fmla="*/ 2151924 h 2921544"/>
                <a:gd name="connsiteX3" fmla="*/ 2470150 w 3510099"/>
                <a:gd name="connsiteY3" fmla="*/ 2921544 h 2921544"/>
                <a:gd name="connsiteX4" fmla="*/ 0 w 3510099"/>
                <a:gd name="connsiteY4" fmla="*/ 0 h 2921544"/>
                <a:gd name="connsiteX0" fmla="*/ 47076 w 3557175"/>
                <a:gd name="connsiteY0" fmla="*/ 0 h 2921544"/>
                <a:gd name="connsiteX1" fmla="*/ 2406555 w 3557175"/>
                <a:gd name="connsiteY1" fmla="*/ 1504950 h 2921544"/>
                <a:gd name="connsiteX2" fmla="*/ 3557175 w 3557175"/>
                <a:gd name="connsiteY2" fmla="*/ 2151924 h 2921544"/>
                <a:gd name="connsiteX3" fmla="*/ 2517226 w 3557175"/>
                <a:gd name="connsiteY3" fmla="*/ 2921544 h 2921544"/>
                <a:gd name="connsiteX4" fmla="*/ 47076 w 3557175"/>
                <a:gd name="connsiteY4" fmla="*/ 0 h 2921544"/>
                <a:gd name="connsiteX0" fmla="*/ 77517 w 3587616"/>
                <a:gd name="connsiteY0" fmla="*/ 0 h 2953725"/>
                <a:gd name="connsiteX1" fmla="*/ 2436996 w 3587616"/>
                <a:gd name="connsiteY1" fmla="*/ 1504950 h 2953725"/>
                <a:gd name="connsiteX2" fmla="*/ 3587616 w 3587616"/>
                <a:gd name="connsiteY2" fmla="*/ 2151924 h 2953725"/>
                <a:gd name="connsiteX3" fmla="*/ 2547667 w 3587616"/>
                <a:gd name="connsiteY3" fmla="*/ 2921544 h 2953725"/>
                <a:gd name="connsiteX4" fmla="*/ 77517 w 3587616"/>
                <a:gd name="connsiteY4" fmla="*/ 0 h 2953725"/>
                <a:gd name="connsiteX0" fmla="*/ 94259 w 3604358"/>
                <a:gd name="connsiteY0" fmla="*/ 0 h 2956147"/>
                <a:gd name="connsiteX1" fmla="*/ 2453738 w 3604358"/>
                <a:gd name="connsiteY1" fmla="*/ 1504950 h 2956147"/>
                <a:gd name="connsiteX2" fmla="*/ 3604358 w 3604358"/>
                <a:gd name="connsiteY2" fmla="*/ 2151924 h 2956147"/>
                <a:gd name="connsiteX3" fmla="*/ 2564409 w 3604358"/>
                <a:gd name="connsiteY3" fmla="*/ 2921544 h 2956147"/>
                <a:gd name="connsiteX4" fmla="*/ 94259 w 3604358"/>
                <a:gd name="connsiteY4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2453738 w 3604358"/>
                <a:gd name="connsiteY2" fmla="*/ 1504950 h 2956147"/>
                <a:gd name="connsiteX3" fmla="*/ 3604358 w 3604358"/>
                <a:gd name="connsiteY3" fmla="*/ 2151924 h 2956147"/>
                <a:gd name="connsiteX4" fmla="*/ 2564409 w 3604358"/>
                <a:gd name="connsiteY4" fmla="*/ 2921544 h 2956147"/>
                <a:gd name="connsiteX5" fmla="*/ 94259 w 3604358"/>
                <a:gd name="connsiteY5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870955 w 3604358"/>
                <a:gd name="connsiteY2" fmla="*/ 763270 h 2956147"/>
                <a:gd name="connsiteX3" fmla="*/ 2453738 w 3604358"/>
                <a:gd name="connsiteY3" fmla="*/ 1504950 h 2956147"/>
                <a:gd name="connsiteX4" fmla="*/ 3604358 w 3604358"/>
                <a:gd name="connsiteY4" fmla="*/ 2151924 h 2956147"/>
                <a:gd name="connsiteX5" fmla="*/ 2564409 w 3604358"/>
                <a:gd name="connsiteY5" fmla="*/ 2921544 h 2956147"/>
                <a:gd name="connsiteX6" fmla="*/ 94259 w 3604358"/>
                <a:gd name="connsiteY6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870955 w 3604358"/>
                <a:gd name="connsiteY2" fmla="*/ 763270 h 2956147"/>
                <a:gd name="connsiteX3" fmla="*/ 1442455 w 3604358"/>
                <a:gd name="connsiteY3" fmla="*/ 1121410 h 2956147"/>
                <a:gd name="connsiteX4" fmla="*/ 2453738 w 3604358"/>
                <a:gd name="connsiteY4" fmla="*/ 1504950 h 2956147"/>
                <a:gd name="connsiteX5" fmla="*/ 3604358 w 3604358"/>
                <a:gd name="connsiteY5" fmla="*/ 2151924 h 2956147"/>
                <a:gd name="connsiteX6" fmla="*/ 2564409 w 3604358"/>
                <a:gd name="connsiteY6" fmla="*/ 2921544 h 2956147"/>
                <a:gd name="connsiteX7" fmla="*/ 94259 w 3604358"/>
                <a:gd name="connsiteY7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870955 w 3604358"/>
                <a:gd name="connsiteY2" fmla="*/ 763270 h 2956147"/>
                <a:gd name="connsiteX3" fmla="*/ 1442455 w 3604358"/>
                <a:gd name="connsiteY3" fmla="*/ 1121410 h 2956147"/>
                <a:gd name="connsiteX4" fmla="*/ 2415638 w 3604358"/>
                <a:gd name="connsiteY4" fmla="*/ 2030730 h 2956147"/>
                <a:gd name="connsiteX5" fmla="*/ 3604358 w 3604358"/>
                <a:gd name="connsiteY5" fmla="*/ 2151924 h 2956147"/>
                <a:gd name="connsiteX6" fmla="*/ 2564409 w 3604358"/>
                <a:gd name="connsiteY6" fmla="*/ 2921544 h 2956147"/>
                <a:gd name="connsiteX7" fmla="*/ 94259 w 3604358"/>
                <a:gd name="connsiteY7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870955 w 3604358"/>
                <a:gd name="connsiteY2" fmla="*/ 763270 h 2956147"/>
                <a:gd name="connsiteX3" fmla="*/ 1442455 w 3604358"/>
                <a:gd name="connsiteY3" fmla="*/ 1121410 h 2956147"/>
                <a:gd name="connsiteX4" fmla="*/ 2415638 w 3604358"/>
                <a:gd name="connsiteY4" fmla="*/ 2030730 h 2956147"/>
                <a:gd name="connsiteX5" fmla="*/ 2966455 w 3604358"/>
                <a:gd name="connsiteY5" fmla="*/ 2043430 h 2956147"/>
                <a:gd name="connsiteX6" fmla="*/ 3604358 w 3604358"/>
                <a:gd name="connsiteY6" fmla="*/ 2151924 h 2956147"/>
                <a:gd name="connsiteX7" fmla="*/ 2564409 w 3604358"/>
                <a:gd name="connsiteY7" fmla="*/ 2921544 h 2956147"/>
                <a:gd name="connsiteX8" fmla="*/ 94259 w 3604358"/>
                <a:gd name="connsiteY8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870955 w 3604358"/>
                <a:gd name="connsiteY2" fmla="*/ 763270 h 2956147"/>
                <a:gd name="connsiteX3" fmla="*/ 1442455 w 3604358"/>
                <a:gd name="connsiteY3" fmla="*/ 1121410 h 2956147"/>
                <a:gd name="connsiteX4" fmla="*/ 2415638 w 3604358"/>
                <a:gd name="connsiteY4" fmla="*/ 2030730 h 2956147"/>
                <a:gd name="connsiteX5" fmla="*/ 2966455 w 3604358"/>
                <a:gd name="connsiteY5" fmla="*/ 2043430 h 2956147"/>
                <a:gd name="connsiteX6" fmla="*/ 3604358 w 3604358"/>
                <a:gd name="connsiteY6" fmla="*/ 2151924 h 2956147"/>
                <a:gd name="connsiteX7" fmla="*/ 2564409 w 3604358"/>
                <a:gd name="connsiteY7" fmla="*/ 2921544 h 2956147"/>
                <a:gd name="connsiteX8" fmla="*/ 94259 w 3604358"/>
                <a:gd name="connsiteY8" fmla="*/ 0 h 2956147"/>
                <a:gd name="connsiteX0" fmla="*/ 94259 w 4624419"/>
                <a:gd name="connsiteY0" fmla="*/ 0 h 2956147"/>
                <a:gd name="connsiteX1" fmla="*/ 482335 w 4624419"/>
                <a:gd name="connsiteY1" fmla="*/ 374650 h 2956147"/>
                <a:gd name="connsiteX2" fmla="*/ 870955 w 4624419"/>
                <a:gd name="connsiteY2" fmla="*/ 763270 h 2956147"/>
                <a:gd name="connsiteX3" fmla="*/ 1442455 w 4624419"/>
                <a:gd name="connsiteY3" fmla="*/ 1121410 h 2956147"/>
                <a:gd name="connsiteX4" fmla="*/ 2415638 w 4624419"/>
                <a:gd name="connsiteY4" fmla="*/ 2030730 h 2956147"/>
                <a:gd name="connsiteX5" fmla="*/ 2966455 w 4624419"/>
                <a:gd name="connsiteY5" fmla="*/ 2043430 h 2956147"/>
                <a:gd name="connsiteX6" fmla="*/ 3604358 w 4624419"/>
                <a:gd name="connsiteY6" fmla="*/ 2151924 h 2956147"/>
                <a:gd name="connsiteX7" fmla="*/ 4619995 w 4624419"/>
                <a:gd name="connsiteY7" fmla="*/ 2355850 h 2956147"/>
                <a:gd name="connsiteX8" fmla="*/ 2564409 w 4624419"/>
                <a:gd name="connsiteY8" fmla="*/ 2921544 h 2956147"/>
                <a:gd name="connsiteX9" fmla="*/ 94259 w 4624419"/>
                <a:gd name="connsiteY9" fmla="*/ 0 h 2956147"/>
                <a:gd name="connsiteX0" fmla="*/ 94259 w 4629940"/>
                <a:gd name="connsiteY0" fmla="*/ 0 h 2956147"/>
                <a:gd name="connsiteX1" fmla="*/ 482335 w 4629940"/>
                <a:gd name="connsiteY1" fmla="*/ 374650 h 2956147"/>
                <a:gd name="connsiteX2" fmla="*/ 870955 w 4629940"/>
                <a:gd name="connsiteY2" fmla="*/ 763270 h 2956147"/>
                <a:gd name="connsiteX3" fmla="*/ 1442455 w 4629940"/>
                <a:gd name="connsiteY3" fmla="*/ 1121410 h 2956147"/>
                <a:gd name="connsiteX4" fmla="*/ 2415638 w 4629940"/>
                <a:gd name="connsiteY4" fmla="*/ 2030730 h 2956147"/>
                <a:gd name="connsiteX5" fmla="*/ 2966455 w 4629940"/>
                <a:gd name="connsiteY5" fmla="*/ 2043430 h 2956147"/>
                <a:gd name="connsiteX6" fmla="*/ 3604358 w 4629940"/>
                <a:gd name="connsiteY6" fmla="*/ 2151924 h 2956147"/>
                <a:gd name="connsiteX7" fmla="*/ 4619995 w 4629940"/>
                <a:gd name="connsiteY7" fmla="*/ 2355850 h 2956147"/>
                <a:gd name="connsiteX8" fmla="*/ 2564409 w 4629940"/>
                <a:gd name="connsiteY8" fmla="*/ 2921544 h 2956147"/>
                <a:gd name="connsiteX9" fmla="*/ 94259 w 4629940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9995" h="2956147">
                  <a:moveTo>
                    <a:pt x="94259" y="0"/>
                  </a:moveTo>
                  <a:cubicBezTo>
                    <a:pt x="287118" y="117263"/>
                    <a:pt x="289476" y="257387"/>
                    <a:pt x="482335" y="374650"/>
                  </a:cubicBezTo>
                  <a:cubicBezTo>
                    <a:pt x="757290" y="475932"/>
                    <a:pt x="700775" y="666750"/>
                    <a:pt x="870955" y="763270"/>
                  </a:cubicBezTo>
                  <a:cubicBezTo>
                    <a:pt x="1338950" y="876617"/>
                    <a:pt x="1231635" y="984250"/>
                    <a:pt x="1442455" y="1121410"/>
                  </a:cubicBezTo>
                  <a:cubicBezTo>
                    <a:pt x="1733512" y="1314980"/>
                    <a:pt x="1986469" y="1808585"/>
                    <a:pt x="2415638" y="2030730"/>
                  </a:cubicBezTo>
                  <a:cubicBezTo>
                    <a:pt x="2609404" y="2093383"/>
                    <a:pt x="2780309" y="2018877"/>
                    <a:pt x="2966455" y="2043430"/>
                  </a:cubicBezTo>
                  <a:lnTo>
                    <a:pt x="3604358" y="2151924"/>
                  </a:lnTo>
                  <a:cubicBezTo>
                    <a:pt x="4227384" y="2118299"/>
                    <a:pt x="4408449" y="2160875"/>
                    <a:pt x="4619995" y="2355850"/>
                  </a:cubicBezTo>
                  <a:cubicBezTo>
                    <a:pt x="4026240" y="2369155"/>
                    <a:pt x="3173404" y="2923479"/>
                    <a:pt x="2564409" y="2921544"/>
                  </a:cubicBezTo>
                  <a:cubicBezTo>
                    <a:pt x="765666" y="3227856"/>
                    <a:pt x="-339658" y="1438668"/>
                    <a:pt x="94259" y="0"/>
                  </a:cubicBez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id="{F9957530-32DE-C052-4A0D-5F3ACC9F53AE}"/>
                </a:ext>
              </a:extLst>
            </p:cNvPr>
            <p:cNvSpPr/>
            <p:nvPr/>
          </p:nvSpPr>
          <p:spPr>
            <a:xfrm>
              <a:off x="4984398" y="1655984"/>
              <a:ext cx="891846" cy="1181100"/>
            </a:xfrm>
            <a:custGeom>
              <a:avLst/>
              <a:gdLst>
                <a:gd name="connsiteX0" fmla="*/ 0 w 960120"/>
                <a:gd name="connsiteY0" fmla="*/ 0 h 518160"/>
                <a:gd name="connsiteX1" fmla="*/ 960120 w 960120"/>
                <a:gd name="connsiteY1" fmla="*/ 0 h 518160"/>
                <a:gd name="connsiteX2" fmla="*/ 960120 w 960120"/>
                <a:gd name="connsiteY2" fmla="*/ 518160 h 518160"/>
                <a:gd name="connsiteX3" fmla="*/ 0 w 960120"/>
                <a:gd name="connsiteY3" fmla="*/ 518160 h 518160"/>
                <a:gd name="connsiteX4" fmla="*/ 0 w 960120"/>
                <a:gd name="connsiteY4" fmla="*/ 0 h 518160"/>
                <a:gd name="connsiteX0" fmla="*/ 0 w 960120"/>
                <a:gd name="connsiteY0" fmla="*/ 571500 h 1089660"/>
                <a:gd name="connsiteX1" fmla="*/ 937260 w 960120"/>
                <a:gd name="connsiteY1" fmla="*/ 0 h 1089660"/>
                <a:gd name="connsiteX2" fmla="*/ 960120 w 960120"/>
                <a:gd name="connsiteY2" fmla="*/ 1089660 h 1089660"/>
                <a:gd name="connsiteX3" fmla="*/ 0 w 960120"/>
                <a:gd name="connsiteY3" fmla="*/ 1089660 h 1089660"/>
                <a:gd name="connsiteX4" fmla="*/ 0 w 960120"/>
                <a:gd name="connsiteY4" fmla="*/ 571500 h 1089660"/>
                <a:gd name="connsiteX0" fmla="*/ 0 w 982980"/>
                <a:gd name="connsiteY0" fmla="*/ 830580 h 1089660"/>
                <a:gd name="connsiteX1" fmla="*/ 960120 w 982980"/>
                <a:gd name="connsiteY1" fmla="*/ 0 h 1089660"/>
                <a:gd name="connsiteX2" fmla="*/ 982980 w 982980"/>
                <a:gd name="connsiteY2" fmla="*/ 1089660 h 1089660"/>
                <a:gd name="connsiteX3" fmla="*/ 22860 w 982980"/>
                <a:gd name="connsiteY3" fmla="*/ 1089660 h 1089660"/>
                <a:gd name="connsiteX4" fmla="*/ 0 w 982980"/>
                <a:gd name="connsiteY4" fmla="*/ 830580 h 1089660"/>
                <a:gd name="connsiteX0" fmla="*/ 0 w 982980"/>
                <a:gd name="connsiteY0" fmla="*/ 830580 h 1089660"/>
                <a:gd name="connsiteX1" fmla="*/ 960120 w 982980"/>
                <a:gd name="connsiteY1" fmla="*/ 0 h 1089660"/>
                <a:gd name="connsiteX2" fmla="*/ 982980 w 982980"/>
                <a:gd name="connsiteY2" fmla="*/ 1089660 h 1089660"/>
                <a:gd name="connsiteX3" fmla="*/ 0 w 982980"/>
                <a:gd name="connsiteY3" fmla="*/ 830580 h 1089660"/>
                <a:gd name="connsiteX0" fmla="*/ 0 w 960120"/>
                <a:gd name="connsiteY0" fmla="*/ 830580 h 1181100"/>
                <a:gd name="connsiteX1" fmla="*/ 960120 w 960120"/>
                <a:gd name="connsiteY1" fmla="*/ 0 h 1181100"/>
                <a:gd name="connsiteX2" fmla="*/ 899160 w 960120"/>
                <a:gd name="connsiteY2" fmla="*/ 1181100 h 1181100"/>
                <a:gd name="connsiteX3" fmla="*/ 0 w 960120"/>
                <a:gd name="connsiteY3" fmla="*/ 830580 h 1181100"/>
                <a:gd name="connsiteX0" fmla="*/ 0 w 891540"/>
                <a:gd name="connsiteY0" fmla="*/ 830580 h 1181100"/>
                <a:gd name="connsiteX1" fmla="*/ 891540 w 891540"/>
                <a:gd name="connsiteY1" fmla="*/ 0 h 1181100"/>
                <a:gd name="connsiteX2" fmla="*/ 830580 w 891540"/>
                <a:gd name="connsiteY2" fmla="*/ 1181100 h 1181100"/>
                <a:gd name="connsiteX3" fmla="*/ 0 w 891540"/>
                <a:gd name="connsiteY3" fmla="*/ 830580 h 1181100"/>
                <a:gd name="connsiteX0" fmla="*/ 280 w 891820"/>
                <a:gd name="connsiteY0" fmla="*/ 830580 h 1181100"/>
                <a:gd name="connsiteX1" fmla="*/ 891820 w 891820"/>
                <a:gd name="connsiteY1" fmla="*/ 0 h 1181100"/>
                <a:gd name="connsiteX2" fmla="*/ 830860 w 891820"/>
                <a:gd name="connsiteY2" fmla="*/ 1181100 h 1181100"/>
                <a:gd name="connsiteX3" fmla="*/ 280 w 891820"/>
                <a:gd name="connsiteY3" fmla="*/ 830580 h 1181100"/>
                <a:gd name="connsiteX0" fmla="*/ 306 w 891846"/>
                <a:gd name="connsiteY0" fmla="*/ 830580 h 1181100"/>
                <a:gd name="connsiteX1" fmla="*/ 891846 w 891846"/>
                <a:gd name="connsiteY1" fmla="*/ 0 h 1181100"/>
                <a:gd name="connsiteX2" fmla="*/ 830886 w 891846"/>
                <a:gd name="connsiteY2" fmla="*/ 1181100 h 1181100"/>
                <a:gd name="connsiteX3" fmla="*/ 306 w 891846"/>
                <a:gd name="connsiteY3" fmla="*/ 830580 h 1181100"/>
                <a:gd name="connsiteX0" fmla="*/ 306 w 891846"/>
                <a:gd name="connsiteY0" fmla="*/ 830580 h 1181100"/>
                <a:gd name="connsiteX1" fmla="*/ 891846 w 891846"/>
                <a:gd name="connsiteY1" fmla="*/ 0 h 1181100"/>
                <a:gd name="connsiteX2" fmla="*/ 830886 w 891846"/>
                <a:gd name="connsiteY2" fmla="*/ 1181100 h 1181100"/>
                <a:gd name="connsiteX3" fmla="*/ 306 w 891846"/>
                <a:gd name="connsiteY3" fmla="*/ 830580 h 1181100"/>
                <a:gd name="connsiteX0" fmla="*/ 306 w 891846"/>
                <a:gd name="connsiteY0" fmla="*/ 830580 h 1181100"/>
                <a:gd name="connsiteX1" fmla="*/ 891846 w 891846"/>
                <a:gd name="connsiteY1" fmla="*/ 0 h 1181100"/>
                <a:gd name="connsiteX2" fmla="*/ 830886 w 891846"/>
                <a:gd name="connsiteY2" fmla="*/ 1181100 h 1181100"/>
                <a:gd name="connsiteX3" fmla="*/ 306 w 891846"/>
                <a:gd name="connsiteY3" fmla="*/ 830580 h 1181100"/>
                <a:gd name="connsiteX0" fmla="*/ 306 w 891846"/>
                <a:gd name="connsiteY0" fmla="*/ 830580 h 1181100"/>
                <a:gd name="connsiteX1" fmla="*/ 891846 w 891846"/>
                <a:gd name="connsiteY1" fmla="*/ 0 h 1181100"/>
                <a:gd name="connsiteX2" fmla="*/ 830886 w 891846"/>
                <a:gd name="connsiteY2" fmla="*/ 1181100 h 1181100"/>
                <a:gd name="connsiteX3" fmla="*/ 91746 w 891846"/>
                <a:gd name="connsiteY3" fmla="*/ 922020 h 1181100"/>
                <a:gd name="connsiteX0" fmla="*/ 306 w 891846"/>
                <a:gd name="connsiteY0" fmla="*/ 830580 h 1181100"/>
                <a:gd name="connsiteX1" fmla="*/ 891846 w 891846"/>
                <a:gd name="connsiteY1" fmla="*/ 0 h 1181100"/>
                <a:gd name="connsiteX2" fmla="*/ 830886 w 891846"/>
                <a:gd name="connsiteY2" fmla="*/ 118110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1846" h="1181100">
                  <a:moveTo>
                    <a:pt x="306" y="830580"/>
                  </a:moveTo>
                  <a:cubicBezTo>
                    <a:pt x="-14934" y="576580"/>
                    <a:pt x="541326" y="101600"/>
                    <a:pt x="891846" y="0"/>
                  </a:cubicBezTo>
                  <a:cubicBezTo>
                    <a:pt x="490526" y="408940"/>
                    <a:pt x="752146" y="1145540"/>
                    <a:pt x="830886" y="1181100"/>
                  </a:cubicBezTo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56363DB9-4649-FBA6-D4D1-3327CCC0157A}"/>
                </a:ext>
              </a:extLst>
            </p:cNvPr>
            <p:cNvSpPr/>
            <p:nvPr/>
          </p:nvSpPr>
          <p:spPr>
            <a:xfrm>
              <a:off x="5221605" y="3743353"/>
              <a:ext cx="1101090" cy="936280"/>
            </a:xfrm>
            <a:custGeom>
              <a:avLst/>
              <a:gdLst>
                <a:gd name="connsiteX0" fmla="*/ 0 w 289560"/>
                <a:gd name="connsiteY0" fmla="*/ 0 h 45719"/>
                <a:gd name="connsiteX1" fmla="*/ 289560 w 289560"/>
                <a:gd name="connsiteY1" fmla="*/ 0 h 45719"/>
                <a:gd name="connsiteX2" fmla="*/ 289560 w 289560"/>
                <a:gd name="connsiteY2" fmla="*/ 45719 h 45719"/>
                <a:gd name="connsiteX3" fmla="*/ 0 w 289560"/>
                <a:gd name="connsiteY3" fmla="*/ 45719 h 45719"/>
                <a:gd name="connsiteX4" fmla="*/ 0 w 289560"/>
                <a:gd name="connsiteY4" fmla="*/ 0 h 45719"/>
                <a:gd name="connsiteX0" fmla="*/ 0 w 289560"/>
                <a:gd name="connsiteY0" fmla="*/ 53341 h 99060"/>
                <a:gd name="connsiteX1" fmla="*/ 289560 w 289560"/>
                <a:gd name="connsiteY1" fmla="*/ 53341 h 99060"/>
                <a:gd name="connsiteX2" fmla="*/ 121920 w 289560"/>
                <a:gd name="connsiteY2" fmla="*/ 0 h 99060"/>
                <a:gd name="connsiteX3" fmla="*/ 0 w 289560"/>
                <a:gd name="connsiteY3" fmla="*/ 99060 h 99060"/>
                <a:gd name="connsiteX4" fmla="*/ 0 w 289560"/>
                <a:gd name="connsiteY4" fmla="*/ 53341 h 99060"/>
                <a:gd name="connsiteX0" fmla="*/ 1158240 w 1158240"/>
                <a:gd name="connsiteY0" fmla="*/ 868681 h 868681"/>
                <a:gd name="connsiteX1" fmla="*/ 289560 w 1158240"/>
                <a:gd name="connsiteY1" fmla="*/ 53341 h 868681"/>
                <a:gd name="connsiteX2" fmla="*/ 121920 w 1158240"/>
                <a:gd name="connsiteY2" fmla="*/ 0 h 868681"/>
                <a:gd name="connsiteX3" fmla="*/ 0 w 1158240"/>
                <a:gd name="connsiteY3" fmla="*/ 99060 h 868681"/>
                <a:gd name="connsiteX4" fmla="*/ 1158240 w 1158240"/>
                <a:gd name="connsiteY4" fmla="*/ 868681 h 868681"/>
                <a:gd name="connsiteX0" fmla="*/ 1158240 w 1158240"/>
                <a:gd name="connsiteY0" fmla="*/ 868681 h 868681"/>
                <a:gd name="connsiteX1" fmla="*/ 121920 w 1158240"/>
                <a:gd name="connsiteY1" fmla="*/ 0 h 868681"/>
                <a:gd name="connsiteX2" fmla="*/ 0 w 1158240"/>
                <a:gd name="connsiteY2" fmla="*/ 99060 h 868681"/>
                <a:gd name="connsiteX3" fmla="*/ 1158240 w 1158240"/>
                <a:gd name="connsiteY3" fmla="*/ 868681 h 868681"/>
                <a:gd name="connsiteX0" fmla="*/ 1158240 w 1158240"/>
                <a:gd name="connsiteY0" fmla="*/ 902018 h 902018"/>
                <a:gd name="connsiteX1" fmla="*/ 93345 w 1158240"/>
                <a:gd name="connsiteY1" fmla="*/ 0 h 902018"/>
                <a:gd name="connsiteX2" fmla="*/ 0 w 1158240"/>
                <a:gd name="connsiteY2" fmla="*/ 132397 h 902018"/>
                <a:gd name="connsiteX3" fmla="*/ 1158240 w 1158240"/>
                <a:gd name="connsiteY3" fmla="*/ 902018 h 902018"/>
                <a:gd name="connsiteX0" fmla="*/ 1158240 w 1158240"/>
                <a:gd name="connsiteY0" fmla="*/ 907206 h 907206"/>
                <a:gd name="connsiteX1" fmla="*/ 93345 w 1158240"/>
                <a:gd name="connsiteY1" fmla="*/ 5188 h 907206"/>
                <a:gd name="connsiteX2" fmla="*/ 0 w 1158240"/>
                <a:gd name="connsiteY2" fmla="*/ 137585 h 907206"/>
                <a:gd name="connsiteX3" fmla="*/ 1158240 w 1158240"/>
                <a:gd name="connsiteY3" fmla="*/ 907206 h 907206"/>
                <a:gd name="connsiteX0" fmla="*/ 1110615 w 1110615"/>
                <a:gd name="connsiteY0" fmla="*/ 907206 h 907206"/>
                <a:gd name="connsiteX1" fmla="*/ 45720 w 1110615"/>
                <a:gd name="connsiteY1" fmla="*/ 5188 h 907206"/>
                <a:gd name="connsiteX2" fmla="*/ 0 w 1110615"/>
                <a:gd name="connsiteY2" fmla="*/ 123297 h 907206"/>
                <a:gd name="connsiteX3" fmla="*/ 1110615 w 1110615"/>
                <a:gd name="connsiteY3" fmla="*/ 907206 h 907206"/>
                <a:gd name="connsiteX0" fmla="*/ 1101090 w 1101090"/>
                <a:gd name="connsiteY0" fmla="*/ 949782 h 949782"/>
                <a:gd name="connsiteX1" fmla="*/ 45720 w 1101090"/>
                <a:gd name="connsiteY1" fmla="*/ 4901 h 949782"/>
                <a:gd name="connsiteX2" fmla="*/ 0 w 1101090"/>
                <a:gd name="connsiteY2" fmla="*/ 123010 h 949782"/>
                <a:gd name="connsiteX3" fmla="*/ 1101090 w 1101090"/>
                <a:gd name="connsiteY3" fmla="*/ 949782 h 949782"/>
                <a:gd name="connsiteX0" fmla="*/ 1101090 w 1101090"/>
                <a:gd name="connsiteY0" fmla="*/ 949782 h 949782"/>
                <a:gd name="connsiteX1" fmla="*/ 45720 w 1101090"/>
                <a:gd name="connsiteY1" fmla="*/ 4901 h 949782"/>
                <a:gd name="connsiteX2" fmla="*/ 0 w 1101090"/>
                <a:gd name="connsiteY2" fmla="*/ 123010 h 949782"/>
                <a:gd name="connsiteX3" fmla="*/ 1101090 w 1101090"/>
                <a:gd name="connsiteY3" fmla="*/ 949782 h 949782"/>
                <a:gd name="connsiteX0" fmla="*/ 1101090 w 1101090"/>
                <a:gd name="connsiteY0" fmla="*/ 954741 h 954741"/>
                <a:gd name="connsiteX1" fmla="*/ 45720 w 1101090"/>
                <a:gd name="connsiteY1" fmla="*/ 9860 h 954741"/>
                <a:gd name="connsiteX2" fmla="*/ 0 w 1101090"/>
                <a:gd name="connsiteY2" fmla="*/ 127969 h 954741"/>
                <a:gd name="connsiteX3" fmla="*/ 1101090 w 1101090"/>
                <a:gd name="connsiteY3" fmla="*/ 954741 h 954741"/>
                <a:gd name="connsiteX0" fmla="*/ 1101090 w 1101090"/>
                <a:gd name="connsiteY0" fmla="*/ 954741 h 954741"/>
                <a:gd name="connsiteX1" fmla="*/ 45720 w 1101090"/>
                <a:gd name="connsiteY1" fmla="*/ 9860 h 954741"/>
                <a:gd name="connsiteX2" fmla="*/ 0 w 1101090"/>
                <a:gd name="connsiteY2" fmla="*/ 127969 h 954741"/>
                <a:gd name="connsiteX3" fmla="*/ 1101090 w 1101090"/>
                <a:gd name="connsiteY3" fmla="*/ 954741 h 954741"/>
                <a:gd name="connsiteX0" fmla="*/ 1101090 w 1101090"/>
                <a:gd name="connsiteY0" fmla="*/ 955083 h 955083"/>
                <a:gd name="connsiteX1" fmla="*/ 45720 w 1101090"/>
                <a:gd name="connsiteY1" fmla="*/ 10202 h 955083"/>
                <a:gd name="connsiteX2" fmla="*/ 0 w 1101090"/>
                <a:gd name="connsiteY2" fmla="*/ 128311 h 955083"/>
                <a:gd name="connsiteX3" fmla="*/ 1101090 w 1101090"/>
                <a:gd name="connsiteY3" fmla="*/ 955083 h 955083"/>
                <a:gd name="connsiteX0" fmla="*/ 1101090 w 1101090"/>
                <a:gd name="connsiteY0" fmla="*/ 936280 h 936280"/>
                <a:gd name="connsiteX1" fmla="*/ 45720 w 1101090"/>
                <a:gd name="connsiteY1" fmla="*/ 10449 h 936280"/>
                <a:gd name="connsiteX2" fmla="*/ 0 w 1101090"/>
                <a:gd name="connsiteY2" fmla="*/ 128558 h 936280"/>
                <a:gd name="connsiteX3" fmla="*/ 1101090 w 1101090"/>
                <a:gd name="connsiteY3" fmla="*/ 936280 h 936280"/>
                <a:gd name="connsiteX0" fmla="*/ 0 w 1101090"/>
                <a:gd name="connsiteY0" fmla="*/ 128558 h 936280"/>
                <a:gd name="connsiteX1" fmla="*/ 1101090 w 1101090"/>
                <a:gd name="connsiteY1" fmla="*/ 936280 h 936280"/>
                <a:gd name="connsiteX2" fmla="*/ 45720 w 1101090"/>
                <a:gd name="connsiteY2" fmla="*/ 10449 h 936280"/>
                <a:gd name="connsiteX3" fmla="*/ 91440 w 1101090"/>
                <a:gd name="connsiteY3" fmla="*/ 219998 h 936280"/>
                <a:gd name="connsiteX0" fmla="*/ 0 w 1101090"/>
                <a:gd name="connsiteY0" fmla="*/ 128558 h 936280"/>
                <a:gd name="connsiteX1" fmla="*/ 1101090 w 1101090"/>
                <a:gd name="connsiteY1" fmla="*/ 936280 h 936280"/>
                <a:gd name="connsiteX2" fmla="*/ 45720 w 1101090"/>
                <a:gd name="connsiteY2" fmla="*/ 10449 h 936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1090" h="936280">
                  <a:moveTo>
                    <a:pt x="0" y="128558"/>
                  </a:moveTo>
                  <a:cubicBezTo>
                    <a:pt x="352743" y="856587"/>
                    <a:pt x="857885" y="836902"/>
                    <a:pt x="1101090" y="936280"/>
                  </a:cubicBezTo>
                  <a:cubicBezTo>
                    <a:pt x="617538" y="607032"/>
                    <a:pt x="224472" y="-93691"/>
                    <a:pt x="45720" y="10449"/>
                  </a:cubicBezTo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 7">
              <a:extLst>
                <a:ext uri="{FF2B5EF4-FFF2-40B4-BE49-F238E27FC236}">
                  <a16:creationId xmlns:a16="http://schemas.microsoft.com/office/drawing/2014/main" id="{DC76C8CD-C044-2F1C-C112-A4603AF65145}"/>
                </a:ext>
              </a:extLst>
            </p:cNvPr>
            <p:cNvSpPr/>
            <p:nvPr/>
          </p:nvSpPr>
          <p:spPr>
            <a:xfrm>
              <a:off x="6310314" y="3843338"/>
              <a:ext cx="481012" cy="395342"/>
            </a:xfrm>
            <a:custGeom>
              <a:avLst/>
              <a:gdLst>
                <a:gd name="connsiteX0" fmla="*/ 0 w 366712"/>
                <a:gd name="connsiteY0" fmla="*/ 0 h 104775"/>
                <a:gd name="connsiteX1" fmla="*/ 366712 w 366712"/>
                <a:gd name="connsiteY1" fmla="*/ 0 h 104775"/>
                <a:gd name="connsiteX2" fmla="*/ 366712 w 366712"/>
                <a:gd name="connsiteY2" fmla="*/ 104775 h 104775"/>
                <a:gd name="connsiteX3" fmla="*/ 0 w 366712"/>
                <a:gd name="connsiteY3" fmla="*/ 104775 h 104775"/>
                <a:gd name="connsiteX4" fmla="*/ 0 w 366712"/>
                <a:gd name="connsiteY4" fmla="*/ 0 h 104775"/>
                <a:gd name="connsiteX0" fmla="*/ 0 w 414337"/>
                <a:gd name="connsiteY0" fmla="*/ 85725 h 190500"/>
                <a:gd name="connsiteX1" fmla="*/ 414337 w 414337"/>
                <a:gd name="connsiteY1" fmla="*/ 0 h 190500"/>
                <a:gd name="connsiteX2" fmla="*/ 366712 w 414337"/>
                <a:gd name="connsiteY2" fmla="*/ 190500 h 190500"/>
                <a:gd name="connsiteX3" fmla="*/ 0 w 414337"/>
                <a:gd name="connsiteY3" fmla="*/ 190500 h 190500"/>
                <a:gd name="connsiteX4" fmla="*/ 0 w 414337"/>
                <a:gd name="connsiteY4" fmla="*/ 85725 h 190500"/>
                <a:gd name="connsiteX0" fmla="*/ 0 w 576262"/>
                <a:gd name="connsiteY0" fmla="*/ 85725 h 419100"/>
                <a:gd name="connsiteX1" fmla="*/ 414337 w 576262"/>
                <a:gd name="connsiteY1" fmla="*/ 0 h 419100"/>
                <a:gd name="connsiteX2" fmla="*/ 366712 w 576262"/>
                <a:gd name="connsiteY2" fmla="*/ 190500 h 419100"/>
                <a:gd name="connsiteX3" fmla="*/ 576262 w 576262"/>
                <a:gd name="connsiteY3" fmla="*/ 419100 h 419100"/>
                <a:gd name="connsiteX4" fmla="*/ 0 w 576262"/>
                <a:gd name="connsiteY4" fmla="*/ 85725 h 419100"/>
                <a:gd name="connsiteX0" fmla="*/ 0 w 576262"/>
                <a:gd name="connsiteY0" fmla="*/ 85725 h 419100"/>
                <a:gd name="connsiteX1" fmla="*/ 414337 w 576262"/>
                <a:gd name="connsiteY1" fmla="*/ 0 h 419100"/>
                <a:gd name="connsiteX2" fmla="*/ 576262 w 576262"/>
                <a:gd name="connsiteY2" fmla="*/ 419100 h 419100"/>
                <a:gd name="connsiteX3" fmla="*/ 0 w 576262"/>
                <a:gd name="connsiteY3" fmla="*/ 857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342"/>
                <a:gd name="connsiteX1" fmla="*/ 319087 w 481012"/>
                <a:gd name="connsiteY1" fmla="*/ 0 h 395342"/>
                <a:gd name="connsiteX2" fmla="*/ 481012 w 481012"/>
                <a:gd name="connsiteY2" fmla="*/ 395287 h 395342"/>
                <a:gd name="connsiteX3" fmla="*/ 0 w 481012"/>
                <a:gd name="connsiteY3" fmla="*/ 200025 h 395342"/>
                <a:gd name="connsiteX0" fmla="*/ 319087 w 481012"/>
                <a:gd name="connsiteY0" fmla="*/ 0 h 395342"/>
                <a:gd name="connsiteX1" fmla="*/ 481012 w 481012"/>
                <a:gd name="connsiteY1" fmla="*/ 395287 h 395342"/>
                <a:gd name="connsiteX2" fmla="*/ 0 w 481012"/>
                <a:gd name="connsiteY2" fmla="*/ 200025 h 395342"/>
                <a:gd name="connsiteX3" fmla="*/ 410527 w 481012"/>
                <a:gd name="connsiteY3" fmla="*/ 91440 h 395342"/>
                <a:gd name="connsiteX0" fmla="*/ 319087 w 481012"/>
                <a:gd name="connsiteY0" fmla="*/ 0 h 395342"/>
                <a:gd name="connsiteX1" fmla="*/ 481012 w 481012"/>
                <a:gd name="connsiteY1" fmla="*/ 395287 h 395342"/>
                <a:gd name="connsiteX2" fmla="*/ 0 w 481012"/>
                <a:gd name="connsiteY2" fmla="*/ 200025 h 39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1012" h="395342">
                  <a:moveTo>
                    <a:pt x="319087" y="0"/>
                  </a:moveTo>
                  <a:cubicBezTo>
                    <a:pt x="444499" y="63500"/>
                    <a:pt x="303212" y="250825"/>
                    <a:pt x="481012" y="395287"/>
                  </a:cubicBezTo>
                  <a:cubicBezTo>
                    <a:pt x="292100" y="396875"/>
                    <a:pt x="26987" y="365125"/>
                    <a:pt x="0" y="200025"/>
                  </a:cubicBezTo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5849222-BCFE-4B73-ED49-551A4C93720A}"/>
                </a:ext>
              </a:extLst>
            </p:cNvPr>
            <p:cNvSpPr/>
            <p:nvPr/>
          </p:nvSpPr>
          <p:spPr>
            <a:xfrm rot="20410931">
              <a:off x="3927544" y="1871893"/>
              <a:ext cx="144144" cy="225151"/>
            </a:xfrm>
            <a:prstGeom prst="ellipse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48E209-0C36-2118-46B4-487FF5A2F542}"/>
                </a:ext>
              </a:extLst>
            </p:cNvPr>
            <p:cNvGrpSpPr/>
            <p:nvPr/>
          </p:nvGrpSpPr>
          <p:grpSpPr>
            <a:xfrm>
              <a:off x="3147776" y="1926279"/>
              <a:ext cx="1224981" cy="910805"/>
              <a:chOff x="3147776" y="1926279"/>
              <a:chExt cx="1224981" cy="910805"/>
            </a:xfrm>
            <a:grpFill/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024B7D0-0C51-EC5E-DB5D-472DA560C906}"/>
                  </a:ext>
                </a:extLst>
              </p:cNvPr>
              <p:cNvSpPr/>
              <p:nvPr/>
            </p:nvSpPr>
            <p:spPr>
              <a:xfrm rot="20410931">
                <a:off x="4000728" y="1934180"/>
                <a:ext cx="45719" cy="120612"/>
              </a:xfrm>
              <a:prstGeom prst="ellipse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F5C92F8E-81E2-AA17-F72D-8D558000A9E8}"/>
                  </a:ext>
                </a:extLst>
              </p:cNvPr>
              <p:cNvGrpSpPr/>
              <p:nvPr/>
            </p:nvGrpSpPr>
            <p:grpSpPr>
              <a:xfrm>
                <a:off x="3188695" y="2313934"/>
                <a:ext cx="1184062" cy="523150"/>
                <a:chOff x="3188695" y="2313934"/>
                <a:chExt cx="1184062" cy="523150"/>
              </a:xfrm>
              <a:grpFill/>
            </p:grpSpPr>
            <p:sp>
              <p:nvSpPr>
                <p:cNvPr id="32" name="Rectangle 11">
                  <a:extLst>
                    <a:ext uri="{FF2B5EF4-FFF2-40B4-BE49-F238E27FC236}">
                      <a16:creationId xmlns:a16="http://schemas.microsoft.com/office/drawing/2014/main" id="{D6553C97-9553-AF27-6833-AAAE97EB74C9}"/>
                    </a:ext>
                  </a:extLst>
                </p:cNvPr>
                <p:cNvSpPr/>
                <p:nvPr/>
              </p:nvSpPr>
              <p:spPr>
                <a:xfrm>
                  <a:off x="3188695" y="2313934"/>
                  <a:ext cx="1184062" cy="523150"/>
                </a:xfrm>
                <a:custGeom>
                  <a:avLst/>
                  <a:gdLst>
                    <a:gd name="connsiteX0" fmla="*/ 0 w 757238"/>
                    <a:gd name="connsiteY0" fmla="*/ 0 h 228834"/>
                    <a:gd name="connsiteX1" fmla="*/ 757238 w 757238"/>
                    <a:gd name="connsiteY1" fmla="*/ 0 h 228834"/>
                    <a:gd name="connsiteX2" fmla="*/ 757238 w 757238"/>
                    <a:gd name="connsiteY2" fmla="*/ 228834 h 228834"/>
                    <a:gd name="connsiteX3" fmla="*/ 0 w 757238"/>
                    <a:gd name="connsiteY3" fmla="*/ 228834 h 228834"/>
                    <a:gd name="connsiteX4" fmla="*/ 0 w 757238"/>
                    <a:gd name="connsiteY4" fmla="*/ 0 h 228834"/>
                    <a:gd name="connsiteX0" fmla="*/ 0 w 1200150"/>
                    <a:gd name="connsiteY0" fmla="*/ 0 h 466959"/>
                    <a:gd name="connsiteX1" fmla="*/ 1200150 w 1200150"/>
                    <a:gd name="connsiteY1" fmla="*/ 238125 h 466959"/>
                    <a:gd name="connsiteX2" fmla="*/ 1200150 w 1200150"/>
                    <a:gd name="connsiteY2" fmla="*/ 466959 h 466959"/>
                    <a:gd name="connsiteX3" fmla="*/ 442912 w 1200150"/>
                    <a:gd name="connsiteY3" fmla="*/ 466959 h 466959"/>
                    <a:gd name="connsiteX4" fmla="*/ 0 w 1200150"/>
                    <a:gd name="connsiteY4" fmla="*/ 0 h 466959"/>
                    <a:gd name="connsiteX0" fmla="*/ 0 w 1200150"/>
                    <a:gd name="connsiteY0" fmla="*/ 0 h 466959"/>
                    <a:gd name="connsiteX1" fmla="*/ 1200150 w 1200150"/>
                    <a:gd name="connsiteY1" fmla="*/ 238125 h 466959"/>
                    <a:gd name="connsiteX2" fmla="*/ 1200150 w 1200150"/>
                    <a:gd name="connsiteY2" fmla="*/ 466959 h 466959"/>
                    <a:gd name="connsiteX3" fmla="*/ 766762 w 1200150"/>
                    <a:gd name="connsiteY3" fmla="*/ 416952 h 466959"/>
                    <a:gd name="connsiteX4" fmla="*/ 0 w 1200150"/>
                    <a:gd name="connsiteY4" fmla="*/ 0 h 466959"/>
                    <a:gd name="connsiteX0" fmla="*/ 0 w 1200150"/>
                    <a:gd name="connsiteY0" fmla="*/ 0 h 466959"/>
                    <a:gd name="connsiteX1" fmla="*/ 1200150 w 1200150"/>
                    <a:gd name="connsiteY1" fmla="*/ 238125 h 466959"/>
                    <a:gd name="connsiteX2" fmla="*/ 1200150 w 1200150"/>
                    <a:gd name="connsiteY2" fmla="*/ 466959 h 466959"/>
                    <a:gd name="connsiteX3" fmla="*/ 0 w 1200150"/>
                    <a:gd name="connsiteY3" fmla="*/ 0 h 466959"/>
                    <a:gd name="connsiteX0" fmla="*/ 0 w 1200150"/>
                    <a:gd name="connsiteY0" fmla="*/ 0 h 390759"/>
                    <a:gd name="connsiteX1" fmla="*/ 1200150 w 1200150"/>
                    <a:gd name="connsiteY1" fmla="*/ 238125 h 390759"/>
                    <a:gd name="connsiteX2" fmla="*/ 1178719 w 1200150"/>
                    <a:gd name="connsiteY2" fmla="*/ 390759 h 390759"/>
                    <a:gd name="connsiteX3" fmla="*/ 0 w 1200150"/>
                    <a:gd name="connsiteY3" fmla="*/ 0 h 390759"/>
                    <a:gd name="connsiteX0" fmla="*/ 5893 w 1206043"/>
                    <a:gd name="connsiteY0" fmla="*/ 0 h 399057"/>
                    <a:gd name="connsiteX1" fmla="*/ 1206043 w 1206043"/>
                    <a:gd name="connsiteY1" fmla="*/ 238125 h 399057"/>
                    <a:gd name="connsiteX2" fmla="*/ 1184612 w 1206043"/>
                    <a:gd name="connsiteY2" fmla="*/ 390759 h 399057"/>
                    <a:gd name="connsiteX3" fmla="*/ 5893 w 1206043"/>
                    <a:gd name="connsiteY3" fmla="*/ 0 h 399057"/>
                    <a:gd name="connsiteX0" fmla="*/ 4842 w 1204992"/>
                    <a:gd name="connsiteY0" fmla="*/ 0 h 446950"/>
                    <a:gd name="connsiteX1" fmla="*/ 1204992 w 1204992"/>
                    <a:gd name="connsiteY1" fmla="*/ 238125 h 446950"/>
                    <a:gd name="connsiteX2" fmla="*/ 1183561 w 1204992"/>
                    <a:gd name="connsiteY2" fmla="*/ 390759 h 446950"/>
                    <a:gd name="connsiteX3" fmla="*/ 4842 w 1204992"/>
                    <a:gd name="connsiteY3" fmla="*/ 0 h 446950"/>
                    <a:gd name="connsiteX0" fmla="*/ 4842 w 1204992"/>
                    <a:gd name="connsiteY0" fmla="*/ 73856 h 520806"/>
                    <a:gd name="connsiteX1" fmla="*/ 1204992 w 1204992"/>
                    <a:gd name="connsiteY1" fmla="*/ 311981 h 520806"/>
                    <a:gd name="connsiteX2" fmla="*/ 1183561 w 1204992"/>
                    <a:gd name="connsiteY2" fmla="*/ 464615 h 520806"/>
                    <a:gd name="connsiteX3" fmla="*/ 4842 w 1204992"/>
                    <a:gd name="connsiteY3" fmla="*/ 73856 h 520806"/>
                    <a:gd name="connsiteX0" fmla="*/ 4842 w 1204992"/>
                    <a:gd name="connsiteY0" fmla="*/ 73856 h 520806"/>
                    <a:gd name="connsiteX1" fmla="*/ 1204992 w 1204992"/>
                    <a:gd name="connsiteY1" fmla="*/ 311981 h 520806"/>
                    <a:gd name="connsiteX2" fmla="*/ 1183561 w 1204992"/>
                    <a:gd name="connsiteY2" fmla="*/ 464615 h 520806"/>
                    <a:gd name="connsiteX3" fmla="*/ 4842 w 1204992"/>
                    <a:gd name="connsiteY3" fmla="*/ 73856 h 520806"/>
                    <a:gd name="connsiteX0" fmla="*/ 4842 w 1185942"/>
                    <a:gd name="connsiteY0" fmla="*/ 59862 h 506812"/>
                    <a:gd name="connsiteX1" fmla="*/ 1185942 w 1185942"/>
                    <a:gd name="connsiteY1" fmla="*/ 431337 h 506812"/>
                    <a:gd name="connsiteX2" fmla="*/ 1183561 w 1185942"/>
                    <a:gd name="connsiteY2" fmla="*/ 450621 h 506812"/>
                    <a:gd name="connsiteX3" fmla="*/ 4842 w 1185942"/>
                    <a:gd name="connsiteY3" fmla="*/ 59862 h 506812"/>
                    <a:gd name="connsiteX0" fmla="*/ 4842 w 1185942"/>
                    <a:gd name="connsiteY0" fmla="*/ 100969 h 547919"/>
                    <a:gd name="connsiteX1" fmla="*/ 1185942 w 1185942"/>
                    <a:gd name="connsiteY1" fmla="*/ 472444 h 547919"/>
                    <a:gd name="connsiteX2" fmla="*/ 1183561 w 1185942"/>
                    <a:gd name="connsiteY2" fmla="*/ 491728 h 547919"/>
                    <a:gd name="connsiteX3" fmla="*/ 4842 w 1185942"/>
                    <a:gd name="connsiteY3" fmla="*/ 100969 h 547919"/>
                    <a:gd name="connsiteX0" fmla="*/ 15636 w 1196736"/>
                    <a:gd name="connsiteY0" fmla="*/ 100969 h 525113"/>
                    <a:gd name="connsiteX1" fmla="*/ 1196736 w 1196736"/>
                    <a:gd name="connsiteY1" fmla="*/ 472444 h 525113"/>
                    <a:gd name="connsiteX2" fmla="*/ 1194355 w 1196736"/>
                    <a:gd name="connsiteY2" fmla="*/ 491728 h 525113"/>
                    <a:gd name="connsiteX3" fmla="*/ 556179 w 1196736"/>
                    <a:gd name="connsiteY3" fmla="*/ 493876 h 525113"/>
                    <a:gd name="connsiteX4" fmla="*/ 15636 w 1196736"/>
                    <a:gd name="connsiteY4" fmla="*/ 100969 h 525113"/>
                    <a:gd name="connsiteX0" fmla="*/ 2962 w 1184062"/>
                    <a:gd name="connsiteY0" fmla="*/ 100969 h 525113"/>
                    <a:gd name="connsiteX1" fmla="*/ 1184062 w 1184062"/>
                    <a:gd name="connsiteY1" fmla="*/ 472444 h 525113"/>
                    <a:gd name="connsiteX2" fmla="*/ 1181681 w 1184062"/>
                    <a:gd name="connsiteY2" fmla="*/ 491728 h 525113"/>
                    <a:gd name="connsiteX3" fmla="*/ 543505 w 1184062"/>
                    <a:gd name="connsiteY3" fmla="*/ 493876 h 525113"/>
                    <a:gd name="connsiteX4" fmla="*/ 2962 w 1184062"/>
                    <a:gd name="connsiteY4" fmla="*/ 100969 h 525113"/>
                    <a:gd name="connsiteX0" fmla="*/ 2962 w 1184062"/>
                    <a:gd name="connsiteY0" fmla="*/ 100969 h 502276"/>
                    <a:gd name="connsiteX1" fmla="*/ 1184062 w 1184062"/>
                    <a:gd name="connsiteY1" fmla="*/ 472444 h 502276"/>
                    <a:gd name="connsiteX2" fmla="*/ 1181681 w 1184062"/>
                    <a:gd name="connsiteY2" fmla="*/ 491728 h 502276"/>
                    <a:gd name="connsiteX3" fmla="*/ 543505 w 1184062"/>
                    <a:gd name="connsiteY3" fmla="*/ 493876 h 502276"/>
                    <a:gd name="connsiteX4" fmla="*/ 2962 w 1184062"/>
                    <a:gd name="connsiteY4" fmla="*/ 100969 h 502276"/>
                    <a:gd name="connsiteX0" fmla="*/ 2962 w 1184062"/>
                    <a:gd name="connsiteY0" fmla="*/ 100969 h 523150"/>
                    <a:gd name="connsiteX1" fmla="*/ 1184062 w 1184062"/>
                    <a:gd name="connsiteY1" fmla="*/ 472444 h 523150"/>
                    <a:gd name="connsiteX2" fmla="*/ 1181681 w 1184062"/>
                    <a:gd name="connsiteY2" fmla="*/ 491728 h 523150"/>
                    <a:gd name="connsiteX3" fmla="*/ 543505 w 1184062"/>
                    <a:gd name="connsiteY3" fmla="*/ 493876 h 523150"/>
                    <a:gd name="connsiteX4" fmla="*/ 2962 w 1184062"/>
                    <a:gd name="connsiteY4" fmla="*/ 100969 h 523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84062" h="523150">
                      <a:moveTo>
                        <a:pt x="2962" y="100969"/>
                      </a:moveTo>
                      <a:cubicBezTo>
                        <a:pt x="207750" y="-133981"/>
                        <a:pt x="1022137" y="62075"/>
                        <a:pt x="1184062" y="472444"/>
                      </a:cubicBezTo>
                      <a:lnTo>
                        <a:pt x="1181681" y="491728"/>
                      </a:lnTo>
                      <a:cubicBezTo>
                        <a:pt x="998325" y="554037"/>
                        <a:pt x="630421" y="506616"/>
                        <a:pt x="543505" y="493876"/>
                      </a:cubicBezTo>
                      <a:cubicBezTo>
                        <a:pt x="347052" y="428749"/>
                        <a:pt x="-37520" y="646672"/>
                        <a:pt x="2962" y="100969"/>
                      </a:cubicBezTo>
                      <a:close/>
                    </a:path>
                  </a:pathLst>
                </a:custGeom>
                <a:grpFill/>
                <a:ln w="190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D7188A8B-4D05-91A8-9F2F-7F139A0A7083}"/>
                    </a:ext>
                  </a:extLst>
                </p:cNvPr>
                <p:cNvSpPr/>
                <p:nvPr/>
              </p:nvSpPr>
              <p:spPr>
                <a:xfrm>
                  <a:off x="3188695" y="2366142"/>
                  <a:ext cx="1184062" cy="453658"/>
                </a:xfrm>
                <a:custGeom>
                  <a:avLst/>
                  <a:gdLst>
                    <a:gd name="connsiteX0" fmla="*/ 490336 w 1184062"/>
                    <a:gd name="connsiteY0" fmla="*/ 61 h 453658"/>
                    <a:gd name="connsiteX1" fmla="*/ 559393 w 1184062"/>
                    <a:gd name="connsiteY1" fmla="*/ 116742 h 453658"/>
                    <a:gd name="connsiteX2" fmla="*/ 592730 w 1184062"/>
                    <a:gd name="connsiteY2" fmla="*/ 28636 h 453658"/>
                    <a:gd name="connsiteX3" fmla="*/ 652261 w 1184062"/>
                    <a:gd name="connsiteY3" fmla="*/ 131029 h 453658"/>
                    <a:gd name="connsiteX4" fmla="*/ 714174 w 1184062"/>
                    <a:gd name="connsiteY4" fmla="*/ 57211 h 453658"/>
                    <a:gd name="connsiteX5" fmla="*/ 749893 w 1184062"/>
                    <a:gd name="connsiteY5" fmla="*/ 190561 h 453658"/>
                    <a:gd name="connsiteX6" fmla="*/ 816568 w 1184062"/>
                    <a:gd name="connsiteY6" fmla="*/ 109598 h 453658"/>
                    <a:gd name="connsiteX7" fmla="*/ 859430 w 1184062"/>
                    <a:gd name="connsiteY7" fmla="*/ 235804 h 453658"/>
                    <a:gd name="connsiteX8" fmla="*/ 918962 w 1184062"/>
                    <a:gd name="connsiteY8" fmla="*/ 161985 h 453658"/>
                    <a:gd name="connsiteX9" fmla="*/ 968968 w 1184062"/>
                    <a:gd name="connsiteY9" fmla="*/ 304861 h 453658"/>
                    <a:gd name="connsiteX10" fmla="*/ 1028499 w 1184062"/>
                    <a:gd name="connsiteY10" fmla="*/ 259617 h 453658"/>
                    <a:gd name="connsiteX11" fmla="*/ 1059766 w 1184062"/>
                    <a:gd name="connsiteY11" fmla="*/ 369155 h 453658"/>
                    <a:gd name="connsiteX12" fmla="*/ 1105447 w 1184062"/>
                    <a:gd name="connsiteY12" fmla="*/ 289861 h 453658"/>
                    <a:gd name="connsiteX13" fmla="*/ 1146363 w 1184062"/>
                    <a:gd name="connsiteY13" fmla="*/ 345096 h 453658"/>
                    <a:gd name="connsiteX14" fmla="*/ 1184062 w 1184062"/>
                    <a:gd name="connsiteY14" fmla="*/ 419476 h 453658"/>
                    <a:gd name="connsiteX15" fmla="*/ 1181681 w 1184062"/>
                    <a:gd name="connsiteY15" fmla="*/ 438760 h 453658"/>
                    <a:gd name="connsiteX16" fmla="*/ 1120089 w 1184062"/>
                    <a:gd name="connsiteY16" fmla="*/ 453658 h 453658"/>
                    <a:gd name="connsiteX17" fmla="*/ 1080886 w 1184062"/>
                    <a:gd name="connsiteY17" fmla="*/ 381061 h 453658"/>
                    <a:gd name="connsiteX18" fmla="*/ 1023736 w 1184062"/>
                    <a:gd name="connsiteY18" fmla="*/ 435829 h 453658"/>
                    <a:gd name="connsiteX19" fmla="*/ 978493 w 1184062"/>
                    <a:gd name="connsiteY19" fmla="*/ 371536 h 453658"/>
                    <a:gd name="connsiteX20" fmla="*/ 928486 w 1184062"/>
                    <a:gd name="connsiteY20" fmla="*/ 428686 h 453658"/>
                    <a:gd name="connsiteX21" fmla="*/ 871336 w 1184062"/>
                    <a:gd name="connsiteY21" fmla="*/ 323911 h 453658"/>
                    <a:gd name="connsiteX22" fmla="*/ 804661 w 1184062"/>
                    <a:gd name="connsiteY22" fmla="*/ 416779 h 453658"/>
                    <a:gd name="connsiteX23" fmla="*/ 726080 w 1184062"/>
                    <a:gd name="connsiteY23" fmla="*/ 288192 h 453658"/>
                    <a:gd name="connsiteX24" fmla="*/ 683218 w 1184062"/>
                    <a:gd name="connsiteY24" fmla="*/ 397729 h 453658"/>
                    <a:gd name="connsiteX25" fmla="*/ 616543 w 1184062"/>
                    <a:gd name="connsiteY25" fmla="*/ 278667 h 453658"/>
                    <a:gd name="connsiteX26" fmla="*/ 564155 w 1184062"/>
                    <a:gd name="connsiteY26" fmla="*/ 397729 h 453658"/>
                    <a:gd name="connsiteX27" fmla="*/ 468905 w 1184062"/>
                    <a:gd name="connsiteY27" fmla="*/ 261998 h 453658"/>
                    <a:gd name="connsiteX28" fmla="*/ 418899 w 1184062"/>
                    <a:gd name="connsiteY28" fmla="*/ 388204 h 453658"/>
                    <a:gd name="connsiteX29" fmla="*/ 356986 w 1184062"/>
                    <a:gd name="connsiteY29" fmla="*/ 257236 h 453658"/>
                    <a:gd name="connsiteX30" fmla="*/ 276024 w 1184062"/>
                    <a:gd name="connsiteY30" fmla="*/ 392967 h 453658"/>
                    <a:gd name="connsiteX31" fmla="*/ 204586 w 1184062"/>
                    <a:gd name="connsiteY31" fmla="*/ 242948 h 453658"/>
                    <a:gd name="connsiteX32" fmla="*/ 156961 w 1184062"/>
                    <a:gd name="connsiteY32" fmla="*/ 369154 h 453658"/>
                    <a:gd name="connsiteX33" fmla="*/ 95049 w 1184062"/>
                    <a:gd name="connsiteY33" fmla="*/ 240567 h 453658"/>
                    <a:gd name="connsiteX34" fmla="*/ 48790 w 1184062"/>
                    <a:gd name="connsiteY34" fmla="*/ 338527 h 453658"/>
                    <a:gd name="connsiteX35" fmla="*/ 42717 w 1184062"/>
                    <a:gd name="connsiteY35" fmla="*/ 330453 h 453658"/>
                    <a:gd name="connsiteX36" fmla="*/ 2962 w 1184062"/>
                    <a:gd name="connsiteY36" fmla="*/ 48001 h 453658"/>
                    <a:gd name="connsiteX37" fmla="*/ 5375 w 1184062"/>
                    <a:gd name="connsiteY37" fmla="*/ 45918 h 453658"/>
                    <a:gd name="connsiteX38" fmla="*/ 104574 w 1184062"/>
                    <a:gd name="connsiteY38" fmla="*/ 154843 h 453658"/>
                    <a:gd name="connsiteX39" fmla="*/ 128386 w 1184062"/>
                    <a:gd name="connsiteY39" fmla="*/ 38161 h 453658"/>
                    <a:gd name="connsiteX40" fmla="*/ 192680 w 1184062"/>
                    <a:gd name="connsiteY40" fmla="*/ 121504 h 453658"/>
                    <a:gd name="connsiteX41" fmla="*/ 228399 w 1184062"/>
                    <a:gd name="connsiteY41" fmla="*/ 7204 h 453658"/>
                    <a:gd name="connsiteX42" fmla="*/ 295074 w 1184062"/>
                    <a:gd name="connsiteY42" fmla="*/ 114361 h 453658"/>
                    <a:gd name="connsiteX43" fmla="*/ 342699 w 1184062"/>
                    <a:gd name="connsiteY43" fmla="*/ 2442 h 453658"/>
                    <a:gd name="connsiteX44" fmla="*/ 421280 w 1184062"/>
                    <a:gd name="connsiteY44" fmla="*/ 114361 h 453658"/>
                    <a:gd name="connsiteX45" fmla="*/ 490336 w 1184062"/>
                    <a:gd name="connsiteY45" fmla="*/ 61 h 4536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</a:cxnLst>
                  <a:rect l="l" t="t" r="r" b="b"/>
                  <a:pathLst>
                    <a:path w="1184062" h="453658">
                      <a:moveTo>
                        <a:pt x="490336" y="61"/>
                      </a:moveTo>
                      <a:cubicBezTo>
                        <a:pt x="507799" y="-3114"/>
                        <a:pt x="541930" y="119917"/>
                        <a:pt x="559393" y="116742"/>
                      </a:cubicBezTo>
                      <a:cubicBezTo>
                        <a:pt x="575268" y="113567"/>
                        <a:pt x="576855" y="31811"/>
                        <a:pt x="592730" y="28636"/>
                      </a:cubicBezTo>
                      <a:cubicBezTo>
                        <a:pt x="607017" y="27048"/>
                        <a:pt x="637974" y="132617"/>
                        <a:pt x="652261" y="131029"/>
                      </a:cubicBezTo>
                      <a:cubicBezTo>
                        <a:pt x="670517" y="127854"/>
                        <a:pt x="695918" y="60386"/>
                        <a:pt x="714174" y="57211"/>
                      </a:cubicBezTo>
                      <a:cubicBezTo>
                        <a:pt x="733224" y="58799"/>
                        <a:pt x="730843" y="188973"/>
                        <a:pt x="749893" y="190561"/>
                      </a:cubicBezTo>
                      <a:cubicBezTo>
                        <a:pt x="776087" y="188180"/>
                        <a:pt x="790374" y="111979"/>
                        <a:pt x="816568" y="109598"/>
                      </a:cubicBezTo>
                      <a:cubicBezTo>
                        <a:pt x="834030" y="111185"/>
                        <a:pt x="841968" y="234217"/>
                        <a:pt x="859430" y="235804"/>
                      </a:cubicBezTo>
                      <a:cubicBezTo>
                        <a:pt x="884036" y="235804"/>
                        <a:pt x="894356" y="161985"/>
                        <a:pt x="918962" y="161985"/>
                      </a:cubicBezTo>
                      <a:cubicBezTo>
                        <a:pt x="938806" y="164366"/>
                        <a:pt x="949124" y="302480"/>
                        <a:pt x="968968" y="304861"/>
                      </a:cubicBezTo>
                      <a:cubicBezTo>
                        <a:pt x="991193" y="308830"/>
                        <a:pt x="1006274" y="255648"/>
                        <a:pt x="1028499" y="259617"/>
                      </a:cubicBezTo>
                      <a:cubicBezTo>
                        <a:pt x="1038921" y="263586"/>
                        <a:pt x="1049344" y="365186"/>
                        <a:pt x="1059766" y="369155"/>
                      </a:cubicBezTo>
                      <a:lnTo>
                        <a:pt x="1105447" y="289861"/>
                      </a:lnTo>
                      <a:lnTo>
                        <a:pt x="1146363" y="345096"/>
                      </a:lnTo>
                      <a:cubicBezTo>
                        <a:pt x="1161273" y="369017"/>
                        <a:pt x="1173942" y="393828"/>
                        <a:pt x="1184062" y="419476"/>
                      </a:cubicBezTo>
                      <a:lnTo>
                        <a:pt x="1181681" y="438760"/>
                      </a:lnTo>
                      <a:lnTo>
                        <a:pt x="1120089" y="453658"/>
                      </a:lnTo>
                      <a:lnTo>
                        <a:pt x="1080886" y="381061"/>
                      </a:lnTo>
                      <a:cubicBezTo>
                        <a:pt x="1063423" y="411223"/>
                        <a:pt x="1041199" y="405667"/>
                        <a:pt x="1023736" y="435829"/>
                      </a:cubicBezTo>
                      <a:cubicBezTo>
                        <a:pt x="1013417" y="444560"/>
                        <a:pt x="988812" y="362805"/>
                        <a:pt x="978493" y="371536"/>
                      </a:cubicBezTo>
                      <a:cubicBezTo>
                        <a:pt x="962618" y="385030"/>
                        <a:pt x="944361" y="415192"/>
                        <a:pt x="928486" y="428686"/>
                      </a:cubicBezTo>
                      <a:cubicBezTo>
                        <a:pt x="912611" y="434242"/>
                        <a:pt x="887211" y="318355"/>
                        <a:pt x="871336" y="323911"/>
                      </a:cubicBezTo>
                      <a:cubicBezTo>
                        <a:pt x="849111" y="335023"/>
                        <a:pt x="826886" y="405667"/>
                        <a:pt x="804661" y="416779"/>
                      </a:cubicBezTo>
                      <a:cubicBezTo>
                        <a:pt x="779261" y="419954"/>
                        <a:pt x="751480" y="285017"/>
                        <a:pt x="726080" y="288192"/>
                      </a:cubicBezTo>
                      <a:cubicBezTo>
                        <a:pt x="707824" y="294542"/>
                        <a:pt x="701474" y="391379"/>
                        <a:pt x="683218" y="397729"/>
                      </a:cubicBezTo>
                      <a:cubicBezTo>
                        <a:pt x="663374" y="400110"/>
                        <a:pt x="636387" y="276286"/>
                        <a:pt x="616543" y="278667"/>
                      </a:cubicBezTo>
                      <a:cubicBezTo>
                        <a:pt x="598287" y="284223"/>
                        <a:pt x="582411" y="392173"/>
                        <a:pt x="564155" y="397729"/>
                      </a:cubicBezTo>
                      <a:cubicBezTo>
                        <a:pt x="540342" y="398523"/>
                        <a:pt x="492718" y="261204"/>
                        <a:pt x="468905" y="261998"/>
                      </a:cubicBezTo>
                      <a:cubicBezTo>
                        <a:pt x="445886" y="267554"/>
                        <a:pt x="441918" y="382648"/>
                        <a:pt x="418899" y="388204"/>
                      </a:cubicBezTo>
                      <a:cubicBezTo>
                        <a:pt x="394293" y="388998"/>
                        <a:pt x="381592" y="256442"/>
                        <a:pt x="356986" y="257236"/>
                      </a:cubicBezTo>
                      <a:cubicBezTo>
                        <a:pt x="328411" y="261999"/>
                        <a:pt x="304599" y="388204"/>
                        <a:pt x="276024" y="392967"/>
                      </a:cubicBezTo>
                      <a:cubicBezTo>
                        <a:pt x="256180" y="392967"/>
                        <a:pt x="224430" y="242948"/>
                        <a:pt x="204586" y="242948"/>
                      </a:cubicBezTo>
                      <a:cubicBezTo>
                        <a:pt x="182361" y="246123"/>
                        <a:pt x="179186" y="365979"/>
                        <a:pt x="156961" y="369154"/>
                      </a:cubicBezTo>
                      <a:cubicBezTo>
                        <a:pt x="133149" y="369154"/>
                        <a:pt x="118861" y="240567"/>
                        <a:pt x="95049" y="240567"/>
                      </a:cubicBezTo>
                      <a:lnTo>
                        <a:pt x="48790" y="338527"/>
                      </a:lnTo>
                      <a:lnTo>
                        <a:pt x="42717" y="330453"/>
                      </a:lnTo>
                      <a:cubicBezTo>
                        <a:pt x="9287" y="273126"/>
                        <a:pt x="-7159" y="184427"/>
                        <a:pt x="2962" y="48001"/>
                      </a:cubicBezTo>
                      <a:lnTo>
                        <a:pt x="5375" y="45918"/>
                      </a:lnTo>
                      <a:lnTo>
                        <a:pt x="104574" y="154843"/>
                      </a:lnTo>
                      <a:lnTo>
                        <a:pt x="128386" y="38161"/>
                      </a:lnTo>
                      <a:cubicBezTo>
                        <a:pt x="145848" y="31811"/>
                        <a:pt x="175218" y="127854"/>
                        <a:pt x="192680" y="121504"/>
                      </a:cubicBezTo>
                      <a:cubicBezTo>
                        <a:pt x="213318" y="96104"/>
                        <a:pt x="207761" y="32604"/>
                        <a:pt x="228399" y="7204"/>
                      </a:cubicBezTo>
                      <a:cubicBezTo>
                        <a:pt x="237130" y="4823"/>
                        <a:pt x="286343" y="116742"/>
                        <a:pt x="295074" y="114361"/>
                      </a:cubicBezTo>
                      <a:cubicBezTo>
                        <a:pt x="308568" y="104836"/>
                        <a:pt x="329205" y="11967"/>
                        <a:pt x="342699" y="2442"/>
                      </a:cubicBezTo>
                      <a:cubicBezTo>
                        <a:pt x="361749" y="61"/>
                        <a:pt x="402230" y="116742"/>
                        <a:pt x="421280" y="114361"/>
                      </a:cubicBezTo>
                      <a:cubicBezTo>
                        <a:pt x="441124" y="107217"/>
                        <a:pt x="470492" y="7205"/>
                        <a:pt x="490336" y="61"/>
                      </a:cubicBezTo>
                      <a:close/>
                    </a:path>
                  </a:pathLst>
                </a:custGeom>
                <a:grp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0" name="Teardrop 29">
                <a:extLst>
                  <a:ext uri="{FF2B5EF4-FFF2-40B4-BE49-F238E27FC236}">
                    <a16:creationId xmlns:a16="http://schemas.microsoft.com/office/drawing/2014/main" id="{5B389CE7-2A21-ED37-076F-FDCDC79C5DCD}"/>
                  </a:ext>
                </a:extLst>
              </p:cNvPr>
              <p:cNvSpPr/>
              <p:nvPr/>
            </p:nvSpPr>
            <p:spPr>
              <a:xfrm rot="16373873">
                <a:off x="3645155" y="1909044"/>
                <a:ext cx="98646" cy="133115"/>
              </a:xfrm>
              <a:prstGeom prst="teardrop">
                <a:avLst>
                  <a:gd name="adj" fmla="val 122956"/>
                </a:avLst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Teardrop 30">
                <a:extLst>
                  <a:ext uri="{FF2B5EF4-FFF2-40B4-BE49-F238E27FC236}">
                    <a16:creationId xmlns:a16="http://schemas.microsoft.com/office/drawing/2014/main" id="{F326FF5B-5FCF-F7D2-7034-0B66AFBE04AF}"/>
                  </a:ext>
                </a:extLst>
              </p:cNvPr>
              <p:cNvSpPr/>
              <p:nvPr/>
            </p:nvSpPr>
            <p:spPr>
              <a:xfrm rot="1635643" flipH="1">
                <a:off x="3147776" y="2024171"/>
                <a:ext cx="74767" cy="100892"/>
              </a:xfrm>
              <a:prstGeom prst="teardrop">
                <a:avLst>
                  <a:gd name="adj" fmla="val 122956"/>
                </a:avLst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5CF2D55-99AF-2F7E-74C3-39728CECA2AB}"/>
              </a:ext>
            </a:extLst>
          </p:cNvPr>
          <p:cNvGrpSpPr/>
          <p:nvPr/>
        </p:nvGrpSpPr>
        <p:grpSpPr>
          <a:xfrm>
            <a:off x="5121828" y="951568"/>
            <a:ext cx="6833718" cy="4024228"/>
            <a:chOff x="3076205" y="1339850"/>
            <a:chExt cx="6184173" cy="3641725"/>
          </a:xfrm>
        </p:grpSpPr>
        <p:sp>
          <p:nvSpPr>
            <p:cNvPr id="35" name="Rectangle 6">
              <a:extLst>
                <a:ext uri="{FF2B5EF4-FFF2-40B4-BE49-F238E27FC236}">
                  <a16:creationId xmlns:a16="http://schemas.microsoft.com/office/drawing/2014/main" id="{E7008C63-1678-BA1B-7071-96AC16A8DC7A}"/>
                </a:ext>
              </a:extLst>
            </p:cNvPr>
            <p:cNvSpPr/>
            <p:nvPr/>
          </p:nvSpPr>
          <p:spPr>
            <a:xfrm>
              <a:off x="3848100" y="3762403"/>
              <a:ext cx="757238" cy="1219172"/>
            </a:xfrm>
            <a:custGeom>
              <a:avLst/>
              <a:gdLst>
                <a:gd name="connsiteX0" fmla="*/ 0 w 762000"/>
                <a:gd name="connsiteY0" fmla="*/ 0 h 419072"/>
                <a:gd name="connsiteX1" fmla="*/ 762000 w 762000"/>
                <a:gd name="connsiteY1" fmla="*/ 0 h 419072"/>
                <a:gd name="connsiteX2" fmla="*/ 762000 w 762000"/>
                <a:gd name="connsiteY2" fmla="*/ 419072 h 419072"/>
                <a:gd name="connsiteX3" fmla="*/ 0 w 762000"/>
                <a:gd name="connsiteY3" fmla="*/ 419072 h 419072"/>
                <a:gd name="connsiteX4" fmla="*/ 0 w 762000"/>
                <a:gd name="connsiteY4" fmla="*/ 0 h 419072"/>
                <a:gd name="connsiteX0" fmla="*/ 0 w 762000"/>
                <a:gd name="connsiteY0" fmla="*/ 0 h 1238222"/>
                <a:gd name="connsiteX1" fmla="*/ 762000 w 762000"/>
                <a:gd name="connsiteY1" fmla="*/ 0 h 1238222"/>
                <a:gd name="connsiteX2" fmla="*/ 762000 w 762000"/>
                <a:gd name="connsiteY2" fmla="*/ 419072 h 1238222"/>
                <a:gd name="connsiteX3" fmla="*/ 200025 w 762000"/>
                <a:gd name="connsiteY3" fmla="*/ 1238222 h 1238222"/>
                <a:gd name="connsiteX4" fmla="*/ 0 w 762000"/>
                <a:gd name="connsiteY4" fmla="*/ 0 h 1238222"/>
                <a:gd name="connsiteX0" fmla="*/ 0 w 762000"/>
                <a:gd name="connsiteY0" fmla="*/ 0 h 1238222"/>
                <a:gd name="connsiteX1" fmla="*/ 762000 w 762000"/>
                <a:gd name="connsiteY1" fmla="*/ 0 h 1238222"/>
                <a:gd name="connsiteX2" fmla="*/ 609600 w 762000"/>
                <a:gd name="connsiteY2" fmla="*/ 304772 h 1238222"/>
                <a:gd name="connsiteX3" fmla="*/ 200025 w 762000"/>
                <a:gd name="connsiteY3" fmla="*/ 1238222 h 1238222"/>
                <a:gd name="connsiteX4" fmla="*/ 0 w 762000"/>
                <a:gd name="connsiteY4" fmla="*/ 0 h 1238222"/>
                <a:gd name="connsiteX0" fmla="*/ 0 w 671512"/>
                <a:gd name="connsiteY0" fmla="*/ 19050 h 1238222"/>
                <a:gd name="connsiteX1" fmla="*/ 671512 w 671512"/>
                <a:gd name="connsiteY1" fmla="*/ 0 h 1238222"/>
                <a:gd name="connsiteX2" fmla="*/ 519112 w 671512"/>
                <a:gd name="connsiteY2" fmla="*/ 304772 h 1238222"/>
                <a:gd name="connsiteX3" fmla="*/ 109537 w 671512"/>
                <a:gd name="connsiteY3" fmla="*/ 1238222 h 1238222"/>
                <a:gd name="connsiteX4" fmla="*/ 0 w 671512"/>
                <a:gd name="connsiteY4" fmla="*/ 19050 h 1238222"/>
                <a:gd name="connsiteX0" fmla="*/ 0 w 519112"/>
                <a:gd name="connsiteY0" fmla="*/ 0 h 1219172"/>
                <a:gd name="connsiteX1" fmla="*/ 519112 w 519112"/>
                <a:gd name="connsiteY1" fmla="*/ 285722 h 1219172"/>
                <a:gd name="connsiteX2" fmla="*/ 109537 w 519112"/>
                <a:gd name="connsiteY2" fmla="*/ 1219172 h 1219172"/>
                <a:gd name="connsiteX3" fmla="*/ 0 w 519112"/>
                <a:gd name="connsiteY3" fmla="*/ 0 h 1219172"/>
                <a:gd name="connsiteX0" fmla="*/ 134550 w 653662"/>
                <a:gd name="connsiteY0" fmla="*/ 0 h 1219172"/>
                <a:gd name="connsiteX1" fmla="*/ 653662 w 653662"/>
                <a:gd name="connsiteY1" fmla="*/ 285722 h 1219172"/>
                <a:gd name="connsiteX2" fmla="*/ 244087 w 653662"/>
                <a:gd name="connsiteY2" fmla="*/ 1219172 h 1219172"/>
                <a:gd name="connsiteX3" fmla="*/ 134550 w 653662"/>
                <a:gd name="connsiteY3" fmla="*/ 0 h 1219172"/>
                <a:gd name="connsiteX0" fmla="*/ 238126 w 757238"/>
                <a:gd name="connsiteY0" fmla="*/ 0 h 1219172"/>
                <a:gd name="connsiteX1" fmla="*/ 757238 w 757238"/>
                <a:gd name="connsiteY1" fmla="*/ 285722 h 1219172"/>
                <a:gd name="connsiteX2" fmla="*/ 347663 w 757238"/>
                <a:gd name="connsiteY2" fmla="*/ 1219172 h 1219172"/>
                <a:gd name="connsiteX3" fmla="*/ 238126 w 757238"/>
                <a:gd name="connsiteY3" fmla="*/ 0 h 1219172"/>
                <a:gd name="connsiteX0" fmla="*/ 238126 w 757238"/>
                <a:gd name="connsiteY0" fmla="*/ 0 h 1219172"/>
                <a:gd name="connsiteX1" fmla="*/ 757238 w 757238"/>
                <a:gd name="connsiteY1" fmla="*/ 285722 h 1219172"/>
                <a:gd name="connsiteX2" fmla="*/ 347663 w 757238"/>
                <a:gd name="connsiteY2" fmla="*/ 1219172 h 1219172"/>
                <a:gd name="connsiteX3" fmla="*/ 238126 w 757238"/>
                <a:gd name="connsiteY3" fmla="*/ 0 h 1219172"/>
                <a:gd name="connsiteX0" fmla="*/ 757238 w 848678"/>
                <a:gd name="connsiteY0" fmla="*/ 285722 h 1219172"/>
                <a:gd name="connsiteX1" fmla="*/ 347663 w 848678"/>
                <a:gd name="connsiteY1" fmla="*/ 1219172 h 1219172"/>
                <a:gd name="connsiteX2" fmla="*/ 238126 w 848678"/>
                <a:gd name="connsiteY2" fmla="*/ 0 h 1219172"/>
                <a:gd name="connsiteX3" fmla="*/ 848678 w 848678"/>
                <a:gd name="connsiteY3" fmla="*/ 377162 h 1219172"/>
                <a:gd name="connsiteX0" fmla="*/ 757238 w 757238"/>
                <a:gd name="connsiteY0" fmla="*/ 285722 h 1219172"/>
                <a:gd name="connsiteX1" fmla="*/ 347663 w 757238"/>
                <a:gd name="connsiteY1" fmla="*/ 1219172 h 1219172"/>
                <a:gd name="connsiteX2" fmla="*/ 238126 w 757238"/>
                <a:gd name="connsiteY2" fmla="*/ 0 h 1219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7238" h="1219172">
                  <a:moveTo>
                    <a:pt x="757238" y="285722"/>
                  </a:moveTo>
                  <a:cubicBezTo>
                    <a:pt x="620713" y="596872"/>
                    <a:pt x="436563" y="746097"/>
                    <a:pt x="347663" y="1219172"/>
                  </a:cubicBezTo>
                  <a:cubicBezTo>
                    <a:pt x="-150811" y="850881"/>
                    <a:pt x="-44449" y="368291"/>
                    <a:pt x="238126" y="0"/>
                  </a:cubicBezTo>
                </a:path>
              </a:pathLst>
            </a:custGeom>
            <a:solidFill>
              <a:srgbClr val="4472C4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7">
              <a:extLst>
                <a:ext uri="{FF2B5EF4-FFF2-40B4-BE49-F238E27FC236}">
                  <a16:creationId xmlns:a16="http://schemas.microsoft.com/office/drawing/2014/main" id="{2F85085A-6F78-D246-F8E3-B1D94D5AD81E}"/>
                </a:ext>
              </a:extLst>
            </p:cNvPr>
            <p:cNvSpPr/>
            <p:nvPr/>
          </p:nvSpPr>
          <p:spPr>
            <a:xfrm rot="906565">
              <a:off x="5982262" y="3873383"/>
              <a:ext cx="481012" cy="395342"/>
            </a:xfrm>
            <a:custGeom>
              <a:avLst/>
              <a:gdLst>
                <a:gd name="connsiteX0" fmla="*/ 0 w 366712"/>
                <a:gd name="connsiteY0" fmla="*/ 0 h 104775"/>
                <a:gd name="connsiteX1" fmla="*/ 366712 w 366712"/>
                <a:gd name="connsiteY1" fmla="*/ 0 h 104775"/>
                <a:gd name="connsiteX2" fmla="*/ 366712 w 366712"/>
                <a:gd name="connsiteY2" fmla="*/ 104775 h 104775"/>
                <a:gd name="connsiteX3" fmla="*/ 0 w 366712"/>
                <a:gd name="connsiteY3" fmla="*/ 104775 h 104775"/>
                <a:gd name="connsiteX4" fmla="*/ 0 w 366712"/>
                <a:gd name="connsiteY4" fmla="*/ 0 h 104775"/>
                <a:gd name="connsiteX0" fmla="*/ 0 w 414337"/>
                <a:gd name="connsiteY0" fmla="*/ 85725 h 190500"/>
                <a:gd name="connsiteX1" fmla="*/ 414337 w 414337"/>
                <a:gd name="connsiteY1" fmla="*/ 0 h 190500"/>
                <a:gd name="connsiteX2" fmla="*/ 366712 w 414337"/>
                <a:gd name="connsiteY2" fmla="*/ 190500 h 190500"/>
                <a:gd name="connsiteX3" fmla="*/ 0 w 414337"/>
                <a:gd name="connsiteY3" fmla="*/ 190500 h 190500"/>
                <a:gd name="connsiteX4" fmla="*/ 0 w 414337"/>
                <a:gd name="connsiteY4" fmla="*/ 85725 h 190500"/>
                <a:gd name="connsiteX0" fmla="*/ 0 w 576262"/>
                <a:gd name="connsiteY0" fmla="*/ 85725 h 419100"/>
                <a:gd name="connsiteX1" fmla="*/ 414337 w 576262"/>
                <a:gd name="connsiteY1" fmla="*/ 0 h 419100"/>
                <a:gd name="connsiteX2" fmla="*/ 366712 w 576262"/>
                <a:gd name="connsiteY2" fmla="*/ 190500 h 419100"/>
                <a:gd name="connsiteX3" fmla="*/ 576262 w 576262"/>
                <a:gd name="connsiteY3" fmla="*/ 419100 h 419100"/>
                <a:gd name="connsiteX4" fmla="*/ 0 w 576262"/>
                <a:gd name="connsiteY4" fmla="*/ 85725 h 419100"/>
                <a:gd name="connsiteX0" fmla="*/ 0 w 576262"/>
                <a:gd name="connsiteY0" fmla="*/ 85725 h 419100"/>
                <a:gd name="connsiteX1" fmla="*/ 414337 w 576262"/>
                <a:gd name="connsiteY1" fmla="*/ 0 h 419100"/>
                <a:gd name="connsiteX2" fmla="*/ 576262 w 576262"/>
                <a:gd name="connsiteY2" fmla="*/ 419100 h 419100"/>
                <a:gd name="connsiteX3" fmla="*/ 0 w 576262"/>
                <a:gd name="connsiteY3" fmla="*/ 857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342"/>
                <a:gd name="connsiteX1" fmla="*/ 319087 w 481012"/>
                <a:gd name="connsiteY1" fmla="*/ 0 h 395342"/>
                <a:gd name="connsiteX2" fmla="*/ 481012 w 481012"/>
                <a:gd name="connsiteY2" fmla="*/ 395287 h 395342"/>
                <a:gd name="connsiteX3" fmla="*/ 0 w 481012"/>
                <a:gd name="connsiteY3" fmla="*/ 200025 h 39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1012" h="395342">
                  <a:moveTo>
                    <a:pt x="0" y="200025"/>
                  </a:moveTo>
                  <a:lnTo>
                    <a:pt x="319087" y="0"/>
                  </a:lnTo>
                  <a:cubicBezTo>
                    <a:pt x="444499" y="63500"/>
                    <a:pt x="303212" y="250825"/>
                    <a:pt x="481012" y="395287"/>
                  </a:cubicBezTo>
                  <a:cubicBezTo>
                    <a:pt x="292100" y="396875"/>
                    <a:pt x="26987" y="365125"/>
                    <a:pt x="0" y="200025"/>
                  </a:cubicBezTo>
                  <a:close/>
                </a:path>
              </a:pathLst>
            </a:custGeom>
            <a:solidFill>
              <a:srgbClr val="4472C4">
                <a:lumMod val="60000"/>
                <a:lumOff val="40000"/>
              </a:srgbClr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">
              <a:extLst>
                <a:ext uri="{FF2B5EF4-FFF2-40B4-BE49-F238E27FC236}">
                  <a16:creationId xmlns:a16="http://schemas.microsoft.com/office/drawing/2014/main" id="{C8F693DE-E7F9-DA8B-C731-1CC69DBF9D0F}"/>
                </a:ext>
              </a:extLst>
            </p:cNvPr>
            <p:cNvSpPr/>
            <p:nvPr/>
          </p:nvSpPr>
          <p:spPr>
            <a:xfrm>
              <a:off x="3185159" y="1339850"/>
              <a:ext cx="6075219" cy="3162432"/>
            </a:xfrm>
            <a:custGeom>
              <a:avLst/>
              <a:gdLst>
                <a:gd name="connsiteX0" fmla="*/ 0 w 350520"/>
                <a:gd name="connsiteY0" fmla="*/ 0 h 214630"/>
                <a:gd name="connsiteX1" fmla="*/ 350520 w 350520"/>
                <a:gd name="connsiteY1" fmla="*/ 0 h 214630"/>
                <a:gd name="connsiteX2" fmla="*/ 350520 w 350520"/>
                <a:gd name="connsiteY2" fmla="*/ 214630 h 214630"/>
                <a:gd name="connsiteX3" fmla="*/ 0 w 350520"/>
                <a:gd name="connsiteY3" fmla="*/ 214630 h 214630"/>
                <a:gd name="connsiteX4" fmla="*/ 0 w 350520"/>
                <a:gd name="connsiteY4" fmla="*/ 0 h 214630"/>
                <a:gd name="connsiteX0" fmla="*/ 0 w 4549140"/>
                <a:gd name="connsiteY0" fmla="*/ 0 h 2355850"/>
                <a:gd name="connsiteX1" fmla="*/ 350520 w 4549140"/>
                <a:gd name="connsiteY1" fmla="*/ 0 h 2355850"/>
                <a:gd name="connsiteX2" fmla="*/ 4549140 w 4549140"/>
                <a:gd name="connsiteY2" fmla="*/ 2355850 h 2355850"/>
                <a:gd name="connsiteX3" fmla="*/ 0 w 4549140"/>
                <a:gd name="connsiteY3" fmla="*/ 214630 h 2355850"/>
                <a:gd name="connsiteX4" fmla="*/ 0 w 4549140"/>
                <a:gd name="connsiteY4" fmla="*/ 0 h 2355850"/>
                <a:gd name="connsiteX0" fmla="*/ 0 w 6065520"/>
                <a:gd name="connsiteY0" fmla="*/ 0 h 3148330"/>
                <a:gd name="connsiteX1" fmla="*/ 350520 w 6065520"/>
                <a:gd name="connsiteY1" fmla="*/ 0 h 3148330"/>
                <a:gd name="connsiteX2" fmla="*/ 6065520 w 6065520"/>
                <a:gd name="connsiteY2" fmla="*/ 3148330 h 3148330"/>
                <a:gd name="connsiteX3" fmla="*/ 4549140 w 6065520"/>
                <a:gd name="connsiteY3" fmla="*/ 2355850 h 3148330"/>
                <a:gd name="connsiteX4" fmla="*/ 0 w 6065520"/>
                <a:gd name="connsiteY4" fmla="*/ 214630 h 3148330"/>
                <a:gd name="connsiteX5" fmla="*/ 0 w 6065520"/>
                <a:gd name="connsiteY5" fmla="*/ 0 h 3148330"/>
                <a:gd name="connsiteX0" fmla="*/ 0 w 6065520"/>
                <a:gd name="connsiteY0" fmla="*/ 0 h 3148330"/>
                <a:gd name="connsiteX1" fmla="*/ 350520 w 6065520"/>
                <a:gd name="connsiteY1" fmla="*/ 0 h 3148330"/>
                <a:gd name="connsiteX2" fmla="*/ 5227320 w 6065520"/>
                <a:gd name="connsiteY2" fmla="*/ 2142490 h 3148330"/>
                <a:gd name="connsiteX3" fmla="*/ 6065520 w 6065520"/>
                <a:gd name="connsiteY3" fmla="*/ 3148330 h 3148330"/>
                <a:gd name="connsiteX4" fmla="*/ 4549140 w 6065520"/>
                <a:gd name="connsiteY4" fmla="*/ 2355850 h 3148330"/>
                <a:gd name="connsiteX5" fmla="*/ 0 w 6065520"/>
                <a:gd name="connsiteY5" fmla="*/ 214630 h 3148330"/>
                <a:gd name="connsiteX6" fmla="*/ 0 w 6065520"/>
                <a:gd name="connsiteY6" fmla="*/ 0 h 3148330"/>
                <a:gd name="connsiteX0" fmla="*/ 0 w 6102876"/>
                <a:gd name="connsiteY0" fmla="*/ 0 h 3148330"/>
                <a:gd name="connsiteX1" fmla="*/ 350520 w 6102876"/>
                <a:gd name="connsiteY1" fmla="*/ 0 h 3148330"/>
                <a:gd name="connsiteX2" fmla="*/ 5882640 w 6102876"/>
                <a:gd name="connsiteY2" fmla="*/ 732790 h 3148330"/>
                <a:gd name="connsiteX3" fmla="*/ 5227320 w 6102876"/>
                <a:gd name="connsiteY3" fmla="*/ 2142490 h 3148330"/>
                <a:gd name="connsiteX4" fmla="*/ 6065520 w 6102876"/>
                <a:gd name="connsiteY4" fmla="*/ 3148330 h 3148330"/>
                <a:gd name="connsiteX5" fmla="*/ 4549140 w 6102876"/>
                <a:gd name="connsiteY5" fmla="*/ 2355850 h 3148330"/>
                <a:gd name="connsiteX6" fmla="*/ 0 w 6102876"/>
                <a:gd name="connsiteY6" fmla="*/ 214630 h 3148330"/>
                <a:gd name="connsiteX7" fmla="*/ 0 w 6102876"/>
                <a:gd name="connsiteY7" fmla="*/ 0 h 3148330"/>
                <a:gd name="connsiteX0" fmla="*/ 0 w 6102876"/>
                <a:gd name="connsiteY0" fmla="*/ 0 h 3148330"/>
                <a:gd name="connsiteX1" fmla="*/ 419100 w 6102876"/>
                <a:gd name="connsiteY1" fmla="*/ 220980 h 3148330"/>
                <a:gd name="connsiteX2" fmla="*/ 5882640 w 6102876"/>
                <a:gd name="connsiteY2" fmla="*/ 732790 h 3148330"/>
                <a:gd name="connsiteX3" fmla="*/ 5227320 w 6102876"/>
                <a:gd name="connsiteY3" fmla="*/ 2142490 h 3148330"/>
                <a:gd name="connsiteX4" fmla="*/ 6065520 w 6102876"/>
                <a:gd name="connsiteY4" fmla="*/ 3148330 h 3148330"/>
                <a:gd name="connsiteX5" fmla="*/ 4549140 w 6102876"/>
                <a:gd name="connsiteY5" fmla="*/ 2355850 h 3148330"/>
                <a:gd name="connsiteX6" fmla="*/ 0 w 6102876"/>
                <a:gd name="connsiteY6" fmla="*/ 214630 h 3148330"/>
                <a:gd name="connsiteX7" fmla="*/ 0 w 6102876"/>
                <a:gd name="connsiteY7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5882640 w 6065520"/>
                <a:gd name="connsiteY3" fmla="*/ 732790 h 3148330"/>
                <a:gd name="connsiteX4" fmla="*/ 5227320 w 6065520"/>
                <a:gd name="connsiteY4" fmla="*/ 2142490 h 3148330"/>
                <a:gd name="connsiteX5" fmla="*/ 6065520 w 6065520"/>
                <a:gd name="connsiteY5" fmla="*/ 3148330 h 3148330"/>
                <a:gd name="connsiteX6" fmla="*/ 4549140 w 6065520"/>
                <a:gd name="connsiteY6" fmla="*/ 2355850 h 3148330"/>
                <a:gd name="connsiteX7" fmla="*/ 0 w 6065520"/>
                <a:gd name="connsiteY7" fmla="*/ 214630 h 3148330"/>
                <a:gd name="connsiteX8" fmla="*/ 0 w 6065520"/>
                <a:gd name="connsiteY8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5882640 w 6065520"/>
                <a:gd name="connsiteY4" fmla="*/ 732790 h 3148330"/>
                <a:gd name="connsiteX5" fmla="*/ 5227320 w 6065520"/>
                <a:gd name="connsiteY5" fmla="*/ 2142490 h 3148330"/>
                <a:gd name="connsiteX6" fmla="*/ 6065520 w 6065520"/>
                <a:gd name="connsiteY6" fmla="*/ 3148330 h 3148330"/>
                <a:gd name="connsiteX7" fmla="*/ 4549140 w 6065520"/>
                <a:gd name="connsiteY7" fmla="*/ 2355850 h 3148330"/>
                <a:gd name="connsiteX8" fmla="*/ 0 w 6065520"/>
                <a:gd name="connsiteY8" fmla="*/ 214630 h 3148330"/>
                <a:gd name="connsiteX9" fmla="*/ 0 w 6065520"/>
                <a:gd name="connsiteY9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21463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21463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3741420 w 6065520"/>
                <a:gd name="connsiteY2" fmla="*/ 1883410 h 3148330"/>
                <a:gd name="connsiteX3" fmla="*/ 4000500 w 6065520"/>
                <a:gd name="connsiteY3" fmla="*/ 1723390 h 3148330"/>
                <a:gd name="connsiteX4" fmla="*/ 4008120 w 6065520"/>
                <a:gd name="connsiteY4" fmla="*/ 1921510 h 3148330"/>
                <a:gd name="connsiteX5" fmla="*/ 5882640 w 6065520"/>
                <a:gd name="connsiteY5" fmla="*/ 732790 h 3148330"/>
                <a:gd name="connsiteX6" fmla="*/ 5227320 w 6065520"/>
                <a:gd name="connsiteY6" fmla="*/ 2142490 h 3148330"/>
                <a:gd name="connsiteX7" fmla="*/ 6065520 w 6065520"/>
                <a:gd name="connsiteY7" fmla="*/ 3148330 h 3148330"/>
                <a:gd name="connsiteX8" fmla="*/ 4549140 w 6065520"/>
                <a:gd name="connsiteY8" fmla="*/ 2355850 h 3148330"/>
                <a:gd name="connsiteX9" fmla="*/ 0 w 6065520"/>
                <a:gd name="connsiteY9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00500 w 6065520"/>
                <a:gd name="connsiteY4" fmla="*/ 1723390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4008120 w 6065520"/>
                <a:gd name="connsiteY5" fmla="*/ 192151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227320 w 6065520"/>
                <a:gd name="connsiteY7" fmla="*/ 2142490 h 3148330"/>
                <a:gd name="connsiteX8" fmla="*/ 6065520 w 6065520"/>
                <a:gd name="connsiteY8" fmla="*/ 3148330 h 3148330"/>
                <a:gd name="connsiteX9" fmla="*/ 4549140 w 6065520"/>
                <a:gd name="connsiteY9" fmla="*/ 2355850 h 3148330"/>
                <a:gd name="connsiteX10" fmla="*/ 0 w 6065520"/>
                <a:gd name="connsiteY10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7690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7690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7690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7690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6166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6166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48330"/>
                <a:gd name="connsiteX1" fmla="*/ 419100 w 6065520"/>
                <a:gd name="connsiteY1" fmla="*/ 220980 h 3148330"/>
                <a:gd name="connsiteX2" fmla="*/ 1341120 w 6065520"/>
                <a:gd name="connsiteY2" fmla="*/ 763270 h 3148330"/>
                <a:gd name="connsiteX3" fmla="*/ 3741420 w 6065520"/>
                <a:gd name="connsiteY3" fmla="*/ 1883410 h 3148330"/>
                <a:gd name="connsiteX4" fmla="*/ 4014788 w 6065520"/>
                <a:gd name="connsiteY4" fmla="*/ 1709102 h 3148330"/>
                <a:gd name="connsiteX5" fmla="*/ 3982720 w 6065520"/>
                <a:gd name="connsiteY5" fmla="*/ 1940560 h 3148330"/>
                <a:gd name="connsiteX6" fmla="*/ 5882640 w 6065520"/>
                <a:gd name="connsiteY6" fmla="*/ 732790 h 3148330"/>
                <a:gd name="connsiteX7" fmla="*/ 5661660 w 6065520"/>
                <a:gd name="connsiteY7" fmla="*/ 1365250 h 3148330"/>
                <a:gd name="connsiteX8" fmla="*/ 5227320 w 6065520"/>
                <a:gd name="connsiteY8" fmla="*/ 2142490 h 3148330"/>
                <a:gd name="connsiteX9" fmla="*/ 6065520 w 6065520"/>
                <a:gd name="connsiteY9" fmla="*/ 3148330 h 3148330"/>
                <a:gd name="connsiteX10" fmla="*/ 4549140 w 6065520"/>
                <a:gd name="connsiteY10" fmla="*/ 2355850 h 3148330"/>
                <a:gd name="connsiteX11" fmla="*/ 0 w 6065520"/>
                <a:gd name="connsiteY11" fmla="*/ 0 h 3148330"/>
                <a:gd name="connsiteX0" fmla="*/ 0 w 6065520"/>
                <a:gd name="connsiteY0" fmla="*/ 0 h 3155318"/>
                <a:gd name="connsiteX1" fmla="*/ 419100 w 6065520"/>
                <a:gd name="connsiteY1" fmla="*/ 220980 h 3155318"/>
                <a:gd name="connsiteX2" fmla="*/ 1341120 w 6065520"/>
                <a:gd name="connsiteY2" fmla="*/ 763270 h 3155318"/>
                <a:gd name="connsiteX3" fmla="*/ 3741420 w 6065520"/>
                <a:gd name="connsiteY3" fmla="*/ 1883410 h 3155318"/>
                <a:gd name="connsiteX4" fmla="*/ 4014788 w 6065520"/>
                <a:gd name="connsiteY4" fmla="*/ 1709102 h 3155318"/>
                <a:gd name="connsiteX5" fmla="*/ 3982720 w 6065520"/>
                <a:gd name="connsiteY5" fmla="*/ 1940560 h 3155318"/>
                <a:gd name="connsiteX6" fmla="*/ 5882640 w 6065520"/>
                <a:gd name="connsiteY6" fmla="*/ 732790 h 3155318"/>
                <a:gd name="connsiteX7" fmla="*/ 5661660 w 6065520"/>
                <a:gd name="connsiteY7" fmla="*/ 1365250 h 3155318"/>
                <a:gd name="connsiteX8" fmla="*/ 5227320 w 6065520"/>
                <a:gd name="connsiteY8" fmla="*/ 2142490 h 3155318"/>
                <a:gd name="connsiteX9" fmla="*/ 6065520 w 6065520"/>
                <a:gd name="connsiteY9" fmla="*/ 3148330 h 3155318"/>
                <a:gd name="connsiteX10" fmla="*/ 4549140 w 6065520"/>
                <a:gd name="connsiteY10" fmla="*/ 2355850 h 3155318"/>
                <a:gd name="connsiteX11" fmla="*/ 0 w 6065520"/>
                <a:gd name="connsiteY11" fmla="*/ 0 h 3155318"/>
                <a:gd name="connsiteX0" fmla="*/ 0 w 6065520"/>
                <a:gd name="connsiteY0" fmla="*/ 0 h 3155318"/>
                <a:gd name="connsiteX1" fmla="*/ 419100 w 6065520"/>
                <a:gd name="connsiteY1" fmla="*/ 220980 h 3155318"/>
                <a:gd name="connsiteX2" fmla="*/ 1341120 w 6065520"/>
                <a:gd name="connsiteY2" fmla="*/ 763270 h 3155318"/>
                <a:gd name="connsiteX3" fmla="*/ 3741420 w 6065520"/>
                <a:gd name="connsiteY3" fmla="*/ 1883410 h 3155318"/>
                <a:gd name="connsiteX4" fmla="*/ 4014788 w 6065520"/>
                <a:gd name="connsiteY4" fmla="*/ 1709102 h 3155318"/>
                <a:gd name="connsiteX5" fmla="*/ 3982720 w 6065520"/>
                <a:gd name="connsiteY5" fmla="*/ 1940560 h 3155318"/>
                <a:gd name="connsiteX6" fmla="*/ 5882640 w 6065520"/>
                <a:gd name="connsiteY6" fmla="*/ 732790 h 3155318"/>
                <a:gd name="connsiteX7" fmla="*/ 5661660 w 6065520"/>
                <a:gd name="connsiteY7" fmla="*/ 1365250 h 3155318"/>
                <a:gd name="connsiteX8" fmla="*/ 5227320 w 6065520"/>
                <a:gd name="connsiteY8" fmla="*/ 2142490 h 3155318"/>
                <a:gd name="connsiteX9" fmla="*/ 6065520 w 6065520"/>
                <a:gd name="connsiteY9" fmla="*/ 3148330 h 3155318"/>
                <a:gd name="connsiteX10" fmla="*/ 4549140 w 6065520"/>
                <a:gd name="connsiteY10" fmla="*/ 2355850 h 3155318"/>
                <a:gd name="connsiteX11" fmla="*/ 0 w 6065520"/>
                <a:gd name="connsiteY11" fmla="*/ 0 h 3155318"/>
                <a:gd name="connsiteX0" fmla="*/ 0 w 6130127"/>
                <a:gd name="connsiteY0" fmla="*/ 0 h 3155318"/>
                <a:gd name="connsiteX1" fmla="*/ 419100 w 6130127"/>
                <a:gd name="connsiteY1" fmla="*/ 220980 h 3155318"/>
                <a:gd name="connsiteX2" fmla="*/ 1341120 w 6130127"/>
                <a:gd name="connsiteY2" fmla="*/ 763270 h 3155318"/>
                <a:gd name="connsiteX3" fmla="*/ 3741420 w 6130127"/>
                <a:gd name="connsiteY3" fmla="*/ 1883410 h 3155318"/>
                <a:gd name="connsiteX4" fmla="*/ 4014788 w 6130127"/>
                <a:gd name="connsiteY4" fmla="*/ 1709102 h 3155318"/>
                <a:gd name="connsiteX5" fmla="*/ 3982720 w 6130127"/>
                <a:gd name="connsiteY5" fmla="*/ 1940560 h 3155318"/>
                <a:gd name="connsiteX6" fmla="*/ 5882640 w 6130127"/>
                <a:gd name="connsiteY6" fmla="*/ 732790 h 3155318"/>
                <a:gd name="connsiteX7" fmla="*/ 5661660 w 6130127"/>
                <a:gd name="connsiteY7" fmla="*/ 1365250 h 3155318"/>
                <a:gd name="connsiteX8" fmla="*/ 5227320 w 6130127"/>
                <a:gd name="connsiteY8" fmla="*/ 2142490 h 3155318"/>
                <a:gd name="connsiteX9" fmla="*/ 5775960 w 6130127"/>
                <a:gd name="connsiteY9" fmla="*/ 2569210 h 3155318"/>
                <a:gd name="connsiteX10" fmla="*/ 6065520 w 6130127"/>
                <a:gd name="connsiteY10" fmla="*/ 3148330 h 3155318"/>
                <a:gd name="connsiteX11" fmla="*/ 4549140 w 6130127"/>
                <a:gd name="connsiteY11" fmla="*/ 2355850 h 3155318"/>
                <a:gd name="connsiteX12" fmla="*/ 0 w 6130127"/>
                <a:gd name="connsiteY12" fmla="*/ 0 h 3155318"/>
                <a:gd name="connsiteX0" fmla="*/ 0 w 6130127"/>
                <a:gd name="connsiteY0" fmla="*/ 0 h 3155318"/>
                <a:gd name="connsiteX1" fmla="*/ 419100 w 6130127"/>
                <a:gd name="connsiteY1" fmla="*/ 220980 h 3155318"/>
                <a:gd name="connsiteX2" fmla="*/ 1341120 w 6130127"/>
                <a:gd name="connsiteY2" fmla="*/ 763270 h 3155318"/>
                <a:gd name="connsiteX3" fmla="*/ 3741420 w 6130127"/>
                <a:gd name="connsiteY3" fmla="*/ 1883410 h 3155318"/>
                <a:gd name="connsiteX4" fmla="*/ 4014788 w 6130127"/>
                <a:gd name="connsiteY4" fmla="*/ 1709102 h 3155318"/>
                <a:gd name="connsiteX5" fmla="*/ 3982720 w 6130127"/>
                <a:gd name="connsiteY5" fmla="*/ 1940560 h 3155318"/>
                <a:gd name="connsiteX6" fmla="*/ 5882640 w 6130127"/>
                <a:gd name="connsiteY6" fmla="*/ 732790 h 3155318"/>
                <a:gd name="connsiteX7" fmla="*/ 5661660 w 6130127"/>
                <a:gd name="connsiteY7" fmla="*/ 1365250 h 3155318"/>
                <a:gd name="connsiteX8" fmla="*/ 5227320 w 6130127"/>
                <a:gd name="connsiteY8" fmla="*/ 2142490 h 3155318"/>
                <a:gd name="connsiteX9" fmla="*/ 5775960 w 6130127"/>
                <a:gd name="connsiteY9" fmla="*/ 2569210 h 3155318"/>
                <a:gd name="connsiteX10" fmla="*/ 6065520 w 6130127"/>
                <a:gd name="connsiteY10" fmla="*/ 3148330 h 3155318"/>
                <a:gd name="connsiteX11" fmla="*/ 4549140 w 6130127"/>
                <a:gd name="connsiteY11" fmla="*/ 2355850 h 3155318"/>
                <a:gd name="connsiteX12" fmla="*/ 0 w 6130127"/>
                <a:gd name="connsiteY12" fmla="*/ 0 h 3155318"/>
                <a:gd name="connsiteX0" fmla="*/ 0 w 6123442"/>
                <a:gd name="connsiteY0" fmla="*/ 0 h 3162860"/>
                <a:gd name="connsiteX1" fmla="*/ 419100 w 6123442"/>
                <a:gd name="connsiteY1" fmla="*/ 220980 h 3162860"/>
                <a:gd name="connsiteX2" fmla="*/ 1341120 w 6123442"/>
                <a:gd name="connsiteY2" fmla="*/ 763270 h 3162860"/>
                <a:gd name="connsiteX3" fmla="*/ 3741420 w 6123442"/>
                <a:gd name="connsiteY3" fmla="*/ 1883410 h 3162860"/>
                <a:gd name="connsiteX4" fmla="*/ 4014788 w 6123442"/>
                <a:gd name="connsiteY4" fmla="*/ 1709102 h 3162860"/>
                <a:gd name="connsiteX5" fmla="*/ 3982720 w 6123442"/>
                <a:gd name="connsiteY5" fmla="*/ 1940560 h 3162860"/>
                <a:gd name="connsiteX6" fmla="*/ 5882640 w 6123442"/>
                <a:gd name="connsiteY6" fmla="*/ 732790 h 3162860"/>
                <a:gd name="connsiteX7" fmla="*/ 5661660 w 6123442"/>
                <a:gd name="connsiteY7" fmla="*/ 1365250 h 3162860"/>
                <a:gd name="connsiteX8" fmla="*/ 5227320 w 6123442"/>
                <a:gd name="connsiteY8" fmla="*/ 2142490 h 3162860"/>
                <a:gd name="connsiteX9" fmla="*/ 5775960 w 6123442"/>
                <a:gd name="connsiteY9" fmla="*/ 2569210 h 3162860"/>
                <a:gd name="connsiteX10" fmla="*/ 6057900 w 6123442"/>
                <a:gd name="connsiteY10" fmla="*/ 3155950 h 3162860"/>
                <a:gd name="connsiteX11" fmla="*/ 4549140 w 6123442"/>
                <a:gd name="connsiteY11" fmla="*/ 2355850 h 3162860"/>
                <a:gd name="connsiteX12" fmla="*/ 0 w 6123442"/>
                <a:gd name="connsiteY12" fmla="*/ 0 h 3162860"/>
                <a:gd name="connsiteX0" fmla="*/ 0 w 6075219"/>
                <a:gd name="connsiteY0" fmla="*/ 0 h 3162860"/>
                <a:gd name="connsiteX1" fmla="*/ 419100 w 6075219"/>
                <a:gd name="connsiteY1" fmla="*/ 220980 h 3162860"/>
                <a:gd name="connsiteX2" fmla="*/ 1341120 w 6075219"/>
                <a:gd name="connsiteY2" fmla="*/ 763270 h 3162860"/>
                <a:gd name="connsiteX3" fmla="*/ 3741420 w 6075219"/>
                <a:gd name="connsiteY3" fmla="*/ 1883410 h 3162860"/>
                <a:gd name="connsiteX4" fmla="*/ 4014788 w 6075219"/>
                <a:gd name="connsiteY4" fmla="*/ 1709102 h 3162860"/>
                <a:gd name="connsiteX5" fmla="*/ 3982720 w 6075219"/>
                <a:gd name="connsiteY5" fmla="*/ 1940560 h 3162860"/>
                <a:gd name="connsiteX6" fmla="*/ 5882640 w 6075219"/>
                <a:gd name="connsiteY6" fmla="*/ 732790 h 3162860"/>
                <a:gd name="connsiteX7" fmla="*/ 5661660 w 6075219"/>
                <a:gd name="connsiteY7" fmla="*/ 1365250 h 3162860"/>
                <a:gd name="connsiteX8" fmla="*/ 5227320 w 6075219"/>
                <a:gd name="connsiteY8" fmla="*/ 2142490 h 3162860"/>
                <a:gd name="connsiteX9" fmla="*/ 5775960 w 6075219"/>
                <a:gd name="connsiteY9" fmla="*/ 2569210 h 3162860"/>
                <a:gd name="connsiteX10" fmla="*/ 6057900 w 6075219"/>
                <a:gd name="connsiteY10" fmla="*/ 3155950 h 3162860"/>
                <a:gd name="connsiteX11" fmla="*/ 4549140 w 6075219"/>
                <a:gd name="connsiteY11" fmla="*/ 2355850 h 3162860"/>
                <a:gd name="connsiteX12" fmla="*/ 0 w 6075219"/>
                <a:gd name="connsiteY12" fmla="*/ 0 h 3162860"/>
                <a:gd name="connsiteX0" fmla="*/ 0 w 6075219"/>
                <a:gd name="connsiteY0" fmla="*/ 0 h 3162432"/>
                <a:gd name="connsiteX1" fmla="*/ 419100 w 6075219"/>
                <a:gd name="connsiteY1" fmla="*/ 220980 h 3162432"/>
                <a:gd name="connsiteX2" fmla="*/ 1341120 w 6075219"/>
                <a:gd name="connsiteY2" fmla="*/ 763270 h 3162432"/>
                <a:gd name="connsiteX3" fmla="*/ 3741420 w 6075219"/>
                <a:gd name="connsiteY3" fmla="*/ 1883410 h 3162432"/>
                <a:gd name="connsiteX4" fmla="*/ 4014788 w 6075219"/>
                <a:gd name="connsiteY4" fmla="*/ 1709102 h 3162432"/>
                <a:gd name="connsiteX5" fmla="*/ 3982720 w 6075219"/>
                <a:gd name="connsiteY5" fmla="*/ 1940560 h 3162432"/>
                <a:gd name="connsiteX6" fmla="*/ 5882640 w 6075219"/>
                <a:gd name="connsiteY6" fmla="*/ 732790 h 3162432"/>
                <a:gd name="connsiteX7" fmla="*/ 5661660 w 6075219"/>
                <a:gd name="connsiteY7" fmla="*/ 1365250 h 3162432"/>
                <a:gd name="connsiteX8" fmla="*/ 5227320 w 6075219"/>
                <a:gd name="connsiteY8" fmla="*/ 2142490 h 3162432"/>
                <a:gd name="connsiteX9" fmla="*/ 5775960 w 6075219"/>
                <a:gd name="connsiteY9" fmla="*/ 2569210 h 3162432"/>
                <a:gd name="connsiteX10" fmla="*/ 6057900 w 6075219"/>
                <a:gd name="connsiteY10" fmla="*/ 3155950 h 3162432"/>
                <a:gd name="connsiteX11" fmla="*/ 4549140 w 6075219"/>
                <a:gd name="connsiteY11" fmla="*/ 2355850 h 3162432"/>
                <a:gd name="connsiteX12" fmla="*/ 0 w 6075219"/>
                <a:gd name="connsiteY12" fmla="*/ 0 h 316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075219" h="3162432">
                  <a:moveTo>
                    <a:pt x="0" y="0"/>
                  </a:moveTo>
                  <a:cubicBezTo>
                    <a:pt x="284480" y="5080"/>
                    <a:pt x="279400" y="147320"/>
                    <a:pt x="419100" y="220980"/>
                  </a:cubicBezTo>
                  <a:cubicBezTo>
                    <a:pt x="652780" y="339302"/>
                    <a:pt x="1107440" y="509058"/>
                    <a:pt x="1341120" y="763270"/>
                  </a:cubicBezTo>
                  <a:cubicBezTo>
                    <a:pt x="2123440" y="1390862"/>
                    <a:pt x="3308350" y="1714500"/>
                    <a:pt x="3741420" y="1883410"/>
                  </a:cubicBezTo>
                  <a:cubicBezTo>
                    <a:pt x="3794918" y="1840125"/>
                    <a:pt x="3807936" y="1743710"/>
                    <a:pt x="4014788" y="1709102"/>
                  </a:cubicBezTo>
                  <a:cubicBezTo>
                    <a:pt x="4036537" y="1741963"/>
                    <a:pt x="3906362" y="1981835"/>
                    <a:pt x="3982720" y="1940560"/>
                  </a:cubicBezTo>
                  <a:cubicBezTo>
                    <a:pt x="4867275" y="2293620"/>
                    <a:pt x="5259070" y="788670"/>
                    <a:pt x="5882640" y="732790"/>
                  </a:cubicBezTo>
                  <a:cubicBezTo>
                    <a:pt x="5961803" y="821055"/>
                    <a:pt x="5770880" y="1130300"/>
                    <a:pt x="5661660" y="1365250"/>
                  </a:cubicBezTo>
                  <a:cubicBezTo>
                    <a:pt x="5552440" y="1516380"/>
                    <a:pt x="5416550" y="1968500"/>
                    <a:pt x="5227320" y="2142490"/>
                  </a:cubicBezTo>
                  <a:cubicBezTo>
                    <a:pt x="5511800" y="2103120"/>
                    <a:pt x="5636260" y="2401570"/>
                    <a:pt x="5775960" y="2569210"/>
                  </a:cubicBezTo>
                  <a:cubicBezTo>
                    <a:pt x="5915660" y="2736850"/>
                    <a:pt x="6139180" y="3119120"/>
                    <a:pt x="6057900" y="3155950"/>
                  </a:cubicBezTo>
                  <a:cubicBezTo>
                    <a:pt x="5567680" y="3234690"/>
                    <a:pt x="5008880" y="2574290"/>
                    <a:pt x="4549140" y="2355850"/>
                  </a:cubicBezTo>
                  <a:cubicBezTo>
                    <a:pt x="2331720" y="2195407"/>
                    <a:pt x="1203960" y="2263563"/>
                    <a:pt x="0" y="0"/>
                  </a:cubicBezTo>
                  <a:close/>
                </a:path>
              </a:pathLst>
            </a:custGeom>
            <a:solidFill>
              <a:srgbClr val="4472C4">
                <a:lumMod val="60000"/>
                <a:lumOff val="40000"/>
              </a:srgbClr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2">
              <a:extLst>
                <a:ext uri="{FF2B5EF4-FFF2-40B4-BE49-F238E27FC236}">
                  <a16:creationId xmlns:a16="http://schemas.microsoft.com/office/drawing/2014/main" id="{54FC82BE-9D2A-01EA-2227-DF9991155755}"/>
                </a:ext>
              </a:extLst>
            </p:cNvPr>
            <p:cNvSpPr/>
            <p:nvPr/>
          </p:nvSpPr>
          <p:spPr>
            <a:xfrm>
              <a:off x="3076205" y="1339850"/>
              <a:ext cx="4619995" cy="2956147"/>
            </a:xfrm>
            <a:custGeom>
              <a:avLst/>
              <a:gdLst>
                <a:gd name="connsiteX0" fmla="*/ 0 w 2061029"/>
                <a:gd name="connsiteY0" fmla="*/ 0 h 928914"/>
                <a:gd name="connsiteX1" fmla="*/ 2061029 w 2061029"/>
                <a:gd name="connsiteY1" fmla="*/ 0 h 928914"/>
                <a:gd name="connsiteX2" fmla="*/ 2061029 w 2061029"/>
                <a:gd name="connsiteY2" fmla="*/ 928914 h 928914"/>
                <a:gd name="connsiteX3" fmla="*/ 0 w 2061029"/>
                <a:gd name="connsiteY3" fmla="*/ 928914 h 928914"/>
                <a:gd name="connsiteX4" fmla="*/ 0 w 2061029"/>
                <a:gd name="connsiteY4" fmla="*/ 0 h 928914"/>
                <a:gd name="connsiteX0" fmla="*/ 0 w 2359479"/>
                <a:gd name="connsiteY0" fmla="*/ 0 h 2433864"/>
                <a:gd name="connsiteX1" fmla="*/ 2359479 w 2359479"/>
                <a:gd name="connsiteY1" fmla="*/ 1504950 h 2433864"/>
                <a:gd name="connsiteX2" fmla="*/ 2359479 w 2359479"/>
                <a:gd name="connsiteY2" fmla="*/ 2433864 h 2433864"/>
                <a:gd name="connsiteX3" fmla="*/ 298450 w 2359479"/>
                <a:gd name="connsiteY3" fmla="*/ 2433864 h 2433864"/>
                <a:gd name="connsiteX4" fmla="*/ 0 w 2359479"/>
                <a:gd name="connsiteY4" fmla="*/ 0 h 2433864"/>
                <a:gd name="connsiteX0" fmla="*/ 0 w 3510099"/>
                <a:gd name="connsiteY0" fmla="*/ 0 h 2433864"/>
                <a:gd name="connsiteX1" fmla="*/ 2359479 w 3510099"/>
                <a:gd name="connsiteY1" fmla="*/ 1504950 h 2433864"/>
                <a:gd name="connsiteX2" fmla="*/ 3510099 w 3510099"/>
                <a:gd name="connsiteY2" fmla="*/ 2151924 h 2433864"/>
                <a:gd name="connsiteX3" fmla="*/ 298450 w 3510099"/>
                <a:gd name="connsiteY3" fmla="*/ 2433864 h 2433864"/>
                <a:gd name="connsiteX4" fmla="*/ 0 w 3510099"/>
                <a:gd name="connsiteY4" fmla="*/ 0 h 2433864"/>
                <a:gd name="connsiteX0" fmla="*/ 0 w 3510099"/>
                <a:gd name="connsiteY0" fmla="*/ 0 h 2921544"/>
                <a:gd name="connsiteX1" fmla="*/ 2359479 w 3510099"/>
                <a:gd name="connsiteY1" fmla="*/ 1504950 h 2921544"/>
                <a:gd name="connsiteX2" fmla="*/ 3510099 w 3510099"/>
                <a:gd name="connsiteY2" fmla="*/ 2151924 h 2921544"/>
                <a:gd name="connsiteX3" fmla="*/ 2470150 w 3510099"/>
                <a:gd name="connsiteY3" fmla="*/ 2921544 h 2921544"/>
                <a:gd name="connsiteX4" fmla="*/ 0 w 3510099"/>
                <a:gd name="connsiteY4" fmla="*/ 0 h 2921544"/>
                <a:gd name="connsiteX0" fmla="*/ 47076 w 3557175"/>
                <a:gd name="connsiteY0" fmla="*/ 0 h 2921544"/>
                <a:gd name="connsiteX1" fmla="*/ 2406555 w 3557175"/>
                <a:gd name="connsiteY1" fmla="*/ 1504950 h 2921544"/>
                <a:gd name="connsiteX2" fmla="*/ 3557175 w 3557175"/>
                <a:gd name="connsiteY2" fmla="*/ 2151924 h 2921544"/>
                <a:gd name="connsiteX3" fmla="*/ 2517226 w 3557175"/>
                <a:gd name="connsiteY3" fmla="*/ 2921544 h 2921544"/>
                <a:gd name="connsiteX4" fmla="*/ 47076 w 3557175"/>
                <a:gd name="connsiteY4" fmla="*/ 0 h 2921544"/>
                <a:gd name="connsiteX0" fmla="*/ 77517 w 3587616"/>
                <a:gd name="connsiteY0" fmla="*/ 0 h 2953725"/>
                <a:gd name="connsiteX1" fmla="*/ 2436996 w 3587616"/>
                <a:gd name="connsiteY1" fmla="*/ 1504950 h 2953725"/>
                <a:gd name="connsiteX2" fmla="*/ 3587616 w 3587616"/>
                <a:gd name="connsiteY2" fmla="*/ 2151924 h 2953725"/>
                <a:gd name="connsiteX3" fmla="*/ 2547667 w 3587616"/>
                <a:gd name="connsiteY3" fmla="*/ 2921544 h 2953725"/>
                <a:gd name="connsiteX4" fmla="*/ 77517 w 3587616"/>
                <a:gd name="connsiteY4" fmla="*/ 0 h 2953725"/>
                <a:gd name="connsiteX0" fmla="*/ 94259 w 3604358"/>
                <a:gd name="connsiteY0" fmla="*/ 0 h 2956147"/>
                <a:gd name="connsiteX1" fmla="*/ 2453738 w 3604358"/>
                <a:gd name="connsiteY1" fmla="*/ 1504950 h 2956147"/>
                <a:gd name="connsiteX2" fmla="*/ 3604358 w 3604358"/>
                <a:gd name="connsiteY2" fmla="*/ 2151924 h 2956147"/>
                <a:gd name="connsiteX3" fmla="*/ 2564409 w 3604358"/>
                <a:gd name="connsiteY3" fmla="*/ 2921544 h 2956147"/>
                <a:gd name="connsiteX4" fmla="*/ 94259 w 3604358"/>
                <a:gd name="connsiteY4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2453738 w 3604358"/>
                <a:gd name="connsiteY2" fmla="*/ 1504950 h 2956147"/>
                <a:gd name="connsiteX3" fmla="*/ 3604358 w 3604358"/>
                <a:gd name="connsiteY3" fmla="*/ 2151924 h 2956147"/>
                <a:gd name="connsiteX4" fmla="*/ 2564409 w 3604358"/>
                <a:gd name="connsiteY4" fmla="*/ 2921544 h 2956147"/>
                <a:gd name="connsiteX5" fmla="*/ 94259 w 3604358"/>
                <a:gd name="connsiteY5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870955 w 3604358"/>
                <a:gd name="connsiteY2" fmla="*/ 763270 h 2956147"/>
                <a:gd name="connsiteX3" fmla="*/ 2453738 w 3604358"/>
                <a:gd name="connsiteY3" fmla="*/ 1504950 h 2956147"/>
                <a:gd name="connsiteX4" fmla="*/ 3604358 w 3604358"/>
                <a:gd name="connsiteY4" fmla="*/ 2151924 h 2956147"/>
                <a:gd name="connsiteX5" fmla="*/ 2564409 w 3604358"/>
                <a:gd name="connsiteY5" fmla="*/ 2921544 h 2956147"/>
                <a:gd name="connsiteX6" fmla="*/ 94259 w 3604358"/>
                <a:gd name="connsiteY6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870955 w 3604358"/>
                <a:gd name="connsiteY2" fmla="*/ 763270 h 2956147"/>
                <a:gd name="connsiteX3" fmla="*/ 1442455 w 3604358"/>
                <a:gd name="connsiteY3" fmla="*/ 1121410 h 2956147"/>
                <a:gd name="connsiteX4" fmla="*/ 2453738 w 3604358"/>
                <a:gd name="connsiteY4" fmla="*/ 1504950 h 2956147"/>
                <a:gd name="connsiteX5" fmla="*/ 3604358 w 3604358"/>
                <a:gd name="connsiteY5" fmla="*/ 2151924 h 2956147"/>
                <a:gd name="connsiteX6" fmla="*/ 2564409 w 3604358"/>
                <a:gd name="connsiteY6" fmla="*/ 2921544 h 2956147"/>
                <a:gd name="connsiteX7" fmla="*/ 94259 w 3604358"/>
                <a:gd name="connsiteY7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870955 w 3604358"/>
                <a:gd name="connsiteY2" fmla="*/ 763270 h 2956147"/>
                <a:gd name="connsiteX3" fmla="*/ 1442455 w 3604358"/>
                <a:gd name="connsiteY3" fmla="*/ 1121410 h 2956147"/>
                <a:gd name="connsiteX4" fmla="*/ 2415638 w 3604358"/>
                <a:gd name="connsiteY4" fmla="*/ 2030730 h 2956147"/>
                <a:gd name="connsiteX5" fmla="*/ 3604358 w 3604358"/>
                <a:gd name="connsiteY5" fmla="*/ 2151924 h 2956147"/>
                <a:gd name="connsiteX6" fmla="*/ 2564409 w 3604358"/>
                <a:gd name="connsiteY6" fmla="*/ 2921544 h 2956147"/>
                <a:gd name="connsiteX7" fmla="*/ 94259 w 3604358"/>
                <a:gd name="connsiteY7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870955 w 3604358"/>
                <a:gd name="connsiteY2" fmla="*/ 763270 h 2956147"/>
                <a:gd name="connsiteX3" fmla="*/ 1442455 w 3604358"/>
                <a:gd name="connsiteY3" fmla="*/ 1121410 h 2956147"/>
                <a:gd name="connsiteX4" fmla="*/ 2415638 w 3604358"/>
                <a:gd name="connsiteY4" fmla="*/ 2030730 h 2956147"/>
                <a:gd name="connsiteX5" fmla="*/ 2966455 w 3604358"/>
                <a:gd name="connsiteY5" fmla="*/ 2043430 h 2956147"/>
                <a:gd name="connsiteX6" fmla="*/ 3604358 w 3604358"/>
                <a:gd name="connsiteY6" fmla="*/ 2151924 h 2956147"/>
                <a:gd name="connsiteX7" fmla="*/ 2564409 w 3604358"/>
                <a:gd name="connsiteY7" fmla="*/ 2921544 h 2956147"/>
                <a:gd name="connsiteX8" fmla="*/ 94259 w 3604358"/>
                <a:gd name="connsiteY8" fmla="*/ 0 h 2956147"/>
                <a:gd name="connsiteX0" fmla="*/ 94259 w 3604358"/>
                <a:gd name="connsiteY0" fmla="*/ 0 h 2956147"/>
                <a:gd name="connsiteX1" fmla="*/ 482335 w 3604358"/>
                <a:gd name="connsiteY1" fmla="*/ 374650 h 2956147"/>
                <a:gd name="connsiteX2" fmla="*/ 870955 w 3604358"/>
                <a:gd name="connsiteY2" fmla="*/ 763270 h 2956147"/>
                <a:gd name="connsiteX3" fmla="*/ 1442455 w 3604358"/>
                <a:gd name="connsiteY3" fmla="*/ 1121410 h 2956147"/>
                <a:gd name="connsiteX4" fmla="*/ 2415638 w 3604358"/>
                <a:gd name="connsiteY4" fmla="*/ 2030730 h 2956147"/>
                <a:gd name="connsiteX5" fmla="*/ 2966455 w 3604358"/>
                <a:gd name="connsiteY5" fmla="*/ 2043430 h 2956147"/>
                <a:gd name="connsiteX6" fmla="*/ 3604358 w 3604358"/>
                <a:gd name="connsiteY6" fmla="*/ 2151924 h 2956147"/>
                <a:gd name="connsiteX7" fmla="*/ 2564409 w 3604358"/>
                <a:gd name="connsiteY7" fmla="*/ 2921544 h 2956147"/>
                <a:gd name="connsiteX8" fmla="*/ 94259 w 3604358"/>
                <a:gd name="connsiteY8" fmla="*/ 0 h 2956147"/>
                <a:gd name="connsiteX0" fmla="*/ 94259 w 4624419"/>
                <a:gd name="connsiteY0" fmla="*/ 0 h 2956147"/>
                <a:gd name="connsiteX1" fmla="*/ 482335 w 4624419"/>
                <a:gd name="connsiteY1" fmla="*/ 374650 h 2956147"/>
                <a:gd name="connsiteX2" fmla="*/ 870955 w 4624419"/>
                <a:gd name="connsiteY2" fmla="*/ 763270 h 2956147"/>
                <a:gd name="connsiteX3" fmla="*/ 1442455 w 4624419"/>
                <a:gd name="connsiteY3" fmla="*/ 1121410 h 2956147"/>
                <a:gd name="connsiteX4" fmla="*/ 2415638 w 4624419"/>
                <a:gd name="connsiteY4" fmla="*/ 2030730 h 2956147"/>
                <a:gd name="connsiteX5" fmla="*/ 2966455 w 4624419"/>
                <a:gd name="connsiteY5" fmla="*/ 2043430 h 2956147"/>
                <a:gd name="connsiteX6" fmla="*/ 3604358 w 4624419"/>
                <a:gd name="connsiteY6" fmla="*/ 2151924 h 2956147"/>
                <a:gd name="connsiteX7" fmla="*/ 4619995 w 4624419"/>
                <a:gd name="connsiteY7" fmla="*/ 2355850 h 2956147"/>
                <a:gd name="connsiteX8" fmla="*/ 2564409 w 4624419"/>
                <a:gd name="connsiteY8" fmla="*/ 2921544 h 2956147"/>
                <a:gd name="connsiteX9" fmla="*/ 94259 w 4624419"/>
                <a:gd name="connsiteY9" fmla="*/ 0 h 2956147"/>
                <a:gd name="connsiteX0" fmla="*/ 94259 w 4629940"/>
                <a:gd name="connsiteY0" fmla="*/ 0 h 2956147"/>
                <a:gd name="connsiteX1" fmla="*/ 482335 w 4629940"/>
                <a:gd name="connsiteY1" fmla="*/ 374650 h 2956147"/>
                <a:gd name="connsiteX2" fmla="*/ 870955 w 4629940"/>
                <a:gd name="connsiteY2" fmla="*/ 763270 h 2956147"/>
                <a:gd name="connsiteX3" fmla="*/ 1442455 w 4629940"/>
                <a:gd name="connsiteY3" fmla="*/ 1121410 h 2956147"/>
                <a:gd name="connsiteX4" fmla="*/ 2415638 w 4629940"/>
                <a:gd name="connsiteY4" fmla="*/ 2030730 h 2956147"/>
                <a:gd name="connsiteX5" fmla="*/ 2966455 w 4629940"/>
                <a:gd name="connsiteY5" fmla="*/ 2043430 h 2956147"/>
                <a:gd name="connsiteX6" fmla="*/ 3604358 w 4629940"/>
                <a:gd name="connsiteY6" fmla="*/ 2151924 h 2956147"/>
                <a:gd name="connsiteX7" fmla="*/ 4619995 w 4629940"/>
                <a:gd name="connsiteY7" fmla="*/ 2355850 h 2956147"/>
                <a:gd name="connsiteX8" fmla="*/ 2564409 w 4629940"/>
                <a:gd name="connsiteY8" fmla="*/ 2921544 h 2956147"/>
                <a:gd name="connsiteX9" fmla="*/ 94259 w 4629940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  <a:gd name="connsiteX0" fmla="*/ 94259 w 4619995"/>
                <a:gd name="connsiteY0" fmla="*/ 0 h 2956147"/>
                <a:gd name="connsiteX1" fmla="*/ 482335 w 4619995"/>
                <a:gd name="connsiteY1" fmla="*/ 374650 h 2956147"/>
                <a:gd name="connsiteX2" fmla="*/ 870955 w 4619995"/>
                <a:gd name="connsiteY2" fmla="*/ 763270 h 2956147"/>
                <a:gd name="connsiteX3" fmla="*/ 1442455 w 4619995"/>
                <a:gd name="connsiteY3" fmla="*/ 1121410 h 2956147"/>
                <a:gd name="connsiteX4" fmla="*/ 2415638 w 4619995"/>
                <a:gd name="connsiteY4" fmla="*/ 2030730 h 2956147"/>
                <a:gd name="connsiteX5" fmla="*/ 2966455 w 4619995"/>
                <a:gd name="connsiteY5" fmla="*/ 2043430 h 2956147"/>
                <a:gd name="connsiteX6" fmla="*/ 3604358 w 4619995"/>
                <a:gd name="connsiteY6" fmla="*/ 2151924 h 2956147"/>
                <a:gd name="connsiteX7" fmla="*/ 4619995 w 4619995"/>
                <a:gd name="connsiteY7" fmla="*/ 2355850 h 2956147"/>
                <a:gd name="connsiteX8" fmla="*/ 2564409 w 4619995"/>
                <a:gd name="connsiteY8" fmla="*/ 2921544 h 2956147"/>
                <a:gd name="connsiteX9" fmla="*/ 94259 w 4619995"/>
                <a:gd name="connsiteY9" fmla="*/ 0 h 295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9995" h="2956147">
                  <a:moveTo>
                    <a:pt x="94259" y="0"/>
                  </a:moveTo>
                  <a:cubicBezTo>
                    <a:pt x="287118" y="117263"/>
                    <a:pt x="289476" y="257387"/>
                    <a:pt x="482335" y="374650"/>
                  </a:cubicBezTo>
                  <a:cubicBezTo>
                    <a:pt x="757290" y="475932"/>
                    <a:pt x="700775" y="666750"/>
                    <a:pt x="870955" y="763270"/>
                  </a:cubicBezTo>
                  <a:cubicBezTo>
                    <a:pt x="1338950" y="876617"/>
                    <a:pt x="1231635" y="984250"/>
                    <a:pt x="1442455" y="1121410"/>
                  </a:cubicBezTo>
                  <a:cubicBezTo>
                    <a:pt x="1733512" y="1314980"/>
                    <a:pt x="1986469" y="1808585"/>
                    <a:pt x="2415638" y="2030730"/>
                  </a:cubicBezTo>
                  <a:cubicBezTo>
                    <a:pt x="2609404" y="2093383"/>
                    <a:pt x="2780309" y="2018877"/>
                    <a:pt x="2966455" y="2043430"/>
                  </a:cubicBezTo>
                  <a:lnTo>
                    <a:pt x="3604358" y="2151924"/>
                  </a:lnTo>
                  <a:cubicBezTo>
                    <a:pt x="4227384" y="2118299"/>
                    <a:pt x="4408449" y="2160875"/>
                    <a:pt x="4619995" y="2355850"/>
                  </a:cubicBezTo>
                  <a:cubicBezTo>
                    <a:pt x="4026240" y="2369155"/>
                    <a:pt x="3173404" y="2923479"/>
                    <a:pt x="2564409" y="2921544"/>
                  </a:cubicBezTo>
                  <a:cubicBezTo>
                    <a:pt x="765666" y="3227856"/>
                    <a:pt x="-339658" y="1438668"/>
                    <a:pt x="94259" y="0"/>
                  </a:cubicBezTo>
                  <a:close/>
                </a:path>
              </a:pathLst>
            </a:custGeom>
            <a:solidFill>
              <a:srgbClr val="4472C4">
                <a:lumMod val="40000"/>
                <a:lumOff val="60000"/>
              </a:srgbClr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Rectangle 4">
              <a:extLst>
                <a:ext uri="{FF2B5EF4-FFF2-40B4-BE49-F238E27FC236}">
                  <a16:creationId xmlns:a16="http://schemas.microsoft.com/office/drawing/2014/main" id="{F838F033-D2F4-C593-4AC4-E3983B3DA917}"/>
                </a:ext>
              </a:extLst>
            </p:cNvPr>
            <p:cNvSpPr/>
            <p:nvPr/>
          </p:nvSpPr>
          <p:spPr>
            <a:xfrm>
              <a:off x="4984398" y="1655984"/>
              <a:ext cx="891846" cy="1181100"/>
            </a:xfrm>
            <a:custGeom>
              <a:avLst/>
              <a:gdLst>
                <a:gd name="connsiteX0" fmla="*/ 0 w 960120"/>
                <a:gd name="connsiteY0" fmla="*/ 0 h 518160"/>
                <a:gd name="connsiteX1" fmla="*/ 960120 w 960120"/>
                <a:gd name="connsiteY1" fmla="*/ 0 h 518160"/>
                <a:gd name="connsiteX2" fmla="*/ 960120 w 960120"/>
                <a:gd name="connsiteY2" fmla="*/ 518160 h 518160"/>
                <a:gd name="connsiteX3" fmla="*/ 0 w 960120"/>
                <a:gd name="connsiteY3" fmla="*/ 518160 h 518160"/>
                <a:gd name="connsiteX4" fmla="*/ 0 w 960120"/>
                <a:gd name="connsiteY4" fmla="*/ 0 h 518160"/>
                <a:gd name="connsiteX0" fmla="*/ 0 w 960120"/>
                <a:gd name="connsiteY0" fmla="*/ 571500 h 1089660"/>
                <a:gd name="connsiteX1" fmla="*/ 937260 w 960120"/>
                <a:gd name="connsiteY1" fmla="*/ 0 h 1089660"/>
                <a:gd name="connsiteX2" fmla="*/ 960120 w 960120"/>
                <a:gd name="connsiteY2" fmla="*/ 1089660 h 1089660"/>
                <a:gd name="connsiteX3" fmla="*/ 0 w 960120"/>
                <a:gd name="connsiteY3" fmla="*/ 1089660 h 1089660"/>
                <a:gd name="connsiteX4" fmla="*/ 0 w 960120"/>
                <a:gd name="connsiteY4" fmla="*/ 571500 h 1089660"/>
                <a:gd name="connsiteX0" fmla="*/ 0 w 982980"/>
                <a:gd name="connsiteY0" fmla="*/ 830580 h 1089660"/>
                <a:gd name="connsiteX1" fmla="*/ 960120 w 982980"/>
                <a:gd name="connsiteY1" fmla="*/ 0 h 1089660"/>
                <a:gd name="connsiteX2" fmla="*/ 982980 w 982980"/>
                <a:gd name="connsiteY2" fmla="*/ 1089660 h 1089660"/>
                <a:gd name="connsiteX3" fmla="*/ 22860 w 982980"/>
                <a:gd name="connsiteY3" fmla="*/ 1089660 h 1089660"/>
                <a:gd name="connsiteX4" fmla="*/ 0 w 982980"/>
                <a:gd name="connsiteY4" fmla="*/ 830580 h 1089660"/>
                <a:gd name="connsiteX0" fmla="*/ 0 w 982980"/>
                <a:gd name="connsiteY0" fmla="*/ 830580 h 1089660"/>
                <a:gd name="connsiteX1" fmla="*/ 960120 w 982980"/>
                <a:gd name="connsiteY1" fmla="*/ 0 h 1089660"/>
                <a:gd name="connsiteX2" fmla="*/ 982980 w 982980"/>
                <a:gd name="connsiteY2" fmla="*/ 1089660 h 1089660"/>
                <a:gd name="connsiteX3" fmla="*/ 0 w 982980"/>
                <a:gd name="connsiteY3" fmla="*/ 830580 h 1089660"/>
                <a:gd name="connsiteX0" fmla="*/ 0 w 960120"/>
                <a:gd name="connsiteY0" fmla="*/ 830580 h 1181100"/>
                <a:gd name="connsiteX1" fmla="*/ 960120 w 960120"/>
                <a:gd name="connsiteY1" fmla="*/ 0 h 1181100"/>
                <a:gd name="connsiteX2" fmla="*/ 899160 w 960120"/>
                <a:gd name="connsiteY2" fmla="*/ 1181100 h 1181100"/>
                <a:gd name="connsiteX3" fmla="*/ 0 w 960120"/>
                <a:gd name="connsiteY3" fmla="*/ 830580 h 1181100"/>
                <a:gd name="connsiteX0" fmla="*/ 0 w 891540"/>
                <a:gd name="connsiteY0" fmla="*/ 830580 h 1181100"/>
                <a:gd name="connsiteX1" fmla="*/ 891540 w 891540"/>
                <a:gd name="connsiteY1" fmla="*/ 0 h 1181100"/>
                <a:gd name="connsiteX2" fmla="*/ 830580 w 891540"/>
                <a:gd name="connsiteY2" fmla="*/ 1181100 h 1181100"/>
                <a:gd name="connsiteX3" fmla="*/ 0 w 891540"/>
                <a:gd name="connsiteY3" fmla="*/ 830580 h 1181100"/>
                <a:gd name="connsiteX0" fmla="*/ 280 w 891820"/>
                <a:gd name="connsiteY0" fmla="*/ 830580 h 1181100"/>
                <a:gd name="connsiteX1" fmla="*/ 891820 w 891820"/>
                <a:gd name="connsiteY1" fmla="*/ 0 h 1181100"/>
                <a:gd name="connsiteX2" fmla="*/ 830860 w 891820"/>
                <a:gd name="connsiteY2" fmla="*/ 1181100 h 1181100"/>
                <a:gd name="connsiteX3" fmla="*/ 280 w 891820"/>
                <a:gd name="connsiteY3" fmla="*/ 830580 h 1181100"/>
                <a:gd name="connsiteX0" fmla="*/ 306 w 891846"/>
                <a:gd name="connsiteY0" fmla="*/ 830580 h 1181100"/>
                <a:gd name="connsiteX1" fmla="*/ 891846 w 891846"/>
                <a:gd name="connsiteY1" fmla="*/ 0 h 1181100"/>
                <a:gd name="connsiteX2" fmla="*/ 830886 w 891846"/>
                <a:gd name="connsiteY2" fmla="*/ 1181100 h 1181100"/>
                <a:gd name="connsiteX3" fmla="*/ 306 w 891846"/>
                <a:gd name="connsiteY3" fmla="*/ 830580 h 1181100"/>
                <a:gd name="connsiteX0" fmla="*/ 306 w 891846"/>
                <a:gd name="connsiteY0" fmla="*/ 830580 h 1181100"/>
                <a:gd name="connsiteX1" fmla="*/ 891846 w 891846"/>
                <a:gd name="connsiteY1" fmla="*/ 0 h 1181100"/>
                <a:gd name="connsiteX2" fmla="*/ 830886 w 891846"/>
                <a:gd name="connsiteY2" fmla="*/ 1181100 h 1181100"/>
                <a:gd name="connsiteX3" fmla="*/ 306 w 891846"/>
                <a:gd name="connsiteY3" fmla="*/ 830580 h 1181100"/>
                <a:gd name="connsiteX0" fmla="*/ 306 w 891846"/>
                <a:gd name="connsiteY0" fmla="*/ 830580 h 1181100"/>
                <a:gd name="connsiteX1" fmla="*/ 891846 w 891846"/>
                <a:gd name="connsiteY1" fmla="*/ 0 h 1181100"/>
                <a:gd name="connsiteX2" fmla="*/ 830886 w 891846"/>
                <a:gd name="connsiteY2" fmla="*/ 1181100 h 1181100"/>
                <a:gd name="connsiteX3" fmla="*/ 306 w 891846"/>
                <a:gd name="connsiteY3" fmla="*/ 830580 h 1181100"/>
                <a:gd name="connsiteX0" fmla="*/ 306 w 891846"/>
                <a:gd name="connsiteY0" fmla="*/ 830580 h 1181100"/>
                <a:gd name="connsiteX1" fmla="*/ 891846 w 891846"/>
                <a:gd name="connsiteY1" fmla="*/ 0 h 1181100"/>
                <a:gd name="connsiteX2" fmla="*/ 830886 w 891846"/>
                <a:gd name="connsiteY2" fmla="*/ 1181100 h 1181100"/>
                <a:gd name="connsiteX3" fmla="*/ 91746 w 891846"/>
                <a:gd name="connsiteY3" fmla="*/ 922020 h 1181100"/>
                <a:gd name="connsiteX0" fmla="*/ 306 w 891846"/>
                <a:gd name="connsiteY0" fmla="*/ 830580 h 1181100"/>
                <a:gd name="connsiteX1" fmla="*/ 891846 w 891846"/>
                <a:gd name="connsiteY1" fmla="*/ 0 h 1181100"/>
                <a:gd name="connsiteX2" fmla="*/ 830886 w 891846"/>
                <a:gd name="connsiteY2" fmla="*/ 118110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1846" h="1181100">
                  <a:moveTo>
                    <a:pt x="306" y="830580"/>
                  </a:moveTo>
                  <a:cubicBezTo>
                    <a:pt x="-14934" y="576580"/>
                    <a:pt x="541326" y="101600"/>
                    <a:pt x="891846" y="0"/>
                  </a:cubicBezTo>
                  <a:cubicBezTo>
                    <a:pt x="490526" y="408940"/>
                    <a:pt x="752146" y="1145540"/>
                    <a:pt x="830886" y="1181100"/>
                  </a:cubicBezTo>
                </a:path>
              </a:pathLst>
            </a:custGeom>
            <a:solidFill>
              <a:srgbClr val="4472C4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 5">
              <a:extLst>
                <a:ext uri="{FF2B5EF4-FFF2-40B4-BE49-F238E27FC236}">
                  <a16:creationId xmlns:a16="http://schemas.microsoft.com/office/drawing/2014/main" id="{BCB29055-BF8F-C608-39B1-A0A0CDD14A2F}"/>
                </a:ext>
              </a:extLst>
            </p:cNvPr>
            <p:cNvSpPr/>
            <p:nvPr/>
          </p:nvSpPr>
          <p:spPr>
            <a:xfrm>
              <a:off x="5221605" y="3743353"/>
              <a:ext cx="1101090" cy="936280"/>
            </a:xfrm>
            <a:custGeom>
              <a:avLst/>
              <a:gdLst>
                <a:gd name="connsiteX0" fmla="*/ 0 w 289560"/>
                <a:gd name="connsiteY0" fmla="*/ 0 h 45719"/>
                <a:gd name="connsiteX1" fmla="*/ 289560 w 289560"/>
                <a:gd name="connsiteY1" fmla="*/ 0 h 45719"/>
                <a:gd name="connsiteX2" fmla="*/ 289560 w 289560"/>
                <a:gd name="connsiteY2" fmla="*/ 45719 h 45719"/>
                <a:gd name="connsiteX3" fmla="*/ 0 w 289560"/>
                <a:gd name="connsiteY3" fmla="*/ 45719 h 45719"/>
                <a:gd name="connsiteX4" fmla="*/ 0 w 289560"/>
                <a:gd name="connsiteY4" fmla="*/ 0 h 45719"/>
                <a:gd name="connsiteX0" fmla="*/ 0 w 289560"/>
                <a:gd name="connsiteY0" fmla="*/ 53341 h 99060"/>
                <a:gd name="connsiteX1" fmla="*/ 289560 w 289560"/>
                <a:gd name="connsiteY1" fmla="*/ 53341 h 99060"/>
                <a:gd name="connsiteX2" fmla="*/ 121920 w 289560"/>
                <a:gd name="connsiteY2" fmla="*/ 0 h 99060"/>
                <a:gd name="connsiteX3" fmla="*/ 0 w 289560"/>
                <a:gd name="connsiteY3" fmla="*/ 99060 h 99060"/>
                <a:gd name="connsiteX4" fmla="*/ 0 w 289560"/>
                <a:gd name="connsiteY4" fmla="*/ 53341 h 99060"/>
                <a:gd name="connsiteX0" fmla="*/ 1158240 w 1158240"/>
                <a:gd name="connsiteY0" fmla="*/ 868681 h 868681"/>
                <a:gd name="connsiteX1" fmla="*/ 289560 w 1158240"/>
                <a:gd name="connsiteY1" fmla="*/ 53341 h 868681"/>
                <a:gd name="connsiteX2" fmla="*/ 121920 w 1158240"/>
                <a:gd name="connsiteY2" fmla="*/ 0 h 868681"/>
                <a:gd name="connsiteX3" fmla="*/ 0 w 1158240"/>
                <a:gd name="connsiteY3" fmla="*/ 99060 h 868681"/>
                <a:gd name="connsiteX4" fmla="*/ 1158240 w 1158240"/>
                <a:gd name="connsiteY4" fmla="*/ 868681 h 868681"/>
                <a:gd name="connsiteX0" fmla="*/ 1158240 w 1158240"/>
                <a:gd name="connsiteY0" fmla="*/ 868681 h 868681"/>
                <a:gd name="connsiteX1" fmla="*/ 121920 w 1158240"/>
                <a:gd name="connsiteY1" fmla="*/ 0 h 868681"/>
                <a:gd name="connsiteX2" fmla="*/ 0 w 1158240"/>
                <a:gd name="connsiteY2" fmla="*/ 99060 h 868681"/>
                <a:gd name="connsiteX3" fmla="*/ 1158240 w 1158240"/>
                <a:gd name="connsiteY3" fmla="*/ 868681 h 868681"/>
                <a:gd name="connsiteX0" fmla="*/ 1158240 w 1158240"/>
                <a:gd name="connsiteY0" fmla="*/ 902018 h 902018"/>
                <a:gd name="connsiteX1" fmla="*/ 93345 w 1158240"/>
                <a:gd name="connsiteY1" fmla="*/ 0 h 902018"/>
                <a:gd name="connsiteX2" fmla="*/ 0 w 1158240"/>
                <a:gd name="connsiteY2" fmla="*/ 132397 h 902018"/>
                <a:gd name="connsiteX3" fmla="*/ 1158240 w 1158240"/>
                <a:gd name="connsiteY3" fmla="*/ 902018 h 902018"/>
                <a:gd name="connsiteX0" fmla="*/ 1158240 w 1158240"/>
                <a:gd name="connsiteY0" fmla="*/ 907206 h 907206"/>
                <a:gd name="connsiteX1" fmla="*/ 93345 w 1158240"/>
                <a:gd name="connsiteY1" fmla="*/ 5188 h 907206"/>
                <a:gd name="connsiteX2" fmla="*/ 0 w 1158240"/>
                <a:gd name="connsiteY2" fmla="*/ 137585 h 907206"/>
                <a:gd name="connsiteX3" fmla="*/ 1158240 w 1158240"/>
                <a:gd name="connsiteY3" fmla="*/ 907206 h 907206"/>
                <a:gd name="connsiteX0" fmla="*/ 1110615 w 1110615"/>
                <a:gd name="connsiteY0" fmla="*/ 907206 h 907206"/>
                <a:gd name="connsiteX1" fmla="*/ 45720 w 1110615"/>
                <a:gd name="connsiteY1" fmla="*/ 5188 h 907206"/>
                <a:gd name="connsiteX2" fmla="*/ 0 w 1110615"/>
                <a:gd name="connsiteY2" fmla="*/ 123297 h 907206"/>
                <a:gd name="connsiteX3" fmla="*/ 1110615 w 1110615"/>
                <a:gd name="connsiteY3" fmla="*/ 907206 h 907206"/>
                <a:gd name="connsiteX0" fmla="*/ 1101090 w 1101090"/>
                <a:gd name="connsiteY0" fmla="*/ 949782 h 949782"/>
                <a:gd name="connsiteX1" fmla="*/ 45720 w 1101090"/>
                <a:gd name="connsiteY1" fmla="*/ 4901 h 949782"/>
                <a:gd name="connsiteX2" fmla="*/ 0 w 1101090"/>
                <a:gd name="connsiteY2" fmla="*/ 123010 h 949782"/>
                <a:gd name="connsiteX3" fmla="*/ 1101090 w 1101090"/>
                <a:gd name="connsiteY3" fmla="*/ 949782 h 949782"/>
                <a:gd name="connsiteX0" fmla="*/ 1101090 w 1101090"/>
                <a:gd name="connsiteY0" fmla="*/ 949782 h 949782"/>
                <a:gd name="connsiteX1" fmla="*/ 45720 w 1101090"/>
                <a:gd name="connsiteY1" fmla="*/ 4901 h 949782"/>
                <a:gd name="connsiteX2" fmla="*/ 0 w 1101090"/>
                <a:gd name="connsiteY2" fmla="*/ 123010 h 949782"/>
                <a:gd name="connsiteX3" fmla="*/ 1101090 w 1101090"/>
                <a:gd name="connsiteY3" fmla="*/ 949782 h 949782"/>
                <a:gd name="connsiteX0" fmla="*/ 1101090 w 1101090"/>
                <a:gd name="connsiteY0" fmla="*/ 954741 h 954741"/>
                <a:gd name="connsiteX1" fmla="*/ 45720 w 1101090"/>
                <a:gd name="connsiteY1" fmla="*/ 9860 h 954741"/>
                <a:gd name="connsiteX2" fmla="*/ 0 w 1101090"/>
                <a:gd name="connsiteY2" fmla="*/ 127969 h 954741"/>
                <a:gd name="connsiteX3" fmla="*/ 1101090 w 1101090"/>
                <a:gd name="connsiteY3" fmla="*/ 954741 h 954741"/>
                <a:gd name="connsiteX0" fmla="*/ 1101090 w 1101090"/>
                <a:gd name="connsiteY0" fmla="*/ 954741 h 954741"/>
                <a:gd name="connsiteX1" fmla="*/ 45720 w 1101090"/>
                <a:gd name="connsiteY1" fmla="*/ 9860 h 954741"/>
                <a:gd name="connsiteX2" fmla="*/ 0 w 1101090"/>
                <a:gd name="connsiteY2" fmla="*/ 127969 h 954741"/>
                <a:gd name="connsiteX3" fmla="*/ 1101090 w 1101090"/>
                <a:gd name="connsiteY3" fmla="*/ 954741 h 954741"/>
                <a:gd name="connsiteX0" fmla="*/ 1101090 w 1101090"/>
                <a:gd name="connsiteY0" fmla="*/ 955083 h 955083"/>
                <a:gd name="connsiteX1" fmla="*/ 45720 w 1101090"/>
                <a:gd name="connsiteY1" fmla="*/ 10202 h 955083"/>
                <a:gd name="connsiteX2" fmla="*/ 0 w 1101090"/>
                <a:gd name="connsiteY2" fmla="*/ 128311 h 955083"/>
                <a:gd name="connsiteX3" fmla="*/ 1101090 w 1101090"/>
                <a:gd name="connsiteY3" fmla="*/ 955083 h 955083"/>
                <a:gd name="connsiteX0" fmla="*/ 1101090 w 1101090"/>
                <a:gd name="connsiteY0" fmla="*/ 936280 h 936280"/>
                <a:gd name="connsiteX1" fmla="*/ 45720 w 1101090"/>
                <a:gd name="connsiteY1" fmla="*/ 10449 h 936280"/>
                <a:gd name="connsiteX2" fmla="*/ 0 w 1101090"/>
                <a:gd name="connsiteY2" fmla="*/ 128558 h 936280"/>
                <a:gd name="connsiteX3" fmla="*/ 1101090 w 1101090"/>
                <a:gd name="connsiteY3" fmla="*/ 936280 h 936280"/>
                <a:gd name="connsiteX0" fmla="*/ 0 w 1101090"/>
                <a:gd name="connsiteY0" fmla="*/ 128558 h 936280"/>
                <a:gd name="connsiteX1" fmla="*/ 1101090 w 1101090"/>
                <a:gd name="connsiteY1" fmla="*/ 936280 h 936280"/>
                <a:gd name="connsiteX2" fmla="*/ 45720 w 1101090"/>
                <a:gd name="connsiteY2" fmla="*/ 10449 h 936280"/>
                <a:gd name="connsiteX3" fmla="*/ 91440 w 1101090"/>
                <a:gd name="connsiteY3" fmla="*/ 219998 h 936280"/>
                <a:gd name="connsiteX0" fmla="*/ 0 w 1101090"/>
                <a:gd name="connsiteY0" fmla="*/ 128558 h 936280"/>
                <a:gd name="connsiteX1" fmla="*/ 1101090 w 1101090"/>
                <a:gd name="connsiteY1" fmla="*/ 936280 h 936280"/>
                <a:gd name="connsiteX2" fmla="*/ 45720 w 1101090"/>
                <a:gd name="connsiteY2" fmla="*/ 10449 h 936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1090" h="936280">
                  <a:moveTo>
                    <a:pt x="0" y="128558"/>
                  </a:moveTo>
                  <a:cubicBezTo>
                    <a:pt x="352743" y="856587"/>
                    <a:pt x="857885" y="836902"/>
                    <a:pt x="1101090" y="936280"/>
                  </a:cubicBezTo>
                  <a:cubicBezTo>
                    <a:pt x="617538" y="607032"/>
                    <a:pt x="224472" y="-93691"/>
                    <a:pt x="45720" y="10449"/>
                  </a:cubicBezTo>
                </a:path>
              </a:pathLst>
            </a:custGeom>
            <a:solidFill>
              <a:srgbClr val="4472C4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ectangle 7">
              <a:extLst>
                <a:ext uri="{FF2B5EF4-FFF2-40B4-BE49-F238E27FC236}">
                  <a16:creationId xmlns:a16="http://schemas.microsoft.com/office/drawing/2014/main" id="{CA1FE5FC-5B64-FA47-3739-C3CFA612985E}"/>
                </a:ext>
              </a:extLst>
            </p:cNvPr>
            <p:cNvSpPr/>
            <p:nvPr/>
          </p:nvSpPr>
          <p:spPr>
            <a:xfrm>
              <a:off x="6310314" y="3843338"/>
              <a:ext cx="481012" cy="395342"/>
            </a:xfrm>
            <a:custGeom>
              <a:avLst/>
              <a:gdLst>
                <a:gd name="connsiteX0" fmla="*/ 0 w 366712"/>
                <a:gd name="connsiteY0" fmla="*/ 0 h 104775"/>
                <a:gd name="connsiteX1" fmla="*/ 366712 w 366712"/>
                <a:gd name="connsiteY1" fmla="*/ 0 h 104775"/>
                <a:gd name="connsiteX2" fmla="*/ 366712 w 366712"/>
                <a:gd name="connsiteY2" fmla="*/ 104775 h 104775"/>
                <a:gd name="connsiteX3" fmla="*/ 0 w 366712"/>
                <a:gd name="connsiteY3" fmla="*/ 104775 h 104775"/>
                <a:gd name="connsiteX4" fmla="*/ 0 w 366712"/>
                <a:gd name="connsiteY4" fmla="*/ 0 h 104775"/>
                <a:gd name="connsiteX0" fmla="*/ 0 w 414337"/>
                <a:gd name="connsiteY0" fmla="*/ 85725 h 190500"/>
                <a:gd name="connsiteX1" fmla="*/ 414337 w 414337"/>
                <a:gd name="connsiteY1" fmla="*/ 0 h 190500"/>
                <a:gd name="connsiteX2" fmla="*/ 366712 w 414337"/>
                <a:gd name="connsiteY2" fmla="*/ 190500 h 190500"/>
                <a:gd name="connsiteX3" fmla="*/ 0 w 414337"/>
                <a:gd name="connsiteY3" fmla="*/ 190500 h 190500"/>
                <a:gd name="connsiteX4" fmla="*/ 0 w 414337"/>
                <a:gd name="connsiteY4" fmla="*/ 85725 h 190500"/>
                <a:gd name="connsiteX0" fmla="*/ 0 w 576262"/>
                <a:gd name="connsiteY0" fmla="*/ 85725 h 419100"/>
                <a:gd name="connsiteX1" fmla="*/ 414337 w 576262"/>
                <a:gd name="connsiteY1" fmla="*/ 0 h 419100"/>
                <a:gd name="connsiteX2" fmla="*/ 366712 w 576262"/>
                <a:gd name="connsiteY2" fmla="*/ 190500 h 419100"/>
                <a:gd name="connsiteX3" fmla="*/ 576262 w 576262"/>
                <a:gd name="connsiteY3" fmla="*/ 419100 h 419100"/>
                <a:gd name="connsiteX4" fmla="*/ 0 w 576262"/>
                <a:gd name="connsiteY4" fmla="*/ 85725 h 419100"/>
                <a:gd name="connsiteX0" fmla="*/ 0 w 576262"/>
                <a:gd name="connsiteY0" fmla="*/ 85725 h 419100"/>
                <a:gd name="connsiteX1" fmla="*/ 414337 w 576262"/>
                <a:gd name="connsiteY1" fmla="*/ 0 h 419100"/>
                <a:gd name="connsiteX2" fmla="*/ 576262 w 576262"/>
                <a:gd name="connsiteY2" fmla="*/ 419100 h 419100"/>
                <a:gd name="connsiteX3" fmla="*/ 0 w 576262"/>
                <a:gd name="connsiteY3" fmla="*/ 857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419100"/>
                <a:gd name="connsiteX1" fmla="*/ 319087 w 481012"/>
                <a:gd name="connsiteY1" fmla="*/ 0 h 419100"/>
                <a:gd name="connsiteX2" fmla="*/ 481012 w 481012"/>
                <a:gd name="connsiteY2" fmla="*/ 419100 h 419100"/>
                <a:gd name="connsiteX3" fmla="*/ 0 w 481012"/>
                <a:gd name="connsiteY3" fmla="*/ 200025 h 419100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287"/>
                <a:gd name="connsiteX1" fmla="*/ 319087 w 481012"/>
                <a:gd name="connsiteY1" fmla="*/ 0 h 395287"/>
                <a:gd name="connsiteX2" fmla="*/ 481012 w 481012"/>
                <a:gd name="connsiteY2" fmla="*/ 395287 h 395287"/>
                <a:gd name="connsiteX3" fmla="*/ 0 w 481012"/>
                <a:gd name="connsiteY3" fmla="*/ 200025 h 395287"/>
                <a:gd name="connsiteX0" fmla="*/ 0 w 481012"/>
                <a:gd name="connsiteY0" fmla="*/ 200025 h 395342"/>
                <a:gd name="connsiteX1" fmla="*/ 319087 w 481012"/>
                <a:gd name="connsiteY1" fmla="*/ 0 h 395342"/>
                <a:gd name="connsiteX2" fmla="*/ 481012 w 481012"/>
                <a:gd name="connsiteY2" fmla="*/ 395287 h 395342"/>
                <a:gd name="connsiteX3" fmla="*/ 0 w 481012"/>
                <a:gd name="connsiteY3" fmla="*/ 200025 h 395342"/>
                <a:gd name="connsiteX0" fmla="*/ 319087 w 481012"/>
                <a:gd name="connsiteY0" fmla="*/ 0 h 395342"/>
                <a:gd name="connsiteX1" fmla="*/ 481012 w 481012"/>
                <a:gd name="connsiteY1" fmla="*/ 395287 h 395342"/>
                <a:gd name="connsiteX2" fmla="*/ 0 w 481012"/>
                <a:gd name="connsiteY2" fmla="*/ 200025 h 395342"/>
                <a:gd name="connsiteX3" fmla="*/ 410527 w 481012"/>
                <a:gd name="connsiteY3" fmla="*/ 91440 h 395342"/>
                <a:gd name="connsiteX0" fmla="*/ 319087 w 481012"/>
                <a:gd name="connsiteY0" fmla="*/ 0 h 395342"/>
                <a:gd name="connsiteX1" fmla="*/ 481012 w 481012"/>
                <a:gd name="connsiteY1" fmla="*/ 395287 h 395342"/>
                <a:gd name="connsiteX2" fmla="*/ 0 w 481012"/>
                <a:gd name="connsiteY2" fmla="*/ 200025 h 39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1012" h="395342">
                  <a:moveTo>
                    <a:pt x="319087" y="0"/>
                  </a:moveTo>
                  <a:cubicBezTo>
                    <a:pt x="444499" y="63500"/>
                    <a:pt x="303212" y="250825"/>
                    <a:pt x="481012" y="395287"/>
                  </a:cubicBezTo>
                  <a:cubicBezTo>
                    <a:pt x="292100" y="396875"/>
                    <a:pt x="26987" y="365125"/>
                    <a:pt x="0" y="200025"/>
                  </a:cubicBezTo>
                </a:path>
              </a:pathLst>
            </a:custGeom>
            <a:solidFill>
              <a:srgbClr val="4472C4">
                <a:lumMod val="60000"/>
                <a:lumOff val="40000"/>
              </a:srgbClr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9C8D2AD-A4A1-505C-C84E-31BF3684FFB6}"/>
                </a:ext>
              </a:extLst>
            </p:cNvPr>
            <p:cNvSpPr/>
            <p:nvPr/>
          </p:nvSpPr>
          <p:spPr>
            <a:xfrm rot="20410931">
              <a:off x="3927544" y="1871893"/>
              <a:ext cx="144144" cy="225151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5C630B8-D0CE-78D3-41B9-F03B0858F1DD}"/>
                </a:ext>
              </a:extLst>
            </p:cNvPr>
            <p:cNvGrpSpPr/>
            <p:nvPr/>
          </p:nvGrpSpPr>
          <p:grpSpPr>
            <a:xfrm>
              <a:off x="3147776" y="1926279"/>
              <a:ext cx="1224981" cy="910805"/>
              <a:chOff x="3147776" y="1926279"/>
              <a:chExt cx="1224981" cy="910805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7132E4B2-CCE6-D9AB-BC98-A067365918AA}"/>
                  </a:ext>
                </a:extLst>
              </p:cNvPr>
              <p:cNvSpPr/>
              <p:nvPr/>
            </p:nvSpPr>
            <p:spPr>
              <a:xfrm rot="20410931">
                <a:off x="4000728" y="1934180"/>
                <a:ext cx="45719" cy="120612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F8B40DF8-8AF8-126E-AB09-51E2556D93FB}"/>
                  </a:ext>
                </a:extLst>
              </p:cNvPr>
              <p:cNvGrpSpPr/>
              <p:nvPr/>
            </p:nvGrpSpPr>
            <p:grpSpPr>
              <a:xfrm>
                <a:off x="3188695" y="2313934"/>
                <a:ext cx="1184062" cy="523150"/>
                <a:chOff x="3188695" y="2313934"/>
                <a:chExt cx="1184062" cy="523150"/>
              </a:xfrm>
            </p:grpSpPr>
            <p:sp>
              <p:nvSpPr>
                <p:cNvPr id="48" name="Rectangle 11">
                  <a:extLst>
                    <a:ext uri="{FF2B5EF4-FFF2-40B4-BE49-F238E27FC236}">
                      <a16:creationId xmlns:a16="http://schemas.microsoft.com/office/drawing/2014/main" id="{7DA9C5B4-321E-05DF-4225-B2F2F6BC1C2F}"/>
                    </a:ext>
                  </a:extLst>
                </p:cNvPr>
                <p:cNvSpPr/>
                <p:nvPr/>
              </p:nvSpPr>
              <p:spPr>
                <a:xfrm>
                  <a:off x="3188695" y="2313934"/>
                  <a:ext cx="1184062" cy="523150"/>
                </a:xfrm>
                <a:custGeom>
                  <a:avLst/>
                  <a:gdLst>
                    <a:gd name="connsiteX0" fmla="*/ 0 w 757238"/>
                    <a:gd name="connsiteY0" fmla="*/ 0 h 228834"/>
                    <a:gd name="connsiteX1" fmla="*/ 757238 w 757238"/>
                    <a:gd name="connsiteY1" fmla="*/ 0 h 228834"/>
                    <a:gd name="connsiteX2" fmla="*/ 757238 w 757238"/>
                    <a:gd name="connsiteY2" fmla="*/ 228834 h 228834"/>
                    <a:gd name="connsiteX3" fmla="*/ 0 w 757238"/>
                    <a:gd name="connsiteY3" fmla="*/ 228834 h 228834"/>
                    <a:gd name="connsiteX4" fmla="*/ 0 w 757238"/>
                    <a:gd name="connsiteY4" fmla="*/ 0 h 228834"/>
                    <a:gd name="connsiteX0" fmla="*/ 0 w 1200150"/>
                    <a:gd name="connsiteY0" fmla="*/ 0 h 466959"/>
                    <a:gd name="connsiteX1" fmla="*/ 1200150 w 1200150"/>
                    <a:gd name="connsiteY1" fmla="*/ 238125 h 466959"/>
                    <a:gd name="connsiteX2" fmla="*/ 1200150 w 1200150"/>
                    <a:gd name="connsiteY2" fmla="*/ 466959 h 466959"/>
                    <a:gd name="connsiteX3" fmla="*/ 442912 w 1200150"/>
                    <a:gd name="connsiteY3" fmla="*/ 466959 h 466959"/>
                    <a:gd name="connsiteX4" fmla="*/ 0 w 1200150"/>
                    <a:gd name="connsiteY4" fmla="*/ 0 h 466959"/>
                    <a:gd name="connsiteX0" fmla="*/ 0 w 1200150"/>
                    <a:gd name="connsiteY0" fmla="*/ 0 h 466959"/>
                    <a:gd name="connsiteX1" fmla="*/ 1200150 w 1200150"/>
                    <a:gd name="connsiteY1" fmla="*/ 238125 h 466959"/>
                    <a:gd name="connsiteX2" fmla="*/ 1200150 w 1200150"/>
                    <a:gd name="connsiteY2" fmla="*/ 466959 h 466959"/>
                    <a:gd name="connsiteX3" fmla="*/ 766762 w 1200150"/>
                    <a:gd name="connsiteY3" fmla="*/ 416952 h 466959"/>
                    <a:gd name="connsiteX4" fmla="*/ 0 w 1200150"/>
                    <a:gd name="connsiteY4" fmla="*/ 0 h 466959"/>
                    <a:gd name="connsiteX0" fmla="*/ 0 w 1200150"/>
                    <a:gd name="connsiteY0" fmla="*/ 0 h 466959"/>
                    <a:gd name="connsiteX1" fmla="*/ 1200150 w 1200150"/>
                    <a:gd name="connsiteY1" fmla="*/ 238125 h 466959"/>
                    <a:gd name="connsiteX2" fmla="*/ 1200150 w 1200150"/>
                    <a:gd name="connsiteY2" fmla="*/ 466959 h 466959"/>
                    <a:gd name="connsiteX3" fmla="*/ 0 w 1200150"/>
                    <a:gd name="connsiteY3" fmla="*/ 0 h 466959"/>
                    <a:gd name="connsiteX0" fmla="*/ 0 w 1200150"/>
                    <a:gd name="connsiteY0" fmla="*/ 0 h 390759"/>
                    <a:gd name="connsiteX1" fmla="*/ 1200150 w 1200150"/>
                    <a:gd name="connsiteY1" fmla="*/ 238125 h 390759"/>
                    <a:gd name="connsiteX2" fmla="*/ 1178719 w 1200150"/>
                    <a:gd name="connsiteY2" fmla="*/ 390759 h 390759"/>
                    <a:gd name="connsiteX3" fmla="*/ 0 w 1200150"/>
                    <a:gd name="connsiteY3" fmla="*/ 0 h 390759"/>
                    <a:gd name="connsiteX0" fmla="*/ 5893 w 1206043"/>
                    <a:gd name="connsiteY0" fmla="*/ 0 h 399057"/>
                    <a:gd name="connsiteX1" fmla="*/ 1206043 w 1206043"/>
                    <a:gd name="connsiteY1" fmla="*/ 238125 h 399057"/>
                    <a:gd name="connsiteX2" fmla="*/ 1184612 w 1206043"/>
                    <a:gd name="connsiteY2" fmla="*/ 390759 h 399057"/>
                    <a:gd name="connsiteX3" fmla="*/ 5893 w 1206043"/>
                    <a:gd name="connsiteY3" fmla="*/ 0 h 399057"/>
                    <a:gd name="connsiteX0" fmla="*/ 4842 w 1204992"/>
                    <a:gd name="connsiteY0" fmla="*/ 0 h 446950"/>
                    <a:gd name="connsiteX1" fmla="*/ 1204992 w 1204992"/>
                    <a:gd name="connsiteY1" fmla="*/ 238125 h 446950"/>
                    <a:gd name="connsiteX2" fmla="*/ 1183561 w 1204992"/>
                    <a:gd name="connsiteY2" fmla="*/ 390759 h 446950"/>
                    <a:gd name="connsiteX3" fmla="*/ 4842 w 1204992"/>
                    <a:gd name="connsiteY3" fmla="*/ 0 h 446950"/>
                    <a:gd name="connsiteX0" fmla="*/ 4842 w 1204992"/>
                    <a:gd name="connsiteY0" fmla="*/ 73856 h 520806"/>
                    <a:gd name="connsiteX1" fmla="*/ 1204992 w 1204992"/>
                    <a:gd name="connsiteY1" fmla="*/ 311981 h 520806"/>
                    <a:gd name="connsiteX2" fmla="*/ 1183561 w 1204992"/>
                    <a:gd name="connsiteY2" fmla="*/ 464615 h 520806"/>
                    <a:gd name="connsiteX3" fmla="*/ 4842 w 1204992"/>
                    <a:gd name="connsiteY3" fmla="*/ 73856 h 520806"/>
                    <a:gd name="connsiteX0" fmla="*/ 4842 w 1204992"/>
                    <a:gd name="connsiteY0" fmla="*/ 73856 h 520806"/>
                    <a:gd name="connsiteX1" fmla="*/ 1204992 w 1204992"/>
                    <a:gd name="connsiteY1" fmla="*/ 311981 h 520806"/>
                    <a:gd name="connsiteX2" fmla="*/ 1183561 w 1204992"/>
                    <a:gd name="connsiteY2" fmla="*/ 464615 h 520806"/>
                    <a:gd name="connsiteX3" fmla="*/ 4842 w 1204992"/>
                    <a:gd name="connsiteY3" fmla="*/ 73856 h 520806"/>
                    <a:gd name="connsiteX0" fmla="*/ 4842 w 1185942"/>
                    <a:gd name="connsiteY0" fmla="*/ 59862 h 506812"/>
                    <a:gd name="connsiteX1" fmla="*/ 1185942 w 1185942"/>
                    <a:gd name="connsiteY1" fmla="*/ 431337 h 506812"/>
                    <a:gd name="connsiteX2" fmla="*/ 1183561 w 1185942"/>
                    <a:gd name="connsiteY2" fmla="*/ 450621 h 506812"/>
                    <a:gd name="connsiteX3" fmla="*/ 4842 w 1185942"/>
                    <a:gd name="connsiteY3" fmla="*/ 59862 h 506812"/>
                    <a:gd name="connsiteX0" fmla="*/ 4842 w 1185942"/>
                    <a:gd name="connsiteY0" fmla="*/ 100969 h 547919"/>
                    <a:gd name="connsiteX1" fmla="*/ 1185942 w 1185942"/>
                    <a:gd name="connsiteY1" fmla="*/ 472444 h 547919"/>
                    <a:gd name="connsiteX2" fmla="*/ 1183561 w 1185942"/>
                    <a:gd name="connsiteY2" fmla="*/ 491728 h 547919"/>
                    <a:gd name="connsiteX3" fmla="*/ 4842 w 1185942"/>
                    <a:gd name="connsiteY3" fmla="*/ 100969 h 547919"/>
                    <a:gd name="connsiteX0" fmla="*/ 15636 w 1196736"/>
                    <a:gd name="connsiteY0" fmla="*/ 100969 h 525113"/>
                    <a:gd name="connsiteX1" fmla="*/ 1196736 w 1196736"/>
                    <a:gd name="connsiteY1" fmla="*/ 472444 h 525113"/>
                    <a:gd name="connsiteX2" fmla="*/ 1194355 w 1196736"/>
                    <a:gd name="connsiteY2" fmla="*/ 491728 h 525113"/>
                    <a:gd name="connsiteX3" fmla="*/ 556179 w 1196736"/>
                    <a:gd name="connsiteY3" fmla="*/ 493876 h 525113"/>
                    <a:gd name="connsiteX4" fmla="*/ 15636 w 1196736"/>
                    <a:gd name="connsiteY4" fmla="*/ 100969 h 525113"/>
                    <a:gd name="connsiteX0" fmla="*/ 2962 w 1184062"/>
                    <a:gd name="connsiteY0" fmla="*/ 100969 h 525113"/>
                    <a:gd name="connsiteX1" fmla="*/ 1184062 w 1184062"/>
                    <a:gd name="connsiteY1" fmla="*/ 472444 h 525113"/>
                    <a:gd name="connsiteX2" fmla="*/ 1181681 w 1184062"/>
                    <a:gd name="connsiteY2" fmla="*/ 491728 h 525113"/>
                    <a:gd name="connsiteX3" fmla="*/ 543505 w 1184062"/>
                    <a:gd name="connsiteY3" fmla="*/ 493876 h 525113"/>
                    <a:gd name="connsiteX4" fmla="*/ 2962 w 1184062"/>
                    <a:gd name="connsiteY4" fmla="*/ 100969 h 525113"/>
                    <a:gd name="connsiteX0" fmla="*/ 2962 w 1184062"/>
                    <a:gd name="connsiteY0" fmla="*/ 100969 h 502276"/>
                    <a:gd name="connsiteX1" fmla="*/ 1184062 w 1184062"/>
                    <a:gd name="connsiteY1" fmla="*/ 472444 h 502276"/>
                    <a:gd name="connsiteX2" fmla="*/ 1181681 w 1184062"/>
                    <a:gd name="connsiteY2" fmla="*/ 491728 h 502276"/>
                    <a:gd name="connsiteX3" fmla="*/ 543505 w 1184062"/>
                    <a:gd name="connsiteY3" fmla="*/ 493876 h 502276"/>
                    <a:gd name="connsiteX4" fmla="*/ 2962 w 1184062"/>
                    <a:gd name="connsiteY4" fmla="*/ 100969 h 502276"/>
                    <a:gd name="connsiteX0" fmla="*/ 2962 w 1184062"/>
                    <a:gd name="connsiteY0" fmla="*/ 100969 h 523150"/>
                    <a:gd name="connsiteX1" fmla="*/ 1184062 w 1184062"/>
                    <a:gd name="connsiteY1" fmla="*/ 472444 h 523150"/>
                    <a:gd name="connsiteX2" fmla="*/ 1181681 w 1184062"/>
                    <a:gd name="connsiteY2" fmla="*/ 491728 h 523150"/>
                    <a:gd name="connsiteX3" fmla="*/ 543505 w 1184062"/>
                    <a:gd name="connsiteY3" fmla="*/ 493876 h 523150"/>
                    <a:gd name="connsiteX4" fmla="*/ 2962 w 1184062"/>
                    <a:gd name="connsiteY4" fmla="*/ 100969 h 523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84062" h="523150">
                      <a:moveTo>
                        <a:pt x="2962" y="100969"/>
                      </a:moveTo>
                      <a:cubicBezTo>
                        <a:pt x="207750" y="-133981"/>
                        <a:pt x="1022137" y="62075"/>
                        <a:pt x="1184062" y="472444"/>
                      </a:cubicBezTo>
                      <a:lnTo>
                        <a:pt x="1181681" y="491728"/>
                      </a:lnTo>
                      <a:cubicBezTo>
                        <a:pt x="998325" y="554037"/>
                        <a:pt x="630421" y="506616"/>
                        <a:pt x="543505" y="493876"/>
                      </a:cubicBezTo>
                      <a:cubicBezTo>
                        <a:pt x="347052" y="428749"/>
                        <a:pt x="-37520" y="646672"/>
                        <a:pt x="2962" y="100969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6E34D073-2C34-9D8A-339E-D5BE21BF6F3C}"/>
                    </a:ext>
                  </a:extLst>
                </p:cNvPr>
                <p:cNvSpPr/>
                <p:nvPr/>
              </p:nvSpPr>
              <p:spPr>
                <a:xfrm>
                  <a:off x="3188695" y="2366142"/>
                  <a:ext cx="1184062" cy="453658"/>
                </a:xfrm>
                <a:custGeom>
                  <a:avLst/>
                  <a:gdLst>
                    <a:gd name="connsiteX0" fmla="*/ 490336 w 1184062"/>
                    <a:gd name="connsiteY0" fmla="*/ 61 h 453658"/>
                    <a:gd name="connsiteX1" fmla="*/ 559393 w 1184062"/>
                    <a:gd name="connsiteY1" fmla="*/ 116742 h 453658"/>
                    <a:gd name="connsiteX2" fmla="*/ 592730 w 1184062"/>
                    <a:gd name="connsiteY2" fmla="*/ 28636 h 453658"/>
                    <a:gd name="connsiteX3" fmla="*/ 652261 w 1184062"/>
                    <a:gd name="connsiteY3" fmla="*/ 131029 h 453658"/>
                    <a:gd name="connsiteX4" fmla="*/ 714174 w 1184062"/>
                    <a:gd name="connsiteY4" fmla="*/ 57211 h 453658"/>
                    <a:gd name="connsiteX5" fmla="*/ 749893 w 1184062"/>
                    <a:gd name="connsiteY5" fmla="*/ 190561 h 453658"/>
                    <a:gd name="connsiteX6" fmla="*/ 816568 w 1184062"/>
                    <a:gd name="connsiteY6" fmla="*/ 109598 h 453658"/>
                    <a:gd name="connsiteX7" fmla="*/ 859430 w 1184062"/>
                    <a:gd name="connsiteY7" fmla="*/ 235804 h 453658"/>
                    <a:gd name="connsiteX8" fmla="*/ 918962 w 1184062"/>
                    <a:gd name="connsiteY8" fmla="*/ 161985 h 453658"/>
                    <a:gd name="connsiteX9" fmla="*/ 968968 w 1184062"/>
                    <a:gd name="connsiteY9" fmla="*/ 304861 h 453658"/>
                    <a:gd name="connsiteX10" fmla="*/ 1028499 w 1184062"/>
                    <a:gd name="connsiteY10" fmla="*/ 259617 h 453658"/>
                    <a:gd name="connsiteX11" fmla="*/ 1059766 w 1184062"/>
                    <a:gd name="connsiteY11" fmla="*/ 369155 h 453658"/>
                    <a:gd name="connsiteX12" fmla="*/ 1105447 w 1184062"/>
                    <a:gd name="connsiteY12" fmla="*/ 289861 h 453658"/>
                    <a:gd name="connsiteX13" fmla="*/ 1146363 w 1184062"/>
                    <a:gd name="connsiteY13" fmla="*/ 345096 h 453658"/>
                    <a:gd name="connsiteX14" fmla="*/ 1184062 w 1184062"/>
                    <a:gd name="connsiteY14" fmla="*/ 419476 h 453658"/>
                    <a:gd name="connsiteX15" fmla="*/ 1181681 w 1184062"/>
                    <a:gd name="connsiteY15" fmla="*/ 438760 h 453658"/>
                    <a:gd name="connsiteX16" fmla="*/ 1120089 w 1184062"/>
                    <a:gd name="connsiteY16" fmla="*/ 453658 h 453658"/>
                    <a:gd name="connsiteX17" fmla="*/ 1080886 w 1184062"/>
                    <a:gd name="connsiteY17" fmla="*/ 381061 h 453658"/>
                    <a:gd name="connsiteX18" fmla="*/ 1023736 w 1184062"/>
                    <a:gd name="connsiteY18" fmla="*/ 435829 h 453658"/>
                    <a:gd name="connsiteX19" fmla="*/ 978493 w 1184062"/>
                    <a:gd name="connsiteY19" fmla="*/ 371536 h 453658"/>
                    <a:gd name="connsiteX20" fmla="*/ 928486 w 1184062"/>
                    <a:gd name="connsiteY20" fmla="*/ 428686 h 453658"/>
                    <a:gd name="connsiteX21" fmla="*/ 871336 w 1184062"/>
                    <a:gd name="connsiteY21" fmla="*/ 323911 h 453658"/>
                    <a:gd name="connsiteX22" fmla="*/ 804661 w 1184062"/>
                    <a:gd name="connsiteY22" fmla="*/ 416779 h 453658"/>
                    <a:gd name="connsiteX23" fmla="*/ 726080 w 1184062"/>
                    <a:gd name="connsiteY23" fmla="*/ 288192 h 453658"/>
                    <a:gd name="connsiteX24" fmla="*/ 683218 w 1184062"/>
                    <a:gd name="connsiteY24" fmla="*/ 397729 h 453658"/>
                    <a:gd name="connsiteX25" fmla="*/ 616543 w 1184062"/>
                    <a:gd name="connsiteY25" fmla="*/ 278667 h 453658"/>
                    <a:gd name="connsiteX26" fmla="*/ 564155 w 1184062"/>
                    <a:gd name="connsiteY26" fmla="*/ 397729 h 453658"/>
                    <a:gd name="connsiteX27" fmla="*/ 468905 w 1184062"/>
                    <a:gd name="connsiteY27" fmla="*/ 261998 h 453658"/>
                    <a:gd name="connsiteX28" fmla="*/ 418899 w 1184062"/>
                    <a:gd name="connsiteY28" fmla="*/ 388204 h 453658"/>
                    <a:gd name="connsiteX29" fmla="*/ 356986 w 1184062"/>
                    <a:gd name="connsiteY29" fmla="*/ 257236 h 453658"/>
                    <a:gd name="connsiteX30" fmla="*/ 276024 w 1184062"/>
                    <a:gd name="connsiteY30" fmla="*/ 392967 h 453658"/>
                    <a:gd name="connsiteX31" fmla="*/ 204586 w 1184062"/>
                    <a:gd name="connsiteY31" fmla="*/ 242948 h 453658"/>
                    <a:gd name="connsiteX32" fmla="*/ 156961 w 1184062"/>
                    <a:gd name="connsiteY32" fmla="*/ 369154 h 453658"/>
                    <a:gd name="connsiteX33" fmla="*/ 95049 w 1184062"/>
                    <a:gd name="connsiteY33" fmla="*/ 240567 h 453658"/>
                    <a:gd name="connsiteX34" fmla="*/ 48790 w 1184062"/>
                    <a:gd name="connsiteY34" fmla="*/ 338527 h 453658"/>
                    <a:gd name="connsiteX35" fmla="*/ 42717 w 1184062"/>
                    <a:gd name="connsiteY35" fmla="*/ 330453 h 453658"/>
                    <a:gd name="connsiteX36" fmla="*/ 2962 w 1184062"/>
                    <a:gd name="connsiteY36" fmla="*/ 48001 h 453658"/>
                    <a:gd name="connsiteX37" fmla="*/ 5375 w 1184062"/>
                    <a:gd name="connsiteY37" fmla="*/ 45918 h 453658"/>
                    <a:gd name="connsiteX38" fmla="*/ 104574 w 1184062"/>
                    <a:gd name="connsiteY38" fmla="*/ 154843 h 453658"/>
                    <a:gd name="connsiteX39" fmla="*/ 128386 w 1184062"/>
                    <a:gd name="connsiteY39" fmla="*/ 38161 h 453658"/>
                    <a:gd name="connsiteX40" fmla="*/ 192680 w 1184062"/>
                    <a:gd name="connsiteY40" fmla="*/ 121504 h 453658"/>
                    <a:gd name="connsiteX41" fmla="*/ 228399 w 1184062"/>
                    <a:gd name="connsiteY41" fmla="*/ 7204 h 453658"/>
                    <a:gd name="connsiteX42" fmla="*/ 295074 w 1184062"/>
                    <a:gd name="connsiteY42" fmla="*/ 114361 h 453658"/>
                    <a:gd name="connsiteX43" fmla="*/ 342699 w 1184062"/>
                    <a:gd name="connsiteY43" fmla="*/ 2442 h 453658"/>
                    <a:gd name="connsiteX44" fmla="*/ 421280 w 1184062"/>
                    <a:gd name="connsiteY44" fmla="*/ 114361 h 453658"/>
                    <a:gd name="connsiteX45" fmla="*/ 490336 w 1184062"/>
                    <a:gd name="connsiteY45" fmla="*/ 61 h 4536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</a:cxnLst>
                  <a:rect l="l" t="t" r="r" b="b"/>
                  <a:pathLst>
                    <a:path w="1184062" h="453658">
                      <a:moveTo>
                        <a:pt x="490336" y="61"/>
                      </a:moveTo>
                      <a:cubicBezTo>
                        <a:pt x="507799" y="-3114"/>
                        <a:pt x="541930" y="119917"/>
                        <a:pt x="559393" y="116742"/>
                      </a:cubicBezTo>
                      <a:cubicBezTo>
                        <a:pt x="575268" y="113567"/>
                        <a:pt x="576855" y="31811"/>
                        <a:pt x="592730" y="28636"/>
                      </a:cubicBezTo>
                      <a:cubicBezTo>
                        <a:pt x="607017" y="27048"/>
                        <a:pt x="637974" y="132617"/>
                        <a:pt x="652261" y="131029"/>
                      </a:cubicBezTo>
                      <a:cubicBezTo>
                        <a:pt x="670517" y="127854"/>
                        <a:pt x="695918" y="60386"/>
                        <a:pt x="714174" y="57211"/>
                      </a:cubicBezTo>
                      <a:cubicBezTo>
                        <a:pt x="733224" y="58799"/>
                        <a:pt x="730843" y="188973"/>
                        <a:pt x="749893" y="190561"/>
                      </a:cubicBezTo>
                      <a:cubicBezTo>
                        <a:pt x="776087" y="188180"/>
                        <a:pt x="790374" y="111979"/>
                        <a:pt x="816568" y="109598"/>
                      </a:cubicBezTo>
                      <a:cubicBezTo>
                        <a:pt x="834030" y="111185"/>
                        <a:pt x="841968" y="234217"/>
                        <a:pt x="859430" y="235804"/>
                      </a:cubicBezTo>
                      <a:cubicBezTo>
                        <a:pt x="884036" y="235804"/>
                        <a:pt x="894356" y="161985"/>
                        <a:pt x="918962" y="161985"/>
                      </a:cubicBezTo>
                      <a:cubicBezTo>
                        <a:pt x="938806" y="164366"/>
                        <a:pt x="949124" y="302480"/>
                        <a:pt x="968968" y="304861"/>
                      </a:cubicBezTo>
                      <a:cubicBezTo>
                        <a:pt x="991193" y="308830"/>
                        <a:pt x="1006274" y="255648"/>
                        <a:pt x="1028499" y="259617"/>
                      </a:cubicBezTo>
                      <a:cubicBezTo>
                        <a:pt x="1038921" y="263586"/>
                        <a:pt x="1049344" y="365186"/>
                        <a:pt x="1059766" y="369155"/>
                      </a:cubicBezTo>
                      <a:lnTo>
                        <a:pt x="1105447" y="289861"/>
                      </a:lnTo>
                      <a:lnTo>
                        <a:pt x="1146363" y="345096"/>
                      </a:lnTo>
                      <a:cubicBezTo>
                        <a:pt x="1161273" y="369017"/>
                        <a:pt x="1173942" y="393828"/>
                        <a:pt x="1184062" y="419476"/>
                      </a:cubicBezTo>
                      <a:lnTo>
                        <a:pt x="1181681" y="438760"/>
                      </a:lnTo>
                      <a:lnTo>
                        <a:pt x="1120089" y="453658"/>
                      </a:lnTo>
                      <a:lnTo>
                        <a:pt x="1080886" y="381061"/>
                      </a:lnTo>
                      <a:cubicBezTo>
                        <a:pt x="1063423" y="411223"/>
                        <a:pt x="1041199" y="405667"/>
                        <a:pt x="1023736" y="435829"/>
                      </a:cubicBezTo>
                      <a:cubicBezTo>
                        <a:pt x="1013417" y="444560"/>
                        <a:pt x="988812" y="362805"/>
                        <a:pt x="978493" y="371536"/>
                      </a:cubicBezTo>
                      <a:cubicBezTo>
                        <a:pt x="962618" y="385030"/>
                        <a:pt x="944361" y="415192"/>
                        <a:pt x="928486" y="428686"/>
                      </a:cubicBezTo>
                      <a:cubicBezTo>
                        <a:pt x="912611" y="434242"/>
                        <a:pt x="887211" y="318355"/>
                        <a:pt x="871336" y="323911"/>
                      </a:cubicBezTo>
                      <a:cubicBezTo>
                        <a:pt x="849111" y="335023"/>
                        <a:pt x="826886" y="405667"/>
                        <a:pt x="804661" y="416779"/>
                      </a:cubicBezTo>
                      <a:cubicBezTo>
                        <a:pt x="779261" y="419954"/>
                        <a:pt x="751480" y="285017"/>
                        <a:pt x="726080" y="288192"/>
                      </a:cubicBezTo>
                      <a:cubicBezTo>
                        <a:pt x="707824" y="294542"/>
                        <a:pt x="701474" y="391379"/>
                        <a:pt x="683218" y="397729"/>
                      </a:cubicBezTo>
                      <a:cubicBezTo>
                        <a:pt x="663374" y="400110"/>
                        <a:pt x="636387" y="276286"/>
                        <a:pt x="616543" y="278667"/>
                      </a:cubicBezTo>
                      <a:cubicBezTo>
                        <a:pt x="598287" y="284223"/>
                        <a:pt x="582411" y="392173"/>
                        <a:pt x="564155" y="397729"/>
                      </a:cubicBezTo>
                      <a:cubicBezTo>
                        <a:pt x="540342" y="398523"/>
                        <a:pt x="492718" y="261204"/>
                        <a:pt x="468905" y="261998"/>
                      </a:cubicBezTo>
                      <a:cubicBezTo>
                        <a:pt x="445886" y="267554"/>
                        <a:pt x="441918" y="382648"/>
                        <a:pt x="418899" y="388204"/>
                      </a:cubicBezTo>
                      <a:cubicBezTo>
                        <a:pt x="394293" y="388998"/>
                        <a:pt x="381592" y="256442"/>
                        <a:pt x="356986" y="257236"/>
                      </a:cubicBezTo>
                      <a:cubicBezTo>
                        <a:pt x="328411" y="261999"/>
                        <a:pt x="304599" y="388204"/>
                        <a:pt x="276024" y="392967"/>
                      </a:cubicBezTo>
                      <a:cubicBezTo>
                        <a:pt x="256180" y="392967"/>
                        <a:pt x="224430" y="242948"/>
                        <a:pt x="204586" y="242948"/>
                      </a:cubicBezTo>
                      <a:cubicBezTo>
                        <a:pt x="182361" y="246123"/>
                        <a:pt x="179186" y="365979"/>
                        <a:pt x="156961" y="369154"/>
                      </a:cubicBezTo>
                      <a:cubicBezTo>
                        <a:pt x="133149" y="369154"/>
                        <a:pt x="118861" y="240567"/>
                        <a:pt x="95049" y="240567"/>
                      </a:cubicBezTo>
                      <a:lnTo>
                        <a:pt x="48790" y="338527"/>
                      </a:lnTo>
                      <a:lnTo>
                        <a:pt x="42717" y="330453"/>
                      </a:lnTo>
                      <a:cubicBezTo>
                        <a:pt x="9287" y="273126"/>
                        <a:pt x="-7159" y="184427"/>
                        <a:pt x="2962" y="48001"/>
                      </a:cubicBezTo>
                      <a:lnTo>
                        <a:pt x="5375" y="45918"/>
                      </a:lnTo>
                      <a:lnTo>
                        <a:pt x="104574" y="154843"/>
                      </a:lnTo>
                      <a:lnTo>
                        <a:pt x="128386" y="38161"/>
                      </a:lnTo>
                      <a:cubicBezTo>
                        <a:pt x="145848" y="31811"/>
                        <a:pt x="175218" y="127854"/>
                        <a:pt x="192680" y="121504"/>
                      </a:cubicBezTo>
                      <a:cubicBezTo>
                        <a:pt x="213318" y="96104"/>
                        <a:pt x="207761" y="32604"/>
                        <a:pt x="228399" y="7204"/>
                      </a:cubicBezTo>
                      <a:cubicBezTo>
                        <a:pt x="237130" y="4823"/>
                        <a:pt x="286343" y="116742"/>
                        <a:pt x="295074" y="114361"/>
                      </a:cubicBezTo>
                      <a:cubicBezTo>
                        <a:pt x="308568" y="104836"/>
                        <a:pt x="329205" y="11967"/>
                        <a:pt x="342699" y="2442"/>
                      </a:cubicBezTo>
                      <a:cubicBezTo>
                        <a:pt x="361749" y="61"/>
                        <a:pt x="402230" y="116742"/>
                        <a:pt x="421280" y="114361"/>
                      </a:cubicBezTo>
                      <a:cubicBezTo>
                        <a:pt x="441124" y="107217"/>
                        <a:pt x="470492" y="7205"/>
                        <a:pt x="490336" y="61"/>
                      </a:cubicBezTo>
                      <a:close/>
                    </a:path>
                  </a:pathLst>
                </a:custGeom>
                <a:solidFill>
                  <a:srgbClr val="C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6" name="Teardrop 45">
                <a:extLst>
                  <a:ext uri="{FF2B5EF4-FFF2-40B4-BE49-F238E27FC236}">
                    <a16:creationId xmlns:a16="http://schemas.microsoft.com/office/drawing/2014/main" id="{42E663D5-1325-9D04-5038-40C8626539F1}"/>
                  </a:ext>
                </a:extLst>
              </p:cNvPr>
              <p:cNvSpPr/>
              <p:nvPr/>
            </p:nvSpPr>
            <p:spPr>
              <a:xfrm rot="16373873">
                <a:off x="3645155" y="1909044"/>
                <a:ext cx="98646" cy="133115"/>
              </a:xfrm>
              <a:prstGeom prst="teardrop">
                <a:avLst>
                  <a:gd name="adj" fmla="val 122956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Teardrop 46">
                <a:extLst>
                  <a:ext uri="{FF2B5EF4-FFF2-40B4-BE49-F238E27FC236}">
                    <a16:creationId xmlns:a16="http://schemas.microsoft.com/office/drawing/2014/main" id="{06C567A3-C1EC-87FC-027D-C5AD7FDB691E}"/>
                  </a:ext>
                </a:extLst>
              </p:cNvPr>
              <p:cNvSpPr/>
              <p:nvPr/>
            </p:nvSpPr>
            <p:spPr>
              <a:xfrm rot="1635643" flipH="1">
                <a:off x="3147776" y="2024171"/>
                <a:ext cx="74767" cy="100892"/>
              </a:xfrm>
              <a:prstGeom prst="teardrop">
                <a:avLst>
                  <a:gd name="adj" fmla="val 122956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9227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FC393D0-6BD0-C0DD-8322-919BBB257833}"/>
              </a:ext>
            </a:extLst>
          </p:cNvPr>
          <p:cNvGrpSpPr/>
          <p:nvPr/>
        </p:nvGrpSpPr>
        <p:grpSpPr>
          <a:xfrm>
            <a:off x="-346050" y="2379847"/>
            <a:ext cx="7292948" cy="5184542"/>
            <a:chOff x="1368450" y="1300347"/>
            <a:chExt cx="7292948" cy="5184542"/>
          </a:xfrm>
          <a:solidFill>
            <a:schemeClr val="bg1"/>
          </a:solidFill>
        </p:grpSpPr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768E2BE8-B8E0-A282-E613-F71790689620}"/>
                </a:ext>
              </a:extLst>
            </p:cNvPr>
            <p:cNvSpPr/>
            <p:nvPr/>
          </p:nvSpPr>
          <p:spPr>
            <a:xfrm>
              <a:off x="1368450" y="1917361"/>
              <a:ext cx="7292948" cy="4567528"/>
            </a:xfrm>
            <a:custGeom>
              <a:avLst/>
              <a:gdLst>
                <a:gd name="connsiteX0" fmla="*/ 0 w 1803400"/>
                <a:gd name="connsiteY0" fmla="*/ 0 h 520700"/>
                <a:gd name="connsiteX1" fmla="*/ 1803400 w 1803400"/>
                <a:gd name="connsiteY1" fmla="*/ 0 h 520700"/>
                <a:gd name="connsiteX2" fmla="*/ 1803400 w 1803400"/>
                <a:gd name="connsiteY2" fmla="*/ 520700 h 520700"/>
                <a:gd name="connsiteX3" fmla="*/ 0 w 1803400"/>
                <a:gd name="connsiteY3" fmla="*/ 520700 h 520700"/>
                <a:gd name="connsiteX4" fmla="*/ 0 w 1803400"/>
                <a:gd name="connsiteY4" fmla="*/ 0 h 520700"/>
                <a:gd name="connsiteX0" fmla="*/ 88900 w 1892300"/>
                <a:gd name="connsiteY0" fmla="*/ 0 h 520700"/>
                <a:gd name="connsiteX1" fmla="*/ 1892300 w 1892300"/>
                <a:gd name="connsiteY1" fmla="*/ 0 h 520700"/>
                <a:gd name="connsiteX2" fmla="*/ 1892300 w 1892300"/>
                <a:gd name="connsiteY2" fmla="*/ 520700 h 520700"/>
                <a:gd name="connsiteX3" fmla="*/ 0 w 1892300"/>
                <a:gd name="connsiteY3" fmla="*/ 444500 h 520700"/>
                <a:gd name="connsiteX4" fmla="*/ 88900 w 1892300"/>
                <a:gd name="connsiteY4" fmla="*/ 0 h 520700"/>
                <a:gd name="connsiteX0" fmla="*/ 520700 w 2324100"/>
                <a:gd name="connsiteY0" fmla="*/ 0 h 825857"/>
                <a:gd name="connsiteX1" fmla="*/ 2324100 w 2324100"/>
                <a:gd name="connsiteY1" fmla="*/ 0 h 825857"/>
                <a:gd name="connsiteX2" fmla="*/ 2324100 w 2324100"/>
                <a:gd name="connsiteY2" fmla="*/ 520700 h 825857"/>
                <a:gd name="connsiteX3" fmla="*/ 0 w 2324100"/>
                <a:gd name="connsiteY3" fmla="*/ 825500 h 825857"/>
                <a:gd name="connsiteX4" fmla="*/ 431800 w 2324100"/>
                <a:gd name="connsiteY4" fmla="*/ 444500 h 825857"/>
                <a:gd name="connsiteX5" fmla="*/ 520700 w 2324100"/>
                <a:gd name="connsiteY5" fmla="*/ 0 h 825857"/>
                <a:gd name="connsiteX0" fmla="*/ 520700 w 2324100"/>
                <a:gd name="connsiteY0" fmla="*/ 0 h 987714"/>
                <a:gd name="connsiteX1" fmla="*/ 2324100 w 2324100"/>
                <a:gd name="connsiteY1" fmla="*/ 0 h 987714"/>
                <a:gd name="connsiteX2" fmla="*/ 2324100 w 2324100"/>
                <a:gd name="connsiteY2" fmla="*/ 520700 h 987714"/>
                <a:gd name="connsiteX3" fmla="*/ 1066800 w 2324100"/>
                <a:gd name="connsiteY3" fmla="*/ 977900 h 987714"/>
                <a:gd name="connsiteX4" fmla="*/ 0 w 2324100"/>
                <a:gd name="connsiteY4" fmla="*/ 825500 h 987714"/>
                <a:gd name="connsiteX5" fmla="*/ 431800 w 2324100"/>
                <a:gd name="connsiteY5" fmla="*/ 444500 h 987714"/>
                <a:gd name="connsiteX6" fmla="*/ 520700 w 2324100"/>
                <a:gd name="connsiteY6" fmla="*/ 0 h 987714"/>
                <a:gd name="connsiteX0" fmla="*/ 520700 w 5626100"/>
                <a:gd name="connsiteY0" fmla="*/ 0 h 2520306"/>
                <a:gd name="connsiteX1" fmla="*/ 2324100 w 5626100"/>
                <a:gd name="connsiteY1" fmla="*/ 0 h 2520306"/>
                <a:gd name="connsiteX2" fmla="*/ 5626100 w 5626100"/>
                <a:gd name="connsiteY2" fmla="*/ 2514600 h 2520306"/>
                <a:gd name="connsiteX3" fmla="*/ 1066800 w 5626100"/>
                <a:gd name="connsiteY3" fmla="*/ 977900 h 2520306"/>
                <a:gd name="connsiteX4" fmla="*/ 0 w 5626100"/>
                <a:gd name="connsiteY4" fmla="*/ 825500 h 2520306"/>
                <a:gd name="connsiteX5" fmla="*/ 431800 w 5626100"/>
                <a:gd name="connsiteY5" fmla="*/ 444500 h 2520306"/>
                <a:gd name="connsiteX6" fmla="*/ 520700 w 5626100"/>
                <a:gd name="connsiteY6" fmla="*/ 0 h 2520306"/>
                <a:gd name="connsiteX0" fmla="*/ 520700 w 5626100"/>
                <a:gd name="connsiteY0" fmla="*/ 0 h 3898899"/>
                <a:gd name="connsiteX1" fmla="*/ 2324100 w 5626100"/>
                <a:gd name="connsiteY1" fmla="*/ 0 h 3898899"/>
                <a:gd name="connsiteX2" fmla="*/ 5486400 w 5626100"/>
                <a:gd name="connsiteY2" fmla="*/ 3898899 h 3898899"/>
                <a:gd name="connsiteX3" fmla="*/ 5626100 w 5626100"/>
                <a:gd name="connsiteY3" fmla="*/ 2514600 h 3898899"/>
                <a:gd name="connsiteX4" fmla="*/ 1066800 w 5626100"/>
                <a:gd name="connsiteY4" fmla="*/ 977900 h 3898899"/>
                <a:gd name="connsiteX5" fmla="*/ 0 w 5626100"/>
                <a:gd name="connsiteY5" fmla="*/ 825500 h 3898899"/>
                <a:gd name="connsiteX6" fmla="*/ 431800 w 5626100"/>
                <a:gd name="connsiteY6" fmla="*/ 444500 h 3898899"/>
                <a:gd name="connsiteX7" fmla="*/ 520700 w 5626100"/>
                <a:gd name="connsiteY7" fmla="*/ 0 h 3898899"/>
                <a:gd name="connsiteX0" fmla="*/ 520700 w 6152891"/>
                <a:gd name="connsiteY0" fmla="*/ 0 h 3909312"/>
                <a:gd name="connsiteX1" fmla="*/ 2324100 w 6152891"/>
                <a:gd name="connsiteY1" fmla="*/ 0 h 3909312"/>
                <a:gd name="connsiteX2" fmla="*/ 6019800 w 6152891"/>
                <a:gd name="connsiteY2" fmla="*/ 2959099 h 3909312"/>
                <a:gd name="connsiteX3" fmla="*/ 5486400 w 6152891"/>
                <a:gd name="connsiteY3" fmla="*/ 3898899 h 3909312"/>
                <a:gd name="connsiteX4" fmla="*/ 5626100 w 6152891"/>
                <a:gd name="connsiteY4" fmla="*/ 2514600 h 3909312"/>
                <a:gd name="connsiteX5" fmla="*/ 1066800 w 6152891"/>
                <a:gd name="connsiteY5" fmla="*/ 977900 h 3909312"/>
                <a:gd name="connsiteX6" fmla="*/ 0 w 6152891"/>
                <a:gd name="connsiteY6" fmla="*/ 825500 h 3909312"/>
                <a:gd name="connsiteX7" fmla="*/ 431800 w 6152891"/>
                <a:gd name="connsiteY7" fmla="*/ 444500 h 3909312"/>
                <a:gd name="connsiteX8" fmla="*/ 520700 w 6152891"/>
                <a:gd name="connsiteY8" fmla="*/ 0 h 3909312"/>
                <a:gd name="connsiteX0" fmla="*/ 520700 w 7267027"/>
                <a:gd name="connsiteY0" fmla="*/ 0 h 3906473"/>
                <a:gd name="connsiteX1" fmla="*/ 2324100 w 7267027"/>
                <a:gd name="connsiteY1" fmla="*/ 0 h 3906473"/>
                <a:gd name="connsiteX2" fmla="*/ 7150100 w 7267027"/>
                <a:gd name="connsiteY2" fmla="*/ 2819398 h 3906473"/>
                <a:gd name="connsiteX3" fmla="*/ 6019800 w 7267027"/>
                <a:gd name="connsiteY3" fmla="*/ 2959099 h 3906473"/>
                <a:gd name="connsiteX4" fmla="*/ 5486400 w 7267027"/>
                <a:gd name="connsiteY4" fmla="*/ 3898899 h 3906473"/>
                <a:gd name="connsiteX5" fmla="*/ 5626100 w 7267027"/>
                <a:gd name="connsiteY5" fmla="*/ 2514600 h 3906473"/>
                <a:gd name="connsiteX6" fmla="*/ 1066800 w 7267027"/>
                <a:gd name="connsiteY6" fmla="*/ 977900 h 3906473"/>
                <a:gd name="connsiteX7" fmla="*/ 0 w 7267027"/>
                <a:gd name="connsiteY7" fmla="*/ 825500 h 3906473"/>
                <a:gd name="connsiteX8" fmla="*/ 431800 w 7267027"/>
                <a:gd name="connsiteY8" fmla="*/ 444500 h 3906473"/>
                <a:gd name="connsiteX9" fmla="*/ 520700 w 7267027"/>
                <a:gd name="connsiteY9" fmla="*/ 0 h 3906473"/>
                <a:gd name="connsiteX0" fmla="*/ 520700 w 7150460"/>
                <a:gd name="connsiteY0" fmla="*/ 0 h 3906473"/>
                <a:gd name="connsiteX1" fmla="*/ 2324100 w 7150460"/>
                <a:gd name="connsiteY1" fmla="*/ 0 h 3906473"/>
                <a:gd name="connsiteX2" fmla="*/ 5918200 w 7150460"/>
                <a:gd name="connsiteY2" fmla="*/ 2336799 h 3906473"/>
                <a:gd name="connsiteX3" fmla="*/ 7150100 w 7150460"/>
                <a:gd name="connsiteY3" fmla="*/ 2819398 h 3906473"/>
                <a:gd name="connsiteX4" fmla="*/ 6019800 w 7150460"/>
                <a:gd name="connsiteY4" fmla="*/ 2959099 h 3906473"/>
                <a:gd name="connsiteX5" fmla="*/ 5486400 w 7150460"/>
                <a:gd name="connsiteY5" fmla="*/ 3898899 h 3906473"/>
                <a:gd name="connsiteX6" fmla="*/ 5626100 w 7150460"/>
                <a:gd name="connsiteY6" fmla="*/ 2514600 h 3906473"/>
                <a:gd name="connsiteX7" fmla="*/ 1066800 w 7150460"/>
                <a:gd name="connsiteY7" fmla="*/ 977900 h 3906473"/>
                <a:gd name="connsiteX8" fmla="*/ 0 w 7150460"/>
                <a:gd name="connsiteY8" fmla="*/ 825500 h 3906473"/>
                <a:gd name="connsiteX9" fmla="*/ 431800 w 7150460"/>
                <a:gd name="connsiteY9" fmla="*/ 444500 h 3906473"/>
                <a:gd name="connsiteX10" fmla="*/ 520700 w 7150460"/>
                <a:gd name="connsiteY10" fmla="*/ 0 h 3906473"/>
                <a:gd name="connsiteX0" fmla="*/ 520700 w 7150460"/>
                <a:gd name="connsiteY0" fmla="*/ 444500 h 4350973"/>
                <a:gd name="connsiteX1" fmla="*/ 3594100 w 7150460"/>
                <a:gd name="connsiteY1" fmla="*/ 0 h 4350973"/>
                <a:gd name="connsiteX2" fmla="*/ 5918200 w 7150460"/>
                <a:gd name="connsiteY2" fmla="*/ 2781299 h 4350973"/>
                <a:gd name="connsiteX3" fmla="*/ 7150100 w 7150460"/>
                <a:gd name="connsiteY3" fmla="*/ 3263898 h 4350973"/>
                <a:gd name="connsiteX4" fmla="*/ 6019800 w 7150460"/>
                <a:gd name="connsiteY4" fmla="*/ 3403599 h 4350973"/>
                <a:gd name="connsiteX5" fmla="*/ 5486400 w 7150460"/>
                <a:gd name="connsiteY5" fmla="*/ 4343399 h 4350973"/>
                <a:gd name="connsiteX6" fmla="*/ 5626100 w 7150460"/>
                <a:gd name="connsiteY6" fmla="*/ 2959100 h 4350973"/>
                <a:gd name="connsiteX7" fmla="*/ 1066800 w 7150460"/>
                <a:gd name="connsiteY7" fmla="*/ 1422400 h 4350973"/>
                <a:gd name="connsiteX8" fmla="*/ 0 w 7150460"/>
                <a:gd name="connsiteY8" fmla="*/ 1270000 h 4350973"/>
                <a:gd name="connsiteX9" fmla="*/ 431800 w 7150460"/>
                <a:gd name="connsiteY9" fmla="*/ 889000 h 4350973"/>
                <a:gd name="connsiteX10" fmla="*/ 520700 w 7150460"/>
                <a:gd name="connsiteY10" fmla="*/ 444500 h 4350973"/>
                <a:gd name="connsiteX0" fmla="*/ 520700 w 7150460"/>
                <a:gd name="connsiteY0" fmla="*/ 660401 h 4566874"/>
                <a:gd name="connsiteX1" fmla="*/ 2374900 w 7150460"/>
                <a:gd name="connsiteY1" fmla="*/ 0 h 4566874"/>
                <a:gd name="connsiteX2" fmla="*/ 3594100 w 7150460"/>
                <a:gd name="connsiteY2" fmla="*/ 215901 h 4566874"/>
                <a:gd name="connsiteX3" fmla="*/ 5918200 w 7150460"/>
                <a:gd name="connsiteY3" fmla="*/ 2997200 h 4566874"/>
                <a:gd name="connsiteX4" fmla="*/ 7150100 w 7150460"/>
                <a:gd name="connsiteY4" fmla="*/ 3479799 h 4566874"/>
                <a:gd name="connsiteX5" fmla="*/ 6019800 w 7150460"/>
                <a:gd name="connsiteY5" fmla="*/ 3619500 h 4566874"/>
                <a:gd name="connsiteX6" fmla="*/ 5486400 w 7150460"/>
                <a:gd name="connsiteY6" fmla="*/ 4559300 h 4566874"/>
                <a:gd name="connsiteX7" fmla="*/ 5626100 w 7150460"/>
                <a:gd name="connsiteY7" fmla="*/ 3175001 h 4566874"/>
                <a:gd name="connsiteX8" fmla="*/ 1066800 w 7150460"/>
                <a:gd name="connsiteY8" fmla="*/ 1638301 h 4566874"/>
                <a:gd name="connsiteX9" fmla="*/ 0 w 7150460"/>
                <a:gd name="connsiteY9" fmla="*/ 1485901 h 4566874"/>
                <a:gd name="connsiteX10" fmla="*/ 431800 w 7150460"/>
                <a:gd name="connsiteY10" fmla="*/ 1104901 h 4566874"/>
                <a:gd name="connsiteX11" fmla="*/ 520700 w 7150460"/>
                <a:gd name="connsiteY11" fmla="*/ 660401 h 4566874"/>
                <a:gd name="connsiteX0" fmla="*/ 431800 w 7150460"/>
                <a:gd name="connsiteY0" fmla="*/ 1104901 h 4566874"/>
                <a:gd name="connsiteX1" fmla="*/ 2374900 w 7150460"/>
                <a:gd name="connsiteY1" fmla="*/ 0 h 4566874"/>
                <a:gd name="connsiteX2" fmla="*/ 3594100 w 7150460"/>
                <a:gd name="connsiteY2" fmla="*/ 215901 h 4566874"/>
                <a:gd name="connsiteX3" fmla="*/ 5918200 w 7150460"/>
                <a:gd name="connsiteY3" fmla="*/ 2997200 h 4566874"/>
                <a:gd name="connsiteX4" fmla="*/ 7150100 w 7150460"/>
                <a:gd name="connsiteY4" fmla="*/ 3479799 h 4566874"/>
                <a:gd name="connsiteX5" fmla="*/ 6019800 w 7150460"/>
                <a:gd name="connsiteY5" fmla="*/ 3619500 h 4566874"/>
                <a:gd name="connsiteX6" fmla="*/ 5486400 w 7150460"/>
                <a:gd name="connsiteY6" fmla="*/ 4559300 h 4566874"/>
                <a:gd name="connsiteX7" fmla="*/ 5626100 w 7150460"/>
                <a:gd name="connsiteY7" fmla="*/ 3175001 h 4566874"/>
                <a:gd name="connsiteX8" fmla="*/ 1066800 w 7150460"/>
                <a:gd name="connsiteY8" fmla="*/ 1638301 h 4566874"/>
                <a:gd name="connsiteX9" fmla="*/ 0 w 7150460"/>
                <a:gd name="connsiteY9" fmla="*/ 1485901 h 4566874"/>
                <a:gd name="connsiteX10" fmla="*/ 431800 w 7150460"/>
                <a:gd name="connsiteY10" fmla="*/ 1104901 h 4566874"/>
                <a:gd name="connsiteX0" fmla="*/ 454521 w 7173181"/>
                <a:gd name="connsiteY0" fmla="*/ 1104901 h 4566874"/>
                <a:gd name="connsiteX1" fmla="*/ 2397621 w 7173181"/>
                <a:gd name="connsiteY1" fmla="*/ 0 h 4566874"/>
                <a:gd name="connsiteX2" fmla="*/ 3616821 w 7173181"/>
                <a:gd name="connsiteY2" fmla="*/ 215901 h 4566874"/>
                <a:gd name="connsiteX3" fmla="*/ 5940921 w 7173181"/>
                <a:gd name="connsiteY3" fmla="*/ 2997200 h 4566874"/>
                <a:gd name="connsiteX4" fmla="*/ 7172821 w 7173181"/>
                <a:gd name="connsiteY4" fmla="*/ 3479799 h 4566874"/>
                <a:gd name="connsiteX5" fmla="*/ 6042521 w 7173181"/>
                <a:gd name="connsiteY5" fmla="*/ 3619500 h 4566874"/>
                <a:gd name="connsiteX6" fmla="*/ 5509121 w 7173181"/>
                <a:gd name="connsiteY6" fmla="*/ 4559300 h 4566874"/>
                <a:gd name="connsiteX7" fmla="*/ 5648821 w 7173181"/>
                <a:gd name="connsiteY7" fmla="*/ 3175001 h 4566874"/>
                <a:gd name="connsiteX8" fmla="*/ 1089521 w 7173181"/>
                <a:gd name="connsiteY8" fmla="*/ 1638301 h 4566874"/>
                <a:gd name="connsiteX9" fmla="*/ 22721 w 7173181"/>
                <a:gd name="connsiteY9" fmla="*/ 1485901 h 4566874"/>
                <a:gd name="connsiteX10" fmla="*/ 454521 w 7173181"/>
                <a:gd name="connsiteY10" fmla="*/ 1104901 h 4566874"/>
                <a:gd name="connsiteX0" fmla="*/ 574648 w 7293308"/>
                <a:gd name="connsiteY0" fmla="*/ 1104901 h 4566874"/>
                <a:gd name="connsiteX1" fmla="*/ 2517748 w 7293308"/>
                <a:gd name="connsiteY1" fmla="*/ 0 h 4566874"/>
                <a:gd name="connsiteX2" fmla="*/ 3736948 w 7293308"/>
                <a:gd name="connsiteY2" fmla="*/ 215901 h 4566874"/>
                <a:gd name="connsiteX3" fmla="*/ 6061048 w 7293308"/>
                <a:gd name="connsiteY3" fmla="*/ 2997200 h 4566874"/>
                <a:gd name="connsiteX4" fmla="*/ 7292948 w 7293308"/>
                <a:gd name="connsiteY4" fmla="*/ 3479799 h 4566874"/>
                <a:gd name="connsiteX5" fmla="*/ 6162648 w 7293308"/>
                <a:gd name="connsiteY5" fmla="*/ 3619500 h 4566874"/>
                <a:gd name="connsiteX6" fmla="*/ 5629248 w 7293308"/>
                <a:gd name="connsiteY6" fmla="*/ 4559300 h 4566874"/>
                <a:gd name="connsiteX7" fmla="*/ 5768948 w 7293308"/>
                <a:gd name="connsiteY7" fmla="*/ 3175001 h 4566874"/>
                <a:gd name="connsiteX8" fmla="*/ 1209648 w 7293308"/>
                <a:gd name="connsiteY8" fmla="*/ 1638301 h 4566874"/>
                <a:gd name="connsiteX9" fmla="*/ 142848 w 7293308"/>
                <a:gd name="connsiteY9" fmla="*/ 1485901 h 4566874"/>
                <a:gd name="connsiteX10" fmla="*/ 574648 w 7293308"/>
                <a:gd name="connsiteY10" fmla="*/ 1104901 h 4566874"/>
                <a:gd name="connsiteX0" fmla="*/ 574648 w 7293308"/>
                <a:gd name="connsiteY0" fmla="*/ 1104901 h 4566874"/>
                <a:gd name="connsiteX1" fmla="*/ 2517748 w 7293308"/>
                <a:gd name="connsiteY1" fmla="*/ 0 h 4566874"/>
                <a:gd name="connsiteX2" fmla="*/ 3736948 w 7293308"/>
                <a:gd name="connsiteY2" fmla="*/ 215901 h 4566874"/>
                <a:gd name="connsiteX3" fmla="*/ 6061048 w 7293308"/>
                <a:gd name="connsiteY3" fmla="*/ 2997200 h 4566874"/>
                <a:gd name="connsiteX4" fmla="*/ 7292948 w 7293308"/>
                <a:gd name="connsiteY4" fmla="*/ 3479799 h 4566874"/>
                <a:gd name="connsiteX5" fmla="*/ 6162648 w 7293308"/>
                <a:gd name="connsiteY5" fmla="*/ 3619500 h 4566874"/>
                <a:gd name="connsiteX6" fmla="*/ 5629248 w 7293308"/>
                <a:gd name="connsiteY6" fmla="*/ 4559300 h 4566874"/>
                <a:gd name="connsiteX7" fmla="*/ 5768948 w 7293308"/>
                <a:gd name="connsiteY7" fmla="*/ 3175001 h 4566874"/>
                <a:gd name="connsiteX8" fmla="*/ 1209648 w 7293308"/>
                <a:gd name="connsiteY8" fmla="*/ 1638301 h 4566874"/>
                <a:gd name="connsiteX9" fmla="*/ 142848 w 7293308"/>
                <a:gd name="connsiteY9" fmla="*/ 1485901 h 4566874"/>
                <a:gd name="connsiteX10" fmla="*/ 574648 w 7293308"/>
                <a:gd name="connsiteY10" fmla="*/ 1104901 h 4566874"/>
                <a:gd name="connsiteX0" fmla="*/ 574648 w 7293308"/>
                <a:gd name="connsiteY0" fmla="*/ 1104901 h 4566874"/>
                <a:gd name="connsiteX1" fmla="*/ 2517748 w 7293308"/>
                <a:gd name="connsiteY1" fmla="*/ 0 h 4566874"/>
                <a:gd name="connsiteX2" fmla="*/ 3736948 w 7293308"/>
                <a:gd name="connsiteY2" fmla="*/ 215901 h 4566874"/>
                <a:gd name="connsiteX3" fmla="*/ 6061048 w 7293308"/>
                <a:gd name="connsiteY3" fmla="*/ 2997200 h 4566874"/>
                <a:gd name="connsiteX4" fmla="*/ 7292948 w 7293308"/>
                <a:gd name="connsiteY4" fmla="*/ 3479799 h 4566874"/>
                <a:gd name="connsiteX5" fmla="*/ 6162648 w 7293308"/>
                <a:gd name="connsiteY5" fmla="*/ 3619500 h 4566874"/>
                <a:gd name="connsiteX6" fmla="*/ 5629248 w 7293308"/>
                <a:gd name="connsiteY6" fmla="*/ 4559300 h 4566874"/>
                <a:gd name="connsiteX7" fmla="*/ 5768948 w 7293308"/>
                <a:gd name="connsiteY7" fmla="*/ 3175001 h 4566874"/>
                <a:gd name="connsiteX8" fmla="*/ 1209648 w 7293308"/>
                <a:gd name="connsiteY8" fmla="*/ 1638301 h 4566874"/>
                <a:gd name="connsiteX9" fmla="*/ 142848 w 7293308"/>
                <a:gd name="connsiteY9" fmla="*/ 1485901 h 4566874"/>
                <a:gd name="connsiteX10" fmla="*/ 574648 w 7293308"/>
                <a:gd name="connsiteY10" fmla="*/ 1104901 h 4566874"/>
                <a:gd name="connsiteX0" fmla="*/ 574648 w 7293308"/>
                <a:gd name="connsiteY0" fmla="*/ 1104901 h 4566874"/>
                <a:gd name="connsiteX1" fmla="*/ 2517748 w 7293308"/>
                <a:gd name="connsiteY1" fmla="*/ 0 h 4566874"/>
                <a:gd name="connsiteX2" fmla="*/ 3736948 w 7293308"/>
                <a:gd name="connsiteY2" fmla="*/ 215901 h 4566874"/>
                <a:gd name="connsiteX3" fmla="*/ 6061048 w 7293308"/>
                <a:gd name="connsiteY3" fmla="*/ 2997200 h 4566874"/>
                <a:gd name="connsiteX4" fmla="*/ 7292948 w 7293308"/>
                <a:gd name="connsiteY4" fmla="*/ 3479799 h 4566874"/>
                <a:gd name="connsiteX5" fmla="*/ 6162648 w 7293308"/>
                <a:gd name="connsiteY5" fmla="*/ 3619500 h 4566874"/>
                <a:gd name="connsiteX6" fmla="*/ 5629248 w 7293308"/>
                <a:gd name="connsiteY6" fmla="*/ 4559300 h 4566874"/>
                <a:gd name="connsiteX7" fmla="*/ 5768948 w 7293308"/>
                <a:gd name="connsiteY7" fmla="*/ 3175001 h 4566874"/>
                <a:gd name="connsiteX8" fmla="*/ 1209648 w 7293308"/>
                <a:gd name="connsiteY8" fmla="*/ 1638301 h 4566874"/>
                <a:gd name="connsiteX9" fmla="*/ 142848 w 7293308"/>
                <a:gd name="connsiteY9" fmla="*/ 1485901 h 4566874"/>
                <a:gd name="connsiteX10" fmla="*/ 574648 w 7293308"/>
                <a:gd name="connsiteY10" fmla="*/ 1104901 h 4566874"/>
                <a:gd name="connsiteX0" fmla="*/ 574648 w 7293308"/>
                <a:gd name="connsiteY0" fmla="*/ 1104901 h 4566874"/>
                <a:gd name="connsiteX1" fmla="*/ 2517748 w 7293308"/>
                <a:gd name="connsiteY1" fmla="*/ 0 h 4566874"/>
                <a:gd name="connsiteX2" fmla="*/ 3736948 w 7293308"/>
                <a:gd name="connsiteY2" fmla="*/ 215901 h 4566874"/>
                <a:gd name="connsiteX3" fmla="*/ 6061048 w 7293308"/>
                <a:gd name="connsiteY3" fmla="*/ 2997200 h 4566874"/>
                <a:gd name="connsiteX4" fmla="*/ 7292948 w 7293308"/>
                <a:gd name="connsiteY4" fmla="*/ 3479799 h 4566874"/>
                <a:gd name="connsiteX5" fmla="*/ 6162648 w 7293308"/>
                <a:gd name="connsiteY5" fmla="*/ 3619500 h 4566874"/>
                <a:gd name="connsiteX6" fmla="*/ 5629248 w 7293308"/>
                <a:gd name="connsiteY6" fmla="*/ 4559300 h 4566874"/>
                <a:gd name="connsiteX7" fmla="*/ 5768948 w 7293308"/>
                <a:gd name="connsiteY7" fmla="*/ 3175001 h 4566874"/>
                <a:gd name="connsiteX8" fmla="*/ 1209648 w 7293308"/>
                <a:gd name="connsiteY8" fmla="*/ 1638301 h 4566874"/>
                <a:gd name="connsiteX9" fmla="*/ 142848 w 7293308"/>
                <a:gd name="connsiteY9" fmla="*/ 1485901 h 4566874"/>
                <a:gd name="connsiteX10" fmla="*/ 574648 w 7293308"/>
                <a:gd name="connsiteY10" fmla="*/ 1104901 h 4566874"/>
                <a:gd name="connsiteX0" fmla="*/ 574648 w 7293308"/>
                <a:gd name="connsiteY0" fmla="*/ 1105240 h 4567213"/>
                <a:gd name="connsiteX1" fmla="*/ 2517748 w 7293308"/>
                <a:gd name="connsiteY1" fmla="*/ 339 h 4567213"/>
                <a:gd name="connsiteX2" fmla="*/ 3736948 w 7293308"/>
                <a:gd name="connsiteY2" fmla="*/ 216240 h 4567213"/>
                <a:gd name="connsiteX3" fmla="*/ 6061048 w 7293308"/>
                <a:gd name="connsiteY3" fmla="*/ 2997539 h 4567213"/>
                <a:gd name="connsiteX4" fmla="*/ 7292948 w 7293308"/>
                <a:gd name="connsiteY4" fmla="*/ 3480138 h 4567213"/>
                <a:gd name="connsiteX5" fmla="*/ 6162648 w 7293308"/>
                <a:gd name="connsiteY5" fmla="*/ 3619839 h 4567213"/>
                <a:gd name="connsiteX6" fmla="*/ 5629248 w 7293308"/>
                <a:gd name="connsiteY6" fmla="*/ 4559639 h 4567213"/>
                <a:gd name="connsiteX7" fmla="*/ 5768948 w 7293308"/>
                <a:gd name="connsiteY7" fmla="*/ 3175340 h 4567213"/>
                <a:gd name="connsiteX8" fmla="*/ 1209648 w 7293308"/>
                <a:gd name="connsiteY8" fmla="*/ 1638640 h 4567213"/>
                <a:gd name="connsiteX9" fmla="*/ 142848 w 7293308"/>
                <a:gd name="connsiteY9" fmla="*/ 1486240 h 4567213"/>
                <a:gd name="connsiteX10" fmla="*/ 574648 w 7293308"/>
                <a:gd name="connsiteY10" fmla="*/ 1105240 h 4567213"/>
                <a:gd name="connsiteX0" fmla="*/ 574648 w 7293308"/>
                <a:gd name="connsiteY0" fmla="*/ 1105240 h 4567213"/>
                <a:gd name="connsiteX1" fmla="*/ 2517748 w 7293308"/>
                <a:gd name="connsiteY1" fmla="*/ 339 h 4567213"/>
                <a:gd name="connsiteX2" fmla="*/ 3736948 w 7293308"/>
                <a:gd name="connsiteY2" fmla="*/ 216240 h 4567213"/>
                <a:gd name="connsiteX3" fmla="*/ 6061048 w 7293308"/>
                <a:gd name="connsiteY3" fmla="*/ 2997539 h 4567213"/>
                <a:gd name="connsiteX4" fmla="*/ 7292948 w 7293308"/>
                <a:gd name="connsiteY4" fmla="*/ 3480138 h 4567213"/>
                <a:gd name="connsiteX5" fmla="*/ 6162648 w 7293308"/>
                <a:gd name="connsiteY5" fmla="*/ 3619839 h 4567213"/>
                <a:gd name="connsiteX6" fmla="*/ 5629248 w 7293308"/>
                <a:gd name="connsiteY6" fmla="*/ 4559639 h 4567213"/>
                <a:gd name="connsiteX7" fmla="*/ 5768948 w 7293308"/>
                <a:gd name="connsiteY7" fmla="*/ 3175340 h 4567213"/>
                <a:gd name="connsiteX8" fmla="*/ 1209648 w 7293308"/>
                <a:gd name="connsiteY8" fmla="*/ 1638640 h 4567213"/>
                <a:gd name="connsiteX9" fmla="*/ 142848 w 7293308"/>
                <a:gd name="connsiteY9" fmla="*/ 1486240 h 4567213"/>
                <a:gd name="connsiteX10" fmla="*/ 574648 w 7293308"/>
                <a:gd name="connsiteY10" fmla="*/ 1105240 h 4567213"/>
                <a:gd name="connsiteX0" fmla="*/ 574648 w 7293123"/>
                <a:gd name="connsiteY0" fmla="*/ 1105240 h 4567213"/>
                <a:gd name="connsiteX1" fmla="*/ 2517748 w 7293123"/>
                <a:gd name="connsiteY1" fmla="*/ 339 h 4567213"/>
                <a:gd name="connsiteX2" fmla="*/ 3736948 w 7293123"/>
                <a:gd name="connsiteY2" fmla="*/ 216240 h 4567213"/>
                <a:gd name="connsiteX3" fmla="*/ 6061048 w 7293123"/>
                <a:gd name="connsiteY3" fmla="*/ 2997539 h 4567213"/>
                <a:gd name="connsiteX4" fmla="*/ 7292948 w 7293123"/>
                <a:gd name="connsiteY4" fmla="*/ 3480138 h 4567213"/>
                <a:gd name="connsiteX5" fmla="*/ 6162648 w 7293123"/>
                <a:gd name="connsiteY5" fmla="*/ 3619839 h 4567213"/>
                <a:gd name="connsiteX6" fmla="*/ 5629248 w 7293123"/>
                <a:gd name="connsiteY6" fmla="*/ 4559639 h 4567213"/>
                <a:gd name="connsiteX7" fmla="*/ 5768948 w 7293123"/>
                <a:gd name="connsiteY7" fmla="*/ 3175340 h 4567213"/>
                <a:gd name="connsiteX8" fmla="*/ 1209648 w 7293123"/>
                <a:gd name="connsiteY8" fmla="*/ 1638640 h 4567213"/>
                <a:gd name="connsiteX9" fmla="*/ 142848 w 7293123"/>
                <a:gd name="connsiteY9" fmla="*/ 1486240 h 4567213"/>
                <a:gd name="connsiteX10" fmla="*/ 574648 w 7293123"/>
                <a:gd name="connsiteY10" fmla="*/ 1105240 h 4567213"/>
                <a:gd name="connsiteX0" fmla="*/ 574648 w 7292948"/>
                <a:gd name="connsiteY0" fmla="*/ 1105240 h 4567213"/>
                <a:gd name="connsiteX1" fmla="*/ 2517748 w 7292948"/>
                <a:gd name="connsiteY1" fmla="*/ 339 h 4567213"/>
                <a:gd name="connsiteX2" fmla="*/ 3736948 w 7292948"/>
                <a:gd name="connsiteY2" fmla="*/ 216240 h 4567213"/>
                <a:gd name="connsiteX3" fmla="*/ 6061048 w 7292948"/>
                <a:gd name="connsiteY3" fmla="*/ 2997539 h 4567213"/>
                <a:gd name="connsiteX4" fmla="*/ 7292948 w 7292948"/>
                <a:gd name="connsiteY4" fmla="*/ 3480138 h 4567213"/>
                <a:gd name="connsiteX5" fmla="*/ 6162648 w 7292948"/>
                <a:gd name="connsiteY5" fmla="*/ 3619839 h 4567213"/>
                <a:gd name="connsiteX6" fmla="*/ 5629248 w 7292948"/>
                <a:gd name="connsiteY6" fmla="*/ 4559639 h 4567213"/>
                <a:gd name="connsiteX7" fmla="*/ 5768948 w 7292948"/>
                <a:gd name="connsiteY7" fmla="*/ 3175340 h 4567213"/>
                <a:gd name="connsiteX8" fmla="*/ 1209648 w 7292948"/>
                <a:gd name="connsiteY8" fmla="*/ 1638640 h 4567213"/>
                <a:gd name="connsiteX9" fmla="*/ 142848 w 7292948"/>
                <a:gd name="connsiteY9" fmla="*/ 1486240 h 4567213"/>
                <a:gd name="connsiteX10" fmla="*/ 574648 w 7292948"/>
                <a:gd name="connsiteY10" fmla="*/ 1105240 h 4567213"/>
                <a:gd name="connsiteX0" fmla="*/ 574648 w 7292948"/>
                <a:gd name="connsiteY0" fmla="*/ 1105240 h 4567213"/>
                <a:gd name="connsiteX1" fmla="*/ 2517748 w 7292948"/>
                <a:gd name="connsiteY1" fmla="*/ 339 h 4567213"/>
                <a:gd name="connsiteX2" fmla="*/ 3736948 w 7292948"/>
                <a:gd name="connsiteY2" fmla="*/ 216240 h 4567213"/>
                <a:gd name="connsiteX3" fmla="*/ 6061048 w 7292948"/>
                <a:gd name="connsiteY3" fmla="*/ 2997539 h 4567213"/>
                <a:gd name="connsiteX4" fmla="*/ 7292948 w 7292948"/>
                <a:gd name="connsiteY4" fmla="*/ 3480138 h 4567213"/>
                <a:gd name="connsiteX5" fmla="*/ 6162648 w 7292948"/>
                <a:gd name="connsiteY5" fmla="*/ 3619839 h 4567213"/>
                <a:gd name="connsiteX6" fmla="*/ 5629248 w 7292948"/>
                <a:gd name="connsiteY6" fmla="*/ 4559639 h 4567213"/>
                <a:gd name="connsiteX7" fmla="*/ 5768948 w 7292948"/>
                <a:gd name="connsiteY7" fmla="*/ 3175340 h 4567213"/>
                <a:gd name="connsiteX8" fmla="*/ 1209648 w 7292948"/>
                <a:gd name="connsiteY8" fmla="*/ 1638640 h 4567213"/>
                <a:gd name="connsiteX9" fmla="*/ 142848 w 7292948"/>
                <a:gd name="connsiteY9" fmla="*/ 1486240 h 4567213"/>
                <a:gd name="connsiteX10" fmla="*/ 574648 w 7292948"/>
                <a:gd name="connsiteY10" fmla="*/ 1105240 h 4567213"/>
                <a:gd name="connsiteX0" fmla="*/ 574648 w 7292948"/>
                <a:gd name="connsiteY0" fmla="*/ 1105240 h 4567528"/>
                <a:gd name="connsiteX1" fmla="*/ 2517748 w 7292948"/>
                <a:gd name="connsiteY1" fmla="*/ 339 h 4567528"/>
                <a:gd name="connsiteX2" fmla="*/ 3736948 w 7292948"/>
                <a:gd name="connsiteY2" fmla="*/ 216240 h 4567528"/>
                <a:gd name="connsiteX3" fmla="*/ 6061048 w 7292948"/>
                <a:gd name="connsiteY3" fmla="*/ 2997539 h 4567528"/>
                <a:gd name="connsiteX4" fmla="*/ 7292948 w 7292948"/>
                <a:gd name="connsiteY4" fmla="*/ 3480138 h 4567528"/>
                <a:gd name="connsiteX5" fmla="*/ 6162648 w 7292948"/>
                <a:gd name="connsiteY5" fmla="*/ 3619839 h 4567528"/>
                <a:gd name="connsiteX6" fmla="*/ 5629248 w 7292948"/>
                <a:gd name="connsiteY6" fmla="*/ 4559639 h 4567528"/>
                <a:gd name="connsiteX7" fmla="*/ 5768948 w 7292948"/>
                <a:gd name="connsiteY7" fmla="*/ 3175340 h 4567528"/>
                <a:gd name="connsiteX8" fmla="*/ 1209648 w 7292948"/>
                <a:gd name="connsiteY8" fmla="*/ 1638640 h 4567528"/>
                <a:gd name="connsiteX9" fmla="*/ 142848 w 7292948"/>
                <a:gd name="connsiteY9" fmla="*/ 1486240 h 4567528"/>
                <a:gd name="connsiteX10" fmla="*/ 574648 w 7292948"/>
                <a:gd name="connsiteY10" fmla="*/ 1105240 h 4567528"/>
                <a:gd name="connsiteX0" fmla="*/ 574648 w 7292948"/>
                <a:gd name="connsiteY0" fmla="*/ 1105240 h 4567528"/>
                <a:gd name="connsiteX1" fmla="*/ 2517748 w 7292948"/>
                <a:gd name="connsiteY1" fmla="*/ 339 h 4567528"/>
                <a:gd name="connsiteX2" fmla="*/ 3736948 w 7292948"/>
                <a:gd name="connsiteY2" fmla="*/ 216240 h 4567528"/>
                <a:gd name="connsiteX3" fmla="*/ 6061048 w 7292948"/>
                <a:gd name="connsiteY3" fmla="*/ 2997539 h 4567528"/>
                <a:gd name="connsiteX4" fmla="*/ 7292948 w 7292948"/>
                <a:gd name="connsiteY4" fmla="*/ 3480138 h 4567528"/>
                <a:gd name="connsiteX5" fmla="*/ 6162648 w 7292948"/>
                <a:gd name="connsiteY5" fmla="*/ 3619839 h 4567528"/>
                <a:gd name="connsiteX6" fmla="*/ 5629248 w 7292948"/>
                <a:gd name="connsiteY6" fmla="*/ 4559639 h 4567528"/>
                <a:gd name="connsiteX7" fmla="*/ 5768948 w 7292948"/>
                <a:gd name="connsiteY7" fmla="*/ 3175340 h 4567528"/>
                <a:gd name="connsiteX8" fmla="*/ 1209648 w 7292948"/>
                <a:gd name="connsiteY8" fmla="*/ 1638640 h 4567528"/>
                <a:gd name="connsiteX9" fmla="*/ 142848 w 7292948"/>
                <a:gd name="connsiteY9" fmla="*/ 1486240 h 4567528"/>
                <a:gd name="connsiteX10" fmla="*/ 574648 w 7292948"/>
                <a:gd name="connsiteY10" fmla="*/ 1105240 h 4567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2948" h="4567528">
                  <a:moveTo>
                    <a:pt x="574648" y="1105240"/>
                  </a:moveTo>
                  <a:cubicBezTo>
                    <a:pt x="155548" y="330540"/>
                    <a:pt x="1438248" y="-12361"/>
                    <a:pt x="2517748" y="339"/>
                  </a:cubicBezTo>
                  <a:lnTo>
                    <a:pt x="3736948" y="216240"/>
                  </a:lnTo>
                  <a:cubicBezTo>
                    <a:pt x="4668281" y="565490"/>
                    <a:pt x="5840915" y="1702139"/>
                    <a:pt x="6061048" y="2997539"/>
                  </a:cubicBezTo>
                  <a:cubicBezTo>
                    <a:pt x="6382781" y="2984839"/>
                    <a:pt x="6952165" y="3475905"/>
                    <a:pt x="7292948" y="3480138"/>
                  </a:cubicBezTo>
                  <a:cubicBezTo>
                    <a:pt x="7278131" y="3624071"/>
                    <a:pt x="6880198" y="3895006"/>
                    <a:pt x="6162648" y="3619839"/>
                  </a:cubicBezTo>
                  <a:cubicBezTo>
                    <a:pt x="6321398" y="4119373"/>
                    <a:pt x="5470498" y="4637955"/>
                    <a:pt x="5629248" y="4559639"/>
                  </a:cubicBezTo>
                  <a:cubicBezTo>
                    <a:pt x="5675815" y="4098206"/>
                    <a:pt x="5379481" y="3420873"/>
                    <a:pt x="5768948" y="3175340"/>
                  </a:cubicBezTo>
                  <a:cubicBezTo>
                    <a:pt x="3216248" y="1196257"/>
                    <a:pt x="1939898" y="1689440"/>
                    <a:pt x="1209648" y="1638640"/>
                  </a:cubicBezTo>
                  <a:cubicBezTo>
                    <a:pt x="822298" y="1689440"/>
                    <a:pt x="102631" y="1719073"/>
                    <a:pt x="142848" y="1486240"/>
                  </a:cubicBezTo>
                  <a:cubicBezTo>
                    <a:pt x="-18019" y="1473540"/>
                    <a:pt x="-204285" y="1270340"/>
                    <a:pt x="574648" y="110524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D99739D2-080C-B8BD-CC47-ADCB94E4DE6B}"/>
                </a:ext>
              </a:extLst>
            </p:cNvPr>
            <p:cNvSpPr/>
            <p:nvPr/>
          </p:nvSpPr>
          <p:spPr>
            <a:xfrm>
              <a:off x="3797300" y="1300347"/>
              <a:ext cx="1907729" cy="922152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460500"/>
                <a:gd name="connsiteY0" fmla="*/ 342900 h 1257300"/>
                <a:gd name="connsiteX1" fmla="*/ 1460500 w 1460500"/>
                <a:gd name="connsiteY1" fmla="*/ 0 h 1257300"/>
                <a:gd name="connsiteX2" fmla="*/ 914400 w 1460500"/>
                <a:gd name="connsiteY2" fmla="*/ 1257300 h 1257300"/>
                <a:gd name="connsiteX3" fmla="*/ 0 w 1460500"/>
                <a:gd name="connsiteY3" fmla="*/ 1257300 h 1257300"/>
                <a:gd name="connsiteX4" fmla="*/ 0 w 1460500"/>
                <a:gd name="connsiteY4" fmla="*/ 342900 h 1257300"/>
                <a:gd name="connsiteX0" fmla="*/ 431800 w 1892300"/>
                <a:gd name="connsiteY0" fmla="*/ 342900 h 1257300"/>
                <a:gd name="connsiteX1" fmla="*/ 1892300 w 1892300"/>
                <a:gd name="connsiteY1" fmla="*/ 0 h 1257300"/>
                <a:gd name="connsiteX2" fmla="*/ 1346200 w 1892300"/>
                <a:gd name="connsiteY2" fmla="*/ 1257300 h 1257300"/>
                <a:gd name="connsiteX3" fmla="*/ 0 w 1892300"/>
                <a:gd name="connsiteY3" fmla="*/ 622300 h 1257300"/>
                <a:gd name="connsiteX4" fmla="*/ 431800 w 1892300"/>
                <a:gd name="connsiteY4" fmla="*/ 342900 h 1257300"/>
                <a:gd name="connsiteX0" fmla="*/ 431800 w 1892300"/>
                <a:gd name="connsiteY0" fmla="*/ 3429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4" fmla="*/ 431800 w 1892300"/>
                <a:gd name="connsiteY4" fmla="*/ 342900 h 800100"/>
                <a:gd name="connsiteX0" fmla="*/ 0 w 1892300"/>
                <a:gd name="connsiteY0" fmla="*/ 6223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0" fmla="*/ 0 w 1892300"/>
                <a:gd name="connsiteY0" fmla="*/ 6223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928309"/>
                <a:gd name="connsiteX1" fmla="*/ 1892300 w 1892300"/>
                <a:gd name="connsiteY1" fmla="*/ 52009 h 928309"/>
                <a:gd name="connsiteX2" fmla="*/ 1257300 w 1892300"/>
                <a:gd name="connsiteY2" fmla="*/ 928309 h 928309"/>
                <a:gd name="connsiteX3" fmla="*/ 0 w 1892300"/>
                <a:gd name="connsiteY3" fmla="*/ 674309 h 928309"/>
                <a:gd name="connsiteX0" fmla="*/ 0 w 1866900"/>
                <a:gd name="connsiteY0" fmla="*/ 730301 h 920801"/>
                <a:gd name="connsiteX1" fmla="*/ 1866900 w 1866900"/>
                <a:gd name="connsiteY1" fmla="*/ 44501 h 920801"/>
                <a:gd name="connsiteX2" fmla="*/ 1231900 w 1866900"/>
                <a:gd name="connsiteY2" fmla="*/ 920801 h 920801"/>
                <a:gd name="connsiteX3" fmla="*/ 0 w 1866900"/>
                <a:gd name="connsiteY3" fmla="*/ 730301 h 920801"/>
                <a:gd name="connsiteX0" fmla="*/ 0 w 1905000"/>
                <a:gd name="connsiteY0" fmla="*/ 718952 h 922152"/>
                <a:gd name="connsiteX1" fmla="*/ 1905000 w 1905000"/>
                <a:gd name="connsiteY1" fmla="*/ 45852 h 922152"/>
                <a:gd name="connsiteX2" fmla="*/ 1270000 w 1905000"/>
                <a:gd name="connsiteY2" fmla="*/ 922152 h 922152"/>
                <a:gd name="connsiteX3" fmla="*/ 0 w 1905000"/>
                <a:gd name="connsiteY3" fmla="*/ 718952 h 922152"/>
                <a:gd name="connsiteX0" fmla="*/ 0 w 1905000"/>
                <a:gd name="connsiteY0" fmla="*/ 718952 h 922152"/>
                <a:gd name="connsiteX1" fmla="*/ 1905000 w 1905000"/>
                <a:gd name="connsiteY1" fmla="*/ 45852 h 922152"/>
                <a:gd name="connsiteX2" fmla="*/ 1270000 w 1905000"/>
                <a:gd name="connsiteY2" fmla="*/ 922152 h 922152"/>
                <a:gd name="connsiteX3" fmla="*/ 0 w 1905000"/>
                <a:gd name="connsiteY3" fmla="*/ 718952 h 922152"/>
                <a:gd name="connsiteX0" fmla="*/ 0 w 1907729"/>
                <a:gd name="connsiteY0" fmla="*/ 718952 h 922152"/>
                <a:gd name="connsiteX1" fmla="*/ 1905000 w 1907729"/>
                <a:gd name="connsiteY1" fmla="*/ 45852 h 922152"/>
                <a:gd name="connsiteX2" fmla="*/ 1270000 w 1907729"/>
                <a:gd name="connsiteY2" fmla="*/ 922152 h 922152"/>
                <a:gd name="connsiteX3" fmla="*/ 0 w 1907729"/>
                <a:gd name="connsiteY3" fmla="*/ 718952 h 922152"/>
                <a:gd name="connsiteX0" fmla="*/ 0 w 1907729"/>
                <a:gd name="connsiteY0" fmla="*/ 718952 h 922152"/>
                <a:gd name="connsiteX1" fmla="*/ 1905000 w 1907729"/>
                <a:gd name="connsiteY1" fmla="*/ 45852 h 922152"/>
                <a:gd name="connsiteX2" fmla="*/ 1270000 w 1907729"/>
                <a:gd name="connsiteY2" fmla="*/ 922152 h 922152"/>
                <a:gd name="connsiteX3" fmla="*/ 91440 w 1907729"/>
                <a:gd name="connsiteY3" fmla="*/ 810392 h 922152"/>
                <a:gd name="connsiteX0" fmla="*/ 0 w 1907729"/>
                <a:gd name="connsiteY0" fmla="*/ 718952 h 922152"/>
                <a:gd name="connsiteX1" fmla="*/ 1905000 w 1907729"/>
                <a:gd name="connsiteY1" fmla="*/ 45852 h 922152"/>
                <a:gd name="connsiteX2" fmla="*/ 1270000 w 1907729"/>
                <a:gd name="connsiteY2" fmla="*/ 922152 h 92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7729" h="922152">
                  <a:moveTo>
                    <a:pt x="0" y="718952"/>
                  </a:moveTo>
                  <a:cubicBezTo>
                    <a:pt x="351367" y="105119"/>
                    <a:pt x="1655233" y="-102315"/>
                    <a:pt x="1905000" y="45852"/>
                  </a:cubicBezTo>
                  <a:cubicBezTo>
                    <a:pt x="1951567" y="147452"/>
                    <a:pt x="1388533" y="528452"/>
                    <a:pt x="1270000" y="922152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994E89A-CFE7-17B0-105A-83E5DDC5F641}"/>
                </a:ext>
              </a:extLst>
            </p:cNvPr>
            <p:cNvSpPr/>
            <p:nvPr/>
          </p:nvSpPr>
          <p:spPr>
            <a:xfrm>
              <a:off x="2400300" y="2714625"/>
              <a:ext cx="352425" cy="352425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68395-B573-7703-1A27-39379085FBB6}"/>
                </a:ext>
              </a:extLst>
            </p:cNvPr>
            <p:cNvSpPr/>
            <p:nvPr/>
          </p:nvSpPr>
          <p:spPr>
            <a:xfrm>
              <a:off x="1514475" y="3257551"/>
              <a:ext cx="990600" cy="140232"/>
            </a:xfrm>
            <a:custGeom>
              <a:avLst/>
              <a:gdLst>
                <a:gd name="connsiteX0" fmla="*/ 0 w 990600"/>
                <a:gd name="connsiteY0" fmla="*/ 123825 h 123825"/>
                <a:gd name="connsiteX1" fmla="*/ 990600 w 990600"/>
                <a:gd name="connsiteY1" fmla="*/ 0 h 123825"/>
                <a:gd name="connsiteX2" fmla="*/ 990600 w 990600"/>
                <a:gd name="connsiteY2" fmla="*/ 0 h 123825"/>
                <a:gd name="connsiteX0" fmla="*/ 0 w 990600"/>
                <a:gd name="connsiteY0" fmla="*/ 123825 h 123825"/>
                <a:gd name="connsiteX1" fmla="*/ 990600 w 990600"/>
                <a:gd name="connsiteY1" fmla="*/ 0 h 123825"/>
                <a:gd name="connsiteX2" fmla="*/ 990600 w 990600"/>
                <a:gd name="connsiteY2" fmla="*/ 0 h 123825"/>
                <a:gd name="connsiteX0" fmla="*/ 0 w 990600"/>
                <a:gd name="connsiteY0" fmla="*/ 123825 h 133648"/>
                <a:gd name="connsiteX1" fmla="*/ 990600 w 990600"/>
                <a:gd name="connsiteY1" fmla="*/ 0 h 133648"/>
                <a:gd name="connsiteX2" fmla="*/ 990600 w 990600"/>
                <a:gd name="connsiteY2" fmla="*/ 0 h 133648"/>
                <a:gd name="connsiteX0" fmla="*/ 0 w 990600"/>
                <a:gd name="connsiteY0" fmla="*/ 123825 h 123825"/>
                <a:gd name="connsiteX1" fmla="*/ 990600 w 990600"/>
                <a:gd name="connsiteY1" fmla="*/ 0 h 123825"/>
                <a:gd name="connsiteX2" fmla="*/ 990600 w 990600"/>
                <a:gd name="connsiteY2" fmla="*/ 0 h 123825"/>
                <a:gd name="connsiteX0" fmla="*/ 0 w 990600"/>
                <a:gd name="connsiteY0" fmla="*/ 123825 h 140232"/>
                <a:gd name="connsiteX1" fmla="*/ 990600 w 990600"/>
                <a:gd name="connsiteY1" fmla="*/ 0 h 140232"/>
                <a:gd name="connsiteX2" fmla="*/ 990600 w 990600"/>
                <a:gd name="connsiteY2" fmla="*/ 0 h 14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0600" h="140232">
                  <a:moveTo>
                    <a:pt x="0" y="123825"/>
                  </a:moveTo>
                  <a:cubicBezTo>
                    <a:pt x="206375" y="25400"/>
                    <a:pt x="498475" y="288925"/>
                    <a:pt x="990600" y="0"/>
                  </a:cubicBezTo>
                  <a:lnTo>
                    <a:pt x="990600" y="0"/>
                  </a:ln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5409008-0E65-E7E8-AA1A-351D13C523E4}"/>
                </a:ext>
              </a:extLst>
            </p:cNvPr>
            <p:cNvSpPr/>
            <p:nvPr/>
          </p:nvSpPr>
          <p:spPr>
            <a:xfrm>
              <a:off x="2651100" y="3342513"/>
              <a:ext cx="4027747" cy="1381426"/>
            </a:xfrm>
            <a:custGeom>
              <a:avLst/>
              <a:gdLst>
                <a:gd name="connsiteX0" fmla="*/ 1101001 w 4027747"/>
                <a:gd name="connsiteY0" fmla="*/ 951 h 1381426"/>
                <a:gd name="connsiteX1" fmla="*/ 3984663 w 4027747"/>
                <a:gd name="connsiteY1" fmla="*/ 1320568 h 1381426"/>
                <a:gd name="connsiteX2" fmla="*/ 4027747 w 4027747"/>
                <a:gd name="connsiteY2" fmla="*/ 1381426 h 1381426"/>
                <a:gd name="connsiteX3" fmla="*/ 3825218 w 4027747"/>
                <a:gd name="connsiteY3" fmla="*/ 1243006 h 1381426"/>
                <a:gd name="connsiteX4" fmla="*/ 94313 w 4027747"/>
                <a:gd name="connsiteY4" fmla="*/ 204109 h 1381426"/>
                <a:gd name="connsiteX5" fmla="*/ 0 w 4027747"/>
                <a:gd name="connsiteY5" fmla="*/ 201555 h 1381426"/>
                <a:gd name="connsiteX6" fmla="*/ 200170 w 4027747"/>
                <a:gd name="connsiteY6" fmla="*/ 134164 h 1381426"/>
                <a:gd name="connsiteX7" fmla="*/ 1101001 w 4027747"/>
                <a:gd name="connsiteY7" fmla="*/ 951 h 138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27747" h="1381426">
                  <a:moveTo>
                    <a:pt x="1101001" y="951"/>
                  </a:moveTo>
                  <a:cubicBezTo>
                    <a:pt x="2144620" y="-22327"/>
                    <a:pt x="3278698" y="381114"/>
                    <a:pt x="3984663" y="1320568"/>
                  </a:cubicBezTo>
                  <a:lnTo>
                    <a:pt x="4027747" y="1381426"/>
                  </a:lnTo>
                  <a:lnTo>
                    <a:pt x="3825218" y="1243006"/>
                  </a:lnTo>
                  <a:cubicBezTo>
                    <a:pt x="1867885" y="-58092"/>
                    <a:pt x="770465" y="199539"/>
                    <a:pt x="94313" y="204109"/>
                  </a:cubicBezTo>
                  <a:lnTo>
                    <a:pt x="0" y="201555"/>
                  </a:lnTo>
                  <a:lnTo>
                    <a:pt x="200170" y="134164"/>
                  </a:lnTo>
                  <a:cubicBezTo>
                    <a:pt x="482972" y="53322"/>
                    <a:pt x="787916" y="7934"/>
                    <a:pt x="1101001" y="951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97D77AC6-2522-A787-2675-2E9CBACE0E8D}"/>
                </a:ext>
              </a:extLst>
            </p:cNvPr>
            <p:cNvSpPr/>
            <p:nvPr/>
          </p:nvSpPr>
          <p:spPr>
            <a:xfrm>
              <a:off x="3683000" y="3173589"/>
              <a:ext cx="1029888" cy="1111483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460500"/>
                <a:gd name="connsiteY0" fmla="*/ 342900 h 1257300"/>
                <a:gd name="connsiteX1" fmla="*/ 1460500 w 1460500"/>
                <a:gd name="connsiteY1" fmla="*/ 0 h 1257300"/>
                <a:gd name="connsiteX2" fmla="*/ 914400 w 1460500"/>
                <a:gd name="connsiteY2" fmla="*/ 1257300 h 1257300"/>
                <a:gd name="connsiteX3" fmla="*/ 0 w 1460500"/>
                <a:gd name="connsiteY3" fmla="*/ 1257300 h 1257300"/>
                <a:gd name="connsiteX4" fmla="*/ 0 w 1460500"/>
                <a:gd name="connsiteY4" fmla="*/ 342900 h 1257300"/>
                <a:gd name="connsiteX0" fmla="*/ 431800 w 1892300"/>
                <a:gd name="connsiteY0" fmla="*/ 342900 h 1257300"/>
                <a:gd name="connsiteX1" fmla="*/ 1892300 w 1892300"/>
                <a:gd name="connsiteY1" fmla="*/ 0 h 1257300"/>
                <a:gd name="connsiteX2" fmla="*/ 1346200 w 1892300"/>
                <a:gd name="connsiteY2" fmla="*/ 1257300 h 1257300"/>
                <a:gd name="connsiteX3" fmla="*/ 0 w 1892300"/>
                <a:gd name="connsiteY3" fmla="*/ 622300 h 1257300"/>
                <a:gd name="connsiteX4" fmla="*/ 431800 w 1892300"/>
                <a:gd name="connsiteY4" fmla="*/ 342900 h 1257300"/>
                <a:gd name="connsiteX0" fmla="*/ 431800 w 1892300"/>
                <a:gd name="connsiteY0" fmla="*/ 3429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4" fmla="*/ 431800 w 1892300"/>
                <a:gd name="connsiteY4" fmla="*/ 342900 h 800100"/>
                <a:gd name="connsiteX0" fmla="*/ 0 w 1892300"/>
                <a:gd name="connsiteY0" fmla="*/ 6223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0" fmla="*/ 0 w 1892300"/>
                <a:gd name="connsiteY0" fmla="*/ 6223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928309"/>
                <a:gd name="connsiteX1" fmla="*/ 1892300 w 1892300"/>
                <a:gd name="connsiteY1" fmla="*/ 52009 h 928309"/>
                <a:gd name="connsiteX2" fmla="*/ 1257300 w 1892300"/>
                <a:gd name="connsiteY2" fmla="*/ 928309 h 928309"/>
                <a:gd name="connsiteX3" fmla="*/ 0 w 1892300"/>
                <a:gd name="connsiteY3" fmla="*/ 674309 h 928309"/>
                <a:gd name="connsiteX0" fmla="*/ 0 w 1866900"/>
                <a:gd name="connsiteY0" fmla="*/ 730301 h 920801"/>
                <a:gd name="connsiteX1" fmla="*/ 1866900 w 1866900"/>
                <a:gd name="connsiteY1" fmla="*/ 44501 h 920801"/>
                <a:gd name="connsiteX2" fmla="*/ 1231900 w 1866900"/>
                <a:gd name="connsiteY2" fmla="*/ 920801 h 920801"/>
                <a:gd name="connsiteX3" fmla="*/ 0 w 1866900"/>
                <a:gd name="connsiteY3" fmla="*/ 730301 h 920801"/>
                <a:gd name="connsiteX0" fmla="*/ 0 w 1905000"/>
                <a:gd name="connsiteY0" fmla="*/ 718952 h 922152"/>
                <a:gd name="connsiteX1" fmla="*/ 1905000 w 1905000"/>
                <a:gd name="connsiteY1" fmla="*/ 45852 h 922152"/>
                <a:gd name="connsiteX2" fmla="*/ 1270000 w 1905000"/>
                <a:gd name="connsiteY2" fmla="*/ 922152 h 922152"/>
                <a:gd name="connsiteX3" fmla="*/ 0 w 1905000"/>
                <a:gd name="connsiteY3" fmla="*/ 718952 h 922152"/>
                <a:gd name="connsiteX0" fmla="*/ 0 w 1905000"/>
                <a:gd name="connsiteY0" fmla="*/ 718952 h 922152"/>
                <a:gd name="connsiteX1" fmla="*/ 1905000 w 1905000"/>
                <a:gd name="connsiteY1" fmla="*/ 45852 h 922152"/>
                <a:gd name="connsiteX2" fmla="*/ 1270000 w 1905000"/>
                <a:gd name="connsiteY2" fmla="*/ 922152 h 922152"/>
                <a:gd name="connsiteX3" fmla="*/ 0 w 1905000"/>
                <a:gd name="connsiteY3" fmla="*/ 718952 h 922152"/>
                <a:gd name="connsiteX0" fmla="*/ 0 w 1907729"/>
                <a:gd name="connsiteY0" fmla="*/ 718952 h 922152"/>
                <a:gd name="connsiteX1" fmla="*/ 1905000 w 1907729"/>
                <a:gd name="connsiteY1" fmla="*/ 45852 h 922152"/>
                <a:gd name="connsiteX2" fmla="*/ 1270000 w 1907729"/>
                <a:gd name="connsiteY2" fmla="*/ 922152 h 922152"/>
                <a:gd name="connsiteX3" fmla="*/ 0 w 1907729"/>
                <a:gd name="connsiteY3" fmla="*/ 718952 h 922152"/>
                <a:gd name="connsiteX0" fmla="*/ 0 w 1312713"/>
                <a:gd name="connsiteY0" fmla="*/ 137340 h 1310820"/>
                <a:gd name="connsiteX1" fmla="*/ 1181100 w 1312713"/>
                <a:gd name="connsiteY1" fmla="*/ 1305740 h 1310820"/>
                <a:gd name="connsiteX2" fmla="*/ 1270000 w 1312713"/>
                <a:gd name="connsiteY2" fmla="*/ 340540 h 1310820"/>
                <a:gd name="connsiteX3" fmla="*/ 0 w 1312713"/>
                <a:gd name="connsiteY3" fmla="*/ 137340 h 1310820"/>
                <a:gd name="connsiteX0" fmla="*/ 0 w 1312713"/>
                <a:gd name="connsiteY0" fmla="*/ 0 h 1173480"/>
                <a:gd name="connsiteX1" fmla="*/ 1181100 w 1312713"/>
                <a:gd name="connsiteY1" fmla="*/ 1168400 h 1173480"/>
                <a:gd name="connsiteX2" fmla="*/ 1270000 w 1312713"/>
                <a:gd name="connsiteY2" fmla="*/ 203200 h 1173480"/>
                <a:gd name="connsiteX3" fmla="*/ 0 w 1312713"/>
                <a:gd name="connsiteY3" fmla="*/ 0 h 1173480"/>
                <a:gd name="connsiteX0" fmla="*/ 0 w 1109513"/>
                <a:gd name="connsiteY0" fmla="*/ 0 h 1097280"/>
                <a:gd name="connsiteX1" fmla="*/ 977900 w 1109513"/>
                <a:gd name="connsiteY1" fmla="*/ 1092200 h 1097280"/>
                <a:gd name="connsiteX2" fmla="*/ 1066800 w 1109513"/>
                <a:gd name="connsiteY2" fmla="*/ 127000 h 1097280"/>
                <a:gd name="connsiteX3" fmla="*/ 0 w 1109513"/>
                <a:gd name="connsiteY3" fmla="*/ 0 h 1097280"/>
                <a:gd name="connsiteX0" fmla="*/ 0 w 1109513"/>
                <a:gd name="connsiteY0" fmla="*/ 0 h 1097280"/>
                <a:gd name="connsiteX1" fmla="*/ 977900 w 1109513"/>
                <a:gd name="connsiteY1" fmla="*/ 1092200 h 1097280"/>
                <a:gd name="connsiteX2" fmla="*/ 1066800 w 1109513"/>
                <a:gd name="connsiteY2" fmla="*/ 127000 h 1097280"/>
                <a:gd name="connsiteX3" fmla="*/ 0 w 1109513"/>
                <a:gd name="connsiteY3" fmla="*/ 0 h 1097280"/>
                <a:gd name="connsiteX0" fmla="*/ 0 w 1020772"/>
                <a:gd name="connsiteY0" fmla="*/ 50626 h 1147550"/>
                <a:gd name="connsiteX1" fmla="*/ 977900 w 1020772"/>
                <a:gd name="connsiteY1" fmla="*/ 1142826 h 1147550"/>
                <a:gd name="connsiteX2" fmla="*/ 939800 w 1020772"/>
                <a:gd name="connsiteY2" fmla="*/ 63326 h 1147550"/>
                <a:gd name="connsiteX3" fmla="*/ 0 w 1020772"/>
                <a:gd name="connsiteY3" fmla="*/ 50626 h 1147550"/>
                <a:gd name="connsiteX0" fmla="*/ 0 w 982759"/>
                <a:gd name="connsiteY0" fmla="*/ 0 h 1100679"/>
                <a:gd name="connsiteX1" fmla="*/ 977900 w 982759"/>
                <a:gd name="connsiteY1" fmla="*/ 1092200 h 1100679"/>
                <a:gd name="connsiteX2" fmla="*/ 939800 w 982759"/>
                <a:gd name="connsiteY2" fmla="*/ 12700 h 1100679"/>
                <a:gd name="connsiteX3" fmla="*/ 0 w 982759"/>
                <a:gd name="connsiteY3" fmla="*/ 0 h 1100679"/>
                <a:gd name="connsiteX0" fmla="*/ 0 w 1032910"/>
                <a:gd name="connsiteY0" fmla="*/ 0 h 1062945"/>
                <a:gd name="connsiteX1" fmla="*/ 1028700 w 1032910"/>
                <a:gd name="connsiteY1" fmla="*/ 1054100 h 1062945"/>
                <a:gd name="connsiteX2" fmla="*/ 939800 w 1032910"/>
                <a:gd name="connsiteY2" fmla="*/ 12700 h 1062945"/>
                <a:gd name="connsiteX3" fmla="*/ 0 w 1032910"/>
                <a:gd name="connsiteY3" fmla="*/ 0 h 1062945"/>
                <a:gd name="connsiteX0" fmla="*/ 0 w 1032910"/>
                <a:gd name="connsiteY0" fmla="*/ 0 h 1071105"/>
                <a:gd name="connsiteX1" fmla="*/ 1028700 w 1032910"/>
                <a:gd name="connsiteY1" fmla="*/ 1054100 h 1071105"/>
                <a:gd name="connsiteX2" fmla="*/ 939800 w 1032910"/>
                <a:gd name="connsiteY2" fmla="*/ 12700 h 1071105"/>
                <a:gd name="connsiteX3" fmla="*/ 0 w 1032910"/>
                <a:gd name="connsiteY3" fmla="*/ 0 h 1071105"/>
                <a:gd name="connsiteX0" fmla="*/ 0 w 1033718"/>
                <a:gd name="connsiteY0" fmla="*/ 0 h 1071105"/>
                <a:gd name="connsiteX1" fmla="*/ 1028700 w 1033718"/>
                <a:gd name="connsiteY1" fmla="*/ 1054100 h 1071105"/>
                <a:gd name="connsiteX2" fmla="*/ 939800 w 1033718"/>
                <a:gd name="connsiteY2" fmla="*/ 12700 h 1071105"/>
                <a:gd name="connsiteX3" fmla="*/ 0 w 1033718"/>
                <a:gd name="connsiteY3" fmla="*/ 0 h 1071105"/>
                <a:gd name="connsiteX0" fmla="*/ 0 w 1029017"/>
                <a:gd name="connsiteY0" fmla="*/ 0 h 1111483"/>
                <a:gd name="connsiteX1" fmla="*/ 1023937 w 1029017"/>
                <a:gd name="connsiteY1" fmla="*/ 1096963 h 1111483"/>
                <a:gd name="connsiteX2" fmla="*/ 939800 w 1029017"/>
                <a:gd name="connsiteY2" fmla="*/ 12700 h 1111483"/>
                <a:gd name="connsiteX3" fmla="*/ 0 w 1029017"/>
                <a:gd name="connsiteY3" fmla="*/ 0 h 1111483"/>
                <a:gd name="connsiteX0" fmla="*/ 0 w 1029888"/>
                <a:gd name="connsiteY0" fmla="*/ 0 h 1111483"/>
                <a:gd name="connsiteX1" fmla="*/ 1023937 w 1029888"/>
                <a:gd name="connsiteY1" fmla="*/ 1096963 h 1111483"/>
                <a:gd name="connsiteX2" fmla="*/ 939800 w 1029888"/>
                <a:gd name="connsiteY2" fmla="*/ 12700 h 1111483"/>
                <a:gd name="connsiteX3" fmla="*/ 0 w 1029888"/>
                <a:gd name="connsiteY3" fmla="*/ 0 h 1111483"/>
                <a:gd name="connsiteX0" fmla="*/ 0 w 1029888"/>
                <a:gd name="connsiteY0" fmla="*/ 0 h 1111483"/>
                <a:gd name="connsiteX1" fmla="*/ 1023937 w 1029888"/>
                <a:gd name="connsiteY1" fmla="*/ 1096963 h 1111483"/>
                <a:gd name="connsiteX2" fmla="*/ 939800 w 1029888"/>
                <a:gd name="connsiteY2" fmla="*/ 12700 h 1111483"/>
                <a:gd name="connsiteX3" fmla="*/ 91440 w 1029888"/>
                <a:gd name="connsiteY3" fmla="*/ 91440 h 1111483"/>
                <a:gd name="connsiteX0" fmla="*/ 0 w 1029888"/>
                <a:gd name="connsiteY0" fmla="*/ 0 h 1111483"/>
                <a:gd name="connsiteX1" fmla="*/ 1023937 w 1029888"/>
                <a:gd name="connsiteY1" fmla="*/ 1096963 h 1111483"/>
                <a:gd name="connsiteX2" fmla="*/ 939800 w 1029888"/>
                <a:gd name="connsiteY2" fmla="*/ 12700 h 111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9888" h="1111483">
                  <a:moveTo>
                    <a:pt x="0" y="0"/>
                  </a:moveTo>
                  <a:cubicBezTo>
                    <a:pt x="71967" y="1037167"/>
                    <a:pt x="950383" y="1163108"/>
                    <a:pt x="1023937" y="1096963"/>
                  </a:cubicBezTo>
                  <a:cubicBezTo>
                    <a:pt x="1080030" y="1022350"/>
                    <a:pt x="715433" y="355600"/>
                    <a:pt x="939800" y="12700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DE6C014-447C-84D5-FDFF-D8A5A5F0AF27}"/>
                </a:ext>
              </a:extLst>
            </p:cNvPr>
            <p:cNvSpPr/>
            <p:nvPr/>
          </p:nvSpPr>
          <p:spPr>
            <a:xfrm>
              <a:off x="2470150" y="2819561"/>
              <a:ext cx="126839" cy="126839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4791FF6-4AB6-9633-D2FF-7AA0C05A77E5}"/>
              </a:ext>
            </a:extLst>
          </p:cNvPr>
          <p:cNvGrpSpPr/>
          <p:nvPr/>
        </p:nvGrpSpPr>
        <p:grpSpPr>
          <a:xfrm>
            <a:off x="6362485" y="805512"/>
            <a:ext cx="7292948" cy="5184542"/>
            <a:chOff x="1368450" y="1300347"/>
            <a:chExt cx="7292948" cy="5184542"/>
          </a:xfrm>
        </p:grpSpPr>
        <p:sp>
          <p:nvSpPr>
            <p:cNvPr id="19" name="Rectangle 2">
              <a:extLst>
                <a:ext uri="{FF2B5EF4-FFF2-40B4-BE49-F238E27FC236}">
                  <a16:creationId xmlns:a16="http://schemas.microsoft.com/office/drawing/2014/main" id="{04397139-28E4-64E9-7075-1F66635DA0E1}"/>
                </a:ext>
              </a:extLst>
            </p:cNvPr>
            <p:cNvSpPr/>
            <p:nvPr/>
          </p:nvSpPr>
          <p:spPr>
            <a:xfrm>
              <a:off x="1368450" y="1917361"/>
              <a:ext cx="7292948" cy="4567528"/>
            </a:xfrm>
            <a:custGeom>
              <a:avLst/>
              <a:gdLst>
                <a:gd name="connsiteX0" fmla="*/ 0 w 1803400"/>
                <a:gd name="connsiteY0" fmla="*/ 0 h 520700"/>
                <a:gd name="connsiteX1" fmla="*/ 1803400 w 1803400"/>
                <a:gd name="connsiteY1" fmla="*/ 0 h 520700"/>
                <a:gd name="connsiteX2" fmla="*/ 1803400 w 1803400"/>
                <a:gd name="connsiteY2" fmla="*/ 520700 h 520700"/>
                <a:gd name="connsiteX3" fmla="*/ 0 w 1803400"/>
                <a:gd name="connsiteY3" fmla="*/ 520700 h 520700"/>
                <a:gd name="connsiteX4" fmla="*/ 0 w 1803400"/>
                <a:gd name="connsiteY4" fmla="*/ 0 h 520700"/>
                <a:gd name="connsiteX0" fmla="*/ 88900 w 1892300"/>
                <a:gd name="connsiteY0" fmla="*/ 0 h 520700"/>
                <a:gd name="connsiteX1" fmla="*/ 1892300 w 1892300"/>
                <a:gd name="connsiteY1" fmla="*/ 0 h 520700"/>
                <a:gd name="connsiteX2" fmla="*/ 1892300 w 1892300"/>
                <a:gd name="connsiteY2" fmla="*/ 520700 h 520700"/>
                <a:gd name="connsiteX3" fmla="*/ 0 w 1892300"/>
                <a:gd name="connsiteY3" fmla="*/ 444500 h 520700"/>
                <a:gd name="connsiteX4" fmla="*/ 88900 w 1892300"/>
                <a:gd name="connsiteY4" fmla="*/ 0 h 520700"/>
                <a:gd name="connsiteX0" fmla="*/ 520700 w 2324100"/>
                <a:gd name="connsiteY0" fmla="*/ 0 h 825857"/>
                <a:gd name="connsiteX1" fmla="*/ 2324100 w 2324100"/>
                <a:gd name="connsiteY1" fmla="*/ 0 h 825857"/>
                <a:gd name="connsiteX2" fmla="*/ 2324100 w 2324100"/>
                <a:gd name="connsiteY2" fmla="*/ 520700 h 825857"/>
                <a:gd name="connsiteX3" fmla="*/ 0 w 2324100"/>
                <a:gd name="connsiteY3" fmla="*/ 825500 h 825857"/>
                <a:gd name="connsiteX4" fmla="*/ 431800 w 2324100"/>
                <a:gd name="connsiteY4" fmla="*/ 444500 h 825857"/>
                <a:gd name="connsiteX5" fmla="*/ 520700 w 2324100"/>
                <a:gd name="connsiteY5" fmla="*/ 0 h 825857"/>
                <a:gd name="connsiteX0" fmla="*/ 520700 w 2324100"/>
                <a:gd name="connsiteY0" fmla="*/ 0 h 987714"/>
                <a:gd name="connsiteX1" fmla="*/ 2324100 w 2324100"/>
                <a:gd name="connsiteY1" fmla="*/ 0 h 987714"/>
                <a:gd name="connsiteX2" fmla="*/ 2324100 w 2324100"/>
                <a:gd name="connsiteY2" fmla="*/ 520700 h 987714"/>
                <a:gd name="connsiteX3" fmla="*/ 1066800 w 2324100"/>
                <a:gd name="connsiteY3" fmla="*/ 977900 h 987714"/>
                <a:gd name="connsiteX4" fmla="*/ 0 w 2324100"/>
                <a:gd name="connsiteY4" fmla="*/ 825500 h 987714"/>
                <a:gd name="connsiteX5" fmla="*/ 431800 w 2324100"/>
                <a:gd name="connsiteY5" fmla="*/ 444500 h 987714"/>
                <a:gd name="connsiteX6" fmla="*/ 520700 w 2324100"/>
                <a:gd name="connsiteY6" fmla="*/ 0 h 987714"/>
                <a:gd name="connsiteX0" fmla="*/ 520700 w 5626100"/>
                <a:gd name="connsiteY0" fmla="*/ 0 h 2520306"/>
                <a:gd name="connsiteX1" fmla="*/ 2324100 w 5626100"/>
                <a:gd name="connsiteY1" fmla="*/ 0 h 2520306"/>
                <a:gd name="connsiteX2" fmla="*/ 5626100 w 5626100"/>
                <a:gd name="connsiteY2" fmla="*/ 2514600 h 2520306"/>
                <a:gd name="connsiteX3" fmla="*/ 1066800 w 5626100"/>
                <a:gd name="connsiteY3" fmla="*/ 977900 h 2520306"/>
                <a:gd name="connsiteX4" fmla="*/ 0 w 5626100"/>
                <a:gd name="connsiteY4" fmla="*/ 825500 h 2520306"/>
                <a:gd name="connsiteX5" fmla="*/ 431800 w 5626100"/>
                <a:gd name="connsiteY5" fmla="*/ 444500 h 2520306"/>
                <a:gd name="connsiteX6" fmla="*/ 520700 w 5626100"/>
                <a:gd name="connsiteY6" fmla="*/ 0 h 2520306"/>
                <a:gd name="connsiteX0" fmla="*/ 520700 w 5626100"/>
                <a:gd name="connsiteY0" fmla="*/ 0 h 3898899"/>
                <a:gd name="connsiteX1" fmla="*/ 2324100 w 5626100"/>
                <a:gd name="connsiteY1" fmla="*/ 0 h 3898899"/>
                <a:gd name="connsiteX2" fmla="*/ 5486400 w 5626100"/>
                <a:gd name="connsiteY2" fmla="*/ 3898899 h 3898899"/>
                <a:gd name="connsiteX3" fmla="*/ 5626100 w 5626100"/>
                <a:gd name="connsiteY3" fmla="*/ 2514600 h 3898899"/>
                <a:gd name="connsiteX4" fmla="*/ 1066800 w 5626100"/>
                <a:gd name="connsiteY4" fmla="*/ 977900 h 3898899"/>
                <a:gd name="connsiteX5" fmla="*/ 0 w 5626100"/>
                <a:gd name="connsiteY5" fmla="*/ 825500 h 3898899"/>
                <a:gd name="connsiteX6" fmla="*/ 431800 w 5626100"/>
                <a:gd name="connsiteY6" fmla="*/ 444500 h 3898899"/>
                <a:gd name="connsiteX7" fmla="*/ 520700 w 5626100"/>
                <a:gd name="connsiteY7" fmla="*/ 0 h 3898899"/>
                <a:gd name="connsiteX0" fmla="*/ 520700 w 6152891"/>
                <a:gd name="connsiteY0" fmla="*/ 0 h 3909312"/>
                <a:gd name="connsiteX1" fmla="*/ 2324100 w 6152891"/>
                <a:gd name="connsiteY1" fmla="*/ 0 h 3909312"/>
                <a:gd name="connsiteX2" fmla="*/ 6019800 w 6152891"/>
                <a:gd name="connsiteY2" fmla="*/ 2959099 h 3909312"/>
                <a:gd name="connsiteX3" fmla="*/ 5486400 w 6152891"/>
                <a:gd name="connsiteY3" fmla="*/ 3898899 h 3909312"/>
                <a:gd name="connsiteX4" fmla="*/ 5626100 w 6152891"/>
                <a:gd name="connsiteY4" fmla="*/ 2514600 h 3909312"/>
                <a:gd name="connsiteX5" fmla="*/ 1066800 w 6152891"/>
                <a:gd name="connsiteY5" fmla="*/ 977900 h 3909312"/>
                <a:gd name="connsiteX6" fmla="*/ 0 w 6152891"/>
                <a:gd name="connsiteY6" fmla="*/ 825500 h 3909312"/>
                <a:gd name="connsiteX7" fmla="*/ 431800 w 6152891"/>
                <a:gd name="connsiteY7" fmla="*/ 444500 h 3909312"/>
                <a:gd name="connsiteX8" fmla="*/ 520700 w 6152891"/>
                <a:gd name="connsiteY8" fmla="*/ 0 h 3909312"/>
                <a:gd name="connsiteX0" fmla="*/ 520700 w 7267027"/>
                <a:gd name="connsiteY0" fmla="*/ 0 h 3906473"/>
                <a:gd name="connsiteX1" fmla="*/ 2324100 w 7267027"/>
                <a:gd name="connsiteY1" fmla="*/ 0 h 3906473"/>
                <a:gd name="connsiteX2" fmla="*/ 7150100 w 7267027"/>
                <a:gd name="connsiteY2" fmla="*/ 2819398 h 3906473"/>
                <a:gd name="connsiteX3" fmla="*/ 6019800 w 7267027"/>
                <a:gd name="connsiteY3" fmla="*/ 2959099 h 3906473"/>
                <a:gd name="connsiteX4" fmla="*/ 5486400 w 7267027"/>
                <a:gd name="connsiteY4" fmla="*/ 3898899 h 3906473"/>
                <a:gd name="connsiteX5" fmla="*/ 5626100 w 7267027"/>
                <a:gd name="connsiteY5" fmla="*/ 2514600 h 3906473"/>
                <a:gd name="connsiteX6" fmla="*/ 1066800 w 7267027"/>
                <a:gd name="connsiteY6" fmla="*/ 977900 h 3906473"/>
                <a:gd name="connsiteX7" fmla="*/ 0 w 7267027"/>
                <a:gd name="connsiteY7" fmla="*/ 825500 h 3906473"/>
                <a:gd name="connsiteX8" fmla="*/ 431800 w 7267027"/>
                <a:gd name="connsiteY8" fmla="*/ 444500 h 3906473"/>
                <a:gd name="connsiteX9" fmla="*/ 520700 w 7267027"/>
                <a:gd name="connsiteY9" fmla="*/ 0 h 3906473"/>
                <a:gd name="connsiteX0" fmla="*/ 520700 w 7150460"/>
                <a:gd name="connsiteY0" fmla="*/ 0 h 3906473"/>
                <a:gd name="connsiteX1" fmla="*/ 2324100 w 7150460"/>
                <a:gd name="connsiteY1" fmla="*/ 0 h 3906473"/>
                <a:gd name="connsiteX2" fmla="*/ 5918200 w 7150460"/>
                <a:gd name="connsiteY2" fmla="*/ 2336799 h 3906473"/>
                <a:gd name="connsiteX3" fmla="*/ 7150100 w 7150460"/>
                <a:gd name="connsiteY3" fmla="*/ 2819398 h 3906473"/>
                <a:gd name="connsiteX4" fmla="*/ 6019800 w 7150460"/>
                <a:gd name="connsiteY4" fmla="*/ 2959099 h 3906473"/>
                <a:gd name="connsiteX5" fmla="*/ 5486400 w 7150460"/>
                <a:gd name="connsiteY5" fmla="*/ 3898899 h 3906473"/>
                <a:gd name="connsiteX6" fmla="*/ 5626100 w 7150460"/>
                <a:gd name="connsiteY6" fmla="*/ 2514600 h 3906473"/>
                <a:gd name="connsiteX7" fmla="*/ 1066800 w 7150460"/>
                <a:gd name="connsiteY7" fmla="*/ 977900 h 3906473"/>
                <a:gd name="connsiteX8" fmla="*/ 0 w 7150460"/>
                <a:gd name="connsiteY8" fmla="*/ 825500 h 3906473"/>
                <a:gd name="connsiteX9" fmla="*/ 431800 w 7150460"/>
                <a:gd name="connsiteY9" fmla="*/ 444500 h 3906473"/>
                <a:gd name="connsiteX10" fmla="*/ 520700 w 7150460"/>
                <a:gd name="connsiteY10" fmla="*/ 0 h 3906473"/>
                <a:gd name="connsiteX0" fmla="*/ 520700 w 7150460"/>
                <a:gd name="connsiteY0" fmla="*/ 444500 h 4350973"/>
                <a:gd name="connsiteX1" fmla="*/ 3594100 w 7150460"/>
                <a:gd name="connsiteY1" fmla="*/ 0 h 4350973"/>
                <a:gd name="connsiteX2" fmla="*/ 5918200 w 7150460"/>
                <a:gd name="connsiteY2" fmla="*/ 2781299 h 4350973"/>
                <a:gd name="connsiteX3" fmla="*/ 7150100 w 7150460"/>
                <a:gd name="connsiteY3" fmla="*/ 3263898 h 4350973"/>
                <a:gd name="connsiteX4" fmla="*/ 6019800 w 7150460"/>
                <a:gd name="connsiteY4" fmla="*/ 3403599 h 4350973"/>
                <a:gd name="connsiteX5" fmla="*/ 5486400 w 7150460"/>
                <a:gd name="connsiteY5" fmla="*/ 4343399 h 4350973"/>
                <a:gd name="connsiteX6" fmla="*/ 5626100 w 7150460"/>
                <a:gd name="connsiteY6" fmla="*/ 2959100 h 4350973"/>
                <a:gd name="connsiteX7" fmla="*/ 1066800 w 7150460"/>
                <a:gd name="connsiteY7" fmla="*/ 1422400 h 4350973"/>
                <a:gd name="connsiteX8" fmla="*/ 0 w 7150460"/>
                <a:gd name="connsiteY8" fmla="*/ 1270000 h 4350973"/>
                <a:gd name="connsiteX9" fmla="*/ 431800 w 7150460"/>
                <a:gd name="connsiteY9" fmla="*/ 889000 h 4350973"/>
                <a:gd name="connsiteX10" fmla="*/ 520700 w 7150460"/>
                <a:gd name="connsiteY10" fmla="*/ 444500 h 4350973"/>
                <a:gd name="connsiteX0" fmla="*/ 520700 w 7150460"/>
                <a:gd name="connsiteY0" fmla="*/ 660401 h 4566874"/>
                <a:gd name="connsiteX1" fmla="*/ 2374900 w 7150460"/>
                <a:gd name="connsiteY1" fmla="*/ 0 h 4566874"/>
                <a:gd name="connsiteX2" fmla="*/ 3594100 w 7150460"/>
                <a:gd name="connsiteY2" fmla="*/ 215901 h 4566874"/>
                <a:gd name="connsiteX3" fmla="*/ 5918200 w 7150460"/>
                <a:gd name="connsiteY3" fmla="*/ 2997200 h 4566874"/>
                <a:gd name="connsiteX4" fmla="*/ 7150100 w 7150460"/>
                <a:gd name="connsiteY4" fmla="*/ 3479799 h 4566874"/>
                <a:gd name="connsiteX5" fmla="*/ 6019800 w 7150460"/>
                <a:gd name="connsiteY5" fmla="*/ 3619500 h 4566874"/>
                <a:gd name="connsiteX6" fmla="*/ 5486400 w 7150460"/>
                <a:gd name="connsiteY6" fmla="*/ 4559300 h 4566874"/>
                <a:gd name="connsiteX7" fmla="*/ 5626100 w 7150460"/>
                <a:gd name="connsiteY7" fmla="*/ 3175001 h 4566874"/>
                <a:gd name="connsiteX8" fmla="*/ 1066800 w 7150460"/>
                <a:gd name="connsiteY8" fmla="*/ 1638301 h 4566874"/>
                <a:gd name="connsiteX9" fmla="*/ 0 w 7150460"/>
                <a:gd name="connsiteY9" fmla="*/ 1485901 h 4566874"/>
                <a:gd name="connsiteX10" fmla="*/ 431800 w 7150460"/>
                <a:gd name="connsiteY10" fmla="*/ 1104901 h 4566874"/>
                <a:gd name="connsiteX11" fmla="*/ 520700 w 7150460"/>
                <a:gd name="connsiteY11" fmla="*/ 660401 h 4566874"/>
                <a:gd name="connsiteX0" fmla="*/ 431800 w 7150460"/>
                <a:gd name="connsiteY0" fmla="*/ 1104901 h 4566874"/>
                <a:gd name="connsiteX1" fmla="*/ 2374900 w 7150460"/>
                <a:gd name="connsiteY1" fmla="*/ 0 h 4566874"/>
                <a:gd name="connsiteX2" fmla="*/ 3594100 w 7150460"/>
                <a:gd name="connsiteY2" fmla="*/ 215901 h 4566874"/>
                <a:gd name="connsiteX3" fmla="*/ 5918200 w 7150460"/>
                <a:gd name="connsiteY3" fmla="*/ 2997200 h 4566874"/>
                <a:gd name="connsiteX4" fmla="*/ 7150100 w 7150460"/>
                <a:gd name="connsiteY4" fmla="*/ 3479799 h 4566874"/>
                <a:gd name="connsiteX5" fmla="*/ 6019800 w 7150460"/>
                <a:gd name="connsiteY5" fmla="*/ 3619500 h 4566874"/>
                <a:gd name="connsiteX6" fmla="*/ 5486400 w 7150460"/>
                <a:gd name="connsiteY6" fmla="*/ 4559300 h 4566874"/>
                <a:gd name="connsiteX7" fmla="*/ 5626100 w 7150460"/>
                <a:gd name="connsiteY7" fmla="*/ 3175001 h 4566874"/>
                <a:gd name="connsiteX8" fmla="*/ 1066800 w 7150460"/>
                <a:gd name="connsiteY8" fmla="*/ 1638301 h 4566874"/>
                <a:gd name="connsiteX9" fmla="*/ 0 w 7150460"/>
                <a:gd name="connsiteY9" fmla="*/ 1485901 h 4566874"/>
                <a:gd name="connsiteX10" fmla="*/ 431800 w 7150460"/>
                <a:gd name="connsiteY10" fmla="*/ 1104901 h 4566874"/>
                <a:gd name="connsiteX0" fmla="*/ 454521 w 7173181"/>
                <a:gd name="connsiteY0" fmla="*/ 1104901 h 4566874"/>
                <a:gd name="connsiteX1" fmla="*/ 2397621 w 7173181"/>
                <a:gd name="connsiteY1" fmla="*/ 0 h 4566874"/>
                <a:gd name="connsiteX2" fmla="*/ 3616821 w 7173181"/>
                <a:gd name="connsiteY2" fmla="*/ 215901 h 4566874"/>
                <a:gd name="connsiteX3" fmla="*/ 5940921 w 7173181"/>
                <a:gd name="connsiteY3" fmla="*/ 2997200 h 4566874"/>
                <a:gd name="connsiteX4" fmla="*/ 7172821 w 7173181"/>
                <a:gd name="connsiteY4" fmla="*/ 3479799 h 4566874"/>
                <a:gd name="connsiteX5" fmla="*/ 6042521 w 7173181"/>
                <a:gd name="connsiteY5" fmla="*/ 3619500 h 4566874"/>
                <a:gd name="connsiteX6" fmla="*/ 5509121 w 7173181"/>
                <a:gd name="connsiteY6" fmla="*/ 4559300 h 4566874"/>
                <a:gd name="connsiteX7" fmla="*/ 5648821 w 7173181"/>
                <a:gd name="connsiteY7" fmla="*/ 3175001 h 4566874"/>
                <a:gd name="connsiteX8" fmla="*/ 1089521 w 7173181"/>
                <a:gd name="connsiteY8" fmla="*/ 1638301 h 4566874"/>
                <a:gd name="connsiteX9" fmla="*/ 22721 w 7173181"/>
                <a:gd name="connsiteY9" fmla="*/ 1485901 h 4566874"/>
                <a:gd name="connsiteX10" fmla="*/ 454521 w 7173181"/>
                <a:gd name="connsiteY10" fmla="*/ 1104901 h 4566874"/>
                <a:gd name="connsiteX0" fmla="*/ 574648 w 7293308"/>
                <a:gd name="connsiteY0" fmla="*/ 1104901 h 4566874"/>
                <a:gd name="connsiteX1" fmla="*/ 2517748 w 7293308"/>
                <a:gd name="connsiteY1" fmla="*/ 0 h 4566874"/>
                <a:gd name="connsiteX2" fmla="*/ 3736948 w 7293308"/>
                <a:gd name="connsiteY2" fmla="*/ 215901 h 4566874"/>
                <a:gd name="connsiteX3" fmla="*/ 6061048 w 7293308"/>
                <a:gd name="connsiteY3" fmla="*/ 2997200 h 4566874"/>
                <a:gd name="connsiteX4" fmla="*/ 7292948 w 7293308"/>
                <a:gd name="connsiteY4" fmla="*/ 3479799 h 4566874"/>
                <a:gd name="connsiteX5" fmla="*/ 6162648 w 7293308"/>
                <a:gd name="connsiteY5" fmla="*/ 3619500 h 4566874"/>
                <a:gd name="connsiteX6" fmla="*/ 5629248 w 7293308"/>
                <a:gd name="connsiteY6" fmla="*/ 4559300 h 4566874"/>
                <a:gd name="connsiteX7" fmla="*/ 5768948 w 7293308"/>
                <a:gd name="connsiteY7" fmla="*/ 3175001 h 4566874"/>
                <a:gd name="connsiteX8" fmla="*/ 1209648 w 7293308"/>
                <a:gd name="connsiteY8" fmla="*/ 1638301 h 4566874"/>
                <a:gd name="connsiteX9" fmla="*/ 142848 w 7293308"/>
                <a:gd name="connsiteY9" fmla="*/ 1485901 h 4566874"/>
                <a:gd name="connsiteX10" fmla="*/ 574648 w 7293308"/>
                <a:gd name="connsiteY10" fmla="*/ 1104901 h 4566874"/>
                <a:gd name="connsiteX0" fmla="*/ 574648 w 7293308"/>
                <a:gd name="connsiteY0" fmla="*/ 1104901 h 4566874"/>
                <a:gd name="connsiteX1" fmla="*/ 2517748 w 7293308"/>
                <a:gd name="connsiteY1" fmla="*/ 0 h 4566874"/>
                <a:gd name="connsiteX2" fmla="*/ 3736948 w 7293308"/>
                <a:gd name="connsiteY2" fmla="*/ 215901 h 4566874"/>
                <a:gd name="connsiteX3" fmla="*/ 6061048 w 7293308"/>
                <a:gd name="connsiteY3" fmla="*/ 2997200 h 4566874"/>
                <a:gd name="connsiteX4" fmla="*/ 7292948 w 7293308"/>
                <a:gd name="connsiteY4" fmla="*/ 3479799 h 4566874"/>
                <a:gd name="connsiteX5" fmla="*/ 6162648 w 7293308"/>
                <a:gd name="connsiteY5" fmla="*/ 3619500 h 4566874"/>
                <a:gd name="connsiteX6" fmla="*/ 5629248 w 7293308"/>
                <a:gd name="connsiteY6" fmla="*/ 4559300 h 4566874"/>
                <a:gd name="connsiteX7" fmla="*/ 5768948 w 7293308"/>
                <a:gd name="connsiteY7" fmla="*/ 3175001 h 4566874"/>
                <a:gd name="connsiteX8" fmla="*/ 1209648 w 7293308"/>
                <a:gd name="connsiteY8" fmla="*/ 1638301 h 4566874"/>
                <a:gd name="connsiteX9" fmla="*/ 142848 w 7293308"/>
                <a:gd name="connsiteY9" fmla="*/ 1485901 h 4566874"/>
                <a:gd name="connsiteX10" fmla="*/ 574648 w 7293308"/>
                <a:gd name="connsiteY10" fmla="*/ 1104901 h 4566874"/>
                <a:gd name="connsiteX0" fmla="*/ 574648 w 7293308"/>
                <a:gd name="connsiteY0" fmla="*/ 1104901 h 4566874"/>
                <a:gd name="connsiteX1" fmla="*/ 2517748 w 7293308"/>
                <a:gd name="connsiteY1" fmla="*/ 0 h 4566874"/>
                <a:gd name="connsiteX2" fmla="*/ 3736948 w 7293308"/>
                <a:gd name="connsiteY2" fmla="*/ 215901 h 4566874"/>
                <a:gd name="connsiteX3" fmla="*/ 6061048 w 7293308"/>
                <a:gd name="connsiteY3" fmla="*/ 2997200 h 4566874"/>
                <a:gd name="connsiteX4" fmla="*/ 7292948 w 7293308"/>
                <a:gd name="connsiteY4" fmla="*/ 3479799 h 4566874"/>
                <a:gd name="connsiteX5" fmla="*/ 6162648 w 7293308"/>
                <a:gd name="connsiteY5" fmla="*/ 3619500 h 4566874"/>
                <a:gd name="connsiteX6" fmla="*/ 5629248 w 7293308"/>
                <a:gd name="connsiteY6" fmla="*/ 4559300 h 4566874"/>
                <a:gd name="connsiteX7" fmla="*/ 5768948 w 7293308"/>
                <a:gd name="connsiteY7" fmla="*/ 3175001 h 4566874"/>
                <a:gd name="connsiteX8" fmla="*/ 1209648 w 7293308"/>
                <a:gd name="connsiteY8" fmla="*/ 1638301 h 4566874"/>
                <a:gd name="connsiteX9" fmla="*/ 142848 w 7293308"/>
                <a:gd name="connsiteY9" fmla="*/ 1485901 h 4566874"/>
                <a:gd name="connsiteX10" fmla="*/ 574648 w 7293308"/>
                <a:gd name="connsiteY10" fmla="*/ 1104901 h 4566874"/>
                <a:gd name="connsiteX0" fmla="*/ 574648 w 7293308"/>
                <a:gd name="connsiteY0" fmla="*/ 1104901 h 4566874"/>
                <a:gd name="connsiteX1" fmla="*/ 2517748 w 7293308"/>
                <a:gd name="connsiteY1" fmla="*/ 0 h 4566874"/>
                <a:gd name="connsiteX2" fmla="*/ 3736948 w 7293308"/>
                <a:gd name="connsiteY2" fmla="*/ 215901 h 4566874"/>
                <a:gd name="connsiteX3" fmla="*/ 6061048 w 7293308"/>
                <a:gd name="connsiteY3" fmla="*/ 2997200 h 4566874"/>
                <a:gd name="connsiteX4" fmla="*/ 7292948 w 7293308"/>
                <a:gd name="connsiteY4" fmla="*/ 3479799 h 4566874"/>
                <a:gd name="connsiteX5" fmla="*/ 6162648 w 7293308"/>
                <a:gd name="connsiteY5" fmla="*/ 3619500 h 4566874"/>
                <a:gd name="connsiteX6" fmla="*/ 5629248 w 7293308"/>
                <a:gd name="connsiteY6" fmla="*/ 4559300 h 4566874"/>
                <a:gd name="connsiteX7" fmla="*/ 5768948 w 7293308"/>
                <a:gd name="connsiteY7" fmla="*/ 3175001 h 4566874"/>
                <a:gd name="connsiteX8" fmla="*/ 1209648 w 7293308"/>
                <a:gd name="connsiteY8" fmla="*/ 1638301 h 4566874"/>
                <a:gd name="connsiteX9" fmla="*/ 142848 w 7293308"/>
                <a:gd name="connsiteY9" fmla="*/ 1485901 h 4566874"/>
                <a:gd name="connsiteX10" fmla="*/ 574648 w 7293308"/>
                <a:gd name="connsiteY10" fmla="*/ 1104901 h 4566874"/>
                <a:gd name="connsiteX0" fmla="*/ 574648 w 7293308"/>
                <a:gd name="connsiteY0" fmla="*/ 1104901 h 4566874"/>
                <a:gd name="connsiteX1" fmla="*/ 2517748 w 7293308"/>
                <a:gd name="connsiteY1" fmla="*/ 0 h 4566874"/>
                <a:gd name="connsiteX2" fmla="*/ 3736948 w 7293308"/>
                <a:gd name="connsiteY2" fmla="*/ 215901 h 4566874"/>
                <a:gd name="connsiteX3" fmla="*/ 6061048 w 7293308"/>
                <a:gd name="connsiteY3" fmla="*/ 2997200 h 4566874"/>
                <a:gd name="connsiteX4" fmla="*/ 7292948 w 7293308"/>
                <a:gd name="connsiteY4" fmla="*/ 3479799 h 4566874"/>
                <a:gd name="connsiteX5" fmla="*/ 6162648 w 7293308"/>
                <a:gd name="connsiteY5" fmla="*/ 3619500 h 4566874"/>
                <a:gd name="connsiteX6" fmla="*/ 5629248 w 7293308"/>
                <a:gd name="connsiteY6" fmla="*/ 4559300 h 4566874"/>
                <a:gd name="connsiteX7" fmla="*/ 5768948 w 7293308"/>
                <a:gd name="connsiteY7" fmla="*/ 3175001 h 4566874"/>
                <a:gd name="connsiteX8" fmla="*/ 1209648 w 7293308"/>
                <a:gd name="connsiteY8" fmla="*/ 1638301 h 4566874"/>
                <a:gd name="connsiteX9" fmla="*/ 142848 w 7293308"/>
                <a:gd name="connsiteY9" fmla="*/ 1485901 h 4566874"/>
                <a:gd name="connsiteX10" fmla="*/ 574648 w 7293308"/>
                <a:gd name="connsiteY10" fmla="*/ 1104901 h 4566874"/>
                <a:gd name="connsiteX0" fmla="*/ 574648 w 7293308"/>
                <a:gd name="connsiteY0" fmla="*/ 1105240 h 4567213"/>
                <a:gd name="connsiteX1" fmla="*/ 2517748 w 7293308"/>
                <a:gd name="connsiteY1" fmla="*/ 339 h 4567213"/>
                <a:gd name="connsiteX2" fmla="*/ 3736948 w 7293308"/>
                <a:gd name="connsiteY2" fmla="*/ 216240 h 4567213"/>
                <a:gd name="connsiteX3" fmla="*/ 6061048 w 7293308"/>
                <a:gd name="connsiteY3" fmla="*/ 2997539 h 4567213"/>
                <a:gd name="connsiteX4" fmla="*/ 7292948 w 7293308"/>
                <a:gd name="connsiteY4" fmla="*/ 3480138 h 4567213"/>
                <a:gd name="connsiteX5" fmla="*/ 6162648 w 7293308"/>
                <a:gd name="connsiteY5" fmla="*/ 3619839 h 4567213"/>
                <a:gd name="connsiteX6" fmla="*/ 5629248 w 7293308"/>
                <a:gd name="connsiteY6" fmla="*/ 4559639 h 4567213"/>
                <a:gd name="connsiteX7" fmla="*/ 5768948 w 7293308"/>
                <a:gd name="connsiteY7" fmla="*/ 3175340 h 4567213"/>
                <a:gd name="connsiteX8" fmla="*/ 1209648 w 7293308"/>
                <a:gd name="connsiteY8" fmla="*/ 1638640 h 4567213"/>
                <a:gd name="connsiteX9" fmla="*/ 142848 w 7293308"/>
                <a:gd name="connsiteY9" fmla="*/ 1486240 h 4567213"/>
                <a:gd name="connsiteX10" fmla="*/ 574648 w 7293308"/>
                <a:gd name="connsiteY10" fmla="*/ 1105240 h 4567213"/>
                <a:gd name="connsiteX0" fmla="*/ 574648 w 7293308"/>
                <a:gd name="connsiteY0" fmla="*/ 1105240 h 4567213"/>
                <a:gd name="connsiteX1" fmla="*/ 2517748 w 7293308"/>
                <a:gd name="connsiteY1" fmla="*/ 339 h 4567213"/>
                <a:gd name="connsiteX2" fmla="*/ 3736948 w 7293308"/>
                <a:gd name="connsiteY2" fmla="*/ 216240 h 4567213"/>
                <a:gd name="connsiteX3" fmla="*/ 6061048 w 7293308"/>
                <a:gd name="connsiteY3" fmla="*/ 2997539 h 4567213"/>
                <a:gd name="connsiteX4" fmla="*/ 7292948 w 7293308"/>
                <a:gd name="connsiteY4" fmla="*/ 3480138 h 4567213"/>
                <a:gd name="connsiteX5" fmla="*/ 6162648 w 7293308"/>
                <a:gd name="connsiteY5" fmla="*/ 3619839 h 4567213"/>
                <a:gd name="connsiteX6" fmla="*/ 5629248 w 7293308"/>
                <a:gd name="connsiteY6" fmla="*/ 4559639 h 4567213"/>
                <a:gd name="connsiteX7" fmla="*/ 5768948 w 7293308"/>
                <a:gd name="connsiteY7" fmla="*/ 3175340 h 4567213"/>
                <a:gd name="connsiteX8" fmla="*/ 1209648 w 7293308"/>
                <a:gd name="connsiteY8" fmla="*/ 1638640 h 4567213"/>
                <a:gd name="connsiteX9" fmla="*/ 142848 w 7293308"/>
                <a:gd name="connsiteY9" fmla="*/ 1486240 h 4567213"/>
                <a:gd name="connsiteX10" fmla="*/ 574648 w 7293308"/>
                <a:gd name="connsiteY10" fmla="*/ 1105240 h 4567213"/>
                <a:gd name="connsiteX0" fmla="*/ 574648 w 7293123"/>
                <a:gd name="connsiteY0" fmla="*/ 1105240 h 4567213"/>
                <a:gd name="connsiteX1" fmla="*/ 2517748 w 7293123"/>
                <a:gd name="connsiteY1" fmla="*/ 339 h 4567213"/>
                <a:gd name="connsiteX2" fmla="*/ 3736948 w 7293123"/>
                <a:gd name="connsiteY2" fmla="*/ 216240 h 4567213"/>
                <a:gd name="connsiteX3" fmla="*/ 6061048 w 7293123"/>
                <a:gd name="connsiteY3" fmla="*/ 2997539 h 4567213"/>
                <a:gd name="connsiteX4" fmla="*/ 7292948 w 7293123"/>
                <a:gd name="connsiteY4" fmla="*/ 3480138 h 4567213"/>
                <a:gd name="connsiteX5" fmla="*/ 6162648 w 7293123"/>
                <a:gd name="connsiteY5" fmla="*/ 3619839 h 4567213"/>
                <a:gd name="connsiteX6" fmla="*/ 5629248 w 7293123"/>
                <a:gd name="connsiteY6" fmla="*/ 4559639 h 4567213"/>
                <a:gd name="connsiteX7" fmla="*/ 5768948 w 7293123"/>
                <a:gd name="connsiteY7" fmla="*/ 3175340 h 4567213"/>
                <a:gd name="connsiteX8" fmla="*/ 1209648 w 7293123"/>
                <a:gd name="connsiteY8" fmla="*/ 1638640 h 4567213"/>
                <a:gd name="connsiteX9" fmla="*/ 142848 w 7293123"/>
                <a:gd name="connsiteY9" fmla="*/ 1486240 h 4567213"/>
                <a:gd name="connsiteX10" fmla="*/ 574648 w 7293123"/>
                <a:gd name="connsiteY10" fmla="*/ 1105240 h 4567213"/>
                <a:gd name="connsiteX0" fmla="*/ 574648 w 7292948"/>
                <a:gd name="connsiteY0" fmla="*/ 1105240 h 4567213"/>
                <a:gd name="connsiteX1" fmla="*/ 2517748 w 7292948"/>
                <a:gd name="connsiteY1" fmla="*/ 339 h 4567213"/>
                <a:gd name="connsiteX2" fmla="*/ 3736948 w 7292948"/>
                <a:gd name="connsiteY2" fmla="*/ 216240 h 4567213"/>
                <a:gd name="connsiteX3" fmla="*/ 6061048 w 7292948"/>
                <a:gd name="connsiteY3" fmla="*/ 2997539 h 4567213"/>
                <a:gd name="connsiteX4" fmla="*/ 7292948 w 7292948"/>
                <a:gd name="connsiteY4" fmla="*/ 3480138 h 4567213"/>
                <a:gd name="connsiteX5" fmla="*/ 6162648 w 7292948"/>
                <a:gd name="connsiteY5" fmla="*/ 3619839 h 4567213"/>
                <a:gd name="connsiteX6" fmla="*/ 5629248 w 7292948"/>
                <a:gd name="connsiteY6" fmla="*/ 4559639 h 4567213"/>
                <a:gd name="connsiteX7" fmla="*/ 5768948 w 7292948"/>
                <a:gd name="connsiteY7" fmla="*/ 3175340 h 4567213"/>
                <a:gd name="connsiteX8" fmla="*/ 1209648 w 7292948"/>
                <a:gd name="connsiteY8" fmla="*/ 1638640 h 4567213"/>
                <a:gd name="connsiteX9" fmla="*/ 142848 w 7292948"/>
                <a:gd name="connsiteY9" fmla="*/ 1486240 h 4567213"/>
                <a:gd name="connsiteX10" fmla="*/ 574648 w 7292948"/>
                <a:gd name="connsiteY10" fmla="*/ 1105240 h 4567213"/>
                <a:gd name="connsiteX0" fmla="*/ 574648 w 7292948"/>
                <a:gd name="connsiteY0" fmla="*/ 1105240 h 4567213"/>
                <a:gd name="connsiteX1" fmla="*/ 2517748 w 7292948"/>
                <a:gd name="connsiteY1" fmla="*/ 339 h 4567213"/>
                <a:gd name="connsiteX2" fmla="*/ 3736948 w 7292948"/>
                <a:gd name="connsiteY2" fmla="*/ 216240 h 4567213"/>
                <a:gd name="connsiteX3" fmla="*/ 6061048 w 7292948"/>
                <a:gd name="connsiteY3" fmla="*/ 2997539 h 4567213"/>
                <a:gd name="connsiteX4" fmla="*/ 7292948 w 7292948"/>
                <a:gd name="connsiteY4" fmla="*/ 3480138 h 4567213"/>
                <a:gd name="connsiteX5" fmla="*/ 6162648 w 7292948"/>
                <a:gd name="connsiteY5" fmla="*/ 3619839 h 4567213"/>
                <a:gd name="connsiteX6" fmla="*/ 5629248 w 7292948"/>
                <a:gd name="connsiteY6" fmla="*/ 4559639 h 4567213"/>
                <a:gd name="connsiteX7" fmla="*/ 5768948 w 7292948"/>
                <a:gd name="connsiteY7" fmla="*/ 3175340 h 4567213"/>
                <a:gd name="connsiteX8" fmla="*/ 1209648 w 7292948"/>
                <a:gd name="connsiteY8" fmla="*/ 1638640 h 4567213"/>
                <a:gd name="connsiteX9" fmla="*/ 142848 w 7292948"/>
                <a:gd name="connsiteY9" fmla="*/ 1486240 h 4567213"/>
                <a:gd name="connsiteX10" fmla="*/ 574648 w 7292948"/>
                <a:gd name="connsiteY10" fmla="*/ 1105240 h 4567213"/>
                <a:gd name="connsiteX0" fmla="*/ 574648 w 7292948"/>
                <a:gd name="connsiteY0" fmla="*/ 1105240 h 4567528"/>
                <a:gd name="connsiteX1" fmla="*/ 2517748 w 7292948"/>
                <a:gd name="connsiteY1" fmla="*/ 339 h 4567528"/>
                <a:gd name="connsiteX2" fmla="*/ 3736948 w 7292948"/>
                <a:gd name="connsiteY2" fmla="*/ 216240 h 4567528"/>
                <a:gd name="connsiteX3" fmla="*/ 6061048 w 7292948"/>
                <a:gd name="connsiteY3" fmla="*/ 2997539 h 4567528"/>
                <a:gd name="connsiteX4" fmla="*/ 7292948 w 7292948"/>
                <a:gd name="connsiteY4" fmla="*/ 3480138 h 4567528"/>
                <a:gd name="connsiteX5" fmla="*/ 6162648 w 7292948"/>
                <a:gd name="connsiteY5" fmla="*/ 3619839 h 4567528"/>
                <a:gd name="connsiteX6" fmla="*/ 5629248 w 7292948"/>
                <a:gd name="connsiteY6" fmla="*/ 4559639 h 4567528"/>
                <a:gd name="connsiteX7" fmla="*/ 5768948 w 7292948"/>
                <a:gd name="connsiteY7" fmla="*/ 3175340 h 4567528"/>
                <a:gd name="connsiteX8" fmla="*/ 1209648 w 7292948"/>
                <a:gd name="connsiteY8" fmla="*/ 1638640 h 4567528"/>
                <a:gd name="connsiteX9" fmla="*/ 142848 w 7292948"/>
                <a:gd name="connsiteY9" fmla="*/ 1486240 h 4567528"/>
                <a:gd name="connsiteX10" fmla="*/ 574648 w 7292948"/>
                <a:gd name="connsiteY10" fmla="*/ 1105240 h 4567528"/>
                <a:gd name="connsiteX0" fmla="*/ 574648 w 7292948"/>
                <a:gd name="connsiteY0" fmla="*/ 1105240 h 4567528"/>
                <a:gd name="connsiteX1" fmla="*/ 2517748 w 7292948"/>
                <a:gd name="connsiteY1" fmla="*/ 339 h 4567528"/>
                <a:gd name="connsiteX2" fmla="*/ 3736948 w 7292948"/>
                <a:gd name="connsiteY2" fmla="*/ 216240 h 4567528"/>
                <a:gd name="connsiteX3" fmla="*/ 6061048 w 7292948"/>
                <a:gd name="connsiteY3" fmla="*/ 2997539 h 4567528"/>
                <a:gd name="connsiteX4" fmla="*/ 7292948 w 7292948"/>
                <a:gd name="connsiteY4" fmla="*/ 3480138 h 4567528"/>
                <a:gd name="connsiteX5" fmla="*/ 6162648 w 7292948"/>
                <a:gd name="connsiteY5" fmla="*/ 3619839 h 4567528"/>
                <a:gd name="connsiteX6" fmla="*/ 5629248 w 7292948"/>
                <a:gd name="connsiteY6" fmla="*/ 4559639 h 4567528"/>
                <a:gd name="connsiteX7" fmla="*/ 5768948 w 7292948"/>
                <a:gd name="connsiteY7" fmla="*/ 3175340 h 4567528"/>
                <a:gd name="connsiteX8" fmla="*/ 1209648 w 7292948"/>
                <a:gd name="connsiteY8" fmla="*/ 1638640 h 4567528"/>
                <a:gd name="connsiteX9" fmla="*/ 142848 w 7292948"/>
                <a:gd name="connsiteY9" fmla="*/ 1486240 h 4567528"/>
                <a:gd name="connsiteX10" fmla="*/ 574648 w 7292948"/>
                <a:gd name="connsiteY10" fmla="*/ 1105240 h 4567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2948" h="4567528">
                  <a:moveTo>
                    <a:pt x="574648" y="1105240"/>
                  </a:moveTo>
                  <a:cubicBezTo>
                    <a:pt x="155548" y="330540"/>
                    <a:pt x="1438248" y="-12361"/>
                    <a:pt x="2517748" y="339"/>
                  </a:cubicBezTo>
                  <a:lnTo>
                    <a:pt x="3736948" y="216240"/>
                  </a:lnTo>
                  <a:cubicBezTo>
                    <a:pt x="4668281" y="565490"/>
                    <a:pt x="5840915" y="1702139"/>
                    <a:pt x="6061048" y="2997539"/>
                  </a:cubicBezTo>
                  <a:cubicBezTo>
                    <a:pt x="6382781" y="2984839"/>
                    <a:pt x="6952165" y="3475905"/>
                    <a:pt x="7292948" y="3480138"/>
                  </a:cubicBezTo>
                  <a:cubicBezTo>
                    <a:pt x="7278131" y="3624071"/>
                    <a:pt x="6880198" y="3895006"/>
                    <a:pt x="6162648" y="3619839"/>
                  </a:cubicBezTo>
                  <a:cubicBezTo>
                    <a:pt x="6321398" y="4119373"/>
                    <a:pt x="5470498" y="4637955"/>
                    <a:pt x="5629248" y="4559639"/>
                  </a:cubicBezTo>
                  <a:cubicBezTo>
                    <a:pt x="5675815" y="4098206"/>
                    <a:pt x="5379481" y="3420873"/>
                    <a:pt x="5768948" y="3175340"/>
                  </a:cubicBezTo>
                  <a:cubicBezTo>
                    <a:pt x="3216248" y="1196257"/>
                    <a:pt x="1939898" y="1689440"/>
                    <a:pt x="1209648" y="1638640"/>
                  </a:cubicBezTo>
                  <a:cubicBezTo>
                    <a:pt x="822298" y="1689440"/>
                    <a:pt x="102631" y="1719073"/>
                    <a:pt x="142848" y="1486240"/>
                  </a:cubicBezTo>
                  <a:cubicBezTo>
                    <a:pt x="-18019" y="1473540"/>
                    <a:pt x="-204285" y="1270340"/>
                    <a:pt x="574648" y="1105240"/>
                  </a:cubicBezTo>
                  <a:close/>
                </a:path>
              </a:pathLst>
            </a:custGeom>
            <a:solidFill>
              <a:srgbClr val="3BE0F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CC7FC46A-E9A4-ECF7-8380-5EC276BBFDE7}"/>
                </a:ext>
              </a:extLst>
            </p:cNvPr>
            <p:cNvSpPr/>
            <p:nvPr/>
          </p:nvSpPr>
          <p:spPr>
            <a:xfrm>
              <a:off x="3797300" y="1300347"/>
              <a:ext cx="1907729" cy="922152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460500"/>
                <a:gd name="connsiteY0" fmla="*/ 342900 h 1257300"/>
                <a:gd name="connsiteX1" fmla="*/ 1460500 w 1460500"/>
                <a:gd name="connsiteY1" fmla="*/ 0 h 1257300"/>
                <a:gd name="connsiteX2" fmla="*/ 914400 w 1460500"/>
                <a:gd name="connsiteY2" fmla="*/ 1257300 h 1257300"/>
                <a:gd name="connsiteX3" fmla="*/ 0 w 1460500"/>
                <a:gd name="connsiteY3" fmla="*/ 1257300 h 1257300"/>
                <a:gd name="connsiteX4" fmla="*/ 0 w 1460500"/>
                <a:gd name="connsiteY4" fmla="*/ 342900 h 1257300"/>
                <a:gd name="connsiteX0" fmla="*/ 431800 w 1892300"/>
                <a:gd name="connsiteY0" fmla="*/ 342900 h 1257300"/>
                <a:gd name="connsiteX1" fmla="*/ 1892300 w 1892300"/>
                <a:gd name="connsiteY1" fmla="*/ 0 h 1257300"/>
                <a:gd name="connsiteX2" fmla="*/ 1346200 w 1892300"/>
                <a:gd name="connsiteY2" fmla="*/ 1257300 h 1257300"/>
                <a:gd name="connsiteX3" fmla="*/ 0 w 1892300"/>
                <a:gd name="connsiteY3" fmla="*/ 622300 h 1257300"/>
                <a:gd name="connsiteX4" fmla="*/ 431800 w 1892300"/>
                <a:gd name="connsiteY4" fmla="*/ 342900 h 1257300"/>
                <a:gd name="connsiteX0" fmla="*/ 431800 w 1892300"/>
                <a:gd name="connsiteY0" fmla="*/ 3429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4" fmla="*/ 431800 w 1892300"/>
                <a:gd name="connsiteY4" fmla="*/ 342900 h 800100"/>
                <a:gd name="connsiteX0" fmla="*/ 0 w 1892300"/>
                <a:gd name="connsiteY0" fmla="*/ 6223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0" fmla="*/ 0 w 1892300"/>
                <a:gd name="connsiteY0" fmla="*/ 6223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928309"/>
                <a:gd name="connsiteX1" fmla="*/ 1892300 w 1892300"/>
                <a:gd name="connsiteY1" fmla="*/ 52009 h 928309"/>
                <a:gd name="connsiteX2" fmla="*/ 1257300 w 1892300"/>
                <a:gd name="connsiteY2" fmla="*/ 928309 h 928309"/>
                <a:gd name="connsiteX3" fmla="*/ 0 w 1892300"/>
                <a:gd name="connsiteY3" fmla="*/ 674309 h 928309"/>
                <a:gd name="connsiteX0" fmla="*/ 0 w 1866900"/>
                <a:gd name="connsiteY0" fmla="*/ 730301 h 920801"/>
                <a:gd name="connsiteX1" fmla="*/ 1866900 w 1866900"/>
                <a:gd name="connsiteY1" fmla="*/ 44501 h 920801"/>
                <a:gd name="connsiteX2" fmla="*/ 1231900 w 1866900"/>
                <a:gd name="connsiteY2" fmla="*/ 920801 h 920801"/>
                <a:gd name="connsiteX3" fmla="*/ 0 w 1866900"/>
                <a:gd name="connsiteY3" fmla="*/ 730301 h 920801"/>
                <a:gd name="connsiteX0" fmla="*/ 0 w 1905000"/>
                <a:gd name="connsiteY0" fmla="*/ 718952 h 922152"/>
                <a:gd name="connsiteX1" fmla="*/ 1905000 w 1905000"/>
                <a:gd name="connsiteY1" fmla="*/ 45852 h 922152"/>
                <a:gd name="connsiteX2" fmla="*/ 1270000 w 1905000"/>
                <a:gd name="connsiteY2" fmla="*/ 922152 h 922152"/>
                <a:gd name="connsiteX3" fmla="*/ 0 w 1905000"/>
                <a:gd name="connsiteY3" fmla="*/ 718952 h 922152"/>
                <a:gd name="connsiteX0" fmla="*/ 0 w 1905000"/>
                <a:gd name="connsiteY0" fmla="*/ 718952 h 922152"/>
                <a:gd name="connsiteX1" fmla="*/ 1905000 w 1905000"/>
                <a:gd name="connsiteY1" fmla="*/ 45852 h 922152"/>
                <a:gd name="connsiteX2" fmla="*/ 1270000 w 1905000"/>
                <a:gd name="connsiteY2" fmla="*/ 922152 h 922152"/>
                <a:gd name="connsiteX3" fmla="*/ 0 w 1905000"/>
                <a:gd name="connsiteY3" fmla="*/ 718952 h 922152"/>
                <a:gd name="connsiteX0" fmla="*/ 0 w 1907729"/>
                <a:gd name="connsiteY0" fmla="*/ 718952 h 922152"/>
                <a:gd name="connsiteX1" fmla="*/ 1905000 w 1907729"/>
                <a:gd name="connsiteY1" fmla="*/ 45852 h 922152"/>
                <a:gd name="connsiteX2" fmla="*/ 1270000 w 1907729"/>
                <a:gd name="connsiteY2" fmla="*/ 922152 h 922152"/>
                <a:gd name="connsiteX3" fmla="*/ 0 w 1907729"/>
                <a:gd name="connsiteY3" fmla="*/ 718952 h 922152"/>
                <a:gd name="connsiteX0" fmla="*/ 0 w 1907729"/>
                <a:gd name="connsiteY0" fmla="*/ 718952 h 922152"/>
                <a:gd name="connsiteX1" fmla="*/ 1905000 w 1907729"/>
                <a:gd name="connsiteY1" fmla="*/ 45852 h 922152"/>
                <a:gd name="connsiteX2" fmla="*/ 1270000 w 1907729"/>
                <a:gd name="connsiteY2" fmla="*/ 922152 h 922152"/>
                <a:gd name="connsiteX3" fmla="*/ 91440 w 1907729"/>
                <a:gd name="connsiteY3" fmla="*/ 810392 h 922152"/>
                <a:gd name="connsiteX0" fmla="*/ 0 w 1907729"/>
                <a:gd name="connsiteY0" fmla="*/ 718952 h 922152"/>
                <a:gd name="connsiteX1" fmla="*/ 1905000 w 1907729"/>
                <a:gd name="connsiteY1" fmla="*/ 45852 h 922152"/>
                <a:gd name="connsiteX2" fmla="*/ 1270000 w 1907729"/>
                <a:gd name="connsiteY2" fmla="*/ 922152 h 92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7729" h="922152">
                  <a:moveTo>
                    <a:pt x="0" y="718952"/>
                  </a:moveTo>
                  <a:cubicBezTo>
                    <a:pt x="351367" y="105119"/>
                    <a:pt x="1655233" y="-102315"/>
                    <a:pt x="1905000" y="45852"/>
                  </a:cubicBezTo>
                  <a:cubicBezTo>
                    <a:pt x="1951567" y="147452"/>
                    <a:pt x="1388533" y="528452"/>
                    <a:pt x="1270000" y="922152"/>
                  </a:cubicBezTo>
                </a:path>
              </a:pathLst>
            </a:custGeom>
            <a:solidFill>
              <a:srgbClr val="3BE0F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8D39278-4D1A-0A51-F76B-B4EBE210CA91}"/>
                </a:ext>
              </a:extLst>
            </p:cNvPr>
            <p:cNvSpPr/>
            <p:nvPr/>
          </p:nvSpPr>
          <p:spPr>
            <a:xfrm>
              <a:off x="2400300" y="2714625"/>
              <a:ext cx="352425" cy="3524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7964422-EAD6-A02E-6334-1346B0050860}"/>
                </a:ext>
              </a:extLst>
            </p:cNvPr>
            <p:cNvSpPr/>
            <p:nvPr/>
          </p:nvSpPr>
          <p:spPr>
            <a:xfrm>
              <a:off x="1514475" y="3257551"/>
              <a:ext cx="990600" cy="140232"/>
            </a:xfrm>
            <a:custGeom>
              <a:avLst/>
              <a:gdLst>
                <a:gd name="connsiteX0" fmla="*/ 0 w 990600"/>
                <a:gd name="connsiteY0" fmla="*/ 123825 h 123825"/>
                <a:gd name="connsiteX1" fmla="*/ 990600 w 990600"/>
                <a:gd name="connsiteY1" fmla="*/ 0 h 123825"/>
                <a:gd name="connsiteX2" fmla="*/ 990600 w 990600"/>
                <a:gd name="connsiteY2" fmla="*/ 0 h 123825"/>
                <a:gd name="connsiteX0" fmla="*/ 0 w 990600"/>
                <a:gd name="connsiteY0" fmla="*/ 123825 h 123825"/>
                <a:gd name="connsiteX1" fmla="*/ 990600 w 990600"/>
                <a:gd name="connsiteY1" fmla="*/ 0 h 123825"/>
                <a:gd name="connsiteX2" fmla="*/ 990600 w 990600"/>
                <a:gd name="connsiteY2" fmla="*/ 0 h 123825"/>
                <a:gd name="connsiteX0" fmla="*/ 0 w 990600"/>
                <a:gd name="connsiteY0" fmla="*/ 123825 h 133648"/>
                <a:gd name="connsiteX1" fmla="*/ 990600 w 990600"/>
                <a:gd name="connsiteY1" fmla="*/ 0 h 133648"/>
                <a:gd name="connsiteX2" fmla="*/ 990600 w 990600"/>
                <a:gd name="connsiteY2" fmla="*/ 0 h 133648"/>
                <a:gd name="connsiteX0" fmla="*/ 0 w 990600"/>
                <a:gd name="connsiteY0" fmla="*/ 123825 h 123825"/>
                <a:gd name="connsiteX1" fmla="*/ 990600 w 990600"/>
                <a:gd name="connsiteY1" fmla="*/ 0 h 123825"/>
                <a:gd name="connsiteX2" fmla="*/ 990600 w 990600"/>
                <a:gd name="connsiteY2" fmla="*/ 0 h 123825"/>
                <a:gd name="connsiteX0" fmla="*/ 0 w 990600"/>
                <a:gd name="connsiteY0" fmla="*/ 123825 h 140232"/>
                <a:gd name="connsiteX1" fmla="*/ 990600 w 990600"/>
                <a:gd name="connsiteY1" fmla="*/ 0 h 140232"/>
                <a:gd name="connsiteX2" fmla="*/ 990600 w 990600"/>
                <a:gd name="connsiteY2" fmla="*/ 0 h 14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0600" h="140232">
                  <a:moveTo>
                    <a:pt x="0" y="123825"/>
                  </a:moveTo>
                  <a:cubicBezTo>
                    <a:pt x="206375" y="25400"/>
                    <a:pt x="498475" y="288925"/>
                    <a:pt x="990600" y="0"/>
                  </a:cubicBezTo>
                  <a:lnTo>
                    <a:pt x="99060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5B348F7-192B-933E-8D16-B0B3097ABA96}"/>
                </a:ext>
              </a:extLst>
            </p:cNvPr>
            <p:cNvSpPr/>
            <p:nvPr/>
          </p:nvSpPr>
          <p:spPr>
            <a:xfrm>
              <a:off x="2651100" y="3379344"/>
              <a:ext cx="4027747" cy="1381426"/>
            </a:xfrm>
            <a:custGeom>
              <a:avLst/>
              <a:gdLst>
                <a:gd name="connsiteX0" fmla="*/ 1101001 w 4027747"/>
                <a:gd name="connsiteY0" fmla="*/ 951 h 1381426"/>
                <a:gd name="connsiteX1" fmla="*/ 3984663 w 4027747"/>
                <a:gd name="connsiteY1" fmla="*/ 1320568 h 1381426"/>
                <a:gd name="connsiteX2" fmla="*/ 4027747 w 4027747"/>
                <a:gd name="connsiteY2" fmla="*/ 1381426 h 1381426"/>
                <a:gd name="connsiteX3" fmla="*/ 3825218 w 4027747"/>
                <a:gd name="connsiteY3" fmla="*/ 1243006 h 1381426"/>
                <a:gd name="connsiteX4" fmla="*/ 94313 w 4027747"/>
                <a:gd name="connsiteY4" fmla="*/ 204109 h 1381426"/>
                <a:gd name="connsiteX5" fmla="*/ 0 w 4027747"/>
                <a:gd name="connsiteY5" fmla="*/ 201555 h 1381426"/>
                <a:gd name="connsiteX6" fmla="*/ 200170 w 4027747"/>
                <a:gd name="connsiteY6" fmla="*/ 134164 h 1381426"/>
                <a:gd name="connsiteX7" fmla="*/ 1101001 w 4027747"/>
                <a:gd name="connsiteY7" fmla="*/ 951 h 138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27747" h="1381426">
                  <a:moveTo>
                    <a:pt x="1101001" y="951"/>
                  </a:moveTo>
                  <a:cubicBezTo>
                    <a:pt x="2144620" y="-22327"/>
                    <a:pt x="3278698" y="381114"/>
                    <a:pt x="3984663" y="1320568"/>
                  </a:cubicBezTo>
                  <a:lnTo>
                    <a:pt x="4027747" y="1381426"/>
                  </a:lnTo>
                  <a:lnTo>
                    <a:pt x="3825218" y="1243006"/>
                  </a:lnTo>
                  <a:cubicBezTo>
                    <a:pt x="1867885" y="-58092"/>
                    <a:pt x="770465" y="199539"/>
                    <a:pt x="94313" y="204109"/>
                  </a:cubicBezTo>
                  <a:lnTo>
                    <a:pt x="0" y="201555"/>
                  </a:lnTo>
                  <a:lnTo>
                    <a:pt x="200170" y="134164"/>
                  </a:lnTo>
                  <a:cubicBezTo>
                    <a:pt x="482972" y="53322"/>
                    <a:pt x="787916" y="7934"/>
                    <a:pt x="1101001" y="95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90787203-D17D-FF1D-875E-2DD8731A69BD}"/>
                </a:ext>
              </a:extLst>
            </p:cNvPr>
            <p:cNvSpPr/>
            <p:nvPr/>
          </p:nvSpPr>
          <p:spPr>
            <a:xfrm>
              <a:off x="3683000" y="3173589"/>
              <a:ext cx="1029888" cy="1111483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460500"/>
                <a:gd name="connsiteY0" fmla="*/ 342900 h 1257300"/>
                <a:gd name="connsiteX1" fmla="*/ 1460500 w 1460500"/>
                <a:gd name="connsiteY1" fmla="*/ 0 h 1257300"/>
                <a:gd name="connsiteX2" fmla="*/ 914400 w 1460500"/>
                <a:gd name="connsiteY2" fmla="*/ 1257300 h 1257300"/>
                <a:gd name="connsiteX3" fmla="*/ 0 w 1460500"/>
                <a:gd name="connsiteY3" fmla="*/ 1257300 h 1257300"/>
                <a:gd name="connsiteX4" fmla="*/ 0 w 1460500"/>
                <a:gd name="connsiteY4" fmla="*/ 342900 h 1257300"/>
                <a:gd name="connsiteX0" fmla="*/ 431800 w 1892300"/>
                <a:gd name="connsiteY0" fmla="*/ 342900 h 1257300"/>
                <a:gd name="connsiteX1" fmla="*/ 1892300 w 1892300"/>
                <a:gd name="connsiteY1" fmla="*/ 0 h 1257300"/>
                <a:gd name="connsiteX2" fmla="*/ 1346200 w 1892300"/>
                <a:gd name="connsiteY2" fmla="*/ 1257300 h 1257300"/>
                <a:gd name="connsiteX3" fmla="*/ 0 w 1892300"/>
                <a:gd name="connsiteY3" fmla="*/ 622300 h 1257300"/>
                <a:gd name="connsiteX4" fmla="*/ 431800 w 1892300"/>
                <a:gd name="connsiteY4" fmla="*/ 342900 h 1257300"/>
                <a:gd name="connsiteX0" fmla="*/ 431800 w 1892300"/>
                <a:gd name="connsiteY0" fmla="*/ 3429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4" fmla="*/ 431800 w 1892300"/>
                <a:gd name="connsiteY4" fmla="*/ 342900 h 800100"/>
                <a:gd name="connsiteX0" fmla="*/ 0 w 1892300"/>
                <a:gd name="connsiteY0" fmla="*/ 6223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0" fmla="*/ 0 w 1892300"/>
                <a:gd name="connsiteY0" fmla="*/ 6223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928309"/>
                <a:gd name="connsiteX1" fmla="*/ 1892300 w 1892300"/>
                <a:gd name="connsiteY1" fmla="*/ 52009 h 928309"/>
                <a:gd name="connsiteX2" fmla="*/ 1257300 w 1892300"/>
                <a:gd name="connsiteY2" fmla="*/ 928309 h 928309"/>
                <a:gd name="connsiteX3" fmla="*/ 0 w 1892300"/>
                <a:gd name="connsiteY3" fmla="*/ 674309 h 928309"/>
                <a:gd name="connsiteX0" fmla="*/ 0 w 1866900"/>
                <a:gd name="connsiteY0" fmla="*/ 730301 h 920801"/>
                <a:gd name="connsiteX1" fmla="*/ 1866900 w 1866900"/>
                <a:gd name="connsiteY1" fmla="*/ 44501 h 920801"/>
                <a:gd name="connsiteX2" fmla="*/ 1231900 w 1866900"/>
                <a:gd name="connsiteY2" fmla="*/ 920801 h 920801"/>
                <a:gd name="connsiteX3" fmla="*/ 0 w 1866900"/>
                <a:gd name="connsiteY3" fmla="*/ 730301 h 920801"/>
                <a:gd name="connsiteX0" fmla="*/ 0 w 1905000"/>
                <a:gd name="connsiteY0" fmla="*/ 718952 h 922152"/>
                <a:gd name="connsiteX1" fmla="*/ 1905000 w 1905000"/>
                <a:gd name="connsiteY1" fmla="*/ 45852 h 922152"/>
                <a:gd name="connsiteX2" fmla="*/ 1270000 w 1905000"/>
                <a:gd name="connsiteY2" fmla="*/ 922152 h 922152"/>
                <a:gd name="connsiteX3" fmla="*/ 0 w 1905000"/>
                <a:gd name="connsiteY3" fmla="*/ 718952 h 922152"/>
                <a:gd name="connsiteX0" fmla="*/ 0 w 1905000"/>
                <a:gd name="connsiteY0" fmla="*/ 718952 h 922152"/>
                <a:gd name="connsiteX1" fmla="*/ 1905000 w 1905000"/>
                <a:gd name="connsiteY1" fmla="*/ 45852 h 922152"/>
                <a:gd name="connsiteX2" fmla="*/ 1270000 w 1905000"/>
                <a:gd name="connsiteY2" fmla="*/ 922152 h 922152"/>
                <a:gd name="connsiteX3" fmla="*/ 0 w 1905000"/>
                <a:gd name="connsiteY3" fmla="*/ 718952 h 922152"/>
                <a:gd name="connsiteX0" fmla="*/ 0 w 1907729"/>
                <a:gd name="connsiteY0" fmla="*/ 718952 h 922152"/>
                <a:gd name="connsiteX1" fmla="*/ 1905000 w 1907729"/>
                <a:gd name="connsiteY1" fmla="*/ 45852 h 922152"/>
                <a:gd name="connsiteX2" fmla="*/ 1270000 w 1907729"/>
                <a:gd name="connsiteY2" fmla="*/ 922152 h 922152"/>
                <a:gd name="connsiteX3" fmla="*/ 0 w 1907729"/>
                <a:gd name="connsiteY3" fmla="*/ 718952 h 922152"/>
                <a:gd name="connsiteX0" fmla="*/ 0 w 1312713"/>
                <a:gd name="connsiteY0" fmla="*/ 137340 h 1310820"/>
                <a:gd name="connsiteX1" fmla="*/ 1181100 w 1312713"/>
                <a:gd name="connsiteY1" fmla="*/ 1305740 h 1310820"/>
                <a:gd name="connsiteX2" fmla="*/ 1270000 w 1312713"/>
                <a:gd name="connsiteY2" fmla="*/ 340540 h 1310820"/>
                <a:gd name="connsiteX3" fmla="*/ 0 w 1312713"/>
                <a:gd name="connsiteY3" fmla="*/ 137340 h 1310820"/>
                <a:gd name="connsiteX0" fmla="*/ 0 w 1312713"/>
                <a:gd name="connsiteY0" fmla="*/ 0 h 1173480"/>
                <a:gd name="connsiteX1" fmla="*/ 1181100 w 1312713"/>
                <a:gd name="connsiteY1" fmla="*/ 1168400 h 1173480"/>
                <a:gd name="connsiteX2" fmla="*/ 1270000 w 1312713"/>
                <a:gd name="connsiteY2" fmla="*/ 203200 h 1173480"/>
                <a:gd name="connsiteX3" fmla="*/ 0 w 1312713"/>
                <a:gd name="connsiteY3" fmla="*/ 0 h 1173480"/>
                <a:gd name="connsiteX0" fmla="*/ 0 w 1109513"/>
                <a:gd name="connsiteY0" fmla="*/ 0 h 1097280"/>
                <a:gd name="connsiteX1" fmla="*/ 977900 w 1109513"/>
                <a:gd name="connsiteY1" fmla="*/ 1092200 h 1097280"/>
                <a:gd name="connsiteX2" fmla="*/ 1066800 w 1109513"/>
                <a:gd name="connsiteY2" fmla="*/ 127000 h 1097280"/>
                <a:gd name="connsiteX3" fmla="*/ 0 w 1109513"/>
                <a:gd name="connsiteY3" fmla="*/ 0 h 1097280"/>
                <a:gd name="connsiteX0" fmla="*/ 0 w 1109513"/>
                <a:gd name="connsiteY0" fmla="*/ 0 h 1097280"/>
                <a:gd name="connsiteX1" fmla="*/ 977900 w 1109513"/>
                <a:gd name="connsiteY1" fmla="*/ 1092200 h 1097280"/>
                <a:gd name="connsiteX2" fmla="*/ 1066800 w 1109513"/>
                <a:gd name="connsiteY2" fmla="*/ 127000 h 1097280"/>
                <a:gd name="connsiteX3" fmla="*/ 0 w 1109513"/>
                <a:gd name="connsiteY3" fmla="*/ 0 h 1097280"/>
                <a:gd name="connsiteX0" fmla="*/ 0 w 1020772"/>
                <a:gd name="connsiteY0" fmla="*/ 50626 h 1147550"/>
                <a:gd name="connsiteX1" fmla="*/ 977900 w 1020772"/>
                <a:gd name="connsiteY1" fmla="*/ 1142826 h 1147550"/>
                <a:gd name="connsiteX2" fmla="*/ 939800 w 1020772"/>
                <a:gd name="connsiteY2" fmla="*/ 63326 h 1147550"/>
                <a:gd name="connsiteX3" fmla="*/ 0 w 1020772"/>
                <a:gd name="connsiteY3" fmla="*/ 50626 h 1147550"/>
                <a:gd name="connsiteX0" fmla="*/ 0 w 982759"/>
                <a:gd name="connsiteY0" fmla="*/ 0 h 1100679"/>
                <a:gd name="connsiteX1" fmla="*/ 977900 w 982759"/>
                <a:gd name="connsiteY1" fmla="*/ 1092200 h 1100679"/>
                <a:gd name="connsiteX2" fmla="*/ 939800 w 982759"/>
                <a:gd name="connsiteY2" fmla="*/ 12700 h 1100679"/>
                <a:gd name="connsiteX3" fmla="*/ 0 w 982759"/>
                <a:gd name="connsiteY3" fmla="*/ 0 h 1100679"/>
                <a:gd name="connsiteX0" fmla="*/ 0 w 1032910"/>
                <a:gd name="connsiteY0" fmla="*/ 0 h 1062945"/>
                <a:gd name="connsiteX1" fmla="*/ 1028700 w 1032910"/>
                <a:gd name="connsiteY1" fmla="*/ 1054100 h 1062945"/>
                <a:gd name="connsiteX2" fmla="*/ 939800 w 1032910"/>
                <a:gd name="connsiteY2" fmla="*/ 12700 h 1062945"/>
                <a:gd name="connsiteX3" fmla="*/ 0 w 1032910"/>
                <a:gd name="connsiteY3" fmla="*/ 0 h 1062945"/>
                <a:gd name="connsiteX0" fmla="*/ 0 w 1032910"/>
                <a:gd name="connsiteY0" fmla="*/ 0 h 1071105"/>
                <a:gd name="connsiteX1" fmla="*/ 1028700 w 1032910"/>
                <a:gd name="connsiteY1" fmla="*/ 1054100 h 1071105"/>
                <a:gd name="connsiteX2" fmla="*/ 939800 w 1032910"/>
                <a:gd name="connsiteY2" fmla="*/ 12700 h 1071105"/>
                <a:gd name="connsiteX3" fmla="*/ 0 w 1032910"/>
                <a:gd name="connsiteY3" fmla="*/ 0 h 1071105"/>
                <a:gd name="connsiteX0" fmla="*/ 0 w 1033718"/>
                <a:gd name="connsiteY0" fmla="*/ 0 h 1071105"/>
                <a:gd name="connsiteX1" fmla="*/ 1028700 w 1033718"/>
                <a:gd name="connsiteY1" fmla="*/ 1054100 h 1071105"/>
                <a:gd name="connsiteX2" fmla="*/ 939800 w 1033718"/>
                <a:gd name="connsiteY2" fmla="*/ 12700 h 1071105"/>
                <a:gd name="connsiteX3" fmla="*/ 0 w 1033718"/>
                <a:gd name="connsiteY3" fmla="*/ 0 h 1071105"/>
                <a:gd name="connsiteX0" fmla="*/ 0 w 1029017"/>
                <a:gd name="connsiteY0" fmla="*/ 0 h 1111483"/>
                <a:gd name="connsiteX1" fmla="*/ 1023937 w 1029017"/>
                <a:gd name="connsiteY1" fmla="*/ 1096963 h 1111483"/>
                <a:gd name="connsiteX2" fmla="*/ 939800 w 1029017"/>
                <a:gd name="connsiteY2" fmla="*/ 12700 h 1111483"/>
                <a:gd name="connsiteX3" fmla="*/ 0 w 1029017"/>
                <a:gd name="connsiteY3" fmla="*/ 0 h 1111483"/>
                <a:gd name="connsiteX0" fmla="*/ 0 w 1029888"/>
                <a:gd name="connsiteY0" fmla="*/ 0 h 1111483"/>
                <a:gd name="connsiteX1" fmla="*/ 1023937 w 1029888"/>
                <a:gd name="connsiteY1" fmla="*/ 1096963 h 1111483"/>
                <a:gd name="connsiteX2" fmla="*/ 939800 w 1029888"/>
                <a:gd name="connsiteY2" fmla="*/ 12700 h 1111483"/>
                <a:gd name="connsiteX3" fmla="*/ 0 w 1029888"/>
                <a:gd name="connsiteY3" fmla="*/ 0 h 1111483"/>
                <a:gd name="connsiteX0" fmla="*/ 0 w 1029888"/>
                <a:gd name="connsiteY0" fmla="*/ 0 h 1111483"/>
                <a:gd name="connsiteX1" fmla="*/ 1023937 w 1029888"/>
                <a:gd name="connsiteY1" fmla="*/ 1096963 h 1111483"/>
                <a:gd name="connsiteX2" fmla="*/ 939800 w 1029888"/>
                <a:gd name="connsiteY2" fmla="*/ 12700 h 1111483"/>
                <a:gd name="connsiteX3" fmla="*/ 91440 w 1029888"/>
                <a:gd name="connsiteY3" fmla="*/ 91440 h 1111483"/>
                <a:gd name="connsiteX0" fmla="*/ 0 w 1029888"/>
                <a:gd name="connsiteY0" fmla="*/ 0 h 1111483"/>
                <a:gd name="connsiteX1" fmla="*/ 1023937 w 1029888"/>
                <a:gd name="connsiteY1" fmla="*/ 1096963 h 1111483"/>
                <a:gd name="connsiteX2" fmla="*/ 939800 w 1029888"/>
                <a:gd name="connsiteY2" fmla="*/ 12700 h 111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9888" h="1111483">
                  <a:moveTo>
                    <a:pt x="0" y="0"/>
                  </a:moveTo>
                  <a:cubicBezTo>
                    <a:pt x="71967" y="1037167"/>
                    <a:pt x="950383" y="1163108"/>
                    <a:pt x="1023937" y="1096963"/>
                  </a:cubicBezTo>
                  <a:cubicBezTo>
                    <a:pt x="1080030" y="1022350"/>
                    <a:pt x="715433" y="355600"/>
                    <a:pt x="939800" y="12700"/>
                  </a:cubicBezTo>
                </a:path>
              </a:pathLst>
            </a:custGeom>
            <a:solidFill>
              <a:srgbClr val="3BE0F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7F0E0C8-CB76-8D66-64A0-2008D34AD300}"/>
                </a:ext>
              </a:extLst>
            </p:cNvPr>
            <p:cNvSpPr/>
            <p:nvPr/>
          </p:nvSpPr>
          <p:spPr>
            <a:xfrm>
              <a:off x="2470150" y="2819561"/>
              <a:ext cx="126839" cy="12683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A3C636E-27FC-0BA0-560E-F95EBABAB54C}"/>
              </a:ext>
            </a:extLst>
          </p:cNvPr>
          <p:cNvGrpSpPr/>
          <p:nvPr/>
        </p:nvGrpSpPr>
        <p:grpSpPr>
          <a:xfrm>
            <a:off x="1368450" y="1300347"/>
            <a:ext cx="7292948" cy="5184542"/>
            <a:chOff x="1368450" y="1300347"/>
            <a:chExt cx="7292948" cy="518454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268A97C-5EAB-C412-9241-9D1C378930D2}"/>
                </a:ext>
              </a:extLst>
            </p:cNvPr>
            <p:cNvSpPr/>
            <p:nvPr/>
          </p:nvSpPr>
          <p:spPr>
            <a:xfrm>
              <a:off x="1368450" y="1917361"/>
              <a:ext cx="7292948" cy="4567528"/>
            </a:xfrm>
            <a:custGeom>
              <a:avLst/>
              <a:gdLst>
                <a:gd name="connsiteX0" fmla="*/ 0 w 1803400"/>
                <a:gd name="connsiteY0" fmla="*/ 0 h 520700"/>
                <a:gd name="connsiteX1" fmla="*/ 1803400 w 1803400"/>
                <a:gd name="connsiteY1" fmla="*/ 0 h 520700"/>
                <a:gd name="connsiteX2" fmla="*/ 1803400 w 1803400"/>
                <a:gd name="connsiteY2" fmla="*/ 520700 h 520700"/>
                <a:gd name="connsiteX3" fmla="*/ 0 w 1803400"/>
                <a:gd name="connsiteY3" fmla="*/ 520700 h 520700"/>
                <a:gd name="connsiteX4" fmla="*/ 0 w 1803400"/>
                <a:gd name="connsiteY4" fmla="*/ 0 h 520700"/>
                <a:gd name="connsiteX0" fmla="*/ 88900 w 1892300"/>
                <a:gd name="connsiteY0" fmla="*/ 0 h 520700"/>
                <a:gd name="connsiteX1" fmla="*/ 1892300 w 1892300"/>
                <a:gd name="connsiteY1" fmla="*/ 0 h 520700"/>
                <a:gd name="connsiteX2" fmla="*/ 1892300 w 1892300"/>
                <a:gd name="connsiteY2" fmla="*/ 520700 h 520700"/>
                <a:gd name="connsiteX3" fmla="*/ 0 w 1892300"/>
                <a:gd name="connsiteY3" fmla="*/ 444500 h 520700"/>
                <a:gd name="connsiteX4" fmla="*/ 88900 w 1892300"/>
                <a:gd name="connsiteY4" fmla="*/ 0 h 520700"/>
                <a:gd name="connsiteX0" fmla="*/ 520700 w 2324100"/>
                <a:gd name="connsiteY0" fmla="*/ 0 h 825857"/>
                <a:gd name="connsiteX1" fmla="*/ 2324100 w 2324100"/>
                <a:gd name="connsiteY1" fmla="*/ 0 h 825857"/>
                <a:gd name="connsiteX2" fmla="*/ 2324100 w 2324100"/>
                <a:gd name="connsiteY2" fmla="*/ 520700 h 825857"/>
                <a:gd name="connsiteX3" fmla="*/ 0 w 2324100"/>
                <a:gd name="connsiteY3" fmla="*/ 825500 h 825857"/>
                <a:gd name="connsiteX4" fmla="*/ 431800 w 2324100"/>
                <a:gd name="connsiteY4" fmla="*/ 444500 h 825857"/>
                <a:gd name="connsiteX5" fmla="*/ 520700 w 2324100"/>
                <a:gd name="connsiteY5" fmla="*/ 0 h 825857"/>
                <a:gd name="connsiteX0" fmla="*/ 520700 w 2324100"/>
                <a:gd name="connsiteY0" fmla="*/ 0 h 987714"/>
                <a:gd name="connsiteX1" fmla="*/ 2324100 w 2324100"/>
                <a:gd name="connsiteY1" fmla="*/ 0 h 987714"/>
                <a:gd name="connsiteX2" fmla="*/ 2324100 w 2324100"/>
                <a:gd name="connsiteY2" fmla="*/ 520700 h 987714"/>
                <a:gd name="connsiteX3" fmla="*/ 1066800 w 2324100"/>
                <a:gd name="connsiteY3" fmla="*/ 977900 h 987714"/>
                <a:gd name="connsiteX4" fmla="*/ 0 w 2324100"/>
                <a:gd name="connsiteY4" fmla="*/ 825500 h 987714"/>
                <a:gd name="connsiteX5" fmla="*/ 431800 w 2324100"/>
                <a:gd name="connsiteY5" fmla="*/ 444500 h 987714"/>
                <a:gd name="connsiteX6" fmla="*/ 520700 w 2324100"/>
                <a:gd name="connsiteY6" fmla="*/ 0 h 987714"/>
                <a:gd name="connsiteX0" fmla="*/ 520700 w 5626100"/>
                <a:gd name="connsiteY0" fmla="*/ 0 h 2520306"/>
                <a:gd name="connsiteX1" fmla="*/ 2324100 w 5626100"/>
                <a:gd name="connsiteY1" fmla="*/ 0 h 2520306"/>
                <a:gd name="connsiteX2" fmla="*/ 5626100 w 5626100"/>
                <a:gd name="connsiteY2" fmla="*/ 2514600 h 2520306"/>
                <a:gd name="connsiteX3" fmla="*/ 1066800 w 5626100"/>
                <a:gd name="connsiteY3" fmla="*/ 977900 h 2520306"/>
                <a:gd name="connsiteX4" fmla="*/ 0 w 5626100"/>
                <a:gd name="connsiteY4" fmla="*/ 825500 h 2520306"/>
                <a:gd name="connsiteX5" fmla="*/ 431800 w 5626100"/>
                <a:gd name="connsiteY5" fmla="*/ 444500 h 2520306"/>
                <a:gd name="connsiteX6" fmla="*/ 520700 w 5626100"/>
                <a:gd name="connsiteY6" fmla="*/ 0 h 2520306"/>
                <a:gd name="connsiteX0" fmla="*/ 520700 w 5626100"/>
                <a:gd name="connsiteY0" fmla="*/ 0 h 3898899"/>
                <a:gd name="connsiteX1" fmla="*/ 2324100 w 5626100"/>
                <a:gd name="connsiteY1" fmla="*/ 0 h 3898899"/>
                <a:gd name="connsiteX2" fmla="*/ 5486400 w 5626100"/>
                <a:gd name="connsiteY2" fmla="*/ 3898899 h 3898899"/>
                <a:gd name="connsiteX3" fmla="*/ 5626100 w 5626100"/>
                <a:gd name="connsiteY3" fmla="*/ 2514600 h 3898899"/>
                <a:gd name="connsiteX4" fmla="*/ 1066800 w 5626100"/>
                <a:gd name="connsiteY4" fmla="*/ 977900 h 3898899"/>
                <a:gd name="connsiteX5" fmla="*/ 0 w 5626100"/>
                <a:gd name="connsiteY5" fmla="*/ 825500 h 3898899"/>
                <a:gd name="connsiteX6" fmla="*/ 431800 w 5626100"/>
                <a:gd name="connsiteY6" fmla="*/ 444500 h 3898899"/>
                <a:gd name="connsiteX7" fmla="*/ 520700 w 5626100"/>
                <a:gd name="connsiteY7" fmla="*/ 0 h 3898899"/>
                <a:gd name="connsiteX0" fmla="*/ 520700 w 6152891"/>
                <a:gd name="connsiteY0" fmla="*/ 0 h 3909312"/>
                <a:gd name="connsiteX1" fmla="*/ 2324100 w 6152891"/>
                <a:gd name="connsiteY1" fmla="*/ 0 h 3909312"/>
                <a:gd name="connsiteX2" fmla="*/ 6019800 w 6152891"/>
                <a:gd name="connsiteY2" fmla="*/ 2959099 h 3909312"/>
                <a:gd name="connsiteX3" fmla="*/ 5486400 w 6152891"/>
                <a:gd name="connsiteY3" fmla="*/ 3898899 h 3909312"/>
                <a:gd name="connsiteX4" fmla="*/ 5626100 w 6152891"/>
                <a:gd name="connsiteY4" fmla="*/ 2514600 h 3909312"/>
                <a:gd name="connsiteX5" fmla="*/ 1066800 w 6152891"/>
                <a:gd name="connsiteY5" fmla="*/ 977900 h 3909312"/>
                <a:gd name="connsiteX6" fmla="*/ 0 w 6152891"/>
                <a:gd name="connsiteY6" fmla="*/ 825500 h 3909312"/>
                <a:gd name="connsiteX7" fmla="*/ 431800 w 6152891"/>
                <a:gd name="connsiteY7" fmla="*/ 444500 h 3909312"/>
                <a:gd name="connsiteX8" fmla="*/ 520700 w 6152891"/>
                <a:gd name="connsiteY8" fmla="*/ 0 h 3909312"/>
                <a:gd name="connsiteX0" fmla="*/ 520700 w 7267027"/>
                <a:gd name="connsiteY0" fmla="*/ 0 h 3906473"/>
                <a:gd name="connsiteX1" fmla="*/ 2324100 w 7267027"/>
                <a:gd name="connsiteY1" fmla="*/ 0 h 3906473"/>
                <a:gd name="connsiteX2" fmla="*/ 7150100 w 7267027"/>
                <a:gd name="connsiteY2" fmla="*/ 2819398 h 3906473"/>
                <a:gd name="connsiteX3" fmla="*/ 6019800 w 7267027"/>
                <a:gd name="connsiteY3" fmla="*/ 2959099 h 3906473"/>
                <a:gd name="connsiteX4" fmla="*/ 5486400 w 7267027"/>
                <a:gd name="connsiteY4" fmla="*/ 3898899 h 3906473"/>
                <a:gd name="connsiteX5" fmla="*/ 5626100 w 7267027"/>
                <a:gd name="connsiteY5" fmla="*/ 2514600 h 3906473"/>
                <a:gd name="connsiteX6" fmla="*/ 1066800 w 7267027"/>
                <a:gd name="connsiteY6" fmla="*/ 977900 h 3906473"/>
                <a:gd name="connsiteX7" fmla="*/ 0 w 7267027"/>
                <a:gd name="connsiteY7" fmla="*/ 825500 h 3906473"/>
                <a:gd name="connsiteX8" fmla="*/ 431800 w 7267027"/>
                <a:gd name="connsiteY8" fmla="*/ 444500 h 3906473"/>
                <a:gd name="connsiteX9" fmla="*/ 520700 w 7267027"/>
                <a:gd name="connsiteY9" fmla="*/ 0 h 3906473"/>
                <a:gd name="connsiteX0" fmla="*/ 520700 w 7150460"/>
                <a:gd name="connsiteY0" fmla="*/ 0 h 3906473"/>
                <a:gd name="connsiteX1" fmla="*/ 2324100 w 7150460"/>
                <a:gd name="connsiteY1" fmla="*/ 0 h 3906473"/>
                <a:gd name="connsiteX2" fmla="*/ 5918200 w 7150460"/>
                <a:gd name="connsiteY2" fmla="*/ 2336799 h 3906473"/>
                <a:gd name="connsiteX3" fmla="*/ 7150100 w 7150460"/>
                <a:gd name="connsiteY3" fmla="*/ 2819398 h 3906473"/>
                <a:gd name="connsiteX4" fmla="*/ 6019800 w 7150460"/>
                <a:gd name="connsiteY4" fmla="*/ 2959099 h 3906473"/>
                <a:gd name="connsiteX5" fmla="*/ 5486400 w 7150460"/>
                <a:gd name="connsiteY5" fmla="*/ 3898899 h 3906473"/>
                <a:gd name="connsiteX6" fmla="*/ 5626100 w 7150460"/>
                <a:gd name="connsiteY6" fmla="*/ 2514600 h 3906473"/>
                <a:gd name="connsiteX7" fmla="*/ 1066800 w 7150460"/>
                <a:gd name="connsiteY7" fmla="*/ 977900 h 3906473"/>
                <a:gd name="connsiteX8" fmla="*/ 0 w 7150460"/>
                <a:gd name="connsiteY8" fmla="*/ 825500 h 3906473"/>
                <a:gd name="connsiteX9" fmla="*/ 431800 w 7150460"/>
                <a:gd name="connsiteY9" fmla="*/ 444500 h 3906473"/>
                <a:gd name="connsiteX10" fmla="*/ 520700 w 7150460"/>
                <a:gd name="connsiteY10" fmla="*/ 0 h 3906473"/>
                <a:gd name="connsiteX0" fmla="*/ 520700 w 7150460"/>
                <a:gd name="connsiteY0" fmla="*/ 444500 h 4350973"/>
                <a:gd name="connsiteX1" fmla="*/ 3594100 w 7150460"/>
                <a:gd name="connsiteY1" fmla="*/ 0 h 4350973"/>
                <a:gd name="connsiteX2" fmla="*/ 5918200 w 7150460"/>
                <a:gd name="connsiteY2" fmla="*/ 2781299 h 4350973"/>
                <a:gd name="connsiteX3" fmla="*/ 7150100 w 7150460"/>
                <a:gd name="connsiteY3" fmla="*/ 3263898 h 4350973"/>
                <a:gd name="connsiteX4" fmla="*/ 6019800 w 7150460"/>
                <a:gd name="connsiteY4" fmla="*/ 3403599 h 4350973"/>
                <a:gd name="connsiteX5" fmla="*/ 5486400 w 7150460"/>
                <a:gd name="connsiteY5" fmla="*/ 4343399 h 4350973"/>
                <a:gd name="connsiteX6" fmla="*/ 5626100 w 7150460"/>
                <a:gd name="connsiteY6" fmla="*/ 2959100 h 4350973"/>
                <a:gd name="connsiteX7" fmla="*/ 1066800 w 7150460"/>
                <a:gd name="connsiteY7" fmla="*/ 1422400 h 4350973"/>
                <a:gd name="connsiteX8" fmla="*/ 0 w 7150460"/>
                <a:gd name="connsiteY8" fmla="*/ 1270000 h 4350973"/>
                <a:gd name="connsiteX9" fmla="*/ 431800 w 7150460"/>
                <a:gd name="connsiteY9" fmla="*/ 889000 h 4350973"/>
                <a:gd name="connsiteX10" fmla="*/ 520700 w 7150460"/>
                <a:gd name="connsiteY10" fmla="*/ 444500 h 4350973"/>
                <a:gd name="connsiteX0" fmla="*/ 520700 w 7150460"/>
                <a:gd name="connsiteY0" fmla="*/ 660401 h 4566874"/>
                <a:gd name="connsiteX1" fmla="*/ 2374900 w 7150460"/>
                <a:gd name="connsiteY1" fmla="*/ 0 h 4566874"/>
                <a:gd name="connsiteX2" fmla="*/ 3594100 w 7150460"/>
                <a:gd name="connsiteY2" fmla="*/ 215901 h 4566874"/>
                <a:gd name="connsiteX3" fmla="*/ 5918200 w 7150460"/>
                <a:gd name="connsiteY3" fmla="*/ 2997200 h 4566874"/>
                <a:gd name="connsiteX4" fmla="*/ 7150100 w 7150460"/>
                <a:gd name="connsiteY4" fmla="*/ 3479799 h 4566874"/>
                <a:gd name="connsiteX5" fmla="*/ 6019800 w 7150460"/>
                <a:gd name="connsiteY5" fmla="*/ 3619500 h 4566874"/>
                <a:gd name="connsiteX6" fmla="*/ 5486400 w 7150460"/>
                <a:gd name="connsiteY6" fmla="*/ 4559300 h 4566874"/>
                <a:gd name="connsiteX7" fmla="*/ 5626100 w 7150460"/>
                <a:gd name="connsiteY7" fmla="*/ 3175001 h 4566874"/>
                <a:gd name="connsiteX8" fmla="*/ 1066800 w 7150460"/>
                <a:gd name="connsiteY8" fmla="*/ 1638301 h 4566874"/>
                <a:gd name="connsiteX9" fmla="*/ 0 w 7150460"/>
                <a:gd name="connsiteY9" fmla="*/ 1485901 h 4566874"/>
                <a:gd name="connsiteX10" fmla="*/ 431800 w 7150460"/>
                <a:gd name="connsiteY10" fmla="*/ 1104901 h 4566874"/>
                <a:gd name="connsiteX11" fmla="*/ 520700 w 7150460"/>
                <a:gd name="connsiteY11" fmla="*/ 660401 h 4566874"/>
                <a:gd name="connsiteX0" fmla="*/ 431800 w 7150460"/>
                <a:gd name="connsiteY0" fmla="*/ 1104901 h 4566874"/>
                <a:gd name="connsiteX1" fmla="*/ 2374900 w 7150460"/>
                <a:gd name="connsiteY1" fmla="*/ 0 h 4566874"/>
                <a:gd name="connsiteX2" fmla="*/ 3594100 w 7150460"/>
                <a:gd name="connsiteY2" fmla="*/ 215901 h 4566874"/>
                <a:gd name="connsiteX3" fmla="*/ 5918200 w 7150460"/>
                <a:gd name="connsiteY3" fmla="*/ 2997200 h 4566874"/>
                <a:gd name="connsiteX4" fmla="*/ 7150100 w 7150460"/>
                <a:gd name="connsiteY4" fmla="*/ 3479799 h 4566874"/>
                <a:gd name="connsiteX5" fmla="*/ 6019800 w 7150460"/>
                <a:gd name="connsiteY5" fmla="*/ 3619500 h 4566874"/>
                <a:gd name="connsiteX6" fmla="*/ 5486400 w 7150460"/>
                <a:gd name="connsiteY6" fmla="*/ 4559300 h 4566874"/>
                <a:gd name="connsiteX7" fmla="*/ 5626100 w 7150460"/>
                <a:gd name="connsiteY7" fmla="*/ 3175001 h 4566874"/>
                <a:gd name="connsiteX8" fmla="*/ 1066800 w 7150460"/>
                <a:gd name="connsiteY8" fmla="*/ 1638301 h 4566874"/>
                <a:gd name="connsiteX9" fmla="*/ 0 w 7150460"/>
                <a:gd name="connsiteY9" fmla="*/ 1485901 h 4566874"/>
                <a:gd name="connsiteX10" fmla="*/ 431800 w 7150460"/>
                <a:gd name="connsiteY10" fmla="*/ 1104901 h 4566874"/>
                <a:gd name="connsiteX0" fmla="*/ 454521 w 7173181"/>
                <a:gd name="connsiteY0" fmla="*/ 1104901 h 4566874"/>
                <a:gd name="connsiteX1" fmla="*/ 2397621 w 7173181"/>
                <a:gd name="connsiteY1" fmla="*/ 0 h 4566874"/>
                <a:gd name="connsiteX2" fmla="*/ 3616821 w 7173181"/>
                <a:gd name="connsiteY2" fmla="*/ 215901 h 4566874"/>
                <a:gd name="connsiteX3" fmla="*/ 5940921 w 7173181"/>
                <a:gd name="connsiteY3" fmla="*/ 2997200 h 4566874"/>
                <a:gd name="connsiteX4" fmla="*/ 7172821 w 7173181"/>
                <a:gd name="connsiteY4" fmla="*/ 3479799 h 4566874"/>
                <a:gd name="connsiteX5" fmla="*/ 6042521 w 7173181"/>
                <a:gd name="connsiteY5" fmla="*/ 3619500 h 4566874"/>
                <a:gd name="connsiteX6" fmla="*/ 5509121 w 7173181"/>
                <a:gd name="connsiteY6" fmla="*/ 4559300 h 4566874"/>
                <a:gd name="connsiteX7" fmla="*/ 5648821 w 7173181"/>
                <a:gd name="connsiteY7" fmla="*/ 3175001 h 4566874"/>
                <a:gd name="connsiteX8" fmla="*/ 1089521 w 7173181"/>
                <a:gd name="connsiteY8" fmla="*/ 1638301 h 4566874"/>
                <a:gd name="connsiteX9" fmla="*/ 22721 w 7173181"/>
                <a:gd name="connsiteY9" fmla="*/ 1485901 h 4566874"/>
                <a:gd name="connsiteX10" fmla="*/ 454521 w 7173181"/>
                <a:gd name="connsiteY10" fmla="*/ 1104901 h 4566874"/>
                <a:gd name="connsiteX0" fmla="*/ 574648 w 7293308"/>
                <a:gd name="connsiteY0" fmla="*/ 1104901 h 4566874"/>
                <a:gd name="connsiteX1" fmla="*/ 2517748 w 7293308"/>
                <a:gd name="connsiteY1" fmla="*/ 0 h 4566874"/>
                <a:gd name="connsiteX2" fmla="*/ 3736948 w 7293308"/>
                <a:gd name="connsiteY2" fmla="*/ 215901 h 4566874"/>
                <a:gd name="connsiteX3" fmla="*/ 6061048 w 7293308"/>
                <a:gd name="connsiteY3" fmla="*/ 2997200 h 4566874"/>
                <a:gd name="connsiteX4" fmla="*/ 7292948 w 7293308"/>
                <a:gd name="connsiteY4" fmla="*/ 3479799 h 4566874"/>
                <a:gd name="connsiteX5" fmla="*/ 6162648 w 7293308"/>
                <a:gd name="connsiteY5" fmla="*/ 3619500 h 4566874"/>
                <a:gd name="connsiteX6" fmla="*/ 5629248 w 7293308"/>
                <a:gd name="connsiteY6" fmla="*/ 4559300 h 4566874"/>
                <a:gd name="connsiteX7" fmla="*/ 5768948 w 7293308"/>
                <a:gd name="connsiteY7" fmla="*/ 3175001 h 4566874"/>
                <a:gd name="connsiteX8" fmla="*/ 1209648 w 7293308"/>
                <a:gd name="connsiteY8" fmla="*/ 1638301 h 4566874"/>
                <a:gd name="connsiteX9" fmla="*/ 142848 w 7293308"/>
                <a:gd name="connsiteY9" fmla="*/ 1485901 h 4566874"/>
                <a:gd name="connsiteX10" fmla="*/ 574648 w 7293308"/>
                <a:gd name="connsiteY10" fmla="*/ 1104901 h 4566874"/>
                <a:gd name="connsiteX0" fmla="*/ 574648 w 7293308"/>
                <a:gd name="connsiteY0" fmla="*/ 1104901 h 4566874"/>
                <a:gd name="connsiteX1" fmla="*/ 2517748 w 7293308"/>
                <a:gd name="connsiteY1" fmla="*/ 0 h 4566874"/>
                <a:gd name="connsiteX2" fmla="*/ 3736948 w 7293308"/>
                <a:gd name="connsiteY2" fmla="*/ 215901 h 4566874"/>
                <a:gd name="connsiteX3" fmla="*/ 6061048 w 7293308"/>
                <a:gd name="connsiteY3" fmla="*/ 2997200 h 4566874"/>
                <a:gd name="connsiteX4" fmla="*/ 7292948 w 7293308"/>
                <a:gd name="connsiteY4" fmla="*/ 3479799 h 4566874"/>
                <a:gd name="connsiteX5" fmla="*/ 6162648 w 7293308"/>
                <a:gd name="connsiteY5" fmla="*/ 3619500 h 4566874"/>
                <a:gd name="connsiteX6" fmla="*/ 5629248 w 7293308"/>
                <a:gd name="connsiteY6" fmla="*/ 4559300 h 4566874"/>
                <a:gd name="connsiteX7" fmla="*/ 5768948 w 7293308"/>
                <a:gd name="connsiteY7" fmla="*/ 3175001 h 4566874"/>
                <a:gd name="connsiteX8" fmla="*/ 1209648 w 7293308"/>
                <a:gd name="connsiteY8" fmla="*/ 1638301 h 4566874"/>
                <a:gd name="connsiteX9" fmla="*/ 142848 w 7293308"/>
                <a:gd name="connsiteY9" fmla="*/ 1485901 h 4566874"/>
                <a:gd name="connsiteX10" fmla="*/ 574648 w 7293308"/>
                <a:gd name="connsiteY10" fmla="*/ 1104901 h 4566874"/>
                <a:gd name="connsiteX0" fmla="*/ 574648 w 7293308"/>
                <a:gd name="connsiteY0" fmla="*/ 1104901 h 4566874"/>
                <a:gd name="connsiteX1" fmla="*/ 2517748 w 7293308"/>
                <a:gd name="connsiteY1" fmla="*/ 0 h 4566874"/>
                <a:gd name="connsiteX2" fmla="*/ 3736948 w 7293308"/>
                <a:gd name="connsiteY2" fmla="*/ 215901 h 4566874"/>
                <a:gd name="connsiteX3" fmla="*/ 6061048 w 7293308"/>
                <a:gd name="connsiteY3" fmla="*/ 2997200 h 4566874"/>
                <a:gd name="connsiteX4" fmla="*/ 7292948 w 7293308"/>
                <a:gd name="connsiteY4" fmla="*/ 3479799 h 4566874"/>
                <a:gd name="connsiteX5" fmla="*/ 6162648 w 7293308"/>
                <a:gd name="connsiteY5" fmla="*/ 3619500 h 4566874"/>
                <a:gd name="connsiteX6" fmla="*/ 5629248 w 7293308"/>
                <a:gd name="connsiteY6" fmla="*/ 4559300 h 4566874"/>
                <a:gd name="connsiteX7" fmla="*/ 5768948 w 7293308"/>
                <a:gd name="connsiteY7" fmla="*/ 3175001 h 4566874"/>
                <a:gd name="connsiteX8" fmla="*/ 1209648 w 7293308"/>
                <a:gd name="connsiteY8" fmla="*/ 1638301 h 4566874"/>
                <a:gd name="connsiteX9" fmla="*/ 142848 w 7293308"/>
                <a:gd name="connsiteY9" fmla="*/ 1485901 h 4566874"/>
                <a:gd name="connsiteX10" fmla="*/ 574648 w 7293308"/>
                <a:gd name="connsiteY10" fmla="*/ 1104901 h 4566874"/>
                <a:gd name="connsiteX0" fmla="*/ 574648 w 7293308"/>
                <a:gd name="connsiteY0" fmla="*/ 1104901 h 4566874"/>
                <a:gd name="connsiteX1" fmla="*/ 2517748 w 7293308"/>
                <a:gd name="connsiteY1" fmla="*/ 0 h 4566874"/>
                <a:gd name="connsiteX2" fmla="*/ 3736948 w 7293308"/>
                <a:gd name="connsiteY2" fmla="*/ 215901 h 4566874"/>
                <a:gd name="connsiteX3" fmla="*/ 6061048 w 7293308"/>
                <a:gd name="connsiteY3" fmla="*/ 2997200 h 4566874"/>
                <a:gd name="connsiteX4" fmla="*/ 7292948 w 7293308"/>
                <a:gd name="connsiteY4" fmla="*/ 3479799 h 4566874"/>
                <a:gd name="connsiteX5" fmla="*/ 6162648 w 7293308"/>
                <a:gd name="connsiteY5" fmla="*/ 3619500 h 4566874"/>
                <a:gd name="connsiteX6" fmla="*/ 5629248 w 7293308"/>
                <a:gd name="connsiteY6" fmla="*/ 4559300 h 4566874"/>
                <a:gd name="connsiteX7" fmla="*/ 5768948 w 7293308"/>
                <a:gd name="connsiteY7" fmla="*/ 3175001 h 4566874"/>
                <a:gd name="connsiteX8" fmla="*/ 1209648 w 7293308"/>
                <a:gd name="connsiteY8" fmla="*/ 1638301 h 4566874"/>
                <a:gd name="connsiteX9" fmla="*/ 142848 w 7293308"/>
                <a:gd name="connsiteY9" fmla="*/ 1485901 h 4566874"/>
                <a:gd name="connsiteX10" fmla="*/ 574648 w 7293308"/>
                <a:gd name="connsiteY10" fmla="*/ 1104901 h 4566874"/>
                <a:gd name="connsiteX0" fmla="*/ 574648 w 7293308"/>
                <a:gd name="connsiteY0" fmla="*/ 1104901 h 4566874"/>
                <a:gd name="connsiteX1" fmla="*/ 2517748 w 7293308"/>
                <a:gd name="connsiteY1" fmla="*/ 0 h 4566874"/>
                <a:gd name="connsiteX2" fmla="*/ 3736948 w 7293308"/>
                <a:gd name="connsiteY2" fmla="*/ 215901 h 4566874"/>
                <a:gd name="connsiteX3" fmla="*/ 6061048 w 7293308"/>
                <a:gd name="connsiteY3" fmla="*/ 2997200 h 4566874"/>
                <a:gd name="connsiteX4" fmla="*/ 7292948 w 7293308"/>
                <a:gd name="connsiteY4" fmla="*/ 3479799 h 4566874"/>
                <a:gd name="connsiteX5" fmla="*/ 6162648 w 7293308"/>
                <a:gd name="connsiteY5" fmla="*/ 3619500 h 4566874"/>
                <a:gd name="connsiteX6" fmla="*/ 5629248 w 7293308"/>
                <a:gd name="connsiteY6" fmla="*/ 4559300 h 4566874"/>
                <a:gd name="connsiteX7" fmla="*/ 5768948 w 7293308"/>
                <a:gd name="connsiteY7" fmla="*/ 3175001 h 4566874"/>
                <a:gd name="connsiteX8" fmla="*/ 1209648 w 7293308"/>
                <a:gd name="connsiteY8" fmla="*/ 1638301 h 4566874"/>
                <a:gd name="connsiteX9" fmla="*/ 142848 w 7293308"/>
                <a:gd name="connsiteY9" fmla="*/ 1485901 h 4566874"/>
                <a:gd name="connsiteX10" fmla="*/ 574648 w 7293308"/>
                <a:gd name="connsiteY10" fmla="*/ 1104901 h 4566874"/>
                <a:gd name="connsiteX0" fmla="*/ 574648 w 7293308"/>
                <a:gd name="connsiteY0" fmla="*/ 1105240 h 4567213"/>
                <a:gd name="connsiteX1" fmla="*/ 2517748 w 7293308"/>
                <a:gd name="connsiteY1" fmla="*/ 339 h 4567213"/>
                <a:gd name="connsiteX2" fmla="*/ 3736948 w 7293308"/>
                <a:gd name="connsiteY2" fmla="*/ 216240 h 4567213"/>
                <a:gd name="connsiteX3" fmla="*/ 6061048 w 7293308"/>
                <a:gd name="connsiteY3" fmla="*/ 2997539 h 4567213"/>
                <a:gd name="connsiteX4" fmla="*/ 7292948 w 7293308"/>
                <a:gd name="connsiteY4" fmla="*/ 3480138 h 4567213"/>
                <a:gd name="connsiteX5" fmla="*/ 6162648 w 7293308"/>
                <a:gd name="connsiteY5" fmla="*/ 3619839 h 4567213"/>
                <a:gd name="connsiteX6" fmla="*/ 5629248 w 7293308"/>
                <a:gd name="connsiteY6" fmla="*/ 4559639 h 4567213"/>
                <a:gd name="connsiteX7" fmla="*/ 5768948 w 7293308"/>
                <a:gd name="connsiteY7" fmla="*/ 3175340 h 4567213"/>
                <a:gd name="connsiteX8" fmla="*/ 1209648 w 7293308"/>
                <a:gd name="connsiteY8" fmla="*/ 1638640 h 4567213"/>
                <a:gd name="connsiteX9" fmla="*/ 142848 w 7293308"/>
                <a:gd name="connsiteY9" fmla="*/ 1486240 h 4567213"/>
                <a:gd name="connsiteX10" fmla="*/ 574648 w 7293308"/>
                <a:gd name="connsiteY10" fmla="*/ 1105240 h 4567213"/>
                <a:gd name="connsiteX0" fmla="*/ 574648 w 7293308"/>
                <a:gd name="connsiteY0" fmla="*/ 1105240 h 4567213"/>
                <a:gd name="connsiteX1" fmla="*/ 2517748 w 7293308"/>
                <a:gd name="connsiteY1" fmla="*/ 339 h 4567213"/>
                <a:gd name="connsiteX2" fmla="*/ 3736948 w 7293308"/>
                <a:gd name="connsiteY2" fmla="*/ 216240 h 4567213"/>
                <a:gd name="connsiteX3" fmla="*/ 6061048 w 7293308"/>
                <a:gd name="connsiteY3" fmla="*/ 2997539 h 4567213"/>
                <a:gd name="connsiteX4" fmla="*/ 7292948 w 7293308"/>
                <a:gd name="connsiteY4" fmla="*/ 3480138 h 4567213"/>
                <a:gd name="connsiteX5" fmla="*/ 6162648 w 7293308"/>
                <a:gd name="connsiteY5" fmla="*/ 3619839 h 4567213"/>
                <a:gd name="connsiteX6" fmla="*/ 5629248 w 7293308"/>
                <a:gd name="connsiteY6" fmla="*/ 4559639 h 4567213"/>
                <a:gd name="connsiteX7" fmla="*/ 5768948 w 7293308"/>
                <a:gd name="connsiteY7" fmla="*/ 3175340 h 4567213"/>
                <a:gd name="connsiteX8" fmla="*/ 1209648 w 7293308"/>
                <a:gd name="connsiteY8" fmla="*/ 1638640 h 4567213"/>
                <a:gd name="connsiteX9" fmla="*/ 142848 w 7293308"/>
                <a:gd name="connsiteY9" fmla="*/ 1486240 h 4567213"/>
                <a:gd name="connsiteX10" fmla="*/ 574648 w 7293308"/>
                <a:gd name="connsiteY10" fmla="*/ 1105240 h 4567213"/>
                <a:gd name="connsiteX0" fmla="*/ 574648 w 7293123"/>
                <a:gd name="connsiteY0" fmla="*/ 1105240 h 4567213"/>
                <a:gd name="connsiteX1" fmla="*/ 2517748 w 7293123"/>
                <a:gd name="connsiteY1" fmla="*/ 339 h 4567213"/>
                <a:gd name="connsiteX2" fmla="*/ 3736948 w 7293123"/>
                <a:gd name="connsiteY2" fmla="*/ 216240 h 4567213"/>
                <a:gd name="connsiteX3" fmla="*/ 6061048 w 7293123"/>
                <a:gd name="connsiteY3" fmla="*/ 2997539 h 4567213"/>
                <a:gd name="connsiteX4" fmla="*/ 7292948 w 7293123"/>
                <a:gd name="connsiteY4" fmla="*/ 3480138 h 4567213"/>
                <a:gd name="connsiteX5" fmla="*/ 6162648 w 7293123"/>
                <a:gd name="connsiteY5" fmla="*/ 3619839 h 4567213"/>
                <a:gd name="connsiteX6" fmla="*/ 5629248 w 7293123"/>
                <a:gd name="connsiteY6" fmla="*/ 4559639 h 4567213"/>
                <a:gd name="connsiteX7" fmla="*/ 5768948 w 7293123"/>
                <a:gd name="connsiteY7" fmla="*/ 3175340 h 4567213"/>
                <a:gd name="connsiteX8" fmla="*/ 1209648 w 7293123"/>
                <a:gd name="connsiteY8" fmla="*/ 1638640 h 4567213"/>
                <a:gd name="connsiteX9" fmla="*/ 142848 w 7293123"/>
                <a:gd name="connsiteY9" fmla="*/ 1486240 h 4567213"/>
                <a:gd name="connsiteX10" fmla="*/ 574648 w 7293123"/>
                <a:gd name="connsiteY10" fmla="*/ 1105240 h 4567213"/>
                <a:gd name="connsiteX0" fmla="*/ 574648 w 7292948"/>
                <a:gd name="connsiteY0" fmla="*/ 1105240 h 4567213"/>
                <a:gd name="connsiteX1" fmla="*/ 2517748 w 7292948"/>
                <a:gd name="connsiteY1" fmla="*/ 339 h 4567213"/>
                <a:gd name="connsiteX2" fmla="*/ 3736948 w 7292948"/>
                <a:gd name="connsiteY2" fmla="*/ 216240 h 4567213"/>
                <a:gd name="connsiteX3" fmla="*/ 6061048 w 7292948"/>
                <a:gd name="connsiteY3" fmla="*/ 2997539 h 4567213"/>
                <a:gd name="connsiteX4" fmla="*/ 7292948 w 7292948"/>
                <a:gd name="connsiteY4" fmla="*/ 3480138 h 4567213"/>
                <a:gd name="connsiteX5" fmla="*/ 6162648 w 7292948"/>
                <a:gd name="connsiteY5" fmla="*/ 3619839 h 4567213"/>
                <a:gd name="connsiteX6" fmla="*/ 5629248 w 7292948"/>
                <a:gd name="connsiteY6" fmla="*/ 4559639 h 4567213"/>
                <a:gd name="connsiteX7" fmla="*/ 5768948 w 7292948"/>
                <a:gd name="connsiteY7" fmla="*/ 3175340 h 4567213"/>
                <a:gd name="connsiteX8" fmla="*/ 1209648 w 7292948"/>
                <a:gd name="connsiteY8" fmla="*/ 1638640 h 4567213"/>
                <a:gd name="connsiteX9" fmla="*/ 142848 w 7292948"/>
                <a:gd name="connsiteY9" fmla="*/ 1486240 h 4567213"/>
                <a:gd name="connsiteX10" fmla="*/ 574648 w 7292948"/>
                <a:gd name="connsiteY10" fmla="*/ 1105240 h 4567213"/>
                <a:gd name="connsiteX0" fmla="*/ 574648 w 7292948"/>
                <a:gd name="connsiteY0" fmla="*/ 1105240 h 4567213"/>
                <a:gd name="connsiteX1" fmla="*/ 2517748 w 7292948"/>
                <a:gd name="connsiteY1" fmla="*/ 339 h 4567213"/>
                <a:gd name="connsiteX2" fmla="*/ 3736948 w 7292948"/>
                <a:gd name="connsiteY2" fmla="*/ 216240 h 4567213"/>
                <a:gd name="connsiteX3" fmla="*/ 6061048 w 7292948"/>
                <a:gd name="connsiteY3" fmla="*/ 2997539 h 4567213"/>
                <a:gd name="connsiteX4" fmla="*/ 7292948 w 7292948"/>
                <a:gd name="connsiteY4" fmla="*/ 3480138 h 4567213"/>
                <a:gd name="connsiteX5" fmla="*/ 6162648 w 7292948"/>
                <a:gd name="connsiteY5" fmla="*/ 3619839 h 4567213"/>
                <a:gd name="connsiteX6" fmla="*/ 5629248 w 7292948"/>
                <a:gd name="connsiteY6" fmla="*/ 4559639 h 4567213"/>
                <a:gd name="connsiteX7" fmla="*/ 5768948 w 7292948"/>
                <a:gd name="connsiteY7" fmla="*/ 3175340 h 4567213"/>
                <a:gd name="connsiteX8" fmla="*/ 1209648 w 7292948"/>
                <a:gd name="connsiteY8" fmla="*/ 1638640 h 4567213"/>
                <a:gd name="connsiteX9" fmla="*/ 142848 w 7292948"/>
                <a:gd name="connsiteY9" fmla="*/ 1486240 h 4567213"/>
                <a:gd name="connsiteX10" fmla="*/ 574648 w 7292948"/>
                <a:gd name="connsiteY10" fmla="*/ 1105240 h 4567213"/>
                <a:gd name="connsiteX0" fmla="*/ 574648 w 7292948"/>
                <a:gd name="connsiteY0" fmla="*/ 1105240 h 4567528"/>
                <a:gd name="connsiteX1" fmla="*/ 2517748 w 7292948"/>
                <a:gd name="connsiteY1" fmla="*/ 339 h 4567528"/>
                <a:gd name="connsiteX2" fmla="*/ 3736948 w 7292948"/>
                <a:gd name="connsiteY2" fmla="*/ 216240 h 4567528"/>
                <a:gd name="connsiteX3" fmla="*/ 6061048 w 7292948"/>
                <a:gd name="connsiteY3" fmla="*/ 2997539 h 4567528"/>
                <a:gd name="connsiteX4" fmla="*/ 7292948 w 7292948"/>
                <a:gd name="connsiteY4" fmla="*/ 3480138 h 4567528"/>
                <a:gd name="connsiteX5" fmla="*/ 6162648 w 7292948"/>
                <a:gd name="connsiteY5" fmla="*/ 3619839 h 4567528"/>
                <a:gd name="connsiteX6" fmla="*/ 5629248 w 7292948"/>
                <a:gd name="connsiteY6" fmla="*/ 4559639 h 4567528"/>
                <a:gd name="connsiteX7" fmla="*/ 5768948 w 7292948"/>
                <a:gd name="connsiteY7" fmla="*/ 3175340 h 4567528"/>
                <a:gd name="connsiteX8" fmla="*/ 1209648 w 7292948"/>
                <a:gd name="connsiteY8" fmla="*/ 1638640 h 4567528"/>
                <a:gd name="connsiteX9" fmla="*/ 142848 w 7292948"/>
                <a:gd name="connsiteY9" fmla="*/ 1486240 h 4567528"/>
                <a:gd name="connsiteX10" fmla="*/ 574648 w 7292948"/>
                <a:gd name="connsiteY10" fmla="*/ 1105240 h 4567528"/>
                <a:gd name="connsiteX0" fmla="*/ 574648 w 7292948"/>
                <a:gd name="connsiteY0" fmla="*/ 1105240 h 4567528"/>
                <a:gd name="connsiteX1" fmla="*/ 2517748 w 7292948"/>
                <a:gd name="connsiteY1" fmla="*/ 339 h 4567528"/>
                <a:gd name="connsiteX2" fmla="*/ 3736948 w 7292948"/>
                <a:gd name="connsiteY2" fmla="*/ 216240 h 4567528"/>
                <a:gd name="connsiteX3" fmla="*/ 6061048 w 7292948"/>
                <a:gd name="connsiteY3" fmla="*/ 2997539 h 4567528"/>
                <a:gd name="connsiteX4" fmla="*/ 7292948 w 7292948"/>
                <a:gd name="connsiteY4" fmla="*/ 3480138 h 4567528"/>
                <a:gd name="connsiteX5" fmla="*/ 6162648 w 7292948"/>
                <a:gd name="connsiteY5" fmla="*/ 3619839 h 4567528"/>
                <a:gd name="connsiteX6" fmla="*/ 5629248 w 7292948"/>
                <a:gd name="connsiteY6" fmla="*/ 4559639 h 4567528"/>
                <a:gd name="connsiteX7" fmla="*/ 5768948 w 7292948"/>
                <a:gd name="connsiteY7" fmla="*/ 3175340 h 4567528"/>
                <a:gd name="connsiteX8" fmla="*/ 1209648 w 7292948"/>
                <a:gd name="connsiteY8" fmla="*/ 1638640 h 4567528"/>
                <a:gd name="connsiteX9" fmla="*/ 142848 w 7292948"/>
                <a:gd name="connsiteY9" fmla="*/ 1486240 h 4567528"/>
                <a:gd name="connsiteX10" fmla="*/ 574648 w 7292948"/>
                <a:gd name="connsiteY10" fmla="*/ 1105240 h 4567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2948" h="4567528">
                  <a:moveTo>
                    <a:pt x="574648" y="1105240"/>
                  </a:moveTo>
                  <a:cubicBezTo>
                    <a:pt x="155548" y="330540"/>
                    <a:pt x="1438248" y="-12361"/>
                    <a:pt x="2517748" y="339"/>
                  </a:cubicBezTo>
                  <a:lnTo>
                    <a:pt x="3736948" y="216240"/>
                  </a:lnTo>
                  <a:cubicBezTo>
                    <a:pt x="4668281" y="565490"/>
                    <a:pt x="5840915" y="1702139"/>
                    <a:pt x="6061048" y="2997539"/>
                  </a:cubicBezTo>
                  <a:cubicBezTo>
                    <a:pt x="6382781" y="2984839"/>
                    <a:pt x="6952165" y="3475905"/>
                    <a:pt x="7292948" y="3480138"/>
                  </a:cubicBezTo>
                  <a:cubicBezTo>
                    <a:pt x="7278131" y="3624071"/>
                    <a:pt x="6880198" y="3895006"/>
                    <a:pt x="6162648" y="3619839"/>
                  </a:cubicBezTo>
                  <a:cubicBezTo>
                    <a:pt x="6321398" y="4119373"/>
                    <a:pt x="5470498" y="4637955"/>
                    <a:pt x="5629248" y="4559639"/>
                  </a:cubicBezTo>
                  <a:cubicBezTo>
                    <a:pt x="5675815" y="4098206"/>
                    <a:pt x="5379481" y="3420873"/>
                    <a:pt x="5768948" y="3175340"/>
                  </a:cubicBezTo>
                  <a:cubicBezTo>
                    <a:pt x="3216248" y="1196257"/>
                    <a:pt x="1939898" y="1689440"/>
                    <a:pt x="1209648" y="1638640"/>
                  </a:cubicBezTo>
                  <a:cubicBezTo>
                    <a:pt x="822298" y="1689440"/>
                    <a:pt x="102631" y="1719073"/>
                    <a:pt x="142848" y="1486240"/>
                  </a:cubicBezTo>
                  <a:cubicBezTo>
                    <a:pt x="-18019" y="1473540"/>
                    <a:pt x="-204285" y="1270340"/>
                    <a:pt x="574648" y="1105240"/>
                  </a:cubicBezTo>
                  <a:close/>
                </a:path>
              </a:pathLst>
            </a:custGeom>
            <a:solidFill>
              <a:srgbClr val="3BE0F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5DB5D82-3171-83F1-0396-6FCEDBFA2F2E}"/>
                </a:ext>
              </a:extLst>
            </p:cNvPr>
            <p:cNvSpPr/>
            <p:nvPr/>
          </p:nvSpPr>
          <p:spPr>
            <a:xfrm>
              <a:off x="3797300" y="1300347"/>
              <a:ext cx="1907729" cy="922152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460500"/>
                <a:gd name="connsiteY0" fmla="*/ 342900 h 1257300"/>
                <a:gd name="connsiteX1" fmla="*/ 1460500 w 1460500"/>
                <a:gd name="connsiteY1" fmla="*/ 0 h 1257300"/>
                <a:gd name="connsiteX2" fmla="*/ 914400 w 1460500"/>
                <a:gd name="connsiteY2" fmla="*/ 1257300 h 1257300"/>
                <a:gd name="connsiteX3" fmla="*/ 0 w 1460500"/>
                <a:gd name="connsiteY3" fmla="*/ 1257300 h 1257300"/>
                <a:gd name="connsiteX4" fmla="*/ 0 w 1460500"/>
                <a:gd name="connsiteY4" fmla="*/ 342900 h 1257300"/>
                <a:gd name="connsiteX0" fmla="*/ 431800 w 1892300"/>
                <a:gd name="connsiteY0" fmla="*/ 342900 h 1257300"/>
                <a:gd name="connsiteX1" fmla="*/ 1892300 w 1892300"/>
                <a:gd name="connsiteY1" fmla="*/ 0 h 1257300"/>
                <a:gd name="connsiteX2" fmla="*/ 1346200 w 1892300"/>
                <a:gd name="connsiteY2" fmla="*/ 1257300 h 1257300"/>
                <a:gd name="connsiteX3" fmla="*/ 0 w 1892300"/>
                <a:gd name="connsiteY3" fmla="*/ 622300 h 1257300"/>
                <a:gd name="connsiteX4" fmla="*/ 431800 w 1892300"/>
                <a:gd name="connsiteY4" fmla="*/ 342900 h 1257300"/>
                <a:gd name="connsiteX0" fmla="*/ 431800 w 1892300"/>
                <a:gd name="connsiteY0" fmla="*/ 3429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4" fmla="*/ 431800 w 1892300"/>
                <a:gd name="connsiteY4" fmla="*/ 342900 h 800100"/>
                <a:gd name="connsiteX0" fmla="*/ 0 w 1892300"/>
                <a:gd name="connsiteY0" fmla="*/ 6223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0" fmla="*/ 0 w 1892300"/>
                <a:gd name="connsiteY0" fmla="*/ 6223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928309"/>
                <a:gd name="connsiteX1" fmla="*/ 1892300 w 1892300"/>
                <a:gd name="connsiteY1" fmla="*/ 52009 h 928309"/>
                <a:gd name="connsiteX2" fmla="*/ 1257300 w 1892300"/>
                <a:gd name="connsiteY2" fmla="*/ 928309 h 928309"/>
                <a:gd name="connsiteX3" fmla="*/ 0 w 1892300"/>
                <a:gd name="connsiteY3" fmla="*/ 674309 h 928309"/>
                <a:gd name="connsiteX0" fmla="*/ 0 w 1866900"/>
                <a:gd name="connsiteY0" fmla="*/ 730301 h 920801"/>
                <a:gd name="connsiteX1" fmla="*/ 1866900 w 1866900"/>
                <a:gd name="connsiteY1" fmla="*/ 44501 h 920801"/>
                <a:gd name="connsiteX2" fmla="*/ 1231900 w 1866900"/>
                <a:gd name="connsiteY2" fmla="*/ 920801 h 920801"/>
                <a:gd name="connsiteX3" fmla="*/ 0 w 1866900"/>
                <a:gd name="connsiteY3" fmla="*/ 730301 h 920801"/>
                <a:gd name="connsiteX0" fmla="*/ 0 w 1905000"/>
                <a:gd name="connsiteY0" fmla="*/ 718952 h 922152"/>
                <a:gd name="connsiteX1" fmla="*/ 1905000 w 1905000"/>
                <a:gd name="connsiteY1" fmla="*/ 45852 h 922152"/>
                <a:gd name="connsiteX2" fmla="*/ 1270000 w 1905000"/>
                <a:gd name="connsiteY2" fmla="*/ 922152 h 922152"/>
                <a:gd name="connsiteX3" fmla="*/ 0 w 1905000"/>
                <a:gd name="connsiteY3" fmla="*/ 718952 h 922152"/>
                <a:gd name="connsiteX0" fmla="*/ 0 w 1905000"/>
                <a:gd name="connsiteY0" fmla="*/ 718952 h 922152"/>
                <a:gd name="connsiteX1" fmla="*/ 1905000 w 1905000"/>
                <a:gd name="connsiteY1" fmla="*/ 45852 h 922152"/>
                <a:gd name="connsiteX2" fmla="*/ 1270000 w 1905000"/>
                <a:gd name="connsiteY2" fmla="*/ 922152 h 922152"/>
                <a:gd name="connsiteX3" fmla="*/ 0 w 1905000"/>
                <a:gd name="connsiteY3" fmla="*/ 718952 h 922152"/>
                <a:gd name="connsiteX0" fmla="*/ 0 w 1907729"/>
                <a:gd name="connsiteY0" fmla="*/ 718952 h 922152"/>
                <a:gd name="connsiteX1" fmla="*/ 1905000 w 1907729"/>
                <a:gd name="connsiteY1" fmla="*/ 45852 h 922152"/>
                <a:gd name="connsiteX2" fmla="*/ 1270000 w 1907729"/>
                <a:gd name="connsiteY2" fmla="*/ 922152 h 922152"/>
                <a:gd name="connsiteX3" fmla="*/ 0 w 1907729"/>
                <a:gd name="connsiteY3" fmla="*/ 718952 h 922152"/>
                <a:gd name="connsiteX0" fmla="*/ 0 w 1907729"/>
                <a:gd name="connsiteY0" fmla="*/ 718952 h 922152"/>
                <a:gd name="connsiteX1" fmla="*/ 1905000 w 1907729"/>
                <a:gd name="connsiteY1" fmla="*/ 45852 h 922152"/>
                <a:gd name="connsiteX2" fmla="*/ 1270000 w 1907729"/>
                <a:gd name="connsiteY2" fmla="*/ 922152 h 922152"/>
                <a:gd name="connsiteX3" fmla="*/ 91440 w 1907729"/>
                <a:gd name="connsiteY3" fmla="*/ 810392 h 922152"/>
                <a:gd name="connsiteX0" fmla="*/ 0 w 1907729"/>
                <a:gd name="connsiteY0" fmla="*/ 718952 h 922152"/>
                <a:gd name="connsiteX1" fmla="*/ 1905000 w 1907729"/>
                <a:gd name="connsiteY1" fmla="*/ 45852 h 922152"/>
                <a:gd name="connsiteX2" fmla="*/ 1270000 w 1907729"/>
                <a:gd name="connsiteY2" fmla="*/ 922152 h 92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7729" h="922152">
                  <a:moveTo>
                    <a:pt x="0" y="718952"/>
                  </a:moveTo>
                  <a:cubicBezTo>
                    <a:pt x="351367" y="105119"/>
                    <a:pt x="1655233" y="-102315"/>
                    <a:pt x="1905000" y="45852"/>
                  </a:cubicBezTo>
                  <a:cubicBezTo>
                    <a:pt x="1951567" y="147452"/>
                    <a:pt x="1388533" y="528452"/>
                    <a:pt x="1270000" y="922152"/>
                  </a:cubicBezTo>
                </a:path>
              </a:pathLst>
            </a:custGeom>
            <a:solidFill>
              <a:srgbClr val="3BE0F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AB96D9A-AD0D-AD3D-2593-24E804852434}"/>
                </a:ext>
              </a:extLst>
            </p:cNvPr>
            <p:cNvSpPr/>
            <p:nvPr/>
          </p:nvSpPr>
          <p:spPr>
            <a:xfrm>
              <a:off x="2400300" y="2714625"/>
              <a:ext cx="352425" cy="35242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8AC446A-6D39-38E4-F876-AA615835ED4F}"/>
                </a:ext>
              </a:extLst>
            </p:cNvPr>
            <p:cNvSpPr/>
            <p:nvPr/>
          </p:nvSpPr>
          <p:spPr>
            <a:xfrm>
              <a:off x="1514475" y="3257551"/>
              <a:ext cx="990600" cy="140232"/>
            </a:xfrm>
            <a:custGeom>
              <a:avLst/>
              <a:gdLst>
                <a:gd name="connsiteX0" fmla="*/ 0 w 990600"/>
                <a:gd name="connsiteY0" fmla="*/ 123825 h 123825"/>
                <a:gd name="connsiteX1" fmla="*/ 990600 w 990600"/>
                <a:gd name="connsiteY1" fmla="*/ 0 h 123825"/>
                <a:gd name="connsiteX2" fmla="*/ 990600 w 990600"/>
                <a:gd name="connsiteY2" fmla="*/ 0 h 123825"/>
                <a:gd name="connsiteX0" fmla="*/ 0 w 990600"/>
                <a:gd name="connsiteY0" fmla="*/ 123825 h 123825"/>
                <a:gd name="connsiteX1" fmla="*/ 990600 w 990600"/>
                <a:gd name="connsiteY1" fmla="*/ 0 h 123825"/>
                <a:gd name="connsiteX2" fmla="*/ 990600 w 990600"/>
                <a:gd name="connsiteY2" fmla="*/ 0 h 123825"/>
                <a:gd name="connsiteX0" fmla="*/ 0 w 990600"/>
                <a:gd name="connsiteY0" fmla="*/ 123825 h 133648"/>
                <a:gd name="connsiteX1" fmla="*/ 990600 w 990600"/>
                <a:gd name="connsiteY1" fmla="*/ 0 h 133648"/>
                <a:gd name="connsiteX2" fmla="*/ 990600 w 990600"/>
                <a:gd name="connsiteY2" fmla="*/ 0 h 133648"/>
                <a:gd name="connsiteX0" fmla="*/ 0 w 990600"/>
                <a:gd name="connsiteY0" fmla="*/ 123825 h 123825"/>
                <a:gd name="connsiteX1" fmla="*/ 990600 w 990600"/>
                <a:gd name="connsiteY1" fmla="*/ 0 h 123825"/>
                <a:gd name="connsiteX2" fmla="*/ 990600 w 990600"/>
                <a:gd name="connsiteY2" fmla="*/ 0 h 123825"/>
                <a:gd name="connsiteX0" fmla="*/ 0 w 990600"/>
                <a:gd name="connsiteY0" fmla="*/ 123825 h 140232"/>
                <a:gd name="connsiteX1" fmla="*/ 990600 w 990600"/>
                <a:gd name="connsiteY1" fmla="*/ 0 h 140232"/>
                <a:gd name="connsiteX2" fmla="*/ 990600 w 990600"/>
                <a:gd name="connsiteY2" fmla="*/ 0 h 14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0600" h="140232">
                  <a:moveTo>
                    <a:pt x="0" y="123825"/>
                  </a:moveTo>
                  <a:cubicBezTo>
                    <a:pt x="206375" y="25400"/>
                    <a:pt x="498475" y="288925"/>
                    <a:pt x="990600" y="0"/>
                  </a:cubicBezTo>
                  <a:lnTo>
                    <a:pt x="99060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D0BFA2F-F9D8-F165-A5F0-F1C93CCE811A}"/>
                </a:ext>
              </a:extLst>
            </p:cNvPr>
            <p:cNvSpPr/>
            <p:nvPr/>
          </p:nvSpPr>
          <p:spPr>
            <a:xfrm>
              <a:off x="2651100" y="3342513"/>
              <a:ext cx="4027747" cy="1381426"/>
            </a:xfrm>
            <a:custGeom>
              <a:avLst/>
              <a:gdLst>
                <a:gd name="connsiteX0" fmla="*/ 1101001 w 4027747"/>
                <a:gd name="connsiteY0" fmla="*/ 951 h 1381426"/>
                <a:gd name="connsiteX1" fmla="*/ 3984663 w 4027747"/>
                <a:gd name="connsiteY1" fmla="*/ 1320568 h 1381426"/>
                <a:gd name="connsiteX2" fmla="*/ 4027747 w 4027747"/>
                <a:gd name="connsiteY2" fmla="*/ 1381426 h 1381426"/>
                <a:gd name="connsiteX3" fmla="*/ 3825218 w 4027747"/>
                <a:gd name="connsiteY3" fmla="*/ 1243006 h 1381426"/>
                <a:gd name="connsiteX4" fmla="*/ 94313 w 4027747"/>
                <a:gd name="connsiteY4" fmla="*/ 204109 h 1381426"/>
                <a:gd name="connsiteX5" fmla="*/ 0 w 4027747"/>
                <a:gd name="connsiteY5" fmla="*/ 201555 h 1381426"/>
                <a:gd name="connsiteX6" fmla="*/ 200170 w 4027747"/>
                <a:gd name="connsiteY6" fmla="*/ 134164 h 1381426"/>
                <a:gd name="connsiteX7" fmla="*/ 1101001 w 4027747"/>
                <a:gd name="connsiteY7" fmla="*/ 951 h 138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27747" h="1381426">
                  <a:moveTo>
                    <a:pt x="1101001" y="951"/>
                  </a:moveTo>
                  <a:cubicBezTo>
                    <a:pt x="2144620" y="-22327"/>
                    <a:pt x="3278698" y="381114"/>
                    <a:pt x="3984663" y="1320568"/>
                  </a:cubicBezTo>
                  <a:lnTo>
                    <a:pt x="4027747" y="1381426"/>
                  </a:lnTo>
                  <a:lnTo>
                    <a:pt x="3825218" y="1243006"/>
                  </a:lnTo>
                  <a:cubicBezTo>
                    <a:pt x="1867885" y="-58092"/>
                    <a:pt x="770465" y="199539"/>
                    <a:pt x="94313" y="204109"/>
                  </a:cubicBezTo>
                  <a:lnTo>
                    <a:pt x="0" y="201555"/>
                  </a:lnTo>
                  <a:lnTo>
                    <a:pt x="200170" y="134164"/>
                  </a:lnTo>
                  <a:cubicBezTo>
                    <a:pt x="482972" y="53322"/>
                    <a:pt x="787916" y="7934"/>
                    <a:pt x="1101001" y="95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1EC60B7A-FE5E-5187-5AD1-AA7569474797}"/>
                </a:ext>
              </a:extLst>
            </p:cNvPr>
            <p:cNvSpPr/>
            <p:nvPr/>
          </p:nvSpPr>
          <p:spPr>
            <a:xfrm>
              <a:off x="3683000" y="3173589"/>
              <a:ext cx="1029888" cy="1111483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1460500"/>
                <a:gd name="connsiteY0" fmla="*/ 342900 h 1257300"/>
                <a:gd name="connsiteX1" fmla="*/ 1460500 w 1460500"/>
                <a:gd name="connsiteY1" fmla="*/ 0 h 1257300"/>
                <a:gd name="connsiteX2" fmla="*/ 914400 w 1460500"/>
                <a:gd name="connsiteY2" fmla="*/ 1257300 h 1257300"/>
                <a:gd name="connsiteX3" fmla="*/ 0 w 1460500"/>
                <a:gd name="connsiteY3" fmla="*/ 1257300 h 1257300"/>
                <a:gd name="connsiteX4" fmla="*/ 0 w 1460500"/>
                <a:gd name="connsiteY4" fmla="*/ 342900 h 1257300"/>
                <a:gd name="connsiteX0" fmla="*/ 431800 w 1892300"/>
                <a:gd name="connsiteY0" fmla="*/ 342900 h 1257300"/>
                <a:gd name="connsiteX1" fmla="*/ 1892300 w 1892300"/>
                <a:gd name="connsiteY1" fmla="*/ 0 h 1257300"/>
                <a:gd name="connsiteX2" fmla="*/ 1346200 w 1892300"/>
                <a:gd name="connsiteY2" fmla="*/ 1257300 h 1257300"/>
                <a:gd name="connsiteX3" fmla="*/ 0 w 1892300"/>
                <a:gd name="connsiteY3" fmla="*/ 622300 h 1257300"/>
                <a:gd name="connsiteX4" fmla="*/ 431800 w 1892300"/>
                <a:gd name="connsiteY4" fmla="*/ 342900 h 1257300"/>
                <a:gd name="connsiteX0" fmla="*/ 431800 w 1892300"/>
                <a:gd name="connsiteY0" fmla="*/ 3429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4" fmla="*/ 431800 w 1892300"/>
                <a:gd name="connsiteY4" fmla="*/ 342900 h 800100"/>
                <a:gd name="connsiteX0" fmla="*/ 0 w 1892300"/>
                <a:gd name="connsiteY0" fmla="*/ 6223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0" fmla="*/ 0 w 1892300"/>
                <a:gd name="connsiteY0" fmla="*/ 622300 h 800100"/>
                <a:gd name="connsiteX1" fmla="*/ 1892300 w 1892300"/>
                <a:gd name="connsiteY1" fmla="*/ 0 h 800100"/>
                <a:gd name="connsiteX2" fmla="*/ 1308100 w 1892300"/>
                <a:gd name="connsiteY2" fmla="*/ 800100 h 800100"/>
                <a:gd name="connsiteX3" fmla="*/ 0 w 1892300"/>
                <a:gd name="connsiteY3" fmla="*/ 622300 h 800100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852109"/>
                <a:gd name="connsiteX1" fmla="*/ 1892300 w 1892300"/>
                <a:gd name="connsiteY1" fmla="*/ 52009 h 852109"/>
                <a:gd name="connsiteX2" fmla="*/ 1308100 w 1892300"/>
                <a:gd name="connsiteY2" fmla="*/ 852109 h 852109"/>
                <a:gd name="connsiteX3" fmla="*/ 0 w 1892300"/>
                <a:gd name="connsiteY3" fmla="*/ 674309 h 852109"/>
                <a:gd name="connsiteX0" fmla="*/ 0 w 1892300"/>
                <a:gd name="connsiteY0" fmla="*/ 674309 h 928309"/>
                <a:gd name="connsiteX1" fmla="*/ 1892300 w 1892300"/>
                <a:gd name="connsiteY1" fmla="*/ 52009 h 928309"/>
                <a:gd name="connsiteX2" fmla="*/ 1257300 w 1892300"/>
                <a:gd name="connsiteY2" fmla="*/ 928309 h 928309"/>
                <a:gd name="connsiteX3" fmla="*/ 0 w 1892300"/>
                <a:gd name="connsiteY3" fmla="*/ 674309 h 928309"/>
                <a:gd name="connsiteX0" fmla="*/ 0 w 1866900"/>
                <a:gd name="connsiteY0" fmla="*/ 730301 h 920801"/>
                <a:gd name="connsiteX1" fmla="*/ 1866900 w 1866900"/>
                <a:gd name="connsiteY1" fmla="*/ 44501 h 920801"/>
                <a:gd name="connsiteX2" fmla="*/ 1231900 w 1866900"/>
                <a:gd name="connsiteY2" fmla="*/ 920801 h 920801"/>
                <a:gd name="connsiteX3" fmla="*/ 0 w 1866900"/>
                <a:gd name="connsiteY3" fmla="*/ 730301 h 920801"/>
                <a:gd name="connsiteX0" fmla="*/ 0 w 1905000"/>
                <a:gd name="connsiteY0" fmla="*/ 718952 h 922152"/>
                <a:gd name="connsiteX1" fmla="*/ 1905000 w 1905000"/>
                <a:gd name="connsiteY1" fmla="*/ 45852 h 922152"/>
                <a:gd name="connsiteX2" fmla="*/ 1270000 w 1905000"/>
                <a:gd name="connsiteY2" fmla="*/ 922152 h 922152"/>
                <a:gd name="connsiteX3" fmla="*/ 0 w 1905000"/>
                <a:gd name="connsiteY3" fmla="*/ 718952 h 922152"/>
                <a:gd name="connsiteX0" fmla="*/ 0 w 1905000"/>
                <a:gd name="connsiteY0" fmla="*/ 718952 h 922152"/>
                <a:gd name="connsiteX1" fmla="*/ 1905000 w 1905000"/>
                <a:gd name="connsiteY1" fmla="*/ 45852 h 922152"/>
                <a:gd name="connsiteX2" fmla="*/ 1270000 w 1905000"/>
                <a:gd name="connsiteY2" fmla="*/ 922152 h 922152"/>
                <a:gd name="connsiteX3" fmla="*/ 0 w 1905000"/>
                <a:gd name="connsiteY3" fmla="*/ 718952 h 922152"/>
                <a:gd name="connsiteX0" fmla="*/ 0 w 1907729"/>
                <a:gd name="connsiteY0" fmla="*/ 718952 h 922152"/>
                <a:gd name="connsiteX1" fmla="*/ 1905000 w 1907729"/>
                <a:gd name="connsiteY1" fmla="*/ 45852 h 922152"/>
                <a:gd name="connsiteX2" fmla="*/ 1270000 w 1907729"/>
                <a:gd name="connsiteY2" fmla="*/ 922152 h 922152"/>
                <a:gd name="connsiteX3" fmla="*/ 0 w 1907729"/>
                <a:gd name="connsiteY3" fmla="*/ 718952 h 922152"/>
                <a:gd name="connsiteX0" fmla="*/ 0 w 1312713"/>
                <a:gd name="connsiteY0" fmla="*/ 137340 h 1310820"/>
                <a:gd name="connsiteX1" fmla="*/ 1181100 w 1312713"/>
                <a:gd name="connsiteY1" fmla="*/ 1305740 h 1310820"/>
                <a:gd name="connsiteX2" fmla="*/ 1270000 w 1312713"/>
                <a:gd name="connsiteY2" fmla="*/ 340540 h 1310820"/>
                <a:gd name="connsiteX3" fmla="*/ 0 w 1312713"/>
                <a:gd name="connsiteY3" fmla="*/ 137340 h 1310820"/>
                <a:gd name="connsiteX0" fmla="*/ 0 w 1312713"/>
                <a:gd name="connsiteY0" fmla="*/ 0 h 1173480"/>
                <a:gd name="connsiteX1" fmla="*/ 1181100 w 1312713"/>
                <a:gd name="connsiteY1" fmla="*/ 1168400 h 1173480"/>
                <a:gd name="connsiteX2" fmla="*/ 1270000 w 1312713"/>
                <a:gd name="connsiteY2" fmla="*/ 203200 h 1173480"/>
                <a:gd name="connsiteX3" fmla="*/ 0 w 1312713"/>
                <a:gd name="connsiteY3" fmla="*/ 0 h 1173480"/>
                <a:gd name="connsiteX0" fmla="*/ 0 w 1109513"/>
                <a:gd name="connsiteY0" fmla="*/ 0 h 1097280"/>
                <a:gd name="connsiteX1" fmla="*/ 977900 w 1109513"/>
                <a:gd name="connsiteY1" fmla="*/ 1092200 h 1097280"/>
                <a:gd name="connsiteX2" fmla="*/ 1066800 w 1109513"/>
                <a:gd name="connsiteY2" fmla="*/ 127000 h 1097280"/>
                <a:gd name="connsiteX3" fmla="*/ 0 w 1109513"/>
                <a:gd name="connsiteY3" fmla="*/ 0 h 1097280"/>
                <a:gd name="connsiteX0" fmla="*/ 0 w 1109513"/>
                <a:gd name="connsiteY0" fmla="*/ 0 h 1097280"/>
                <a:gd name="connsiteX1" fmla="*/ 977900 w 1109513"/>
                <a:gd name="connsiteY1" fmla="*/ 1092200 h 1097280"/>
                <a:gd name="connsiteX2" fmla="*/ 1066800 w 1109513"/>
                <a:gd name="connsiteY2" fmla="*/ 127000 h 1097280"/>
                <a:gd name="connsiteX3" fmla="*/ 0 w 1109513"/>
                <a:gd name="connsiteY3" fmla="*/ 0 h 1097280"/>
                <a:gd name="connsiteX0" fmla="*/ 0 w 1020772"/>
                <a:gd name="connsiteY0" fmla="*/ 50626 h 1147550"/>
                <a:gd name="connsiteX1" fmla="*/ 977900 w 1020772"/>
                <a:gd name="connsiteY1" fmla="*/ 1142826 h 1147550"/>
                <a:gd name="connsiteX2" fmla="*/ 939800 w 1020772"/>
                <a:gd name="connsiteY2" fmla="*/ 63326 h 1147550"/>
                <a:gd name="connsiteX3" fmla="*/ 0 w 1020772"/>
                <a:gd name="connsiteY3" fmla="*/ 50626 h 1147550"/>
                <a:gd name="connsiteX0" fmla="*/ 0 w 982759"/>
                <a:gd name="connsiteY0" fmla="*/ 0 h 1100679"/>
                <a:gd name="connsiteX1" fmla="*/ 977900 w 982759"/>
                <a:gd name="connsiteY1" fmla="*/ 1092200 h 1100679"/>
                <a:gd name="connsiteX2" fmla="*/ 939800 w 982759"/>
                <a:gd name="connsiteY2" fmla="*/ 12700 h 1100679"/>
                <a:gd name="connsiteX3" fmla="*/ 0 w 982759"/>
                <a:gd name="connsiteY3" fmla="*/ 0 h 1100679"/>
                <a:gd name="connsiteX0" fmla="*/ 0 w 1032910"/>
                <a:gd name="connsiteY0" fmla="*/ 0 h 1062945"/>
                <a:gd name="connsiteX1" fmla="*/ 1028700 w 1032910"/>
                <a:gd name="connsiteY1" fmla="*/ 1054100 h 1062945"/>
                <a:gd name="connsiteX2" fmla="*/ 939800 w 1032910"/>
                <a:gd name="connsiteY2" fmla="*/ 12700 h 1062945"/>
                <a:gd name="connsiteX3" fmla="*/ 0 w 1032910"/>
                <a:gd name="connsiteY3" fmla="*/ 0 h 1062945"/>
                <a:gd name="connsiteX0" fmla="*/ 0 w 1032910"/>
                <a:gd name="connsiteY0" fmla="*/ 0 h 1071105"/>
                <a:gd name="connsiteX1" fmla="*/ 1028700 w 1032910"/>
                <a:gd name="connsiteY1" fmla="*/ 1054100 h 1071105"/>
                <a:gd name="connsiteX2" fmla="*/ 939800 w 1032910"/>
                <a:gd name="connsiteY2" fmla="*/ 12700 h 1071105"/>
                <a:gd name="connsiteX3" fmla="*/ 0 w 1032910"/>
                <a:gd name="connsiteY3" fmla="*/ 0 h 1071105"/>
                <a:gd name="connsiteX0" fmla="*/ 0 w 1033718"/>
                <a:gd name="connsiteY0" fmla="*/ 0 h 1071105"/>
                <a:gd name="connsiteX1" fmla="*/ 1028700 w 1033718"/>
                <a:gd name="connsiteY1" fmla="*/ 1054100 h 1071105"/>
                <a:gd name="connsiteX2" fmla="*/ 939800 w 1033718"/>
                <a:gd name="connsiteY2" fmla="*/ 12700 h 1071105"/>
                <a:gd name="connsiteX3" fmla="*/ 0 w 1033718"/>
                <a:gd name="connsiteY3" fmla="*/ 0 h 1071105"/>
                <a:gd name="connsiteX0" fmla="*/ 0 w 1029017"/>
                <a:gd name="connsiteY0" fmla="*/ 0 h 1111483"/>
                <a:gd name="connsiteX1" fmla="*/ 1023937 w 1029017"/>
                <a:gd name="connsiteY1" fmla="*/ 1096963 h 1111483"/>
                <a:gd name="connsiteX2" fmla="*/ 939800 w 1029017"/>
                <a:gd name="connsiteY2" fmla="*/ 12700 h 1111483"/>
                <a:gd name="connsiteX3" fmla="*/ 0 w 1029017"/>
                <a:gd name="connsiteY3" fmla="*/ 0 h 1111483"/>
                <a:gd name="connsiteX0" fmla="*/ 0 w 1029888"/>
                <a:gd name="connsiteY0" fmla="*/ 0 h 1111483"/>
                <a:gd name="connsiteX1" fmla="*/ 1023937 w 1029888"/>
                <a:gd name="connsiteY1" fmla="*/ 1096963 h 1111483"/>
                <a:gd name="connsiteX2" fmla="*/ 939800 w 1029888"/>
                <a:gd name="connsiteY2" fmla="*/ 12700 h 1111483"/>
                <a:gd name="connsiteX3" fmla="*/ 0 w 1029888"/>
                <a:gd name="connsiteY3" fmla="*/ 0 h 1111483"/>
                <a:gd name="connsiteX0" fmla="*/ 0 w 1029888"/>
                <a:gd name="connsiteY0" fmla="*/ 0 h 1111483"/>
                <a:gd name="connsiteX1" fmla="*/ 1023937 w 1029888"/>
                <a:gd name="connsiteY1" fmla="*/ 1096963 h 1111483"/>
                <a:gd name="connsiteX2" fmla="*/ 939800 w 1029888"/>
                <a:gd name="connsiteY2" fmla="*/ 12700 h 1111483"/>
                <a:gd name="connsiteX3" fmla="*/ 91440 w 1029888"/>
                <a:gd name="connsiteY3" fmla="*/ 91440 h 1111483"/>
                <a:gd name="connsiteX0" fmla="*/ 0 w 1029888"/>
                <a:gd name="connsiteY0" fmla="*/ 0 h 1111483"/>
                <a:gd name="connsiteX1" fmla="*/ 1023937 w 1029888"/>
                <a:gd name="connsiteY1" fmla="*/ 1096963 h 1111483"/>
                <a:gd name="connsiteX2" fmla="*/ 939800 w 1029888"/>
                <a:gd name="connsiteY2" fmla="*/ 12700 h 111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29888" h="1111483">
                  <a:moveTo>
                    <a:pt x="0" y="0"/>
                  </a:moveTo>
                  <a:cubicBezTo>
                    <a:pt x="71967" y="1037167"/>
                    <a:pt x="950383" y="1163108"/>
                    <a:pt x="1023937" y="1096963"/>
                  </a:cubicBezTo>
                  <a:cubicBezTo>
                    <a:pt x="1080030" y="1022350"/>
                    <a:pt x="715433" y="355600"/>
                    <a:pt x="939800" y="12700"/>
                  </a:cubicBezTo>
                </a:path>
              </a:pathLst>
            </a:custGeom>
            <a:solidFill>
              <a:srgbClr val="3BE0F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2EA5803-8340-4CB8-B843-F0377436108E}"/>
                </a:ext>
              </a:extLst>
            </p:cNvPr>
            <p:cNvSpPr/>
            <p:nvPr/>
          </p:nvSpPr>
          <p:spPr>
            <a:xfrm>
              <a:off x="2470150" y="2819561"/>
              <a:ext cx="126839" cy="12683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2898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C07C046B-A295-B418-7DB6-8A70E8A84DCF}"/>
              </a:ext>
            </a:extLst>
          </p:cNvPr>
          <p:cNvGrpSpPr/>
          <p:nvPr/>
        </p:nvGrpSpPr>
        <p:grpSpPr>
          <a:xfrm>
            <a:off x="2663031" y="1326633"/>
            <a:ext cx="4123356" cy="4731266"/>
            <a:chOff x="2663031" y="1326633"/>
            <a:chExt cx="4123356" cy="473126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F3E5CA6-D072-3504-023A-CB259B33F364}"/>
                </a:ext>
              </a:extLst>
            </p:cNvPr>
            <p:cNvGrpSpPr/>
            <p:nvPr/>
          </p:nvGrpSpPr>
          <p:grpSpPr>
            <a:xfrm>
              <a:off x="2819991" y="1326633"/>
              <a:ext cx="3809436" cy="2872349"/>
              <a:chOff x="2972740" y="1347223"/>
              <a:chExt cx="3809436" cy="2872349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4658FD3-1FDE-4B1F-509D-67B82EFF4A21}"/>
                  </a:ext>
                </a:extLst>
              </p:cNvPr>
              <p:cNvSpPr/>
              <p:nvPr/>
            </p:nvSpPr>
            <p:spPr>
              <a:xfrm>
                <a:off x="2972740" y="1347223"/>
                <a:ext cx="3809436" cy="2872349"/>
              </a:xfrm>
              <a:custGeom>
                <a:avLst/>
                <a:gdLst>
                  <a:gd name="connsiteX0" fmla="*/ 0 w 1248228"/>
                  <a:gd name="connsiteY0" fmla="*/ 0 h 751114"/>
                  <a:gd name="connsiteX1" fmla="*/ 1248228 w 1248228"/>
                  <a:gd name="connsiteY1" fmla="*/ 0 h 751114"/>
                  <a:gd name="connsiteX2" fmla="*/ 1248228 w 1248228"/>
                  <a:gd name="connsiteY2" fmla="*/ 751114 h 751114"/>
                  <a:gd name="connsiteX3" fmla="*/ 0 w 1248228"/>
                  <a:gd name="connsiteY3" fmla="*/ 751114 h 751114"/>
                  <a:gd name="connsiteX4" fmla="*/ 0 w 1248228"/>
                  <a:gd name="connsiteY4" fmla="*/ 0 h 751114"/>
                  <a:gd name="connsiteX0" fmla="*/ 314325 w 1562553"/>
                  <a:gd name="connsiteY0" fmla="*/ 0 h 1055914"/>
                  <a:gd name="connsiteX1" fmla="*/ 1562553 w 1562553"/>
                  <a:gd name="connsiteY1" fmla="*/ 0 h 1055914"/>
                  <a:gd name="connsiteX2" fmla="*/ 1562553 w 1562553"/>
                  <a:gd name="connsiteY2" fmla="*/ 751114 h 1055914"/>
                  <a:gd name="connsiteX3" fmla="*/ 0 w 1562553"/>
                  <a:gd name="connsiteY3" fmla="*/ 1055914 h 1055914"/>
                  <a:gd name="connsiteX4" fmla="*/ 314325 w 1562553"/>
                  <a:gd name="connsiteY4" fmla="*/ 0 h 1055914"/>
                  <a:gd name="connsiteX0" fmla="*/ 0 w 1876878"/>
                  <a:gd name="connsiteY0" fmla="*/ 0 h 1360714"/>
                  <a:gd name="connsiteX1" fmla="*/ 1876878 w 1876878"/>
                  <a:gd name="connsiteY1" fmla="*/ 304800 h 1360714"/>
                  <a:gd name="connsiteX2" fmla="*/ 1876878 w 1876878"/>
                  <a:gd name="connsiteY2" fmla="*/ 1055914 h 1360714"/>
                  <a:gd name="connsiteX3" fmla="*/ 314325 w 1876878"/>
                  <a:gd name="connsiteY3" fmla="*/ 1360714 h 1360714"/>
                  <a:gd name="connsiteX4" fmla="*/ 0 w 1876878"/>
                  <a:gd name="connsiteY4" fmla="*/ 0 h 1360714"/>
                  <a:gd name="connsiteX0" fmla="*/ 0 w 1876878"/>
                  <a:gd name="connsiteY0" fmla="*/ 764794 h 2125508"/>
                  <a:gd name="connsiteX1" fmla="*/ 515258 w 1876878"/>
                  <a:gd name="connsiteY1" fmla="*/ 1433 h 2125508"/>
                  <a:gd name="connsiteX2" fmla="*/ 1876878 w 1876878"/>
                  <a:gd name="connsiteY2" fmla="*/ 1069594 h 2125508"/>
                  <a:gd name="connsiteX3" fmla="*/ 1876878 w 1876878"/>
                  <a:gd name="connsiteY3" fmla="*/ 1820708 h 2125508"/>
                  <a:gd name="connsiteX4" fmla="*/ 314325 w 1876878"/>
                  <a:gd name="connsiteY4" fmla="*/ 2125508 h 2125508"/>
                  <a:gd name="connsiteX5" fmla="*/ 0 w 1876878"/>
                  <a:gd name="connsiteY5" fmla="*/ 764794 h 2125508"/>
                  <a:gd name="connsiteX0" fmla="*/ 0 w 1876878"/>
                  <a:gd name="connsiteY0" fmla="*/ 1180774 h 2541488"/>
                  <a:gd name="connsiteX1" fmla="*/ 515258 w 1876878"/>
                  <a:gd name="connsiteY1" fmla="*/ 417413 h 2541488"/>
                  <a:gd name="connsiteX2" fmla="*/ 1115333 w 1876878"/>
                  <a:gd name="connsiteY2" fmla="*/ 26888 h 2541488"/>
                  <a:gd name="connsiteX3" fmla="*/ 1876878 w 1876878"/>
                  <a:gd name="connsiteY3" fmla="*/ 1485574 h 2541488"/>
                  <a:gd name="connsiteX4" fmla="*/ 1876878 w 1876878"/>
                  <a:gd name="connsiteY4" fmla="*/ 2236688 h 2541488"/>
                  <a:gd name="connsiteX5" fmla="*/ 314325 w 1876878"/>
                  <a:gd name="connsiteY5" fmla="*/ 2541488 h 2541488"/>
                  <a:gd name="connsiteX6" fmla="*/ 0 w 1876878"/>
                  <a:gd name="connsiteY6" fmla="*/ 1180774 h 2541488"/>
                  <a:gd name="connsiteX0" fmla="*/ 0 w 1962603"/>
                  <a:gd name="connsiteY0" fmla="*/ 1247775 h 2608489"/>
                  <a:gd name="connsiteX1" fmla="*/ 515258 w 1962603"/>
                  <a:gd name="connsiteY1" fmla="*/ 484414 h 2608489"/>
                  <a:gd name="connsiteX2" fmla="*/ 1115333 w 1962603"/>
                  <a:gd name="connsiteY2" fmla="*/ 93889 h 2608489"/>
                  <a:gd name="connsiteX3" fmla="*/ 1962603 w 1962603"/>
                  <a:gd name="connsiteY3" fmla="*/ 0 h 2608489"/>
                  <a:gd name="connsiteX4" fmla="*/ 1876878 w 1962603"/>
                  <a:gd name="connsiteY4" fmla="*/ 2303689 h 2608489"/>
                  <a:gd name="connsiteX5" fmla="*/ 314325 w 1962603"/>
                  <a:gd name="connsiteY5" fmla="*/ 2608489 h 2608489"/>
                  <a:gd name="connsiteX6" fmla="*/ 0 w 1962603"/>
                  <a:gd name="connsiteY6" fmla="*/ 1247775 h 2608489"/>
                  <a:gd name="connsiteX0" fmla="*/ 0 w 2791767"/>
                  <a:gd name="connsiteY0" fmla="*/ 1247775 h 2608489"/>
                  <a:gd name="connsiteX1" fmla="*/ 515258 w 2791767"/>
                  <a:gd name="connsiteY1" fmla="*/ 484414 h 2608489"/>
                  <a:gd name="connsiteX2" fmla="*/ 1115333 w 2791767"/>
                  <a:gd name="connsiteY2" fmla="*/ 93889 h 2608489"/>
                  <a:gd name="connsiteX3" fmla="*/ 1962603 w 2791767"/>
                  <a:gd name="connsiteY3" fmla="*/ 0 h 2608489"/>
                  <a:gd name="connsiteX4" fmla="*/ 2791733 w 2791767"/>
                  <a:gd name="connsiteY4" fmla="*/ 551090 h 2608489"/>
                  <a:gd name="connsiteX5" fmla="*/ 1876878 w 2791767"/>
                  <a:gd name="connsiteY5" fmla="*/ 2303689 h 2608489"/>
                  <a:gd name="connsiteX6" fmla="*/ 314325 w 2791767"/>
                  <a:gd name="connsiteY6" fmla="*/ 2608489 h 2608489"/>
                  <a:gd name="connsiteX7" fmla="*/ 0 w 2791767"/>
                  <a:gd name="connsiteY7" fmla="*/ 1247775 h 2608489"/>
                  <a:gd name="connsiteX0" fmla="*/ 0 w 3153675"/>
                  <a:gd name="connsiteY0" fmla="*/ 1247775 h 2608489"/>
                  <a:gd name="connsiteX1" fmla="*/ 515258 w 3153675"/>
                  <a:gd name="connsiteY1" fmla="*/ 484414 h 2608489"/>
                  <a:gd name="connsiteX2" fmla="*/ 1115333 w 3153675"/>
                  <a:gd name="connsiteY2" fmla="*/ 93889 h 2608489"/>
                  <a:gd name="connsiteX3" fmla="*/ 1962603 w 3153675"/>
                  <a:gd name="connsiteY3" fmla="*/ 0 h 2608489"/>
                  <a:gd name="connsiteX4" fmla="*/ 2791733 w 3153675"/>
                  <a:gd name="connsiteY4" fmla="*/ 551090 h 2608489"/>
                  <a:gd name="connsiteX5" fmla="*/ 3144158 w 3153675"/>
                  <a:gd name="connsiteY5" fmla="*/ 1332140 h 2608489"/>
                  <a:gd name="connsiteX6" fmla="*/ 1876878 w 3153675"/>
                  <a:gd name="connsiteY6" fmla="*/ 2303689 h 2608489"/>
                  <a:gd name="connsiteX7" fmla="*/ 314325 w 3153675"/>
                  <a:gd name="connsiteY7" fmla="*/ 2608489 h 2608489"/>
                  <a:gd name="connsiteX8" fmla="*/ 0 w 3153675"/>
                  <a:gd name="connsiteY8" fmla="*/ 1247775 h 2608489"/>
                  <a:gd name="connsiteX0" fmla="*/ 0 w 3153675"/>
                  <a:gd name="connsiteY0" fmla="*/ 1247775 h 2684689"/>
                  <a:gd name="connsiteX1" fmla="*/ 515258 w 3153675"/>
                  <a:gd name="connsiteY1" fmla="*/ 484414 h 2684689"/>
                  <a:gd name="connsiteX2" fmla="*/ 1115333 w 3153675"/>
                  <a:gd name="connsiteY2" fmla="*/ 93889 h 2684689"/>
                  <a:gd name="connsiteX3" fmla="*/ 1962603 w 3153675"/>
                  <a:gd name="connsiteY3" fmla="*/ 0 h 2684689"/>
                  <a:gd name="connsiteX4" fmla="*/ 2791733 w 3153675"/>
                  <a:gd name="connsiteY4" fmla="*/ 551090 h 2684689"/>
                  <a:gd name="connsiteX5" fmla="*/ 3144158 w 3153675"/>
                  <a:gd name="connsiteY5" fmla="*/ 1332140 h 2684689"/>
                  <a:gd name="connsiteX6" fmla="*/ 2753178 w 3153675"/>
                  <a:gd name="connsiteY6" fmla="*/ 2684689 h 2684689"/>
                  <a:gd name="connsiteX7" fmla="*/ 314325 w 3153675"/>
                  <a:gd name="connsiteY7" fmla="*/ 2608489 h 2684689"/>
                  <a:gd name="connsiteX8" fmla="*/ 0 w 3153675"/>
                  <a:gd name="connsiteY8" fmla="*/ 1247775 h 2684689"/>
                  <a:gd name="connsiteX0" fmla="*/ 0 w 3341724"/>
                  <a:gd name="connsiteY0" fmla="*/ 1247775 h 2684689"/>
                  <a:gd name="connsiteX1" fmla="*/ 515258 w 3341724"/>
                  <a:gd name="connsiteY1" fmla="*/ 484414 h 2684689"/>
                  <a:gd name="connsiteX2" fmla="*/ 1115333 w 3341724"/>
                  <a:gd name="connsiteY2" fmla="*/ 93889 h 2684689"/>
                  <a:gd name="connsiteX3" fmla="*/ 1962603 w 3341724"/>
                  <a:gd name="connsiteY3" fmla="*/ 0 h 2684689"/>
                  <a:gd name="connsiteX4" fmla="*/ 2791733 w 3341724"/>
                  <a:gd name="connsiteY4" fmla="*/ 551090 h 2684689"/>
                  <a:gd name="connsiteX5" fmla="*/ 3144158 w 3341724"/>
                  <a:gd name="connsiteY5" fmla="*/ 1332140 h 2684689"/>
                  <a:gd name="connsiteX6" fmla="*/ 2753178 w 3341724"/>
                  <a:gd name="connsiteY6" fmla="*/ 2684689 h 2684689"/>
                  <a:gd name="connsiteX7" fmla="*/ 314325 w 3341724"/>
                  <a:gd name="connsiteY7" fmla="*/ 2608489 h 2684689"/>
                  <a:gd name="connsiteX8" fmla="*/ 0 w 3341724"/>
                  <a:gd name="connsiteY8" fmla="*/ 1247775 h 2684689"/>
                  <a:gd name="connsiteX0" fmla="*/ 0 w 3317727"/>
                  <a:gd name="connsiteY0" fmla="*/ 1247775 h 2637064"/>
                  <a:gd name="connsiteX1" fmla="*/ 515258 w 3317727"/>
                  <a:gd name="connsiteY1" fmla="*/ 484414 h 2637064"/>
                  <a:gd name="connsiteX2" fmla="*/ 1115333 w 3317727"/>
                  <a:gd name="connsiteY2" fmla="*/ 93889 h 2637064"/>
                  <a:gd name="connsiteX3" fmla="*/ 1962603 w 3317727"/>
                  <a:gd name="connsiteY3" fmla="*/ 0 h 2637064"/>
                  <a:gd name="connsiteX4" fmla="*/ 2791733 w 3317727"/>
                  <a:gd name="connsiteY4" fmla="*/ 551090 h 2637064"/>
                  <a:gd name="connsiteX5" fmla="*/ 3144158 w 3317727"/>
                  <a:gd name="connsiteY5" fmla="*/ 1332140 h 2637064"/>
                  <a:gd name="connsiteX6" fmla="*/ 2715078 w 3317727"/>
                  <a:gd name="connsiteY6" fmla="*/ 2637064 h 2637064"/>
                  <a:gd name="connsiteX7" fmla="*/ 314325 w 3317727"/>
                  <a:gd name="connsiteY7" fmla="*/ 2608489 h 2637064"/>
                  <a:gd name="connsiteX8" fmla="*/ 0 w 3317727"/>
                  <a:gd name="connsiteY8" fmla="*/ 1247775 h 2637064"/>
                  <a:gd name="connsiteX0" fmla="*/ 0 w 3509473"/>
                  <a:gd name="connsiteY0" fmla="*/ 1247775 h 2637064"/>
                  <a:gd name="connsiteX1" fmla="*/ 515258 w 3509473"/>
                  <a:gd name="connsiteY1" fmla="*/ 484414 h 2637064"/>
                  <a:gd name="connsiteX2" fmla="*/ 1115333 w 3509473"/>
                  <a:gd name="connsiteY2" fmla="*/ 93889 h 2637064"/>
                  <a:gd name="connsiteX3" fmla="*/ 1962603 w 3509473"/>
                  <a:gd name="connsiteY3" fmla="*/ 0 h 2637064"/>
                  <a:gd name="connsiteX4" fmla="*/ 2791733 w 3509473"/>
                  <a:gd name="connsiteY4" fmla="*/ 551090 h 2637064"/>
                  <a:gd name="connsiteX5" fmla="*/ 3144158 w 3509473"/>
                  <a:gd name="connsiteY5" fmla="*/ 1332140 h 2637064"/>
                  <a:gd name="connsiteX6" fmla="*/ 2715078 w 3509473"/>
                  <a:gd name="connsiteY6" fmla="*/ 2637064 h 2637064"/>
                  <a:gd name="connsiteX7" fmla="*/ 314325 w 3509473"/>
                  <a:gd name="connsiteY7" fmla="*/ 2608489 h 2637064"/>
                  <a:gd name="connsiteX8" fmla="*/ 0 w 3509473"/>
                  <a:gd name="connsiteY8" fmla="*/ 1247775 h 2637064"/>
                  <a:gd name="connsiteX0" fmla="*/ 0 w 3479464"/>
                  <a:gd name="connsiteY0" fmla="*/ 1247775 h 2637064"/>
                  <a:gd name="connsiteX1" fmla="*/ 515258 w 3479464"/>
                  <a:gd name="connsiteY1" fmla="*/ 484414 h 2637064"/>
                  <a:gd name="connsiteX2" fmla="*/ 1115333 w 3479464"/>
                  <a:gd name="connsiteY2" fmla="*/ 93889 h 2637064"/>
                  <a:gd name="connsiteX3" fmla="*/ 1962603 w 3479464"/>
                  <a:gd name="connsiteY3" fmla="*/ 0 h 2637064"/>
                  <a:gd name="connsiteX4" fmla="*/ 2791733 w 3479464"/>
                  <a:gd name="connsiteY4" fmla="*/ 551090 h 2637064"/>
                  <a:gd name="connsiteX5" fmla="*/ 3144158 w 3479464"/>
                  <a:gd name="connsiteY5" fmla="*/ 1332140 h 2637064"/>
                  <a:gd name="connsiteX6" fmla="*/ 2715078 w 3479464"/>
                  <a:gd name="connsiteY6" fmla="*/ 2637064 h 2637064"/>
                  <a:gd name="connsiteX7" fmla="*/ 314325 w 3479464"/>
                  <a:gd name="connsiteY7" fmla="*/ 2608489 h 2637064"/>
                  <a:gd name="connsiteX8" fmla="*/ 0 w 3479464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320468 h 2709757"/>
                  <a:gd name="connsiteX1" fmla="*/ 515258 w 3506485"/>
                  <a:gd name="connsiteY1" fmla="*/ 557107 h 2709757"/>
                  <a:gd name="connsiteX2" fmla="*/ 1115333 w 3506485"/>
                  <a:gd name="connsiteY2" fmla="*/ 166582 h 2709757"/>
                  <a:gd name="connsiteX3" fmla="*/ 1962603 w 3506485"/>
                  <a:gd name="connsiteY3" fmla="*/ 72693 h 2709757"/>
                  <a:gd name="connsiteX4" fmla="*/ 2791733 w 3506485"/>
                  <a:gd name="connsiteY4" fmla="*/ 623783 h 2709757"/>
                  <a:gd name="connsiteX5" fmla="*/ 3144158 w 3506485"/>
                  <a:gd name="connsiteY5" fmla="*/ 1404833 h 2709757"/>
                  <a:gd name="connsiteX6" fmla="*/ 2715078 w 3506485"/>
                  <a:gd name="connsiteY6" fmla="*/ 2709757 h 2709757"/>
                  <a:gd name="connsiteX7" fmla="*/ 314325 w 3506485"/>
                  <a:gd name="connsiteY7" fmla="*/ 2681182 h 2709757"/>
                  <a:gd name="connsiteX8" fmla="*/ 0 w 3506485"/>
                  <a:gd name="connsiteY8" fmla="*/ 1320468 h 2709757"/>
                  <a:gd name="connsiteX0" fmla="*/ 0 w 3506485"/>
                  <a:gd name="connsiteY0" fmla="*/ 1432085 h 2821374"/>
                  <a:gd name="connsiteX1" fmla="*/ 515258 w 3506485"/>
                  <a:gd name="connsiteY1" fmla="*/ 668724 h 2821374"/>
                  <a:gd name="connsiteX2" fmla="*/ 1115333 w 3506485"/>
                  <a:gd name="connsiteY2" fmla="*/ 278199 h 2821374"/>
                  <a:gd name="connsiteX3" fmla="*/ 1962603 w 3506485"/>
                  <a:gd name="connsiteY3" fmla="*/ 184310 h 2821374"/>
                  <a:gd name="connsiteX4" fmla="*/ 2791733 w 3506485"/>
                  <a:gd name="connsiteY4" fmla="*/ 735400 h 2821374"/>
                  <a:gd name="connsiteX5" fmla="*/ 3144158 w 3506485"/>
                  <a:gd name="connsiteY5" fmla="*/ 1516450 h 2821374"/>
                  <a:gd name="connsiteX6" fmla="*/ 2715078 w 3506485"/>
                  <a:gd name="connsiteY6" fmla="*/ 2821374 h 2821374"/>
                  <a:gd name="connsiteX7" fmla="*/ 314325 w 3506485"/>
                  <a:gd name="connsiteY7" fmla="*/ 2792799 h 2821374"/>
                  <a:gd name="connsiteX8" fmla="*/ 0 w 3506485"/>
                  <a:gd name="connsiteY8" fmla="*/ 1432085 h 2821374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361444 w 3553604"/>
                  <a:gd name="connsiteY7" fmla="*/ 2843774 h 2872349"/>
                  <a:gd name="connsiteX8" fmla="*/ 47119 w 3553604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409069 w 3553604"/>
                  <a:gd name="connsiteY7" fmla="*/ 2786624 h 2872349"/>
                  <a:gd name="connsiteX8" fmla="*/ 47119 w 3553604"/>
                  <a:gd name="connsiteY8" fmla="*/ 1483060 h 2872349"/>
                  <a:gd name="connsiteX0" fmla="*/ 73312 w 3579797"/>
                  <a:gd name="connsiteY0" fmla="*/ 1483060 h 2872349"/>
                  <a:gd name="connsiteX1" fmla="*/ 588570 w 3579797"/>
                  <a:gd name="connsiteY1" fmla="*/ 719699 h 2872349"/>
                  <a:gd name="connsiteX2" fmla="*/ 1188645 w 3579797"/>
                  <a:gd name="connsiteY2" fmla="*/ 329174 h 2872349"/>
                  <a:gd name="connsiteX3" fmla="*/ 2035915 w 3579797"/>
                  <a:gd name="connsiteY3" fmla="*/ 235285 h 2872349"/>
                  <a:gd name="connsiteX4" fmla="*/ 2865045 w 3579797"/>
                  <a:gd name="connsiteY4" fmla="*/ 786375 h 2872349"/>
                  <a:gd name="connsiteX5" fmla="*/ 3217470 w 3579797"/>
                  <a:gd name="connsiteY5" fmla="*/ 1567425 h 2872349"/>
                  <a:gd name="connsiteX6" fmla="*/ 2788390 w 3579797"/>
                  <a:gd name="connsiteY6" fmla="*/ 2872349 h 2872349"/>
                  <a:gd name="connsiteX7" fmla="*/ 435262 w 3579797"/>
                  <a:gd name="connsiteY7" fmla="*/ 2786624 h 2872349"/>
                  <a:gd name="connsiteX8" fmla="*/ 73312 w 3579797"/>
                  <a:gd name="connsiteY8" fmla="*/ 1483060 h 2872349"/>
                  <a:gd name="connsiteX0" fmla="*/ 302951 w 3809436"/>
                  <a:gd name="connsiteY0" fmla="*/ 1483060 h 2872349"/>
                  <a:gd name="connsiteX1" fmla="*/ 818209 w 3809436"/>
                  <a:gd name="connsiteY1" fmla="*/ 719699 h 2872349"/>
                  <a:gd name="connsiteX2" fmla="*/ 1418284 w 3809436"/>
                  <a:gd name="connsiteY2" fmla="*/ 329174 h 2872349"/>
                  <a:gd name="connsiteX3" fmla="*/ 2265554 w 3809436"/>
                  <a:gd name="connsiteY3" fmla="*/ 235285 h 2872349"/>
                  <a:gd name="connsiteX4" fmla="*/ 3094684 w 3809436"/>
                  <a:gd name="connsiteY4" fmla="*/ 786375 h 2872349"/>
                  <a:gd name="connsiteX5" fmla="*/ 3447109 w 3809436"/>
                  <a:gd name="connsiteY5" fmla="*/ 1567425 h 2872349"/>
                  <a:gd name="connsiteX6" fmla="*/ 3018029 w 3809436"/>
                  <a:gd name="connsiteY6" fmla="*/ 2872349 h 2872349"/>
                  <a:gd name="connsiteX7" fmla="*/ 664901 w 3809436"/>
                  <a:gd name="connsiteY7" fmla="*/ 2786624 h 2872349"/>
                  <a:gd name="connsiteX8" fmla="*/ 302951 w 3809436"/>
                  <a:gd name="connsiteY8" fmla="*/ 1483060 h 2872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09436" h="2872349">
                    <a:moveTo>
                      <a:pt x="302951" y="1483060"/>
                    </a:moveTo>
                    <a:cubicBezTo>
                      <a:pt x="112754" y="1085731"/>
                      <a:pt x="541681" y="678878"/>
                      <a:pt x="818209" y="719699"/>
                    </a:cubicBezTo>
                    <a:cubicBezTo>
                      <a:pt x="799159" y="418074"/>
                      <a:pt x="1199209" y="154549"/>
                      <a:pt x="1418284" y="329174"/>
                    </a:cubicBezTo>
                    <a:cubicBezTo>
                      <a:pt x="1767382" y="-254572"/>
                      <a:pt x="2202206" y="85606"/>
                      <a:pt x="2265554" y="235285"/>
                    </a:cubicBezTo>
                    <a:cubicBezTo>
                      <a:pt x="3021356" y="-50918"/>
                      <a:pt x="3100882" y="586803"/>
                      <a:pt x="3094684" y="786375"/>
                    </a:cubicBezTo>
                    <a:cubicBezTo>
                      <a:pt x="3666184" y="757800"/>
                      <a:pt x="3532834" y="1415025"/>
                      <a:pt x="3447109" y="1567425"/>
                    </a:cubicBezTo>
                    <a:cubicBezTo>
                      <a:pt x="3926382" y="1608700"/>
                      <a:pt x="4062756" y="2726299"/>
                      <a:pt x="3018029" y="2872349"/>
                    </a:cubicBezTo>
                    <a:lnTo>
                      <a:pt x="664901" y="2786624"/>
                    </a:lnTo>
                    <a:cubicBezTo>
                      <a:pt x="-122499" y="2456878"/>
                      <a:pt x="-166949" y="1631831"/>
                      <a:pt x="302951" y="1483060"/>
                    </a:cubicBezTo>
                    <a:close/>
                  </a:path>
                </a:pathLst>
              </a:custGeom>
              <a:solidFill>
                <a:srgbClr val="FD8FAA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09C9CAE9-F8A4-9E49-12E3-C8355910DAA3}"/>
                  </a:ext>
                </a:extLst>
              </p:cNvPr>
              <p:cNvSpPr/>
              <p:nvPr/>
            </p:nvSpPr>
            <p:spPr>
              <a:xfrm>
                <a:off x="3153903" y="1568621"/>
                <a:ext cx="3447110" cy="2599152"/>
              </a:xfrm>
              <a:custGeom>
                <a:avLst/>
                <a:gdLst>
                  <a:gd name="connsiteX0" fmla="*/ 0 w 1248228"/>
                  <a:gd name="connsiteY0" fmla="*/ 0 h 751114"/>
                  <a:gd name="connsiteX1" fmla="*/ 1248228 w 1248228"/>
                  <a:gd name="connsiteY1" fmla="*/ 0 h 751114"/>
                  <a:gd name="connsiteX2" fmla="*/ 1248228 w 1248228"/>
                  <a:gd name="connsiteY2" fmla="*/ 751114 h 751114"/>
                  <a:gd name="connsiteX3" fmla="*/ 0 w 1248228"/>
                  <a:gd name="connsiteY3" fmla="*/ 751114 h 751114"/>
                  <a:gd name="connsiteX4" fmla="*/ 0 w 1248228"/>
                  <a:gd name="connsiteY4" fmla="*/ 0 h 751114"/>
                  <a:gd name="connsiteX0" fmla="*/ 314325 w 1562553"/>
                  <a:gd name="connsiteY0" fmla="*/ 0 h 1055914"/>
                  <a:gd name="connsiteX1" fmla="*/ 1562553 w 1562553"/>
                  <a:gd name="connsiteY1" fmla="*/ 0 h 1055914"/>
                  <a:gd name="connsiteX2" fmla="*/ 1562553 w 1562553"/>
                  <a:gd name="connsiteY2" fmla="*/ 751114 h 1055914"/>
                  <a:gd name="connsiteX3" fmla="*/ 0 w 1562553"/>
                  <a:gd name="connsiteY3" fmla="*/ 1055914 h 1055914"/>
                  <a:gd name="connsiteX4" fmla="*/ 314325 w 1562553"/>
                  <a:gd name="connsiteY4" fmla="*/ 0 h 1055914"/>
                  <a:gd name="connsiteX0" fmla="*/ 0 w 1876878"/>
                  <a:gd name="connsiteY0" fmla="*/ 0 h 1360714"/>
                  <a:gd name="connsiteX1" fmla="*/ 1876878 w 1876878"/>
                  <a:gd name="connsiteY1" fmla="*/ 304800 h 1360714"/>
                  <a:gd name="connsiteX2" fmla="*/ 1876878 w 1876878"/>
                  <a:gd name="connsiteY2" fmla="*/ 1055914 h 1360714"/>
                  <a:gd name="connsiteX3" fmla="*/ 314325 w 1876878"/>
                  <a:gd name="connsiteY3" fmla="*/ 1360714 h 1360714"/>
                  <a:gd name="connsiteX4" fmla="*/ 0 w 1876878"/>
                  <a:gd name="connsiteY4" fmla="*/ 0 h 1360714"/>
                  <a:gd name="connsiteX0" fmla="*/ 0 w 1876878"/>
                  <a:gd name="connsiteY0" fmla="*/ 764794 h 2125508"/>
                  <a:gd name="connsiteX1" fmla="*/ 515258 w 1876878"/>
                  <a:gd name="connsiteY1" fmla="*/ 1433 h 2125508"/>
                  <a:gd name="connsiteX2" fmla="*/ 1876878 w 1876878"/>
                  <a:gd name="connsiteY2" fmla="*/ 1069594 h 2125508"/>
                  <a:gd name="connsiteX3" fmla="*/ 1876878 w 1876878"/>
                  <a:gd name="connsiteY3" fmla="*/ 1820708 h 2125508"/>
                  <a:gd name="connsiteX4" fmla="*/ 314325 w 1876878"/>
                  <a:gd name="connsiteY4" fmla="*/ 2125508 h 2125508"/>
                  <a:gd name="connsiteX5" fmla="*/ 0 w 1876878"/>
                  <a:gd name="connsiteY5" fmla="*/ 764794 h 2125508"/>
                  <a:gd name="connsiteX0" fmla="*/ 0 w 1876878"/>
                  <a:gd name="connsiteY0" fmla="*/ 1180774 h 2541488"/>
                  <a:gd name="connsiteX1" fmla="*/ 515258 w 1876878"/>
                  <a:gd name="connsiteY1" fmla="*/ 417413 h 2541488"/>
                  <a:gd name="connsiteX2" fmla="*/ 1115333 w 1876878"/>
                  <a:gd name="connsiteY2" fmla="*/ 26888 h 2541488"/>
                  <a:gd name="connsiteX3" fmla="*/ 1876878 w 1876878"/>
                  <a:gd name="connsiteY3" fmla="*/ 1485574 h 2541488"/>
                  <a:gd name="connsiteX4" fmla="*/ 1876878 w 1876878"/>
                  <a:gd name="connsiteY4" fmla="*/ 2236688 h 2541488"/>
                  <a:gd name="connsiteX5" fmla="*/ 314325 w 1876878"/>
                  <a:gd name="connsiteY5" fmla="*/ 2541488 h 2541488"/>
                  <a:gd name="connsiteX6" fmla="*/ 0 w 1876878"/>
                  <a:gd name="connsiteY6" fmla="*/ 1180774 h 2541488"/>
                  <a:gd name="connsiteX0" fmla="*/ 0 w 1962603"/>
                  <a:gd name="connsiteY0" fmla="*/ 1247775 h 2608489"/>
                  <a:gd name="connsiteX1" fmla="*/ 515258 w 1962603"/>
                  <a:gd name="connsiteY1" fmla="*/ 484414 h 2608489"/>
                  <a:gd name="connsiteX2" fmla="*/ 1115333 w 1962603"/>
                  <a:gd name="connsiteY2" fmla="*/ 93889 h 2608489"/>
                  <a:gd name="connsiteX3" fmla="*/ 1962603 w 1962603"/>
                  <a:gd name="connsiteY3" fmla="*/ 0 h 2608489"/>
                  <a:gd name="connsiteX4" fmla="*/ 1876878 w 1962603"/>
                  <a:gd name="connsiteY4" fmla="*/ 2303689 h 2608489"/>
                  <a:gd name="connsiteX5" fmla="*/ 314325 w 1962603"/>
                  <a:gd name="connsiteY5" fmla="*/ 2608489 h 2608489"/>
                  <a:gd name="connsiteX6" fmla="*/ 0 w 1962603"/>
                  <a:gd name="connsiteY6" fmla="*/ 1247775 h 2608489"/>
                  <a:gd name="connsiteX0" fmla="*/ 0 w 2791767"/>
                  <a:gd name="connsiteY0" fmla="*/ 1247775 h 2608489"/>
                  <a:gd name="connsiteX1" fmla="*/ 515258 w 2791767"/>
                  <a:gd name="connsiteY1" fmla="*/ 484414 h 2608489"/>
                  <a:gd name="connsiteX2" fmla="*/ 1115333 w 2791767"/>
                  <a:gd name="connsiteY2" fmla="*/ 93889 h 2608489"/>
                  <a:gd name="connsiteX3" fmla="*/ 1962603 w 2791767"/>
                  <a:gd name="connsiteY3" fmla="*/ 0 h 2608489"/>
                  <a:gd name="connsiteX4" fmla="*/ 2791733 w 2791767"/>
                  <a:gd name="connsiteY4" fmla="*/ 551090 h 2608489"/>
                  <a:gd name="connsiteX5" fmla="*/ 1876878 w 2791767"/>
                  <a:gd name="connsiteY5" fmla="*/ 2303689 h 2608489"/>
                  <a:gd name="connsiteX6" fmla="*/ 314325 w 2791767"/>
                  <a:gd name="connsiteY6" fmla="*/ 2608489 h 2608489"/>
                  <a:gd name="connsiteX7" fmla="*/ 0 w 2791767"/>
                  <a:gd name="connsiteY7" fmla="*/ 1247775 h 2608489"/>
                  <a:gd name="connsiteX0" fmla="*/ 0 w 3153675"/>
                  <a:gd name="connsiteY0" fmla="*/ 1247775 h 2608489"/>
                  <a:gd name="connsiteX1" fmla="*/ 515258 w 3153675"/>
                  <a:gd name="connsiteY1" fmla="*/ 484414 h 2608489"/>
                  <a:gd name="connsiteX2" fmla="*/ 1115333 w 3153675"/>
                  <a:gd name="connsiteY2" fmla="*/ 93889 h 2608489"/>
                  <a:gd name="connsiteX3" fmla="*/ 1962603 w 3153675"/>
                  <a:gd name="connsiteY3" fmla="*/ 0 h 2608489"/>
                  <a:gd name="connsiteX4" fmla="*/ 2791733 w 3153675"/>
                  <a:gd name="connsiteY4" fmla="*/ 551090 h 2608489"/>
                  <a:gd name="connsiteX5" fmla="*/ 3144158 w 3153675"/>
                  <a:gd name="connsiteY5" fmla="*/ 1332140 h 2608489"/>
                  <a:gd name="connsiteX6" fmla="*/ 1876878 w 3153675"/>
                  <a:gd name="connsiteY6" fmla="*/ 2303689 h 2608489"/>
                  <a:gd name="connsiteX7" fmla="*/ 314325 w 3153675"/>
                  <a:gd name="connsiteY7" fmla="*/ 2608489 h 2608489"/>
                  <a:gd name="connsiteX8" fmla="*/ 0 w 3153675"/>
                  <a:gd name="connsiteY8" fmla="*/ 1247775 h 2608489"/>
                  <a:gd name="connsiteX0" fmla="*/ 0 w 3153675"/>
                  <a:gd name="connsiteY0" fmla="*/ 1247775 h 2684689"/>
                  <a:gd name="connsiteX1" fmla="*/ 515258 w 3153675"/>
                  <a:gd name="connsiteY1" fmla="*/ 484414 h 2684689"/>
                  <a:gd name="connsiteX2" fmla="*/ 1115333 w 3153675"/>
                  <a:gd name="connsiteY2" fmla="*/ 93889 h 2684689"/>
                  <a:gd name="connsiteX3" fmla="*/ 1962603 w 3153675"/>
                  <a:gd name="connsiteY3" fmla="*/ 0 h 2684689"/>
                  <a:gd name="connsiteX4" fmla="*/ 2791733 w 3153675"/>
                  <a:gd name="connsiteY4" fmla="*/ 551090 h 2684689"/>
                  <a:gd name="connsiteX5" fmla="*/ 3144158 w 3153675"/>
                  <a:gd name="connsiteY5" fmla="*/ 1332140 h 2684689"/>
                  <a:gd name="connsiteX6" fmla="*/ 2753178 w 3153675"/>
                  <a:gd name="connsiteY6" fmla="*/ 2684689 h 2684689"/>
                  <a:gd name="connsiteX7" fmla="*/ 314325 w 3153675"/>
                  <a:gd name="connsiteY7" fmla="*/ 2608489 h 2684689"/>
                  <a:gd name="connsiteX8" fmla="*/ 0 w 3153675"/>
                  <a:gd name="connsiteY8" fmla="*/ 1247775 h 2684689"/>
                  <a:gd name="connsiteX0" fmla="*/ 0 w 3341724"/>
                  <a:gd name="connsiteY0" fmla="*/ 1247775 h 2684689"/>
                  <a:gd name="connsiteX1" fmla="*/ 515258 w 3341724"/>
                  <a:gd name="connsiteY1" fmla="*/ 484414 h 2684689"/>
                  <a:gd name="connsiteX2" fmla="*/ 1115333 w 3341724"/>
                  <a:gd name="connsiteY2" fmla="*/ 93889 h 2684689"/>
                  <a:gd name="connsiteX3" fmla="*/ 1962603 w 3341724"/>
                  <a:gd name="connsiteY3" fmla="*/ 0 h 2684689"/>
                  <a:gd name="connsiteX4" fmla="*/ 2791733 w 3341724"/>
                  <a:gd name="connsiteY4" fmla="*/ 551090 h 2684689"/>
                  <a:gd name="connsiteX5" fmla="*/ 3144158 w 3341724"/>
                  <a:gd name="connsiteY5" fmla="*/ 1332140 h 2684689"/>
                  <a:gd name="connsiteX6" fmla="*/ 2753178 w 3341724"/>
                  <a:gd name="connsiteY6" fmla="*/ 2684689 h 2684689"/>
                  <a:gd name="connsiteX7" fmla="*/ 314325 w 3341724"/>
                  <a:gd name="connsiteY7" fmla="*/ 2608489 h 2684689"/>
                  <a:gd name="connsiteX8" fmla="*/ 0 w 3341724"/>
                  <a:gd name="connsiteY8" fmla="*/ 1247775 h 2684689"/>
                  <a:gd name="connsiteX0" fmla="*/ 0 w 3317727"/>
                  <a:gd name="connsiteY0" fmla="*/ 1247775 h 2637064"/>
                  <a:gd name="connsiteX1" fmla="*/ 515258 w 3317727"/>
                  <a:gd name="connsiteY1" fmla="*/ 484414 h 2637064"/>
                  <a:gd name="connsiteX2" fmla="*/ 1115333 w 3317727"/>
                  <a:gd name="connsiteY2" fmla="*/ 93889 h 2637064"/>
                  <a:gd name="connsiteX3" fmla="*/ 1962603 w 3317727"/>
                  <a:gd name="connsiteY3" fmla="*/ 0 h 2637064"/>
                  <a:gd name="connsiteX4" fmla="*/ 2791733 w 3317727"/>
                  <a:gd name="connsiteY4" fmla="*/ 551090 h 2637064"/>
                  <a:gd name="connsiteX5" fmla="*/ 3144158 w 3317727"/>
                  <a:gd name="connsiteY5" fmla="*/ 1332140 h 2637064"/>
                  <a:gd name="connsiteX6" fmla="*/ 2715078 w 3317727"/>
                  <a:gd name="connsiteY6" fmla="*/ 2637064 h 2637064"/>
                  <a:gd name="connsiteX7" fmla="*/ 314325 w 3317727"/>
                  <a:gd name="connsiteY7" fmla="*/ 2608489 h 2637064"/>
                  <a:gd name="connsiteX8" fmla="*/ 0 w 3317727"/>
                  <a:gd name="connsiteY8" fmla="*/ 1247775 h 2637064"/>
                  <a:gd name="connsiteX0" fmla="*/ 0 w 3509473"/>
                  <a:gd name="connsiteY0" fmla="*/ 1247775 h 2637064"/>
                  <a:gd name="connsiteX1" fmla="*/ 515258 w 3509473"/>
                  <a:gd name="connsiteY1" fmla="*/ 484414 h 2637064"/>
                  <a:gd name="connsiteX2" fmla="*/ 1115333 w 3509473"/>
                  <a:gd name="connsiteY2" fmla="*/ 93889 h 2637064"/>
                  <a:gd name="connsiteX3" fmla="*/ 1962603 w 3509473"/>
                  <a:gd name="connsiteY3" fmla="*/ 0 h 2637064"/>
                  <a:gd name="connsiteX4" fmla="*/ 2791733 w 3509473"/>
                  <a:gd name="connsiteY4" fmla="*/ 551090 h 2637064"/>
                  <a:gd name="connsiteX5" fmla="*/ 3144158 w 3509473"/>
                  <a:gd name="connsiteY5" fmla="*/ 1332140 h 2637064"/>
                  <a:gd name="connsiteX6" fmla="*/ 2715078 w 3509473"/>
                  <a:gd name="connsiteY6" fmla="*/ 2637064 h 2637064"/>
                  <a:gd name="connsiteX7" fmla="*/ 314325 w 3509473"/>
                  <a:gd name="connsiteY7" fmla="*/ 2608489 h 2637064"/>
                  <a:gd name="connsiteX8" fmla="*/ 0 w 3509473"/>
                  <a:gd name="connsiteY8" fmla="*/ 1247775 h 2637064"/>
                  <a:gd name="connsiteX0" fmla="*/ 0 w 3479464"/>
                  <a:gd name="connsiteY0" fmla="*/ 1247775 h 2637064"/>
                  <a:gd name="connsiteX1" fmla="*/ 515258 w 3479464"/>
                  <a:gd name="connsiteY1" fmla="*/ 484414 h 2637064"/>
                  <a:gd name="connsiteX2" fmla="*/ 1115333 w 3479464"/>
                  <a:gd name="connsiteY2" fmla="*/ 93889 h 2637064"/>
                  <a:gd name="connsiteX3" fmla="*/ 1962603 w 3479464"/>
                  <a:gd name="connsiteY3" fmla="*/ 0 h 2637064"/>
                  <a:gd name="connsiteX4" fmla="*/ 2791733 w 3479464"/>
                  <a:gd name="connsiteY4" fmla="*/ 551090 h 2637064"/>
                  <a:gd name="connsiteX5" fmla="*/ 3144158 w 3479464"/>
                  <a:gd name="connsiteY5" fmla="*/ 1332140 h 2637064"/>
                  <a:gd name="connsiteX6" fmla="*/ 2715078 w 3479464"/>
                  <a:gd name="connsiteY6" fmla="*/ 2637064 h 2637064"/>
                  <a:gd name="connsiteX7" fmla="*/ 314325 w 3479464"/>
                  <a:gd name="connsiteY7" fmla="*/ 2608489 h 2637064"/>
                  <a:gd name="connsiteX8" fmla="*/ 0 w 3479464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320468 h 2709757"/>
                  <a:gd name="connsiteX1" fmla="*/ 515258 w 3506485"/>
                  <a:gd name="connsiteY1" fmla="*/ 557107 h 2709757"/>
                  <a:gd name="connsiteX2" fmla="*/ 1115333 w 3506485"/>
                  <a:gd name="connsiteY2" fmla="*/ 166582 h 2709757"/>
                  <a:gd name="connsiteX3" fmla="*/ 1962603 w 3506485"/>
                  <a:gd name="connsiteY3" fmla="*/ 72693 h 2709757"/>
                  <a:gd name="connsiteX4" fmla="*/ 2791733 w 3506485"/>
                  <a:gd name="connsiteY4" fmla="*/ 623783 h 2709757"/>
                  <a:gd name="connsiteX5" fmla="*/ 3144158 w 3506485"/>
                  <a:gd name="connsiteY5" fmla="*/ 1404833 h 2709757"/>
                  <a:gd name="connsiteX6" fmla="*/ 2715078 w 3506485"/>
                  <a:gd name="connsiteY6" fmla="*/ 2709757 h 2709757"/>
                  <a:gd name="connsiteX7" fmla="*/ 314325 w 3506485"/>
                  <a:gd name="connsiteY7" fmla="*/ 2681182 h 2709757"/>
                  <a:gd name="connsiteX8" fmla="*/ 0 w 3506485"/>
                  <a:gd name="connsiteY8" fmla="*/ 1320468 h 2709757"/>
                  <a:gd name="connsiteX0" fmla="*/ 0 w 3506485"/>
                  <a:gd name="connsiteY0" fmla="*/ 1432085 h 2821374"/>
                  <a:gd name="connsiteX1" fmla="*/ 515258 w 3506485"/>
                  <a:gd name="connsiteY1" fmla="*/ 668724 h 2821374"/>
                  <a:gd name="connsiteX2" fmla="*/ 1115333 w 3506485"/>
                  <a:gd name="connsiteY2" fmla="*/ 278199 h 2821374"/>
                  <a:gd name="connsiteX3" fmla="*/ 1962603 w 3506485"/>
                  <a:gd name="connsiteY3" fmla="*/ 184310 h 2821374"/>
                  <a:gd name="connsiteX4" fmla="*/ 2791733 w 3506485"/>
                  <a:gd name="connsiteY4" fmla="*/ 735400 h 2821374"/>
                  <a:gd name="connsiteX5" fmla="*/ 3144158 w 3506485"/>
                  <a:gd name="connsiteY5" fmla="*/ 1516450 h 2821374"/>
                  <a:gd name="connsiteX6" fmla="*/ 2715078 w 3506485"/>
                  <a:gd name="connsiteY6" fmla="*/ 2821374 h 2821374"/>
                  <a:gd name="connsiteX7" fmla="*/ 314325 w 3506485"/>
                  <a:gd name="connsiteY7" fmla="*/ 2792799 h 2821374"/>
                  <a:gd name="connsiteX8" fmla="*/ 0 w 3506485"/>
                  <a:gd name="connsiteY8" fmla="*/ 1432085 h 2821374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361444 w 3553604"/>
                  <a:gd name="connsiteY7" fmla="*/ 2843774 h 2872349"/>
                  <a:gd name="connsiteX8" fmla="*/ 47119 w 3553604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409069 w 3553604"/>
                  <a:gd name="connsiteY7" fmla="*/ 2786624 h 2872349"/>
                  <a:gd name="connsiteX8" fmla="*/ 47119 w 3553604"/>
                  <a:gd name="connsiteY8" fmla="*/ 1483060 h 2872349"/>
                  <a:gd name="connsiteX0" fmla="*/ 73312 w 3579797"/>
                  <a:gd name="connsiteY0" fmla="*/ 1483060 h 2872349"/>
                  <a:gd name="connsiteX1" fmla="*/ 588570 w 3579797"/>
                  <a:gd name="connsiteY1" fmla="*/ 719699 h 2872349"/>
                  <a:gd name="connsiteX2" fmla="*/ 1188645 w 3579797"/>
                  <a:gd name="connsiteY2" fmla="*/ 329174 h 2872349"/>
                  <a:gd name="connsiteX3" fmla="*/ 2035915 w 3579797"/>
                  <a:gd name="connsiteY3" fmla="*/ 235285 h 2872349"/>
                  <a:gd name="connsiteX4" fmla="*/ 2865045 w 3579797"/>
                  <a:gd name="connsiteY4" fmla="*/ 786375 h 2872349"/>
                  <a:gd name="connsiteX5" fmla="*/ 3217470 w 3579797"/>
                  <a:gd name="connsiteY5" fmla="*/ 1567425 h 2872349"/>
                  <a:gd name="connsiteX6" fmla="*/ 2788390 w 3579797"/>
                  <a:gd name="connsiteY6" fmla="*/ 2872349 h 2872349"/>
                  <a:gd name="connsiteX7" fmla="*/ 435262 w 3579797"/>
                  <a:gd name="connsiteY7" fmla="*/ 2786624 h 2872349"/>
                  <a:gd name="connsiteX8" fmla="*/ 73312 w 3579797"/>
                  <a:gd name="connsiteY8" fmla="*/ 1483060 h 2872349"/>
                  <a:gd name="connsiteX0" fmla="*/ 302951 w 3809436"/>
                  <a:gd name="connsiteY0" fmla="*/ 1483060 h 2872349"/>
                  <a:gd name="connsiteX1" fmla="*/ 818209 w 3809436"/>
                  <a:gd name="connsiteY1" fmla="*/ 719699 h 2872349"/>
                  <a:gd name="connsiteX2" fmla="*/ 1418284 w 3809436"/>
                  <a:gd name="connsiteY2" fmla="*/ 329174 h 2872349"/>
                  <a:gd name="connsiteX3" fmla="*/ 2265554 w 3809436"/>
                  <a:gd name="connsiteY3" fmla="*/ 235285 h 2872349"/>
                  <a:gd name="connsiteX4" fmla="*/ 3094684 w 3809436"/>
                  <a:gd name="connsiteY4" fmla="*/ 786375 h 2872349"/>
                  <a:gd name="connsiteX5" fmla="*/ 3447109 w 3809436"/>
                  <a:gd name="connsiteY5" fmla="*/ 1567425 h 2872349"/>
                  <a:gd name="connsiteX6" fmla="*/ 3018029 w 3809436"/>
                  <a:gd name="connsiteY6" fmla="*/ 2872349 h 2872349"/>
                  <a:gd name="connsiteX7" fmla="*/ 664901 w 3809436"/>
                  <a:gd name="connsiteY7" fmla="*/ 2786624 h 2872349"/>
                  <a:gd name="connsiteX8" fmla="*/ 302951 w 3809436"/>
                  <a:gd name="connsiteY8" fmla="*/ 1483060 h 2872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09436" h="2872349">
                    <a:moveTo>
                      <a:pt x="302951" y="1483060"/>
                    </a:moveTo>
                    <a:cubicBezTo>
                      <a:pt x="112754" y="1085731"/>
                      <a:pt x="541681" y="678878"/>
                      <a:pt x="818209" y="719699"/>
                    </a:cubicBezTo>
                    <a:cubicBezTo>
                      <a:pt x="799159" y="418074"/>
                      <a:pt x="1199209" y="154549"/>
                      <a:pt x="1418284" y="329174"/>
                    </a:cubicBezTo>
                    <a:cubicBezTo>
                      <a:pt x="1767382" y="-254572"/>
                      <a:pt x="2202206" y="85606"/>
                      <a:pt x="2265554" y="235285"/>
                    </a:cubicBezTo>
                    <a:cubicBezTo>
                      <a:pt x="3021356" y="-50918"/>
                      <a:pt x="3100882" y="586803"/>
                      <a:pt x="3094684" y="786375"/>
                    </a:cubicBezTo>
                    <a:cubicBezTo>
                      <a:pt x="3666184" y="757800"/>
                      <a:pt x="3532834" y="1415025"/>
                      <a:pt x="3447109" y="1567425"/>
                    </a:cubicBezTo>
                    <a:cubicBezTo>
                      <a:pt x="3926382" y="1608700"/>
                      <a:pt x="4062756" y="2726299"/>
                      <a:pt x="3018029" y="2872349"/>
                    </a:cubicBezTo>
                    <a:lnTo>
                      <a:pt x="664901" y="2786624"/>
                    </a:lnTo>
                    <a:cubicBezTo>
                      <a:pt x="-122499" y="2456878"/>
                      <a:pt x="-166949" y="1631831"/>
                      <a:pt x="302951" y="1483060"/>
                    </a:cubicBezTo>
                    <a:close/>
                  </a:path>
                </a:pathLst>
              </a:custGeom>
              <a:solidFill>
                <a:srgbClr val="FFB4C9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A84F2479-844E-8F20-CB26-3D38F75A004B}"/>
                  </a:ext>
                </a:extLst>
              </p:cNvPr>
              <p:cNvSpPr/>
              <p:nvPr/>
            </p:nvSpPr>
            <p:spPr>
              <a:xfrm>
                <a:off x="4390608" y="1849390"/>
                <a:ext cx="467142" cy="2313035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2569" h="2305050">
                    <a:moveTo>
                      <a:pt x="42519" y="0"/>
                    </a:moveTo>
                    <a:cubicBezTo>
                      <a:pt x="-128931" y="835025"/>
                      <a:pt x="261594" y="1631950"/>
                      <a:pt x="442569" y="2305050"/>
                    </a:cubicBezTo>
                    <a:lnTo>
                      <a:pt x="442569" y="230505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59FA2AD-2418-BB38-BC2C-B0D9B1A0C566}"/>
                  </a:ext>
                </a:extLst>
              </p:cNvPr>
              <p:cNvSpPr/>
              <p:nvPr/>
            </p:nvSpPr>
            <p:spPr>
              <a:xfrm flipH="1">
                <a:off x="4979369" y="1789859"/>
                <a:ext cx="402504" cy="2372566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2504" h="2381250">
                    <a:moveTo>
                      <a:pt x="173904" y="0"/>
                    </a:moveTo>
                    <a:cubicBezTo>
                      <a:pt x="-254721" y="577850"/>
                      <a:pt x="221529" y="1708150"/>
                      <a:pt x="402504" y="2381250"/>
                    </a:cubicBezTo>
                    <a:lnTo>
                      <a:pt x="402504" y="238125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D9BAE8B5-9AF9-04EB-4377-8AD8B9FE3799}"/>
                  </a:ext>
                </a:extLst>
              </p:cNvPr>
              <p:cNvSpPr/>
              <p:nvPr/>
            </p:nvSpPr>
            <p:spPr>
              <a:xfrm flipH="1">
                <a:off x="4970031" y="2285160"/>
                <a:ext cx="985824" cy="1848690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2025" h="1819275">
                    <a:moveTo>
                      <a:pt x="0" y="0"/>
                    </a:moveTo>
                    <a:cubicBezTo>
                      <a:pt x="66675" y="654050"/>
                      <a:pt x="333375" y="993775"/>
                      <a:pt x="962025" y="1819275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8B4DFBDD-7A3E-E46A-09A4-8E982357E1F0}"/>
                  </a:ext>
                </a:extLst>
              </p:cNvPr>
              <p:cNvSpPr/>
              <p:nvPr/>
            </p:nvSpPr>
            <p:spPr>
              <a:xfrm flipH="1">
                <a:off x="5007187" y="3002455"/>
                <a:ext cx="1255850" cy="1191217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1171575"/>
                  <a:gd name="connsiteY0" fmla="*/ 0 h 1190625"/>
                  <a:gd name="connsiteX1" fmla="*/ 1171575 w 1171575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6350" h="1190625">
                    <a:moveTo>
                      <a:pt x="0" y="0"/>
                    </a:moveTo>
                    <a:cubicBezTo>
                      <a:pt x="19050" y="539750"/>
                      <a:pt x="876300" y="898525"/>
                      <a:pt x="1276350" y="1190625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88087A6-87C7-5F68-0319-2D22F7264752}"/>
                  </a:ext>
                </a:extLst>
              </p:cNvPr>
              <p:cNvSpPr/>
              <p:nvPr/>
            </p:nvSpPr>
            <p:spPr>
              <a:xfrm>
                <a:off x="3889094" y="2218484"/>
                <a:ext cx="948113" cy="1837664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2025" h="1819275">
                    <a:moveTo>
                      <a:pt x="0" y="0"/>
                    </a:moveTo>
                    <a:cubicBezTo>
                      <a:pt x="66675" y="654050"/>
                      <a:pt x="333375" y="993775"/>
                      <a:pt x="962025" y="1819275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86F235C-5B3D-DAA2-5784-736688CD3959}"/>
                  </a:ext>
                </a:extLst>
              </p:cNvPr>
              <p:cNvSpPr/>
              <p:nvPr/>
            </p:nvSpPr>
            <p:spPr>
              <a:xfrm>
                <a:off x="3418459" y="2911284"/>
                <a:ext cx="1180658" cy="1230315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1057275"/>
                  <a:gd name="connsiteY0" fmla="*/ 0 h 1323975"/>
                  <a:gd name="connsiteX1" fmla="*/ 1057275 w 1057275"/>
                  <a:gd name="connsiteY1" fmla="*/ 1323975 h 1323975"/>
                  <a:gd name="connsiteX0" fmla="*/ 0 w 1171575"/>
                  <a:gd name="connsiteY0" fmla="*/ 0 h 1200150"/>
                  <a:gd name="connsiteX1" fmla="*/ 1171575 w 1171575"/>
                  <a:gd name="connsiteY1" fmla="*/ 1200150 h 1200150"/>
                  <a:gd name="connsiteX0" fmla="*/ 0 w 1171575"/>
                  <a:gd name="connsiteY0" fmla="*/ 0 h 1200150"/>
                  <a:gd name="connsiteX1" fmla="*/ 1171575 w 1171575"/>
                  <a:gd name="connsiteY1" fmla="*/ 1200150 h 1200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71575" h="1200150">
                    <a:moveTo>
                      <a:pt x="0" y="0"/>
                    </a:moveTo>
                    <a:cubicBezTo>
                      <a:pt x="66675" y="654050"/>
                      <a:pt x="781050" y="908050"/>
                      <a:pt x="1171575" y="120015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D964CFF-7F35-9ECC-C3C1-B06DACD58E33}"/>
                </a:ext>
              </a:extLst>
            </p:cNvPr>
            <p:cNvGrpSpPr/>
            <p:nvPr/>
          </p:nvGrpSpPr>
          <p:grpSpPr>
            <a:xfrm>
              <a:off x="2663031" y="3753051"/>
              <a:ext cx="4123356" cy="2304848"/>
              <a:chOff x="2663031" y="3753051"/>
              <a:chExt cx="4123356" cy="2304848"/>
            </a:xfrm>
            <a:solidFill>
              <a:srgbClr val="FC7093"/>
            </a:solidFill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57248C4F-DD06-FA68-F372-A8D48E80DCF0}"/>
                  </a:ext>
                </a:extLst>
              </p:cNvPr>
              <p:cNvSpPr/>
              <p:nvPr/>
            </p:nvSpPr>
            <p:spPr>
              <a:xfrm>
                <a:off x="2750820" y="4480560"/>
                <a:ext cx="4035566" cy="1577339"/>
              </a:xfrm>
              <a:prstGeom prst="roundRect">
                <a:avLst>
                  <a:gd name="adj" fmla="val 50000"/>
                </a:avLst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2">
                <a:extLst>
                  <a:ext uri="{FF2B5EF4-FFF2-40B4-BE49-F238E27FC236}">
                    <a16:creationId xmlns:a16="http://schemas.microsoft.com/office/drawing/2014/main" id="{89BD62F4-7D4F-CFA4-77AF-56386A05748B}"/>
                  </a:ext>
                </a:extLst>
              </p:cNvPr>
              <p:cNvSpPr/>
              <p:nvPr/>
            </p:nvSpPr>
            <p:spPr>
              <a:xfrm rot="21414075">
                <a:off x="2663031" y="4084457"/>
                <a:ext cx="4123356" cy="1661202"/>
              </a:xfrm>
              <a:custGeom>
                <a:avLst/>
                <a:gdLst>
                  <a:gd name="connsiteX0" fmla="*/ 0 w 1915886"/>
                  <a:gd name="connsiteY0" fmla="*/ 0 h 944909"/>
                  <a:gd name="connsiteX1" fmla="*/ 1915886 w 1915886"/>
                  <a:gd name="connsiteY1" fmla="*/ 0 h 944909"/>
                  <a:gd name="connsiteX2" fmla="*/ 1915886 w 1915886"/>
                  <a:gd name="connsiteY2" fmla="*/ 944909 h 944909"/>
                  <a:gd name="connsiteX3" fmla="*/ 0 w 1915886"/>
                  <a:gd name="connsiteY3" fmla="*/ 944909 h 944909"/>
                  <a:gd name="connsiteX4" fmla="*/ 0 w 1915886"/>
                  <a:gd name="connsiteY4" fmla="*/ 0 h 944909"/>
                  <a:gd name="connsiteX0" fmla="*/ 0 w 2931886"/>
                  <a:gd name="connsiteY0" fmla="*/ 537028 h 944909"/>
                  <a:gd name="connsiteX1" fmla="*/ 2931886 w 2931886"/>
                  <a:gd name="connsiteY1" fmla="*/ 0 h 944909"/>
                  <a:gd name="connsiteX2" fmla="*/ 2931886 w 2931886"/>
                  <a:gd name="connsiteY2" fmla="*/ 944909 h 944909"/>
                  <a:gd name="connsiteX3" fmla="*/ 1016000 w 2931886"/>
                  <a:gd name="connsiteY3" fmla="*/ 944909 h 944909"/>
                  <a:gd name="connsiteX4" fmla="*/ 0 w 2931886"/>
                  <a:gd name="connsiteY4" fmla="*/ 537028 h 944909"/>
                  <a:gd name="connsiteX0" fmla="*/ 0 w 2931886"/>
                  <a:gd name="connsiteY0" fmla="*/ 537028 h 974669"/>
                  <a:gd name="connsiteX1" fmla="*/ 2931886 w 2931886"/>
                  <a:gd name="connsiteY1" fmla="*/ 0 h 974669"/>
                  <a:gd name="connsiteX2" fmla="*/ 2931886 w 2931886"/>
                  <a:gd name="connsiteY2" fmla="*/ 944909 h 974669"/>
                  <a:gd name="connsiteX3" fmla="*/ 1016000 w 2931886"/>
                  <a:gd name="connsiteY3" fmla="*/ 944909 h 974669"/>
                  <a:gd name="connsiteX4" fmla="*/ 391886 w 2931886"/>
                  <a:gd name="connsiteY4" fmla="*/ 959423 h 974669"/>
                  <a:gd name="connsiteX5" fmla="*/ 0 w 2931886"/>
                  <a:gd name="connsiteY5" fmla="*/ 537028 h 974669"/>
                  <a:gd name="connsiteX0" fmla="*/ 0 w 2931886"/>
                  <a:gd name="connsiteY0" fmla="*/ 537028 h 1235195"/>
                  <a:gd name="connsiteX1" fmla="*/ 2931886 w 2931886"/>
                  <a:gd name="connsiteY1" fmla="*/ 0 h 1235195"/>
                  <a:gd name="connsiteX2" fmla="*/ 2931886 w 2931886"/>
                  <a:gd name="connsiteY2" fmla="*/ 944909 h 1235195"/>
                  <a:gd name="connsiteX3" fmla="*/ 1291772 w 2931886"/>
                  <a:gd name="connsiteY3" fmla="*/ 1235195 h 1235195"/>
                  <a:gd name="connsiteX4" fmla="*/ 391886 w 2931886"/>
                  <a:gd name="connsiteY4" fmla="*/ 959423 h 1235195"/>
                  <a:gd name="connsiteX5" fmla="*/ 0 w 2931886"/>
                  <a:gd name="connsiteY5" fmla="*/ 537028 h 1235195"/>
                  <a:gd name="connsiteX0" fmla="*/ 0 w 2931886"/>
                  <a:gd name="connsiteY0" fmla="*/ 537028 h 1307766"/>
                  <a:gd name="connsiteX1" fmla="*/ 2931886 w 2931886"/>
                  <a:gd name="connsiteY1" fmla="*/ 0 h 1307766"/>
                  <a:gd name="connsiteX2" fmla="*/ 2931886 w 2931886"/>
                  <a:gd name="connsiteY2" fmla="*/ 944909 h 1307766"/>
                  <a:gd name="connsiteX3" fmla="*/ 2090057 w 2931886"/>
                  <a:gd name="connsiteY3" fmla="*/ 1307766 h 1307766"/>
                  <a:gd name="connsiteX4" fmla="*/ 1291772 w 2931886"/>
                  <a:gd name="connsiteY4" fmla="*/ 1235195 h 1307766"/>
                  <a:gd name="connsiteX5" fmla="*/ 391886 w 2931886"/>
                  <a:gd name="connsiteY5" fmla="*/ 959423 h 1307766"/>
                  <a:gd name="connsiteX6" fmla="*/ 0 w 2931886"/>
                  <a:gd name="connsiteY6" fmla="*/ 537028 h 1307766"/>
                  <a:gd name="connsiteX0" fmla="*/ 0 w 3483429"/>
                  <a:gd name="connsiteY0" fmla="*/ 537028 h 1307766"/>
                  <a:gd name="connsiteX1" fmla="*/ 2931886 w 3483429"/>
                  <a:gd name="connsiteY1" fmla="*/ 0 h 1307766"/>
                  <a:gd name="connsiteX2" fmla="*/ 3483429 w 3483429"/>
                  <a:gd name="connsiteY2" fmla="*/ 1220680 h 1307766"/>
                  <a:gd name="connsiteX3" fmla="*/ 2090057 w 3483429"/>
                  <a:gd name="connsiteY3" fmla="*/ 1307766 h 1307766"/>
                  <a:gd name="connsiteX4" fmla="*/ 1291772 w 3483429"/>
                  <a:gd name="connsiteY4" fmla="*/ 1235195 h 1307766"/>
                  <a:gd name="connsiteX5" fmla="*/ 391886 w 3483429"/>
                  <a:gd name="connsiteY5" fmla="*/ 959423 h 1307766"/>
                  <a:gd name="connsiteX6" fmla="*/ 0 w 3483429"/>
                  <a:gd name="connsiteY6" fmla="*/ 537028 h 1307766"/>
                  <a:gd name="connsiteX0" fmla="*/ 0 w 3483429"/>
                  <a:gd name="connsiteY0" fmla="*/ 537028 h 1353225"/>
                  <a:gd name="connsiteX1" fmla="*/ 2931886 w 3483429"/>
                  <a:gd name="connsiteY1" fmla="*/ 0 h 1353225"/>
                  <a:gd name="connsiteX2" fmla="*/ 3483429 w 3483429"/>
                  <a:gd name="connsiteY2" fmla="*/ 1220680 h 1353225"/>
                  <a:gd name="connsiteX3" fmla="*/ 2772228 w 3483429"/>
                  <a:gd name="connsiteY3" fmla="*/ 1336794 h 1353225"/>
                  <a:gd name="connsiteX4" fmla="*/ 2090057 w 3483429"/>
                  <a:gd name="connsiteY4" fmla="*/ 1307766 h 1353225"/>
                  <a:gd name="connsiteX5" fmla="*/ 1291772 w 3483429"/>
                  <a:gd name="connsiteY5" fmla="*/ 1235195 h 1353225"/>
                  <a:gd name="connsiteX6" fmla="*/ 391886 w 3483429"/>
                  <a:gd name="connsiteY6" fmla="*/ 959423 h 1353225"/>
                  <a:gd name="connsiteX7" fmla="*/ 0 w 3483429"/>
                  <a:gd name="connsiteY7" fmla="*/ 537028 h 1353225"/>
                  <a:gd name="connsiteX0" fmla="*/ 0 w 3744686"/>
                  <a:gd name="connsiteY0" fmla="*/ 537028 h 1353225"/>
                  <a:gd name="connsiteX1" fmla="*/ 2931886 w 3744686"/>
                  <a:gd name="connsiteY1" fmla="*/ 0 h 1353225"/>
                  <a:gd name="connsiteX2" fmla="*/ 3744686 w 3744686"/>
                  <a:gd name="connsiteY2" fmla="*/ 596565 h 1353225"/>
                  <a:gd name="connsiteX3" fmla="*/ 3483429 w 3744686"/>
                  <a:gd name="connsiteY3" fmla="*/ 1220680 h 1353225"/>
                  <a:gd name="connsiteX4" fmla="*/ 2772228 w 3744686"/>
                  <a:gd name="connsiteY4" fmla="*/ 1336794 h 1353225"/>
                  <a:gd name="connsiteX5" fmla="*/ 2090057 w 3744686"/>
                  <a:gd name="connsiteY5" fmla="*/ 1307766 h 1353225"/>
                  <a:gd name="connsiteX6" fmla="*/ 1291772 w 3744686"/>
                  <a:gd name="connsiteY6" fmla="*/ 1235195 h 1353225"/>
                  <a:gd name="connsiteX7" fmla="*/ 391886 w 3744686"/>
                  <a:gd name="connsiteY7" fmla="*/ 959423 h 1353225"/>
                  <a:gd name="connsiteX8" fmla="*/ 0 w 3744686"/>
                  <a:gd name="connsiteY8" fmla="*/ 537028 h 1353225"/>
                  <a:gd name="connsiteX0" fmla="*/ 0 w 3744686"/>
                  <a:gd name="connsiteY0" fmla="*/ 537028 h 1353225"/>
                  <a:gd name="connsiteX1" fmla="*/ 1857829 w 3744686"/>
                  <a:gd name="connsiteY1" fmla="*/ 0 h 1353225"/>
                  <a:gd name="connsiteX2" fmla="*/ 3744686 w 3744686"/>
                  <a:gd name="connsiteY2" fmla="*/ 596565 h 1353225"/>
                  <a:gd name="connsiteX3" fmla="*/ 3483429 w 3744686"/>
                  <a:gd name="connsiteY3" fmla="*/ 1220680 h 1353225"/>
                  <a:gd name="connsiteX4" fmla="*/ 2772228 w 3744686"/>
                  <a:gd name="connsiteY4" fmla="*/ 1336794 h 1353225"/>
                  <a:gd name="connsiteX5" fmla="*/ 2090057 w 3744686"/>
                  <a:gd name="connsiteY5" fmla="*/ 1307766 h 1353225"/>
                  <a:gd name="connsiteX6" fmla="*/ 1291772 w 3744686"/>
                  <a:gd name="connsiteY6" fmla="*/ 1235195 h 1353225"/>
                  <a:gd name="connsiteX7" fmla="*/ 391886 w 3744686"/>
                  <a:gd name="connsiteY7" fmla="*/ 959423 h 1353225"/>
                  <a:gd name="connsiteX8" fmla="*/ 0 w 3744686"/>
                  <a:gd name="connsiteY8" fmla="*/ 537028 h 1353225"/>
                  <a:gd name="connsiteX0" fmla="*/ 0 w 3744686"/>
                  <a:gd name="connsiteY0" fmla="*/ 493485 h 1309682"/>
                  <a:gd name="connsiteX1" fmla="*/ 2002972 w 3744686"/>
                  <a:gd name="connsiteY1" fmla="*/ 0 h 1309682"/>
                  <a:gd name="connsiteX2" fmla="*/ 3744686 w 3744686"/>
                  <a:gd name="connsiteY2" fmla="*/ 553022 h 1309682"/>
                  <a:gd name="connsiteX3" fmla="*/ 3483429 w 3744686"/>
                  <a:gd name="connsiteY3" fmla="*/ 1177137 h 1309682"/>
                  <a:gd name="connsiteX4" fmla="*/ 2772228 w 3744686"/>
                  <a:gd name="connsiteY4" fmla="*/ 1293251 h 1309682"/>
                  <a:gd name="connsiteX5" fmla="*/ 2090057 w 3744686"/>
                  <a:gd name="connsiteY5" fmla="*/ 1264223 h 1309682"/>
                  <a:gd name="connsiteX6" fmla="*/ 1291772 w 3744686"/>
                  <a:gd name="connsiteY6" fmla="*/ 1191652 h 1309682"/>
                  <a:gd name="connsiteX7" fmla="*/ 391886 w 3744686"/>
                  <a:gd name="connsiteY7" fmla="*/ 915880 h 1309682"/>
                  <a:gd name="connsiteX8" fmla="*/ 0 w 3744686"/>
                  <a:gd name="connsiteY8" fmla="*/ 493485 h 1309682"/>
                  <a:gd name="connsiteX0" fmla="*/ 0 w 3744686"/>
                  <a:gd name="connsiteY0" fmla="*/ 541836 h 1358033"/>
                  <a:gd name="connsiteX1" fmla="*/ 2002972 w 3744686"/>
                  <a:gd name="connsiteY1" fmla="*/ 48351 h 1358033"/>
                  <a:gd name="connsiteX2" fmla="*/ 3744686 w 3744686"/>
                  <a:gd name="connsiteY2" fmla="*/ 601373 h 1358033"/>
                  <a:gd name="connsiteX3" fmla="*/ 3483429 w 3744686"/>
                  <a:gd name="connsiteY3" fmla="*/ 1225488 h 1358033"/>
                  <a:gd name="connsiteX4" fmla="*/ 2772228 w 3744686"/>
                  <a:gd name="connsiteY4" fmla="*/ 1341602 h 1358033"/>
                  <a:gd name="connsiteX5" fmla="*/ 2090057 w 3744686"/>
                  <a:gd name="connsiteY5" fmla="*/ 1312574 h 1358033"/>
                  <a:gd name="connsiteX6" fmla="*/ 1291772 w 3744686"/>
                  <a:gd name="connsiteY6" fmla="*/ 1240003 h 1358033"/>
                  <a:gd name="connsiteX7" fmla="*/ 391886 w 3744686"/>
                  <a:gd name="connsiteY7" fmla="*/ 964231 h 1358033"/>
                  <a:gd name="connsiteX8" fmla="*/ 0 w 3744686"/>
                  <a:gd name="connsiteY8" fmla="*/ 541836 h 1358033"/>
                  <a:gd name="connsiteX0" fmla="*/ 0 w 3686629"/>
                  <a:gd name="connsiteY0" fmla="*/ 540097 h 1356294"/>
                  <a:gd name="connsiteX1" fmla="*/ 2002972 w 3686629"/>
                  <a:gd name="connsiteY1" fmla="*/ 46612 h 1356294"/>
                  <a:gd name="connsiteX2" fmla="*/ 3686629 w 3686629"/>
                  <a:gd name="connsiteY2" fmla="*/ 628662 h 1356294"/>
                  <a:gd name="connsiteX3" fmla="*/ 3483429 w 3686629"/>
                  <a:gd name="connsiteY3" fmla="*/ 1223749 h 1356294"/>
                  <a:gd name="connsiteX4" fmla="*/ 2772228 w 3686629"/>
                  <a:gd name="connsiteY4" fmla="*/ 1339863 h 1356294"/>
                  <a:gd name="connsiteX5" fmla="*/ 2090057 w 3686629"/>
                  <a:gd name="connsiteY5" fmla="*/ 1310835 h 1356294"/>
                  <a:gd name="connsiteX6" fmla="*/ 1291772 w 3686629"/>
                  <a:gd name="connsiteY6" fmla="*/ 1238264 h 1356294"/>
                  <a:gd name="connsiteX7" fmla="*/ 391886 w 3686629"/>
                  <a:gd name="connsiteY7" fmla="*/ 962492 h 1356294"/>
                  <a:gd name="connsiteX8" fmla="*/ 0 w 3686629"/>
                  <a:gd name="connsiteY8" fmla="*/ 540097 h 1356294"/>
                  <a:gd name="connsiteX0" fmla="*/ 0 w 3686629"/>
                  <a:gd name="connsiteY0" fmla="*/ 629706 h 1445903"/>
                  <a:gd name="connsiteX1" fmla="*/ 2002972 w 3686629"/>
                  <a:gd name="connsiteY1" fmla="*/ 136221 h 1445903"/>
                  <a:gd name="connsiteX2" fmla="*/ 3686629 w 3686629"/>
                  <a:gd name="connsiteY2" fmla="*/ 718271 h 1445903"/>
                  <a:gd name="connsiteX3" fmla="*/ 3483429 w 3686629"/>
                  <a:gd name="connsiteY3" fmla="*/ 1313358 h 1445903"/>
                  <a:gd name="connsiteX4" fmla="*/ 2772228 w 3686629"/>
                  <a:gd name="connsiteY4" fmla="*/ 1429472 h 1445903"/>
                  <a:gd name="connsiteX5" fmla="*/ 2090057 w 3686629"/>
                  <a:gd name="connsiteY5" fmla="*/ 1400444 h 1445903"/>
                  <a:gd name="connsiteX6" fmla="*/ 1291772 w 3686629"/>
                  <a:gd name="connsiteY6" fmla="*/ 1327873 h 1445903"/>
                  <a:gd name="connsiteX7" fmla="*/ 391886 w 3686629"/>
                  <a:gd name="connsiteY7" fmla="*/ 1052101 h 1445903"/>
                  <a:gd name="connsiteX8" fmla="*/ 0 w 3686629"/>
                  <a:gd name="connsiteY8" fmla="*/ 629706 h 1445903"/>
                  <a:gd name="connsiteX0" fmla="*/ 0 w 3686629"/>
                  <a:gd name="connsiteY0" fmla="*/ 621998 h 1438195"/>
                  <a:gd name="connsiteX1" fmla="*/ 2002972 w 3686629"/>
                  <a:gd name="connsiteY1" fmla="*/ 128513 h 1438195"/>
                  <a:gd name="connsiteX2" fmla="*/ 3686629 w 3686629"/>
                  <a:gd name="connsiteY2" fmla="*/ 710563 h 1438195"/>
                  <a:gd name="connsiteX3" fmla="*/ 3483429 w 3686629"/>
                  <a:gd name="connsiteY3" fmla="*/ 1305650 h 1438195"/>
                  <a:gd name="connsiteX4" fmla="*/ 2772228 w 3686629"/>
                  <a:gd name="connsiteY4" fmla="*/ 1421764 h 1438195"/>
                  <a:gd name="connsiteX5" fmla="*/ 2090057 w 3686629"/>
                  <a:gd name="connsiteY5" fmla="*/ 1392736 h 1438195"/>
                  <a:gd name="connsiteX6" fmla="*/ 1291772 w 3686629"/>
                  <a:gd name="connsiteY6" fmla="*/ 1320165 h 1438195"/>
                  <a:gd name="connsiteX7" fmla="*/ 391886 w 3686629"/>
                  <a:gd name="connsiteY7" fmla="*/ 1044393 h 1438195"/>
                  <a:gd name="connsiteX8" fmla="*/ 0 w 3686629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43262"/>
                  <a:gd name="connsiteX1" fmla="*/ 2009953 w 3693610"/>
                  <a:gd name="connsiteY1" fmla="*/ 128513 h 1443262"/>
                  <a:gd name="connsiteX2" fmla="*/ 3693610 w 3693610"/>
                  <a:gd name="connsiteY2" fmla="*/ 710563 h 1443262"/>
                  <a:gd name="connsiteX3" fmla="*/ 3490410 w 3693610"/>
                  <a:gd name="connsiteY3" fmla="*/ 1305650 h 1443262"/>
                  <a:gd name="connsiteX4" fmla="*/ 2779209 w 3693610"/>
                  <a:gd name="connsiteY4" fmla="*/ 1421764 h 1443262"/>
                  <a:gd name="connsiteX5" fmla="*/ 2097038 w 3693610"/>
                  <a:gd name="connsiteY5" fmla="*/ 1392736 h 1443262"/>
                  <a:gd name="connsiteX6" fmla="*/ 1298753 w 3693610"/>
                  <a:gd name="connsiteY6" fmla="*/ 1320165 h 1443262"/>
                  <a:gd name="connsiteX7" fmla="*/ 398867 w 3693610"/>
                  <a:gd name="connsiteY7" fmla="*/ 1044393 h 1443262"/>
                  <a:gd name="connsiteX8" fmla="*/ 6981 w 3693610"/>
                  <a:gd name="connsiteY8" fmla="*/ 621998 h 1443262"/>
                  <a:gd name="connsiteX0" fmla="*/ 6981 w 3693610"/>
                  <a:gd name="connsiteY0" fmla="*/ 621998 h 1504614"/>
                  <a:gd name="connsiteX1" fmla="*/ 2009953 w 3693610"/>
                  <a:gd name="connsiteY1" fmla="*/ 128513 h 1504614"/>
                  <a:gd name="connsiteX2" fmla="*/ 3693610 w 3693610"/>
                  <a:gd name="connsiteY2" fmla="*/ 710563 h 1504614"/>
                  <a:gd name="connsiteX3" fmla="*/ 3490410 w 3693610"/>
                  <a:gd name="connsiteY3" fmla="*/ 1305650 h 1504614"/>
                  <a:gd name="connsiteX4" fmla="*/ 2779209 w 3693610"/>
                  <a:gd name="connsiteY4" fmla="*/ 1421764 h 1504614"/>
                  <a:gd name="connsiteX5" fmla="*/ 2097038 w 3693610"/>
                  <a:gd name="connsiteY5" fmla="*/ 1392736 h 1504614"/>
                  <a:gd name="connsiteX6" fmla="*/ 1298753 w 3693610"/>
                  <a:gd name="connsiteY6" fmla="*/ 1320165 h 1504614"/>
                  <a:gd name="connsiteX7" fmla="*/ 398867 w 3693610"/>
                  <a:gd name="connsiteY7" fmla="*/ 1044393 h 1504614"/>
                  <a:gd name="connsiteX8" fmla="*/ 6981 w 3693610"/>
                  <a:gd name="connsiteY8" fmla="*/ 621998 h 1504614"/>
                  <a:gd name="connsiteX0" fmla="*/ 6981 w 3693610"/>
                  <a:gd name="connsiteY0" fmla="*/ 621998 h 1504614"/>
                  <a:gd name="connsiteX1" fmla="*/ 2009953 w 3693610"/>
                  <a:gd name="connsiteY1" fmla="*/ 128513 h 1504614"/>
                  <a:gd name="connsiteX2" fmla="*/ 3693610 w 3693610"/>
                  <a:gd name="connsiteY2" fmla="*/ 710563 h 1504614"/>
                  <a:gd name="connsiteX3" fmla="*/ 3432353 w 3693610"/>
                  <a:gd name="connsiteY3" fmla="*/ 1305650 h 1504614"/>
                  <a:gd name="connsiteX4" fmla="*/ 2779209 w 3693610"/>
                  <a:gd name="connsiteY4" fmla="*/ 1421764 h 1504614"/>
                  <a:gd name="connsiteX5" fmla="*/ 2097038 w 3693610"/>
                  <a:gd name="connsiteY5" fmla="*/ 1392736 h 1504614"/>
                  <a:gd name="connsiteX6" fmla="*/ 1298753 w 3693610"/>
                  <a:gd name="connsiteY6" fmla="*/ 1320165 h 1504614"/>
                  <a:gd name="connsiteX7" fmla="*/ 398867 w 3693610"/>
                  <a:gd name="connsiteY7" fmla="*/ 1044393 h 1504614"/>
                  <a:gd name="connsiteX8" fmla="*/ 6981 w 3693610"/>
                  <a:gd name="connsiteY8" fmla="*/ 621998 h 1504614"/>
                  <a:gd name="connsiteX0" fmla="*/ 6981 w 3693610"/>
                  <a:gd name="connsiteY0" fmla="*/ 621998 h 1509710"/>
                  <a:gd name="connsiteX1" fmla="*/ 2009953 w 3693610"/>
                  <a:gd name="connsiteY1" fmla="*/ 128513 h 1509710"/>
                  <a:gd name="connsiteX2" fmla="*/ 3693610 w 3693610"/>
                  <a:gd name="connsiteY2" fmla="*/ 710563 h 1509710"/>
                  <a:gd name="connsiteX3" fmla="*/ 3432353 w 3693610"/>
                  <a:gd name="connsiteY3" fmla="*/ 1305650 h 1509710"/>
                  <a:gd name="connsiteX4" fmla="*/ 2779209 w 3693610"/>
                  <a:gd name="connsiteY4" fmla="*/ 1421764 h 1509710"/>
                  <a:gd name="connsiteX5" fmla="*/ 2097038 w 3693610"/>
                  <a:gd name="connsiteY5" fmla="*/ 1392736 h 1509710"/>
                  <a:gd name="connsiteX6" fmla="*/ 1298753 w 3693610"/>
                  <a:gd name="connsiteY6" fmla="*/ 1320165 h 1509710"/>
                  <a:gd name="connsiteX7" fmla="*/ 398867 w 3693610"/>
                  <a:gd name="connsiteY7" fmla="*/ 1044393 h 1509710"/>
                  <a:gd name="connsiteX8" fmla="*/ 6981 w 3693610"/>
                  <a:gd name="connsiteY8" fmla="*/ 621998 h 1509710"/>
                  <a:gd name="connsiteX0" fmla="*/ 6981 w 3693610"/>
                  <a:gd name="connsiteY0" fmla="*/ 621998 h 1532587"/>
                  <a:gd name="connsiteX1" fmla="*/ 2009953 w 3693610"/>
                  <a:gd name="connsiteY1" fmla="*/ 128513 h 1532587"/>
                  <a:gd name="connsiteX2" fmla="*/ 3693610 w 3693610"/>
                  <a:gd name="connsiteY2" fmla="*/ 710563 h 1532587"/>
                  <a:gd name="connsiteX3" fmla="*/ 3432353 w 3693610"/>
                  <a:gd name="connsiteY3" fmla="*/ 1305650 h 1532587"/>
                  <a:gd name="connsiteX4" fmla="*/ 2779209 w 3693610"/>
                  <a:gd name="connsiteY4" fmla="*/ 1421764 h 1532587"/>
                  <a:gd name="connsiteX5" fmla="*/ 2097038 w 3693610"/>
                  <a:gd name="connsiteY5" fmla="*/ 1392736 h 1532587"/>
                  <a:gd name="connsiteX6" fmla="*/ 1298753 w 3693610"/>
                  <a:gd name="connsiteY6" fmla="*/ 1320165 h 1532587"/>
                  <a:gd name="connsiteX7" fmla="*/ 398867 w 3693610"/>
                  <a:gd name="connsiteY7" fmla="*/ 1044393 h 1532587"/>
                  <a:gd name="connsiteX8" fmla="*/ 6981 w 3693610"/>
                  <a:gd name="connsiteY8" fmla="*/ 621998 h 1532587"/>
                  <a:gd name="connsiteX0" fmla="*/ 6981 w 3757627"/>
                  <a:gd name="connsiteY0" fmla="*/ 621998 h 1532587"/>
                  <a:gd name="connsiteX1" fmla="*/ 2009953 w 3757627"/>
                  <a:gd name="connsiteY1" fmla="*/ 128513 h 1532587"/>
                  <a:gd name="connsiteX2" fmla="*/ 3693610 w 3757627"/>
                  <a:gd name="connsiteY2" fmla="*/ 710563 h 1532587"/>
                  <a:gd name="connsiteX3" fmla="*/ 3432353 w 3757627"/>
                  <a:gd name="connsiteY3" fmla="*/ 1305650 h 1532587"/>
                  <a:gd name="connsiteX4" fmla="*/ 2779209 w 3757627"/>
                  <a:gd name="connsiteY4" fmla="*/ 1421764 h 1532587"/>
                  <a:gd name="connsiteX5" fmla="*/ 2097038 w 3757627"/>
                  <a:gd name="connsiteY5" fmla="*/ 1392736 h 1532587"/>
                  <a:gd name="connsiteX6" fmla="*/ 1298753 w 3757627"/>
                  <a:gd name="connsiteY6" fmla="*/ 1320165 h 1532587"/>
                  <a:gd name="connsiteX7" fmla="*/ 398867 w 3757627"/>
                  <a:gd name="connsiteY7" fmla="*/ 1044393 h 1532587"/>
                  <a:gd name="connsiteX8" fmla="*/ 6981 w 3757627"/>
                  <a:gd name="connsiteY8" fmla="*/ 621998 h 1532587"/>
                  <a:gd name="connsiteX0" fmla="*/ 14395 w 3573527"/>
                  <a:gd name="connsiteY0" fmla="*/ 402241 h 1568181"/>
                  <a:gd name="connsiteX1" fmla="*/ 1825853 w 3573527"/>
                  <a:gd name="connsiteY1" fmla="*/ 164107 h 1568181"/>
                  <a:gd name="connsiteX2" fmla="*/ 3509510 w 3573527"/>
                  <a:gd name="connsiteY2" fmla="*/ 746157 h 1568181"/>
                  <a:gd name="connsiteX3" fmla="*/ 3248253 w 3573527"/>
                  <a:gd name="connsiteY3" fmla="*/ 1341244 h 1568181"/>
                  <a:gd name="connsiteX4" fmla="*/ 2595109 w 3573527"/>
                  <a:gd name="connsiteY4" fmla="*/ 1457358 h 1568181"/>
                  <a:gd name="connsiteX5" fmla="*/ 1912938 w 3573527"/>
                  <a:gd name="connsiteY5" fmla="*/ 1428330 h 1568181"/>
                  <a:gd name="connsiteX6" fmla="*/ 1114653 w 3573527"/>
                  <a:gd name="connsiteY6" fmla="*/ 1355759 h 1568181"/>
                  <a:gd name="connsiteX7" fmla="*/ 214767 w 3573527"/>
                  <a:gd name="connsiteY7" fmla="*/ 1079987 h 1568181"/>
                  <a:gd name="connsiteX8" fmla="*/ 14395 w 3573527"/>
                  <a:gd name="connsiteY8" fmla="*/ 402241 h 1568181"/>
                  <a:gd name="connsiteX0" fmla="*/ 154307 w 3713439"/>
                  <a:gd name="connsiteY0" fmla="*/ 402241 h 1568181"/>
                  <a:gd name="connsiteX1" fmla="*/ 1965765 w 3713439"/>
                  <a:gd name="connsiteY1" fmla="*/ 164107 h 1568181"/>
                  <a:gd name="connsiteX2" fmla="*/ 3649422 w 3713439"/>
                  <a:gd name="connsiteY2" fmla="*/ 746157 h 1568181"/>
                  <a:gd name="connsiteX3" fmla="*/ 3388165 w 3713439"/>
                  <a:gd name="connsiteY3" fmla="*/ 1341244 h 1568181"/>
                  <a:gd name="connsiteX4" fmla="*/ 2735021 w 3713439"/>
                  <a:gd name="connsiteY4" fmla="*/ 1457358 h 1568181"/>
                  <a:gd name="connsiteX5" fmla="*/ 2052850 w 3713439"/>
                  <a:gd name="connsiteY5" fmla="*/ 1428330 h 1568181"/>
                  <a:gd name="connsiteX6" fmla="*/ 1254565 w 3713439"/>
                  <a:gd name="connsiteY6" fmla="*/ 1355759 h 1568181"/>
                  <a:gd name="connsiteX7" fmla="*/ 354679 w 3713439"/>
                  <a:gd name="connsiteY7" fmla="*/ 1079987 h 1568181"/>
                  <a:gd name="connsiteX8" fmla="*/ 154307 w 3713439"/>
                  <a:gd name="connsiteY8" fmla="*/ 402241 h 1568181"/>
                  <a:gd name="connsiteX0" fmla="*/ 164836 w 3723968"/>
                  <a:gd name="connsiteY0" fmla="*/ 402241 h 1568181"/>
                  <a:gd name="connsiteX1" fmla="*/ 1976294 w 3723968"/>
                  <a:gd name="connsiteY1" fmla="*/ 164107 h 1568181"/>
                  <a:gd name="connsiteX2" fmla="*/ 3659951 w 3723968"/>
                  <a:gd name="connsiteY2" fmla="*/ 746157 h 1568181"/>
                  <a:gd name="connsiteX3" fmla="*/ 3398694 w 3723968"/>
                  <a:gd name="connsiteY3" fmla="*/ 1341244 h 1568181"/>
                  <a:gd name="connsiteX4" fmla="*/ 2745550 w 3723968"/>
                  <a:gd name="connsiteY4" fmla="*/ 1457358 h 1568181"/>
                  <a:gd name="connsiteX5" fmla="*/ 2063379 w 3723968"/>
                  <a:gd name="connsiteY5" fmla="*/ 1428330 h 1568181"/>
                  <a:gd name="connsiteX6" fmla="*/ 1265094 w 3723968"/>
                  <a:gd name="connsiteY6" fmla="*/ 1355759 h 1568181"/>
                  <a:gd name="connsiteX7" fmla="*/ 315556 w 3723968"/>
                  <a:gd name="connsiteY7" fmla="*/ 1044522 h 1568181"/>
                  <a:gd name="connsiteX8" fmla="*/ 164836 w 3723968"/>
                  <a:gd name="connsiteY8" fmla="*/ 402241 h 1568181"/>
                  <a:gd name="connsiteX0" fmla="*/ 240244 w 3799376"/>
                  <a:gd name="connsiteY0" fmla="*/ 402241 h 1568181"/>
                  <a:gd name="connsiteX1" fmla="*/ 2051702 w 3799376"/>
                  <a:gd name="connsiteY1" fmla="*/ 164107 h 1568181"/>
                  <a:gd name="connsiteX2" fmla="*/ 3735359 w 3799376"/>
                  <a:gd name="connsiteY2" fmla="*/ 746157 h 1568181"/>
                  <a:gd name="connsiteX3" fmla="*/ 3474102 w 3799376"/>
                  <a:gd name="connsiteY3" fmla="*/ 1341244 h 1568181"/>
                  <a:gd name="connsiteX4" fmla="*/ 2820958 w 3799376"/>
                  <a:gd name="connsiteY4" fmla="*/ 1457358 h 1568181"/>
                  <a:gd name="connsiteX5" fmla="*/ 2138787 w 3799376"/>
                  <a:gd name="connsiteY5" fmla="*/ 1428330 h 1568181"/>
                  <a:gd name="connsiteX6" fmla="*/ 1340502 w 3799376"/>
                  <a:gd name="connsiteY6" fmla="*/ 1355759 h 1568181"/>
                  <a:gd name="connsiteX7" fmla="*/ 390964 w 3799376"/>
                  <a:gd name="connsiteY7" fmla="*/ 1044522 h 1568181"/>
                  <a:gd name="connsiteX8" fmla="*/ 240244 w 3799376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70355 w 3830944"/>
                  <a:gd name="connsiteY5" fmla="*/ 1428330 h 1568181"/>
                  <a:gd name="connsiteX6" fmla="*/ 1372070 w 3830944"/>
                  <a:gd name="connsiteY6" fmla="*/ 1355759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70355 w 3830944"/>
                  <a:gd name="connsiteY5" fmla="*/ 1428330 h 1568181"/>
                  <a:gd name="connsiteX6" fmla="*/ 1372070 w 3830944"/>
                  <a:gd name="connsiteY6" fmla="*/ 1355759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70355 w 3830944"/>
                  <a:gd name="connsiteY5" fmla="*/ 1428330 h 1568181"/>
                  <a:gd name="connsiteX6" fmla="*/ 1315325 w 3830944"/>
                  <a:gd name="connsiteY6" fmla="*/ 1348666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70355 w 3830944"/>
                  <a:gd name="connsiteY5" fmla="*/ 1428330 h 1568181"/>
                  <a:gd name="connsiteX6" fmla="*/ 1315325 w 3830944"/>
                  <a:gd name="connsiteY6" fmla="*/ 1348666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70355 w 3830944"/>
                  <a:gd name="connsiteY5" fmla="*/ 1428330 h 1568181"/>
                  <a:gd name="connsiteX6" fmla="*/ 1315325 w 3830944"/>
                  <a:gd name="connsiteY6" fmla="*/ 1348666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27797 w 3830944"/>
                  <a:gd name="connsiteY5" fmla="*/ 1399957 h 1568181"/>
                  <a:gd name="connsiteX6" fmla="*/ 1315325 w 3830944"/>
                  <a:gd name="connsiteY6" fmla="*/ 1348666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27797 w 3830944"/>
                  <a:gd name="connsiteY5" fmla="*/ 1399957 h 1568181"/>
                  <a:gd name="connsiteX6" fmla="*/ 1315325 w 3830944"/>
                  <a:gd name="connsiteY6" fmla="*/ 1348666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53956"/>
                  <a:gd name="connsiteX1" fmla="*/ 2083270 w 3830944"/>
                  <a:gd name="connsiteY1" fmla="*/ 164107 h 1553956"/>
                  <a:gd name="connsiteX2" fmla="*/ 3766927 w 3830944"/>
                  <a:gd name="connsiteY2" fmla="*/ 746157 h 1553956"/>
                  <a:gd name="connsiteX3" fmla="*/ 3505670 w 3830944"/>
                  <a:gd name="connsiteY3" fmla="*/ 1341244 h 1553956"/>
                  <a:gd name="connsiteX4" fmla="*/ 2746129 w 3830944"/>
                  <a:gd name="connsiteY4" fmla="*/ 1421893 h 1553956"/>
                  <a:gd name="connsiteX5" fmla="*/ 2127797 w 3830944"/>
                  <a:gd name="connsiteY5" fmla="*/ 1399957 h 1553956"/>
                  <a:gd name="connsiteX6" fmla="*/ 1315325 w 3830944"/>
                  <a:gd name="connsiteY6" fmla="*/ 1348666 h 1553956"/>
                  <a:gd name="connsiteX7" fmla="*/ 422532 w 3830944"/>
                  <a:gd name="connsiteY7" fmla="*/ 1044522 h 1553956"/>
                  <a:gd name="connsiteX8" fmla="*/ 271812 w 3830944"/>
                  <a:gd name="connsiteY8" fmla="*/ 402241 h 1553956"/>
                  <a:gd name="connsiteX0" fmla="*/ 271812 w 3830944"/>
                  <a:gd name="connsiteY0" fmla="*/ 402241 h 1553956"/>
                  <a:gd name="connsiteX1" fmla="*/ 2083270 w 3830944"/>
                  <a:gd name="connsiteY1" fmla="*/ 164107 h 1553956"/>
                  <a:gd name="connsiteX2" fmla="*/ 3766927 w 3830944"/>
                  <a:gd name="connsiteY2" fmla="*/ 746157 h 1553956"/>
                  <a:gd name="connsiteX3" fmla="*/ 3505670 w 3830944"/>
                  <a:gd name="connsiteY3" fmla="*/ 1341244 h 1553956"/>
                  <a:gd name="connsiteX4" fmla="*/ 2746129 w 3830944"/>
                  <a:gd name="connsiteY4" fmla="*/ 1421893 h 1553956"/>
                  <a:gd name="connsiteX5" fmla="*/ 2127797 w 3830944"/>
                  <a:gd name="connsiteY5" fmla="*/ 1399957 h 1553956"/>
                  <a:gd name="connsiteX6" fmla="*/ 1315325 w 3830944"/>
                  <a:gd name="connsiteY6" fmla="*/ 1348666 h 1553956"/>
                  <a:gd name="connsiteX7" fmla="*/ 422532 w 3830944"/>
                  <a:gd name="connsiteY7" fmla="*/ 1044522 h 1553956"/>
                  <a:gd name="connsiteX8" fmla="*/ 271812 w 3830944"/>
                  <a:gd name="connsiteY8" fmla="*/ 402241 h 1553956"/>
                  <a:gd name="connsiteX0" fmla="*/ 271812 w 3830944"/>
                  <a:gd name="connsiteY0" fmla="*/ 402241 h 1562815"/>
                  <a:gd name="connsiteX1" fmla="*/ 2083270 w 3830944"/>
                  <a:gd name="connsiteY1" fmla="*/ 164107 h 1562815"/>
                  <a:gd name="connsiteX2" fmla="*/ 3766927 w 3830944"/>
                  <a:gd name="connsiteY2" fmla="*/ 746157 h 1562815"/>
                  <a:gd name="connsiteX3" fmla="*/ 3505670 w 3830944"/>
                  <a:gd name="connsiteY3" fmla="*/ 1341244 h 1562815"/>
                  <a:gd name="connsiteX4" fmla="*/ 2746129 w 3830944"/>
                  <a:gd name="connsiteY4" fmla="*/ 1421893 h 1562815"/>
                  <a:gd name="connsiteX5" fmla="*/ 2127797 w 3830944"/>
                  <a:gd name="connsiteY5" fmla="*/ 1399957 h 1562815"/>
                  <a:gd name="connsiteX6" fmla="*/ 1315325 w 3830944"/>
                  <a:gd name="connsiteY6" fmla="*/ 1348666 h 1562815"/>
                  <a:gd name="connsiteX7" fmla="*/ 422532 w 3830944"/>
                  <a:gd name="connsiteY7" fmla="*/ 1044522 h 1562815"/>
                  <a:gd name="connsiteX8" fmla="*/ 271812 w 3830944"/>
                  <a:gd name="connsiteY8" fmla="*/ 402241 h 1562815"/>
                  <a:gd name="connsiteX0" fmla="*/ 271812 w 3784260"/>
                  <a:gd name="connsiteY0" fmla="*/ 402241 h 1546334"/>
                  <a:gd name="connsiteX1" fmla="*/ 2083270 w 3784260"/>
                  <a:gd name="connsiteY1" fmla="*/ 164107 h 1546334"/>
                  <a:gd name="connsiteX2" fmla="*/ 3766927 w 3784260"/>
                  <a:gd name="connsiteY2" fmla="*/ 746157 h 1546334"/>
                  <a:gd name="connsiteX3" fmla="*/ 3420553 w 3784260"/>
                  <a:gd name="connsiteY3" fmla="*/ 1312872 h 1546334"/>
                  <a:gd name="connsiteX4" fmla="*/ 2746129 w 3784260"/>
                  <a:gd name="connsiteY4" fmla="*/ 1421893 h 1546334"/>
                  <a:gd name="connsiteX5" fmla="*/ 2127797 w 3784260"/>
                  <a:gd name="connsiteY5" fmla="*/ 1399957 h 1546334"/>
                  <a:gd name="connsiteX6" fmla="*/ 1315325 w 3784260"/>
                  <a:gd name="connsiteY6" fmla="*/ 1348666 h 1546334"/>
                  <a:gd name="connsiteX7" fmla="*/ 422532 w 3784260"/>
                  <a:gd name="connsiteY7" fmla="*/ 1044522 h 1546334"/>
                  <a:gd name="connsiteX8" fmla="*/ 271812 w 3784260"/>
                  <a:gd name="connsiteY8" fmla="*/ 402241 h 1546334"/>
                  <a:gd name="connsiteX0" fmla="*/ 271812 w 3737496"/>
                  <a:gd name="connsiteY0" fmla="*/ 402241 h 1546334"/>
                  <a:gd name="connsiteX1" fmla="*/ 2083270 w 3737496"/>
                  <a:gd name="connsiteY1" fmla="*/ 164107 h 1546334"/>
                  <a:gd name="connsiteX2" fmla="*/ 3660531 w 3737496"/>
                  <a:gd name="connsiteY2" fmla="*/ 526271 h 1546334"/>
                  <a:gd name="connsiteX3" fmla="*/ 3420553 w 3737496"/>
                  <a:gd name="connsiteY3" fmla="*/ 1312872 h 1546334"/>
                  <a:gd name="connsiteX4" fmla="*/ 2746129 w 3737496"/>
                  <a:gd name="connsiteY4" fmla="*/ 1421893 h 1546334"/>
                  <a:gd name="connsiteX5" fmla="*/ 2127797 w 3737496"/>
                  <a:gd name="connsiteY5" fmla="*/ 1399957 h 1546334"/>
                  <a:gd name="connsiteX6" fmla="*/ 1315325 w 3737496"/>
                  <a:gd name="connsiteY6" fmla="*/ 1348666 h 1546334"/>
                  <a:gd name="connsiteX7" fmla="*/ 422532 w 3737496"/>
                  <a:gd name="connsiteY7" fmla="*/ 1044522 h 1546334"/>
                  <a:gd name="connsiteX8" fmla="*/ 271812 w 3737496"/>
                  <a:gd name="connsiteY8" fmla="*/ 402241 h 1546334"/>
                  <a:gd name="connsiteX0" fmla="*/ 271812 w 3838237"/>
                  <a:gd name="connsiteY0" fmla="*/ 402241 h 1546334"/>
                  <a:gd name="connsiteX1" fmla="*/ 2083270 w 3838237"/>
                  <a:gd name="connsiteY1" fmla="*/ 164107 h 1546334"/>
                  <a:gd name="connsiteX2" fmla="*/ 3660531 w 3838237"/>
                  <a:gd name="connsiteY2" fmla="*/ 526271 h 1546334"/>
                  <a:gd name="connsiteX3" fmla="*/ 3420553 w 3838237"/>
                  <a:gd name="connsiteY3" fmla="*/ 1312872 h 1546334"/>
                  <a:gd name="connsiteX4" fmla="*/ 2746129 w 3838237"/>
                  <a:gd name="connsiteY4" fmla="*/ 1421893 h 1546334"/>
                  <a:gd name="connsiteX5" fmla="*/ 2127797 w 3838237"/>
                  <a:gd name="connsiteY5" fmla="*/ 1399957 h 1546334"/>
                  <a:gd name="connsiteX6" fmla="*/ 1315325 w 3838237"/>
                  <a:gd name="connsiteY6" fmla="*/ 1348666 h 1546334"/>
                  <a:gd name="connsiteX7" fmla="*/ 422532 w 3838237"/>
                  <a:gd name="connsiteY7" fmla="*/ 1044522 h 1546334"/>
                  <a:gd name="connsiteX8" fmla="*/ 271812 w 3838237"/>
                  <a:gd name="connsiteY8" fmla="*/ 402241 h 1546334"/>
                  <a:gd name="connsiteX0" fmla="*/ 271812 w 3838237"/>
                  <a:gd name="connsiteY0" fmla="*/ 402241 h 1546334"/>
                  <a:gd name="connsiteX1" fmla="*/ 2083270 w 3838237"/>
                  <a:gd name="connsiteY1" fmla="*/ 164107 h 1546334"/>
                  <a:gd name="connsiteX2" fmla="*/ 3660531 w 3838237"/>
                  <a:gd name="connsiteY2" fmla="*/ 526271 h 1546334"/>
                  <a:gd name="connsiteX3" fmla="*/ 3420553 w 3838237"/>
                  <a:gd name="connsiteY3" fmla="*/ 1312872 h 1546334"/>
                  <a:gd name="connsiteX4" fmla="*/ 2746129 w 3838237"/>
                  <a:gd name="connsiteY4" fmla="*/ 1421893 h 1546334"/>
                  <a:gd name="connsiteX5" fmla="*/ 2127797 w 3838237"/>
                  <a:gd name="connsiteY5" fmla="*/ 1399957 h 1546334"/>
                  <a:gd name="connsiteX6" fmla="*/ 1315325 w 3838237"/>
                  <a:gd name="connsiteY6" fmla="*/ 1348666 h 1546334"/>
                  <a:gd name="connsiteX7" fmla="*/ 422532 w 3838237"/>
                  <a:gd name="connsiteY7" fmla="*/ 1044522 h 1546334"/>
                  <a:gd name="connsiteX8" fmla="*/ 271812 w 3838237"/>
                  <a:gd name="connsiteY8" fmla="*/ 402241 h 1546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8237" h="1546334">
                    <a:moveTo>
                      <a:pt x="271812" y="402241"/>
                    </a:moveTo>
                    <a:cubicBezTo>
                      <a:pt x="562098" y="310317"/>
                      <a:pt x="298013" y="-280998"/>
                      <a:pt x="2083270" y="164107"/>
                    </a:cubicBezTo>
                    <a:cubicBezTo>
                      <a:pt x="3283117" y="-57953"/>
                      <a:pt x="3471888" y="399003"/>
                      <a:pt x="3660531" y="526271"/>
                    </a:cubicBezTo>
                    <a:cubicBezTo>
                      <a:pt x="3857169" y="653702"/>
                      <a:pt x="4015639" y="1259653"/>
                      <a:pt x="3420553" y="1312872"/>
                    </a:cubicBezTo>
                    <a:cubicBezTo>
                      <a:pt x="3142363" y="1700167"/>
                      <a:pt x="2843590" y="1508323"/>
                      <a:pt x="2746129" y="1421893"/>
                    </a:cubicBezTo>
                    <a:cubicBezTo>
                      <a:pt x="2528087" y="1500245"/>
                      <a:pt x="2500331" y="1624928"/>
                      <a:pt x="2127797" y="1399957"/>
                    </a:cubicBezTo>
                    <a:cubicBezTo>
                      <a:pt x="1939726" y="1489257"/>
                      <a:pt x="1754608" y="1668595"/>
                      <a:pt x="1315325" y="1348666"/>
                    </a:cubicBezTo>
                    <a:cubicBezTo>
                      <a:pt x="1219834" y="1375726"/>
                      <a:pt x="790514" y="1632843"/>
                      <a:pt x="422532" y="1044522"/>
                    </a:cubicBezTo>
                    <a:cubicBezTo>
                      <a:pt x="150041" y="1045586"/>
                      <a:pt x="-289853" y="760551"/>
                      <a:pt x="271812" y="402241"/>
                    </a:cubicBezTo>
                    <a:close/>
                  </a:path>
                </a:pathLst>
              </a:custGeom>
              <a:solidFill>
                <a:srgbClr val="FD8FAA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BF879F6-1D6D-27EA-21BC-3644B6EB0457}"/>
                  </a:ext>
                </a:extLst>
              </p:cNvPr>
              <p:cNvSpPr/>
              <p:nvPr/>
            </p:nvSpPr>
            <p:spPr>
              <a:xfrm rot="21411466">
                <a:off x="2916305" y="4006675"/>
                <a:ext cx="3730511" cy="1491739"/>
              </a:xfrm>
              <a:custGeom>
                <a:avLst/>
                <a:gdLst>
                  <a:gd name="connsiteX0" fmla="*/ 0 w 1915886"/>
                  <a:gd name="connsiteY0" fmla="*/ 0 h 944909"/>
                  <a:gd name="connsiteX1" fmla="*/ 1915886 w 1915886"/>
                  <a:gd name="connsiteY1" fmla="*/ 0 h 944909"/>
                  <a:gd name="connsiteX2" fmla="*/ 1915886 w 1915886"/>
                  <a:gd name="connsiteY2" fmla="*/ 944909 h 944909"/>
                  <a:gd name="connsiteX3" fmla="*/ 0 w 1915886"/>
                  <a:gd name="connsiteY3" fmla="*/ 944909 h 944909"/>
                  <a:gd name="connsiteX4" fmla="*/ 0 w 1915886"/>
                  <a:gd name="connsiteY4" fmla="*/ 0 h 944909"/>
                  <a:gd name="connsiteX0" fmla="*/ 0 w 2931886"/>
                  <a:gd name="connsiteY0" fmla="*/ 537028 h 944909"/>
                  <a:gd name="connsiteX1" fmla="*/ 2931886 w 2931886"/>
                  <a:gd name="connsiteY1" fmla="*/ 0 h 944909"/>
                  <a:gd name="connsiteX2" fmla="*/ 2931886 w 2931886"/>
                  <a:gd name="connsiteY2" fmla="*/ 944909 h 944909"/>
                  <a:gd name="connsiteX3" fmla="*/ 1016000 w 2931886"/>
                  <a:gd name="connsiteY3" fmla="*/ 944909 h 944909"/>
                  <a:gd name="connsiteX4" fmla="*/ 0 w 2931886"/>
                  <a:gd name="connsiteY4" fmla="*/ 537028 h 944909"/>
                  <a:gd name="connsiteX0" fmla="*/ 0 w 2931886"/>
                  <a:gd name="connsiteY0" fmla="*/ 537028 h 974669"/>
                  <a:gd name="connsiteX1" fmla="*/ 2931886 w 2931886"/>
                  <a:gd name="connsiteY1" fmla="*/ 0 h 974669"/>
                  <a:gd name="connsiteX2" fmla="*/ 2931886 w 2931886"/>
                  <a:gd name="connsiteY2" fmla="*/ 944909 h 974669"/>
                  <a:gd name="connsiteX3" fmla="*/ 1016000 w 2931886"/>
                  <a:gd name="connsiteY3" fmla="*/ 944909 h 974669"/>
                  <a:gd name="connsiteX4" fmla="*/ 391886 w 2931886"/>
                  <a:gd name="connsiteY4" fmla="*/ 959423 h 974669"/>
                  <a:gd name="connsiteX5" fmla="*/ 0 w 2931886"/>
                  <a:gd name="connsiteY5" fmla="*/ 537028 h 974669"/>
                  <a:gd name="connsiteX0" fmla="*/ 0 w 2931886"/>
                  <a:gd name="connsiteY0" fmla="*/ 537028 h 1235195"/>
                  <a:gd name="connsiteX1" fmla="*/ 2931886 w 2931886"/>
                  <a:gd name="connsiteY1" fmla="*/ 0 h 1235195"/>
                  <a:gd name="connsiteX2" fmla="*/ 2931886 w 2931886"/>
                  <a:gd name="connsiteY2" fmla="*/ 944909 h 1235195"/>
                  <a:gd name="connsiteX3" fmla="*/ 1291772 w 2931886"/>
                  <a:gd name="connsiteY3" fmla="*/ 1235195 h 1235195"/>
                  <a:gd name="connsiteX4" fmla="*/ 391886 w 2931886"/>
                  <a:gd name="connsiteY4" fmla="*/ 959423 h 1235195"/>
                  <a:gd name="connsiteX5" fmla="*/ 0 w 2931886"/>
                  <a:gd name="connsiteY5" fmla="*/ 537028 h 1235195"/>
                  <a:gd name="connsiteX0" fmla="*/ 0 w 2931886"/>
                  <a:gd name="connsiteY0" fmla="*/ 537028 h 1307766"/>
                  <a:gd name="connsiteX1" fmla="*/ 2931886 w 2931886"/>
                  <a:gd name="connsiteY1" fmla="*/ 0 h 1307766"/>
                  <a:gd name="connsiteX2" fmla="*/ 2931886 w 2931886"/>
                  <a:gd name="connsiteY2" fmla="*/ 944909 h 1307766"/>
                  <a:gd name="connsiteX3" fmla="*/ 2090057 w 2931886"/>
                  <a:gd name="connsiteY3" fmla="*/ 1307766 h 1307766"/>
                  <a:gd name="connsiteX4" fmla="*/ 1291772 w 2931886"/>
                  <a:gd name="connsiteY4" fmla="*/ 1235195 h 1307766"/>
                  <a:gd name="connsiteX5" fmla="*/ 391886 w 2931886"/>
                  <a:gd name="connsiteY5" fmla="*/ 959423 h 1307766"/>
                  <a:gd name="connsiteX6" fmla="*/ 0 w 2931886"/>
                  <a:gd name="connsiteY6" fmla="*/ 537028 h 1307766"/>
                  <a:gd name="connsiteX0" fmla="*/ 0 w 3483429"/>
                  <a:gd name="connsiteY0" fmla="*/ 537028 h 1307766"/>
                  <a:gd name="connsiteX1" fmla="*/ 2931886 w 3483429"/>
                  <a:gd name="connsiteY1" fmla="*/ 0 h 1307766"/>
                  <a:gd name="connsiteX2" fmla="*/ 3483429 w 3483429"/>
                  <a:gd name="connsiteY2" fmla="*/ 1220680 h 1307766"/>
                  <a:gd name="connsiteX3" fmla="*/ 2090057 w 3483429"/>
                  <a:gd name="connsiteY3" fmla="*/ 1307766 h 1307766"/>
                  <a:gd name="connsiteX4" fmla="*/ 1291772 w 3483429"/>
                  <a:gd name="connsiteY4" fmla="*/ 1235195 h 1307766"/>
                  <a:gd name="connsiteX5" fmla="*/ 391886 w 3483429"/>
                  <a:gd name="connsiteY5" fmla="*/ 959423 h 1307766"/>
                  <a:gd name="connsiteX6" fmla="*/ 0 w 3483429"/>
                  <a:gd name="connsiteY6" fmla="*/ 537028 h 1307766"/>
                  <a:gd name="connsiteX0" fmla="*/ 0 w 3483429"/>
                  <a:gd name="connsiteY0" fmla="*/ 537028 h 1353225"/>
                  <a:gd name="connsiteX1" fmla="*/ 2931886 w 3483429"/>
                  <a:gd name="connsiteY1" fmla="*/ 0 h 1353225"/>
                  <a:gd name="connsiteX2" fmla="*/ 3483429 w 3483429"/>
                  <a:gd name="connsiteY2" fmla="*/ 1220680 h 1353225"/>
                  <a:gd name="connsiteX3" fmla="*/ 2772228 w 3483429"/>
                  <a:gd name="connsiteY3" fmla="*/ 1336794 h 1353225"/>
                  <a:gd name="connsiteX4" fmla="*/ 2090057 w 3483429"/>
                  <a:gd name="connsiteY4" fmla="*/ 1307766 h 1353225"/>
                  <a:gd name="connsiteX5" fmla="*/ 1291772 w 3483429"/>
                  <a:gd name="connsiteY5" fmla="*/ 1235195 h 1353225"/>
                  <a:gd name="connsiteX6" fmla="*/ 391886 w 3483429"/>
                  <a:gd name="connsiteY6" fmla="*/ 959423 h 1353225"/>
                  <a:gd name="connsiteX7" fmla="*/ 0 w 3483429"/>
                  <a:gd name="connsiteY7" fmla="*/ 537028 h 1353225"/>
                  <a:gd name="connsiteX0" fmla="*/ 0 w 3744686"/>
                  <a:gd name="connsiteY0" fmla="*/ 537028 h 1353225"/>
                  <a:gd name="connsiteX1" fmla="*/ 2931886 w 3744686"/>
                  <a:gd name="connsiteY1" fmla="*/ 0 h 1353225"/>
                  <a:gd name="connsiteX2" fmla="*/ 3744686 w 3744686"/>
                  <a:gd name="connsiteY2" fmla="*/ 596565 h 1353225"/>
                  <a:gd name="connsiteX3" fmla="*/ 3483429 w 3744686"/>
                  <a:gd name="connsiteY3" fmla="*/ 1220680 h 1353225"/>
                  <a:gd name="connsiteX4" fmla="*/ 2772228 w 3744686"/>
                  <a:gd name="connsiteY4" fmla="*/ 1336794 h 1353225"/>
                  <a:gd name="connsiteX5" fmla="*/ 2090057 w 3744686"/>
                  <a:gd name="connsiteY5" fmla="*/ 1307766 h 1353225"/>
                  <a:gd name="connsiteX6" fmla="*/ 1291772 w 3744686"/>
                  <a:gd name="connsiteY6" fmla="*/ 1235195 h 1353225"/>
                  <a:gd name="connsiteX7" fmla="*/ 391886 w 3744686"/>
                  <a:gd name="connsiteY7" fmla="*/ 959423 h 1353225"/>
                  <a:gd name="connsiteX8" fmla="*/ 0 w 3744686"/>
                  <a:gd name="connsiteY8" fmla="*/ 537028 h 1353225"/>
                  <a:gd name="connsiteX0" fmla="*/ 0 w 3744686"/>
                  <a:gd name="connsiteY0" fmla="*/ 537028 h 1353225"/>
                  <a:gd name="connsiteX1" fmla="*/ 1857829 w 3744686"/>
                  <a:gd name="connsiteY1" fmla="*/ 0 h 1353225"/>
                  <a:gd name="connsiteX2" fmla="*/ 3744686 w 3744686"/>
                  <a:gd name="connsiteY2" fmla="*/ 596565 h 1353225"/>
                  <a:gd name="connsiteX3" fmla="*/ 3483429 w 3744686"/>
                  <a:gd name="connsiteY3" fmla="*/ 1220680 h 1353225"/>
                  <a:gd name="connsiteX4" fmla="*/ 2772228 w 3744686"/>
                  <a:gd name="connsiteY4" fmla="*/ 1336794 h 1353225"/>
                  <a:gd name="connsiteX5" fmla="*/ 2090057 w 3744686"/>
                  <a:gd name="connsiteY5" fmla="*/ 1307766 h 1353225"/>
                  <a:gd name="connsiteX6" fmla="*/ 1291772 w 3744686"/>
                  <a:gd name="connsiteY6" fmla="*/ 1235195 h 1353225"/>
                  <a:gd name="connsiteX7" fmla="*/ 391886 w 3744686"/>
                  <a:gd name="connsiteY7" fmla="*/ 959423 h 1353225"/>
                  <a:gd name="connsiteX8" fmla="*/ 0 w 3744686"/>
                  <a:gd name="connsiteY8" fmla="*/ 537028 h 1353225"/>
                  <a:gd name="connsiteX0" fmla="*/ 0 w 3744686"/>
                  <a:gd name="connsiteY0" fmla="*/ 493485 h 1309682"/>
                  <a:gd name="connsiteX1" fmla="*/ 2002972 w 3744686"/>
                  <a:gd name="connsiteY1" fmla="*/ 0 h 1309682"/>
                  <a:gd name="connsiteX2" fmla="*/ 3744686 w 3744686"/>
                  <a:gd name="connsiteY2" fmla="*/ 553022 h 1309682"/>
                  <a:gd name="connsiteX3" fmla="*/ 3483429 w 3744686"/>
                  <a:gd name="connsiteY3" fmla="*/ 1177137 h 1309682"/>
                  <a:gd name="connsiteX4" fmla="*/ 2772228 w 3744686"/>
                  <a:gd name="connsiteY4" fmla="*/ 1293251 h 1309682"/>
                  <a:gd name="connsiteX5" fmla="*/ 2090057 w 3744686"/>
                  <a:gd name="connsiteY5" fmla="*/ 1264223 h 1309682"/>
                  <a:gd name="connsiteX6" fmla="*/ 1291772 w 3744686"/>
                  <a:gd name="connsiteY6" fmla="*/ 1191652 h 1309682"/>
                  <a:gd name="connsiteX7" fmla="*/ 391886 w 3744686"/>
                  <a:gd name="connsiteY7" fmla="*/ 915880 h 1309682"/>
                  <a:gd name="connsiteX8" fmla="*/ 0 w 3744686"/>
                  <a:gd name="connsiteY8" fmla="*/ 493485 h 1309682"/>
                  <a:gd name="connsiteX0" fmla="*/ 0 w 3744686"/>
                  <a:gd name="connsiteY0" fmla="*/ 541836 h 1358033"/>
                  <a:gd name="connsiteX1" fmla="*/ 2002972 w 3744686"/>
                  <a:gd name="connsiteY1" fmla="*/ 48351 h 1358033"/>
                  <a:gd name="connsiteX2" fmla="*/ 3744686 w 3744686"/>
                  <a:gd name="connsiteY2" fmla="*/ 601373 h 1358033"/>
                  <a:gd name="connsiteX3" fmla="*/ 3483429 w 3744686"/>
                  <a:gd name="connsiteY3" fmla="*/ 1225488 h 1358033"/>
                  <a:gd name="connsiteX4" fmla="*/ 2772228 w 3744686"/>
                  <a:gd name="connsiteY4" fmla="*/ 1341602 h 1358033"/>
                  <a:gd name="connsiteX5" fmla="*/ 2090057 w 3744686"/>
                  <a:gd name="connsiteY5" fmla="*/ 1312574 h 1358033"/>
                  <a:gd name="connsiteX6" fmla="*/ 1291772 w 3744686"/>
                  <a:gd name="connsiteY6" fmla="*/ 1240003 h 1358033"/>
                  <a:gd name="connsiteX7" fmla="*/ 391886 w 3744686"/>
                  <a:gd name="connsiteY7" fmla="*/ 964231 h 1358033"/>
                  <a:gd name="connsiteX8" fmla="*/ 0 w 3744686"/>
                  <a:gd name="connsiteY8" fmla="*/ 541836 h 1358033"/>
                  <a:gd name="connsiteX0" fmla="*/ 0 w 3686629"/>
                  <a:gd name="connsiteY0" fmla="*/ 540097 h 1356294"/>
                  <a:gd name="connsiteX1" fmla="*/ 2002972 w 3686629"/>
                  <a:gd name="connsiteY1" fmla="*/ 46612 h 1356294"/>
                  <a:gd name="connsiteX2" fmla="*/ 3686629 w 3686629"/>
                  <a:gd name="connsiteY2" fmla="*/ 628662 h 1356294"/>
                  <a:gd name="connsiteX3" fmla="*/ 3483429 w 3686629"/>
                  <a:gd name="connsiteY3" fmla="*/ 1223749 h 1356294"/>
                  <a:gd name="connsiteX4" fmla="*/ 2772228 w 3686629"/>
                  <a:gd name="connsiteY4" fmla="*/ 1339863 h 1356294"/>
                  <a:gd name="connsiteX5" fmla="*/ 2090057 w 3686629"/>
                  <a:gd name="connsiteY5" fmla="*/ 1310835 h 1356294"/>
                  <a:gd name="connsiteX6" fmla="*/ 1291772 w 3686629"/>
                  <a:gd name="connsiteY6" fmla="*/ 1238264 h 1356294"/>
                  <a:gd name="connsiteX7" fmla="*/ 391886 w 3686629"/>
                  <a:gd name="connsiteY7" fmla="*/ 962492 h 1356294"/>
                  <a:gd name="connsiteX8" fmla="*/ 0 w 3686629"/>
                  <a:gd name="connsiteY8" fmla="*/ 540097 h 1356294"/>
                  <a:gd name="connsiteX0" fmla="*/ 0 w 3686629"/>
                  <a:gd name="connsiteY0" fmla="*/ 629706 h 1445903"/>
                  <a:gd name="connsiteX1" fmla="*/ 2002972 w 3686629"/>
                  <a:gd name="connsiteY1" fmla="*/ 136221 h 1445903"/>
                  <a:gd name="connsiteX2" fmla="*/ 3686629 w 3686629"/>
                  <a:gd name="connsiteY2" fmla="*/ 718271 h 1445903"/>
                  <a:gd name="connsiteX3" fmla="*/ 3483429 w 3686629"/>
                  <a:gd name="connsiteY3" fmla="*/ 1313358 h 1445903"/>
                  <a:gd name="connsiteX4" fmla="*/ 2772228 w 3686629"/>
                  <a:gd name="connsiteY4" fmla="*/ 1429472 h 1445903"/>
                  <a:gd name="connsiteX5" fmla="*/ 2090057 w 3686629"/>
                  <a:gd name="connsiteY5" fmla="*/ 1400444 h 1445903"/>
                  <a:gd name="connsiteX6" fmla="*/ 1291772 w 3686629"/>
                  <a:gd name="connsiteY6" fmla="*/ 1327873 h 1445903"/>
                  <a:gd name="connsiteX7" fmla="*/ 391886 w 3686629"/>
                  <a:gd name="connsiteY7" fmla="*/ 1052101 h 1445903"/>
                  <a:gd name="connsiteX8" fmla="*/ 0 w 3686629"/>
                  <a:gd name="connsiteY8" fmla="*/ 629706 h 1445903"/>
                  <a:gd name="connsiteX0" fmla="*/ 0 w 3686629"/>
                  <a:gd name="connsiteY0" fmla="*/ 621998 h 1438195"/>
                  <a:gd name="connsiteX1" fmla="*/ 2002972 w 3686629"/>
                  <a:gd name="connsiteY1" fmla="*/ 128513 h 1438195"/>
                  <a:gd name="connsiteX2" fmla="*/ 3686629 w 3686629"/>
                  <a:gd name="connsiteY2" fmla="*/ 710563 h 1438195"/>
                  <a:gd name="connsiteX3" fmla="*/ 3483429 w 3686629"/>
                  <a:gd name="connsiteY3" fmla="*/ 1305650 h 1438195"/>
                  <a:gd name="connsiteX4" fmla="*/ 2772228 w 3686629"/>
                  <a:gd name="connsiteY4" fmla="*/ 1421764 h 1438195"/>
                  <a:gd name="connsiteX5" fmla="*/ 2090057 w 3686629"/>
                  <a:gd name="connsiteY5" fmla="*/ 1392736 h 1438195"/>
                  <a:gd name="connsiteX6" fmla="*/ 1291772 w 3686629"/>
                  <a:gd name="connsiteY6" fmla="*/ 1320165 h 1438195"/>
                  <a:gd name="connsiteX7" fmla="*/ 391886 w 3686629"/>
                  <a:gd name="connsiteY7" fmla="*/ 1044393 h 1438195"/>
                  <a:gd name="connsiteX8" fmla="*/ 0 w 3686629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43262"/>
                  <a:gd name="connsiteX1" fmla="*/ 2009953 w 3693610"/>
                  <a:gd name="connsiteY1" fmla="*/ 128513 h 1443262"/>
                  <a:gd name="connsiteX2" fmla="*/ 3693610 w 3693610"/>
                  <a:gd name="connsiteY2" fmla="*/ 710563 h 1443262"/>
                  <a:gd name="connsiteX3" fmla="*/ 3490410 w 3693610"/>
                  <a:gd name="connsiteY3" fmla="*/ 1305650 h 1443262"/>
                  <a:gd name="connsiteX4" fmla="*/ 2779209 w 3693610"/>
                  <a:gd name="connsiteY4" fmla="*/ 1421764 h 1443262"/>
                  <a:gd name="connsiteX5" fmla="*/ 2097038 w 3693610"/>
                  <a:gd name="connsiteY5" fmla="*/ 1392736 h 1443262"/>
                  <a:gd name="connsiteX6" fmla="*/ 1298753 w 3693610"/>
                  <a:gd name="connsiteY6" fmla="*/ 1320165 h 1443262"/>
                  <a:gd name="connsiteX7" fmla="*/ 398867 w 3693610"/>
                  <a:gd name="connsiteY7" fmla="*/ 1044393 h 1443262"/>
                  <a:gd name="connsiteX8" fmla="*/ 6981 w 3693610"/>
                  <a:gd name="connsiteY8" fmla="*/ 621998 h 1443262"/>
                  <a:gd name="connsiteX0" fmla="*/ 6981 w 3693610"/>
                  <a:gd name="connsiteY0" fmla="*/ 621998 h 1504614"/>
                  <a:gd name="connsiteX1" fmla="*/ 2009953 w 3693610"/>
                  <a:gd name="connsiteY1" fmla="*/ 128513 h 1504614"/>
                  <a:gd name="connsiteX2" fmla="*/ 3693610 w 3693610"/>
                  <a:gd name="connsiteY2" fmla="*/ 710563 h 1504614"/>
                  <a:gd name="connsiteX3" fmla="*/ 3490410 w 3693610"/>
                  <a:gd name="connsiteY3" fmla="*/ 1305650 h 1504614"/>
                  <a:gd name="connsiteX4" fmla="*/ 2779209 w 3693610"/>
                  <a:gd name="connsiteY4" fmla="*/ 1421764 h 1504614"/>
                  <a:gd name="connsiteX5" fmla="*/ 2097038 w 3693610"/>
                  <a:gd name="connsiteY5" fmla="*/ 1392736 h 1504614"/>
                  <a:gd name="connsiteX6" fmla="*/ 1298753 w 3693610"/>
                  <a:gd name="connsiteY6" fmla="*/ 1320165 h 1504614"/>
                  <a:gd name="connsiteX7" fmla="*/ 398867 w 3693610"/>
                  <a:gd name="connsiteY7" fmla="*/ 1044393 h 1504614"/>
                  <a:gd name="connsiteX8" fmla="*/ 6981 w 3693610"/>
                  <a:gd name="connsiteY8" fmla="*/ 621998 h 1504614"/>
                  <a:gd name="connsiteX0" fmla="*/ 6981 w 3693610"/>
                  <a:gd name="connsiteY0" fmla="*/ 621998 h 1504614"/>
                  <a:gd name="connsiteX1" fmla="*/ 2009953 w 3693610"/>
                  <a:gd name="connsiteY1" fmla="*/ 128513 h 1504614"/>
                  <a:gd name="connsiteX2" fmla="*/ 3693610 w 3693610"/>
                  <a:gd name="connsiteY2" fmla="*/ 710563 h 1504614"/>
                  <a:gd name="connsiteX3" fmla="*/ 3432353 w 3693610"/>
                  <a:gd name="connsiteY3" fmla="*/ 1305650 h 1504614"/>
                  <a:gd name="connsiteX4" fmla="*/ 2779209 w 3693610"/>
                  <a:gd name="connsiteY4" fmla="*/ 1421764 h 1504614"/>
                  <a:gd name="connsiteX5" fmla="*/ 2097038 w 3693610"/>
                  <a:gd name="connsiteY5" fmla="*/ 1392736 h 1504614"/>
                  <a:gd name="connsiteX6" fmla="*/ 1298753 w 3693610"/>
                  <a:gd name="connsiteY6" fmla="*/ 1320165 h 1504614"/>
                  <a:gd name="connsiteX7" fmla="*/ 398867 w 3693610"/>
                  <a:gd name="connsiteY7" fmla="*/ 1044393 h 1504614"/>
                  <a:gd name="connsiteX8" fmla="*/ 6981 w 3693610"/>
                  <a:gd name="connsiteY8" fmla="*/ 621998 h 1504614"/>
                  <a:gd name="connsiteX0" fmla="*/ 6981 w 3693610"/>
                  <a:gd name="connsiteY0" fmla="*/ 621998 h 1509710"/>
                  <a:gd name="connsiteX1" fmla="*/ 2009953 w 3693610"/>
                  <a:gd name="connsiteY1" fmla="*/ 128513 h 1509710"/>
                  <a:gd name="connsiteX2" fmla="*/ 3693610 w 3693610"/>
                  <a:gd name="connsiteY2" fmla="*/ 710563 h 1509710"/>
                  <a:gd name="connsiteX3" fmla="*/ 3432353 w 3693610"/>
                  <a:gd name="connsiteY3" fmla="*/ 1305650 h 1509710"/>
                  <a:gd name="connsiteX4" fmla="*/ 2779209 w 3693610"/>
                  <a:gd name="connsiteY4" fmla="*/ 1421764 h 1509710"/>
                  <a:gd name="connsiteX5" fmla="*/ 2097038 w 3693610"/>
                  <a:gd name="connsiteY5" fmla="*/ 1392736 h 1509710"/>
                  <a:gd name="connsiteX6" fmla="*/ 1298753 w 3693610"/>
                  <a:gd name="connsiteY6" fmla="*/ 1320165 h 1509710"/>
                  <a:gd name="connsiteX7" fmla="*/ 398867 w 3693610"/>
                  <a:gd name="connsiteY7" fmla="*/ 1044393 h 1509710"/>
                  <a:gd name="connsiteX8" fmla="*/ 6981 w 3693610"/>
                  <a:gd name="connsiteY8" fmla="*/ 621998 h 1509710"/>
                  <a:gd name="connsiteX0" fmla="*/ 6981 w 3693610"/>
                  <a:gd name="connsiteY0" fmla="*/ 621998 h 1532587"/>
                  <a:gd name="connsiteX1" fmla="*/ 2009953 w 3693610"/>
                  <a:gd name="connsiteY1" fmla="*/ 128513 h 1532587"/>
                  <a:gd name="connsiteX2" fmla="*/ 3693610 w 3693610"/>
                  <a:gd name="connsiteY2" fmla="*/ 710563 h 1532587"/>
                  <a:gd name="connsiteX3" fmla="*/ 3432353 w 3693610"/>
                  <a:gd name="connsiteY3" fmla="*/ 1305650 h 1532587"/>
                  <a:gd name="connsiteX4" fmla="*/ 2779209 w 3693610"/>
                  <a:gd name="connsiteY4" fmla="*/ 1421764 h 1532587"/>
                  <a:gd name="connsiteX5" fmla="*/ 2097038 w 3693610"/>
                  <a:gd name="connsiteY5" fmla="*/ 1392736 h 1532587"/>
                  <a:gd name="connsiteX6" fmla="*/ 1298753 w 3693610"/>
                  <a:gd name="connsiteY6" fmla="*/ 1320165 h 1532587"/>
                  <a:gd name="connsiteX7" fmla="*/ 398867 w 3693610"/>
                  <a:gd name="connsiteY7" fmla="*/ 1044393 h 1532587"/>
                  <a:gd name="connsiteX8" fmla="*/ 6981 w 3693610"/>
                  <a:gd name="connsiteY8" fmla="*/ 621998 h 1532587"/>
                  <a:gd name="connsiteX0" fmla="*/ 6981 w 3757627"/>
                  <a:gd name="connsiteY0" fmla="*/ 621998 h 1532587"/>
                  <a:gd name="connsiteX1" fmla="*/ 2009953 w 3757627"/>
                  <a:gd name="connsiteY1" fmla="*/ 128513 h 1532587"/>
                  <a:gd name="connsiteX2" fmla="*/ 3693610 w 3757627"/>
                  <a:gd name="connsiteY2" fmla="*/ 710563 h 1532587"/>
                  <a:gd name="connsiteX3" fmla="*/ 3432353 w 3757627"/>
                  <a:gd name="connsiteY3" fmla="*/ 1305650 h 1532587"/>
                  <a:gd name="connsiteX4" fmla="*/ 2779209 w 3757627"/>
                  <a:gd name="connsiteY4" fmla="*/ 1421764 h 1532587"/>
                  <a:gd name="connsiteX5" fmla="*/ 2097038 w 3757627"/>
                  <a:gd name="connsiteY5" fmla="*/ 1392736 h 1532587"/>
                  <a:gd name="connsiteX6" fmla="*/ 1298753 w 3757627"/>
                  <a:gd name="connsiteY6" fmla="*/ 1320165 h 1532587"/>
                  <a:gd name="connsiteX7" fmla="*/ 398867 w 3757627"/>
                  <a:gd name="connsiteY7" fmla="*/ 1044393 h 1532587"/>
                  <a:gd name="connsiteX8" fmla="*/ 6981 w 3757627"/>
                  <a:gd name="connsiteY8" fmla="*/ 621998 h 1532587"/>
                  <a:gd name="connsiteX0" fmla="*/ 8268 w 3701764"/>
                  <a:gd name="connsiteY0" fmla="*/ 568790 h 1539534"/>
                  <a:gd name="connsiteX1" fmla="*/ 1954090 w 3701764"/>
                  <a:gd name="connsiteY1" fmla="*/ 135460 h 1539534"/>
                  <a:gd name="connsiteX2" fmla="*/ 3637747 w 3701764"/>
                  <a:gd name="connsiteY2" fmla="*/ 717510 h 1539534"/>
                  <a:gd name="connsiteX3" fmla="*/ 3376490 w 3701764"/>
                  <a:gd name="connsiteY3" fmla="*/ 1312597 h 1539534"/>
                  <a:gd name="connsiteX4" fmla="*/ 2723346 w 3701764"/>
                  <a:gd name="connsiteY4" fmla="*/ 1428711 h 1539534"/>
                  <a:gd name="connsiteX5" fmla="*/ 2041175 w 3701764"/>
                  <a:gd name="connsiteY5" fmla="*/ 1399683 h 1539534"/>
                  <a:gd name="connsiteX6" fmla="*/ 1242890 w 3701764"/>
                  <a:gd name="connsiteY6" fmla="*/ 1327112 h 1539534"/>
                  <a:gd name="connsiteX7" fmla="*/ 343004 w 3701764"/>
                  <a:gd name="connsiteY7" fmla="*/ 1051340 h 1539534"/>
                  <a:gd name="connsiteX8" fmla="*/ 8268 w 3701764"/>
                  <a:gd name="connsiteY8" fmla="*/ 568790 h 1539534"/>
                  <a:gd name="connsiteX0" fmla="*/ 27736 w 3721232"/>
                  <a:gd name="connsiteY0" fmla="*/ 568790 h 1539534"/>
                  <a:gd name="connsiteX1" fmla="*/ 1973558 w 3721232"/>
                  <a:gd name="connsiteY1" fmla="*/ 135460 h 1539534"/>
                  <a:gd name="connsiteX2" fmla="*/ 3657215 w 3721232"/>
                  <a:gd name="connsiteY2" fmla="*/ 717510 h 1539534"/>
                  <a:gd name="connsiteX3" fmla="*/ 3395958 w 3721232"/>
                  <a:gd name="connsiteY3" fmla="*/ 1312597 h 1539534"/>
                  <a:gd name="connsiteX4" fmla="*/ 2742814 w 3721232"/>
                  <a:gd name="connsiteY4" fmla="*/ 1428711 h 1539534"/>
                  <a:gd name="connsiteX5" fmla="*/ 2060643 w 3721232"/>
                  <a:gd name="connsiteY5" fmla="*/ 1399683 h 1539534"/>
                  <a:gd name="connsiteX6" fmla="*/ 1262358 w 3721232"/>
                  <a:gd name="connsiteY6" fmla="*/ 1327112 h 1539534"/>
                  <a:gd name="connsiteX7" fmla="*/ 362472 w 3721232"/>
                  <a:gd name="connsiteY7" fmla="*/ 1051340 h 1539534"/>
                  <a:gd name="connsiteX8" fmla="*/ 27736 w 3721232"/>
                  <a:gd name="connsiteY8" fmla="*/ 568790 h 1539534"/>
                  <a:gd name="connsiteX0" fmla="*/ 27169 w 3720665"/>
                  <a:gd name="connsiteY0" fmla="*/ 568790 h 1539534"/>
                  <a:gd name="connsiteX1" fmla="*/ 1972991 w 3720665"/>
                  <a:gd name="connsiteY1" fmla="*/ 135460 h 1539534"/>
                  <a:gd name="connsiteX2" fmla="*/ 3656648 w 3720665"/>
                  <a:gd name="connsiteY2" fmla="*/ 717510 h 1539534"/>
                  <a:gd name="connsiteX3" fmla="*/ 3395391 w 3720665"/>
                  <a:gd name="connsiteY3" fmla="*/ 1312597 h 1539534"/>
                  <a:gd name="connsiteX4" fmla="*/ 2742247 w 3720665"/>
                  <a:gd name="connsiteY4" fmla="*/ 1428711 h 1539534"/>
                  <a:gd name="connsiteX5" fmla="*/ 2060076 w 3720665"/>
                  <a:gd name="connsiteY5" fmla="*/ 1399683 h 1539534"/>
                  <a:gd name="connsiteX6" fmla="*/ 1261791 w 3720665"/>
                  <a:gd name="connsiteY6" fmla="*/ 1327112 h 1539534"/>
                  <a:gd name="connsiteX7" fmla="*/ 361905 w 3720665"/>
                  <a:gd name="connsiteY7" fmla="*/ 1051340 h 1539534"/>
                  <a:gd name="connsiteX8" fmla="*/ 27169 w 3720665"/>
                  <a:gd name="connsiteY8" fmla="*/ 568790 h 1539534"/>
                  <a:gd name="connsiteX0" fmla="*/ 27736 w 3721232"/>
                  <a:gd name="connsiteY0" fmla="*/ 568790 h 1539534"/>
                  <a:gd name="connsiteX1" fmla="*/ 1973558 w 3721232"/>
                  <a:gd name="connsiteY1" fmla="*/ 135460 h 1539534"/>
                  <a:gd name="connsiteX2" fmla="*/ 3657215 w 3721232"/>
                  <a:gd name="connsiteY2" fmla="*/ 717510 h 1539534"/>
                  <a:gd name="connsiteX3" fmla="*/ 3395958 w 3721232"/>
                  <a:gd name="connsiteY3" fmla="*/ 1312597 h 1539534"/>
                  <a:gd name="connsiteX4" fmla="*/ 2742814 w 3721232"/>
                  <a:gd name="connsiteY4" fmla="*/ 1428711 h 1539534"/>
                  <a:gd name="connsiteX5" fmla="*/ 2060643 w 3721232"/>
                  <a:gd name="connsiteY5" fmla="*/ 1399683 h 1539534"/>
                  <a:gd name="connsiteX6" fmla="*/ 1262358 w 3721232"/>
                  <a:gd name="connsiteY6" fmla="*/ 1327112 h 1539534"/>
                  <a:gd name="connsiteX7" fmla="*/ 362472 w 3721232"/>
                  <a:gd name="connsiteY7" fmla="*/ 1051340 h 1539534"/>
                  <a:gd name="connsiteX8" fmla="*/ 27736 w 3721232"/>
                  <a:gd name="connsiteY8" fmla="*/ 568790 h 1539534"/>
                  <a:gd name="connsiteX0" fmla="*/ 27736 w 3716211"/>
                  <a:gd name="connsiteY0" fmla="*/ 568790 h 1539534"/>
                  <a:gd name="connsiteX1" fmla="*/ 1973558 w 3716211"/>
                  <a:gd name="connsiteY1" fmla="*/ 135460 h 1539534"/>
                  <a:gd name="connsiteX2" fmla="*/ 3644526 w 3716211"/>
                  <a:gd name="connsiteY2" fmla="*/ 680552 h 1539534"/>
                  <a:gd name="connsiteX3" fmla="*/ 3395958 w 3716211"/>
                  <a:gd name="connsiteY3" fmla="*/ 1312597 h 1539534"/>
                  <a:gd name="connsiteX4" fmla="*/ 2742814 w 3716211"/>
                  <a:gd name="connsiteY4" fmla="*/ 1428711 h 1539534"/>
                  <a:gd name="connsiteX5" fmla="*/ 2060643 w 3716211"/>
                  <a:gd name="connsiteY5" fmla="*/ 1399683 h 1539534"/>
                  <a:gd name="connsiteX6" fmla="*/ 1262358 w 3716211"/>
                  <a:gd name="connsiteY6" fmla="*/ 1327112 h 1539534"/>
                  <a:gd name="connsiteX7" fmla="*/ 362472 w 3716211"/>
                  <a:gd name="connsiteY7" fmla="*/ 1051340 h 1539534"/>
                  <a:gd name="connsiteX8" fmla="*/ 27736 w 3716211"/>
                  <a:gd name="connsiteY8" fmla="*/ 568790 h 1539534"/>
                  <a:gd name="connsiteX0" fmla="*/ 27736 w 3754299"/>
                  <a:gd name="connsiteY0" fmla="*/ 568790 h 1539534"/>
                  <a:gd name="connsiteX1" fmla="*/ 1973558 w 3754299"/>
                  <a:gd name="connsiteY1" fmla="*/ 135460 h 1539534"/>
                  <a:gd name="connsiteX2" fmla="*/ 3644526 w 3754299"/>
                  <a:gd name="connsiteY2" fmla="*/ 680552 h 1539534"/>
                  <a:gd name="connsiteX3" fmla="*/ 3395958 w 3754299"/>
                  <a:gd name="connsiteY3" fmla="*/ 1312597 h 1539534"/>
                  <a:gd name="connsiteX4" fmla="*/ 2742814 w 3754299"/>
                  <a:gd name="connsiteY4" fmla="*/ 1428711 h 1539534"/>
                  <a:gd name="connsiteX5" fmla="*/ 2060643 w 3754299"/>
                  <a:gd name="connsiteY5" fmla="*/ 1399683 h 1539534"/>
                  <a:gd name="connsiteX6" fmla="*/ 1262358 w 3754299"/>
                  <a:gd name="connsiteY6" fmla="*/ 1327112 h 1539534"/>
                  <a:gd name="connsiteX7" fmla="*/ 362472 w 3754299"/>
                  <a:gd name="connsiteY7" fmla="*/ 1051340 h 1539534"/>
                  <a:gd name="connsiteX8" fmla="*/ 27736 w 3754299"/>
                  <a:gd name="connsiteY8" fmla="*/ 568790 h 1539534"/>
                  <a:gd name="connsiteX0" fmla="*/ 27736 w 3727397"/>
                  <a:gd name="connsiteY0" fmla="*/ 568790 h 1539534"/>
                  <a:gd name="connsiteX1" fmla="*/ 1973558 w 3727397"/>
                  <a:gd name="connsiteY1" fmla="*/ 135460 h 1539534"/>
                  <a:gd name="connsiteX2" fmla="*/ 3644526 w 3727397"/>
                  <a:gd name="connsiteY2" fmla="*/ 680552 h 1539534"/>
                  <a:gd name="connsiteX3" fmla="*/ 3395958 w 3727397"/>
                  <a:gd name="connsiteY3" fmla="*/ 1312597 h 1539534"/>
                  <a:gd name="connsiteX4" fmla="*/ 2742814 w 3727397"/>
                  <a:gd name="connsiteY4" fmla="*/ 1428711 h 1539534"/>
                  <a:gd name="connsiteX5" fmla="*/ 2060643 w 3727397"/>
                  <a:gd name="connsiteY5" fmla="*/ 1399683 h 1539534"/>
                  <a:gd name="connsiteX6" fmla="*/ 1262358 w 3727397"/>
                  <a:gd name="connsiteY6" fmla="*/ 1327112 h 1539534"/>
                  <a:gd name="connsiteX7" fmla="*/ 362472 w 3727397"/>
                  <a:gd name="connsiteY7" fmla="*/ 1051340 h 1539534"/>
                  <a:gd name="connsiteX8" fmla="*/ 27736 w 3727397"/>
                  <a:gd name="connsiteY8" fmla="*/ 568790 h 1539534"/>
                  <a:gd name="connsiteX0" fmla="*/ 27736 w 3727397"/>
                  <a:gd name="connsiteY0" fmla="*/ 568790 h 1511561"/>
                  <a:gd name="connsiteX1" fmla="*/ 1973558 w 3727397"/>
                  <a:gd name="connsiteY1" fmla="*/ 135460 h 1511561"/>
                  <a:gd name="connsiteX2" fmla="*/ 3644526 w 3727397"/>
                  <a:gd name="connsiteY2" fmla="*/ 680552 h 1511561"/>
                  <a:gd name="connsiteX3" fmla="*/ 3395958 w 3727397"/>
                  <a:gd name="connsiteY3" fmla="*/ 1312597 h 1511561"/>
                  <a:gd name="connsiteX4" fmla="*/ 2742814 w 3727397"/>
                  <a:gd name="connsiteY4" fmla="*/ 1428711 h 1511561"/>
                  <a:gd name="connsiteX5" fmla="*/ 2060643 w 3727397"/>
                  <a:gd name="connsiteY5" fmla="*/ 1399683 h 1511561"/>
                  <a:gd name="connsiteX6" fmla="*/ 1262358 w 3727397"/>
                  <a:gd name="connsiteY6" fmla="*/ 1327112 h 1511561"/>
                  <a:gd name="connsiteX7" fmla="*/ 362472 w 3727397"/>
                  <a:gd name="connsiteY7" fmla="*/ 1051340 h 1511561"/>
                  <a:gd name="connsiteX8" fmla="*/ 27736 w 3727397"/>
                  <a:gd name="connsiteY8" fmla="*/ 568790 h 1511561"/>
                  <a:gd name="connsiteX0" fmla="*/ 27736 w 3727397"/>
                  <a:gd name="connsiteY0" fmla="*/ 562857 h 1505628"/>
                  <a:gd name="connsiteX1" fmla="*/ 1973558 w 3727397"/>
                  <a:gd name="connsiteY1" fmla="*/ 129527 h 1505628"/>
                  <a:gd name="connsiteX2" fmla="*/ 3644526 w 3727397"/>
                  <a:gd name="connsiteY2" fmla="*/ 674619 h 1505628"/>
                  <a:gd name="connsiteX3" fmla="*/ 3395958 w 3727397"/>
                  <a:gd name="connsiteY3" fmla="*/ 1306664 h 1505628"/>
                  <a:gd name="connsiteX4" fmla="*/ 2742814 w 3727397"/>
                  <a:gd name="connsiteY4" fmla="*/ 1422778 h 1505628"/>
                  <a:gd name="connsiteX5" fmla="*/ 2060643 w 3727397"/>
                  <a:gd name="connsiteY5" fmla="*/ 1393750 h 1505628"/>
                  <a:gd name="connsiteX6" fmla="*/ 1262358 w 3727397"/>
                  <a:gd name="connsiteY6" fmla="*/ 1321179 h 1505628"/>
                  <a:gd name="connsiteX7" fmla="*/ 362472 w 3727397"/>
                  <a:gd name="connsiteY7" fmla="*/ 1045407 h 1505628"/>
                  <a:gd name="connsiteX8" fmla="*/ 27736 w 3727397"/>
                  <a:gd name="connsiteY8" fmla="*/ 562857 h 1505628"/>
                  <a:gd name="connsiteX0" fmla="*/ 27736 w 3727397"/>
                  <a:gd name="connsiteY0" fmla="*/ 464319 h 1407090"/>
                  <a:gd name="connsiteX1" fmla="*/ 1967199 w 3727397"/>
                  <a:gd name="connsiteY1" fmla="*/ 143452 h 1407090"/>
                  <a:gd name="connsiteX2" fmla="*/ 3644526 w 3727397"/>
                  <a:gd name="connsiteY2" fmla="*/ 576081 h 1407090"/>
                  <a:gd name="connsiteX3" fmla="*/ 3395958 w 3727397"/>
                  <a:gd name="connsiteY3" fmla="*/ 1208126 h 1407090"/>
                  <a:gd name="connsiteX4" fmla="*/ 2742814 w 3727397"/>
                  <a:gd name="connsiteY4" fmla="*/ 1324240 h 1407090"/>
                  <a:gd name="connsiteX5" fmla="*/ 2060643 w 3727397"/>
                  <a:gd name="connsiteY5" fmla="*/ 1295212 h 1407090"/>
                  <a:gd name="connsiteX6" fmla="*/ 1262358 w 3727397"/>
                  <a:gd name="connsiteY6" fmla="*/ 1222641 h 1407090"/>
                  <a:gd name="connsiteX7" fmla="*/ 362472 w 3727397"/>
                  <a:gd name="connsiteY7" fmla="*/ 946869 h 1407090"/>
                  <a:gd name="connsiteX8" fmla="*/ 27736 w 3727397"/>
                  <a:gd name="connsiteY8" fmla="*/ 464319 h 1407090"/>
                  <a:gd name="connsiteX0" fmla="*/ 27736 w 3727397"/>
                  <a:gd name="connsiteY0" fmla="*/ 464319 h 1407090"/>
                  <a:gd name="connsiteX1" fmla="*/ 1967199 w 3727397"/>
                  <a:gd name="connsiteY1" fmla="*/ 143452 h 1407090"/>
                  <a:gd name="connsiteX2" fmla="*/ 3644526 w 3727397"/>
                  <a:gd name="connsiteY2" fmla="*/ 576081 h 1407090"/>
                  <a:gd name="connsiteX3" fmla="*/ 3395958 w 3727397"/>
                  <a:gd name="connsiteY3" fmla="*/ 1208126 h 1407090"/>
                  <a:gd name="connsiteX4" fmla="*/ 2742814 w 3727397"/>
                  <a:gd name="connsiteY4" fmla="*/ 1324240 h 1407090"/>
                  <a:gd name="connsiteX5" fmla="*/ 2060643 w 3727397"/>
                  <a:gd name="connsiteY5" fmla="*/ 1295212 h 1407090"/>
                  <a:gd name="connsiteX6" fmla="*/ 1262358 w 3727397"/>
                  <a:gd name="connsiteY6" fmla="*/ 1222641 h 1407090"/>
                  <a:gd name="connsiteX7" fmla="*/ 362472 w 3727397"/>
                  <a:gd name="connsiteY7" fmla="*/ 946869 h 1407090"/>
                  <a:gd name="connsiteX8" fmla="*/ 27736 w 3727397"/>
                  <a:gd name="connsiteY8" fmla="*/ 464319 h 1407090"/>
                  <a:gd name="connsiteX0" fmla="*/ 27736 w 3727397"/>
                  <a:gd name="connsiteY0" fmla="*/ 504229 h 1447000"/>
                  <a:gd name="connsiteX1" fmla="*/ 1967199 w 3727397"/>
                  <a:gd name="connsiteY1" fmla="*/ 183362 h 1447000"/>
                  <a:gd name="connsiteX2" fmla="*/ 3644526 w 3727397"/>
                  <a:gd name="connsiteY2" fmla="*/ 615991 h 1447000"/>
                  <a:gd name="connsiteX3" fmla="*/ 3395958 w 3727397"/>
                  <a:gd name="connsiteY3" fmla="*/ 1248036 h 1447000"/>
                  <a:gd name="connsiteX4" fmla="*/ 2742814 w 3727397"/>
                  <a:gd name="connsiteY4" fmla="*/ 1364150 h 1447000"/>
                  <a:gd name="connsiteX5" fmla="*/ 2060643 w 3727397"/>
                  <a:gd name="connsiteY5" fmla="*/ 1335122 h 1447000"/>
                  <a:gd name="connsiteX6" fmla="*/ 1262358 w 3727397"/>
                  <a:gd name="connsiteY6" fmla="*/ 1262551 h 1447000"/>
                  <a:gd name="connsiteX7" fmla="*/ 362472 w 3727397"/>
                  <a:gd name="connsiteY7" fmla="*/ 986779 h 1447000"/>
                  <a:gd name="connsiteX8" fmla="*/ 27736 w 3727397"/>
                  <a:gd name="connsiteY8" fmla="*/ 504229 h 144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27397" h="1447000">
                    <a:moveTo>
                      <a:pt x="27736" y="504229"/>
                    </a:moveTo>
                    <a:cubicBezTo>
                      <a:pt x="99130" y="467741"/>
                      <a:pt x="230948" y="-357833"/>
                      <a:pt x="1967199" y="183362"/>
                    </a:cubicBezTo>
                    <a:cubicBezTo>
                      <a:pt x="3171816" y="-123045"/>
                      <a:pt x="3562279" y="446165"/>
                      <a:pt x="3644526" y="615991"/>
                    </a:cubicBezTo>
                    <a:cubicBezTo>
                      <a:pt x="3671645" y="765077"/>
                      <a:pt x="3921253" y="1194817"/>
                      <a:pt x="3395958" y="1248036"/>
                    </a:cubicBezTo>
                    <a:cubicBezTo>
                      <a:pt x="3155837" y="1561416"/>
                      <a:pt x="2975043" y="1422207"/>
                      <a:pt x="2742814" y="1364150"/>
                    </a:cubicBezTo>
                    <a:cubicBezTo>
                      <a:pt x="2510585" y="1378664"/>
                      <a:pt x="2433177" y="1560093"/>
                      <a:pt x="2060643" y="1335122"/>
                    </a:cubicBezTo>
                    <a:cubicBezTo>
                      <a:pt x="1794548" y="1310932"/>
                      <a:pt x="1659082" y="1504456"/>
                      <a:pt x="1262358" y="1262551"/>
                    </a:cubicBezTo>
                    <a:cubicBezTo>
                      <a:pt x="1117215" y="1204494"/>
                      <a:pt x="638244" y="1596379"/>
                      <a:pt x="362472" y="986779"/>
                    </a:cubicBezTo>
                    <a:cubicBezTo>
                      <a:pt x="231843" y="892256"/>
                      <a:pt x="-96995" y="1074994"/>
                      <a:pt x="27736" y="504229"/>
                    </a:cubicBezTo>
                    <a:close/>
                  </a:path>
                </a:pathLst>
              </a:custGeom>
              <a:solidFill>
                <a:srgbClr val="FFB4C9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49FD563-9640-08E0-1796-E3804251A877}"/>
                  </a:ext>
                </a:extLst>
              </p:cNvPr>
              <p:cNvSpPr/>
              <p:nvPr/>
            </p:nvSpPr>
            <p:spPr>
              <a:xfrm>
                <a:off x="4064000" y="4359965"/>
                <a:ext cx="1565275" cy="237435"/>
              </a:xfrm>
              <a:custGeom>
                <a:avLst/>
                <a:gdLst>
                  <a:gd name="connsiteX0" fmla="*/ 0 w 1571625"/>
                  <a:gd name="connsiteY0" fmla="*/ 0 h 79375"/>
                  <a:gd name="connsiteX1" fmla="*/ 1571625 w 1571625"/>
                  <a:gd name="connsiteY1" fmla="*/ 79375 h 79375"/>
                  <a:gd name="connsiteX2" fmla="*/ 1571625 w 1571625"/>
                  <a:gd name="connsiteY2" fmla="*/ 79375 h 79375"/>
                  <a:gd name="connsiteX0" fmla="*/ 0 w 1571625"/>
                  <a:gd name="connsiteY0" fmla="*/ 0 h 225425"/>
                  <a:gd name="connsiteX1" fmla="*/ 771525 w 1571625"/>
                  <a:gd name="connsiteY1" fmla="*/ 225425 h 225425"/>
                  <a:gd name="connsiteX2" fmla="*/ 1571625 w 1571625"/>
                  <a:gd name="connsiteY2" fmla="*/ 79375 h 225425"/>
                  <a:gd name="connsiteX3" fmla="*/ 1571625 w 1571625"/>
                  <a:gd name="connsiteY3" fmla="*/ 79375 h 225425"/>
                  <a:gd name="connsiteX0" fmla="*/ 0 w 1571625"/>
                  <a:gd name="connsiteY0" fmla="*/ 0 h 225425"/>
                  <a:gd name="connsiteX1" fmla="*/ 771525 w 1571625"/>
                  <a:gd name="connsiteY1" fmla="*/ 225425 h 225425"/>
                  <a:gd name="connsiteX2" fmla="*/ 1571625 w 1571625"/>
                  <a:gd name="connsiteY2" fmla="*/ 79375 h 225425"/>
                  <a:gd name="connsiteX3" fmla="*/ 1571625 w 1571625"/>
                  <a:gd name="connsiteY3" fmla="*/ 79375 h 225425"/>
                  <a:gd name="connsiteX0" fmla="*/ 0 w 1565275"/>
                  <a:gd name="connsiteY0" fmla="*/ 0 h 209550"/>
                  <a:gd name="connsiteX1" fmla="*/ 765175 w 1565275"/>
                  <a:gd name="connsiteY1" fmla="*/ 209550 h 209550"/>
                  <a:gd name="connsiteX2" fmla="*/ 1565275 w 1565275"/>
                  <a:gd name="connsiteY2" fmla="*/ 63500 h 209550"/>
                  <a:gd name="connsiteX3" fmla="*/ 1565275 w 1565275"/>
                  <a:gd name="connsiteY3" fmla="*/ 63500 h 209550"/>
                  <a:gd name="connsiteX0" fmla="*/ 0 w 1565275"/>
                  <a:gd name="connsiteY0" fmla="*/ 27885 h 237435"/>
                  <a:gd name="connsiteX1" fmla="*/ 765175 w 1565275"/>
                  <a:gd name="connsiteY1" fmla="*/ 237435 h 237435"/>
                  <a:gd name="connsiteX2" fmla="*/ 1565275 w 1565275"/>
                  <a:gd name="connsiteY2" fmla="*/ 91385 h 237435"/>
                  <a:gd name="connsiteX3" fmla="*/ 1565275 w 1565275"/>
                  <a:gd name="connsiteY3" fmla="*/ 91385 h 237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5275" h="237435">
                    <a:moveTo>
                      <a:pt x="0" y="27885"/>
                    </a:moveTo>
                    <a:cubicBezTo>
                      <a:pt x="242358" y="-94882"/>
                      <a:pt x="506942" y="226852"/>
                      <a:pt x="765175" y="237435"/>
                    </a:cubicBezTo>
                    <a:cubicBezTo>
                      <a:pt x="1031875" y="188752"/>
                      <a:pt x="1412875" y="-47257"/>
                      <a:pt x="1565275" y="91385"/>
                    </a:cubicBezTo>
                    <a:lnTo>
                      <a:pt x="1565275" y="91385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CF2E2E7-20AD-BC7A-94FB-D59D3EF4FC03}"/>
                  </a:ext>
                </a:extLst>
              </p:cNvPr>
              <p:cNvSpPr/>
              <p:nvPr/>
            </p:nvSpPr>
            <p:spPr>
              <a:xfrm>
                <a:off x="4378325" y="4644772"/>
                <a:ext cx="911225" cy="263778"/>
              </a:xfrm>
              <a:custGeom>
                <a:avLst/>
                <a:gdLst>
                  <a:gd name="connsiteX0" fmla="*/ 0 w 911225"/>
                  <a:gd name="connsiteY0" fmla="*/ 25400 h 25400"/>
                  <a:gd name="connsiteX1" fmla="*/ 911225 w 911225"/>
                  <a:gd name="connsiteY1" fmla="*/ 0 h 25400"/>
                  <a:gd name="connsiteX2" fmla="*/ 911225 w 911225"/>
                  <a:gd name="connsiteY2" fmla="*/ 0 h 25400"/>
                  <a:gd name="connsiteX0" fmla="*/ 0 w 911225"/>
                  <a:gd name="connsiteY0" fmla="*/ 183582 h 183582"/>
                  <a:gd name="connsiteX1" fmla="*/ 911225 w 911225"/>
                  <a:gd name="connsiteY1" fmla="*/ 158182 h 183582"/>
                  <a:gd name="connsiteX2" fmla="*/ 911225 w 911225"/>
                  <a:gd name="connsiteY2" fmla="*/ 158182 h 183582"/>
                  <a:gd name="connsiteX0" fmla="*/ 0 w 911225"/>
                  <a:gd name="connsiteY0" fmla="*/ 263778 h 263778"/>
                  <a:gd name="connsiteX1" fmla="*/ 911225 w 911225"/>
                  <a:gd name="connsiteY1" fmla="*/ 238378 h 263778"/>
                  <a:gd name="connsiteX2" fmla="*/ 911225 w 911225"/>
                  <a:gd name="connsiteY2" fmla="*/ 238378 h 263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11225" h="263778">
                    <a:moveTo>
                      <a:pt x="0" y="263778"/>
                    </a:moveTo>
                    <a:cubicBezTo>
                      <a:pt x="291042" y="-138389"/>
                      <a:pt x="709083" y="-26205"/>
                      <a:pt x="911225" y="238378"/>
                    </a:cubicBezTo>
                    <a:lnTo>
                      <a:pt x="911225" y="238378"/>
                    </a:lnTo>
                  </a:path>
                </a:pathLst>
              </a:custGeom>
              <a:solidFill>
                <a:srgbClr val="FFB4C9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40AB72-EBBB-E88B-8FD4-0B78A13B2FED}"/>
                  </a:ext>
                </a:extLst>
              </p:cNvPr>
              <p:cNvSpPr/>
              <p:nvPr/>
            </p:nvSpPr>
            <p:spPr>
              <a:xfrm>
                <a:off x="4358248" y="3753051"/>
                <a:ext cx="974223" cy="974223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E3B17E1-AFD9-4188-069C-D8A2ECF79350}"/>
                  </a:ext>
                </a:extLst>
              </p:cNvPr>
              <p:cNvSpPr/>
              <p:nvPr/>
            </p:nvSpPr>
            <p:spPr>
              <a:xfrm>
                <a:off x="4534662" y="3950430"/>
                <a:ext cx="266221" cy="288235"/>
              </a:xfrm>
              <a:custGeom>
                <a:avLst/>
                <a:gdLst>
                  <a:gd name="connsiteX0" fmla="*/ 0 w 45719"/>
                  <a:gd name="connsiteY0" fmla="*/ 0 h 175097"/>
                  <a:gd name="connsiteX1" fmla="*/ 45719 w 45719"/>
                  <a:gd name="connsiteY1" fmla="*/ 0 h 175097"/>
                  <a:gd name="connsiteX2" fmla="*/ 45719 w 45719"/>
                  <a:gd name="connsiteY2" fmla="*/ 175097 h 175097"/>
                  <a:gd name="connsiteX3" fmla="*/ 0 w 45719"/>
                  <a:gd name="connsiteY3" fmla="*/ 175097 h 175097"/>
                  <a:gd name="connsiteX4" fmla="*/ 0 w 45719"/>
                  <a:gd name="connsiteY4" fmla="*/ 0 h 175097"/>
                  <a:gd name="connsiteX0" fmla="*/ 0 w 93344"/>
                  <a:gd name="connsiteY0" fmla="*/ 130175 h 305272"/>
                  <a:gd name="connsiteX1" fmla="*/ 93344 w 93344"/>
                  <a:gd name="connsiteY1" fmla="*/ 0 h 305272"/>
                  <a:gd name="connsiteX2" fmla="*/ 45719 w 93344"/>
                  <a:gd name="connsiteY2" fmla="*/ 305272 h 305272"/>
                  <a:gd name="connsiteX3" fmla="*/ 0 w 93344"/>
                  <a:gd name="connsiteY3" fmla="*/ 305272 h 305272"/>
                  <a:gd name="connsiteX4" fmla="*/ 0 w 93344"/>
                  <a:gd name="connsiteY4" fmla="*/ 130175 h 305272"/>
                  <a:gd name="connsiteX0" fmla="*/ 111125 w 204469"/>
                  <a:gd name="connsiteY0" fmla="*/ 130175 h 305272"/>
                  <a:gd name="connsiteX1" fmla="*/ 204469 w 204469"/>
                  <a:gd name="connsiteY1" fmla="*/ 0 h 305272"/>
                  <a:gd name="connsiteX2" fmla="*/ 156844 w 204469"/>
                  <a:gd name="connsiteY2" fmla="*/ 305272 h 305272"/>
                  <a:gd name="connsiteX3" fmla="*/ 0 w 204469"/>
                  <a:gd name="connsiteY3" fmla="*/ 273522 h 305272"/>
                  <a:gd name="connsiteX4" fmla="*/ 111125 w 204469"/>
                  <a:gd name="connsiteY4" fmla="*/ 130175 h 305272"/>
                  <a:gd name="connsiteX0" fmla="*/ 0 w 204469"/>
                  <a:gd name="connsiteY0" fmla="*/ 273522 h 305272"/>
                  <a:gd name="connsiteX1" fmla="*/ 204469 w 204469"/>
                  <a:gd name="connsiteY1" fmla="*/ 0 h 305272"/>
                  <a:gd name="connsiteX2" fmla="*/ 156844 w 204469"/>
                  <a:gd name="connsiteY2" fmla="*/ 305272 h 305272"/>
                  <a:gd name="connsiteX3" fmla="*/ 0 w 204469"/>
                  <a:gd name="connsiteY3" fmla="*/ 273522 h 305272"/>
                  <a:gd name="connsiteX0" fmla="*/ 28907 w 233376"/>
                  <a:gd name="connsiteY0" fmla="*/ 273522 h 305272"/>
                  <a:gd name="connsiteX1" fmla="*/ 233376 w 233376"/>
                  <a:gd name="connsiteY1" fmla="*/ 0 h 305272"/>
                  <a:gd name="connsiteX2" fmla="*/ 185751 w 233376"/>
                  <a:gd name="connsiteY2" fmla="*/ 305272 h 305272"/>
                  <a:gd name="connsiteX3" fmla="*/ 28907 w 233376"/>
                  <a:gd name="connsiteY3" fmla="*/ 273522 h 305272"/>
                  <a:gd name="connsiteX0" fmla="*/ 33203 w 237672"/>
                  <a:gd name="connsiteY0" fmla="*/ 277374 h 309124"/>
                  <a:gd name="connsiteX1" fmla="*/ 237672 w 237672"/>
                  <a:gd name="connsiteY1" fmla="*/ 3852 h 309124"/>
                  <a:gd name="connsiteX2" fmla="*/ 190047 w 237672"/>
                  <a:gd name="connsiteY2" fmla="*/ 309124 h 309124"/>
                  <a:gd name="connsiteX3" fmla="*/ 33203 w 237672"/>
                  <a:gd name="connsiteY3" fmla="*/ 277374 h 309124"/>
                  <a:gd name="connsiteX0" fmla="*/ 33203 w 255299"/>
                  <a:gd name="connsiteY0" fmla="*/ 277374 h 309124"/>
                  <a:gd name="connsiteX1" fmla="*/ 237672 w 255299"/>
                  <a:gd name="connsiteY1" fmla="*/ 3852 h 309124"/>
                  <a:gd name="connsiteX2" fmla="*/ 190047 w 255299"/>
                  <a:gd name="connsiteY2" fmla="*/ 309124 h 309124"/>
                  <a:gd name="connsiteX3" fmla="*/ 33203 w 255299"/>
                  <a:gd name="connsiteY3" fmla="*/ 277374 h 309124"/>
                  <a:gd name="connsiteX0" fmla="*/ 33203 w 237672"/>
                  <a:gd name="connsiteY0" fmla="*/ 277374 h 277374"/>
                  <a:gd name="connsiteX1" fmla="*/ 237672 w 237672"/>
                  <a:gd name="connsiteY1" fmla="*/ 3852 h 277374"/>
                  <a:gd name="connsiteX2" fmla="*/ 33203 w 237672"/>
                  <a:gd name="connsiteY2" fmla="*/ 277374 h 277374"/>
                  <a:gd name="connsiteX0" fmla="*/ 33203 w 237672"/>
                  <a:gd name="connsiteY0" fmla="*/ 277374 h 286307"/>
                  <a:gd name="connsiteX1" fmla="*/ 237672 w 237672"/>
                  <a:gd name="connsiteY1" fmla="*/ 3852 h 286307"/>
                  <a:gd name="connsiteX2" fmla="*/ 33203 w 237672"/>
                  <a:gd name="connsiteY2" fmla="*/ 277374 h 286307"/>
                  <a:gd name="connsiteX0" fmla="*/ 33203 w 249714"/>
                  <a:gd name="connsiteY0" fmla="*/ 277374 h 284998"/>
                  <a:gd name="connsiteX1" fmla="*/ 237672 w 249714"/>
                  <a:gd name="connsiteY1" fmla="*/ 3852 h 284998"/>
                  <a:gd name="connsiteX2" fmla="*/ 33203 w 249714"/>
                  <a:gd name="connsiteY2" fmla="*/ 277374 h 284998"/>
                  <a:gd name="connsiteX0" fmla="*/ 33203 w 250834"/>
                  <a:gd name="connsiteY0" fmla="*/ 277374 h 280164"/>
                  <a:gd name="connsiteX1" fmla="*/ 237672 w 250834"/>
                  <a:gd name="connsiteY1" fmla="*/ 3852 h 280164"/>
                  <a:gd name="connsiteX2" fmla="*/ 202438 w 250834"/>
                  <a:gd name="connsiteY2" fmla="*/ 145320 h 280164"/>
                  <a:gd name="connsiteX3" fmla="*/ 33203 w 250834"/>
                  <a:gd name="connsiteY3" fmla="*/ 277374 h 280164"/>
                  <a:gd name="connsiteX0" fmla="*/ 33203 w 266221"/>
                  <a:gd name="connsiteY0" fmla="*/ 277374 h 280164"/>
                  <a:gd name="connsiteX1" fmla="*/ 237672 w 266221"/>
                  <a:gd name="connsiteY1" fmla="*/ 3852 h 280164"/>
                  <a:gd name="connsiteX2" fmla="*/ 202438 w 266221"/>
                  <a:gd name="connsiteY2" fmla="*/ 145320 h 280164"/>
                  <a:gd name="connsiteX3" fmla="*/ 33203 w 266221"/>
                  <a:gd name="connsiteY3" fmla="*/ 277374 h 280164"/>
                  <a:gd name="connsiteX0" fmla="*/ 33203 w 266221"/>
                  <a:gd name="connsiteY0" fmla="*/ 277374 h 288235"/>
                  <a:gd name="connsiteX1" fmla="*/ 237672 w 266221"/>
                  <a:gd name="connsiteY1" fmla="*/ 3852 h 288235"/>
                  <a:gd name="connsiteX2" fmla="*/ 202438 w 266221"/>
                  <a:gd name="connsiteY2" fmla="*/ 145320 h 288235"/>
                  <a:gd name="connsiteX3" fmla="*/ 33203 w 266221"/>
                  <a:gd name="connsiteY3" fmla="*/ 277374 h 288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221" h="288235">
                    <a:moveTo>
                      <a:pt x="33203" y="277374"/>
                    </a:moveTo>
                    <a:cubicBezTo>
                      <a:pt x="-79616" y="87775"/>
                      <a:pt x="121891" y="-22449"/>
                      <a:pt x="237672" y="3852"/>
                    </a:cubicBezTo>
                    <a:cubicBezTo>
                      <a:pt x="305036" y="21001"/>
                      <a:pt x="236516" y="99733"/>
                      <a:pt x="202438" y="145320"/>
                    </a:cubicBezTo>
                    <a:cubicBezTo>
                      <a:pt x="168360" y="190907"/>
                      <a:pt x="123639" y="327410"/>
                      <a:pt x="33203" y="277374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A88BC73-335D-C5EC-8F62-E19E5BC2E374}"/>
                  </a:ext>
                </a:extLst>
              </p:cNvPr>
              <p:cNvSpPr/>
              <p:nvPr/>
            </p:nvSpPr>
            <p:spPr>
              <a:xfrm>
                <a:off x="4502150" y="4280301"/>
                <a:ext cx="146050" cy="197379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780E7FE-9EF4-85FF-A045-2BADCFB233D6}"/>
              </a:ext>
            </a:extLst>
          </p:cNvPr>
          <p:cNvSpPr/>
          <p:nvPr/>
        </p:nvSpPr>
        <p:spPr>
          <a:xfrm>
            <a:off x="1190171" y="682171"/>
            <a:ext cx="1248229" cy="5225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Clam</a:t>
            </a:r>
          </a:p>
        </p:txBody>
      </p:sp>
      <p:pic>
        <p:nvPicPr>
          <p:cNvPr id="2050" name="Picture 2" descr="How to Use a Pink Color Palette in Your 3D Designs">
            <a:extLst>
              <a:ext uri="{FF2B5EF4-FFF2-40B4-BE49-F238E27FC236}">
                <a16:creationId xmlns:a16="http://schemas.microsoft.com/office/drawing/2014/main" id="{90314B6E-6AFC-6C57-477B-C0A2C5A35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4957" y="957343"/>
            <a:ext cx="15049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4573242-6FE9-9C96-1F74-4C6893364F2D}"/>
              </a:ext>
            </a:extLst>
          </p:cNvPr>
          <p:cNvGrpSpPr/>
          <p:nvPr/>
        </p:nvGrpSpPr>
        <p:grpSpPr>
          <a:xfrm>
            <a:off x="-1178612" y="2075933"/>
            <a:ext cx="4123356" cy="4731266"/>
            <a:chOff x="2663031" y="1326633"/>
            <a:chExt cx="4123356" cy="473126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665FC2F-EF16-A1B3-B21A-DD990A6A0AE3}"/>
                </a:ext>
              </a:extLst>
            </p:cNvPr>
            <p:cNvGrpSpPr/>
            <p:nvPr/>
          </p:nvGrpSpPr>
          <p:grpSpPr>
            <a:xfrm>
              <a:off x="2819991" y="1326633"/>
              <a:ext cx="3809436" cy="2872349"/>
              <a:chOff x="2972740" y="1347223"/>
              <a:chExt cx="3809436" cy="2872349"/>
            </a:xfrm>
          </p:grpSpPr>
          <p:sp>
            <p:nvSpPr>
              <p:cNvPr id="33" name="Rectangle 3">
                <a:extLst>
                  <a:ext uri="{FF2B5EF4-FFF2-40B4-BE49-F238E27FC236}">
                    <a16:creationId xmlns:a16="http://schemas.microsoft.com/office/drawing/2014/main" id="{B107BB5A-1650-AA3E-6BD2-F044A6E3B4D4}"/>
                  </a:ext>
                </a:extLst>
              </p:cNvPr>
              <p:cNvSpPr/>
              <p:nvPr/>
            </p:nvSpPr>
            <p:spPr>
              <a:xfrm>
                <a:off x="2972740" y="1347223"/>
                <a:ext cx="3809436" cy="2872349"/>
              </a:xfrm>
              <a:custGeom>
                <a:avLst/>
                <a:gdLst>
                  <a:gd name="connsiteX0" fmla="*/ 0 w 1248228"/>
                  <a:gd name="connsiteY0" fmla="*/ 0 h 751114"/>
                  <a:gd name="connsiteX1" fmla="*/ 1248228 w 1248228"/>
                  <a:gd name="connsiteY1" fmla="*/ 0 h 751114"/>
                  <a:gd name="connsiteX2" fmla="*/ 1248228 w 1248228"/>
                  <a:gd name="connsiteY2" fmla="*/ 751114 h 751114"/>
                  <a:gd name="connsiteX3" fmla="*/ 0 w 1248228"/>
                  <a:gd name="connsiteY3" fmla="*/ 751114 h 751114"/>
                  <a:gd name="connsiteX4" fmla="*/ 0 w 1248228"/>
                  <a:gd name="connsiteY4" fmla="*/ 0 h 751114"/>
                  <a:gd name="connsiteX0" fmla="*/ 314325 w 1562553"/>
                  <a:gd name="connsiteY0" fmla="*/ 0 h 1055914"/>
                  <a:gd name="connsiteX1" fmla="*/ 1562553 w 1562553"/>
                  <a:gd name="connsiteY1" fmla="*/ 0 h 1055914"/>
                  <a:gd name="connsiteX2" fmla="*/ 1562553 w 1562553"/>
                  <a:gd name="connsiteY2" fmla="*/ 751114 h 1055914"/>
                  <a:gd name="connsiteX3" fmla="*/ 0 w 1562553"/>
                  <a:gd name="connsiteY3" fmla="*/ 1055914 h 1055914"/>
                  <a:gd name="connsiteX4" fmla="*/ 314325 w 1562553"/>
                  <a:gd name="connsiteY4" fmla="*/ 0 h 1055914"/>
                  <a:gd name="connsiteX0" fmla="*/ 0 w 1876878"/>
                  <a:gd name="connsiteY0" fmla="*/ 0 h 1360714"/>
                  <a:gd name="connsiteX1" fmla="*/ 1876878 w 1876878"/>
                  <a:gd name="connsiteY1" fmla="*/ 304800 h 1360714"/>
                  <a:gd name="connsiteX2" fmla="*/ 1876878 w 1876878"/>
                  <a:gd name="connsiteY2" fmla="*/ 1055914 h 1360714"/>
                  <a:gd name="connsiteX3" fmla="*/ 314325 w 1876878"/>
                  <a:gd name="connsiteY3" fmla="*/ 1360714 h 1360714"/>
                  <a:gd name="connsiteX4" fmla="*/ 0 w 1876878"/>
                  <a:gd name="connsiteY4" fmla="*/ 0 h 1360714"/>
                  <a:gd name="connsiteX0" fmla="*/ 0 w 1876878"/>
                  <a:gd name="connsiteY0" fmla="*/ 764794 h 2125508"/>
                  <a:gd name="connsiteX1" fmla="*/ 515258 w 1876878"/>
                  <a:gd name="connsiteY1" fmla="*/ 1433 h 2125508"/>
                  <a:gd name="connsiteX2" fmla="*/ 1876878 w 1876878"/>
                  <a:gd name="connsiteY2" fmla="*/ 1069594 h 2125508"/>
                  <a:gd name="connsiteX3" fmla="*/ 1876878 w 1876878"/>
                  <a:gd name="connsiteY3" fmla="*/ 1820708 h 2125508"/>
                  <a:gd name="connsiteX4" fmla="*/ 314325 w 1876878"/>
                  <a:gd name="connsiteY4" fmla="*/ 2125508 h 2125508"/>
                  <a:gd name="connsiteX5" fmla="*/ 0 w 1876878"/>
                  <a:gd name="connsiteY5" fmla="*/ 764794 h 2125508"/>
                  <a:gd name="connsiteX0" fmla="*/ 0 w 1876878"/>
                  <a:gd name="connsiteY0" fmla="*/ 1180774 h 2541488"/>
                  <a:gd name="connsiteX1" fmla="*/ 515258 w 1876878"/>
                  <a:gd name="connsiteY1" fmla="*/ 417413 h 2541488"/>
                  <a:gd name="connsiteX2" fmla="*/ 1115333 w 1876878"/>
                  <a:gd name="connsiteY2" fmla="*/ 26888 h 2541488"/>
                  <a:gd name="connsiteX3" fmla="*/ 1876878 w 1876878"/>
                  <a:gd name="connsiteY3" fmla="*/ 1485574 h 2541488"/>
                  <a:gd name="connsiteX4" fmla="*/ 1876878 w 1876878"/>
                  <a:gd name="connsiteY4" fmla="*/ 2236688 h 2541488"/>
                  <a:gd name="connsiteX5" fmla="*/ 314325 w 1876878"/>
                  <a:gd name="connsiteY5" fmla="*/ 2541488 h 2541488"/>
                  <a:gd name="connsiteX6" fmla="*/ 0 w 1876878"/>
                  <a:gd name="connsiteY6" fmla="*/ 1180774 h 2541488"/>
                  <a:gd name="connsiteX0" fmla="*/ 0 w 1962603"/>
                  <a:gd name="connsiteY0" fmla="*/ 1247775 h 2608489"/>
                  <a:gd name="connsiteX1" fmla="*/ 515258 w 1962603"/>
                  <a:gd name="connsiteY1" fmla="*/ 484414 h 2608489"/>
                  <a:gd name="connsiteX2" fmla="*/ 1115333 w 1962603"/>
                  <a:gd name="connsiteY2" fmla="*/ 93889 h 2608489"/>
                  <a:gd name="connsiteX3" fmla="*/ 1962603 w 1962603"/>
                  <a:gd name="connsiteY3" fmla="*/ 0 h 2608489"/>
                  <a:gd name="connsiteX4" fmla="*/ 1876878 w 1962603"/>
                  <a:gd name="connsiteY4" fmla="*/ 2303689 h 2608489"/>
                  <a:gd name="connsiteX5" fmla="*/ 314325 w 1962603"/>
                  <a:gd name="connsiteY5" fmla="*/ 2608489 h 2608489"/>
                  <a:gd name="connsiteX6" fmla="*/ 0 w 1962603"/>
                  <a:gd name="connsiteY6" fmla="*/ 1247775 h 2608489"/>
                  <a:gd name="connsiteX0" fmla="*/ 0 w 2791767"/>
                  <a:gd name="connsiteY0" fmla="*/ 1247775 h 2608489"/>
                  <a:gd name="connsiteX1" fmla="*/ 515258 w 2791767"/>
                  <a:gd name="connsiteY1" fmla="*/ 484414 h 2608489"/>
                  <a:gd name="connsiteX2" fmla="*/ 1115333 w 2791767"/>
                  <a:gd name="connsiteY2" fmla="*/ 93889 h 2608489"/>
                  <a:gd name="connsiteX3" fmla="*/ 1962603 w 2791767"/>
                  <a:gd name="connsiteY3" fmla="*/ 0 h 2608489"/>
                  <a:gd name="connsiteX4" fmla="*/ 2791733 w 2791767"/>
                  <a:gd name="connsiteY4" fmla="*/ 551090 h 2608489"/>
                  <a:gd name="connsiteX5" fmla="*/ 1876878 w 2791767"/>
                  <a:gd name="connsiteY5" fmla="*/ 2303689 h 2608489"/>
                  <a:gd name="connsiteX6" fmla="*/ 314325 w 2791767"/>
                  <a:gd name="connsiteY6" fmla="*/ 2608489 h 2608489"/>
                  <a:gd name="connsiteX7" fmla="*/ 0 w 2791767"/>
                  <a:gd name="connsiteY7" fmla="*/ 1247775 h 2608489"/>
                  <a:gd name="connsiteX0" fmla="*/ 0 w 3153675"/>
                  <a:gd name="connsiteY0" fmla="*/ 1247775 h 2608489"/>
                  <a:gd name="connsiteX1" fmla="*/ 515258 w 3153675"/>
                  <a:gd name="connsiteY1" fmla="*/ 484414 h 2608489"/>
                  <a:gd name="connsiteX2" fmla="*/ 1115333 w 3153675"/>
                  <a:gd name="connsiteY2" fmla="*/ 93889 h 2608489"/>
                  <a:gd name="connsiteX3" fmla="*/ 1962603 w 3153675"/>
                  <a:gd name="connsiteY3" fmla="*/ 0 h 2608489"/>
                  <a:gd name="connsiteX4" fmla="*/ 2791733 w 3153675"/>
                  <a:gd name="connsiteY4" fmla="*/ 551090 h 2608489"/>
                  <a:gd name="connsiteX5" fmla="*/ 3144158 w 3153675"/>
                  <a:gd name="connsiteY5" fmla="*/ 1332140 h 2608489"/>
                  <a:gd name="connsiteX6" fmla="*/ 1876878 w 3153675"/>
                  <a:gd name="connsiteY6" fmla="*/ 2303689 h 2608489"/>
                  <a:gd name="connsiteX7" fmla="*/ 314325 w 3153675"/>
                  <a:gd name="connsiteY7" fmla="*/ 2608489 h 2608489"/>
                  <a:gd name="connsiteX8" fmla="*/ 0 w 3153675"/>
                  <a:gd name="connsiteY8" fmla="*/ 1247775 h 2608489"/>
                  <a:gd name="connsiteX0" fmla="*/ 0 w 3153675"/>
                  <a:gd name="connsiteY0" fmla="*/ 1247775 h 2684689"/>
                  <a:gd name="connsiteX1" fmla="*/ 515258 w 3153675"/>
                  <a:gd name="connsiteY1" fmla="*/ 484414 h 2684689"/>
                  <a:gd name="connsiteX2" fmla="*/ 1115333 w 3153675"/>
                  <a:gd name="connsiteY2" fmla="*/ 93889 h 2684689"/>
                  <a:gd name="connsiteX3" fmla="*/ 1962603 w 3153675"/>
                  <a:gd name="connsiteY3" fmla="*/ 0 h 2684689"/>
                  <a:gd name="connsiteX4" fmla="*/ 2791733 w 3153675"/>
                  <a:gd name="connsiteY4" fmla="*/ 551090 h 2684689"/>
                  <a:gd name="connsiteX5" fmla="*/ 3144158 w 3153675"/>
                  <a:gd name="connsiteY5" fmla="*/ 1332140 h 2684689"/>
                  <a:gd name="connsiteX6" fmla="*/ 2753178 w 3153675"/>
                  <a:gd name="connsiteY6" fmla="*/ 2684689 h 2684689"/>
                  <a:gd name="connsiteX7" fmla="*/ 314325 w 3153675"/>
                  <a:gd name="connsiteY7" fmla="*/ 2608489 h 2684689"/>
                  <a:gd name="connsiteX8" fmla="*/ 0 w 3153675"/>
                  <a:gd name="connsiteY8" fmla="*/ 1247775 h 2684689"/>
                  <a:gd name="connsiteX0" fmla="*/ 0 w 3341724"/>
                  <a:gd name="connsiteY0" fmla="*/ 1247775 h 2684689"/>
                  <a:gd name="connsiteX1" fmla="*/ 515258 w 3341724"/>
                  <a:gd name="connsiteY1" fmla="*/ 484414 h 2684689"/>
                  <a:gd name="connsiteX2" fmla="*/ 1115333 w 3341724"/>
                  <a:gd name="connsiteY2" fmla="*/ 93889 h 2684689"/>
                  <a:gd name="connsiteX3" fmla="*/ 1962603 w 3341724"/>
                  <a:gd name="connsiteY3" fmla="*/ 0 h 2684689"/>
                  <a:gd name="connsiteX4" fmla="*/ 2791733 w 3341724"/>
                  <a:gd name="connsiteY4" fmla="*/ 551090 h 2684689"/>
                  <a:gd name="connsiteX5" fmla="*/ 3144158 w 3341724"/>
                  <a:gd name="connsiteY5" fmla="*/ 1332140 h 2684689"/>
                  <a:gd name="connsiteX6" fmla="*/ 2753178 w 3341724"/>
                  <a:gd name="connsiteY6" fmla="*/ 2684689 h 2684689"/>
                  <a:gd name="connsiteX7" fmla="*/ 314325 w 3341724"/>
                  <a:gd name="connsiteY7" fmla="*/ 2608489 h 2684689"/>
                  <a:gd name="connsiteX8" fmla="*/ 0 w 3341724"/>
                  <a:gd name="connsiteY8" fmla="*/ 1247775 h 2684689"/>
                  <a:gd name="connsiteX0" fmla="*/ 0 w 3317727"/>
                  <a:gd name="connsiteY0" fmla="*/ 1247775 h 2637064"/>
                  <a:gd name="connsiteX1" fmla="*/ 515258 w 3317727"/>
                  <a:gd name="connsiteY1" fmla="*/ 484414 h 2637064"/>
                  <a:gd name="connsiteX2" fmla="*/ 1115333 w 3317727"/>
                  <a:gd name="connsiteY2" fmla="*/ 93889 h 2637064"/>
                  <a:gd name="connsiteX3" fmla="*/ 1962603 w 3317727"/>
                  <a:gd name="connsiteY3" fmla="*/ 0 h 2637064"/>
                  <a:gd name="connsiteX4" fmla="*/ 2791733 w 3317727"/>
                  <a:gd name="connsiteY4" fmla="*/ 551090 h 2637064"/>
                  <a:gd name="connsiteX5" fmla="*/ 3144158 w 3317727"/>
                  <a:gd name="connsiteY5" fmla="*/ 1332140 h 2637064"/>
                  <a:gd name="connsiteX6" fmla="*/ 2715078 w 3317727"/>
                  <a:gd name="connsiteY6" fmla="*/ 2637064 h 2637064"/>
                  <a:gd name="connsiteX7" fmla="*/ 314325 w 3317727"/>
                  <a:gd name="connsiteY7" fmla="*/ 2608489 h 2637064"/>
                  <a:gd name="connsiteX8" fmla="*/ 0 w 3317727"/>
                  <a:gd name="connsiteY8" fmla="*/ 1247775 h 2637064"/>
                  <a:gd name="connsiteX0" fmla="*/ 0 w 3509473"/>
                  <a:gd name="connsiteY0" fmla="*/ 1247775 h 2637064"/>
                  <a:gd name="connsiteX1" fmla="*/ 515258 w 3509473"/>
                  <a:gd name="connsiteY1" fmla="*/ 484414 h 2637064"/>
                  <a:gd name="connsiteX2" fmla="*/ 1115333 w 3509473"/>
                  <a:gd name="connsiteY2" fmla="*/ 93889 h 2637064"/>
                  <a:gd name="connsiteX3" fmla="*/ 1962603 w 3509473"/>
                  <a:gd name="connsiteY3" fmla="*/ 0 h 2637064"/>
                  <a:gd name="connsiteX4" fmla="*/ 2791733 w 3509473"/>
                  <a:gd name="connsiteY4" fmla="*/ 551090 h 2637064"/>
                  <a:gd name="connsiteX5" fmla="*/ 3144158 w 3509473"/>
                  <a:gd name="connsiteY5" fmla="*/ 1332140 h 2637064"/>
                  <a:gd name="connsiteX6" fmla="*/ 2715078 w 3509473"/>
                  <a:gd name="connsiteY6" fmla="*/ 2637064 h 2637064"/>
                  <a:gd name="connsiteX7" fmla="*/ 314325 w 3509473"/>
                  <a:gd name="connsiteY7" fmla="*/ 2608489 h 2637064"/>
                  <a:gd name="connsiteX8" fmla="*/ 0 w 3509473"/>
                  <a:gd name="connsiteY8" fmla="*/ 1247775 h 2637064"/>
                  <a:gd name="connsiteX0" fmla="*/ 0 w 3479464"/>
                  <a:gd name="connsiteY0" fmla="*/ 1247775 h 2637064"/>
                  <a:gd name="connsiteX1" fmla="*/ 515258 w 3479464"/>
                  <a:gd name="connsiteY1" fmla="*/ 484414 h 2637064"/>
                  <a:gd name="connsiteX2" fmla="*/ 1115333 w 3479464"/>
                  <a:gd name="connsiteY2" fmla="*/ 93889 h 2637064"/>
                  <a:gd name="connsiteX3" fmla="*/ 1962603 w 3479464"/>
                  <a:gd name="connsiteY3" fmla="*/ 0 h 2637064"/>
                  <a:gd name="connsiteX4" fmla="*/ 2791733 w 3479464"/>
                  <a:gd name="connsiteY4" fmla="*/ 551090 h 2637064"/>
                  <a:gd name="connsiteX5" fmla="*/ 3144158 w 3479464"/>
                  <a:gd name="connsiteY5" fmla="*/ 1332140 h 2637064"/>
                  <a:gd name="connsiteX6" fmla="*/ 2715078 w 3479464"/>
                  <a:gd name="connsiteY6" fmla="*/ 2637064 h 2637064"/>
                  <a:gd name="connsiteX7" fmla="*/ 314325 w 3479464"/>
                  <a:gd name="connsiteY7" fmla="*/ 2608489 h 2637064"/>
                  <a:gd name="connsiteX8" fmla="*/ 0 w 3479464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320468 h 2709757"/>
                  <a:gd name="connsiteX1" fmla="*/ 515258 w 3506485"/>
                  <a:gd name="connsiteY1" fmla="*/ 557107 h 2709757"/>
                  <a:gd name="connsiteX2" fmla="*/ 1115333 w 3506485"/>
                  <a:gd name="connsiteY2" fmla="*/ 166582 h 2709757"/>
                  <a:gd name="connsiteX3" fmla="*/ 1962603 w 3506485"/>
                  <a:gd name="connsiteY3" fmla="*/ 72693 h 2709757"/>
                  <a:gd name="connsiteX4" fmla="*/ 2791733 w 3506485"/>
                  <a:gd name="connsiteY4" fmla="*/ 623783 h 2709757"/>
                  <a:gd name="connsiteX5" fmla="*/ 3144158 w 3506485"/>
                  <a:gd name="connsiteY5" fmla="*/ 1404833 h 2709757"/>
                  <a:gd name="connsiteX6" fmla="*/ 2715078 w 3506485"/>
                  <a:gd name="connsiteY6" fmla="*/ 2709757 h 2709757"/>
                  <a:gd name="connsiteX7" fmla="*/ 314325 w 3506485"/>
                  <a:gd name="connsiteY7" fmla="*/ 2681182 h 2709757"/>
                  <a:gd name="connsiteX8" fmla="*/ 0 w 3506485"/>
                  <a:gd name="connsiteY8" fmla="*/ 1320468 h 2709757"/>
                  <a:gd name="connsiteX0" fmla="*/ 0 w 3506485"/>
                  <a:gd name="connsiteY0" fmla="*/ 1432085 h 2821374"/>
                  <a:gd name="connsiteX1" fmla="*/ 515258 w 3506485"/>
                  <a:gd name="connsiteY1" fmla="*/ 668724 h 2821374"/>
                  <a:gd name="connsiteX2" fmla="*/ 1115333 w 3506485"/>
                  <a:gd name="connsiteY2" fmla="*/ 278199 h 2821374"/>
                  <a:gd name="connsiteX3" fmla="*/ 1962603 w 3506485"/>
                  <a:gd name="connsiteY3" fmla="*/ 184310 h 2821374"/>
                  <a:gd name="connsiteX4" fmla="*/ 2791733 w 3506485"/>
                  <a:gd name="connsiteY4" fmla="*/ 735400 h 2821374"/>
                  <a:gd name="connsiteX5" fmla="*/ 3144158 w 3506485"/>
                  <a:gd name="connsiteY5" fmla="*/ 1516450 h 2821374"/>
                  <a:gd name="connsiteX6" fmla="*/ 2715078 w 3506485"/>
                  <a:gd name="connsiteY6" fmla="*/ 2821374 h 2821374"/>
                  <a:gd name="connsiteX7" fmla="*/ 314325 w 3506485"/>
                  <a:gd name="connsiteY7" fmla="*/ 2792799 h 2821374"/>
                  <a:gd name="connsiteX8" fmla="*/ 0 w 3506485"/>
                  <a:gd name="connsiteY8" fmla="*/ 1432085 h 2821374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361444 w 3553604"/>
                  <a:gd name="connsiteY7" fmla="*/ 2843774 h 2872349"/>
                  <a:gd name="connsiteX8" fmla="*/ 47119 w 3553604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409069 w 3553604"/>
                  <a:gd name="connsiteY7" fmla="*/ 2786624 h 2872349"/>
                  <a:gd name="connsiteX8" fmla="*/ 47119 w 3553604"/>
                  <a:gd name="connsiteY8" fmla="*/ 1483060 h 2872349"/>
                  <a:gd name="connsiteX0" fmla="*/ 73312 w 3579797"/>
                  <a:gd name="connsiteY0" fmla="*/ 1483060 h 2872349"/>
                  <a:gd name="connsiteX1" fmla="*/ 588570 w 3579797"/>
                  <a:gd name="connsiteY1" fmla="*/ 719699 h 2872349"/>
                  <a:gd name="connsiteX2" fmla="*/ 1188645 w 3579797"/>
                  <a:gd name="connsiteY2" fmla="*/ 329174 h 2872349"/>
                  <a:gd name="connsiteX3" fmla="*/ 2035915 w 3579797"/>
                  <a:gd name="connsiteY3" fmla="*/ 235285 h 2872349"/>
                  <a:gd name="connsiteX4" fmla="*/ 2865045 w 3579797"/>
                  <a:gd name="connsiteY4" fmla="*/ 786375 h 2872349"/>
                  <a:gd name="connsiteX5" fmla="*/ 3217470 w 3579797"/>
                  <a:gd name="connsiteY5" fmla="*/ 1567425 h 2872349"/>
                  <a:gd name="connsiteX6" fmla="*/ 2788390 w 3579797"/>
                  <a:gd name="connsiteY6" fmla="*/ 2872349 h 2872349"/>
                  <a:gd name="connsiteX7" fmla="*/ 435262 w 3579797"/>
                  <a:gd name="connsiteY7" fmla="*/ 2786624 h 2872349"/>
                  <a:gd name="connsiteX8" fmla="*/ 73312 w 3579797"/>
                  <a:gd name="connsiteY8" fmla="*/ 1483060 h 2872349"/>
                  <a:gd name="connsiteX0" fmla="*/ 302951 w 3809436"/>
                  <a:gd name="connsiteY0" fmla="*/ 1483060 h 2872349"/>
                  <a:gd name="connsiteX1" fmla="*/ 818209 w 3809436"/>
                  <a:gd name="connsiteY1" fmla="*/ 719699 h 2872349"/>
                  <a:gd name="connsiteX2" fmla="*/ 1418284 w 3809436"/>
                  <a:gd name="connsiteY2" fmla="*/ 329174 h 2872349"/>
                  <a:gd name="connsiteX3" fmla="*/ 2265554 w 3809436"/>
                  <a:gd name="connsiteY3" fmla="*/ 235285 h 2872349"/>
                  <a:gd name="connsiteX4" fmla="*/ 3094684 w 3809436"/>
                  <a:gd name="connsiteY4" fmla="*/ 786375 h 2872349"/>
                  <a:gd name="connsiteX5" fmla="*/ 3447109 w 3809436"/>
                  <a:gd name="connsiteY5" fmla="*/ 1567425 h 2872349"/>
                  <a:gd name="connsiteX6" fmla="*/ 3018029 w 3809436"/>
                  <a:gd name="connsiteY6" fmla="*/ 2872349 h 2872349"/>
                  <a:gd name="connsiteX7" fmla="*/ 664901 w 3809436"/>
                  <a:gd name="connsiteY7" fmla="*/ 2786624 h 2872349"/>
                  <a:gd name="connsiteX8" fmla="*/ 302951 w 3809436"/>
                  <a:gd name="connsiteY8" fmla="*/ 1483060 h 2872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09436" h="2872349">
                    <a:moveTo>
                      <a:pt x="302951" y="1483060"/>
                    </a:moveTo>
                    <a:cubicBezTo>
                      <a:pt x="112754" y="1085731"/>
                      <a:pt x="541681" y="678878"/>
                      <a:pt x="818209" y="719699"/>
                    </a:cubicBezTo>
                    <a:cubicBezTo>
                      <a:pt x="799159" y="418074"/>
                      <a:pt x="1199209" y="154549"/>
                      <a:pt x="1418284" y="329174"/>
                    </a:cubicBezTo>
                    <a:cubicBezTo>
                      <a:pt x="1767382" y="-254572"/>
                      <a:pt x="2202206" y="85606"/>
                      <a:pt x="2265554" y="235285"/>
                    </a:cubicBezTo>
                    <a:cubicBezTo>
                      <a:pt x="3021356" y="-50918"/>
                      <a:pt x="3100882" y="586803"/>
                      <a:pt x="3094684" y="786375"/>
                    </a:cubicBezTo>
                    <a:cubicBezTo>
                      <a:pt x="3666184" y="757800"/>
                      <a:pt x="3532834" y="1415025"/>
                      <a:pt x="3447109" y="1567425"/>
                    </a:cubicBezTo>
                    <a:cubicBezTo>
                      <a:pt x="3926382" y="1608700"/>
                      <a:pt x="4062756" y="2726299"/>
                      <a:pt x="3018029" y="2872349"/>
                    </a:cubicBezTo>
                    <a:lnTo>
                      <a:pt x="664901" y="2786624"/>
                    </a:lnTo>
                    <a:cubicBezTo>
                      <a:pt x="-122499" y="2456878"/>
                      <a:pt x="-166949" y="1631831"/>
                      <a:pt x="302951" y="1483060"/>
                    </a:cubicBezTo>
                    <a:close/>
                  </a:path>
                </a:pathLst>
              </a:custGeom>
              <a:solidFill>
                <a:srgbClr val="FD8FAA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">
                <a:extLst>
                  <a:ext uri="{FF2B5EF4-FFF2-40B4-BE49-F238E27FC236}">
                    <a16:creationId xmlns:a16="http://schemas.microsoft.com/office/drawing/2014/main" id="{3057C14C-059E-23D8-A461-B69F2ADA3A03}"/>
                  </a:ext>
                </a:extLst>
              </p:cNvPr>
              <p:cNvSpPr/>
              <p:nvPr/>
            </p:nvSpPr>
            <p:spPr>
              <a:xfrm>
                <a:off x="3153903" y="1568621"/>
                <a:ext cx="3447110" cy="2599152"/>
              </a:xfrm>
              <a:custGeom>
                <a:avLst/>
                <a:gdLst>
                  <a:gd name="connsiteX0" fmla="*/ 0 w 1248228"/>
                  <a:gd name="connsiteY0" fmla="*/ 0 h 751114"/>
                  <a:gd name="connsiteX1" fmla="*/ 1248228 w 1248228"/>
                  <a:gd name="connsiteY1" fmla="*/ 0 h 751114"/>
                  <a:gd name="connsiteX2" fmla="*/ 1248228 w 1248228"/>
                  <a:gd name="connsiteY2" fmla="*/ 751114 h 751114"/>
                  <a:gd name="connsiteX3" fmla="*/ 0 w 1248228"/>
                  <a:gd name="connsiteY3" fmla="*/ 751114 h 751114"/>
                  <a:gd name="connsiteX4" fmla="*/ 0 w 1248228"/>
                  <a:gd name="connsiteY4" fmla="*/ 0 h 751114"/>
                  <a:gd name="connsiteX0" fmla="*/ 314325 w 1562553"/>
                  <a:gd name="connsiteY0" fmla="*/ 0 h 1055914"/>
                  <a:gd name="connsiteX1" fmla="*/ 1562553 w 1562553"/>
                  <a:gd name="connsiteY1" fmla="*/ 0 h 1055914"/>
                  <a:gd name="connsiteX2" fmla="*/ 1562553 w 1562553"/>
                  <a:gd name="connsiteY2" fmla="*/ 751114 h 1055914"/>
                  <a:gd name="connsiteX3" fmla="*/ 0 w 1562553"/>
                  <a:gd name="connsiteY3" fmla="*/ 1055914 h 1055914"/>
                  <a:gd name="connsiteX4" fmla="*/ 314325 w 1562553"/>
                  <a:gd name="connsiteY4" fmla="*/ 0 h 1055914"/>
                  <a:gd name="connsiteX0" fmla="*/ 0 w 1876878"/>
                  <a:gd name="connsiteY0" fmla="*/ 0 h 1360714"/>
                  <a:gd name="connsiteX1" fmla="*/ 1876878 w 1876878"/>
                  <a:gd name="connsiteY1" fmla="*/ 304800 h 1360714"/>
                  <a:gd name="connsiteX2" fmla="*/ 1876878 w 1876878"/>
                  <a:gd name="connsiteY2" fmla="*/ 1055914 h 1360714"/>
                  <a:gd name="connsiteX3" fmla="*/ 314325 w 1876878"/>
                  <a:gd name="connsiteY3" fmla="*/ 1360714 h 1360714"/>
                  <a:gd name="connsiteX4" fmla="*/ 0 w 1876878"/>
                  <a:gd name="connsiteY4" fmla="*/ 0 h 1360714"/>
                  <a:gd name="connsiteX0" fmla="*/ 0 w 1876878"/>
                  <a:gd name="connsiteY0" fmla="*/ 764794 h 2125508"/>
                  <a:gd name="connsiteX1" fmla="*/ 515258 w 1876878"/>
                  <a:gd name="connsiteY1" fmla="*/ 1433 h 2125508"/>
                  <a:gd name="connsiteX2" fmla="*/ 1876878 w 1876878"/>
                  <a:gd name="connsiteY2" fmla="*/ 1069594 h 2125508"/>
                  <a:gd name="connsiteX3" fmla="*/ 1876878 w 1876878"/>
                  <a:gd name="connsiteY3" fmla="*/ 1820708 h 2125508"/>
                  <a:gd name="connsiteX4" fmla="*/ 314325 w 1876878"/>
                  <a:gd name="connsiteY4" fmla="*/ 2125508 h 2125508"/>
                  <a:gd name="connsiteX5" fmla="*/ 0 w 1876878"/>
                  <a:gd name="connsiteY5" fmla="*/ 764794 h 2125508"/>
                  <a:gd name="connsiteX0" fmla="*/ 0 w 1876878"/>
                  <a:gd name="connsiteY0" fmla="*/ 1180774 h 2541488"/>
                  <a:gd name="connsiteX1" fmla="*/ 515258 w 1876878"/>
                  <a:gd name="connsiteY1" fmla="*/ 417413 h 2541488"/>
                  <a:gd name="connsiteX2" fmla="*/ 1115333 w 1876878"/>
                  <a:gd name="connsiteY2" fmla="*/ 26888 h 2541488"/>
                  <a:gd name="connsiteX3" fmla="*/ 1876878 w 1876878"/>
                  <a:gd name="connsiteY3" fmla="*/ 1485574 h 2541488"/>
                  <a:gd name="connsiteX4" fmla="*/ 1876878 w 1876878"/>
                  <a:gd name="connsiteY4" fmla="*/ 2236688 h 2541488"/>
                  <a:gd name="connsiteX5" fmla="*/ 314325 w 1876878"/>
                  <a:gd name="connsiteY5" fmla="*/ 2541488 h 2541488"/>
                  <a:gd name="connsiteX6" fmla="*/ 0 w 1876878"/>
                  <a:gd name="connsiteY6" fmla="*/ 1180774 h 2541488"/>
                  <a:gd name="connsiteX0" fmla="*/ 0 w 1962603"/>
                  <a:gd name="connsiteY0" fmla="*/ 1247775 h 2608489"/>
                  <a:gd name="connsiteX1" fmla="*/ 515258 w 1962603"/>
                  <a:gd name="connsiteY1" fmla="*/ 484414 h 2608489"/>
                  <a:gd name="connsiteX2" fmla="*/ 1115333 w 1962603"/>
                  <a:gd name="connsiteY2" fmla="*/ 93889 h 2608489"/>
                  <a:gd name="connsiteX3" fmla="*/ 1962603 w 1962603"/>
                  <a:gd name="connsiteY3" fmla="*/ 0 h 2608489"/>
                  <a:gd name="connsiteX4" fmla="*/ 1876878 w 1962603"/>
                  <a:gd name="connsiteY4" fmla="*/ 2303689 h 2608489"/>
                  <a:gd name="connsiteX5" fmla="*/ 314325 w 1962603"/>
                  <a:gd name="connsiteY5" fmla="*/ 2608489 h 2608489"/>
                  <a:gd name="connsiteX6" fmla="*/ 0 w 1962603"/>
                  <a:gd name="connsiteY6" fmla="*/ 1247775 h 2608489"/>
                  <a:gd name="connsiteX0" fmla="*/ 0 w 2791767"/>
                  <a:gd name="connsiteY0" fmla="*/ 1247775 h 2608489"/>
                  <a:gd name="connsiteX1" fmla="*/ 515258 w 2791767"/>
                  <a:gd name="connsiteY1" fmla="*/ 484414 h 2608489"/>
                  <a:gd name="connsiteX2" fmla="*/ 1115333 w 2791767"/>
                  <a:gd name="connsiteY2" fmla="*/ 93889 h 2608489"/>
                  <a:gd name="connsiteX3" fmla="*/ 1962603 w 2791767"/>
                  <a:gd name="connsiteY3" fmla="*/ 0 h 2608489"/>
                  <a:gd name="connsiteX4" fmla="*/ 2791733 w 2791767"/>
                  <a:gd name="connsiteY4" fmla="*/ 551090 h 2608489"/>
                  <a:gd name="connsiteX5" fmla="*/ 1876878 w 2791767"/>
                  <a:gd name="connsiteY5" fmla="*/ 2303689 h 2608489"/>
                  <a:gd name="connsiteX6" fmla="*/ 314325 w 2791767"/>
                  <a:gd name="connsiteY6" fmla="*/ 2608489 h 2608489"/>
                  <a:gd name="connsiteX7" fmla="*/ 0 w 2791767"/>
                  <a:gd name="connsiteY7" fmla="*/ 1247775 h 2608489"/>
                  <a:gd name="connsiteX0" fmla="*/ 0 w 3153675"/>
                  <a:gd name="connsiteY0" fmla="*/ 1247775 h 2608489"/>
                  <a:gd name="connsiteX1" fmla="*/ 515258 w 3153675"/>
                  <a:gd name="connsiteY1" fmla="*/ 484414 h 2608489"/>
                  <a:gd name="connsiteX2" fmla="*/ 1115333 w 3153675"/>
                  <a:gd name="connsiteY2" fmla="*/ 93889 h 2608489"/>
                  <a:gd name="connsiteX3" fmla="*/ 1962603 w 3153675"/>
                  <a:gd name="connsiteY3" fmla="*/ 0 h 2608489"/>
                  <a:gd name="connsiteX4" fmla="*/ 2791733 w 3153675"/>
                  <a:gd name="connsiteY4" fmla="*/ 551090 h 2608489"/>
                  <a:gd name="connsiteX5" fmla="*/ 3144158 w 3153675"/>
                  <a:gd name="connsiteY5" fmla="*/ 1332140 h 2608489"/>
                  <a:gd name="connsiteX6" fmla="*/ 1876878 w 3153675"/>
                  <a:gd name="connsiteY6" fmla="*/ 2303689 h 2608489"/>
                  <a:gd name="connsiteX7" fmla="*/ 314325 w 3153675"/>
                  <a:gd name="connsiteY7" fmla="*/ 2608489 h 2608489"/>
                  <a:gd name="connsiteX8" fmla="*/ 0 w 3153675"/>
                  <a:gd name="connsiteY8" fmla="*/ 1247775 h 2608489"/>
                  <a:gd name="connsiteX0" fmla="*/ 0 w 3153675"/>
                  <a:gd name="connsiteY0" fmla="*/ 1247775 h 2684689"/>
                  <a:gd name="connsiteX1" fmla="*/ 515258 w 3153675"/>
                  <a:gd name="connsiteY1" fmla="*/ 484414 h 2684689"/>
                  <a:gd name="connsiteX2" fmla="*/ 1115333 w 3153675"/>
                  <a:gd name="connsiteY2" fmla="*/ 93889 h 2684689"/>
                  <a:gd name="connsiteX3" fmla="*/ 1962603 w 3153675"/>
                  <a:gd name="connsiteY3" fmla="*/ 0 h 2684689"/>
                  <a:gd name="connsiteX4" fmla="*/ 2791733 w 3153675"/>
                  <a:gd name="connsiteY4" fmla="*/ 551090 h 2684689"/>
                  <a:gd name="connsiteX5" fmla="*/ 3144158 w 3153675"/>
                  <a:gd name="connsiteY5" fmla="*/ 1332140 h 2684689"/>
                  <a:gd name="connsiteX6" fmla="*/ 2753178 w 3153675"/>
                  <a:gd name="connsiteY6" fmla="*/ 2684689 h 2684689"/>
                  <a:gd name="connsiteX7" fmla="*/ 314325 w 3153675"/>
                  <a:gd name="connsiteY7" fmla="*/ 2608489 h 2684689"/>
                  <a:gd name="connsiteX8" fmla="*/ 0 w 3153675"/>
                  <a:gd name="connsiteY8" fmla="*/ 1247775 h 2684689"/>
                  <a:gd name="connsiteX0" fmla="*/ 0 w 3341724"/>
                  <a:gd name="connsiteY0" fmla="*/ 1247775 h 2684689"/>
                  <a:gd name="connsiteX1" fmla="*/ 515258 w 3341724"/>
                  <a:gd name="connsiteY1" fmla="*/ 484414 h 2684689"/>
                  <a:gd name="connsiteX2" fmla="*/ 1115333 w 3341724"/>
                  <a:gd name="connsiteY2" fmla="*/ 93889 h 2684689"/>
                  <a:gd name="connsiteX3" fmla="*/ 1962603 w 3341724"/>
                  <a:gd name="connsiteY3" fmla="*/ 0 h 2684689"/>
                  <a:gd name="connsiteX4" fmla="*/ 2791733 w 3341724"/>
                  <a:gd name="connsiteY4" fmla="*/ 551090 h 2684689"/>
                  <a:gd name="connsiteX5" fmla="*/ 3144158 w 3341724"/>
                  <a:gd name="connsiteY5" fmla="*/ 1332140 h 2684689"/>
                  <a:gd name="connsiteX6" fmla="*/ 2753178 w 3341724"/>
                  <a:gd name="connsiteY6" fmla="*/ 2684689 h 2684689"/>
                  <a:gd name="connsiteX7" fmla="*/ 314325 w 3341724"/>
                  <a:gd name="connsiteY7" fmla="*/ 2608489 h 2684689"/>
                  <a:gd name="connsiteX8" fmla="*/ 0 w 3341724"/>
                  <a:gd name="connsiteY8" fmla="*/ 1247775 h 2684689"/>
                  <a:gd name="connsiteX0" fmla="*/ 0 w 3317727"/>
                  <a:gd name="connsiteY0" fmla="*/ 1247775 h 2637064"/>
                  <a:gd name="connsiteX1" fmla="*/ 515258 w 3317727"/>
                  <a:gd name="connsiteY1" fmla="*/ 484414 h 2637064"/>
                  <a:gd name="connsiteX2" fmla="*/ 1115333 w 3317727"/>
                  <a:gd name="connsiteY2" fmla="*/ 93889 h 2637064"/>
                  <a:gd name="connsiteX3" fmla="*/ 1962603 w 3317727"/>
                  <a:gd name="connsiteY3" fmla="*/ 0 h 2637064"/>
                  <a:gd name="connsiteX4" fmla="*/ 2791733 w 3317727"/>
                  <a:gd name="connsiteY4" fmla="*/ 551090 h 2637064"/>
                  <a:gd name="connsiteX5" fmla="*/ 3144158 w 3317727"/>
                  <a:gd name="connsiteY5" fmla="*/ 1332140 h 2637064"/>
                  <a:gd name="connsiteX6" fmla="*/ 2715078 w 3317727"/>
                  <a:gd name="connsiteY6" fmla="*/ 2637064 h 2637064"/>
                  <a:gd name="connsiteX7" fmla="*/ 314325 w 3317727"/>
                  <a:gd name="connsiteY7" fmla="*/ 2608489 h 2637064"/>
                  <a:gd name="connsiteX8" fmla="*/ 0 w 3317727"/>
                  <a:gd name="connsiteY8" fmla="*/ 1247775 h 2637064"/>
                  <a:gd name="connsiteX0" fmla="*/ 0 w 3509473"/>
                  <a:gd name="connsiteY0" fmla="*/ 1247775 h 2637064"/>
                  <a:gd name="connsiteX1" fmla="*/ 515258 w 3509473"/>
                  <a:gd name="connsiteY1" fmla="*/ 484414 h 2637064"/>
                  <a:gd name="connsiteX2" fmla="*/ 1115333 w 3509473"/>
                  <a:gd name="connsiteY2" fmla="*/ 93889 h 2637064"/>
                  <a:gd name="connsiteX3" fmla="*/ 1962603 w 3509473"/>
                  <a:gd name="connsiteY3" fmla="*/ 0 h 2637064"/>
                  <a:gd name="connsiteX4" fmla="*/ 2791733 w 3509473"/>
                  <a:gd name="connsiteY4" fmla="*/ 551090 h 2637064"/>
                  <a:gd name="connsiteX5" fmla="*/ 3144158 w 3509473"/>
                  <a:gd name="connsiteY5" fmla="*/ 1332140 h 2637064"/>
                  <a:gd name="connsiteX6" fmla="*/ 2715078 w 3509473"/>
                  <a:gd name="connsiteY6" fmla="*/ 2637064 h 2637064"/>
                  <a:gd name="connsiteX7" fmla="*/ 314325 w 3509473"/>
                  <a:gd name="connsiteY7" fmla="*/ 2608489 h 2637064"/>
                  <a:gd name="connsiteX8" fmla="*/ 0 w 3509473"/>
                  <a:gd name="connsiteY8" fmla="*/ 1247775 h 2637064"/>
                  <a:gd name="connsiteX0" fmla="*/ 0 w 3479464"/>
                  <a:gd name="connsiteY0" fmla="*/ 1247775 h 2637064"/>
                  <a:gd name="connsiteX1" fmla="*/ 515258 w 3479464"/>
                  <a:gd name="connsiteY1" fmla="*/ 484414 h 2637064"/>
                  <a:gd name="connsiteX2" fmla="*/ 1115333 w 3479464"/>
                  <a:gd name="connsiteY2" fmla="*/ 93889 h 2637064"/>
                  <a:gd name="connsiteX3" fmla="*/ 1962603 w 3479464"/>
                  <a:gd name="connsiteY3" fmla="*/ 0 h 2637064"/>
                  <a:gd name="connsiteX4" fmla="*/ 2791733 w 3479464"/>
                  <a:gd name="connsiteY4" fmla="*/ 551090 h 2637064"/>
                  <a:gd name="connsiteX5" fmla="*/ 3144158 w 3479464"/>
                  <a:gd name="connsiteY5" fmla="*/ 1332140 h 2637064"/>
                  <a:gd name="connsiteX6" fmla="*/ 2715078 w 3479464"/>
                  <a:gd name="connsiteY6" fmla="*/ 2637064 h 2637064"/>
                  <a:gd name="connsiteX7" fmla="*/ 314325 w 3479464"/>
                  <a:gd name="connsiteY7" fmla="*/ 2608489 h 2637064"/>
                  <a:gd name="connsiteX8" fmla="*/ 0 w 3479464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320468 h 2709757"/>
                  <a:gd name="connsiteX1" fmla="*/ 515258 w 3506485"/>
                  <a:gd name="connsiteY1" fmla="*/ 557107 h 2709757"/>
                  <a:gd name="connsiteX2" fmla="*/ 1115333 w 3506485"/>
                  <a:gd name="connsiteY2" fmla="*/ 166582 h 2709757"/>
                  <a:gd name="connsiteX3" fmla="*/ 1962603 w 3506485"/>
                  <a:gd name="connsiteY3" fmla="*/ 72693 h 2709757"/>
                  <a:gd name="connsiteX4" fmla="*/ 2791733 w 3506485"/>
                  <a:gd name="connsiteY4" fmla="*/ 623783 h 2709757"/>
                  <a:gd name="connsiteX5" fmla="*/ 3144158 w 3506485"/>
                  <a:gd name="connsiteY5" fmla="*/ 1404833 h 2709757"/>
                  <a:gd name="connsiteX6" fmla="*/ 2715078 w 3506485"/>
                  <a:gd name="connsiteY6" fmla="*/ 2709757 h 2709757"/>
                  <a:gd name="connsiteX7" fmla="*/ 314325 w 3506485"/>
                  <a:gd name="connsiteY7" fmla="*/ 2681182 h 2709757"/>
                  <a:gd name="connsiteX8" fmla="*/ 0 w 3506485"/>
                  <a:gd name="connsiteY8" fmla="*/ 1320468 h 2709757"/>
                  <a:gd name="connsiteX0" fmla="*/ 0 w 3506485"/>
                  <a:gd name="connsiteY0" fmla="*/ 1432085 h 2821374"/>
                  <a:gd name="connsiteX1" fmla="*/ 515258 w 3506485"/>
                  <a:gd name="connsiteY1" fmla="*/ 668724 h 2821374"/>
                  <a:gd name="connsiteX2" fmla="*/ 1115333 w 3506485"/>
                  <a:gd name="connsiteY2" fmla="*/ 278199 h 2821374"/>
                  <a:gd name="connsiteX3" fmla="*/ 1962603 w 3506485"/>
                  <a:gd name="connsiteY3" fmla="*/ 184310 h 2821374"/>
                  <a:gd name="connsiteX4" fmla="*/ 2791733 w 3506485"/>
                  <a:gd name="connsiteY4" fmla="*/ 735400 h 2821374"/>
                  <a:gd name="connsiteX5" fmla="*/ 3144158 w 3506485"/>
                  <a:gd name="connsiteY5" fmla="*/ 1516450 h 2821374"/>
                  <a:gd name="connsiteX6" fmla="*/ 2715078 w 3506485"/>
                  <a:gd name="connsiteY6" fmla="*/ 2821374 h 2821374"/>
                  <a:gd name="connsiteX7" fmla="*/ 314325 w 3506485"/>
                  <a:gd name="connsiteY7" fmla="*/ 2792799 h 2821374"/>
                  <a:gd name="connsiteX8" fmla="*/ 0 w 3506485"/>
                  <a:gd name="connsiteY8" fmla="*/ 1432085 h 2821374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361444 w 3553604"/>
                  <a:gd name="connsiteY7" fmla="*/ 2843774 h 2872349"/>
                  <a:gd name="connsiteX8" fmla="*/ 47119 w 3553604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409069 w 3553604"/>
                  <a:gd name="connsiteY7" fmla="*/ 2786624 h 2872349"/>
                  <a:gd name="connsiteX8" fmla="*/ 47119 w 3553604"/>
                  <a:gd name="connsiteY8" fmla="*/ 1483060 h 2872349"/>
                  <a:gd name="connsiteX0" fmla="*/ 73312 w 3579797"/>
                  <a:gd name="connsiteY0" fmla="*/ 1483060 h 2872349"/>
                  <a:gd name="connsiteX1" fmla="*/ 588570 w 3579797"/>
                  <a:gd name="connsiteY1" fmla="*/ 719699 h 2872349"/>
                  <a:gd name="connsiteX2" fmla="*/ 1188645 w 3579797"/>
                  <a:gd name="connsiteY2" fmla="*/ 329174 h 2872349"/>
                  <a:gd name="connsiteX3" fmla="*/ 2035915 w 3579797"/>
                  <a:gd name="connsiteY3" fmla="*/ 235285 h 2872349"/>
                  <a:gd name="connsiteX4" fmla="*/ 2865045 w 3579797"/>
                  <a:gd name="connsiteY4" fmla="*/ 786375 h 2872349"/>
                  <a:gd name="connsiteX5" fmla="*/ 3217470 w 3579797"/>
                  <a:gd name="connsiteY5" fmla="*/ 1567425 h 2872349"/>
                  <a:gd name="connsiteX6" fmla="*/ 2788390 w 3579797"/>
                  <a:gd name="connsiteY6" fmla="*/ 2872349 h 2872349"/>
                  <a:gd name="connsiteX7" fmla="*/ 435262 w 3579797"/>
                  <a:gd name="connsiteY7" fmla="*/ 2786624 h 2872349"/>
                  <a:gd name="connsiteX8" fmla="*/ 73312 w 3579797"/>
                  <a:gd name="connsiteY8" fmla="*/ 1483060 h 2872349"/>
                  <a:gd name="connsiteX0" fmla="*/ 302951 w 3809436"/>
                  <a:gd name="connsiteY0" fmla="*/ 1483060 h 2872349"/>
                  <a:gd name="connsiteX1" fmla="*/ 818209 w 3809436"/>
                  <a:gd name="connsiteY1" fmla="*/ 719699 h 2872349"/>
                  <a:gd name="connsiteX2" fmla="*/ 1418284 w 3809436"/>
                  <a:gd name="connsiteY2" fmla="*/ 329174 h 2872349"/>
                  <a:gd name="connsiteX3" fmla="*/ 2265554 w 3809436"/>
                  <a:gd name="connsiteY3" fmla="*/ 235285 h 2872349"/>
                  <a:gd name="connsiteX4" fmla="*/ 3094684 w 3809436"/>
                  <a:gd name="connsiteY4" fmla="*/ 786375 h 2872349"/>
                  <a:gd name="connsiteX5" fmla="*/ 3447109 w 3809436"/>
                  <a:gd name="connsiteY5" fmla="*/ 1567425 h 2872349"/>
                  <a:gd name="connsiteX6" fmla="*/ 3018029 w 3809436"/>
                  <a:gd name="connsiteY6" fmla="*/ 2872349 h 2872349"/>
                  <a:gd name="connsiteX7" fmla="*/ 664901 w 3809436"/>
                  <a:gd name="connsiteY7" fmla="*/ 2786624 h 2872349"/>
                  <a:gd name="connsiteX8" fmla="*/ 302951 w 3809436"/>
                  <a:gd name="connsiteY8" fmla="*/ 1483060 h 2872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09436" h="2872349">
                    <a:moveTo>
                      <a:pt x="302951" y="1483060"/>
                    </a:moveTo>
                    <a:cubicBezTo>
                      <a:pt x="112754" y="1085731"/>
                      <a:pt x="541681" y="678878"/>
                      <a:pt x="818209" y="719699"/>
                    </a:cubicBezTo>
                    <a:cubicBezTo>
                      <a:pt x="799159" y="418074"/>
                      <a:pt x="1199209" y="154549"/>
                      <a:pt x="1418284" y="329174"/>
                    </a:cubicBezTo>
                    <a:cubicBezTo>
                      <a:pt x="1767382" y="-254572"/>
                      <a:pt x="2202206" y="85606"/>
                      <a:pt x="2265554" y="235285"/>
                    </a:cubicBezTo>
                    <a:cubicBezTo>
                      <a:pt x="3021356" y="-50918"/>
                      <a:pt x="3100882" y="586803"/>
                      <a:pt x="3094684" y="786375"/>
                    </a:cubicBezTo>
                    <a:cubicBezTo>
                      <a:pt x="3666184" y="757800"/>
                      <a:pt x="3532834" y="1415025"/>
                      <a:pt x="3447109" y="1567425"/>
                    </a:cubicBezTo>
                    <a:cubicBezTo>
                      <a:pt x="3926382" y="1608700"/>
                      <a:pt x="4062756" y="2726299"/>
                      <a:pt x="3018029" y="2872349"/>
                    </a:cubicBezTo>
                    <a:lnTo>
                      <a:pt x="664901" y="2786624"/>
                    </a:lnTo>
                    <a:cubicBezTo>
                      <a:pt x="-122499" y="2456878"/>
                      <a:pt x="-166949" y="1631831"/>
                      <a:pt x="302951" y="1483060"/>
                    </a:cubicBezTo>
                    <a:close/>
                  </a:path>
                </a:pathLst>
              </a:custGeom>
              <a:solidFill>
                <a:srgbClr val="FFB4C9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095371C5-7E4D-3B3A-5668-364E3852049E}"/>
                  </a:ext>
                </a:extLst>
              </p:cNvPr>
              <p:cNvSpPr/>
              <p:nvPr/>
            </p:nvSpPr>
            <p:spPr>
              <a:xfrm>
                <a:off x="4390608" y="1849390"/>
                <a:ext cx="467142" cy="2313035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2569" h="2305050">
                    <a:moveTo>
                      <a:pt x="42519" y="0"/>
                    </a:moveTo>
                    <a:cubicBezTo>
                      <a:pt x="-128931" y="835025"/>
                      <a:pt x="261594" y="1631950"/>
                      <a:pt x="442569" y="2305050"/>
                    </a:cubicBezTo>
                    <a:lnTo>
                      <a:pt x="442569" y="2305050"/>
                    </a:lnTo>
                  </a:path>
                </a:pathLst>
              </a:custGeom>
              <a:noFill/>
              <a:ln w="38100">
                <a:solidFill>
                  <a:srgbClr val="FD8FA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868B5D75-2410-FEDB-7B71-DD749D280992}"/>
                  </a:ext>
                </a:extLst>
              </p:cNvPr>
              <p:cNvSpPr/>
              <p:nvPr/>
            </p:nvSpPr>
            <p:spPr>
              <a:xfrm flipH="1">
                <a:off x="4979369" y="1747790"/>
                <a:ext cx="401957" cy="2414635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2504" h="2381250">
                    <a:moveTo>
                      <a:pt x="173904" y="0"/>
                    </a:moveTo>
                    <a:cubicBezTo>
                      <a:pt x="-254721" y="577850"/>
                      <a:pt x="221529" y="1708150"/>
                      <a:pt x="402504" y="2381250"/>
                    </a:cubicBezTo>
                    <a:lnTo>
                      <a:pt x="402504" y="2381250"/>
                    </a:lnTo>
                  </a:path>
                </a:pathLst>
              </a:custGeom>
              <a:noFill/>
              <a:ln w="38100">
                <a:solidFill>
                  <a:srgbClr val="FD8FA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45378F1E-3F2B-F28A-D1E3-976908874B22}"/>
                  </a:ext>
                </a:extLst>
              </p:cNvPr>
              <p:cNvSpPr/>
              <p:nvPr/>
            </p:nvSpPr>
            <p:spPr>
              <a:xfrm flipH="1">
                <a:off x="4970031" y="2253155"/>
                <a:ext cx="1010292" cy="1880695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2025" h="1819275">
                    <a:moveTo>
                      <a:pt x="0" y="0"/>
                    </a:moveTo>
                    <a:cubicBezTo>
                      <a:pt x="66675" y="654050"/>
                      <a:pt x="333375" y="993775"/>
                      <a:pt x="962025" y="1819275"/>
                    </a:cubicBezTo>
                  </a:path>
                </a:pathLst>
              </a:custGeom>
              <a:noFill/>
              <a:ln w="38100">
                <a:solidFill>
                  <a:srgbClr val="FD8FA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C79E25E7-91D2-E91A-04C0-4AA7ECD072BF}"/>
                  </a:ext>
                </a:extLst>
              </p:cNvPr>
              <p:cNvSpPr/>
              <p:nvPr/>
            </p:nvSpPr>
            <p:spPr>
              <a:xfrm flipH="1">
                <a:off x="5007186" y="2966990"/>
                <a:ext cx="1296296" cy="1226683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1171575"/>
                  <a:gd name="connsiteY0" fmla="*/ 0 h 1190625"/>
                  <a:gd name="connsiteX1" fmla="*/ 1171575 w 1171575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6350" h="1190625">
                    <a:moveTo>
                      <a:pt x="0" y="0"/>
                    </a:moveTo>
                    <a:cubicBezTo>
                      <a:pt x="19050" y="539750"/>
                      <a:pt x="876300" y="898525"/>
                      <a:pt x="1276350" y="1190625"/>
                    </a:cubicBezTo>
                  </a:path>
                </a:pathLst>
              </a:custGeom>
              <a:noFill/>
              <a:ln w="38100">
                <a:solidFill>
                  <a:srgbClr val="FD8FA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410BD364-62F9-DE9C-B304-DE8625978B12}"/>
                  </a:ext>
                </a:extLst>
              </p:cNvPr>
              <p:cNvSpPr/>
              <p:nvPr/>
            </p:nvSpPr>
            <p:spPr>
              <a:xfrm>
                <a:off x="3876870" y="2200883"/>
                <a:ext cx="960338" cy="1855265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2025" h="1819275">
                    <a:moveTo>
                      <a:pt x="0" y="0"/>
                    </a:moveTo>
                    <a:cubicBezTo>
                      <a:pt x="66675" y="654050"/>
                      <a:pt x="333375" y="993775"/>
                      <a:pt x="962025" y="1819275"/>
                    </a:cubicBezTo>
                  </a:path>
                </a:pathLst>
              </a:custGeom>
              <a:noFill/>
              <a:ln w="38100">
                <a:solidFill>
                  <a:srgbClr val="FD8FA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7BABD054-295D-4843-5351-024036C6BF17}"/>
                  </a:ext>
                </a:extLst>
              </p:cNvPr>
              <p:cNvSpPr/>
              <p:nvPr/>
            </p:nvSpPr>
            <p:spPr>
              <a:xfrm>
                <a:off x="3406235" y="2901378"/>
                <a:ext cx="1192882" cy="1240221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1057275"/>
                  <a:gd name="connsiteY0" fmla="*/ 0 h 1323975"/>
                  <a:gd name="connsiteX1" fmla="*/ 1057275 w 1057275"/>
                  <a:gd name="connsiteY1" fmla="*/ 1323975 h 1323975"/>
                  <a:gd name="connsiteX0" fmla="*/ 0 w 1171575"/>
                  <a:gd name="connsiteY0" fmla="*/ 0 h 1200150"/>
                  <a:gd name="connsiteX1" fmla="*/ 1171575 w 1171575"/>
                  <a:gd name="connsiteY1" fmla="*/ 1200150 h 1200150"/>
                  <a:gd name="connsiteX0" fmla="*/ 0 w 1171575"/>
                  <a:gd name="connsiteY0" fmla="*/ 0 h 1200150"/>
                  <a:gd name="connsiteX1" fmla="*/ 1171575 w 1171575"/>
                  <a:gd name="connsiteY1" fmla="*/ 1200150 h 1200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71575" h="1200150">
                    <a:moveTo>
                      <a:pt x="0" y="0"/>
                    </a:moveTo>
                    <a:cubicBezTo>
                      <a:pt x="66675" y="654050"/>
                      <a:pt x="781050" y="908050"/>
                      <a:pt x="1171575" y="1200150"/>
                    </a:cubicBezTo>
                  </a:path>
                </a:pathLst>
              </a:custGeom>
              <a:noFill/>
              <a:ln w="38100">
                <a:solidFill>
                  <a:srgbClr val="FD8FA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86383E2-9316-ECE8-ED63-81CA16E808DF}"/>
                </a:ext>
              </a:extLst>
            </p:cNvPr>
            <p:cNvGrpSpPr/>
            <p:nvPr/>
          </p:nvGrpSpPr>
          <p:grpSpPr>
            <a:xfrm>
              <a:off x="2663031" y="3753051"/>
              <a:ext cx="4123356" cy="2304848"/>
              <a:chOff x="2663031" y="3753051"/>
              <a:chExt cx="4123356" cy="2304848"/>
            </a:xfrm>
            <a:solidFill>
              <a:srgbClr val="FC7093"/>
            </a:solidFill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C13BC6BD-AE3F-D0F7-8198-F2B940B66074}"/>
                  </a:ext>
                </a:extLst>
              </p:cNvPr>
              <p:cNvSpPr/>
              <p:nvPr/>
            </p:nvSpPr>
            <p:spPr>
              <a:xfrm>
                <a:off x="2750820" y="4480560"/>
                <a:ext cx="4035566" cy="1577339"/>
              </a:xfrm>
              <a:prstGeom prst="roundRect">
                <a:avLst>
                  <a:gd name="adj" fmla="val 50000"/>
                </a:avLst>
              </a:pr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12">
                <a:extLst>
                  <a:ext uri="{FF2B5EF4-FFF2-40B4-BE49-F238E27FC236}">
                    <a16:creationId xmlns:a16="http://schemas.microsoft.com/office/drawing/2014/main" id="{C556496D-A50B-1AE1-AF52-0B0F6C8C4EBB}"/>
                  </a:ext>
                </a:extLst>
              </p:cNvPr>
              <p:cNvSpPr/>
              <p:nvPr/>
            </p:nvSpPr>
            <p:spPr>
              <a:xfrm rot="21414075">
                <a:off x="2663031" y="4084457"/>
                <a:ext cx="4123356" cy="1661202"/>
              </a:xfrm>
              <a:custGeom>
                <a:avLst/>
                <a:gdLst>
                  <a:gd name="connsiteX0" fmla="*/ 0 w 1915886"/>
                  <a:gd name="connsiteY0" fmla="*/ 0 h 944909"/>
                  <a:gd name="connsiteX1" fmla="*/ 1915886 w 1915886"/>
                  <a:gd name="connsiteY1" fmla="*/ 0 h 944909"/>
                  <a:gd name="connsiteX2" fmla="*/ 1915886 w 1915886"/>
                  <a:gd name="connsiteY2" fmla="*/ 944909 h 944909"/>
                  <a:gd name="connsiteX3" fmla="*/ 0 w 1915886"/>
                  <a:gd name="connsiteY3" fmla="*/ 944909 h 944909"/>
                  <a:gd name="connsiteX4" fmla="*/ 0 w 1915886"/>
                  <a:gd name="connsiteY4" fmla="*/ 0 h 944909"/>
                  <a:gd name="connsiteX0" fmla="*/ 0 w 2931886"/>
                  <a:gd name="connsiteY0" fmla="*/ 537028 h 944909"/>
                  <a:gd name="connsiteX1" fmla="*/ 2931886 w 2931886"/>
                  <a:gd name="connsiteY1" fmla="*/ 0 h 944909"/>
                  <a:gd name="connsiteX2" fmla="*/ 2931886 w 2931886"/>
                  <a:gd name="connsiteY2" fmla="*/ 944909 h 944909"/>
                  <a:gd name="connsiteX3" fmla="*/ 1016000 w 2931886"/>
                  <a:gd name="connsiteY3" fmla="*/ 944909 h 944909"/>
                  <a:gd name="connsiteX4" fmla="*/ 0 w 2931886"/>
                  <a:gd name="connsiteY4" fmla="*/ 537028 h 944909"/>
                  <a:gd name="connsiteX0" fmla="*/ 0 w 2931886"/>
                  <a:gd name="connsiteY0" fmla="*/ 537028 h 974669"/>
                  <a:gd name="connsiteX1" fmla="*/ 2931886 w 2931886"/>
                  <a:gd name="connsiteY1" fmla="*/ 0 h 974669"/>
                  <a:gd name="connsiteX2" fmla="*/ 2931886 w 2931886"/>
                  <a:gd name="connsiteY2" fmla="*/ 944909 h 974669"/>
                  <a:gd name="connsiteX3" fmla="*/ 1016000 w 2931886"/>
                  <a:gd name="connsiteY3" fmla="*/ 944909 h 974669"/>
                  <a:gd name="connsiteX4" fmla="*/ 391886 w 2931886"/>
                  <a:gd name="connsiteY4" fmla="*/ 959423 h 974669"/>
                  <a:gd name="connsiteX5" fmla="*/ 0 w 2931886"/>
                  <a:gd name="connsiteY5" fmla="*/ 537028 h 974669"/>
                  <a:gd name="connsiteX0" fmla="*/ 0 w 2931886"/>
                  <a:gd name="connsiteY0" fmla="*/ 537028 h 1235195"/>
                  <a:gd name="connsiteX1" fmla="*/ 2931886 w 2931886"/>
                  <a:gd name="connsiteY1" fmla="*/ 0 h 1235195"/>
                  <a:gd name="connsiteX2" fmla="*/ 2931886 w 2931886"/>
                  <a:gd name="connsiteY2" fmla="*/ 944909 h 1235195"/>
                  <a:gd name="connsiteX3" fmla="*/ 1291772 w 2931886"/>
                  <a:gd name="connsiteY3" fmla="*/ 1235195 h 1235195"/>
                  <a:gd name="connsiteX4" fmla="*/ 391886 w 2931886"/>
                  <a:gd name="connsiteY4" fmla="*/ 959423 h 1235195"/>
                  <a:gd name="connsiteX5" fmla="*/ 0 w 2931886"/>
                  <a:gd name="connsiteY5" fmla="*/ 537028 h 1235195"/>
                  <a:gd name="connsiteX0" fmla="*/ 0 w 2931886"/>
                  <a:gd name="connsiteY0" fmla="*/ 537028 h 1307766"/>
                  <a:gd name="connsiteX1" fmla="*/ 2931886 w 2931886"/>
                  <a:gd name="connsiteY1" fmla="*/ 0 h 1307766"/>
                  <a:gd name="connsiteX2" fmla="*/ 2931886 w 2931886"/>
                  <a:gd name="connsiteY2" fmla="*/ 944909 h 1307766"/>
                  <a:gd name="connsiteX3" fmla="*/ 2090057 w 2931886"/>
                  <a:gd name="connsiteY3" fmla="*/ 1307766 h 1307766"/>
                  <a:gd name="connsiteX4" fmla="*/ 1291772 w 2931886"/>
                  <a:gd name="connsiteY4" fmla="*/ 1235195 h 1307766"/>
                  <a:gd name="connsiteX5" fmla="*/ 391886 w 2931886"/>
                  <a:gd name="connsiteY5" fmla="*/ 959423 h 1307766"/>
                  <a:gd name="connsiteX6" fmla="*/ 0 w 2931886"/>
                  <a:gd name="connsiteY6" fmla="*/ 537028 h 1307766"/>
                  <a:gd name="connsiteX0" fmla="*/ 0 w 3483429"/>
                  <a:gd name="connsiteY0" fmla="*/ 537028 h 1307766"/>
                  <a:gd name="connsiteX1" fmla="*/ 2931886 w 3483429"/>
                  <a:gd name="connsiteY1" fmla="*/ 0 h 1307766"/>
                  <a:gd name="connsiteX2" fmla="*/ 3483429 w 3483429"/>
                  <a:gd name="connsiteY2" fmla="*/ 1220680 h 1307766"/>
                  <a:gd name="connsiteX3" fmla="*/ 2090057 w 3483429"/>
                  <a:gd name="connsiteY3" fmla="*/ 1307766 h 1307766"/>
                  <a:gd name="connsiteX4" fmla="*/ 1291772 w 3483429"/>
                  <a:gd name="connsiteY4" fmla="*/ 1235195 h 1307766"/>
                  <a:gd name="connsiteX5" fmla="*/ 391886 w 3483429"/>
                  <a:gd name="connsiteY5" fmla="*/ 959423 h 1307766"/>
                  <a:gd name="connsiteX6" fmla="*/ 0 w 3483429"/>
                  <a:gd name="connsiteY6" fmla="*/ 537028 h 1307766"/>
                  <a:gd name="connsiteX0" fmla="*/ 0 w 3483429"/>
                  <a:gd name="connsiteY0" fmla="*/ 537028 h 1353225"/>
                  <a:gd name="connsiteX1" fmla="*/ 2931886 w 3483429"/>
                  <a:gd name="connsiteY1" fmla="*/ 0 h 1353225"/>
                  <a:gd name="connsiteX2" fmla="*/ 3483429 w 3483429"/>
                  <a:gd name="connsiteY2" fmla="*/ 1220680 h 1353225"/>
                  <a:gd name="connsiteX3" fmla="*/ 2772228 w 3483429"/>
                  <a:gd name="connsiteY3" fmla="*/ 1336794 h 1353225"/>
                  <a:gd name="connsiteX4" fmla="*/ 2090057 w 3483429"/>
                  <a:gd name="connsiteY4" fmla="*/ 1307766 h 1353225"/>
                  <a:gd name="connsiteX5" fmla="*/ 1291772 w 3483429"/>
                  <a:gd name="connsiteY5" fmla="*/ 1235195 h 1353225"/>
                  <a:gd name="connsiteX6" fmla="*/ 391886 w 3483429"/>
                  <a:gd name="connsiteY6" fmla="*/ 959423 h 1353225"/>
                  <a:gd name="connsiteX7" fmla="*/ 0 w 3483429"/>
                  <a:gd name="connsiteY7" fmla="*/ 537028 h 1353225"/>
                  <a:gd name="connsiteX0" fmla="*/ 0 w 3744686"/>
                  <a:gd name="connsiteY0" fmla="*/ 537028 h 1353225"/>
                  <a:gd name="connsiteX1" fmla="*/ 2931886 w 3744686"/>
                  <a:gd name="connsiteY1" fmla="*/ 0 h 1353225"/>
                  <a:gd name="connsiteX2" fmla="*/ 3744686 w 3744686"/>
                  <a:gd name="connsiteY2" fmla="*/ 596565 h 1353225"/>
                  <a:gd name="connsiteX3" fmla="*/ 3483429 w 3744686"/>
                  <a:gd name="connsiteY3" fmla="*/ 1220680 h 1353225"/>
                  <a:gd name="connsiteX4" fmla="*/ 2772228 w 3744686"/>
                  <a:gd name="connsiteY4" fmla="*/ 1336794 h 1353225"/>
                  <a:gd name="connsiteX5" fmla="*/ 2090057 w 3744686"/>
                  <a:gd name="connsiteY5" fmla="*/ 1307766 h 1353225"/>
                  <a:gd name="connsiteX6" fmla="*/ 1291772 w 3744686"/>
                  <a:gd name="connsiteY6" fmla="*/ 1235195 h 1353225"/>
                  <a:gd name="connsiteX7" fmla="*/ 391886 w 3744686"/>
                  <a:gd name="connsiteY7" fmla="*/ 959423 h 1353225"/>
                  <a:gd name="connsiteX8" fmla="*/ 0 w 3744686"/>
                  <a:gd name="connsiteY8" fmla="*/ 537028 h 1353225"/>
                  <a:gd name="connsiteX0" fmla="*/ 0 w 3744686"/>
                  <a:gd name="connsiteY0" fmla="*/ 537028 h 1353225"/>
                  <a:gd name="connsiteX1" fmla="*/ 1857829 w 3744686"/>
                  <a:gd name="connsiteY1" fmla="*/ 0 h 1353225"/>
                  <a:gd name="connsiteX2" fmla="*/ 3744686 w 3744686"/>
                  <a:gd name="connsiteY2" fmla="*/ 596565 h 1353225"/>
                  <a:gd name="connsiteX3" fmla="*/ 3483429 w 3744686"/>
                  <a:gd name="connsiteY3" fmla="*/ 1220680 h 1353225"/>
                  <a:gd name="connsiteX4" fmla="*/ 2772228 w 3744686"/>
                  <a:gd name="connsiteY4" fmla="*/ 1336794 h 1353225"/>
                  <a:gd name="connsiteX5" fmla="*/ 2090057 w 3744686"/>
                  <a:gd name="connsiteY5" fmla="*/ 1307766 h 1353225"/>
                  <a:gd name="connsiteX6" fmla="*/ 1291772 w 3744686"/>
                  <a:gd name="connsiteY6" fmla="*/ 1235195 h 1353225"/>
                  <a:gd name="connsiteX7" fmla="*/ 391886 w 3744686"/>
                  <a:gd name="connsiteY7" fmla="*/ 959423 h 1353225"/>
                  <a:gd name="connsiteX8" fmla="*/ 0 w 3744686"/>
                  <a:gd name="connsiteY8" fmla="*/ 537028 h 1353225"/>
                  <a:gd name="connsiteX0" fmla="*/ 0 w 3744686"/>
                  <a:gd name="connsiteY0" fmla="*/ 493485 h 1309682"/>
                  <a:gd name="connsiteX1" fmla="*/ 2002972 w 3744686"/>
                  <a:gd name="connsiteY1" fmla="*/ 0 h 1309682"/>
                  <a:gd name="connsiteX2" fmla="*/ 3744686 w 3744686"/>
                  <a:gd name="connsiteY2" fmla="*/ 553022 h 1309682"/>
                  <a:gd name="connsiteX3" fmla="*/ 3483429 w 3744686"/>
                  <a:gd name="connsiteY3" fmla="*/ 1177137 h 1309682"/>
                  <a:gd name="connsiteX4" fmla="*/ 2772228 w 3744686"/>
                  <a:gd name="connsiteY4" fmla="*/ 1293251 h 1309682"/>
                  <a:gd name="connsiteX5" fmla="*/ 2090057 w 3744686"/>
                  <a:gd name="connsiteY5" fmla="*/ 1264223 h 1309682"/>
                  <a:gd name="connsiteX6" fmla="*/ 1291772 w 3744686"/>
                  <a:gd name="connsiteY6" fmla="*/ 1191652 h 1309682"/>
                  <a:gd name="connsiteX7" fmla="*/ 391886 w 3744686"/>
                  <a:gd name="connsiteY7" fmla="*/ 915880 h 1309682"/>
                  <a:gd name="connsiteX8" fmla="*/ 0 w 3744686"/>
                  <a:gd name="connsiteY8" fmla="*/ 493485 h 1309682"/>
                  <a:gd name="connsiteX0" fmla="*/ 0 w 3744686"/>
                  <a:gd name="connsiteY0" fmla="*/ 541836 h 1358033"/>
                  <a:gd name="connsiteX1" fmla="*/ 2002972 w 3744686"/>
                  <a:gd name="connsiteY1" fmla="*/ 48351 h 1358033"/>
                  <a:gd name="connsiteX2" fmla="*/ 3744686 w 3744686"/>
                  <a:gd name="connsiteY2" fmla="*/ 601373 h 1358033"/>
                  <a:gd name="connsiteX3" fmla="*/ 3483429 w 3744686"/>
                  <a:gd name="connsiteY3" fmla="*/ 1225488 h 1358033"/>
                  <a:gd name="connsiteX4" fmla="*/ 2772228 w 3744686"/>
                  <a:gd name="connsiteY4" fmla="*/ 1341602 h 1358033"/>
                  <a:gd name="connsiteX5" fmla="*/ 2090057 w 3744686"/>
                  <a:gd name="connsiteY5" fmla="*/ 1312574 h 1358033"/>
                  <a:gd name="connsiteX6" fmla="*/ 1291772 w 3744686"/>
                  <a:gd name="connsiteY6" fmla="*/ 1240003 h 1358033"/>
                  <a:gd name="connsiteX7" fmla="*/ 391886 w 3744686"/>
                  <a:gd name="connsiteY7" fmla="*/ 964231 h 1358033"/>
                  <a:gd name="connsiteX8" fmla="*/ 0 w 3744686"/>
                  <a:gd name="connsiteY8" fmla="*/ 541836 h 1358033"/>
                  <a:gd name="connsiteX0" fmla="*/ 0 w 3686629"/>
                  <a:gd name="connsiteY0" fmla="*/ 540097 h 1356294"/>
                  <a:gd name="connsiteX1" fmla="*/ 2002972 w 3686629"/>
                  <a:gd name="connsiteY1" fmla="*/ 46612 h 1356294"/>
                  <a:gd name="connsiteX2" fmla="*/ 3686629 w 3686629"/>
                  <a:gd name="connsiteY2" fmla="*/ 628662 h 1356294"/>
                  <a:gd name="connsiteX3" fmla="*/ 3483429 w 3686629"/>
                  <a:gd name="connsiteY3" fmla="*/ 1223749 h 1356294"/>
                  <a:gd name="connsiteX4" fmla="*/ 2772228 w 3686629"/>
                  <a:gd name="connsiteY4" fmla="*/ 1339863 h 1356294"/>
                  <a:gd name="connsiteX5" fmla="*/ 2090057 w 3686629"/>
                  <a:gd name="connsiteY5" fmla="*/ 1310835 h 1356294"/>
                  <a:gd name="connsiteX6" fmla="*/ 1291772 w 3686629"/>
                  <a:gd name="connsiteY6" fmla="*/ 1238264 h 1356294"/>
                  <a:gd name="connsiteX7" fmla="*/ 391886 w 3686629"/>
                  <a:gd name="connsiteY7" fmla="*/ 962492 h 1356294"/>
                  <a:gd name="connsiteX8" fmla="*/ 0 w 3686629"/>
                  <a:gd name="connsiteY8" fmla="*/ 540097 h 1356294"/>
                  <a:gd name="connsiteX0" fmla="*/ 0 w 3686629"/>
                  <a:gd name="connsiteY0" fmla="*/ 629706 h 1445903"/>
                  <a:gd name="connsiteX1" fmla="*/ 2002972 w 3686629"/>
                  <a:gd name="connsiteY1" fmla="*/ 136221 h 1445903"/>
                  <a:gd name="connsiteX2" fmla="*/ 3686629 w 3686629"/>
                  <a:gd name="connsiteY2" fmla="*/ 718271 h 1445903"/>
                  <a:gd name="connsiteX3" fmla="*/ 3483429 w 3686629"/>
                  <a:gd name="connsiteY3" fmla="*/ 1313358 h 1445903"/>
                  <a:gd name="connsiteX4" fmla="*/ 2772228 w 3686629"/>
                  <a:gd name="connsiteY4" fmla="*/ 1429472 h 1445903"/>
                  <a:gd name="connsiteX5" fmla="*/ 2090057 w 3686629"/>
                  <a:gd name="connsiteY5" fmla="*/ 1400444 h 1445903"/>
                  <a:gd name="connsiteX6" fmla="*/ 1291772 w 3686629"/>
                  <a:gd name="connsiteY6" fmla="*/ 1327873 h 1445903"/>
                  <a:gd name="connsiteX7" fmla="*/ 391886 w 3686629"/>
                  <a:gd name="connsiteY7" fmla="*/ 1052101 h 1445903"/>
                  <a:gd name="connsiteX8" fmla="*/ 0 w 3686629"/>
                  <a:gd name="connsiteY8" fmla="*/ 629706 h 1445903"/>
                  <a:gd name="connsiteX0" fmla="*/ 0 w 3686629"/>
                  <a:gd name="connsiteY0" fmla="*/ 621998 h 1438195"/>
                  <a:gd name="connsiteX1" fmla="*/ 2002972 w 3686629"/>
                  <a:gd name="connsiteY1" fmla="*/ 128513 h 1438195"/>
                  <a:gd name="connsiteX2" fmla="*/ 3686629 w 3686629"/>
                  <a:gd name="connsiteY2" fmla="*/ 710563 h 1438195"/>
                  <a:gd name="connsiteX3" fmla="*/ 3483429 w 3686629"/>
                  <a:gd name="connsiteY3" fmla="*/ 1305650 h 1438195"/>
                  <a:gd name="connsiteX4" fmla="*/ 2772228 w 3686629"/>
                  <a:gd name="connsiteY4" fmla="*/ 1421764 h 1438195"/>
                  <a:gd name="connsiteX5" fmla="*/ 2090057 w 3686629"/>
                  <a:gd name="connsiteY5" fmla="*/ 1392736 h 1438195"/>
                  <a:gd name="connsiteX6" fmla="*/ 1291772 w 3686629"/>
                  <a:gd name="connsiteY6" fmla="*/ 1320165 h 1438195"/>
                  <a:gd name="connsiteX7" fmla="*/ 391886 w 3686629"/>
                  <a:gd name="connsiteY7" fmla="*/ 1044393 h 1438195"/>
                  <a:gd name="connsiteX8" fmla="*/ 0 w 3686629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43262"/>
                  <a:gd name="connsiteX1" fmla="*/ 2009953 w 3693610"/>
                  <a:gd name="connsiteY1" fmla="*/ 128513 h 1443262"/>
                  <a:gd name="connsiteX2" fmla="*/ 3693610 w 3693610"/>
                  <a:gd name="connsiteY2" fmla="*/ 710563 h 1443262"/>
                  <a:gd name="connsiteX3" fmla="*/ 3490410 w 3693610"/>
                  <a:gd name="connsiteY3" fmla="*/ 1305650 h 1443262"/>
                  <a:gd name="connsiteX4" fmla="*/ 2779209 w 3693610"/>
                  <a:gd name="connsiteY4" fmla="*/ 1421764 h 1443262"/>
                  <a:gd name="connsiteX5" fmla="*/ 2097038 w 3693610"/>
                  <a:gd name="connsiteY5" fmla="*/ 1392736 h 1443262"/>
                  <a:gd name="connsiteX6" fmla="*/ 1298753 w 3693610"/>
                  <a:gd name="connsiteY6" fmla="*/ 1320165 h 1443262"/>
                  <a:gd name="connsiteX7" fmla="*/ 398867 w 3693610"/>
                  <a:gd name="connsiteY7" fmla="*/ 1044393 h 1443262"/>
                  <a:gd name="connsiteX8" fmla="*/ 6981 w 3693610"/>
                  <a:gd name="connsiteY8" fmla="*/ 621998 h 1443262"/>
                  <a:gd name="connsiteX0" fmla="*/ 6981 w 3693610"/>
                  <a:gd name="connsiteY0" fmla="*/ 621998 h 1504614"/>
                  <a:gd name="connsiteX1" fmla="*/ 2009953 w 3693610"/>
                  <a:gd name="connsiteY1" fmla="*/ 128513 h 1504614"/>
                  <a:gd name="connsiteX2" fmla="*/ 3693610 w 3693610"/>
                  <a:gd name="connsiteY2" fmla="*/ 710563 h 1504614"/>
                  <a:gd name="connsiteX3" fmla="*/ 3490410 w 3693610"/>
                  <a:gd name="connsiteY3" fmla="*/ 1305650 h 1504614"/>
                  <a:gd name="connsiteX4" fmla="*/ 2779209 w 3693610"/>
                  <a:gd name="connsiteY4" fmla="*/ 1421764 h 1504614"/>
                  <a:gd name="connsiteX5" fmla="*/ 2097038 w 3693610"/>
                  <a:gd name="connsiteY5" fmla="*/ 1392736 h 1504614"/>
                  <a:gd name="connsiteX6" fmla="*/ 1298753 w 3693610"/>
                  <a:gd name="connsiteY6" fmla="*/ 1320165 h 1504614"/>
                  <a:gd name="connsiteX7" fmla="*/ 398867 w 3693610"/>
                  <a:gd name="connsiteY7" fmla="*/ 1044393 h 1504614"/>
                  <a:gd name="connsiteX8" fmla="*/ 6981 w 3693610"/>
                  <a:gd name="connsiteY8" fmla="*/ 621998 h 1504614"/>
                  <a:gd name="connsiteX0" fmla="*/ 6981 w 3693610"/>
                  <a:gd name="connsiteY0" fmla="*/ 621998 h 1504614"/>
                  <a:gd name="connsiteX1" fmla="*/ 2009953 w 3693610"/>
                  <a:gd name="connsiteY1" fmla="*/ 128513 h 1504614"/>
                  <a:gd name="connsiteX2" fmla="*/ 3693610 w 3693610"/>
                  <a:gd name="connsiteY2" fmla="*/ 710563 h 1504614"/>
                  <a:gd name="connsiteX3" fmla="*/ 3432353 w 3693610"/>
                  <a:gd name="connsiteY3" fmla="*/ 1305650 h 1504614"/>
                  <a:gd name="connsiteX4" fmla="*/ 2779209 w 3693610"/>
                  <a:gd name="connsiteY4" fmla="*/ 1421764 h 1504614"/>
                  <a:gd name="connsiteX5" fmla="*/ 2097038 w 3693610"/>
                  <a:gd name="connsiteY5" fmla="*/ 1392736 h 1504614"/>
                  <a:gd name="connsiteX6" fmla="*/ 1298753 w 3693610"/>
                  <a:gd name="connsiteY6" fmla="*/ 1320165 h 1504614"/>
                  <a:gd name="connsiteX7" fmla="*/ 398867 w 3693610"/>
                  <a:gd name="connsiteY7" fmla="*/ 1044393 h 1504614"/>
                  <a:gd name="connsiteX8" fmla="*/ 6981 w 3693610"/>
                  <a:gd name="connsiteY8" fmla="*/ 621998 h 1504614"/>
                  <a:gd name="connsiteX0" fmla="*/ 6981 w 3693610"/>
                  <a:gd name="connsiteY0" fmla="*/ 621998 h 1509710"/>
                  <a:gd name="connsiteX1" fmla="*/ 2009953 w 3693610"/>
                  <a:gd name="connsiteY1" fmla="*/ 128513 h 1509710"/>
                  <a:gd name="connsiteX2" fmla="*/ 3693610 w 3693610"/>
                  <a:gd name="connsiteY2" fmla="*/ 710563 h 1509710"/>
                  <a:gd name="connsiteX3" fmla="*/ 3432353 w 3693610"/>
                  <a:gd name="connsiteY3" fmla="*/ 1305650 h 1509710"/>
                  <a:gd name="connsiteX4" fmla="*/ 2779209 w 3693610"/>
                  <a:gd name="connsiteY4" fmla="*/ 1421764 h 1509710"/>
                  <a:gd name="connsiteX5" fmla="*/ 2097038 w 3693610"/>
                  <a:gd name="connsiteY5" fmla="*/ 1392736 h 1509710"/>
                  <a:gd name="connsiteX6" fmla="*/ 1298753 w 3693610"/>
                  <a:gd name="connsiteY6" fmla="*/ 1320165 h 1509710"/>
                  <a:gd name="connsiteX7" fmla="*/ 398867 w 3693610"/>
                  <a:gd name="connsiteY7" fmla="*/ 1044393 h 1509710"/>
                  <a:gd name="connsiteX8" fmla="*/ 6981 w 3693610"/>
                  <a:gd name="connsiteY8" fmla="*/ 621998 h 1509710"/>
                  <a:gd name="connsiteX0" fmla="*/ 6981 w 3693610"/>
                  <a:gd name="connsiteY0" fmla="*/ 621998 h 1532587"/>
                  <a:gd name="connsiteX1" fmla="*/ 2009953 w 3693610"/>
                  <a:gd name="connsiteY1" fmla="*/ 128513 h 1532587"/>
                  <a:gd name="connsiteX2" fmla="*/ 3693610 w 3693610"/>
                  <a:gd name="connsiteY2" fmla="*/ 710563 h 1532587"/>
                  <a:gd name="connsiteX3" fmla="*/ 3432353 w 3693610"/>
                  <a:gd name="connsiteY3" fmla="*/ 1305650 h 1532587"/>
                  <a:gd name="connsiteX4" fmla="*/ 2779209 w 3693610"/>
                  <a:gd name="connsiteY4" fmla="*/ 1421764 h 1532587"/>
                  <a:gd name="connsiteX5" fmla="*/ 2097038 w 3693610"/>
                  <a:gd name="connsiteY5" fmla="*/ 1392736 h 1532587"/>
                  <a:gd name="connsiteX6" fmla="*/ 1298753 w 3693610"/>
                  <a:gd name="connsiteY6" fmla="*/ 1320165 h 1532587"/>
                  <a:gd name="connsiteX7" fmla="*/ 398867 w 3693610"/>
                  <a:gd name="connsiteY7" fmla="*/ 1044393 h 1532587"/>
                  <a:gd name="connsiteX8" fmla="*/ 6981 w 3693610"/>
                  <a:gd name="connsiteY8" fmla="*/ 621998 h 1532587"/>
                  <a:gd name="connsiteX0" fmla="*/ 6981 w 3757627"/>
                  <a:gd name="connsiteY0" fmla="*/ 621998 h 1532587"/>
                  <a:gd name="connsiteX1" fmla="*/ 2009953 w 3757627"/>
                  <a:gd name="connsiteY1" fmla="*/ 128513 h 1532587"/>
                  <a:gd name="connsiteX2" fmla="*/ 3693610 w 3757627"/>
                  <a:gd name="connsiteY2" fmla="*/ 710563 h 1532587"/>
                  <a:gd name="connsiteX3" fmla="*/ 3432353 w 3757627"/>
                  <a:gd name="connsiteY3" fmla="*/ 1305650 h 1532587"/>
                  <a:gd name="connsiteX4" fmla="*/ 2779209 w 3757627"/>
                  <a:gd name="connsiteY4" fmla="*/ 1421764 h 1532587"/>
                  <a:gd name="connsiteX5" fmla="*/ 2097038 w 3757627"/>
                  <a:gd name="connsiteY5" fmla="*/ 1392736 h 1532587"/>
                  <a:gd name="connsiteX6" fmla="*/ 1298753 w 3757627"/>
                  <a:gd name="connsiteY6" fmla="*/ 1320165 h 1532587"/>
                  <a:gd name="connsiteX7" fmla="*/ 398867 w 3757627"/>
                  <a:gd name="connsiteY7" fmla="*/ 1044393 h 1532587"/>
                  <a:gd name="connsiteX8" fmla="*/ 6981 w 3757627"/>
                  <a:gd name="connsiteY8" fmla="*/ 621998 h 1532587"/>
                  <a:gd name="connsiteX0" fmla="*/ 14395 w 3573527"/>
                  <a:gd name="connsiteY0" fmla="*/ 402241 h 1568181"/>
                  <a:gd name="connsiteX1" fmla="*/ 1825853 w 3573527"/>
                  <a:gd name="connsiteY1" fmla="*/ 164107 h 1568181"/>
                  <a:gd name="connsiteX2" fmla="*/ 3509510 w 3573527"/>
                  <a:gd name="connsiteY2" fmla="*/ 746157 h 1568181"/>
                  <a:gd name="connsiteX3" fmla="*/ 3248253 w 3573527"/>
                  <a:gd name="connsiteY3" fmla="*/ 1341244 h 1568181"/>
                  <a:gd name="connsiteX4" fmla="*/ 2595109 w 3573527"/>
                  <a:gd name="connsiteY4" fmla="*/ 1457358 h 1568181"/>
                  <a:gd name="connsiteX5" fmla="*/ 1912938 w 3573527"/>
                  <a:gd name="connsiteY5" fmla="*/ 1428330 h 1568181"/>
                  <a:gd name="connsiteX6" fmla="*/ 1114653 w 3573527"/>
                  <a:gd name="connsiteY6" fmla="*/ 1355759 h 1568181"/>
                  <a:gd name="connsiteX7" fmla="*/ 214767 w 3573527"/>
                  <a:gd name="connsiteY7" fmla="*/ 1079987 h 1568181"/>
                  <a:gd name="connsiteX8" fmla="*/ 14395 w 3573527"/>
                  <a:gd name="connsiteY8" fmla="*/ 402241 h 1568181"/>
                  <a:gd name="connsiteX0" fmla="*/ 154307 w 3713439"/>
                  <a:gd name="connsiteY0" fmla="*/ 402241 h 1568181"/>
                  <a:gd name="connsiteX1" fmla="*/ 1965765 w 3713439"/>
                  <a:gd name="connsiteY1" fmla="*/ 164107 h 1568181"/>
                  <a:gd name="connsiteX2" fmla="*/ 3649422 w 3713439"/>
                  <a:gd name="connsiteY2" fmla="*/ 746157 h 1568181"/>
                  <a:gd name="connsiteX3" fmla="*/ 3388165 w 3713439"/>
                  <a:gd name="connsiteY3" fmla="*/ 1341244 h 1568181"/>
                  <a:gd name="connsiteX4" fmla="*/ 2735021 w 3713439"/>
                  <a:gd name="connsiteY4" fmla="*/ 1457358 h 1568181"/>
                  <a:gd name="connsiteX5" fmla="*/ 2052850 w 3713439"/>
                  <a:gd name="connsiteY5" fmla="*/ 1428330 h 1568181"/>
                  <a:gd name="connsiteX6" fmla="*/ 1254565 w 3713439"/>
                  <a:gd name="connsiteY6" fmla="*/ 1355759 h 1568181"/>
                  <a:gd name="connsiteX7" fmla="*/ 354679 w 3713439"/>
                  <a:gd name="connsiteY7" fmla="*/ 1079987 h 1568181"/>
                  <a:gd name="connsiteX8" fmla="*/ 154307 w 3713439"/>
                  <a:gd name="connsiteY8" fmla="*/ 402241 h 1568181"/>
                  <a:gd name="connsiteX0" fmla="*/ 164836 w 3723968"/>
                  <a:gd name="connsiteY0" fmla="*/ 402241 h 1568181"/>
                  <a:gd name="connsiteX1" fmla="*/ 1976294 w 3723968"/>
                  <a:gd name="connsiteY1" fmla="*/ 164107 h 1568181"/>
                  <a:gd name="connsiteX2" fmla="*/ 3659951 w 3723968"/>
                  <a:gd name="connsiteY2" fmla="*/ 746157 h 1568181"/>
                  <a:gd name="connsiteX3" fmla="*/ 3398694 w 3723968"/>
                  <a:gd name="connsiteY3" fmla="*/ 1341244 h 1568181"/>
                  <a:gd name="connsiteX4" fmla="*/ 2745550 w 3723968"/>
                  <a:gd name="connsiteY4" fmla="*/ 1457358 h 1568181"/>
                  <a:gd name="connsiteX5" fmla="*/ 2063379 w 3723968"/>
                  <a:gd name="connsiteY5" fmla="*/ 1428330 h 1568181"/>
                  <a:gd name="connsiteX6" fmla="*/ 1265094 w 3723968"/>
                  <a:gd name="connsiteY6" fmla="*/ 1355759 h 1568181"/>
                  <a:gd name="connsiteX7" fmla="*/ 315556 w 3723968"/>
                  <a:gd name="connsiteY7" fmla="*/ 1044522 h 1568181"/>
                  <a:gd name="connsiteX8" fmla="*/ 164836 w 3723968"/>
                  <a:gd name="connsiteY8" fmla="*/ 402241 h 1568181"/>
                  <a:gd name="connsiteX0" fmla="*/ 240244 w 3799376"/>
                  <a:gd name="connsiteY0" fmla="*/ 402241 h 1568181"/>
                  <a:gd name="connsiteX1" fmla="*/ 2051702 w 3799376"/>
                  <a:gd name="connsiteY1" fmla="*/ 164107 h 1568181"/>
                  <a:gd name="connsiteX2" fmla="*/ 3735359 w 3799376"/>
                  <a:gd name="connsiteY2" fmla="*/ 746157 h 1568181"/>
                  <a:gd name="connsiteX3" fmla="*/ 3474102 w 3799376"/>
                  <a:gd name="connsiteY3" fmla="*/ 1341244 h 1568181"/>
                  <a:gd name="connsiteX4" fmla="*/ 2820958 w 3799376"/>
                  <a:gd name="connsiteY4" fmla="*/ 1457358 h 1568181"/>
                  <a:gd name="connsiteX5" fmla="*/ 2138787 w 3799376"/>
                  <a:gd name="connsiteY5" fmla="*/ 1428330 h 1568181"/>
                  <a:gd name="connsiteX6" fmla="*/ 1340502 w 3799376"/>
                  <a:gd name="connsiteY6" fmla="*/ 1355759 h 1568181"/>
                  <a:gd name="connsiteX7" fmla="*/ 390964 w 3799376"/>
                  <a:gd name="connsiteY7" fmla="*/ 1044522 h 1568181"/>
                  <a:gd name="connsiteX8" fmla="*/ 240244 w 3799376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70355 w 3830944"/>
                  <a:gd name="connsiteY5" fmla="*/ 1428330 h 1568181"/>
                  <a:gd name="connsiteX6" fmla="*/ 1372070 w 3830944"/>
                  <a:gd name="connsiteY6" fmla="*/ 1355759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70355 w 3830944"/>
                  <a:gd name="connsiteY5" fmla="*/ 1428330 h 1568181"/>
                  <a:gd name="connsiteX6" fmla="*/ 1372070 w 3830944"/>
                  <a:gd name="connsiteY6" fmla="*/ 1355759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70355 w 3830944"/>
                  <a:gd name="connsiteY5" fmla="*/ 1428330 h 1568181"/>
                  <a:gd name="connsiteX6" fmla="*/ 1315325 w 3830944"/>
                  <a:gd name="connsiteY6" fmla="*/ 1348666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70355 w 3830944"/>
                  <a:gd name="connsiteY5" fmla="*/ 1428330 h 1568181"/>
                  <a:gd name="connsiteX6" fmla="*/ 1315325 w 3830944"/>
                  <a:gd name="connsiteY6" fmla="*/ 1348666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70355 w 3830944"/>
                  <a:gd name="connsiteY5" fmla="*/ 1428330 h 1568181"/>
                  <a:gd name="connsiteX6" fmla="*/ 1315325 w 3830944"/>
                  <a:gd name="connsiteY6" fmla="*/ 1348666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27797 w 3830944"/>
                  <a:gd name="connsiteY5" fmla="*/ 1399957 h 1568181"/>
                  <a:gd name="connsiteX6" fmla="*/ 1315325 w 3830944"/>
                  <a:gd name="connsiteY6" fmla="*/ 1348666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27797 w 3830944"/>
                  <a:gd name="connsiteY5" fmla="*/ 1399957 h 1568181"/>
                  <a:gd name="connsiteX6" fmla="*/ 1315325 w 3830944"/>
                  <a:gd name="connsiteY6" fmla="*/ 1348666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53956"/>
                  <a:gd name="connsiteX1" fmla="*/ 2083270 w 3830944"/>
                  <a:gd name="connsiteY1" fmla="*/ 164107 h 1553956"/>
                  <a:gd name="connsiteX2" fmla="*/ 3766927 w 3830944"/>
                  <a:gd name="connsiteY2" fmla="*/ 746157 h 1553956"/>
                  <a:gd name="connsiteX3" fmla="*/ 3505670 w 3830944"/>
                  <a:gd name="connsiteY3" fmla="*/ 1341244 h 1553956"/>
                  <a:gd name="connsiteX4" fmla="*/ 2746129 w 3830944"/>
                  <a:gd name="connsiteY4" fmla="*/ 1421893 h 1553956"/>
                  <a:gd name="connsiteX5" fmla="*/ 2127797 w 3830944"/>
                  <a:gd name="connsiteY5" fmla="*/ 1399957 h 1553956"/>
                  <a:gd name="connsiteX6" fmla="*/ 1315325 w 3830944"/>
                  <a:gd name="connsiteY6" fmla="*/ 1348666 h 1553956"/>
                  <a:gd name="connsiteX7" fmla="*/ 422532 w 3830944"/>
                  <a:gd name="connsiteY7" fmla="*/ 1044522 h 1553956"/>
                  <a:gd name="connsiteX8" fmla="*/ 271812 w 3830944"/>
                  <a:gd name="connsiteY8" fmla="*/ 402241 h 1553956"/>
                  <a:gd name="connsiteX0" fmla="*/ 271812 w 3830944"/>
                  <a:gd name="connsiteY0" fmla="*/ 402241 h 1553956"/>
                  <a:gd name="connsiteX1" fmla="*/ 2083270 w 3830944"/>
                  <a:gd name="connsiteY1" fmla="*/ 164107 h 1553956"/>
                  <a:gd name="connsiteX2" fmla="*/ 3766927 w 3830944"/>
                  <a:gd name="connsiteY2" fmla="*/ 746157 h 1553956"/>
                  <a:gd name="connsiteX3" fmla="*/ 3505670 w 3830944"/>
                  <a:gd name="connsiteY3" fmla="*/ 1341244 h 1553956"/>
                  <a:gd name="connsiteX4" fmla="*/ 2746129 w 3830944"/>
                  <a:gd name="connsiteY4" fmla="*/ 1421893 h 1553956"/>
                  <a:gd name="connsiteX5" fmla="*/ 2127797 w 3830944"/>
                  <a:gd name="connsiteY5" fmla="*/ 1399957 h 1553956"/>
                  <a:gd name="connsiteX6" fmla="*/ 1315325 w 3830944"/>
                  <a:gd name="connsiteY6" fmla="*/ 1348666 h 1553956"/>
                  <a:gd name="connsiteX7" fmla="*/ 422532 w 3830944"/>
                  <a:gd name="connsiteY7" fmla="*/ 1044522 h 1553956"/>
                  <a:gd name="connsiteX8" fmla="*/ 271812 w 3830944"/>
                  <a:gd name="connsiteY8" fmla="*/ 402241 h 1553956"/>
                  <a:gd name="connsiteX0" fmla="*/ 271812 w 3830944"/>
                  <a:gd name="connsiteY0" fmla="*/ 402241 h 1562815"/>
                  <a:gd name="connsiteX1" fmla="*/ 2083270 w 3830944"/>
                  <a:gd name="connsiteY1" fmla="*/ 164107 h 1562815"/>
                  <a:gd name="connsiteX2" fmla="*/ 3766927 w 3830944"/>
                  <a:gd name="connsiteY2" fmla="*/ 746157 h 1562815"/>
                  <a:gd name="connsiteX3" fmla="*/ 3505670 w 3830944"/>
                  <a:gd name="connsiteY3" fmla="*/ 1341244 h 1562815"/>
                  <a:gd name="connsiteX4" fmla="*/ 2746129 w 3830944"/>
                  <a:gd name="connsiteY4" fmla="*/ 1421893 h 1562815"/>
                  <a:gd name="connsiteX5" fmla="*/ 2127797 w 3830944"/>
                  <a:gd name="connsiteY5" fmla="*/ 1399957 h 1562815"/>
                  <a:gd name="connsiteX6" fmla="*/ 1315325 w 3830944"/>
                  <a:gd name="connsiteY6" fmla="*/ 1348666 h 1562815"/>
                  <a:gd name="connsiteX7" fmla="*/ 422532 w 3830944"/>
                  <a:gd name="connsiteY7" fmla="*/ 1044522 h 1562815"/>
                  <a:gd name="connsiteX8" fmla="*/ 271812 w 3830944"/>
                  <a:gd name="connsiteY8" fmla="*/ 402241 h 1562815"/>
                  <a:gd name="connsiteX0" fmla="*/ 271812 w 3784260"/>
                  <a:gd name="connsiteY0" fmla="*/ 402241 h 1546334"/>
                  <a:gd name="connsiteX1" fmla="*/ 2083270 w 3784260"/>
                  <a:gd name="connsiteY1" fmla="*/ 164107 h 1546334"/>
                  <a:gd name="connsiteX2" fmla="*/ 3766927 w 3784260"/>
                  <a:gd name="connsiteY2" fmla="*/ 746157 h 1546334"/>
                  <a:gd name="connsiteX3" fmla="*/ 3420553 w 3784260"/>
                  <a:gd name="connsiteY3" fmla="*/ 1312872 h 1546334"/>
                  <a:gd name="connsiteX4" fmla="*/ 2746129 w 3784260"/>
                  <a:gd name="connsiteY4" fmla="*/ 1421893 h 1546334"/>
                  <a:gd name="connsiteX5" fmla="*/ 2127797 w 3784260"/>
                  <a:gd name="connsiteY5" fmla="*/ 1399957 h 1546334"/>
                  <a:gd name="connsiteX6" fmla="*/ 1315325 w 3784260"/>
                  <a:gd name="connsiteY6" fmla="*/ 1348666 h 1546334"/>
                  <a:gd name="connsiteX7" fmla="*/ 422532 w 3784260"/>
                  <a:gd name="connsiteY7" fmla="*/ 1044522 h 1546334"/>
                  <a:gd name="connsiteX8" fmla="*/ 271812 w 3784260"/>
                  <a:gd name="connsiteY8" fmla="*/ 402241 h 1546334"/>
                  <a:gd name="connsiteX0" fmla="*/ 271812 w 3737496"/>
                  <a:gd name="connsiteY0" fmla="*/ 402241 h 1546334"/>
                  <a:gd name="connsiteX1" fmla="*/ 2083270 w 3737496"/>
                  <a:gd name="connsiteY1" fmla="*/ 164107 h 1546334"/>
                  <a:gd name="connsiteX2" fmla="*/ 3660531 w 3737496"/>
                  <a:gd name="connsiteY2" fmla="*/ 526271 h 1546334"/>
                  <a:gd name="connsiteX3" fmla="*/ 3420553 w 3737496"/>
                  <a:gd name="connsiteY3" fmla="*/ 1312872 h 1546334"/>
                  <a:gd name="connsiteX4" fmla="*/ 2746129 w 3737496"/>
                  <a:gd name="connsiteY4" fmla="*/ 1421893 h 1546334"/>
                  <a:gd name="connsiteX5" fmla="*/ 2127797 w 3737496"/>
                  <a:gd name="connsiteY5" fmla="*/ 1399957 h 1546334"/>
                  <a:gd name="connsiteX6" fmla="*/ 1315325 w 3737496"/>
                  <a:gd name="connsiteY6" fmla="*/ 1348666 h 1546334"/>
                  <a:gd name="connsiteX7" fmla="*/ 422532 w 3737496"/>
                  <a:gd name="connsiteY7" fmla="*/ 1044522 h 1546334"/>
                  <a:gd name="connsiteX8" fmla="*/ 271812 w 3737496"/>
                  <a:gd name="connsiteY8" fmla="*/ 402241 h 1546334"/>
                  <a:gd name="connsiteX0" fmla="*/ 271812 w 3838237"/>
                  <a:gd name="connsiteY0" fmla="*/ 402241 h 1546334"/>
                  <a:gd name="connsiteX1" fmla="*/ 2083270 w 3838237"/>
                  <a:gd name="connsiteY1" fmla="*/ 164107 h 1546334"/>
                  <a:gd name="connsiteX2" fmla="*/ 3660531 w 3838237"/>
                  <a:gd name="connsiteY2" fmla="*/ 526271 h 1546334"/>
                  <a:gd name="connsiteX3" fmla="*/ 3420553 w 3838237"/>
                  <a:gd name="connsiteY3" fmla="*/ 1312872 h 1546334"/>
                  <a:gd name="connsiteX4" fmla="*/ 2746129 w 3838237"/>
                  <a:gd name="connsiteY4" fmla="*/ 1421893 h 1546334"/>
                  <a:gd name="connsiteX5" fmla="*/ 2127797 w 3838237"/>
                  <a:gd name="connsiteY5" fmla="*/ 1399957 h 1546334"/>
                  <a:gd name="connsiteX6" fmla="*/ 1315325 w 3838237"/>
                  <a:gd name="connsiteY6" fmla="*/ 1348666 h 1546334"/>
                  <a:gd name="connsiteX7" fmla="*/ 422532 w 3838237"/>
                  <a:gd name="connsiteY7" fmla="*/ 1044522 h 1546334"/>
                  <a:gd name="connsiteX8" fmla="*/ 271812 w 3838237"/>
                  <a:gd name="connsiteY8" fmla="*/ 402241 h 1546334"/>
                  <a:gd name="connsiteX0" fmla="*/ 271812 w 3838237"/>
                  <a:gd name="connsiteY0" fmla="*/ 402241 h 1546334"/>
                  <a:gd name="connsiteX1" fmla="*/ 2083270 w 3838237"/>
                  <a:gd name="connsiteY1" fmla="*/ 164107 h 1546334"/>
                  <a:gd name="connsiteX2" fmla="*/ 3660531 w 3838237"/>
                  <a:gd name="connsiteY2" fmla="*/ 526271 h 1546334"/>
                  <a:gd name="connsiteX3" fmla="*/ 3420553 w 3838237"/>
                  <a:gd name="connsiteY3" fmla="*/ 1312872 h 1546334"/>
                  <a:gd name="connsiteX4" fmla="*/ 2746129 w 3838237"/>
                  <a:gd name="connsiteY4" fmla="*/ 1421893 h 1546334"/>
                  <a:gd name="connsiteX5" fmla="*/ 2127797 w 3838237"/>
                  <a:gd name="connsiteY5" fmla="*/ 1399957 h 1546334"/>
                  <a:gd name="connsiteX6" fmla="*/ 1315325 w 3838237"/>
                  <a:gd name="connsiteY6" fmla="*/ 1348666 h 1546334"/>
                  <a:gd name="connsiteX7" fmla="*/ 422532 w 3838237"/>
                  <a:gd name="connsiteY7" fmla="*/ 1044522 h 1546334"/>
                  <a:gd name="connsiteX8" fmla="*/ 271812 w 3838237"/>
                  <a:gd name="connsiteY8" fmla="*/ 402241 h 1546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8237" h="1546334">
                    <a:moveTo>
                      <a:pt x="271812" y="402241"/>
                    </a:moveTo>
                    <a:cubicBezTo>
                      <a:pt x="562098" y="310317"/>
                      <a:pt x="298013" y="-280998"/>
                      <a:pt x="2083270" y="164107"/>
                    </a:cubicBezTo>
                    <a:cubicBezTo>
                      <a:pt x="3283117" y="-57953"/>
                      <a:pt x="3471888" y="399003"/>
                      <a:pt x="3660531" y="526271"/>
                    </a:cubicBezTo>
                    <a:cubicBezTo>
                      <a:pt x="3857169" y="653702"/>
                      <a:pt x="4015639" y="1259653"/>
                      <a:pt x="3420553" y="1312872"/>
                    </a:cubicBezTo>
                    <a:cubicBezTo>
                      <a:pt x="3142363" y="1700167"/>
                      <a:pt x="2843590" y="1508323"/>
                      <a:pt x="2746129" y="1421893"/>
                    </a:cubicBezTo>
                    <a:cubicBezTo>
                      <a:pt x="2528087" y="1500245"/>
                      <a:pt x="2500331" y="1624928"/>
                      <a:pt x="2127797" y="1399957"/>
                    </a:cubicBezTo>
                    <a:cubicBezTo>
                      <a:pt x="1939726" y="1489257"/>
                      <a:pt x="1754608" y="1668595"/>
                      <a:pt x="1315325" y="1348666"/>
                    </a:cubicBezTo>
                    <a:cubicBezTo>
                      <a:pt x="1219834" y="1375726"/>
                      <a:pt x="790514" y="1632843"/>
                      <a:pt x="422532" y="1044522"/>
                    </a:cubicBezTo>
                    <a:cubicBezTo>
                      <a:pt x="150041" y="1045586"/>
                      <a:pt x="-289853" y="760551"/>
                      <a:pt x="271812" y="402241"/>
                    </a:cubicBezTo>
                    <a:close/>
                  </a:path>
                </a:pathLst>
              </a:custGeom>
              <a:solidFill>
                <a:srgbClr val="FD8FAA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12">
                <a:extLst>
                  <a:ext uri="{FF2B5EF4-FFF2-40B4-BE49-F238E27FC236}">
                    <a16:creationId xmlns:a16="http://schemas.microsoft.com/office/drawing/2014/main" id="{07178940-7016-BCA1-F253-926FC14EF2DC}"/>
                  </a:ext>
                </a:extLst>
              </p:cNvPr>
              <p:cNvSpPr/>
              <p:nvPr/>
            </p:nvSpPr>
            <p:spPr>
              <a:xfrm rot="21411466">
                <a:off x="2916305" y="4006675"/>
                <a:ext cx="3730511" cy="1491739"/>
              </a:xfrm>
              <a:custGeom>
                <a:avLst/>
                <a:gdLst>
                  <a:gd name="connsiteX0" fmla="*/ 0 w 1915886"/>
                  <a:gd name="connsiteY0" fmla="*/ 0 h 944909"/>
                  <a:gd name="connsiteX1" fmla="*/ 1915886 w 1915886"/>
                  <a:gd name="connsiteY1" fmla="*/ 0 h 944909"/>
                  <a:gd name="connsiteX2" fmla="*/ 1915886 w 1915886"/>
                  <a:gd name="connsiteY2" fmla="*/ 944909 h 944909"/>
                  <a:gd name="connsiteX3" fmla="*/ 0 w 1915886"/>
                  <a:gd name="connsiteY3" fmla="*/ 944909 h 944909"/>
                  <a:gd name="connsiteX4" fmla="*/ 0 w 1915886"/>
                  <a:gd name="connsiteY4" fmla="*/ 0 h 944909"/>
                  <a:gd name="connsiteX0" fmla="*/ 0 w 2931886"/>
                  <a:gd name="connsiteY0" fmla="*/ 537028 h 944909"/>
                  <a:gd name="connsiteX1" fmla="*/ 2931886 w 2931886"/>
                  <a:gd name="connsiteY1" fmla="*/ 0 h 944909"/>
                  <a:gd name="connsiteX2" fmla="*/ 2931886 w 2931886"/>
                  <a:gd name="connsiteY2" fmla="*/ 944909 h 944909"/>
                  <a:gd name="connsiteX3" fmla="*/ 1016000 w 2931886"/>
                  <a:gd name="connsiteY3" fmla="*/ 944909 h 944909"/>
                  <a:gd name="connsiteX4" fmla="*/ 0 w 2931886"/>
                  <a:gd name="connsiteY4" fmla="*/ 537028 h 944909"/>
                  <a:gd name="connsiteX0" fmla="*/ 0 w 2931886"/>
                  <a:gd name="connsiteY0" fmla="*/ 537028 h 974669"/>
                  <a:gd name="connsiteX1" fmla="*/ 2931886 w 2931886"/>
                  <a:gd name="connsiteY1" fmla="*/ 0 h 974669"/>
                  <a:gd name="connsiteX2" fmla="*/ 2931886 w 2931886"/>
                  <a:gd name="connsiteY2" fmla="*/ 944909 h 974669"/>
                  <a:gd name="connsiteX3" fmla="*/ 1016000 w 2931886"/>
                  <a:gd name="connsiteY3" fmla="*/ 944909 h 974669"/>
                  <a:gd name="connsiteX4" fmla="*/ 391886 w 2931886"/>
                  <a:gd name="connsiteY4" fmla="*/ 959423 h 974669"/>
                  <a:gd name="connsiteX5" fmla="*/ 0 w 2931886"/>
                  <a:gd name="connsiteY5" fmla="*/ 537028 h 974669"/>
                  <a:gd name="connsiteX0" fmla="*/ 0 w 2931886"/>
                  <a:gd name="connsiteY0" fmla="*/ 537028 h 1235195"/>
                  <a:gd name="connsiteX1" fmla="*/ 2931886 w 2931886"/>
                  <a:gd name="connsiteY1" fmla="*/ 0 h 1235195"/>
                  <a:gd name="connsiteX2" fmla="*/ 2931886 w 2931886"/>
                  <a:gd name="connsiteY2" fmla="*/ 944909 h 1235195"/>
                  <a:gd name="connsiteX3" fmla="*/ 1291772 w 2931886"/>
                  <a:gd name="connsiteY3" fmla="*/ 1235195 h 1235195"/>
                  <a:gd name="connsiteX4" fmla="*/ 391886 w 2931886"/>
                  <a:gd name="connsiteY4" fmla="*/ 959423 h 1235195"/>
                  <a:gd name="connsiteX5" fmla="*/ 0 w 2931886"/>
                  <a:gd name="connsiteY5" fmla="*/ 537028 h 1235195"/>
                  <a:gd name="connsiteX0" fmla="*/ 0 w 2931886"/>
                  <a:gd name="connsiteY0" fmla="*/ 537028 h 1307766"/>
                  <a:gd name="connsiteX1" fmla="*/ 2931886 w 2931886"/>
                  <a:gd name="connsiteY1" fmla="*/ 0 h 1307766"/>
                  <a:gd name="connsiteX2" fmla="*/ 2931886 w 2931886"/>
                  <a:gd name="connsiteY2" fmla="*/ 944909 h 1307766"/>
                  <a:gd name="connsiteX3" fmla="*/ 2090057 w 2931886"/>
                  <a:gd name="connsiteY3" fmla="*/ 1307766 h 1307766"/>
                  <a:gd name="connsiteX4" fmla="*/ 1291772 w 2931886"/>
                  <a:gd name="connsiteY4" fmla="*/ 1235195 h 1307766"/>
                  <a:gd name="connsiteX5" fmla="*/ 391886 w 2931886"/>
                  <a:gd name="connsiteY5" fmla="*/ 959423 h 1307766"/>
                  <a:gd name="connsiteX6" fmla="*/ 0 w 2931886"/>
                  <a:gd name="connsiteY6" fmla="*/ 537028 h 1307766"/>
                  <a:gd name="connsiteX0" fmla="*/ 0 w 3483429"/>
                  <a:gd name="connsiteY0" fmla="*/ 537028 h 1307766"/>
                  <a:gd name="connsiteX1" fmla="*/ 2931886 w 3483429"/>
                  <a:gd name="connsiteY1" fmla="*/ 0 h 1307766"/>
                  <a:gd name="connsiteX2" fmla="*/ 3483429 w 3483429"/>
                  <a:gd name="connsiteY2" fmla="*/ 1220680 h 1307766"/>
                  <a:gd name="connsiteX3" fmla="*/ 2090057 w 3483429"/>
                  <a:gd name="connsiteY3" fmla="*/ 1307766 h 1307766"/>
                  <a:gd name="connsiteX4" fmla="*/ 1291772 w 3483429"/>
                  <a:gd name="connsiteY4" fmla="*/ 1235195 h 1307766"/>
                  <a:gd name="connsiteX5" fmla="*/ 391886 w 3483429"/>
                  <a:gd name="connsiteY5" fmla="*/ 959423 h 1307766"/>
                  <a:gd name="connsiteX6" fmla="*/ 0 w 3483429"/>
                  <a:gd name="connsiteY6" fmla="*/ 537028 h 1307766"/>
                  <a:gd name="connsiteX0" fmla="*/ 0 w 3483429"/>
                  <a:gd name="connsiteY0" fmla="*/ 537028 h 1353225"/>
                  <a:gd name="connsiteX1" fmla="*/ 2931886 w 3483429"/>
                  <a:gd name="connsiteY1" fmla="*/ 0 h 1353225"/>
                  <a:gd name="connsiteX2" fmla="*/ 3483429 w 3483429"/>
                  <a:gd name="connsiteY2" fmla="*/ 1220680 h 1353225"/>
                  <a:gd name="connsiteX3" fmla="*/ 2772228 w 3483429"/>
                  <a:gd name="connsiteY3" fmla="*/ 1336794 h 1353225"/>
                  <a:gd name="connsiteX4" fmla="*/ 2090057 w 3483429"/>
                  <a:gd name="connsiteY4" fmla="*/ 1307766 h 1353225"/>
                  <a:gd name="connsiteX5" fmla="*/ 1291772 w 3483429"/>
                  <a:gd name="connsiteY5" fmla="*/ 1235195 h 1353225"/>
                  <a:gd name="connsiteX6" fmla="*/ 391886 w 3483429"/>
                  <a:gd name="connsiteY6" fmla="*/ 959423 h 1353225"/>
                  <a:gd name="connsiteX7" fmla="*/ 0 w 3483429"/>
                  <a:gd name="connsiteY7" fmla="*/ 537028 h 1353225"/>
                  <a:gd name="connsiteX0" fmla="*/ 0 w 3744686"/>
                  <a:gd name="connsiteY0" fmla="*/ 537028 h 1353225"/>
                  <a:gd name="connsiteX1" fmla="*/ 2931886 w 3744686"/>
                  <a:gd name="connsiteY1" fmla="*/ 0 h 1353225"/>
                  <a:gd name="connsiteX2" fmla="*/ 3744686 w 3744686"/>
                  <a:gd name="connsiteY2" fmla="*/ 596565 h 1353225"/>
                  <a:gd name="connsiteX3" fmla="*/ 3483429 w 3744686"/>
                  <a:gd name="connsiteY3" fmla="*/ 1220680 h 1353225"/>
                  <a:gd name="connsiteX4" fmla="*/ 2772228 w 3744686"/>
                  <a:gd name="connsiteY4" fmla="*/ 1336794 h 1353225"/>
                  <a:gd name="connsiteX5" fmla="*/ 2090057 w 3744686"/>
                  <a:gd name="connsiteY5" fmla="*/ 1307766 h 1353225"/>
                  <a:gd name="connsiteX6" fmla="*/ 1291772 w 3744686"/>
                  <a:gd name="connsiteY6" fmla="*/ 1235195 h 1353225"/>
                  <a:gd name="connsiteX7" fmla="*/ 391886 w 3744686"/>
                  <a:gd name="connsiteY7" fmla="*/ 959423 h 1353225"/>
                  <a:gd name="connsiteX8" fmla="*/ 0 w 3744686"/>
                  <a:gd name="connsiteY8" fmla="*/ 537028 h 1353225"/>
                  <a:gd name="connsiteX0" fmla="*/ 0 w 3744686"/>
                  <a:gd name="connsiteY0" fmla="*/ 537028 h 1353225"/>
                  <a:gd name="connsiteX1" fmla="*/ 1857829 w 3744686"/>
                  <a:gd name="connsiteY1" fmla="*/ 0 h 1353225"/>
                  <a:gd name="connsiteX2" fmla="*/ 3744686 w 3744686"/>
                  <a:gd name="connsiteY2" fmla="*/ 596565 h 1353225"/>
                  <a:gd name="connsiteX3" fmla="*/ 3483429 w 3744686"/>
                  <a:gd name="connsiteY3" fmla="*/ 1220680 h 1353225"/>
                  <a:gd name="connsiteX4" fmla="*/ 2772228 w 3744686"/>
                  <a:gd name="connsiteY4" fmla="*/ 1336794 h 1353225"/>
                  <a:gd name="connsiteX5" fmla="*/ 2090057 w 3744686"/>
                  <a:gd name="connsiteY5" fmla="*/ 1307766 h 1353225"/>
                  <a:gd name="connsiteX6" fmla="*/ 1291772 w 3744686"/>
                  <a:gd name="connsiteY6" fmla="*/ 1235195 h 1353225"/>
                  <a:gd name="connsiteX7" fmla="*/ 391886 w 3744686"/>
                  <a:gd name="connsiteY7" fmla="*/ 959423 h 1353225"/>
                  <a:gd name="connsiteX8" fmla="*/ 0 w 3744686"/>
                  <a:gd name="connsiteY8" fmla="*/ 537028 h 1353225"/>
                  <a:gd name="connsiteX0" fmla="*/ 0 w 3744686"/>
                  <a:gd name="connsiteY0" fmla="*/ 493485 h 1309682"/>
                  <a:gd name="connsiteX1" fmla="*/ 2002972 w 3744686"/>
                  <a:gd name="connsiteY1" fmla="*/ 0 h 1309682"/>
                  <a:gd name="connsiteX2" fmla="*/ 3744686 w 3744686"/>
                  <a:gd name="connsiteY2" fmla="*/ 553022 h 1309682"/>
                  <a:gd name="connsiteX3" fmla="*/ 3483429 w 3744686"/>
                  <a:gd name="connsiteY3" fmla="*/ 1177137 h 1309682"/>
                  <a:gd name="connsiteX4" fmla="*/ 2772228 w 3744686"/>
                  <a:gd name="connsiteY4" fmla="*/ 1293251 h 1309682"/>
                  <a:gd name="connsiteX5" fmla="*/ 2090057 w 3744686"/>
                  <a:gd name="connsiteY5" fmla="*/ 1264223 h 1309682"/>
                  <a:gd name="connsiteX6" fmla="*/ 1291772 w 3744686"/>
                  <a:gd name="connsiteY6" fmla="*/ 1191652 h 1309682"/>
                  <a:gd name="connsiteX7" fmla="*/ 391886 w 3744686"/>
                  <a:gd name="connsiteY7" fmla="*/ 915880 h 1309682"/>
                  <a:gd name="connsiteX8" fmla="*/ 0 w 3744686"/>
                  <a:gd name="connsiteY8" fmla="*/ 493485 h 1309682"/>
                  <a:gd name="connsiteX0" fmla="*/ 0 w 3744686"/>
                  <a:gd name="connsiteY0" fmla="*/ 541836 h 1358033"/>
                  <a:gd name="connsiteX1" fmla="*/ 2002972 w 3744686"/>
                  <a:gd name="connsiteY1" fmla="*/ 48351 h 1358033"/>
                  <a:gd name="connsiteX2" fmla="*/ 3744686 w 3744686"/>
                  <a:gd name="connsiteY2" fmla="*/ 601373 h 1358033"/>
                  <a:gd name="connsiteX3" fmla="*/ 3483429 w 3744686"/>
                  <a:gd name="connsiteY3" fmla="*/ 1225488 h 1358033"/>
                  <a:gd name="connsiteX4" fmla="*/ 2772228 w 3744686"/>
                  <a:gd name="connsiteY4" fmla="*/ 1341602 h 1358033"/>
                  <a:gd name="connsiteX5" fmla="*/ 2090057 w 3744686"/>
                  <a:gd name="connsiteY5" fmla="*/ 1312574 h 1358033"/>
                  <a:gd name="connsiteX6" fmla="*/ 1291772 w 3744686"/>
                  <a:gd name="connsiteY6" fmla="*/ 1240003 h 1358033"/>
                  <a:gd name="connsiteX7" fmla="*/ 391886 w 3744686"/>
                  <a:gd name="connsiteY7" fmla="*/ 964231 h 1358033"/>
                  <a:gd name="connsiteX8" fmla="*/ 0 w 3744686"/>
                  <a:gd name="connsiteY8" fmla="*/ 541836 h 1358033"/>
                  <a:gd name="connsiteX0" fmla="*/ 0 w 3686629"/>
                  <a:gd name="connsiteY0" fmla="*/ 540097 h 1356294"/>
                  <a:gd name="connsiteX1" fmla="*/ 2002972 w 3686629"/>
                  <a:gd name="connsiteY1" fmla="*/ 46612 h 1356294"/>
                  <a:gd name="connsiteX2" fmla="*/ 3686629 w 3686629"/>
                  <a:gd name="connsiteY2" fmla="*/ 628662 h 1356294"/>
                  <a:gd name="connsiteX3" fmla="*/ 3483429 w 3686629"/>
                  <a:gd name="connsiteY3" fmla="*/ 1223749 h 1356294"/>
                  <a:gd name="connsiteX4" fmla="*/ 2772228 w 3686629"/>
                  <a:gd name="connsiteY4" fmla="*/ 1339863 h 1356294"/>
                  <a:gd name="connsiteX5" fmla="*/ 2090057 w 3686629"/>
                  <a:gd name="connsiteY5" fmla="*/ 1310835 h 1356294"/>
                  <a:gd name="connsiteX6" fmla="*/ 1291772 w 3686629"/>
                  <a:gd name="connsiteY6" fmla="*/ 1238264 h 1356294"/>
                  <a:gd name="connsiteX7" fmla="*/ 391886 w 3686629"/>
                  <a:gd name="connsiteY7" fmla="*/ 962492 h 1356294"/>
                  <a:gd name="connsiteX8" fmla="*/ 0 w 3686629"/>
                  <a:gd name="connsiteY8" fmla="*/ 540097 h 1356294"/>
                  <a:gd name="connsiteX0" fmla="*/ 0 w 3686629"/>
                  <a:gd name="connsiteY0" fmla="*/ 629706 h 1445903"/>
                  <a:gd name="connsiteX1" fmla="*/ 2002972 w 3686629"/>
                  <a:gd name="connsiteY1" fmla="*/ 136221 h 1445903"/>
                  <a:gd name="connsiteX2" fmla="*/ 3686629 w 3686629"/>
                  <a:gd name="connsiteY2" fmla="*/ 718271 h 1445903"/>
                  <a:gd name="connsiteX3" fmla="*/ 3483429 w 3686629"/>
                  <a:gd name="connsiteY3" fmla="*/ 1313358 h 1445903"/>
                  <a:gd name="connsiteX4" fmla="*/ 2772228 w 3686629"/>
                  <a:gd name="connsiteY4" fmla="*/ 1429472 h 1445903"/>
                  <a:gd name="connsiteX5" fmla="*/ 2090057 w 3686629"/>
                  <a:gd name="connsiteY5" fmla="*/ 1400444 h 1445903"/>
                  <a:gd name="connsiteX6" fmla="*/ 1291772 w 3686629"/>
                  <a:gd name="connsiteY6" fmla="*/ 1327873 h 1445903"/>
                  <a:gd name="connsiteX7" fmla="*/ 391886 w 3686629"/>
                  <a:gd name="connsiteY7" fmla="*/ 1052101 h 1445903"/>
                  <a:gd name="connsiteX8" fmla="*/ 0 w 3686629"/>
                  <a:gd name="connsiteY8" fmla="*/ 629706 h 1445903"/>
                  <a:gd name="connsiteX0" fmla="*/ 0 w 3686629"/>
                  <a:gd name="connsiteY0" fmla="*/ 621998 h 1438195"/>
                  <a:gd name="connsiteX1" fmla="*/ 2002972 w 3686629"/>
                  <a:gd name="connsiteY1" fmla="*/ 128513 h 1438195"/>
                  <a:gd name="connsiteX2" fmla="*/ 3686629 w 3686629"/>
                  <a:gd name="connsiteY2" fmla="*/ 710563 h 1438195"/>
                  <a:gd name="connsiteX3" fmla="*/ 3483429 w 3686629"/>
                  <a:gd name="connsiteY3" fmla="*/ 1305650 h 1438195"/>
                  <a:gd name="connsiteX4" fmla="*/ 2772228 w 3686629"/>
                  <a:gd name="connsiteY4" fmla="*/ 1421764 h 1438195"/>
                  <a:gd name="connsiteX5" fmla="*/ 2090057 w 3686629"/>
                  <a:gd name="connsiteY5" fmla="*/ 1392736 h 1438195"/>
                  <a:gd name="connsiteX6" fmla="*/ 1291772 w 3686629"/>
                  <a:gd name="connsiteY6" fmla="*/ 1320165 h 1438195"/>
                  <a:gd name="connsiteX7" fmla="*/ 391886 w 3686629"/>
                  <a:gd name="connsiteY7" fmla="*/ 1044393 h 1438195"/>
                  <a:gd name="connsiteX8" fmla="*/ 0 w 3686629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43262"/>
                  <a:gd name="connsiteX1" fmla="*/ 2009953 w 3693610"/>
                  <a:gd name="connsiteY1" fmla="*/ 128513 h 1443262"/>
                  <a:gd name="connsiteX2" fmla="*/ 3693610 w 3693610"/>
                  <a:gd name="connsiteY2" fmla="*/ 710563 h 1443262"/>
                  <a:gd name="connsiteX3" fmla="*/ 3490410 w 3693610"/>
                  <a:gd name="connsiteY3" fmla="*/ 1305650 h 1443262"/>
                  <a:gd name="connsiteX4" fmla="*/ 2779209 w 3693610"/>
                  <a:gd name="connsiteY4" fmla="*/ 1421764 h 1443262"/>
                  <a:gd name="connsiteX5" fmla="*/ 2097038 w 3693610"/>
                  <a:gd name="connsiteY5" fmla="*/ 1392736 h 1443262"/>
                  <a:gd name="connsiteX6" fmla="*/ 1298753 w 3693610"/>
                  <a:gd name="connsiteY6" fmla="*/ 1320165 h 1443262"/>
                  <a:gd name="connsiteX7" fmla="*/ 398867 w 3693610"/>
                  <a:gd name="connsiteY7" fmla="*/ 1044393 h 1443262"/>
                  <a:gd name="connsiteX8" fmla="*/ 6981 w 3693610"/>
                  <a:gd name="connsiteY8" fmla="*/ 621998 h 1443262"/>
                  <a:gd name="connsiteX0" fmla="*/ 6981 w 3693610"/>
                  <a:gd name="connsiteY0" fmla="*/ 621998 h 1504614"/>
                  <a:gd name="connsiteX1" fmla="*/ 2009953 w 3693610"/>
                  <a:gd name="connsiteY1" fmla="*/ 128513 h 1504614"/>
                  <a:gd name="connsiteX2" fmla="*/ 3693610 w 3693610"/>
                  <a:gd name="connsiteY2" fmla="*/ 710563 h 1504614"/>
                  <a:gd name="connsiteX3" fmla="*/ 3490410 w 3693610"/>
                  <a:gd name="connsiteY3" fmla="*/ 1305650 h 1504614"/>
                  <a:gd name="connsiteX4" fmla="*/ 2779209 w 3693610"/>
                  <a:gd name="connsiteY4" fmla="*/ 1421764 h 1504614"/>
                  <a:gd name="connsiteX5" fmla="*/ 2097038 w 3693610"/>
                  <a:gd name="connsiteY5" fmla="*/ 1392736 h 1504614"/>
                  <a:gd name="connsiteX6" fmla="*/ 1298753 w 3693610"/>
                  <a:gd name="connsiteY6" fmla="*/ 1320165 h 1504614"/>
                  <a:gd name="connsiteX7" fmla="*/ 398867 w 3693610"/>
                  <a:gd name="connsiteY7" fmla="*/ 1044393 h 1504614"/>
                  <a:gd name="connsiteX8" fmla="*/ 6981 w 3693610"/>
                  <a:gd name="connsiteY8" fmla="*/ 621998 h 1504614"/>
                  <a:gd name="connsiteX0" fmla="*/ 6981 w 3693610"/>
                  <a:gd name="connsiteY0" fmla="*/ 621998 h 1504614"/>
                  <a:gd name="connsiteX1" fmla="*/ 2009953 w 3693610"/>
                  <a:gd name="connsiteY1" fmla="*/ 128513 h 1504614"/>
                  <a:gd name="connsiteX2" fmla="*/ 3693610 w 3693610"/>
                  <a:gd name="connsiteY2" fmla="*/ 710563 h 1504614"/>
                  <a:gd name="connsiteX3" fmla="*/ 3432353 w 3693610"/>
                  <a:gd name="connsiteY3" fmla="*/ 1305650 h 1504614"/>
                  <a:gd name="connsiteX4" fmla="*/ 2779209 w 3693610"/>
                  <a:gd name="connsiteY4" fmla="*/ 1421764 h 1504614"/>
                  <a:gd name="connsiteX5" fmla="*/ 2097038 w 3693610"/>
                  <a:gd name="connsiteY5" fmla="*/ 1392736 h 1504614"/>
                  <a:gd name="connsiteX6" fmla="*/ 1298753 w 3693610"/>
                  <a:gd name="connsiteY6" fmla="*/ 1320165 h 1504614"/>
                  <a:gd name="connsiteX7" fmla="*/ 398867 w 3693610"/>
                  <a:gd name="connsiteY7" fmla="*/ 1044393 h 1504614"/>
                  <a:gd name="connsiteX8" fmla="*/ 6981 w 3693610"/>
                  <a:gd name="connsiteY8" fmla="*/ 621998 h 1504614"/>
                  <a:gd name="connsiteX0" fmla="*/ 6981 w 3693610"/>
                  <a:gd name="connsiteY0" fmla="*/ 621998 h 1509710"/>
                  <a:gd name="connsiteX1" fmla="*/ 2009953 w 3693610"/>
                  <a:gd name="connsiteY1" fmla="*/ 128513 h 1509710"/>
                  <a:gd name="connsiteX2" fmla="*/ 3693610 w 3693610"/>
                  <a:gd name="connsiteY2" fmla="*/ 710563 h 1509710"/>
                  <a:gd name="connsiteX3" fmla="*/ 3432353 w 3693610"/>
                  <a:gd name="connsiteY3" fmla="*/ 1305650 h 1509710"/>
                  <a:gd name="connsiteX4" fmla="*/ 2779209 w 3693610"/>
                  <a:gd name="connsiteY4" fmla="*/ 1421764 h 1509710"/>
                  <a:gd name="connsiteX5" fmla="*/ 2097038 w 3693610"/>
                  <a:gd name="connsiteY5" fmla="*/ 1392736 h 1509710"/>
                  <a:gd name="connsiteX6" fmla="*/ 1298753 w 3693610"/>
                  <a:gd name="connsiteY6" fmla="*/ 1320165 h 1509710"/>
                  <a:gd name="connsiteX7" fmla="*/ 398867 w 3693610"/>
                  <a:gd name="connsiteY7" fmla="*/ 1044393 h 1509710"/>
                  <a:gd name="connsiteX8" fmla="*/ 6981 w 3693610"/>
                  <a:gd name="connsiteY8" fmla="*/ 621998 h 1509710"/>
                  <a:gd name="connsiteX0" fmla="*/ 6981 w 3693610"/>
                  <a:gd name="connsiteY0" fmla="*/ 621998 h 1532587"/>
                  <a:gd name="connsiteX1" fmla="*/ 2009953 w 3693610"/>
                  <a:gd name="connsiteY1" fmla="*/ 128513 h 1532587"/>
                  <a:gd name="connsiteX2" fmla="*/ 3693610 w 3693610"/>
                  <a:gd name="connsiteY2" fmla="*/ 710563 h 1532587"/>
                  <a:gd name="connsiteX3" fmla="*/ 3432353 w 3693610"/>
                  <a:gd name="connsiteY3" fmla="*/ 1305650 h 1532587"/>
                  <a:gd name="connsiteX4" fmla="*/ 2779209 w 3693610"/>
                  <a:gd name="connsiteY4" fmla="*/ 1421764 h 1532587"/>
                  <a:gd name="connsiteX5" fmla="*/ 2097038 w 3693610"/>
                  <a:gd name="connsiteY5" fmla="*/ 1392736 h 1532587"/>
                  <a:gd name="connsiteX6" fmla="*/ 1298753 w 3693610"/>
                  <a:gd name="connsiteY6" fmla="*/ 1320165 h 1532587"/>
                  <a:gd name="connsiteX7" fmla="*/ 398867 w 3693610"/>
                  <a:gd name="connsiteY7" fmla="*/ 1044393 h 1532587"/>
                  <a:gd name="connsiteX8" fmla="*/ 6981 w 3693610"/>
                  <a:gd name="connsiteY8" fmla="*/ 621998 h 1532587"/>
                  <a:gd name="connsiteX0" fmla="*/ 6981 w 3757627"/>
                  <a:gd name="connsiteY0" fmla="*/ 621998 h 1532587"/>
                  <a:gd name="connsiteX1" fmla="*/ 2009953 w 3757627"/>
                  <a:gd name="connsiteY1" fmla="*/ 128513 h 1532587"/>
                  <a:gd name="connsiteX2" fmla="*/ 3693610 w 3757627"/>
                  <a:gd name="connsiteY2" fmla="*/ 710563 h 1532587"/>
                  <a:gd name="connsiteX3" fmla="*/ 3432353 w 3757627"/>
                  <a:gd name="connsiteY3" fmla="*/ 1305650 h 1532587"/>
                  <a:gd name="connsiteX4" fmla="*/ 2779209 w 3757627"/>
                  <a:gd name="connsiteY4" fmla="*/ 1421764 h 1532587"/>
                  <a:gd name="connsiteX5" fmla="*/ 2097038 w 3757627"/>
                  <a:gd name="connsiteY5" fmla="*/ 1392736 h 1532587"/>
                  <a:gd name="connsiteX6" fmla="*/ 1298753 w 3757627"/>
                  <a:gd name="connsiteY6" fmla="*/ 1320165 h 1532587"/>
                  <a:gd name="connsiteX7" fmla="*/ 398867 w 3757627"/>
                  <a:gd name="connsiteY7" fmla="*/ 1044393 h 1532587"/>
                  <a:gd name="connsiteX8" fmla="*/ 6981 w 3757627"/>
                  <a:gd name="connsiteY8" fmla="*/ 621998 h 1532587"/>
                  <a:gd name="connsiteX0" fmla="*/ 8268 w 3701764"/>
                  <a:gd name="connsiteY0" fmla="*/ 568790 h 1539534"/>
                  <a:gd name="connsiteX1" fmla="*/ 1954090 w 3701764"/>
                  <a:gd name="connsiteY1" fmla="*/ 135460 h 1539534"/>
                  <a:gd name="connsiteX2" fmla="*/ 3637747 w 3701764"/>
                  <a:gd name="connsiteY2" fmla="*/ 717510 h 1539534"/>
                  <a:gd name="connsiteX3" fmla="*/ 3376490 w 3701764"/>
                  <a:gd name="connsiteY3" fmla="*/ 1312597 h 1539534"/>
                  <a:gd name="connsiteX4" fmla="*/ 2723346 w 3701764"/>
                  <a:gd name="connsiteY4" fmla="*/ 1428711 h 1539534"/>
                  <a:gd name="connsiteX5" fmla="*/ 2041175 w 3701764"/>
                  <a:gd name="connsiteY5" fmla="*/ 1399683 h 1539534"/>
                  <a:gd name="connsiteX6" fmla="*/ 1242890 w 3701764"/>
                  <a:gd name="connsiteY6" fmla="*/ 1327112 h 1539534"/>
                  <a:gd name="connsiteX7" fmla="*/ 343004 w 3701764"/>
                  <a:gd name="connsiteY7" fmla="*/ 1051340 h 1539534"/>
                  <a:gd name="connsiteX8" fmla="*/ 8268 w 3701764"/>
                  <a:gd name="connsiteY8" fmla="*/ 568790 h 1539534"/>
                  <a:gd name="connsiteX0" fmla="*/ 27736 w 3721232"/>
                  <a:gd name="connsiteY0" fmla="*/ 568790 h 1539534"/>
                  <a:gd name="connsiteX1" fmla="*/ 1973558 w 3721232"/>
                  <a:gd name="connsiteY1" fmla="*/ 135460 h 1539534"/>
                  <a:gd name="connsiteX2" fmla="*/ 3657215 w 3721232"/>
                  <a:gd name="connsiteY2" fmla="*/ 717510 h 1539534"/>
                  <a:gd name="connsiteX3" fmla="*/ 3395958 w 3721232"/>
                  <a:gd name="connsiteY3" fmla="*/ 1312597 h 1539534"/>
                  <a:gd name="connsiteX4" fmla="*/ 2742814 w 3721232"/>
                  <a:gd name="connsiteY4" fmla="*/ 1428711 h 1539534"/>
                  <a:gd name="connsiteX5" fmla="*/ 2060643 w 3721232"/>
                  <a:gd name="connsiteY5" fmla="*/ 1399683 h 1539534"/>
                  <a:gd name="connsiteX6" fmla="*/ 1262358 w 3721232"/>
                  <a:gd name="connsiteY6" fmla="*/ 1327112 h 1539534"/>
                  <a:gd name="connsiteX7" fmla="*/ 362472 w 3721232"/>
                  <a:gd name="connsiteY7" fmla="*/ 1051340 h 1539534"/>
                  <a:gd name="connsiteX8" fmla="*/ 27736 w 3721232"/>
                  <a:gd name="connsiteY8" fmla="*/ 568790 h 1539534"/>
                  <a:gd name="connsiteX0" fmla="*/ 27169 w 3720665"/>
                  <a:gd name="connsiteY0" fmla="*/ 568790 h 1539534"/>
                  <a:gd name="connsiteX1" fmla="*/ 1972991 w 3720665"/>
                  <a:gd name="connsiteY1" fmla="*/ 135460 h 1539534"/>
                  <a:gd name="connsiteX2" fmla="*/ 3656648 w 3720665"/>
                  <a:gd name="connsiteY2" fmla="*/ 717510 h 1539534"/>
                  <a:gd name="connsiteX3" fmla="*/ 3395391 w 3720665"/>
                  <a:gd name="connsiteY3" fmla="*/ 1312597 h 1539534"/>
                  <a:gd name="connsiteX4" fmla="*/ 2742247 w 3720665"/>
                  <a:gd name="connsiteY4" fmla="*/ 1428711 h 1539534"/>
                  <a:gd name="connsiteX5" fmla="*/ 2060076 w 3720665"/>
                  <a:gd name="connsiteY5" fmla="*/ 1399683 h 1539534"/>
                  <a:gd name="connsiteX6" fmla="*/ 1261791 w 3720665"/>
                  <a:gd name="connsiteY6" fmla="*/ 1327112 h 1539534"/>
                  <a:gd name="connsiteX7" fmla="*/ 361905 w 3720665"/>
                  <a:gd name="connsiteY7" fmla="*/ 1051340 h 1539534"/>
                  <a:gd name="connsiteX8" fmla="*/ 27169 w 3720665"/>
                  <a:gd name="connsiteY8" fmla="*/ 568790 h 1539534"/>
                  <a:gd name="connsiteX0" fmla="*/ 27736 w 3721232"/>
                  <a:gd name="connsiteY0" fmla="*/ 568790 h 1539534"/>
                  <a:gd name="connsiteX1" fmla="*/ 1973558 w 3721232"/>
                  <a:gd name="connsiteY1" fmla="*/ 135460 h 1539534"/>
                  <a:gd name="connsiteX2" fmla="*/ 3657215 w 3721232"/>
                  <a:gd name="connsiteY2" fmla="*/ 717510 h 1539534"/>
                  <a:gd name="connsiteX3" fmla="*/ 3395958 w 3721232"/>
                  <a:gd name="connsiteY3" fmla="*/ 1312597 h 1539534"/>
                  <a:gd name="connsiteX4" fmla="*/ 2742814 w 3721232"/>
                  <a:gd name="connsiteY4" fmla="*/ 1428711 h 1539534"/>
                  <a:gd name="connsiteX5" fmla="*/ 2060643 w 3721232"/>
                  <a:gd name="connsiteY5" fmla="*/ 1399683 h 1539534"/>
                  <a:gd name="connsiteX6" fmla="*/ 1262358 w 3721232"/>
                  <a:gd name="connsiteY6" fmla="*/ 1327112 h 1539534"/>
                  <a:gd name="connsiteX7" fmla="*/ 362472 w 3721232"/>
                  <a:gd name="connsiteY7" fmla="*/ 1051340 h 1539534"/>
                  <a:gd name="connsiteX8" fmla="*/ 27736 w 3721232"/>
                  <a:gd name="connsiteY8" fmla="*/ 568790 h 1539534"/>
                  <a:gd name="connsiteX0" fmla="*/ 27736 w 3716211"/>
                  <a:gd name="connsiteY0" fmla="*/ 568790 h 1539534"/>
                  <a:gd name="connsiteX1" fmla="*/ 1973558 w 3716211"/>
                  <a:gd name="connsiteY1" fmla="*/ 135460 h 1539534"/>
                  <a:gd name="connsiteX2" fmla="*/ 3644526 w 3716211"/>
                  <a:gd name="connsiteY2" fmla="*/ 680552 h 1539534"/>
                  <a:gd name="connsiteX3" fmla="*/ 3395958 w 3716211"/>
                  <a:gd name="connsiteY3" fmla="*/ 1312597 h 1539534"/>
                  <a:gd name="connsiteX4" fmla="*/ 2742814 w 3716211"/>
                  <a:gd name="connsiteY4" fmla="*/ 1428711 h 1539534"/>
                  <a:gd name="connsiteX5" fmla="*/ 2060643 w 3716211"/>
                  <a:gd name="connsiteY5" fmla="*/ 1399683 h 1539534"/>
                  <a:gd name="connsiteX6" fmla="*/ 1262358 w 3716211"/>
                  <a:gd name="connsiteY6" fmla="*/ 1327112 h 1539534"/>
                  <a:gd name="connsiteX7" fmla="*/ 362472 w 3716211"/>
                  <a:gd name="connsiteY7" fmla="*/ 1051340 h 1539534"/>
                  <a:gd name="connsiteX8" fmla="*/ 27736 w 3716211"/>
                  <a:gd name="connsiteY8" fmla="*/ 568790 h 1539534"/>
                  <a:gd name="connsiteX0" fmla="*/ 27736 w 3754299"/>
                  <a:gd name="connsiteY0" fmla="*/ 568790 h 1539534"/>
                  <a:gd name="connsiteX1" fmla="*/ 1973558 w 3754299"/>
                  <a:gd name="connsiteY1" fmla="*/ 135460 h 1539534"/>
                  <a:gd name="connsiteX2" fmla="*/ 3644526 w 3754299"/>
                  <a:gd name="connsiteY2" fmla="*/ 680552 h 1539534"/>
                  <a:gd name="connsiteX3" fmla="*/ 3395958 w 3754299"/>
                  <a:gd name="connsiteY3" fmla="*/ 1312597 h 1539534"/>
                  <a:gd name="connsiteX4" fmla="*/ 2742814 w 3754299"/>
                  <a:gd name="connsiteY4" fmla="*/ 1428711 h 1539534"/>
                  <a:gd name="connsiteX5" fmla="*/ 2060643 w 3754299"/>
                  <a:gd name="connsiteY5" fmla="*/ 1399683 h 1539534"/>
                  <a:gd name="connsiteX6" fmla="*/ 1262358 w 3754299"/>
                  <a:gd name="connsiteY6" fmla="*/ 1327112 h 1539534"/>
                  <a:gd name="connsiteX7" fmla="*/ 362472 w 3754299"/>
                  <a:gd name="connsiteY7" fmla="*/ 1051340 h 1539534"/>
                  <a:gd name="connsiteX8" fmla="*/ 27736 w 3754299"/>
                  <a:gd name="connsiteY8" fmla="*/ 568790 h 1539534"/>
                  <a:gd name="connsiteX0" fmla="*/ 27736 w 3727397"/>
                  <a:gd name="connsiteY0" fmla="*/ 568790 h 1539534"/>
                  <a:gd name="connsiteX1" fmla="*/ 1973558 w 3727397"/>
                  <a:gd name="connsiteY1" fmla="*/ 135460 h 1539534"/>
                  <a:gd name="connsiteX2" fmla="*/ 3644526 w 3727397"/>
                  <a:gd name="connsiteY2" fmla="*/ 680552 h 1539534"/>
                  <a:gd name="connsiteX3" fmla="*/ 3395958 w 3727397"/>
                  <a:gd name="connsiteY3" fmla="*/ 1312597 h 1539534"/>
                  <a:gd name="connsiteX4" fmla="*/ 2742814 w 3727397"/>
                  <a:gd name="connsiteY4" fmla="*/ 1428711 h 1539534"/>
                  <a:gd name="connsiteX5" fmla="*/ 2060643 w 3727397"/>
                  <a:gd name="connsiteY5" fmla="*/ 1399683 h 1539534"/>
                  <a:gd name="connsiteX6" fmla="*/ 1262358 w 3727397"/>
                  <a:gd name="connsiteY6" fmla="*/ 1327112 h 1539534"/>
                  <a:gd name="connsiteX7" fmla="*/ 362472 w 3727397"/>
                  <a:gd name="connsiteY7" fmla="*/ 1051340 h 1539534"/>
                  <a:gd name="connsiteX8" fmla="*/ 27736 w 3727397"/>
                  <a:gd name="connsiteY8" fmla="*/ 568790 h 1539534"/>
                  <a:gd name="connsiteX0" fmla="*/ 27736 w 3727397"/>
                  <a:gd name="connsiteY0" fmla="*/ 568790 h 1511561"/>
                  <a:gd name="connsiteX1" fmla="*/ 1973558 w 3727397"/>
                  <a:gd name="connsiteY1" fmla="*/ 135460 h 1511561"/>
                  <a:gd name="connsiteX2" fmla="*/ 3644526 w 3727397"/>
                  <a:gd name="connsiteY2" fmla="*/ 680552 h 1511561"/>
                  <a:gd name="connsiteX3" fmla="*/ 3395958 w 3727397"/>
                  <a:gd name="connsiteY3" fmla="*/ 1312597 h 1511561"/>
                  <a:gd name="connsiteX4" fmla="*/ 2742814 w 3727397"/>
                  <a:gd name="connsiteY4" fmla="*/ 1428711 h 1511561"/>
                  <a:gd name="connsiteX5" fmla="*/ 2060643 w 3727397"/>
                  <a:gd name="connsiteY5" fmla="*/ 1399683 h 1511561"/>
                  <a:gd name="connsiteX6" fmla="*/ 1262358 w 3727397"/>
                  <a:gd name="connsiteY6" fmla="*/ 1327112 h 1511561"/>
                  <a:gd name="connsiteX7" fmla="*/ 362472 w 3727397"/>
                  <a:gd name="connsiteY7" fmla="*/ 1051340 h 1511561"/>
                  <a:gd name="connsiteX8" fmla="*/ 27736 w 3727397"/>
                  <a:gd name="connsiteY8" fmla="*/ 568790 h 1511561"/>
                  <a:gd name="connsiteX0" fmla="*/ 27736 w 3727397"/>
                  <a:gd name="connsiteY0" fmla="*/ 562857 h 1505628"/>
                  <a:gd name="connsiteX1" fmla="*/ 1973558 w 3727397"/>
                  <a:gd name="connsiteY1" fmla="*/ 129527 h 1505628"/>
                  <a:gd name="connsiteX2" fmla="*/ 3644526 w 3727397"/>
                  <a:gd name="connsiteY2" fmla="*/ 674619 h 1505628"/>
                  <a:gd name="connsiteX3" fmla="*/ 3395958 w 3727397"/>
                  <a:gd name="connsiteY3" fmla="*/ 1306664 h 1505628"/>
                  <a:gd name="connsiteX4" fmla="*/ 2742814 w 3727397"/>
                  <a:gd name="connsiteY4" fmla="*/ 1422778 h 1505628"/>
                  <a:gd name="connsiteX5" fmla="*/ 2060643 w 3727397"/>
                  <a:gd name="connsiteY5" fmla="*/ 1393750 h 1505628"/>
                  <a:gd name="connsiteX6" fmla="*/ 1262358 w 3727397"/>
                  <a:gd name="connsiteY6" fmla="*/ 1321179 h 1505628"/>
                  <a:gd name="connsiteX7" fmla="*/ 362472 w 3727397"/>
                  <a:gd name="connsiteY7" fmla="*/ 1045407 h 1505628"/>
                  <a:gd name="connsiteX8" fmla="*/ 27736 w 3727397"/>
                  <a:gd name="connsiteY8" fmla="*/ 562857 h 1505628"/>
                  <a:gd name="connsiteX0" fmla="*/ 27736 w 3727397"/>
                  <a:gd name="connsiteY0" fmla="*/ 464319 h 1407090"/>
                  <a:gd name="connsiteX1" fmla="*/ 1967199 w 3727397"/>
                  <a:gd name="connsiteY1" fmla="*/ 143452 h 1407090"/>
                  <a:gd name="connsiteX2" fmla="*/ 3644526 w 3727397"/>
                  <a:gd name="connsiteY2" fmla="*/ 576081 h 1407090"/>
                  <a:gd name="connsiteX3" fmla="*/ 3395958 w 3727397"/>
                  <a:gd name="connsiteY3" fmla="*/ 1208126 h 1407090"/>
                  <a:gd name="connsiteX4" fmla="*/ 2742814 w 3727397"/>
                  <a:gd name="connsiteY4" fmla="*/ 1324240 h 1407090"/>
                  <a:gd name="connsiteX5" fmla="*/ 2060643 w 3727397"/>
                  <a:gd name="connsiteY5" fmla="*/ 1295212 h 1407090"/>
                  <a:gd name="connsiteX6" fmla="*/ 1262358 w 3727397"/>
                  <a:gd name="connsiteY6" fmla="*/ 1222641 h 1407090"/>
                  <a:gd name="connsiteX7" fmla="*/ 362472 w 3727397"/>
                  <a:gd name="connsiteY7" fmla="*/ 946869 h 1407090"/>
                  <a:gd name="connsiteX8" fmla="*/ 27736 w 3727397"/>
                  <a:gd name="connsiteY8" fmla="*/ 464319 h 1407090"/>
                  <a:gd name="connsiteX0" fmla="*/ 27736 w 3727397"/>
                  <a:gd name="connsiteY0" fmla="*/ 464319 h 1407090"/>
                  <a:gd name="connsiteX1" fmla="*/ 1967199 w 3727397"/>
                  <a:gd name="connsiteY1" fmla="*/ 143452 h 1407090"/>
                  <a:gd name="connsiteX2" fmla="*/ 3644526 w 3727397"/>
                  <a:gd name="connsiteY2" fmla="*/ 576081 h 1407090"/>
                  <a:gd name="connsiteX3" fmla="*/ 3395958 w 3727397"/>
                  <a:gd name="connsiteY3" fmla="*/ 1208126 h 1407090"/>
                  <a:gd name="connsiteX4" fmla="*/ 2742814 w 3727397"/>
                  <a:gd name="connsiteY4" fmla="*/ 1324240 h 1407090"/>
                  <a:gd name="connsiteX5" fmla="*/ 2060643 w 3727397"/>
                  <a:gd name="connsiteY5" fmla="*/ 1295212 h 1407090"/>
                  <a:gd name="connsiteX6" fmla="*/ 1262358 w 3727397"/>
                  <a:gd name="connsiteY6" fmla="*/ 1222641 h 1407090"/>
                  <a:gd name="connsiteX7" fmla="*/ 362472 w 3727397"/>
                  <a:gd name="connsiteY7" fmla="*/ 946869 h 1407090"/>
                  <a:gd name="connsiteX8" fmla="*/ 27736 w 3727397"/>
                  <a:gd name="connsiteY8" fmla="*/ 464319 h 1407090"/>
                  <a:gd name="connsiteX0" fmla="*/ 27736 w 3727397"/>
                  <a:gd name="connsiteY0" fmla="*/ 504229 h 1447000"/>
                  <a:gd name="connsiteX1" fmla="*/ 1967199 w 3727397"/>
                  <a:gd name="connsiteY1" fmla="*/ 183362 h 1447000"/>
                  <a:gd name="connsiteX2" fmla="*/ 3644526 w 3727397"/>
                  <a:gd name="connsiteY2" fmla="*/ 615991 h 1447000"/>
                  <a:gd name="connsiteX3" fmla="*/ 3395958 w 3727397"/>
                  <a:gd name="connsiteY3" fmla="*/ 1248036 h 1447000"/>
                  <a:gd name="connsiteX4" fmla="*/ 2742814 w 3727397"/>
                  <a:gd name="connsiteY4" fmla="*/ 1364150 h 1447000"/>
                  <a:gd name="connsiteX5" fmla="*/ 2060643 w 3727397"/>
                  <a:gd name="connsiteY5" fmla="*/ 1335122 h 1447000"/>
                  <a:gd name="connsiteX6" fmla="*/ 1262358 w 3727397"/>
                  <a:gd name="connsiteY6" fmla="*/ 1262551 h 1447000"/>
                  <a:gd name="connsiteX7" fmla="*/ 362472 w 3727397"/>
                  <a:gd name="connsiteY7" fmla="*/ 986779 h 1447000"/>
                  <a:gd name="connsiteX8" fmla="*/ 27736 w 3727397"/>
                  <a:gd name="connsiteY8" fmla="*/ 504229 h 144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27397" h="1447000">
                    <a:moveTo>
                      <a:pt x="27736" y="504229"/>
                    </a:moveTo>
                    <a:cubicBezTo>
                      <a:pt x="99130" y="467741"/>
                      <a:pt x="230948" y="-357833"/>
                      <a:pt x="1967199" y="183362"/>
                    </a:cubicBezTo>
                    <a:cubicBezTo>
                      <a:pt x="3171816" y="-123045"/>
                      <a:pt x="3562279" y="446165"/>
                      <a:pt x="3644526" y="615991"/>
                    </a:cubicBezTo>
                    <a:cubicBezTo>
                      <a:pt x="3671645" y="765077"/>
                      <a:pt x="3921253" y="1194817"/>
                      <a:pt x="3395958" y="1248036"/>
                    </a:cubicBezTo>
                    <a:cubicBezTo>
                      <a:pt x="3155837" y="1561416"/>
                      <a:pt x="2975043" y="1422207"/>
                      <a:pt x="2742814" y="1364150"/>
                    </a:cubicBezTo>
                    <a:cubicBezTo>
                      <a:pt x="2510585" y="1378664"/>
                      <a:pt x="2433177" y="1560093"/>
                      <a:pt x="2060643" y="1335122"/>
                    </a:cubicBezTo>
                    <a:cubicBezTo>
                      <a:pt x="1794548" y="1310932"/>
                      <a:pt x="1659082" y="1504456"/>
                      <a:pt x="1262358" y="1262551"/>
                    </a:cubicBezTo>
                    <a:cubicBezTo>
                      <a:pt x="1117215" y="1204494"/>
                      <a:pt x="638244" y="1596379"/>
                      <a:pt x="362472" y="986779"/>
                    </a:cubicBezTo>
                    <a:cubicBezTo>
                      <a:pt x="231843" y="892256"/>
                      <a:pt x="-96995" y="1074994"/>
                      <a:pt x="27736" y="504229"/>
                    </a:cubicBezTo>
                    <a:close/>
                  </a:path>
                </a:pathLst>
              </a:custGeom>
              <a:solidFill>
                <a:srgbClr val="FFB4C9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2CCA1BD-6C4D-795A-F225-6CF857BF5858}"/>
                  </a:ext>
                </a:extLst>
              </p:cNvPr>
              <p:cNvSpPr/>
              <p:nvPr/>
            </p:nvSpPr>
            <p:spPr>
              <a:xfrm>
                <a:off x="4064000" y="4359965"/>
                <a:ext cx="1565275" cy="237435"/>
              </a:xfrm>
              <a:custGeom>
                <a:avLst/>
                <a:gdLst>
                  <a:gd name="connsiteX0" fmla="*/ 0 w 1571625"/>
                  <a:gd name="connsiteY0" fmla="*/ 0 h 79375"/>
                  <a:gd name="connsiteX1" fmla="*/ 1571625 w 1571625"/>
                  <a:gd name="connsiteY1" fmla="*/ 79375 h 79375"/>
                  <a:gd name="connsiteX2" fmla="*/ 1571625 w 1571625"/>
                  <a:gd name="connsiteY2" fmla="*/ 79375 h 79375"/>
                  <a:gd name="connsiteX0" fmla="*/ 0 w 1571625"/>
                  <a:gd name="connsiteY0" fmla="*/ 0 h 225425"/>
                  <a:gd name="connsiteX1" fmla="*/ 771525 w 1571625"/>
                  <a:gd name="connsiteY1" fmla="*/ 225425 h 225425"/>
                  <a:gd name="connsiteX2" fmla="*/ 1571625 w 1571625"/>
                  <a:gd name="connsiteY2" fmla="*/ 79375 h 225425"/>
                  <a:gd name="connsiteX3" fmla="*/ 1571625 w 1571625"/>
                  <a:gd name="connsiteY3" fmla="*/ 79375 h 225425"/>
                  <a:gd name="connsiteX0" fmla="*/ 0 w 1571625"/>
                  <a:gd name="connsiteY0" fmla="*/ 0 h 225425"/>
                  <a:gd name="connsiteX1" fmla="*/ 771525 w 1571625"/>
                  <a:gd name="connsiteY1" fmla="*/ 225425 h 225425"/>
                  <a:gd name="connsiteX2" fmla="*/ 1571625 w 1571625"/>
                  <a:gd name="connsiteY2" fmla="*/ 79375 h 225425"/>
                  <a:gd name="connsiteX3" fmla="*/ 1571625 w 1571625"/>
                  <a:gd name="connsiteY3" fmla="*/ 79375 h 225425"/>
                  <a:gd name="connsiteX0" fmla="*/ 0 w 1565275"/>
                  <a:gd name="connsiteY0" fmla="*/ 0 h 209550"/>
                  <a:gd name="connsiteX1" fmla="*/ 765175 w 1565275"/>
                  <a:gd name="connsiteY1" fmla="*/ 209550 h 209550"/>
                  <a:gd name="connsiteX2" fmla="*/ 1565275 w 1565275"/>
                  <a:gd name="connsiteY2" fmla="*/ 63500 h 209550"/>
                  <a:gd name="connsiteX3" fmla="*/ 1565275 w 1565275"/>
                  <a:gd name="connsiteY3" fmla="*/ 63500 h 209550"/>
                  <a:gd name="connsiteX0" fmla="*/ 0 w 1565275"/>
                  <a:gd name="connsiteY0" fmla="*/ 27885 h 237435"/>
                  <a:gd name="connsiteX1" fmla="*/ 765175 w 1565275"/>
                  <a:gd name="connsiteY1" fmla="*/ 237435 h 237435"/>
                  <a:gd name="connsiteX2" fmla="*/ 1565275 w 1565275"/>
                  <a:gd name="connsiteY2" fmla="*/ 91385 h 237435"/>
                  <a:gd name="connsiteX3" fmla="*/ 1565275 w 1565275"/>
                  <a:gd name="connsiteY3" fmla="*/ 91385 h 237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5275" h="237435">
                    <a:moveTo>
                      <a:pt x="0" y="27885"/>
                    </a:moveTo>
                    <a:cubicBezTo>
                      <a:pt x="242358" y="-94882"/>
                      <a:pt x="506942" y="226852"/>
                      <a:pt x="765175" y="237435"/>
                    </a:cubicBezTo>
                    <a:cubicBezTo>
                      <a:pt x="1031875" y="188752"/>
                      <a:pt x="1412875" y="-47257"/>
                      <a:pt x="1565275" y="91385"/>
                    </a:cubicBezTo>
                    <a:lnTo>
                      <a:pt x="1565275" y="91385"/>
                    </a:lnTo>
                  </a:path>
                </a:pathLst>
              </a:custGeom>
              <a:grpFill/>
              <a:ln w="38100">
                <a:solidFill>
                  <a:srgbClr val="FD8FA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5994398-4147-E9ED-74AF-BAAA8CEF18AB}"/>
                  </a:ext>
                </a:extLst>
              </p:cNvPr>
              <p:cNvSpPr/>
              <p:nvPr/>
            </p:nvSpPr>
            <p:spPr>
              <a:xfrm>
                <a:off x="4378325" y="4644772"/>
                <a:ext cx="911225" cy="263778"/>
              </a:xfrm>
              <a:custGeom>
                <a:avLst/>
                <a:gdLst>
                  <a:gd name="connsiteX0" fmla="*/ 0 w 911225"/>
                  <a:gd name="connsiteY0" fmla="*/ 25400 h 25400"/>
                  <a:gd name="connsiteX1" fmla="*/ 911225 w 911225"/>
                  <a:gd name="connsiteY1" fmla="*/ 0 h 25400"/>
                  <a:gd name="connsiteX2" fmla="*/ 911225 w 911225"/>
                  <a:gd name="connsiteY2" fmla="*/ 0 h 25400"/>
                  <a:gd name="connsiteX0" fmla="*/ 0 w 911225"/>
                  <a:gd name="connsiteY0" fmla="*/ 183582 h 183582"/>
                  <a:gd name="connsiteX1" fmla="*/ 911225 w 911225"/>
                  <a:gd name="connsiteY1" fmla="*/ 158182 h 183582"/>
                  <a:gd name="connsiteX2" fmla="*/ 911225 w 911225"/>
                  <a:gd name="connsiteY2" fmla="*/ 158182 h 183582"/>
                  <a:gd name="connsiteX0" fmla="*/ 0 w 911225"/>
                  <a:gd name="connsiteY0" fmla="*/ 263778 h 263778"/>
                  <a:gd name="connsiteX1" fmla="*/ 911225 w 911225"/>
                  <a:gd name="connsiteY1" fmla="*/ 238378 h 263778"/>
                  <a:gd name="connsiteX2" fmla="*/ 911225 w 911225"/>
                  <a:gd name="connsiteY2" fmla="*/ 238378 h 263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11225" h="263778">
                    <a:moveTo>
                      <a:pt x="0" y="263778"/>
                    </a:moveTo>
                    <a:cubicBezTo>
                      <a:pt x="291042" y="-138389"/>
                      <a:pt x="709083" y="-26205"/>
                      <a:pt x="911225" y="238378"/>
                    </a:cubicBezTo>
                    <a:lnTo>
                      <a:pt x="911225" y="238378"/>
                    </a:lnTo>
                  </a:path>
                </a:pathLst>
              </a:custGeom>
              <a:solidFill>
                <a:srgbClr val="FFB4C9"/>
              </a:solidFill>
              <a:ln w="38100">
                <a:solidFill>
                  <a:srgbClr val="FD8FA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6956542-99CF-1571-898D-904FC8A64795}"/>
                  </a:ext>
                </a:extLst>
              </p:cNvPr>
              <p:cNvSpPr/>
              <p:nvPr/>
            </p:nvSpPr>
            <p:spPr>
              <a:xfrm>
                <a:off x="4358248" y="3753051"/>
                <a:ext cx="974223" cy="974223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17">
                <a:extLst>
                  <a:ext uri="{FF2B5EF4-FFF2-40B4-BE49-F238E27FC236}">
                    <a16:creationId xmlns:a16="http://schemas.microsoft.com/office/drawing/2014/main" id="{EA166371-3406-0B59-AD90-E1998F9AA630}"/>
                  </a:ext>
                </a:extLst>
              </p:cNvPr>
              <p:cNvSpPr/>
              <p:nvPr/>
            </p:nvSpPr>
            <p:spPr>
              <a:xfrm>
                <a:off x="4534662" y="3950430"/>
                <a:ext cx="266221" cy="288235"/>
              </a:xfrm>
              <a:custGeom>
                <a:avLst/>
                <a:gdLst>
                  <a:gd name="connsiteX0" fmla="*/ 0 w 45719"/>
                  <a:gd name="connsiteY0" fmla="*/ 0 h 175097"/>
                  <a:gd name="connsiteX1" fmla="*/ 45719 w 45719"/>
                  <a:gd name="connsiteY1" fmla="*/ 0 h 175097"/>
                  <a:gd name="connsiteX2" fmla="*/ 45719 w 45719"/>
                  <a:gd name="connsiteY2" fmla="*/ 175097 h 175097"/>
                  <a:gd name="connsiteX3" fmla="*/ 0 w 45719"/>
                  <a:gd name="connsiteY3" fmla="*/ 175097 h 175097"/>
                  <a:gd name="connsiteX4" fmla="*/ 0 w 45719"/>
                  <a:gd name="connsiteY4" fmla="*/ 0 h 175097"/>
                  <a:gd name="connsiteX0" fmla="*/ 0 w 93344"/>
                  <a:gd name="connsiteY0" fmla="*/ 130175 h 305272"/>
                  <a:gd name="connsiteX1" fmla="*/ 93344 w 93344"/>
                  <a:gd name="connsiteY1" fmla="*/ 0 h 305272"/>
                  <a:gd name="connsiteX2" fmla="*/ 45719 w 93344"/>
                  <a:gd name="connsiteY2" fmla="*/ 305272 h 305272"/>
                  <a:gd name="connsiteX3" fmla="*/ 0 w 93344"/>
                  <a:gd name="connsiteY3" fmla="*/ 305272 h 305272"/>
                  <a:gd name="connsiteX4" fmla="*/ 0 w 93344"/>
                  <a:gd name="connsiteY4" fmla="*/ 130175 h 305272"/>
                  <a:gd name="connsiteX0" fmla="*/ 111125 w 204469"/>
                  <a:gd name="connsiteY0" fmla="*/ 130175 h 305272"/>
                  <a:gd name="connsiteX1" fmla="*/ 204469 w 204469"/>
                  <a:gd name="connsiteY1" fmla="*/ 0 h 305272"/>
                  <a:gd name="connsiteX2" fmla="*/ 156844 w 204469"/>
                  <a:gd name="connsiteY2" fmla="*/ 305272 h 305272"/>
                  <a:gd name="connsiteX3" fmla="*/ 0 w 204469"/>
                  <a:gd name="connsiteY3" fmla="*/ 273522 h 305272"/>
                  <a:gd name="connsiteX4" fmla="*/ 111125 w 204469"/>
                  <a:gd name="connsiteY4" fmla="*/ 130175 h 305272"/>
                  <a:gd name="connsiteX0" fmla="*/ 0 w 204469"/>
                  <a:gd name="connsiteY0" fmla="*/ 273522 h 305272"/>
                  <a:gd name="connsiteX1" fmla="*/ 204469 w 204469"/>
                  <a:gd name="connsiteY1" fmla="*/ 0 h 305272"/>
                  <a:gd name="connsiteX2" fmla="*/ 156844 w 204469"/>
                  <a:gd name="connsiteY2" fmla="*/ 305272 h 305272"/>
                  <a:gd name="connsiteX3" fmla="*/ 0 w 204469"/>
                  <a:gd name="connsiteY3" fmla="*/ 273522 h 305272"/>
                  <a:gd name="connsiteX0" fmla="*/ 28907 w 233376"/>
                  <a:gd name="connsiteY0" fmla="*/ 273522 h 305272"/>
                  <a:gd name="connsiteX1" fmla="*/ 233376 w 233376"/>
                  <a:gd name="connsiteY1" fmla="*/ 0 h 305272"/>
                  <a:gd name="connsiteX2" fmla="*/ 185751 w 233376"/>
                  <a:gd name="connsiteY2" fmla="*/ 305272 h 305272"/>
                  <a:gd name="connsiteX3" fmla="*/ 28907 w 233376"/>
                  <a:gd name="connsiteY3" fmla="*/ 273522 h 305272"/>
                  <a:gd name="connsiteX0" fmla="*/ 33203 w 237672"/>
                  <a:gd name="connsiteY0" fmla="*/ 277374 h 309124"/>
                  <a:gd name="connsiteX1" fmla="*/ 237672 w 237672"/>
                  <a:gd name="connsiteY1" fmla="*/ 3852 h 309124"/>
                  <a:gd name="connsiteX2" fmla="*/ 190047 w 237672"/>
                  <a:gd name="connsiteY2" fmla="*/ 309124 h 309124"/>
                  <a:gd name="connsiteX3" fmla="*/ 33203 w 237672"/>
                  <a:gd name="connsiteY3" fmla="*/ 277374 h 309124"/>
                  <a:gd name="connsiteX0" fmla="*/ 33203 w 255299"/>
                  <a:gd name="connsiteY0" fmla="*/ 277374 h 309124"/>
                  <a:gd name="connsiteX1" fmla="*/ 237672 w 255299"/>
                  <a:gd name="connsiteY1" fmla="*/ 3852 h 309124"/>
                  <a:gd name="connsiteX2" fmla="*/ 190047 w 255299"/>
                  <a:gd name="connsiteY2" fmla="*/ 309124 h 309124"/>
                  <a:gd name="connsiteX3" fmla="*/ 33203 w 255299"/>
                  <a:gd name="connsiteY3" fmla="*/ 277374 h 309124"/>
                  <a:gd name="connsiteX0" fmla="*/ 33203 w 237672"/>
                  <a:gd name="connsiteY0" fmla="*/ 277374 h 277374"/>
                  <a:gd name="connsiteX1" fmla="*/ 237672 w 237672"/>
                  <a:gd name="connsiteY1" fmla="*/ 3852 h 277374"/>
                  <a:gd name="connsiteX2" fmla="*/ 33203 w 237672"/>
                  <a:gd name="connsiteY2" fmla="*/ 277374 h 277374"/>
                  <a:gd name="connsiteX0" fmla="*/ 33203 w 237672"/>
                  <a:gd name="connsiteY0" fmla="*/ 277374 h 286307"/>
                  <a:gd name="connsiteX1" fmla="*/ 237672 w 237672"/>
                  <a:gd name="connsiteY1" fmla="*/ 3852 h 286307"/>
                  <a:gd name="connsiteX2" fmla="*/ 33203 w 237672"/>
                  <a:gd name="connsiteY2" fmla="*/ 277374 h 286307"/>
                  <a:gd name="connsiteX0" fmla="*/ 33203 w 249714"/>
                  <a:gd name="connsiteY0" fmla="*/ 277374 h 284998"/>
                  <a:gd name="connsiteX1" fmla="*/ 237672 w 249714"/>
                  <a:gd name="connsiteY1" fmla="*/ 3852 h 284998"/>
                  <a:gd name="connsiteX2" fmla="*/ 33203 w 249714"/>
                  <a:gd name="connsiteY2" fmla="*/ 277374 h 284998"/>
                  <a:gd name="connsiteX0" fmla="*/ 33203 w 250834"/>
                  <a:gd name="connsiteY0" fmla="*/ 277374 h 280164"/>
                  <a:gd name="connsiteX1" fmla="*/ 237672 w 250834"/>
                  <a:gd name="connsiteY1" fmla="*/ 3852 h 280164"/>
                  <a:gd name="connsiteX2" fmla="*/ 202438 w 250834"/>
                  <a:gd name="connsiteY2" fmla="*/ 145320 h 280164"/>
                  <a:gd name="connsiteX3" fmla="*/ 33203 w 250834"/>
                  <a:gd name="connsiteY3" fmla="*/ 277374 h 280164"/>
                  <a:gd name="connsiteX0" fmla="*/ 33203 w 266221"/>
                  <a:gd name="connsiteY0" fmla="*/ 277374 h 280164"/>
                  <a:gd name="connsiteX1" fmla="*/ 237672 w 266221"/>
                  <a:gd name="connsiteY1" fmla="*/ 3852 h 280164"/>
                  <a:gd name="connsiteX2" fmla="*/ 202438 w 266221"/>
                  <a:gd name="connsiteY2" fmla="*/ 145320 h 280164"/>
                  <a:gd name="connsiteX3" fmla="*/ 33203 w 266221"/>
                  <a:gd name="connsiteY3" fmla="*/ 277374 h 280164"/>
                  <a:gd name="connsiteX0" fmla="*/ 33203 w 266221"/>
                  <a:gd name="connsiteY0" fmla="*/ 277374 h 288235"/>
                  <a:gd name="connsiteX1" fmla="*/ 237672 w 266221"/>
                  <a:gd name="connsiteY1" fmla="*/ 3852 h 288235"/>
                  <a:gd name="connsiteX2" fmla="*/ 202438 w 266221"/>
                  <a:gd name="connsiteY2" fmla="*/ 145320 h 288235"/>
                  <a:gd name="connsiteX3" fmla="*/ 33203 w 266221"/>
                  <a:gd name="connsiteY3" fmla="*/ 277374 h 288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221" h="288235">
                    <a:moveTo>
                      <a:pt x="33203" y="277374"/>
                    </a:moveTo>
                    <a:cubicBezTo>
                      <a:pt x="-79616" y="87775"/>
                      <a:pt x="121891" y="-22449"/>
                      <a:pt x="237672" y="3852"/>
                    </a:cubicBezTo>
                    <a:cubicBezTo>
                      <a:pt x="305036" y="21001"/>
                      <a:pt x="236516" y="99733"/>
                      <a:pt x="202438" y="145320"/>
                    </a:cubicBezTo>
                    <a:cubicBezTo>
                      <a:pt x="168360" y="190907"/>
                      <a:pt x="123639" y="327410"/>
                      <a:pt x="33203" y="277374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7815C3D-93B8-2D31-CB13-2BD10F2D47E7}"/>
                  </a:ext>
                </a:extLst>
              </p:cNvPr>
              <p:cNvSpPr/>
              <p:nvPr/>
            </p:nvSpPr>
            <p:spPr>
              <a:xfrm>
                <a:off x="4502150" y="4280301"/>
                <a:ext cx="146050" cy="197379"/>
              </a:xfrm>
              <a:prstGeom prst="ellipse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8605CAC-AADC-B396-3458-9B06CC5488D4}"/>
              </a:ext>
            </a:extLst>
          </p:cNvPr>
          <p:cNvGrpSpPr/>
          <p:nvPr/>
        </p:nvGrpSpPr>
        <p:grpSpPr>
          <a:xfrm>
            <a:off x="6215280" y="1365532"/>
            <a:ext cx="4123356" cy="4731266"/>
            <a:chOff x="2663031" y="1326633"/>
            <a:chExt cx="4123356" cy="4731266"/>
          </a:xfrm>
          <a:solidFill>
            <a:schemeClr val="bg1"/>
          </a:solidFill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44442B5-B4D2-8E3C-2241-6810C2DAF32D}"/>
                </a:ext>
              </a:extLst>
            </p:cNvPr>
            <p:cNvGrpSpPr/>
            <p:nvPr/>
          </p:nvGrpSpPr>
          <p:grpSpPr>
            <a:xfrm>
              <a:off x="2819991" y="1326633"/>
              <a:ext cx="3809436" cy="2872349"/>
              <a:chOff x="2972740" y="1347223"/>
              <a:chExt cx="3809436" cy="2872349"/>
            </a:xfrm>
            <a:grpFill/>
          </p:grpSpPr>
          <p:sp>
            <p:nvSpPr>
              <p:cNvPr id="52" name="Rectangle 3">
                <a:extLst>
                  <a:ext uri="{FF2B5EF4-FFF2-40B4-BE49-F238E27FC236}">
                    <a16:creationId xmlns:a16="http://schemas.microsoft.com/office/drawing/2014/main" id="{86E9C15C-035F-5AF7-EC9E-FFDA0E99D8EF}"/>
                  </a:ext>
                </a:extLst>
              </p:cNvPr>
              <p:cNvSpPr/>
              <p:nvPr/>
            </p:nvSpPr>
            <p:spPr>
              <a:xfrm>
                <a:off x="2972740" y="1347223"/>
                <a:ext cx="3809436" cy="2872349"/>
              </a:xfrm>
              <a:custGeom>
                <a:avLst/>
                <a:gdLst>
                  <a:gd name="connsiteX0" fmla="*/ 0 w 1248228"/>
                  <a:gd name="connsiteY0" fmla="*/ 0 h 751114"/>
                  <a:gd name="connsiteX1" fmla="*/ 1248228 w 1248228"/>
                  <a:gd name="connsiteY1" fmla="*/ 0 h 751114"/>
                  <a:gd name="connsiteX2" fmla="*/ 1248228 w 1248228"/>
                  <a:gd name="connsiteY2" fmla="*/ 751114 h 751114"/>
                  <a:gd name="connsiteX3" fmla="*/ 0 w 1248228"/>
                  <a:gd name="connsiteY3" fmla="*/ 751114 h 751114"/>
                  <a:gd name="connsiteX4" fmla="*/ 0 w 1248228"/>
                  <a:gd name="connsiteY4" fmla="*/ 0 h 751114"/>
                  <a:gd name="connsiteX0" fmla="*/ 314325 w 1562553"/>
                  <a:gd name="connsiteY0" fmla="*/ 0 h 1055914"/>
                  <a:gd name="connsiteX1" fmla="*/ 1562553 w 1562553"/>
                  <a:gd name="connsiteY1" fmla="*/ 0 h 1055914"/>
                  <a:gd name="connsiteX2" fmla="*/ 1562553 w 1562553"/>
                  <a:gd name="connsiteY2" fmla="*/ 751114 h 1055914"/>
                  <a:gd name="connsiteX3" fmla="*/ 0 w 1562553"/>
                  <a:gd name="connsiteY3" fmla="*/ 1055914 h 1055914"/>
                  <a:gd name="connsiteX4" fmla="*/ 314325 w 1562553"/>
                  <a:gd name="connsiteY4" fmla="*/ 0 h 1055914"/>
                  <a:gd name="connsiteX0" fmla="*/ 0 w 1876878"/>
                  <a:gd name="connsiteY0" fmla="*/ 0 h 1360714"/>
                  <a:gd name="connsiteX1" fmla="*/ 1876878 w 1876878"/>
                  <a:gd name="connsiteY1" fmla="*/ 304800 h 1360714"/>
                  <a:gd name="connsiteX2" fmla="*/ 1876878 w 1876878"/>
                  <a:gd name="connsiteY2" fmla="*/ 1055914 h 1360714"/>
                  <a:gd name="connsiteX3" fmla="*/ 314325 w 1876878"/>
                  <a:gd name="connsiteY3" fmla="*/ 1360714 h 1360714"/>
                  <a:gd name="connsiteX4" fmla="*/ 0 w 1876878"/>
                  <a:gd name="connsiteY4" fmla="*/ 0 h 1360714"/>
                  <a:gd name="connsiteX0" fmla="*/ 0 w 1876878"/>
                  <a:gd name="connsiteY0" fmla="*/ 764794 h 2125508"/>
                  <a:gd name="connsiteX1" fmla="*/ 515258 w 1876878"/>
                  <a:gd name="connsiteY1" fmla="*/ 1433 h 2125508"/>
                  <a:gd name="connsiteX2" fmla="*/ 1876878 w 1876878"/>
                  <a:gd name="connsiteY2" fmla="*/ 1069594 h 2125508"/>
                  <a:gd name="connsiteX3" fmla="*/ 1876878 w 1876878"/>
                  <a:gd name="connsiteY3" fmla="*/ 1820708 h 2125508"/>
                  <a:gd name="connsiteX4" fmla="*/ 314325 w 1876878"/>
                  <a:gd name="connsiteY4" fmla="*/ 2125508 h 2125508"/>
                  <a:gd name="connsiteX5" fmla="*/ 0 w 1876878"/>
                  <a:gd name="connsiteY5" fmla="*/ 764794 h 2125508"/>
                  <a:gd name="connsiteX0" fmla="*/ 0 w 1876878"/>
                  <a:gd name="connsiteY0" fmla="*/ 1180774 h 2541488"/>
                  <a:gd name="connsiteX1" fmla="*/ 515258 w 1876878"/>
                  <a:gd name="connsiteY1" fmla="*/ 417413 h 2541488"/>
                  <a:gd name="connsiteX2" fmla="*/ 1115333 w 1876878"/>
                  <a:gd name="connsiteY2" fmla="*/ 26888 h 2541488"/>
                  <a:gd name="connsiteX3" fmla="*/ 1876878 w 1876878"/>
                  <a:gd name="connsiteY3" fmla="*/ 1485574 h 2541488"/>
                  <a:gd name="connsiteX4" fmla="*/ 1876878 w 1876878"/>
                  <a:gd name="connsiteY4" fmla="*/ 2236688 h 2541488"/>
                  <a:gd name="connsiteX5" fmla="*/ 314325 w 1876878"/>
                  <a:gd name="connsiteY5" fmla="*/ 2541488 h 2541488"/>
                  <a:gd name="connsiteX6" fmla="*/ 0 w 1876878"/>
                  <a:gd name="connsiteY6" fmla="*/ 1180774 h 2541488"/>
                  <a:gd name="connsiteX0" fmla="*/ 0 w 1962603"/>
                  <a:gd name="connsiteY0" fmla="*/ 1247775 h 2608489"/>
                  <a:gd name="connsiteX1" fmla="*/ 515258 w 1962603"/>
                  <a:gd name="connsiteY1" fmla="*/ 484414 h 2608489"/>
                  <a:gd name="connsiteX2" fmla="*/ 1115333 w 1962603"/>
                  <a:gd name="connsiteY2" fmla="*/ 93889 h 2608489"/>
                  <a:gd name="connsiteX3" fmla="*/ 1962603 w 1962603"/>
                  <a:gd name="connsiteY3" fmla="*/ 0 h 2608489"/>
                  <a:gd name="connsiteX4" fmla="*/ 1876878 w 1962603"/>
                  <a:gd name="connsiteY4" fmla="*/ 2303689 h 2608489"/>
                  <a:gd name="connsiteX5" fmla="*/ 314325 w 1962603"/>
                  <a:gd name="connsiteY5" fmla="*/ 2608489 h 2608489"/>
                  <a:gd name="connsiteX6" fmla="*/ 0 w 1962603"/>
                  <a:gd name="connsiteY6" fmla="*/ 1247775 h 2608489"/>
                  <a:gd name="connsiteX0" fmla="*/ 0 w 2791767"/>
                  <a:gd name="connsiteY0" fmla="*/ 1247775 h 2608489"/>
                  <a:gd name="connsiteX1" fmla="*/ 515258 w 2791767"/>
                  <a:gd name="connsiteY1" fmla="*/ 484414 h 2608489"/>
                  <a:gd name="connsiteX2" fmla="*/ 1115333 w 2791767"/>
                  <a:gd name="connsiteY2" fmla="*/ 93889 h 2608489"/>
                  <a:gd name="connsiteX3" fmla="*/ 1962603 w 2791767"/>
                  <a:gd name="connsiteY3" fmla="*/ 0 h 2608489"/>
                  <a:gd name="connsiteX4" fmla="*/ 2791733 w 2791767"/>
                  <a:gd name="connsiteY4" fmla="*/ 551090 h 2608489"/>
                  <a:gd name="connsiteX5" fmla="*/ 1876878 w 2791767"/>
                  <a:gd name="connsiteY5" fmla="*/ 2303689 h 2608489"/>
                  <a:gd name="connsiteX6" fmla="*/ 314325 w 2791767"/>
                  <a:gd name="connsiteY6" fmla="*/ 2608489 h 2608489"/>
                  <a:gd name="connsiteX7" fmla="*/ 0 w 2791767"/>
                  <a:gd name="connsiteY7" fmla="*/ 1247775 h 2608489"/>
                  <a:gd name="connsiteX0" fmla="*/ 0 w 3153675"/>
                  <a:gd name="connsiteY0" fmla="*/ 1247775 h 2608489"/>
                  <a:gd name="connsiteX1" fmla="*/ 515258 w 3153675"/>
                  <a:gd name="connsiteY1" fmla="*/ 484414 h 2608489"/>
                  <a:gd name="connsiteX2" fmla="*/ 1115333 w 3153675"/>
                  <a:gd name="connsiteY2" fmla="*/ 93889 h 2608489"/>
                  <a:gd name="connsiteX3" fmla="*/ 1962603 w 3153675"/>
                  <a:gd name="connsiteY3" fmla="*/ 0 h 2608489"/>
                  <a:gd name="connsiteX4" fmla="*/ 2791733 w 3153675"/>
                  <a:gd name="connsiteY4" fmla="*/ 551090 h 2608489"/>
                  <a:gd name="connsiteX5" fmla="*/ 3144158 w 3153675"/>
                  <a:gd name="connsiteY5" fmla="*/ 1332140 h 2608489"/>
                  <a:gd name="connsiteX6" fmla="*/ 1876878 w 3153675"/>
                  <a:gd name="connsiteY6" fmla="*/ 2303689 h 2608489"/>
                  <a:gd name="connsiteX7" fmla="*/ 314325 w 3153675"/>
                  <a:gd name="connsiteY7" fmla="*/ 2608489 h 2608489"/>
                  <a:gd name="connsiteX8" fmla="*/ 0 w 3153675"/>
                  <a:gd name="connsiteY8" fmla="*/ 1247775 h 2608489"/>
                  <a:gd name="connsiteX0" fmla="*/ 0 w 3153675"/>
                  <a:gd name="connsiteY0" fmla="*/ 1247775 h 2684689"/>
                  <a:gd name="connsiteX1" fmla="*/ 515258 w 3153675"/>
                  <a:gd name="connsiteY1" fmla="*/ 484414 h 2684689"/>
                  <a:gd name="connsiteX2" fmla="*/ 1115333 w 3153675"/>
                  <a:gd name="connsiteY2" fmla="*/ 93889 h 2684689"/>
                  <a:gd name="connsiteX3" fmla="*/ 1962603 w 3153675"/>
                  <a:gd name="connsiteY3" fmla="*/ 0 h 2684689"/>
                  <a:gd name="connsiteX4" fmla="*/ 2791733 w 3153675"/>
                  <a:gd name="connsiteY4" fmla="*/ 551090 h 2684689"/>
                  <a:gd name="connsiteX5" fmla="*/ 3144158 w 3153675"/>
                  <a:gd name="connsiteY5" fmla="*/ 1332140 h 2684689"/>
                  <a:gd name="connsiteX6" fmla="*/ 2753178 w 3153675"/>
                  <a:gd name="connsiteY6" fmla="*/ 2684689 h 2684689"/>
                  <a:gd name="connsiteX7" fmla="*/ 314325 w 3153675"/>
                  <a:gd name="connsiteY7" fmla="*/ 2608489 h 2684689"/>
                  <a:gd name="connsiteX8" fmla="*/ 0 w 3153675"/>
                  <a:gd name="connsiteY8" fmla="*/ 1247775 h 2684689"/>
                  <a:gd name="connsiteX0" fmla="*/ 0 w 3341724"/>
                  <a:gd name="connsiteY0" fmla="*/ 1247775 h 2684689"/>
                  <a:gd name="connsiteX1" fmla="*/ 515258 w 3341724"/>
                  <a:gd name="connsiteY1" fmla="*/ 484414 h 2684689"/>
                  <a:gd name="connsiteX2" fmla="*/ 1115333 w 3341724"/>
                  <a:gd name="connsiteY2" fmla="*/ 93889 h 2684689"/>
                  <a:gd name="connsiteX3" fmla="*/ 1962603 w 3341724"/>
                  <a:gd name="connsiteY3" fmla="*/ 0 h 2684689"/>
                  <a:gd name="connsiteX4" fmla="*/ 2791733 w 3341724"/>
                  <a:gd name="connsiteY4" fmla="*/ 551090 h 2684689"/>
                  <a:gd name="connsiteX5" fmla="*/ 3144158 w 3341724"/>
                  <a:gd name="connsiteY5" fmla="*/ 1332140 h 2684689"/>
                  <a:gd name="connsiteX6" fmla="*/ 2753178 w 3341724"/>
                  <a:gd name="connsiteY6" fmla="*/ 2684689 h 2684689"/>
                  <a:gd name="connsiteX7" fmla="*/ 314325 w 3341724"/>
                  <a:gd name="connsiteY7" fmla="*/ 2608489 h 2684689"/>
                  <a:gd name="connsiteX8" fmla="*/ 0 w 3341724"/>
                  <a:gd name="connsiteY8" fmla="*/ 1247775 h 2684689"/>
                  <a:gd name="connsiteX0" fmla="*/ 0 w 3317727"/>
                  <a:gd name="connsiteY0" fmla="*/ 1247775 h 2637064"/>
                  <a:gd name="connsiteX1" fmla="*/ 515258 w 3317727"/>
                  <a:gd name="connsiteY1" fmla="*/ 484414 h 2637064"/>
                  <a:gd name="connsiteX2" fmla="*/ 1115333 w 3317727"/>
                  <a:gd name="connsiteY2" fmla="*/ 93889 h 2637064"/>
                  <a:gd name="connsiteX3" fmla="*/ 1962603 w 3317727"/>
                  <a:gd name="connsiteY3" fmla="*/ 0 h 2637064"/>
                  <a:gd name="connsiteX4" fmla="*/ 2791733 w 3317727"/>
                  <a:gd name="connsiteY4" fmla="*/ 551090 h 2637064"/>
                  <a:gd name="connsiteX5" fmla="*/ 3144158 w 3317727"/>
                  <a:gd name="connsiteY5" fmla="*/ 1332140 h 2637064"/>
                  <a:gd name="connsiteX6" fmla="*/ 2715078 w 3317727"/>
                  <a:gd name="connsiteY6" fmla="*/ 2637064 h 2637064"/>
                  <a:gd name="connsiteX7" fmla="*/ 314325 w 3317727"/>
                  <a:gd name="connsiteY7" fmla="*/ 2608489 h 2637064"/>
                  <a:gd name="connsiteX8" fmla="*/ 0 w 3317727"/>
                  <a:gd name="connsiteY8" fmla="*/ 1247775 h 2637064"/>
                  <a:gd name="connsiteX0" fmla="*/ 0 w 3509473"/>
                  <a:gd name="connsiteY0" fmla="*/ 1247775 h 2637064"/>
                  <a:gd name="connsiteX1" fmla="*/ 515258 w 3509473"/>
                  <a:gd name="connsiteY1" fmla="*/ 484414 h 2637064"/>
                  <a:gd name="connsiteX2" fmla="*/ 1115333 w 3509473"/>
                  <a:gd name="connsiteY2" fmla="*/ 93889 h 2637064"/>
                  <a:gd name="connsiteX3" fmla="*/ 1962603 w 3509473"/>
                  <a:gd name="connsiteY3" fmla="*/ 0 h 2637064"/>
                  <a:gd name="connsiteX4" fmla="*/ 2791733 w 3509473"/>
                  <a:gd name="connsiteY4" fmla="*/ 551090 h 2637064"/>
                  <a:gd name="connsiteX5" fmla="*/ 3144158 w 3509473"/>
                  <a:gd name="connsiteY5" fmla="*/ 1332140 h 2637064"/>
                  <a:gd name="connsiteX6" fmla="*/ 2715078 w 3509473"/>
                  <a:gd name="connsiteY6" fmla="*/ 2637064 h 2637064"/>
                  <a:gd name="connsiteX7" fmla="*/ 314325 w 3509473"/>
                  <a:gd name="connsiteY7" fmla="*/ 2608489 h 2637064"/>
                  <a:gd name="connsiteX8" fmla="*/ 0 w 3509473"/>
                  <a:gd name="connsiteY8" fmla="*/ 1247775 h 2637064"/>
                  <a:gd name="connsiteX0" fmla="*/ 0 w 3479464"/>
                  <a:gd name="connsiteY0" fmla="*/ 1247775 h 2637064"/>
                  <a:gd name="connsiteX1" fmla="*/ 515258 w 3479464"/>
                  <a:gd name="connsiteY1" fmla="*/ 484414 h 2637064"/>
                  <a:gd name="connsiteX2" fmla="*/ 1115333 w 3479464"/>
                  <a:gd name="connsiteY2" fmla="*/ 93889 h 2637064"/>
                  <a:gd name="connsiteX3" fmla="*/ 1962603 w 3479464"/>
                  <a:gd name="connsiteY3" fmla="*/ 0 h 2637064"/>
                  <a:gd name="connsiteX4" fmla="*/ 2791733 w 3479464"/>
                  <a:gd name="connsiteY4" fmla="*/ 551090 h 2637064"/>
                  <a:gd name="connsiteX5" fmla="*/ 3144158 w 3479464"/>
                  <a:gd name="connsiteY5" fmla="*/ 1332140 h 2637064"/>
                  <a:gd name="connsiteX6" fmla="*/ 2715078 w 3479464"/>
                  <a:gd name="connsiteY6" fmla="*/ 2637064 h 2637064"/>
                  <a:gd name="connsiteX7" fmla="*/ 314325 w 3479464"/>
                  <a:gd name="connsiteY7" fmla="*/ 2608489 h 2637064"/>
                  <a:gd name="connsiteX8" fmla="*/ 0 w 3479464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320468 h 2709757"/>
                  <a:gd name="connsiteX1" fmla="*/ 515258 w 3506485"/>
                  <a:gd name="connsiteY1" fmla="*/ 557107 h 2709757"/>
                  <a:gd name="connsiteX2" fmla="*/ 1115333 w 3506485"/>
                  <a:gd name="connsiteY2" fmla="*/ 166582 h 2709757"/>
                  <a:gd name="connsiteX3" fmla="*/ 1962603 w 3506485"/>
                  <a:gd name="connsiteY3" fmla="*/ 72693 h 2709757"/>
                  <a:gd name="connsiteX4" fmla="*/ 2791733 w 3506485"/>
                  <a:gd name="connsiteY4" fmla="*/ 623783 h 2709757"/>
                  <a:gd name="connsiteX5" fmla="*/ 3144158 w 3506485"/>
                  <a:gd name="connsiteY5" fmla="*/ 1404833 h 2709757"/>
                  <a:gd name="connsiteX6" fmla="*/ 2715078 w 3506485"/>
                  <a:gd name="connsiteY6" fmla="*/ 2709757 h 2709757"/>
                  <a:gd name="connsiteX7" fmla="*/ 314325 w 3506485"/>
                  <a:gd name="connsiteY7" fmla="*/ 2681182 h 2709757"/>
                  <a:gd name="connsiteX8" fmla="*/ 0 w 3506485"/>
                  <a:gd name="connsiteY8" fmla="*/ 1320468 h 2709757"/>
                  <a:gd name="connsiteX0" fmla="*/ 0 w 3506485"/>
                  <a:gd name="connsiteY0" fmla="*/ 1432085 h 2821374"/>
                  <a:gd name="connsiteX1" fmla="*/ 515258 w 3506485"/>
                  <a:gd name="connsiteY1" fmla="*/ 668724 h 2821374"/>
                  <a:gd name="connsiteX2" fmla="*/ 1115333 w 3506485"/>
                  <a:gd name="connsiteY2" fmla="*/ 278199 h 2821374"/>
                  <a:gd name="connsiteX3" fmla="*/ 1962603 w 3506485"/>
                  <a:gd name="connsiteY3" fmla="*/ 184310 h 2821374"/>
                  <a:gd name="connsiteX4" fmla="*/ 2791733 w 3506485"/>
                  <a:gd name="connsiteY4" fmla="*/ 735400 h 2821374"/>
                  <a:gd name="connsiteX5" fmla="*/ 3144158 w 3506485"/>
                  <a:gd name="connsiteY5" fmla="*/ 1516450 h 2821374"/>
                  <a:gd name="connsiteX6" fmla="*/ 2715078 w 3506485"/>
                  <a:gd name="connsiteY6" fmla="*/ 2821374 h 2821374"/>
                  <a:gd name="connsiteX7" fmla="*/ 314325 w 3506485"/>
                  <a:gd name="connsiteY7" fmla="*/ 2792799 h 2821374"/>
                  <a:gd name="connsiteX8" fmla="*/ 0 w 3506485"/>
                  <a:gd name="connsiteY8" fmla="*/ 1432085 h 2821374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361444 w 3553604"/>
                  <a:gd name="connsiteY7" fmla="*/ 2843774 h 2872349"/>
                  <a:gd name="connsiteX8" fmla="*/ 47119 w 3553604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409069 w 3553604"/>
                  <a:gd name="connsiteY7" fmla="*/ 2786624 h 2872349"/>
                  <a:gd name="connsiteX8" fmla="*/ 47119 w 3553604"/>
                  <a:gd name="connsiteY8" fmla="*/ 1483060 h 2872349"/>
                  <a:gd name="connsiteX0" fmla="*/ 73312 w 3579797"/>
                  <a:gd name="connsiteY0" fmla="*/ 1483060 h 2872349"/>
                  <a:gd name="connsiteX1" fmla="*/ 588570 w 3579797"/>
                  <a:gd name="connsiteY1" fmla="*/ 719699 h 2872349"/>
                  <a:gd name="connsiteX2" fmla="*/ 1188645 w 3579797"/>
                  <a:gd name="connsiteY2" fmla="*/ 329174 h 2872349"/>
                  <a:gd name="connsiteX3" fmla="*/ 2035915 w 3579797"/>
                  <a:gd name="connsiteY3" fmla="*/ 235285 h 2872349"/>
                  <a:gd name="connsiteX4" fmla="*/ 2865045 w 3579797"/>
                  <a:gd name="connsiteY4" fmla="*/ 786375 h 2872349"/>
                  <a:gd name="connsiteX5" fmla="*/ 3217470 w 3579797"/>
                  <a:gd name="connsiteY5" fmla="*/ 1567425 h 2872349"/>
                  <a:gd name="connsiteX6" fmla="*/ 2788390 w 3579797"/>
                  <a:gd name="connsiteY6" fmla="*/ 2872349 h 2872349"/>
                  <a:gd name="connsiteX7" fmla="*/ 435262 w 3579797"/>
                  <a:gd name="connsiteY7" fmla="*/ 2786624 h 2872349"/>
                  <a:gd name="connsiteX8" fmla="*/ 73312 w 3579797"/>
                  <a:gd name="connsiteY8" fmla="*/ 1483060 h 2872349"/>
                  <a:gd name="connsiteX0" fmla="*/ 302951 w 3809436"/>
                  <a:gd name="connsiteY0" fmla="*/ 1483060 h 2872349"/>
                  <a:gd name="connsiteX1" fmla="*/ 818209 w 3809436"/>
                  <a:gd name="connsiteY1" fmla="*/ 719699 h 2872349"/>
                  <a:gd name="connsiteX2" fmla="*/ 1418284 w 3809436"/>
                  <a:gd name="connsiteY2" fmla="*/ 329174 h 2872349"/>
                  <a:gd name="connsiteX3" fmla="*/ 2265554 w 3809436"/>
                  <a:gd name="connsiteY3" fmla="*/ 235285 h 2872349"/>
                  <a:gd name="connsiteX4" fmla="*/ 3094684 w 3809436"/>
                  <a:gd name="connsiteY4" fmla="*/ 786375 h 2872349"/>
                  <a:gd name="connsiteX5" fmla="*/ 3447109 w 3809436"/>
                  <a:gd name="connsiteY5" fmla="*/ 1567425 h 2872349"/>
                  <a:gd name="connsiteX6" fmla="*/ 3018029 w 3809436"/>
                  <a:gd name="connsiteY6" fmla="*/ 2872349 h 2872349"/>
                  <a:gd name="connsiteX7" fmla="*/ 664901 w 3809436"/>
                  <a:gd name="connsiteY7" fmla="*/ 2786624 h 2872349"/>
                  <a:gd name="connsiteX8" fmla="*/ 302951 w 3809436"/>
                  <a:gd name="connsiteY8" fmla="*/ 1483060 h 2872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09436" h="2872349">
                    <a:moveTo>
                      <a:pt x="302951" y="1483060"/>
                    </a:moveTo>
                    <a:cubicBezTo>
                      <a:pt x="112754" y="1085731"/>
                      <a:pt x="541681" y="678878"/>
                      <a:pt x="818209" y="719699"/>
                    </a:cubicBezTo>
                    <a:cubicBezTo>
                      <a:pt x="799159" y="418074"/>
                      <a:pt x="1199209" y="154549"/>
                      <a:pt x="1418284" y="329174"/>
                    </a:cubicBezTo>
                    <a:cubicBezTo>
                      <a:pt x="1767382" y="-254572"/>
                      <a:pt x="2202206" y="85606"/>
                      <a:pt x="2265554" y="235285"/>
                    </a:cubicBezTo>
                    <a:cubicBezTo>
                      <a:pt x="3021356" y="-50918"/>
                      <a:pt x="3100882" y="586803"/>
                      <a:pt x="3094684" y="786375"/>
                    </a:cubicBezTo>
                    <a:cubicBezTo>
                      <a:pt x="3666184" y="757800"/>
                      <a:pt x="3532834" y="1415025"/>
                      <a:pt x="3447109" y="1567425"/>
                    </a:cubicBezTo>
                    <a:cubicBezTo>
                      <a:pt x="3926382" y="1608700"/>
                      <a:pt x="4062756" y="2726299"/>
                      <a:pt x="3018029" y="2872349"/>
                    </a:cubicBezTo>
                    <a:lnTo>
                      <a:pt x="664901" y="2786624"/>
                    </a:lnTo>
                    <a:cubicBezTo>
                      <a:pt x="-122499" y="2456878"/>
                      <a:pt x="-166949" y="1631831"/>
                      <a:pt x="302951" y="148306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3">
                <a:extLst>
                  <a:ext uri="{FF2B5EF4-FFF2-40B4-BE49-F238E27FC236}">
                    <a16:creationId xmlns:a16="http://schemas.microsoft.com/office/drawing/2014/main" id="{BBDE7EE1-4850-8977-CD72-2E1567490599}"/>
                  </a:ext>
                </a:extLst>
              </p:cNvPr>
              <p:cNvSpPr/>
              <p:nvPr/>
            </p:nvSpPr>
            <p:spPr>
              <a:xfrm>
                <a:off x="3153903" y="1568621"/>
                <a:ext cx="3447110" cy="2599152"/>
              </a:xfrm>
              <a:custGeom>
                <a:avLst/>
                <a:gdLst>
                  <a:gd name="connsiteX0" fmla="*/ 0 w 1248228"/>
                  <a:gd name="connsiteY0" fmla="*/ 0 h 751114"/>
                  <a:gd name="connsiteX1" fmla="*/ 1248228 w 1248228"/>
                  <a:gd name="connsiteY1" fmla="*/ 0 h 751114"/>
                  <a:gd name="connsiteX2" fmla="*/ 1248228 w 1248228"/>
                  <a:gd name="connsiteY2" fmla="*/ 751114 h 751114"/>
                  <a:gd name="connsiteX3" fmla="*/ 0 w 1248228"/>
                  <a:gd name="connsiteY3" fmla="*/ 751114 h 751114"/>
                  <a:gd name="connsiteX4" fmla="*/ 0 w 1248228"/>
                  <a:gd name="connsiteY4" fmla="*/ 0 h 751114"/>
                  <a:gd name="connsiteX0" fmla="*/ 314325 w 1562553"/>
                  <a:gd name="connsiteY0" fmla="*/ 0 h 1055914"/>
                  <a:gd name="connsiteX1" fmla="*/ 1562553 w 1562553"/>
                  <a:gd name="connsiteY1" fmla="*/ 0 h 1055914"/>
                  <a:gd name="connsiteX2" fmla="*/ 1562553 w 1562553"/>
                  <a:gd name="connsiteY2" fmla="*/ 751114 h 1055914"/>
                  <a:gd name="connsiteX3" fmla="*/ 0 w 1562553"/>
                  <a:gd name="connsiteY3" fmla="*/ 1055914 h 1055914"/>
                  <a:gd name="connsiteX4" fmla="*/ 314325 w 1562553"/>
                  <a:gd name="connsiteY4" fmla="*/ 0 h 1055914"/>
                  <a:gd name="connsiteX0" fmla="*/ 0 w 1876878"/>
                  <a:gd name="connsiteY0" fmla="*/ 0 h 1360714"/>
                  <a:gd name="connsiteX1" fmla="*/ 1876878 w 1876878"/>
                  <a:gd name="connsiteY1" fmla="*/ 304800 h 1360714"/>
                  <a:gd name="connsiteX2" fmla="*/ 1876878 w 1876878"/>
                  <a:gd name="connsiteY2" fmla="*/ 1055914 h 1360714"/>
                  <a:gd name="connsiteX3" fmla="*/ 314325 w 1876878"/>
                  <a:gd name="connsiteY3" fmla="*/ 1360714 h 1360714"/>
                  <a:gd name="connsiteX4" fmla="*/ 0 w 1876878"/>
                  <a:gd name="connsiteY4" fmla="*/ 0 h 1360714"/>
                  <a:gd name="connsiteX0" fmla="*/ 0 w 1876878"/>
                  <a:gd name="connsiteY0" fmla="*/ 764794 h 2125508"/>
                  <a:gd name="connsiteX1" fmla="*/ 515258 w 1876878"/>
                  <a:gd name="connsiteY1" fmla="*/ 1433 h 2125508"/>
                  <a:gd name="connsiteX2" fmla="*/ 1876878 w 1876878"/>
                  <a:gd name="connsiteY2" fmla="*/ 1069594 h 2125508"/>
                  <a:gd name="connsiteX3" fmla="*/ 1876878 w 1876878"/>
                  <a:gd name="connsiteY3" fmla="*/ 1820708 h 2125508"/>
                  <a:gd name="connsiteX4" fmla="*/ 314325 w 1876878"/>
                  <a:gd name="connsiteY4" fmla="*/ 2125508 h 2125508"/>
                  <a:gd name="connsiteX5" fmla="*/ 0 w 1876878"/>
                  <a:gd name="connsiteY5" fmla="*/ 764794 h 2125508"/>
                  <a:gd name="connsiteX0" fmla="*/ 0 w 1876878"/>
                  <a:gd name="connsiteY0" fmla="*/ 1180774 h 2541488"/>
                  <a:gd name="connsiteX1" fmla="*/ 515258 w 1876878"/>
                  <a:gd name="connsiteY1" fmla="*/ 417413 h 2541488"/>
                  <a:gd name="connsiteX2" fmla="*/ 1115333 w 1876878"/>
                  <a:gd name="connsiteY2" fmla="*/ 26888 h 2541488"/>
                  <a:gd name="connsiteX3" fmla="*/ 1876878 w 1876878"/>
                  <a:gd name="connsiteY3" fmla="*/ 1485574 h 2541488"/>
                  <a:gd name="connsiteX4" fmla="*/ 1876878 w 1876878"/>
                  <a:gd name="connsiteY4" fmla="*/ 2236688 h 2541488"/>
                  <a:gd name="connsiteX5" fmla="*/ 314325 w 1876878"/>
                  <a:gd name="connsiteY5" fmla="*/ 2541488 h 2541488"/>
                  <a:gd name="connsiteX6" fmla="*/ 0 w 1876878"/>
                  <a:gd name="connsiteY6" fmla="*/ 1180774 h 2541488"/>
                  <a:gd name="connsiteX0" fmla="*/ 0 w 1962603"/>
                  <a:gd name="connsiteY0" fmla="*/ 1247775 h 2608489"/>
                  <a:gd name="connsiteX1" fmla="*/ 515258 w 1962603"/>
                  <a:gd name="connsiteY1" fmla="*/ 484414 h 2608489"/>
                  <a:gd name="connsiteX2" fmla="*/ 1115333 w 1962603"/>
                  <a:gd name="connsiteY2" fmla="*/ 93889 h 2608489"/>
                  <a:gd name="connsiteX3" fmla="*/ 1962603 w 1962603"/>
                  <a:gd name="connsiteY3" fmla="*/ 0 h 2608489"/>
                  <a:gd name="connsiteX4" fmla="*/ 1876878 w 1962603"/>
                  <a:gd name="connsiteY4" fmla="*/ 2303689 h 2608489"/>
                  <a:gd name="connsiteX5" fmla="*/ 314325 w 1962603"/>
                  <a:gd name="connsiteY5" fmla="*/ 2608489 h 2608489"/>
                  <a:gd name="connsiteX6" fmla="*/ 0 w 1962603"/>
                  <a:gd name="connsiteY6" fmla="*/ 1247775 h 2608489"/>
                  <a:gd name="connsiteX0" fmla="*/ 0 w 2791767"/>
                  <a:gd name="connsiteY0" fmla="*/ 1247775 h 2608489"/>
                  <a:gd name="connsiteX1" fmla="*/ 515258 w 2791767"/>
                  <a:gd name="connsiteY1" fmla="*/ 484414 h 2608489"/>
                  <a:gd name="connsiteX2" fmla="*/ 1115333 w 2791767"/>
                  <a:gd name="connsiteY2" fmla="*/ 93889 h 2608489"/>
                  <a:gd name="connsiteX3" fmla="*/ 1962603 w 2791767"/>
                  <a:gd name="connsiteY3" fmla="*/ 0 h 2608489"/>
                  <a:gd name="connsiteX4" fmla="*/ 2791733 w 2791767"/>
                  <a:gd name="connsiteY4" fmla="*/ 551090 h 2608489"/>
                  <a:gd name="connsiteX5" fmla="*/ 1876878 w 2791767"/>
                  <a:gd name="connsiteY5" fmla="*/ 2303689 h 2608489"/>
                  <a:gd name="connsiteX6" fmla="*/ 314325 w 2791767"/>
                  <a:gd name="connsiteY6" fmla="*/ 2608489 h 2608489"/>
                  <a:gd name="connsiteX7" fmla="*/ 0 w 2791767"/>
                  <a:gd name="connsiteY7" fmla="*/ 1247775 h 2608489"/>
                  <a:gd name="connsiteX0" fmla="*/ 0 w 3153675"/>
                  <a:gd name="connsiteY0" fmla="*/ 1247775 h 2608489"/>
                  <a:gd name="connsiteX1" fmla="*/ 515258 w 3153675"/>
                  <a:gd name="connsiteY1" fmla="*/ 484414 h 2608489"/>
                  <a:gd name="connsiteX2" fmla="*/ 1115333 w 3153675"/>
                  <a:gd name="connsiteY2" fmla="*/ 93889 h 2608489"/>
                  <a:gd name="connsiteX3" fmla="*/ 1962603 w 3153675"/>
                  <a:gd name="connsiteY3" fmla="*/ 0 h 2608489"/>
                  <a:gd name="connsiteX4" fmla="*/ 2791733 w 3153675"/>
                  <a:gd name="connsiteY4" fmla="*/ 551090 h 2608489"/>
                  <a:gd name="connsiteX5" fmla="*/ 3144158 w 3153675"/>
                  <a:gd name="connsiteY5" fmla="*/ 1332140 h 2608489"/>
                  <a:gd name="connsiteX6" fmla="*/ 1876878 w 3153675"/>
                  <a:gd name="connsiteY6" fmla="*/ 2303689 h 2608489"/>
                  <a:gd name="connsiteX7" fmla="*/ 314325 w 3153675"/>
                  <a:gd name="connsiteY7" fmla="*/ 2608489 h 2608489"/>
                  <a:gd name="connsiteX8" fmla="*/ 0 w 3153675"/>
                  <a:gd name="connsiteY8" fmla="*/ 1247775 h 2608489"/>
                  <a:gd name="connsiteX0" fmla="*/ 0 w 3153675"/>
                  <a:gd name="connsiteY0" fmla="*/ 1247775 h 2684689"/>
                  <a:gd name="connsiteX1" fmla="*/ 515258 w 3153675"/>
                  <a:gd name="connsiteY1" fmla="*/ 484414 h 2684689"/>
                  <a:gd name="connsiteX2" fmla="*/ 1115333 w 3153675"/>
                  <a:gd name="connsiteY2" fmla="*/ 93889 h 2684689"/>
                  <a:gd name="connsiteX3" fmla="*/ 1962603 w 3153675"/>
                  <a:gd name="connsiteY3" fmla="*/ 0 h 2684689"/>
                  <a:gd name="connsiteX4" fmla="*/ 2791733 w 3153675"/>
                  <a:gd name="connsiteY4" fmla="*/ 551090 h 2684689"/>
                  <a:gd name="connsiteX5" fmla="*/ 3144158 w 3153675"/>
                  <a:gd name="connsiteY5" fmla="*/ 1332140 h 2684689"/>
                  <a:gd name="connsiteX6" fmla="*/ 2753178 w 3153675"/>
                  <a:gd name="connsiteY6" fmla="*/ 2684689 h 2684689"/>
                  <a:gd name="connsiteX7" fmla="*/ 314325 w 3153675"/>
                  <a:gd name="connsiteY7" fmla="*/ 2608489 h 2684689"/>
                  <a:gd name="connsiteX8" fmla="*/ 0 w 3153675"/>
                  <a:gd name="connsiteY8" fmla="*/ 1247775 h 2684689"/>
                  <a:gd name="connsiteX0" fmla="*/ 0 w 3341724"/>
                  <a:gd name="connsiteY0" fmla="*/ 1247775 h 2684689"/>
                  <a:gd name="connsiteX1" fmla="*/ 515258 w 3341724"/>
                  <a:gd name="connsiteY1" fmla="*/ 484414 h 2684689"/>
                  <a:gd name="connsiteX2" fmla="*/ 1115333 w 3341724"/>
                  <a:gd name="connsiteY2" fmla="*/ 93889 h 2684689"/>
                  <a:gd name="connsiteX3" fmla="*/ 1962603 w 3341724"/>
                  <a:gd name="connsiteY3" fmla="*/ 0 h 2684689"/>
                  <a:gd name="connsiteX4" fmla="*/ 2791733 w 3341724"/>
                  <a:gd name="connsiteY4" fmla="*/ 551090 h 2684689"/>
                  <a:gd name="connsiteX5" fmla="*/ 3144158 w 3341724"/>
                  <a:gd name="connsiteY5" fmla="*/ 1332140 h 2684689"/>
                  <a:gd name="connsiteX6" fmla="*/ 2753178 w 3341724"/>
                  <a:gd name="connsiteY6" fmla="*/ 2684689 h 2684689"/>
                  <a:gd name="connsiteX7" fmla="*/ 314325 w 3341724"/>
                  <a:gd name="connsiteY7" fmla="*/ 2608489 h 2684689"/>
                  <a:gd name="connsiteX8" fmla="*/ 0 w 3341724"/>
                  <a:gd name="connsiteY8" fmla="*/ 1247775 h 2684689"/>
                  <a:gd name="connsiteX0" fmla="*/ 0 w 3317727"/>
                  <a:gd name="connsiteY0" fmla="*/ 1247775 h 2637064"/>
                  <a:gd name="connsiteX1" fmla="*/ 515258 w 3317727"/>
                  <a:gd name="connsiteY1" fmla="*/ 484414 h 2637064"/>
                  <a:gd name="connsiteX2" fmla="*/ 1115333 w 3317727"/>
                  <a:gd name="connsiteY2" fmla="*/ 93889 h 2637064"/>
                  <a:gd name="connsiteX3" fmla="*/ 1962603 w 3317727"/>
                  <a:gd name="connsiteY3" fmla="*/ 0 h 2637064"/>
                  <a:gd name="connsiteX4" fmla="*/ 2791733 w 3317727"/>
                  <a:gd name="connsiteY4" fmla="*/ 551090 h 2637064"/>
                  <a:gd name="connsiteX5" fmla="*/ 3144158 w 3317727"/>
                  <a:gd name="connsiteY5" fmla="*/ 1332140 h 2637064"/>
                  <a:gd name="connsiteX6" fmla="*/ 2715078 w 3317727"/>
                  <a:gd name="connsiteY6" fmla="*/ 2637064 h 2637064"/>
                  <a:gd name="connsiteX7" fmla="*/ 314325 w 3317727"/>
                  <a:gd name="connsiteY7" fmla="*/ 2608489 h 2637064"/>
                  <a:gd name="connsiteX8" fmla="*/ 0 w 3317727"/>
                  <a:gd name="connsiteY8" fmla="*/ 1247775 h 2637064"/>
                  <a:gd name="connsiteX0" fmla="*/ 0 w 3509473"/>
                  <a:gd name="connsiteY0" fmla="*/ 1247775 h 2637064"/>
                  <a:gd name="connsiteX1" fmla="*/ 515258 w 3509473"/>
                  <a:gd name="connsiteY1" fmla="*/ 484414 h 2637064"/>
                  <a:gd name="connsiteX2" fmla="*/ 1115333 w 3509473"/>
                  <a:gd name="connsiteY2" fmla="*/ 93889 h 2637064"/>
                  <a:gd name="connsiteX3" fmla="*/ 1962603 w 3509473"/>
                  <a:gd name="connsiteY3" fmla="*/ 0 h 2637064"/>
                  <a:gd name="connsiteX4" fmla="*/ 2791733 w 3509473"/>
                  <a:gd name="connsiteY4" fmla="*/ 551090 h 2637064"/>
                  <a:gd name="connsiteX5" fmla="*/ 3144158 w 3509473"/>
                  <a:gd name="connsiteY5" fmla="*/ 1332140 h 2637064"/>
                  <a:gd name="connsiteX6" fmla="*/ 2715078 w 3509473"/>
                  <a:gd name="connsiteY6" fmla="*/ 2637064 h 2637064"/>
                  <a:gd name="connsiteX7" fmla="*/ 314325 w 3509473"/>
                  <a:gd name="connsiteY7" fmla="*/ 2608489 h 2637064"/>
                  <a:gd name="connsiteX8" fmla="*/ 0 w 3509473"/>
                  <a:gd name="connsiteY8" fmla="*/ 1247775 h 2637064"/>
                  <a:gd name="connsiteX0" fmla="*/ 0 w 3479464"/>
                  <a:gd name="connsiteY0" fmla="*/ 1247775 h 2637064"/>
                  <a:gd name="connsiteX1" fmla="*/ 515258 w 3479464"/>
                  <a:gd name="connsiteY1" fmla="*/ 484414 h 2637064"/>
                  <a:gd name="connsiteX2" fmla="*/ 1115333 w 3479464"/>
                  <a:gd name="connsiteY2" fmla="*/ 93889 h 2637064"/>
                  <a:gd name="connsiteX3" fmla="*/ 1962603 w 3479464"/>
                  <a:gd name="connsiteY3" fmla="*/ 0 h 2637064"/>
                  <a:gd name="connsiteX4" fmla="*/ 2791733 w 3479464"/>
                  <a:gd name="connsiteY4" fmla="*/ 551090 h 2637064"/>
                  <a:gd name="connsiteX5" fmla="*/ 3144158 w 3479464"/>
                  <a:gd name="connsiteY5" fmla="*/ 1332140 h 2637064"/>
                  <a:gd name="connsiteX6" fmla="*/ 2715078 w 3479464"/>
                  <a:gd name="connsiteY6" fmla="*/ 2637064 h 2637064"/>
                  <a:gd name="connsiteX7" fmla="*/ 314325 w 3479464"/>
                  <a:gd name="connsiteY7" fmla="*/ 2608489 h 2637064"/>
                  <a:gd name="connsiteX8" fmla="*/ 0 w 3479464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320468 h 2709757"/>
                  <a:gd name="connsiteX1" fmla="*/ 515258 w 3506485"/>
                  <a:gd name="connsiteY1" fmla="*/ 557107 h 2709757"/>
                  <a:gd name="connsiteX2" fmla="*/ 1115333 w 3506485"/>
                  <a:gd name="connsiteY2" fmla="*/ 166582 h 2709757"/>
                  <a:gd name="connsiteX3" fmla="*/ 1962603 w 3506485"/>
                  <a:gd name="connsiteY3" fmla="*/ 72693 h 2709757"/>
                  <a:gd name="connsiteX4" fmla="*/ 2791733 w 3506485"/>
                  <a:gd name="connsiteY4" fmla="*/ 623783 h 2709757"/>
                  <a:gd name="connsiteX5" fmla="*/ 3144158 w 3506485"/>
                  <a:gd name="connsiteY5" fmla="*/ 1404833 h 2709757"/>
                  <a:gd name="connsiteX6" fmla="*/ 2715078 w 3506485"/>
                  <a:gd name="connsiteY6" fmla="*/ 2709757 h 2709757"/>
                  <a:gd name="connsiteX7" fmla="*/ 314325 w 3506485"/>
                  <a:gd name="connsiteY7" fmla="*/ 2681182 h 2709757"/>
                  <a:gd name="connsiteX8" fmla="*/ 0 w 3506485"/>
                  <a:gd name="connsiteY8" fmla="*/ 1320468 h 2709757"/>
                  <a:gd name="connsiteX0" fmla="*/ 0 w 3506485"/>
                  <a:gd name="connsiteY0" fmla="*/ 1432085 h 2821374"/>
                  <a:gd name="connsiteX1" fmla="*/ 515258 w 3506485"/>
                  <a:gd name="connsiteY1" fmla="*/ 668724 h 2821374"/>
                  <a:gd name="connsiteX2" fmla="*/ 1115333 w 3506485"/>
                  <a:gd name="connsiteY2" fmla="*/ 278199 h 2821374"/>
                  <a:gd name="connsiteX3" fmla="*/ 1962603 w 3506485"/>
                  <a:gd name="connsiteY3" fmla="*/ 184310 h 2821374"/>
                  <a:gd name="connsiteX4" fmla="*/ 2791733 w 3506485"/>
                  <a:gd name="connsiteY4" fmla="*/ 735400 h 2821374"/>
                  <a:gd name="connsiteX5" fmla="*/ 3144158 w 3506485"/>
                  <a:gd name="connsiteY5" fmla="*/ 1516450 h 2821374"/>
                  <a:gd name="connsiteX6" fmla="*/ 2715078 w 3506485"/>
                  <a:gd name="connsiteY6" fmla="*/ 2821374 h 2821374"/>
                  <a:gd name="connsiteX7" fmla="*/ 314325 w 3506485"/>
                  <a:gd name="connsiteY7" fmla="*/ 2792799 h 2821374"/>
                  <a:gd name="connsiteX8" fmla="*/ 0 w 3506485"/>
                  <a:gd name="connsiteY8" fmla="*/ 1432085 h 2821374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361444 w 3553604"/>
                  <a:gd name="connsiteY7" fmla="*/ 2843774 h 2872349"/>
                  <a:gd name="connsiteX8" fmla="*/ 47119 w 3553604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409069 w 3553604"/>
                  <a:gd name="connsiteY7" fmla="*/ 2786624 h 2872349"/>
                  <a:gd name="connsiteX8" fmla="*/ 47119 w 3553604"/>
                  <a:gd name="connsiteY8" fmla="*/ 1483060 h 2872349"/>
                  <a:gd name="connsiteX0" fmla="*/ 73312 w 3579797"/>
                  <a:gd name="connsiteY0" fmla="*/ 1483060 h 2872349"/>
                  <a:gd name="connsiteX1" fmla="*/ 588570 w 3579797"/>
                  <a:gd name="connsiteY1" fmla="*/ 719699 h 2872349"/>
                  <a:gd name="connsiteX2" fmla="*/ 1188645 w 3579797"/>
                  <a:gd name="connsiteY2" fmla="*/ 329174 h 2872349"/>
                  <a:gd name="connsiteX3" fmla="*/ 2035915 w 3579797"/>
                  <a:gd name="connsiteY3" fmla="*/ 235285 h 2872349"/>
                  <a:gd name="connsiteX4" fmla="*/ 2865045 w 3579797"/>
                  <a:gd name="connsiteY4" fmla="*/ 786375 h 2872349"/>
                  <a:gd name="connsiteX5" fmla="*/ 3217470 w 3579797"/>
                  <a:gd name="connsiteY5" fmla="*/ 1567425 h 2872349"/>
                  <a:gd name="connsiteX6" fmla="*/ 2788390 w 3579797"/>
                  <a:gd name="connsiteY6" fmla="*/ 2872349 h 2872349"/>
                  <a:gd name="connsiteX7" fmla="*/ 435262 w 3579797"/>
                  <a:gd name="connsiteY7" fmla="*/ 2786624 h 2872349"/>
                  <a:gd name="connsiteX8" fmla="*/ 73312 w 3579797"/>
                  <a:gd name="connsiteY8" fmla="*/ 1483060 h 2872349"/>
                  <a:gd name="connsiteX0" fmla="*/ 302951 w 3809436"/>
                  <a:gd name="connsiteY0" fmla="*/ 1483060 h 2872349"/>
                  <a:gd name="connsiteX1" fmla="*/ 818209 w 3809436"/>
                  <a:gd name="connsiteY1" fmla="*/ 719699 h 2872349"/>
                  <a:gd name="connsiteX2" fmla="*/ 1418284 w 3809436"/>
                  <a:gd name="connsiteY2" fmla="*/ 329174 h 2872349"/>
                  <a:gd name="connsiteX3" fmla="*/ 2265554 w 3809436"/>
                  <a:gd name="connsiteY3" fmla="*/ 235285 h 2872349"/>
                  <a:gd name="connsiteX4" fmla="*/ 3094684 w 3809436"/>
                  <a:gd name="connsiteY4" fmla="*/ 786375 h 2872349"/>
                  <a:gd name="connsiteX5" fmla="*/ 3447109 w 3809436"/>
                  <a:gd name="connsiteY5" fmla="*/ 1567425 h 2872349"/>
                  <a:gd name="connsiteX6" fmla="*/ 3018029 w 3809436"/>
                  <a:gd name="connsiteY6" fmla="*/ 2872349 h 2872349"/>
                  <a:gd name="connsiteX7" fmla="*/ 664901 w 3809436"/>
                  <a:gd name="connsiteY7" fmla="*/ 2786624 h 2872349"/>
                  <a:gd name="connsiteX8" fmla="*/ 302951 w 3809436"/>
                  <a:gd name="connsiteY8" fmla="*/ 1483060 h 2872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09436" h="2872349">
                    <a:moveTo>
                      <a:pt x="302951" y="1483060"/>
                    </a:moveTo>
                    <a:cubicBezTo>
                      <a:pt x="112754" y="1085731"/>
                      <a:pt x="541681" y="678878"/>
                      <a:pt x="818209" y="719699"/>
                    </a:cubicBezTo>
                    <a:cubicBezTo>
                      <a:pt x="799159" y="418074"/>
                      <a:pt x="1199209" y="154549"/>
                      <a:pt x="1418284" y="329174"/>
                    </a:cubicBezTo>
                    <a:cubicBezTo>
                      <a:pt x="1767382" y="-254572"/>
                      <a:pt x="2202206" y="85606"/>
                      <a:pt x="2265554" y="235285"/>
                    </a:cubicBezTo>
                    <a:cubicBezTo>
                      <a:pt x="3021356" y="-50918"/>
                      <a:pt x="3100882" y="586803"/>
                      <a:pt x="3094684" y="786375"/>
                    </a:cubicBezTo>
                    <a:cubicBezTo>
                      <a:pt x="3666184" y="757800"/>
                      <a:pt x="3532834" y="1415025"/>
                      <a:pt x="3447109" y="1567425"/>
                    </a:cubicBezTo>
                    <a:cubicBezTo>
                      <a:pt x="3926382" y="1608700"/>
                      <a:pt x="4062756" y="2726299"/>
                      <a:pt x="3018029" y="2872349"/>
                    </a:cubicBezTo>
                    <a:lnTo>
                      <a:pt x="664901" y="2786624"/>
                    </a:lnTo>
                    <a:cubicBezTo>
                      <a:pt x="-122499" y="2456878"/>
                      <a:pt x="-166949" y="1631831"/>
                      <a:pt x="302951" y="148306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16BDB71-3A83-E3B9-D3F4-2E3DB67D71E5}"/>
                  </a:ext>
                </a:extLst>
              </p:cNvPr>
              <p:cNvSpPr/>
              <p:nvPr/>
            </p:nvSpPr>
            <p:spPr>
              <a:xfrm>
                <a:off x="4390608" y="1849390"/>
                <a:ext cx="467142" cy="2313035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2569" h="2305050">
                    <a:moveTo>
                      <a:pt x="42519" y="0"/>
                    </a:moveTo>
                    <a:cubicBezTo>
                      <a:pt x="-128931" y="835025"/>
                      <a:pt x="261594" y="1631950"/>
                      <a:pt x="442569" y="2305050"/>
                    </a:cubicBezTo>
                    <a:lnTo>
                      <a:pt x="442569" y="2305050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881013A3-3368-C1C3-192B-C791941130C8}"/>
                  </a:ext>
                </a:extLst>
              </p:cNvPr>
              <p:cNvSpPr/>
              <p:nvPr/>
            </p:nvSpPr>
            <p:spPr>
              <a:xfrm flipH="1">
                <a:off x="4979369" y="1789859"/>
                <a:ext cx="402504" cy="2372566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2504" h="2381250">
                    <a:moveTo>
                      <a:pt x="173904" y="0"/>
                    </a:moveTo>
                    <a:cubicBezTo>
                      <a:pt x="-254721" y="577850"/>
                      <a:pt x="221529" y="1708150"/>
                      <a:pt x="402504" y="2381250"/>
                    </a:cubicBezTo>
                    <a:lnTo>
                      <a:pt x="402504" y="2381250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E8835F0E-3911-7304-028A-72D80BC851BF}"/>
                  </a:ext>
                </a:extLst>
              </p:cNvPr>
              <p:cNvSpPr/>
              <p:nvPr/>
            </p:nvSpPr>
            <p:spPr>
              <a:xfrm flipH="1">
                <a:off x="4970031" y="2285160"/>
                <a:ext cx="985824" cy="1848690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2025" h="1819275">
                    <a:moveTo>
                      <a:pt x="0" y="0"/>
                    </a:moveTo>
                    <a:cubicBezTo>
                      <a:pt x="66675" y="654050"/>
                      <a:pt x="333375" y="993775"/>
                      <a:pt x="962025" y="1819275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76903741-9E2A-E769-57DD-D38F1FCA9596}"/>
                  </a:ext>
                </a:extLst>
              </p:cNvPr>
              <p:cNvSpPr/>
              <p:nvPr/>
            </p:nvSpPr>
            <p:spPr>
              <a:xfrm flipH="1">
                <a:off x="5007187" y="3002455"/>
                <a:ext cx="1255850" cy="1191217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1171575"/>
                  <a:gd name="connsiteY0" fmla="*/ 0 h 1190625"/>
                  <a:gd name="connsiteX1" fmla="*/ 1171575 w 1171575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6350" h="1190625">
                    <a:moveTo>
                      <a:pt x="0" y="0"/>
                    </a:moveTo>
                    <a:cubicBezTo>
                      <a:pt x="19050" y="539750"/>
                      <a:pt x="876300" y="898525"/>
                      <a:pt x="1276350" y="1190625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2121B8A0-32F3-9BA3-0481-BB36EFD930D5}"/>
                  </a:ext>
                </a:extLst>
              </p:cNvPr>
              <p:cNvSpPr/>
              <p:nvPr/>
            </p:nvSpPr>
            <p:spPr>
              <a:xfrm>
                <a:off x="3889094" y="2218484"/>
                <a:ext cx="948113" cy="1837664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2025" h="1819275">
                    <a:moveTo>
                      <a:pt x="0" y="0"/>
                    </a:moveTo>
                    <a:cubicBezTo>
                      <a:pt x="66675" y="654050"/>
                      <a:pt x="333375" y="993775"/>
                      <a:pt x="962025" y="1819275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25528CE7-0857-2A7C-E42D-C053B129AE29}"/>
                  </a:ext>
                </a:extLst>
              </p:cNvPr>
              <p:cNvSpPr/>
              <p:nvPr/>
            </p:nvSpPr>
            <p:spPr>
              <a:xfrm>
                <a:off x="3418459" y="2911284"/>
                <a:ext cx="1180658" cy="1230315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1057275"/>
                  <a:gd name="connsiteY0" fmla="*/ 0 h 1323975"/>
                  <a:gd name="connsiteX1" fmla="*/ 1057275 w 1057275"/>
                  <a:gd name="connsiteY1" fmla="*/ 1323975 h 1323975"/>
                  <a:gd name="connsiteX0" fmla="*/ 0 w 1171575"/>
                  <a:gd name="connsiteY0" fmla="*/ 0 h 1200150"/>
                  <a:gd name="connsiteX1" fmla="*/ 1171575 w 1171575"/>
                  <a:gd name="connsiteY1" fmla="*/ 1200150 h 1200150"/>
                  <a:gd name="connsiteX0" fmla="*/ 0 w 1171575"/>
                  <a:gd name="connsiteY0" fmla="*/ 0 h 1200150"/>
                  <a:gd name="connsiteX1" fmla="*/ 1171575 w 1171575"/>
                  <a:gd name="connsiteY1" fmla="*/ 1200150 h 1200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71575" h="1200150">
                    <a:moveTo>
                      <a:pt x="0" y="0"/>
                    </a:moveTo>
                    <a:cubicBezTo>
                      <a:pt x="66675" y="654050"/>
                      <a:pt x="781050" y="908050"/>
                      <a:pt x="1171575" y="1200150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A7A0BCE-D116-6298-3E87-E24CF42C80DE}"/>
                </a:ext>
              </a:extLst>
            </p:cNvPr>
            <p:cNvGrpSpPr/>
            <p:nvPr/>
          </p:nvGrpSpPr>
          <p:grpSpPr>
            <a:xfrm>
              <a:off x="2663031" y="3753051"/>
              <a:ext cx="4123356" cy="2304848"/>
              <a:chOff x="2663031" y="3753051"/>
              <a:chExt cx="4123356" cy="2304848"/>
            </a:xfrm>
            <a:grpFill/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021788E5-F943-755B-C299-1DCBBA375E39}"/>
                  </a:ext>
                </a:extLst>
              </p:cNvPr>
              <p:cNvSpPr/>
              <p:nvPr/>
            </p:nvSpPr>
            <p:spPr>
              <a:xfrm>
                <a:off x="2750820" y="4480560"/>
                <a:ext cx="4035566" cy="1577339"/>
              </a:xfrm>
              <a:prstGeom prst="roundRect">
                <a:avLst>
                  <a:gd name="adj" fmla="val 50000"/>
                </a:avLst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12">
                <a:extLst>
                  <a:ext uri="{FF2B5EF4-FFF2-40B4-BE49-F238E27FC236}">
                    <a16:creationId xmlns:a16="http://schemas.microsoft.com/office/drawing/2014/main" id="{8A26D6A2-61D9-B30A-9970-7BA39A1C4C7D}"/>
                  </a:ext>
                </a:extLst>
              </p:cNvPr>
              <p:cNvSpPr/>
              <p:nvPr/>
            </p:nvSpPr>
            <p:spPr>
              <a:xfrm rot="21414075">
                <a:off x="2663031" y="4084457"/>
                <a:ext cx="4123356" cy="1661202"/>
              </a:xfrm>
              <a:custGeom>
                <a:avLst/>
                <a:gdLst>
                  <a:gd name="connsiteX0" fmla="*/ 0 w 1915886"/>
                  <a:gd name="connsiteY0" fmla="*/ 0 h 944909"/>
                  <a:gd name="connsiteX1" fmla="*/ 1915886 w 1915886"/>
                  <a:gd name="connsiteY1" fmla="*/ 0 h 944909"/>
                  <a:gd name="connsiteX2" fmla="*/ 1915886 w 1915886"/>
                  <a:gd name="connsiteY2" fmla="*/ 944909 h 944909"/>
                  <a:gd name="connsiteX3" fmla="*/ 0 w 1915886"/>
                  <a:gd name="connsiteY3" fmla="*/ 944909 h 944909"/>
                  <a:gd name="connsiteX4" fmla="*/ 0 w 1915886"/>
                  <a:gd name="connsiteY4" fmla="*/ 0 h 944909"/>
                  <a:gd name="connsiteX0" fmla="*/ 0 w 2931886"/>
                  <a:gd name="connsiteY0" fmla="*/ 537028 h 944909"/>
                  <a:gd name="connsiteX1" fmla="*/ 2931886 w 2931886"/>
                  <a:gd name="connsiteY1" fmla="*/ 0 h 944909"/>
                  <a:gd name="connsiteX2" fmla="*/ 2931886 w 2931886"/>
                  <a:gd name="connsiteY2" fmla="*/ 944909 h 944909"/>
                  <a:gd name="connsiteX3" fmla="*/ 1016000 w 2931886"/>
                  <a:gd name="connsiteY3" fmla="*/ 944909 h 944909"/>
                  <a:gd name="connsiteX4" fmla="*/ 0 w 2931886"/>
                  <a:gd name="connsiteY4" fmla="*/ 537028 h 944909"/>
                  <a:gd name="connsiteX0" fmla="*/ 0 w 2931886"/>
                  <a:gd name="connsiteY0" fmla="*/ 537028 h 974669"/>
                  <a:gd name="connsiteX1" fmla="*/ 2931886 w 2931886"/>
                  <a:gd name="connsiteY1" fmla="*/ 0 h 974669"/>
                  <a:gd name="connsiteX2" fmla="*/ 2931886 w 2931886"/>
                  <a:gd name="connsiteY2" fmla="*/ 944909 h 974669"/>
                  <a:gd name="connsiteX3" fmla="*/ 1016000 w 2931886"/>
                  <a:gd name="connsiteY3" fmla="*/ 944909 h 974669"/>
                  <a:gd name="connsiteX4" fmla="*/ 391886 w 2931886"/>
                  <a:gd name="connsiteY4" fmla="*/ 959423 h 974669"/>
                  <a:gd name="connsiteX5" fmla="*/ 0 w 2931886"/>
                  <a:gd name="connsiteY5" fmla="*/ 537028 h 974669"/>
                  <a:gd name="connsiteX0" fmla="*/ 0 w 2931886"/>
                  <a:gd name="connsiteY0" fmla="*/ 537028 h 1235195"/>
                  <a:gd name="connsiteX1" fmla="*/ 2931886 w 2931886"/>
                  <a:gd name="connsiteY1" fmla="*/ 0 h 1235195"/>
                  <a:gd name="connsiteX2" fmla="*/ 2931886 w 2931886"/>
                  <a:gd name="connsiteY2" fmla="*/ 944909 h 1235195"/>
                  <a:gd name="connsiteX3" fmla="*/ 1291772 w 2931886"/>
                  <a:gd name="connsiteY3" fmla="*/ 1235195 h 1235195"/>
                  <a:gd name="connsiteX4" fmla="*/ 391886 w 2931886"/>
                  <a:gd name="connsiteY4" fmla="*/ 959423 h 1235195"/>
                  <a:gd name="connsiteX5" fmla="*/ 0 w 2931886"/>
                  <a:gd name="connsiteY5" fmla="*/ 537028 h 1235195"/>
                  <a:gd name="connsiteX0" fmla="*/ 0 w 2931886"/>
                  <a:gd name="connsiteY0" fmla="*/ 537028 h 1307766"/>
                  <a:gd name="connsiteX1" fmla="*/ 2931886 w 2931886"/>
                  <a:gd name="connsiteY1" fmla="*/ 0 h 1307766"/>
                  <a:gd name="connsiteX2" fmla="*/ 2931886 w 2931886"/>
                  <a:gd name="connsiteY2" fmla="*/ 944909 h 1307766"/>
                  <a:gd name="connsiteX3" fmla="*/ 2090057 w 2931886"/>
                  <a:gd name="connsiteY3" fmla="*/ 1307766 h 1307766"/>
                  <a:gd name="connsiteX4" fmla="*/ 1291772 w 2931886"/>
                  <a:gd name="connsiteY4" fmla="*/ 1235195 h 1307766"/>
                  <a:gd name="connsiteX5" fmla="*/ 391886 w 2931886"/>
                  <a:gd name="connsiteY5" fmla="*/ 959423 h 1307766"/>
                  <a:gd name="connsiteX6" fmla="*/ 0 w 2931886"/>
                  <a:gd name="connsiteY6" fmla="*/ 537028 h 1307766"/>
                  <a:gd name="connsiteX0" fmla="*/ 0 w 3483429"/>
                  <a:gd name="connsiteY0" fmla="*/ 537028 h 1307766"/>
                  <a:gd name="connsiteX1" fmla="*/ 2931886 w 3483429"/>
                  <a:gd name="connsiteY1" fmla="*/ 0 h 1307766"/>
                  <a:gd name="connsiteX2" fmla="*/ 3483429 w 3483429"/>
                  <a:gd name="connsiteY2" fmla="*/ 1220680 h 1307766"/>
                  <a:gd name="connsiteX3" fmla="*/ 2090057 w 3483429"/>
                  <a:gd name="connsiteY3" fmla="*/ 1307766 h 1307766"/>
                  <a:gd name="connsiteX4" fmla="*/ 1291772 w 3483429"/>
                  <a:gd name="connsiteY4" fmla="*/ 1235195 h 1307766"/>
                  <a:gd name="connsiteX5" fmla="*/ 391886 w 3483429"/>
                  <a:gd name="connsiteY5" fmla="*/ 959423 h 1307766"/>
                  <a:gd name="connsiteX6" fmla="*/ 0 w 3483429"/>
                  <a:gd name="connsiteY6" fmla="*/ 537028 h 1307766"/>
                  <a:gd name="connsiteX0" fmla="*/ 0 w 3483429"/>
                  <a:gd name="connsiteY0" fmla="*/ 537028 h 1353225"/>
                  <a:gd name="connsiteX1" fmla="*/ 2931886 w 3483429"/>
                  <a:gd name="connsiteY1" fmla="*/ 0 h 1353225"/>
                  <a:gd name="connsiteX2" fmla="*/ 3483429 w 3483429"/>
                  <a:gd name="connsiteY2" fmla="*/ 1220680 h 1353225"/>
                  <a:gd name="connsiteX3" fmla="*/ 2772228 w 3483429"/>
                  <a:gd name="connsiteY3" fmla="*/ 1336794 h 1353225"/>
                  <a:gd name="connsiteX4" fmla="*/ 2090057 w 3483429"/>
                  <a:gd name="connsiteY4" fmla="*/ 1307766 h 1353225"/>
                  <a:gd name="connsiteX5" fmla="*/ 1291772 w 3483429"/>
                  <a:gd name="connsiteY5" fmla="*/ 1235195 h 1353225"/>
                  <a:gd name="connsiteX6" fmla="*/ 391886 w 3483429"/>
                  <a:gd name="connsiteY6" fmla="*/ 959423 h 1353225"/>
                  <a:gd name="connsiteX7" fmla="*/ 0 w 3483429"/>
                  <a:gd name="connsiteY7" fmla="*/ 537028 h 1353225"/>
                  <a:gd name="connsiteX0" fmla="*/ 0 w 3744686"/>
                  <a:gd name="connsiteY0" fmla="*/ 537028 h 1353225"/>
                  <a:gd name="connsiteX1" fmla="*/ 2931886 w 3744686"/>
                  <a:gd name="connsiteY1" fmla="*/ 0 h 1353225"/>
                  <a:gd name="connsiteX2" fmla="*/ 3744686 w 3744686"/>
                  <a:gd name="connsiteY2" fmla="*/ 596565 h 1353225"/>
                  <a:gd name="connsiteX3" fmla="*/ 3483429 w 3744686"/>
                  <a:gd name="connsiteY3" fmla="*/ 1220680 h 1353225"/>
                  <a:gd name="connsiteX4" fmla="*/ 2772228 w 3744686"/>
                  <a:gd name="connsiteY4" fmla="*/ 1336794 h 1353225"/>
                  <a:gd name="connsiteX5" fmla="*/ 2090057 w 3744686"/>
                  <a:gd name="connsiteY5" fmla="*/ 1307766 h 1353225"/>
                  <a:gd name="connsiteX6" fmla="*/ 1291772 w 3744686"/>
                  <a:gd name="connsiteY6" fmla="*/ 1235195 h 1353225"/>
                  <a:gd name="connsiteX7" fmla="*/ 391886 w 3744686"/>
                  <a:gd name="connsiteY7" fmla="*/ 959423 h 1353225"/>
                  <a:gd name="connsiteX8" fmla="*/ 0 w 3744686"/>
                  <a:gd name="connsiteY8" fmla="*/ 537028 h 1353225"/>
                  <a:gd name="connsiteX0" fmla="*/ 0 w 3744686"/>
                  <a:gd name="connsiteY0" fmla="*/ 537028 h 1353225"/>
                  <a:gd name="connsiteX1" fmla="*/ 1857829 w 3744686"/>
                  <a:gd name="connsiteY1" fmla="*/ 0 h 1353225"/>
                  <a:gd name="connsiteX2" fmla="*/ 3744686 w 3744686"/>
                  <a:gd name="connsiteY2" fmla="*/ 596565 h 1353225"/>
                  <a:gd name="connsiteX3" fmla="*/ 3483429 w 3744686"/>
                  <a:gd name="connsiteY3" fmla="*/ 1220680 h 1353225"/>
                  <a:gd name="connsiteX4" fmla="*/ 2772228 w 3744686"/>
                  <a:gd name="connsiteY4" fmla="*/ 1336794 h 1353225"/>
                  <a:gd name="connsiteX5" fmla="*/ 2090057 w 3744686"/>
                  <a:gd name="connsiteY5" fmla="*/ 1307766 h 1353225"/>
                  <a:gd name="connsiteX6" fmla="*/ 1291772 w 3744686"/>
                  <a:gd name="connsiteY6" fmla="*/ 1235195 h 1353225"/>
                  <a:gd name="connsiteX7" fmla="*/ 391886 w 3744686"/>
                  <a:gd name="connsiteY7" fmla="*/ 959423 h 1353225"/>
                  <a:gd name="connsiteX8" fmla="*/ 0 w 3744686"/>
                  <a:gd name="connsiteY8" fmla="*/ 537028 h 1353225"/>
                  <a:gd name="connsiteX0" fmla="*/ 0 w 3744686"/>
                  <a:gd name="connsiteY0" fmla="*/ 493485 h 1309682"/>
                  <a:gd name="connsiteX1" fmla="*/ 2002972 w 3744686"/>
                  <a:gd name="connsiteY1" fmla="*/ 0 h 1309682"/>
                  <a:gd name="connsiteX2" fmla="*/ 3744686 w 3744686"/>
                  <a:gd name="connsiteY2" fmla="*/ 553022 h 1309682"/>
                  <a:gd name="connsiteX3" fmla="*/ 3483429 w 3744686"/>
                  <a:gd name="connsiteY3" fmla="*/ 1177137 h 1309682"/>
                  <a:gd name="connsiteX4" fmla="*/ 2772228 w 3744686"/>
                  <a:gd name="connsiteY4" fmla="*/ 1293251 h 1309682"/>
                  <a:gd name="connsiteX5" fmla="*/ 2090057 w 3744686"/>
                  <a:gd name="connsiteY5" fmla="*/ 1264223 h 1309682"/>
                  <a:gd name="connsiteX6" fmla="*/ 1291772 w 3744686"/>
                  <a:gd name="connsiteY6" fmla="*/ 1191652 h 1309682"/>
                  <a:gd name="connsiteX7" fmla="*/ 391886 w 3744686"/>
                  <a:gd name="connsiteY7" fmla="*/ 915880 h 1309682"/>
                  <a:gd name="connsiteX8" fmla="*/ 0 w 3744686"/>
                  <a:gd name="connsiteY8" fmla="*/ 493485 h 1309682"/>
                  <a:gd name="connsiteX0" fmla="*/ 0 w 3744686"/>
                  <a:gd name="connsiteY0" fmla="*/ 541836 h 1358033"/>
                  <a:gd name="connsiteX1" fmla="*/ 2002972 w 3744686"/>
                  <a:gd name="connsiteY1" fmla="*/ 48351 h 1358033"/>
                  <a:gd name="connsiteX2" fmla="*/ 3744686 w 3744686"/>
                  <a:gd name="connsiteY2" fmla="*/ 601373 h 1358033"/>
                  <a:gd name="connsiteX3" fmla="*/ 3483429 w 3744686"/>
                  <a:gd name="connsiteY3" fmla="*/ 1225488 h 1358033"/>
                  <a:gd name="connsiteX4" fmla="*/ 2772228 w 3744686"/>
                  <a:gd name="connsiteY4" fmla="*/ 1341602 h 1358033"/>
                  <a:gd name="connsiteX5" fmla="*/ 2090057 w 3744686"/>
                  <a:gd name="connsiteY5" fmla="*/ 1312574 h 1358033"/>
                  <a:gd name="connsiteX6" fmla="*/ 1291772 w 3744686"/>
                  <a:gd name="connsiteY6" fmla="*/ 1240003 h 1358033"/>
                  <a:gd name="connsiteX7" fmla="*/ 391886 w 3744686"/>
                  <a:gd name="connsiteY7" fmla="*/ 964231 h 1358033"/>
                  <a:gd name="connsiteX8" fmla="*/ 0 w 3744686"/>
                  <a:gd name="connsiteY8" fmla="*/ 541836 h 1358033"/>
                  <a:gd name="connsiteX0" fmla="*/ 0 w 3686629"/>
                  <a:gd name="connsiteY0" fmla="*/ 540097 h 1356294"/>
                  <a:gd name="connsiteX1" fmla="*/ 2002972 w 3686629"/>
                  <a:gd name="connsiteY1" fmla="*/ 46612 h 1356294"/>
                  <a:gd name="connsiteX2" fmla="*/ 3686629 w 3686629"/>
                  <a:gd name="connsiteY2" fmla="*/ 628662 h 1356294"/>
                  <a:gd name="connsiteX3" fmla="*/ 3483429 w 3686629"/>
                  <a:gd name="connsiteY3" fmla="*/ 1223749 h 1356294"/>
                  <a:gd name="connsiteX4" fmla="*/ 2772228 w 3686629"/>
                  <a:gd name="connsiteY4" fmla="*/ 1339863 h 1356294"/>
                  <a:gd name="connsiteX5" fmla="*/ 2090057 w 3686629"/>
                  <a:gd name="connsiteY5" fmla="*/ 1310835 h 1356294"/>
                  <a:gd name="connsiteX6" fmla="*/ 1291772 w 3686629"/>
                  <a:gd name="connsiteY6" fmla="*/ 1238264 h 1356294"/>
                  <a:gd name="connsiteX7" fmla="*/ 391886 w 3686629"/>
                  <a:gd name="connsiteY7" fmla="*/ 962492 h 1356294"/>
                  <a:gd name="connsiteX8" fmla="*/ 0 w 3686629"/>
                  <a:gd name="connsiteY8" fmla="*/ 540097 h 1356294"/>
                  <a:gd name="connsiteX0" fmla="*/ 0 w 3686629"/>
                  <a:gd name="connsiteY0" fmla="*/ 629706 h 1445903"/>
                  <a:gd name="connsiteX1" fmla="*/ 2002972 w 3686629"/>
                  <a:gd name="connsiteY1" fmla="*/ 136221 h 1445903"/>
                  <a:gd name="connsiteX2" fmla="*/ 3686629 w 3686629"/>
                  <a:gd name="connsiteY2" fmla="*/ 718271 h 1445903"/>
                  <a:gd name="connsiteX3" fmla="*/ 3483429 w 3686629"/>
                  <a:gd name="connsiteY3" fmla="*/ 1313358 h 1445903"/>
                  <a:gd name="connsiteX4" fmla="*/ 2772228 w 3686629"/>
                  <a:gd name="connsiteY4" fmla="*/ 1429472 h 1445903"/>
                  <a:gd name="connsiteX5" fmla="*/ 2090057 w 3686629"/>
                  <a:gd name="connsiteY5" fmla="*/ 1400444 h 1445903"/>
                  <a:gd name="connsiteX6" fmla="*/ 1291772 w 3686629"/>
                  <a:gd name="connsiteY6" fmla="*/ 1327873 h 1445903"/>
                  <a:gd name="connsiteX7" fmla="*/ 391886 w 3686629"/>
                  <a:gd name="connsiteY7" fmla="*/ 1052101 h 1445903"/>
                  <a:gd name="connsiteX8" fmla="*/ 0 w 3686629"/>
                  <a:gd name="connsiteY8" fmla="*/ 629706 h 1445903"/>
                  <a:gd name="connsiteX0" fmla="*/ 0 w 3686629"/>
                  <a:gd name="connsiteY0" fmla="*/ 621998 h 1438195"/>
                  <a:gd name="connsiteX1" fmla="*/ 2002972 w 3686629"/>
                  <a:gd name="connsiteY1" fmla="*/ 128513 h 1438195"/>
                  <a:gd name="connsiteX2" fmla="*/ 3686629 w 3686629"/>
                  <a:gd name="connsiteY2" fmla="*/ 710563 h 1438195"/>
                  <a:gd name="connsiteX3" fmla="*/ 3483429 w 3686629"/>
                  <a:gd name="connsiteY3" fmla="*/ 1305650 h 1438195"/>
                  <a:gd name="connsiteX4" fmla="*/ 2772228 w 3686629"/>
                  <a:gd name="connsiteY4" fmla="*/ 1421764 h 1438195"/>
                  <a:gd name="connsiteX5" fmla="*/ 2090057 w 3686629"/>
                  <a:gd name="connsiteY5" fmla="*/ 1392736 h 1438195"/>
                  <a:gd name="connsiteX6" fmla="*/ 1291772 w 3686629"/>
                  <a:gd name="connsiteY6" fmla="*/ 1320165 h 1438195"/>
                  <a:gd name="connsiteX7" fmla="*/ 391886 w 3686629"/>
                  <a:gd name="connsiteY7" fmla="*/ 1044393 h 1438195"/>
                  <a:gd name="connsiteX8" fmla="*/ 0 w 3686629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43262"/>
                  <a:gd name="connsiteX1" fmla="*/ 2009953 w 3693610"/>
                  <a:gd name="connsiteY1" fmla="*/ 128513 h 1443262"/>
                  <a:gd name="connsiteX2" fmla="*/ 3693610 w 3693610"/>
                  <a:gd name="connsiteY2" fmla="*/ 710563 h 1443262"/>
                  <a:gd name="connsiteX3" fmla="*/ 3490410 w 3693610"/>
                  <a:gd name="connsiteY3" fmla="*/ 1305650 h 1443262"/>
                  <a:gd name="connsiteX4" fmla="*/ 2779209 w 3693610"/>
                  <a:gd name="connsiteY4" fmla="*/ 1421764 h 1443262"/>
                  <a:gd name="connsiteX5" fmla="*/ 2097038 w 3693610"/>
                  <a:gd name="connsiteY5" fmla="*/ 1392736 h 1443262"/>
                  <a:gd name="connsiteX6" fmla="*/ 1298753 w 3693610"/>
                  <a:gd name="connsiteY6" fmla="*/ 1320165 h 1443262"/>
                  <a:gd name="connsiteX7" fmla="*/ 398867 w 3693610"/>
                  <a:gd name="connsiteY7" fmla="*/ 1044393 h 1443262"/>
                  <a:gd name="connsiteX8" fmla="*/ 6981 w 3693610"/>
                  <a:gd name="connsiteY8" fmla="*/ 621998 h 1443262"/>
                  <a:gd name="connsiteX0" fmla="*/ 6981 w 3693610"/>
                  <a:gd name="connsiteY0" fmla="*/ 621998 h 1504614"/>
                  <a:gd name="connsiteX1" fmla="*/ 2009953 w 3693610"/>
                  <a:gd name="connsiteY1" fmla="*/ 128513 h 1504614"/>
                  <a:gd name="connsiteX2" fmla="*/ 3693610 w 3693610"/>
                  <a:gd name="connsiteY2" fmla="*/ 710563 h 1504614"/>
                  <a:gd name="connsiteX3" fmla="*/ 3490410 w 3693610"/>
                  <a:gd name="connsiteY3" fmla="*/ 1305650 h 1504614"/>
                  <a:gd name="connsiteX4" fmla="*/ 2779209 w 3693610"/>
                  <a:gd name="connsiteY4" fmla="*/ 1421764 h 1504614"/>
                  <a:gd name="connsiteX5" fmla="*/ 2097038 w 3693610"/>
                  <a:gd name="connsiteY5" fmla="*/ 1392736 h 1504614"/>
                  <a:gd name="connsiteX6" fmla="*/ 1298753 w 3693610"/>
                  <a:gd name="connsiteY6" fmla="*/ 1320165 h 1504614"/>
                  <a:gd name="connsiteX7" fmla="*/ 398867 w 3693610"/>
                  <a:gd name="connsiteY7" fmla="*/ 1044393 h 1504614"/>
                  <a:gd name="connsiteX8" fmla="*/ 6981 w 3693610"/>
                  <a:gd name="connsiteY8" fmla="*/ 621998 h 1504614"/>
                  <a:gd name="connsiteX0" fmla="*/ 6981 w 3693610"/>
                  <a:gd name="connsiteY0" fmla="*/ 621998 h 1504614"/>
                  <a:gd name="connsiteX1" fmla="*/ 2009953 w 3693610"/>
                  <a:gd name="connsiteY1" fmla="*/ 128513 h 1504614"/>
                  <a:gd name="connsiteX2" fmla="*/ 3693610 w 3693610"/>
                  <a:gd name="connsiteY2" fmla="*/ 710563 h 1504614"/>
                  <a:gd name="connsiteX3" fmla="*/ 3432353 w 3693610"/>
                  <a:gd name="connsiteY3" fmla="*/ 1305650 h 1504614"/>
                  <a:gd name="connsiteX4" fmla="*/ 2779209 w 3693610"/>
                  <a:gd name="connsiteY4" fmla="*/ 1421764 h 1504614"/>
                  <a:gd name="connsiteX5" fmla="*/ 2097038 w 3693610"/>
                  <a:gd name="connsiteY5" fmla="*/ 1392736 h 1504614"/>
                  <a:gd name="connsiteX6" fmla="*/ 1298753 w 3693610"/>
                  <a:gd name="connsiteY6" fmla="*/ 1320165 h 1504614"/>
                  <a:gd name="connsiteX7" fmla="*/ 398867 w 3693610"/>
                  <a:gd name="connsiteY7" fmla="*/ 1044393 h 1504614"/>
                  <a:gd name="connsiteX8" fmla="*/ 6981 w 3693610"/>
                  <a:gd name="connsiteY8" fmla="*/ 621998 h 1504614"/>
                  <a:gd name="connsiteX0" fmla="*/ 6981 w 3693610"/>
                  <a:gd name="connsiteY0" fmla="*/ 621998 h 1509710"/>
                  <a:gd name="connsiteX1" fmla="*/ 2009953 w 3693610"/>
                  <a:gd name="connsiteY1" fmla="*/ 128513 h 1509710"/>
                  <a:gd name="connsiteX2" fmla="*/ 3693610 w 3693610"/>
                  <a:gd name="connsiteY2" fmla="*/ 710563 h 1509710"/>
                  <a:gd name="connsiteX3" fmla="*/ 3432353 w 3693610"/>
                  <a:gd name="connsiteY3" fmla="*/ 1305650 h 1509710"/>
                  <a:gd name="connsiteX4" fmla="*/ 2779209 w 3693610"/>
                  <a:gd name="connsiteY4" fmla="*/ 1421764 h 1509710"/>
                  <a:gd name="connsiteX5" fmla="*/ 2097038 w 3693610"/>
                  <a:gd name="connsiteY5" fmla="*/ 1392736 h 1509710"/>
                  <a:gd name="connsiteX6" fmla="*/ 1298753 w 3693610"/>
                  <a:gd name="connsiteY6" fmla="*/ 1320165 h 1509710"/>
                  <a:gd name="connsiteX7" fmla="*/ 398867 w 3693610"/>
                  <a:gd name="connsiteY7" fmla="*/ 1044393 h 1509710"/>
                  <a:gd name="connsiteX8" fmla="*/ 6981 w 3693610"/>
                  <a:gd name="connsiteY8" fmla="*/ 621998 h 1509710"/>
                  <a:gd name="connsiteX0" fmla="*/ 6981 w 3693610"/>
                  <a:gd name="connsiteY0" fmla="*/ 621998 h 1532587"/>
                  <a:gd name="connsiteX1" fmla="*/ 2009953 w 3693610"/>
                  <a:gd name="connsiteY1" fmla="*/ 128513 h 1532587"/>
                  <a:gd name="connsiteX2" fmla="*/ 3693610 w 3693610"/>
                  <a:gd name="connsiteY2" fmla="*/ 710563 h 1532587"/>
                  <a:gd name="connsiteX3" fmla="*/ 3432353 w 3693610"/>
                  <a:gd name="connsiteY3" fmla="*/ 1305650 h 1532587"/>
                  <a:gd name="connsiteX4" fmla="*/ 2779209 w 3693610"/>
                  <a:gd name="connsiteY4" fmla="*/ 1421764 h 1532587"/>
                  <a:gd name="connsiteX5" fmla="*/ 2097038 w 3693610"/>
                  <a:gd name="connsiteY5" fmla="*/ 1392736 h 1532587"/>
                  <a:gd name="connsiteX6" fmla="*/ 1298753 w 3693610"/>
                  <a:gd name="connsiteY6" fmla="*/ 1320165 h 1532587"/>
                  <a:gd name="connsiteX7" fmla="*/ 398867 w 3693610"/>
                  <a:gd name="connsiteY7" fmla="*/ 1044393 h 1532587"/>
                  <a:gd name="connsiteX8" fmla="*/ 6981 w 3693610"/>
                  <a:gd name="connsiteY8" fmla="*/ 621998 h 1532587"/>
                  <a:gd name="connsiteX0" fmla="*/ 6981 w 3757627"/>
                  <a:gd name="connsiteY0" fmla="*/ 621998 h 1532587"/>
                  <a:gd name="connsiteX1" fmla="*/ 2009953 w 3757627"/>
                  <a:gd name="connsiteY1" fmla="*/ 128513 h 1532587"/>
                  <a:gd name="connsiteX2" fmla="*/ 3693610 w 3757627"/>
                  <a:gd name="connsiteY2" fmla="*/ 710563 h 1532587"/>
                  <a:gd name="connsiteX3" fmla="*/ 3432353 w 3757627"/>
                  <a:gd name="connsiteY3" fmla="*/ 1305650 h 1532587"/>
                  <a:gd name="connsiteX4" fmla="*/ 2779209 w 3757627"/>
                  <a:gd name="connsiteY4" fmla="*/ 1421764 h 1532587"/>
                  <a:gd name="connsiteX5" fmla="*/ 2097038 w 3757627"/>
                  <a:gd name="connsiteY5" fmla="*/ 1392736 h 1532587"/>
                  <a:gd name="connsiteX6" fmla="*/ 1298753 w 3757627"/>
                  <a:gd name="connsiteY6" fmla="*/ 1320165 h 1532587"/>
                  <a:gd name="connsiteX7" fmla="*/ 398867 w 3757627"/>
                  <a:gd name="connsiteY7" fmla="*/ 1044393 h 1532587"/>
                  <a:gd name="connsiteX8" fmla="*/ 6981 w 3757627"/>
                  <a:gd name="connsiteY8" fmla="*/ 621998 h 1532587"/>
                  <a:gd name="connsiteX0" fmla="*/ 14395 w 3573527"/>
                  <a:gd name="connsiteY0" fmla="*/ 402241 h 1568181"/>
                  <a:gd name="connsiteX1" fmla="*/ 1825853 w 3573527"/>
                  <a:gd name="connsiteY1" fmla="*/ 164107 h 1568181"/>
                  <a:gd name="connsiteX2" fmla="*/ 3509510 w 3573527"/>
                  <a:gd name="connsiteY2" fmla="*/ 746157 h 1568181"/>
                  <a:gd name="connsiteX3" fmla="*/ 3248253 w 3573527"/>
                  <a:gd name="connsiteY3" fmla="*/ 1341244 h 1568181"/>
                  <a:gd name="connsiteX4" fmla="*/ 2595109 w 3573527"/>
                  <a:gd name="connsiteY4" fmla="*/ 1457358 h 1568181"/>
                  <a:gd name="connsiteX5" fmla="*/ 1912938 w 3573527"/>
                  <a:gd name="connsiteY5" fmla="*/ 1428330 h 1568181"/>
                  <a:gd name="connsiteX6" fmla="*/ 1114653 w 3573527"/>
                  <a:gd name="connsiteY6" fmla="*/ 1355759 h 1568181"/>
                  <a:gd name="connsiteX7" fmla="*/ 214767 w 3573527"/>
                  <a:gd name="connsiteY7" fmla="*/ 1079987 h 1568181"/>
                  <a:gd name="connsiteX8" fmla="*/ 14395 w 3573527"/>
                  <a:gd name="connsiteY8" fmla="*/ 402241 h 1568181"/>
                  <a:gd name="connsiteX0" fmla="*/ 154307 w 3713439"/>
                  <a:gd name="connsiteY0" fmla="*/ 402241 h 1568181"/>
                  <a:gd name="connsiteX1" fmla="*/ 1965765 w 3713439"/>
                  <a:gd name="connsiteY1" fmla="*/ 164107 h 1568181"/>
                  <a:gd name="connsiteX2" fmla="*/ 3649422 w 3713439"/>
                  <a:gd name="connsiteY2" fmla="*/ 746157 h 1568181"/>
                  <a:gd name="connsiteX3" fmla="*/ 3388165 w 3713439"/>
                  <a:gd name="connsiteY3" fmla="*/ 1341244 h 1568181"/>
                  <a:gd name="connsiteX4" fmla="*/ 2735021 w 3713439"/>
                  <a:gd name="connsiteY4" fmla="*/ 1457358 h 1568181"/>
                  <a:gd name="connsiteX5" fmla="*/ 2052850 w 3713439"/>
                  <a:gd name="connsiteY5" fmla="*/ 1428330 h 1568181"/>
                  <a:gd name="connsiteX6" fmla="*/ 1254565 w 3713439"/>
                  <a:gd name="connsiteY6" fmla="*/ 1355759 h 1568181"/>
                  <a:gd name="connsiteX7" fmla="*/ 354679 w 3713439"/>
                  <a:gd name="connsiteY7" fmla="*/ 1079987 h 1568181"/>
                  <a:gd name="connsiteX8" fmla="*/ 154307 w 3713439"/>
                  <a:gd name="connsiteY8" fmla="*/ 402241 h 1568181"/>
                  <a:gd name="connsiteX0" fmla="*/ 164836 w 3723968"/>
                  <a:gd name="connsiteY0" fmla="*/ 402241 h 1568181"/>
                  <a:gd name="connsiteX1" fmla="*/ 1976294 w 3723968"/>
                  <a:gd name="connsiteY1" fmla="*/ 164107 h 1568181"/>
                  <a:gd name="connsiteX2" fmla="*/ 3659951 w 3723968"/>
                  <a:gd name="connsiteY2" fmla="*/ 746157 h 1568181"/>
                  <a:gd name="connsiteX3" fmla="*/ 3398694 w 3723968"/>
                  <a:gd name="connsiteY3" fmla="*/ 1341244 h 1568181"/>
                  <a:gd name="connsiteX4" fmla="*/ 2745550 w 3723968"/>
                  <a:gd name="connsiteY4" fmla="*/ 1457358 h 1568181"/>
                  <a:gd name="connsiteX5" fmla="*/ 2063379 w 3723968"/>
                  <a:gd name="connsiteY5" fmla="*/ 1428330 h 1568181"/>
                  <a:gd name="connsiteX6" fmla="*/ 1265094 w 3723968"/>
                  <a:gd name="connsiteY6" fmla="*/ 1355759 h 1568181"/>
                  <a:gd name="connsiteX7" fmla="*/ 315556 w 3723968"/>
                  <a:gd name="connsiteY7" fmla="*/ 1044522 h 1568181"/>
                  <a:gd name="connsiteX8" fmla="*/ 164836 w 3723968"/>
                  <a:gd name="connsiteY8" fmla="*/ 402241 h 1568181"/>
                  <a:gd name="connsiteX0" fmla="*/ 240244 w 3799376"/>
                  <a:gd name="connsiteY0" fmla="*/ 402241 h 1568181"/>
                  <a:gd name="connsiteX1" fmla="*/ 2051702 w 3799376"/>
                  <a:gd name="connsiteY1" fmla="*/ 164107 h 1568181"/>
                  <a:gd name="connsiteX2" fmla="*/ 3735359 w 3799376"/>
                  <a:gd name="connsiteY2" fmla="*/ 746157 h 1568181"/>
                  <a:gd name="connsiteX3" fmla="*/ 3474102 w 3799376"/>
                  <a:gd name="connsiteY3" fmla="*/ 1341244 h 1568181"/>
                  <a:gd name="connsiteX4" fmla="*/ 2820958 w 3799376"/>
                  <a:gd name="connsiteY4" fmla="*/ 1457358 h 1568181"/>
                  <a:gd name="connsiteX5" fmla="*/ 2138787 w 3799376"/>
                  <a:gd name="connsiteY5" fmla="*/ 1428330 h 1568181"/>
                  <a:gd name="connsiteX6" fmla="*/ 1340502 w 3799376"/>
                  <a:gd name="connsiteY6" fmla="*/ 1355759 h 1568181"/>
                  <a:gd name="connsiteX7" fmla="*/ 390964 w 3799376"/>
                  <a:gd name="connsiteY7" fmla="*/ 1044522 h 1568181"/>
                  <a:gd name="connsiteX8" fmla="*/ 240244 w 3799376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70355 w 3830944"/>
                  <a:gd name="connsiteY5" fmla="*/ 1428330 h 1568181"/>
                  <a:gd name="connsiteX6" fmla="*/ 1372070 w 3830944"/>
                  <a:gd name="connsiteY6" fmla="*/ 1355759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70355 w 3830944"/>
                  <a:gd name="connsiteY5" fmla="*/ 1428330 h 1568181"/>
                  <a:gd name="connsiteX6" fmla="*/ 1372070 w 3830944"/>
                  <a:gd name="connsiteY6" fmla="*/ 1355759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70355 w 3830944"/>
                  <a:gd name="connsiteY5" fmla="*/ 1428330 h 1568181"/>
                  <a:gd name="connsiteX6" fmla="*/ 1315325 w 3830944"/>
                  <a:gd name="connsiteY6" fmla="*/ 1348666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70355 w 3830944"/>
                  <a:gd name="connsiteY5" fmla="*/ 1428330 h 1568181"/>
                  <a:gd name="connsiteX6" fmla="*/ 1315325 w 3830944"/>
                  <a:gd name="connsiteY6" fmla="*/ 1348666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70355 w 3830944"/>
                  <a:gd name="connsiteY5" fmla="*/ 1428330 h 1568181"/>
                  <a:gd name="connsiteX6" fmla="*/ 1315325 w 3830944"/>
                  <a:gd name="connsiteY6" fmla="*/ 1348666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27797 w 3830944"/>
                  <a:gd name="connsiteY5" fmla="*/ 1399957 h 1568181"/>
                  <a:gd name="connsiteX6" fmla="*/ 1315325 w 3830944"/>
                  <a:gd name="connsiteY6" fmla="*/ 1348666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68181"/>
                  <a:gd name="connsiteX1" fmla="*/ 2083270 w 3830944"/>
                  <a:gd name="connsiteY1" fmla="*/ 164107 h 1568181"/>
                  <a:gd name="connsiteX2" fmla="*/ 3766927 w 3830944"/>
                  <a:gd name="connsiteY2" fmla="*/ 746157 h 1568181"/>
                  <a:gd name="connsiteX3" fmla="*/ 3505670 w 3830944"/>
                  <a:gd name="connsiteY3" fmla="*/ 1341244 h 1568181"/>
                  <a:gd name="connsiteX4" fmla="*/ 2852526 w 3830944"/>
                  <a:gd name="connsiteY4" fmla="*/ 1457358 h 1568181"/>
                  <a:gd name="connsiteX5" fmla="*/ 2127797 w 3830944"/>
                  <a:gd name="connsiteY5" fmla="*/ 1399957 h 1568181"/>
                  <a:gd name="connsiteX6" fmla="*/ 1315325 w 3830944"/>
                  <a:gd name="connsiteY6" fmla="*/ 1348666 h 1568181"/>
                  <a:gd name="connsiteX7" fmla="*/ 422532 w 3830944"/>
                  <a:gd name="connsiteY7" fmla="*/ 1044522 h 1568181"/>
                  <a:gd name="connsiteX8" fmla="*/ 271812 w 3830944"/>
                  <a:gd name="connsiteY8" fmla="*/ 402241 h 1568181"/>
                  <a:gd name="connsiteX0" fmla="*/ 271812 w 3830944"/>
                  <a:gd name="connsiteY0" fmla="*/ 402241 h 1553956"/>
                  <a:gd name="connsiteX1" fmla="*/ 2083270 w 3830944"/>
                  <a:gd name="connsiteY1" fmla="*/ 164107 h 1553956"/>
                  <a:gd name="connsiteX2" fmla="*/ 3766927 w 3830944"/>
                  <a:gd name="connsiteY2" fmla="*/ 746157 h 1553956"/>
                  <a:gd name="connsiteX3" fmla="*/ 3505670 w 3830944"/>
                  <a:gd name="connsiteY3" fmla="*/ 1341244 h 1553956"/>
                  <a:gd name="connsiteX4" fmla="*/ 2746129 w 3830944"/>
                  <a:gd name="connsiteY4" fmla="*/ 1421893 h 1553956"/>
                  <a:gd name="connsiteX5" fmla="*/ 2127797 w 3830944"/>
                  <a:gd name="connsiteY5" fmla="*/ 1399957 h 1553956"/>
                  <a:gd name="connsiteX6" fmla="*/ 1315325 w 3830944"/>
                  <a:gd name="connsiteY6" fmla="*/ 1348666 h 1553956"/>
                  <a:gd name="connsiteX7" fmla="*/ 422532 w 3830944"/>
                  <a:gd name="connsiteY7" fmla="*/ 1044522 h 1553956"/>
                  <a:gd name="connsiteX8" fmla="*/ 271812 w 3830944"/>
                  <a:gd name="connsiteY8" fmla="*/ 402241 h 1553956"/>
                  <a:gd name="connsiteX0" fmla="*/ 271812 w 3830944"/>
                  <a:gd name="connsiteY0" fmla="*/ 402241 h 1553956"/>
                  <a:gd name="connsiteX1" fmla="*/ 2083270 w 3830944"/>
                  <a:gd name="connsiteY1" fmla="*/ 164107 h 1553956"/>
                  <a:gd name="connsiteX2" fmla="*/ 3766927 w 3830944"/>
                  <a:gd name="connsiteY2" fmla="*/ 746157 h 1553956"/>
                  <a:gd name="connsiteX3" fmla="*/ 3505670 w 3830944"/>
                  <a:gd name="connsiteY3" fmla="*/ 1341244 h 1553956"/>
                  <a:gd name="connsiteX4" fmla="*/ 2746129 w 3830944"/>
                  <a:gd name="connsiteY4" fmla="*/ 1421893 h 1553956"/>
                  <a:gd name="connsiteX5" fmla="*/ 2127797 w 3830944"/>
                  <a:gd name="connsiteY5" fmla="*/ 1399957 h 1553956"/>
                  <a:gd name="connsiteX6" fmla="*/ 1315325 w 3830944"/>
                  <a:gd name="connsiteY6" fmla="*/ 1348666 h 1553956"/>
                  <a:gd name="connsiteX7" fmla="*/ 422532 w 3830944"/>
                  <a:gd name="connsiteY7" fmla="*/ 1044522 h 1553956"/>
                  <a:gd name="connsiteX8" fmla="*/ 271812 w 3830944"/>
                  <a:gd name="connsiteY8" fmla="*/ 402241 h 1553956"/>
                  <a:gd name="connsiteX0" fmla="*/ 271812 w 3830944"/>
                  <a:gd name="connsiteY0" fmla="*/ 402241 h 1562815"/>
                  <a:gd name="connsiteX1" fmla="*/ 2083270 w 3830944"/>
                  <a:gd name="connsiteY1" fmla="*/ 164107 h 1562815"/>
                  <a:gd name="connsiteX2" fmla="*/ 3766927 w 3830944"/>
                  <a:gd name="connsiteY2" fmla="*/ 746157 h 1562815"/>
                  <a:gd name="connsiteX3" fmla="*/ 3505670 w 3830944"/>
                  <a:gd name="connsiteY3" fmla="*/ 1341244 h 1562815"/>
                  <a:gd name="connsiteX4" fmla="*/ 2746129 w 3830944"/>
                  <a:gd name="connsiteY4" fmla="*/ 1421893 h 1562815"/>
                  <a:gd name="connsiteX5" fmla="*/ 2127797 w 3830944"/>
                  <a:gd name="connsiteY5" fmla="*/ 1399957 h 1562815"/>
                  <a:gd name="connsiteX6" fmla="*/ 1315325 w 3830944"/>
                  <a:gd name="connsiteY6" fmla="*/ 1348666 h 1562815"/>
                  <a:gd name="connsiteX7" fmla="*/ 422532 w 3830944"/>
                  <a:gd name="connsiteY7" fmla="*/ 1044522 h 1562815"/>
                  <a:gd name="connsiteX8" fmla="*/ 271812 w 3830944"/>
                  <a:gd name="connsiteY8" fmla="*/ 402241 h 1562815"/>
                  <a:gd name="connsiteX0" fmla="*/ 271812 w 3784260"/>
                  <a:gd name="connsiteY0" fmla="*/ 402241 h 1546334"/>
                  <a:gd name="connsiteX1" fmla="*/ 2083270 w 3784260"/>
                  <a:gd name="connsiteY1" fmla="*/ 164107 h 1546334"/>
                  <a:gd name="connsiteX2" fmla="*/ 3766927 w 3784260"/>
                  <a:gd name="connsiteY2" fmla="*/ 746157 h 1546334"/>
                  <a:gd name="connsiteX3" fmla="*/ 3420553 w 3784260"/>
                  <a:gd name="connsiteY3" fmla="*/ 1312872 h 1546334"/>
                  <a:gd name="connsiteX4" fmla="*/ 2746129 w 3784260"/>
                  <a:gd name="connsiteY4" fmla="*/ 1421893 h 1546334"/>
                  <a:gd name="connsiteX5" fmla="*/ 2127797 w 3784260"/>
                  <a:gd name="connsiteY5" fmla="*/ 1399957 h 1546334"/>
                  <a:gd name="connsiteX6" fmla="*/ 1315325 w 3784260"/>
                  <a:gd name="connsiteY6" fmla="*/ 1348666 h 1546334"/>
                  <a:gd name="connsiteX7" fmla="*/ 422532 w 3784260"/>
                  <a:gd name="connsiteY7" fmla="*/ 1044522 h 1546334"/>
                  <a:gd name="connsiteX8" fmla="*/ 271812 w 3784260"/>
                  <a:gd name="connsiteY8" fmla="*/ 402241 h 1546334"/>
                  <a:gd name="connsiteX0" fmla="*/ 271812 w 3737496"/>
                  <a:gd name="connsiteY0" fmla="*/ 402241 h 1546334"/>
                  <a:gd name="connsiteX1" fmla="*/ 2083270 w 3737496"/>
                  <a:gd name="connsiteY1" fmla="*/ 164107 h 1546334"/>
                  <a:gd name="connsiteX2" fmla="*/ 3660531 w 3737496"/>
                  <a:gd name="connsiteY2" fmla="*/ 526271 h 1546334"/>
                  <a:gd name="connsiteX3" fmla="*/ 3420553 w 3737496"/>
                  <a:gd name="connsiteY3" fmla="*/ 1312872 h 1546334"/>
                  <a:gd name="connsiteX4" fmla="*/ 2746129 w 3737496"/>
                  <a:gd name="connsiteY4" fmla="*/ 1421893 h 1546334"/>
                  <a:gd name="connsiteX5" fmla="*/ 2127797 w 3737496"/>
                  <a:gd name="connsiteY5" fmla="*/ 1399957 h 1546334"/>
                  <a:gd name="connsiteX6" fmla="*/ 1315325 w 3737496"/>
                  <a:gd name="connsiteY6" fmla="*/ 1348666 h 1546334"/>
                  <a:gd name="connsiteX7" fmla="*/ 422532 w 3737496"/>
                  <a:gd name="connsiteY7" fmla="*/ 1044522 h 1546334"/>
                  <a:gd name="connsiteX8" fmla="*/ 271812 w 3737496"/>
                  <a:gd name="connsiteY8" fmla="*/ 402241 h 1546334"/>
                  <a:gd name="connsiteX0" fmla="*/ 271812 w 3838237"/>
                  <a:gd name="connsiteY0" fmla="*/ 402241 h 1546334"/>
                  <a:gd name="connsiteX1" fmla="*/ 2083270 w 3838237"/>
                  <a:gd name="connsiteY1" fmla="*/ 164107 h 1546334"/>
                  <a:gd name="connsiteX2" fmla="*/ 3660531 w 3838237"/>
                  <a:gd name="connsiteY2" fmla="*/ 526271 h 1546334"/>
                  <a:gd name="connsiteX3" fmla="*/ 3420553 w 3838237"/>
                  <a:gd name="connsiteY3" fmla="*/ 1312872 h 1546334"/>
                  <a:gd name="connsiteX4" fmla="*/ 2746129 w 3838237"/>
                  <a:gd name="connsiteY4" fmla="*/ 1421893 h 1546334"/>
                  <a:gd name="connsiteX5" fmla="*/ 2127797 w 3838237"/>
                  <a:gd name="connsiteY5" fmla="*/ 1399957 h 1546334"/>
                  <a:gd name="connsiteX6" fmla="*/ 1315325 w 3838237"/>
                  <a:gd name="connsiteY6" fmla="*/ 1348666 h 1546334"/>
                  <a:gd name="connsiteX7" fmla="*/ 422532 w 3838237"/>
                  <a:gd name="connsiteY7" fmla="*/ 1044522 h 1546334"/>
                  <a:gd name="connsiteX8" fmla="*/ 271812 w 3838237"/>
                  <a:gd name="connsiteY8" fmla="*/ 402241 h 1546334"/>
                  <a:gd name="connsiteX0" fmla="*/ 271812 w 3838237"/>
                  <a:gd name="connsiteY0" fmla="*/ 402241 h 1546334"/>
                  <a:gd name="connsiteX1" fmla="*/ 2083270 w 3838237"/>
                  <a:gd name="connsiteY1" fmla="*/ 164107 h 1546334"/>
                  <a:gd name="connsiteX2" fmla="*/ 3660531 w 3838237"/>
                  <a:gd name="connsiteY2" fmla="*/ 526271 h 1546334"/>
                  <a:gd name="connsiteX3" fmla="*/ 3420553 w 3838237"/>
                  <a:gd name="connsiteY3" fmla="*/ 1312872 h 1546334"/>
                  <a:gd name="connsiteX4" fmla="*/ 2746129 w 3838237"/>
                  <a:gd name="connsiteY4" fmla="*/ 1421893 h 1546334"/>
                  <a:gd name="connsiteX5" fmla="*/ 2127797 w 3838237"/>
                  <a:gd name="connsiteY5" fmla="*/ 1399957 h 1546334"/>
                  <a:gd name="connsiteX6" fmla="*/ 1315325 w 3838237"/>
                  <a:gd name="connsiteY6" fmla="*/ 1348666 h 1546334"/>
                  <a:gd name="connsiteX7" fmla="*/ 422532 w 3838237"/>
                  <a:gd name="connsiteY7" fmla="*/ 1044522 h 1546334"/>
                  <a:gd name="connsiteX8" fmla="*/ 271812 w 3838237"/>
                  <a:gd name="connsiteY8" fmla="*/ 402241 h 1546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8237" h="1546334">
                    <a:moveTo>
                      <a:pt x="271812" y="402241"/>
                    </a:moveTo>
                    <a:cubicBezTo>
                      <a:pt x="562098" y="310317"/>
                      <a:pt x="298013" y="-280998"/>
                      <a:pt x="2083270" y="164107"/>
                    </a:cubicBezTo>
                    <a:cubicBezTo>
                      <a:pt x="3283117" y="-57953"/>
                      <a:pt x="3471888" y="399003"/>
                      <a:pt x="3660531" y="526271"/>
                    </a:cubicBezTo>
                    <a:cubicBezTo>
                      <a:pt x="3857169" y="653702"/>
                      <a:pt x="4015639" y="1259653"/>
                      <a:pt x="3420553" y="1312872"/>
                    </a:cubicBezTo>
                    <a:cubicBezTo>
                      <a:pt x="3142363" y="1700167"/>
                      <a:pt x="2843590" y="1508323"/>
                      <a:pt x="2746129" y="1421893"/>
                    </a:cubicBezTo>
                    <a:cubicBezTo>
                      <a:pt x="2528087" y="1500245"/>
                      <a:pt x="2500331" y="1624928"/>
                      <a:pt x="2127797" y="1399957"/>
                    </a:cubicBezTo>
                    <a:cubicBezTo>
                      <a:pt x="1939726" y="1489257"/>
                      <a:pt x="1754608" y="1668595"/>
                      <a:pt x="1315325" y="1348666"/>
                    </a:cubicBezTo>
                    <a:cubicBezTo>
                      <a:pt x="1219834" y="1375726"/>
                      <a:pt x="790514" y="1632843"/>
                      <a:pt x="422532" y="1044522"/>
                    </a:cubicBezTo>
                    <a:cubicBezTo>
                      <a:pt x="150041" y="1045586"/>
                      <a:pt x="-289853" y="760551"/>
                      <a:pt x="271812" y="402241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12">
                <a:extLst>
                  <a:ext uri="{FF2B5EF4-FFF2-40B4-BE49-F238E27FC236}">
                    <a16:creationId xmlns:a16="http://schemas.microsoft.com/office/drawing/2014/main" id="{47DF0CA0-900F-664B-4872-7CBF13DCF40C}"/>
                  </a:ext>
                </a:extLst>
              </p:cNvPr>
              <p:cNvSpPr/>
              <p:nvPr/>
            </p:nvSpPr>
            <p:spPr>
              <a:xfrm rot="21411466">
                <a:off x="2916305" y="4006675"/>
                <a:ext cx="3730511" cy="1491739"/>
              </a:xfrm>
              <a:custGeom>
                <a:avLst/>
                <a:gdLst>
                  <a:gd name="connsiteX0" fmla="*/ 0 w 1915886"/>
                  <a:gd name="connsiteY0" fmla="*/ 0 h 944909"/>
                  <a:gd name="connsiteX1" fmla="*/ 1915886 w 1915886"/>
                  <a:gd name="connsiteY1" fmla="*/ 0 h 944909"/>
                  <a:gd name="connsiteX2" fmla="*/ 1915886 w 1915886"/>
                  <a:gd name="connsiteY2" fmla="*/ 944909 h 944909"/>
                  <a:gd name="connsiteX3" fmla="*/ 0 w 1915886"/>
                  <a:gd name="connsiteY3" fmla="*/ 944909 h 944909"/>
                  <a:gd name="connsiteX4" fmla="*/ 0 w 1915886"/>
                  <a:gd name="connsiteY4" fmla="*/ 0 h 944909"/>
                  <a:gd name="connsiteX0" fmla="*/ 0 w 2931886"/>
                  <a:gd name="connsiteY0" fmla="*/ 537028 h 944909"/>
                  <a:gd name="connsiteX1" fmla="*/ 2931886 w 2931886"/>
                  <a:gd name="connsiteY1" fmla="*/ 0 h 944909"/>
                  <a:gd name="connsiteX2" fmla="*/ 2931886 w 2931886"/>
                  <a:gd name="connsiteY2" fmla="*/ 944909 h 944909"/>
                  <a:gd name="connsiteX3" fmla="*/ 1016000 w 2931886"/>
                  <a:gd name="connsiteY3" fmla="*/ 944909 h 944909"/>
                  <a:gd name="connsiteX4" fmla="*/ 0 w 2931886"/>
                  <a:gd name="connsiteY4" fmla="*/ 537028 h 944909"/>
                  <a:gd name="connsiteX0" fmla="*/ 0 w 2931886"/>
                  <a:gd name="connsiteY0" fmla="*/ 537028 h 974669"/>
                  <a:gd name="connsiteX1" fmla="*/ 2931886 w 2931886"/>
                  <a:gd name="connsiteY1" fmla="*/ 0 h 974669"/>
                  <a:gd name="connsiteX2" fmla="*/ 2931886 w 2931886"/>
                  <a:gd name="connsiteY2" fmla="*/ 944909 h 974669"/>
                  <a:gd name="connsiteX3" fmla="*/ 1016000 w 2931886"/>
                  <a:gd name="connsiteY3" fmla="*/ 944909 h 974669"/>
                  <a:gd name="connsiteX4" fmla="*/ 391886 w 2931886"/>
                  <a:gd name="connsiteY4" fmla="*/ 959423 h 974669"/>
                  <a:gd name="connsiteX5" fmla="*/ 0 w 2931886"/>
                  <a:gd name="connsiteY5" fmla="*/ 537028 h 974669"/>
                  <a:gd name="connsiteX0" fmla="*/ 0 w 2931886"/>
                  <a:gd name="connsiteY0" fmla="*/ 537028 h 1235195"/>
                  <a:gd name="connsiteX1" fmla="*/ 2931886 w 2931886"/>
                  <a:gd name="connsiteY1" fmla="*/ 0 h 1235195"/>
                  <a:gd name="connsiteX2" fmla="*/ 2931886 w 2931886"/>
                  <a:gd name="connsiteY2" fmla="*/ 944909 h 1235195"/>
                  <a:gd name="connsiteX3" fmla="*/ 1291772 w 2931886"/>
                  <a:gd name="connsiteY3" fmla="*/ 1235195 h 1235195"/>
                  <a:gd name="connsiteX4" fmla="*/ 391886 w 2931886"/>
                  <a:gd name="connsiteY4" fmla="*/ 959423 h 1235195"/>
                  <a:gd name="connsiteX5" fmla="*/ 0 w 2931886"/>
                  <a:gd name="connsiteY5" fmla="*/ 537028 h 1235195"/>
                  <a:gd name="connsiteX0" fmla="*/ 0 w 2931886"/>
                  <a:gd name="connsiteY0" fmla="*/ 537028 h 1307766"/>
                  <a:gd name="connsiteX1" fmla="*/ 2931886 w 2931886"/>
                  <a:gd name="connsiteY1" fmla="*/ 0 h 1307766"/>
                  <a:gd name="connsiteX2" fmla="*/ 2931886 w 2931886"/>
                  <a:gd name="connsiteY2" fmla="*/ 944909 h 1307766"/>
                  <a:gd name="connsiteX3" fmla="*/ 2090057 w 2931886"/>
                  <a:gd name="connsiteY3" fmla="*/ 1307766 h 1307766"/>
                  <a:gd name="connsiteX4" fmla="*/ 1291772 w 2931886"/>
                  <a:gd name="connsiteY4" fmla="*/ 1235195 h 1307766"/>
                  <a:gd name="connsiteX5" fmla="*/ 391886 w 2931886"/>
                  <a:gd name="connsiteY5" fmla="*/ 959423 h 1307766"/>
                  <a:gd name="connsiteX6" fmla="*/ 0 w 2931886"/>
                  <a:gd name="connsiteY6" fmla="*/ 537028 h 1307766"/>
                  <a:gd name="connsiteX0" fmla="*/ 0 w 3483429"/>
                  <a:gd name="connsiteY0" fmla="*/ 537028 h 1307766"/>
                  <a:gd name="connsiteX1" fmla="*/ 2931886 w 3483429"/>
                  <a:gd name="connsiteY1" fmla="*/ 0 h 1307766"/>
                  <a:gd name="connsiteX2" fmla="*/ 3483429 w 3483429"/>
                  <a:gd name="connsiteY2" fmla="*/ 1220680 h 1307766"/>
                  <a:gd name="connsiteX3" fmla="*/ 2090057 w 3483429"/>
                  <a:gd name="connsiteY3" fmla="*/ 1307766 h 1307766"/>
                  <a:gd name="connsiteX4" fmla="*/ 1291772 w 3483429"/>
                  <a:gd name="connsiteY4" fmla="*/ 1235195 h 1307766"/>
                  <a:gd name="connsiteX5" fmla="*/ 391886 w 3483429"/>
                  <a:gd name="connsiteY5" fmla="*/ 959423 h 1307766"/>
                  <a:gd name="connsiteX6" fmla="*/ 0 w 3483429"/>
                  <a:gd name="connsiteY6" fmla="*/ 537028 h 1307766"/>
                  <a:gd name="connsiteX0" fmla="*/ 0 w 3483429"/>
                  <a:gd name="connsiteY0" fmla="*/ 537028 h 1353225"/>
                  <a:gd name="connsiteX1" fmla="*/ 2931886 w 3483429"/>
                  <a:gd name="connsiteY1" fmla="*/ 0 h 1353225"/>
                  <a:gd name="connsiteX2" fmla="*/ 3483429 w 3483429"/>
                  <a:gd name="connsiteY2" fmla="*/ 1220680 h 1353225"/>
                  <a:gd name="connsiteX3" fmla="*/ 2772228 w 3483429"/>
                  <a:gd name="connsiteY3" fmla="*/ 1336794 h 1353225"/>
                  <a:gd name="connsiteX4" fmla="*/ 2090057 w 3483429"/>
                  <a:gd name="connsiteY4" fmla="*/ 1307766 h 1353225"/>
                  <a:gd name="connsiteX5" fmla="*/ 1291772 w 3483429"/>
                  <a:gd name="connsiteY5" fmla="*/ 1235195 h 1353225"/>
                  <a:gd name="connsiteX6" fmla="*/ 391886 w 3483429"/>
                  <a:gd name="connsiteY6" fmla="*/ 959423 h 1353225"/>
                  <a:gd name="connsiteX7" fmla="*/ 0 w 3483429"/>
                  <a:gd name="connsiteY7" fmla="*/ 537028 h 1353225"/>
                  <a:gd name="connsiteX0" fmla="*/ 0 w 3744686"/>
                  <a:gd name="connsiteY0" fmla="*/ 537028 h 1353225"/>
                  <a:gd name="connsiteX1" fmla="*/ 2931886 w 3744686"/>
                  <a:gd name="connsiteY1" fmla="*/ 0 h 1353225"/>
                  <a:gd name="connsiteX2" fmla="*/ 3744686 w 3744686"/>
                  <a:gd name="connsiteY2" fmla="*/ 596565 h 1353225"/>
                  <a:gd name="connsiteX3" fmla="*/ 3483429 w 3744686"/>
                  <a:gd name="connsiteY3" fmla="*/ 1220680 h 1353225"/>
                  <a:gd name="connsiteX4" fmla="*/ 2772228 w 3744686"/>
                  <a:gd name="connsiteY4" fmla="*/ 1336794 h 1353225"/>
                  <a:gd name="connsiteX5" fmla="*/ 2090057 w 3744686"/>
                  <a:gd name="connsiteY5" fmla="*/ 1307766 h 1353225"/>
                  <a:gd name="connsiteX6" fmla="*/ 1291772 w 3744686"/>
                  <a:gd name="connsiteY6" fmla="*/ 1235195 h 1353225"/>
                  <a:gd name="connsiteX7" fmla="*/ 391886 w 3744686"/>
                  <a:gd name="connsiteY7" fmla="*/ 959423 h 1353225"/>
                  <a:gd name="connsiteX8" fmla="*/ 0 w 3744686"/>
                  <a:gd name="connsiteY8" fmla="*/ 537028 h 1353225"/>
                  <a:gd name="connsiteX0" fmla="*/ 0 w 3744686"/>
                  <a:gd name="connsiteY0" fmla="*/ 537028 h 1353225"/>
                  <a:gd name="connsiteX1" fmla="*/ 1857829 w 3744686"/>
                  <a:gd name="connsiteY1" fmla="*/ 0 h 1353225"/>
                  <a:gd name="connsiteX2" fmla="*/ 3744686 w 3744686"/>
                  <a:gd name="connsiteY2" fmla="*/ 596565 h 1353225"/>
                  <a:gd name="connsiteX3" fmla="*/ 3483429 w 3744686"/>
                  <a:gd name="connsiteY3" fmla="*/ 1220680 h 1353225"/>
                  <a:gd name="connsiteX4" fmla="*/ 2772228 w 3744686"/>
                  <a:gd name="connsiteY4" fmla="*/ 1336794 h 1353225"/>
                  <a:gd name="connsiteX5" fmla="*/ 2090057 w 3744686"/>
                  <a:gd name="connsiteY5" fmla="*/ 1307766 h 1353225"/>
                  <a:gd name="connsiteX6" fmla="*/ 1291772 w 3744686"/>
                  <a:gd name="connsiteY6" fmla="*/ 1235195 h 1353225"/>
                  <a:gd name="connsiteX7" fmla="*/ 391886 w 3744686"/>
                  <a:gd name="connsiteY7" fmla="*/ 959423 h 1353225"/>
                  <a:gd name="connsiteX8" fmla="*/ 0 w 3744686"/>
                  <a:gd name="connsiteY8" fmla="*/ 537028 h 1353225"/>
                  <a:gd name="connsiteX0" fmla="*/ 0 w 3744686"/>
                  <a:gd name="connsiteY0" fmla="*/ 493485 h 1309682"/>
                  <a:gd name="connsiteX1" fmla="*/ 2002972 w 3744686"/>
                  <a:gd name="connsiteY1" fmla="*/ 0 h 1309682"/>
                  <a:gd name="connsiteX2" fmla="*/ 3744686 w 3744686"/>
                  <a:gd name="connsiteY2" fmla="*/ 553022 h 1309682"/>
                  <a:gd name="connsiteX3" fmla="*/ 3483429 w 3744686"/>
                  <a:gd name="connsiteY3" fmla="*/ 1177137 h 1309682"/>
                  <a:gd name="connsiteX4" fmla="*/ 2772228 w 3744686"/>
                  <a:gd name="connsiteY4" fmla="*/ 1293251 h 1309682"/>
                  <a:gd name="connsiteX5" fmla="*/ 2090057 w 3744686"/>
                  <a:gd name="connsiteY5" fmla="*/ 1264223 h 1309682"/>
                  <a:gd name="connsiteX6" fmla="*/ 1291772 w 3744686"/>
                  <a:gd name="connsiteY6" fmla="*/ 1191652 h 1309682"/>
                  <a:gd name="connsiteX7" fmla="*/ 391886 w 3744686"/>
                  <a:gd name="connsiteY7" fmla="*/ 915880 h 1309682"/>
                  <a:gd name="connsiteX8" fmla="*/ 0 w 3744686"/>
                  <a:gd name="connsiteY8" fmla="*/ 493485 h 1309682"/>
                  <a:gd name="connsiteX0" fmla="*/ 0 w 3744686"/>
                  <a:gd name="connsiteY0" fmla="*/ 541836 h 1358033"/>
                  <a:gd name="connsiteX1" fmla="*/ 2002972 w 3744686"/>
                  <a:gd name="connsiteY1" fmla="*/ 48351 h 1358033"/>
                  <a:gd name="connsiteX2" fmla="*/ 3744686 w 3744686"/>
                  <a:gd name="connsiteY2" fmla="*/ 601373 h 1358033"/>
                  <a:gd name="connsiteX3" fmla="*/ 3483429 w 3744686"/>
                  <a:gd name="connsiteY3" fmla="*/ 1225488 h 1358033"/>
                  <a:gd name="connsiteX4" fmla="*/ 2772228 w 3744686"/>
                  <a:gd name="connsiteY4" fmla="*/ 1341602 h 1358033"/>
                  <a:gd name="connsiteX5" fmla="*/ 2090057 w 3744686"/>
                  <a:gd name="connsiteY5" fmla="*/ 1312574 h 1358033"/>
                  <a:gd name="connsiteX6" fmla="*/ 1291772 w 3744686"/>
                  <a:gd name="connsiteY6" fmla="*/ 1240003 h 1358033"/>
                  <a:gd name="connsiteX7" fmla="*/ 391886 w 3744686"/>
                  <a:gd name="connsiteY7" fmla="*/ 964231 h 1358033"/>
                  <a:gd name="connsiteX8" fmla="*/ 0 w 3744686"/>
                  <a:gd name="connsiteY8" fmla="*/ 541836 h 1358033"/>
                  <a:gd name="connsiteX0" fmla="*/ 0 w 3686629"/>
                  <a:gd name="connsiteY0" fmla="*/ 540097 h 1356294"/>
                  <a:gd name="connsiteX1" fmla="*/ 2002972 w 3686629"/>
                  <a:gd name="connsiteY1" fmla="*/ 46612 h 1356294"/>
                  <a:gd name="connsiteX2" fmla="*/ 3686629 w 3686629"/>
                  <a:gd name="connsiteY2" fmla="*/ 628662 h 1356294"/>
                  <a:gd name="connsiteX3" fmla="*/ 3483429 w 3686629"/>
                  <a:gd name="connsiteY3" fmla="*/ 1223749 h 1356294"/>
                  <a:gd name="connsiteX4" fmla="*/ 2772228 w 3686629"/>
                  <a:gd name="connsiteY4" fmla="*/ 1339863 h 1356294"/>
                  <a:gd name="connsiteX5" fmla="*/ 2090057 w 3686629"/>
                  <a:gd name="connsiteY5" fmla="*/ 1310835 h 1356294"/>
                  <a:gd name="connsiteX6" fmla="*/ 1291772 w 3686629"/>
                  <a:gd name="connsiteY6" fmla="*/ 1238264 h 1356294"/>
                  <a:gd name="connsiteX7" fmla="*/ 391886 w 3686629"/>
                  <a:gd name="connsiteY7" fmla="*/ 962492 h 1356294"/>
                  <a:gd name="connsiteX8" fmla="*/ 0 w 3686629"/>
                  <a:gd name="connsiteY8" fmla="*/ 540097 h 1356294"/>
                  <a:gd name="connsiteX0" fmla="*/ 0 w 3686629"/>
                  <a:gd name="connsiteY0" fmla="*/ 629706 h 1445903"/>
                  <a:gd name="connsiteX1" fmla="*/ 2002972 w 3686629"/>
                  <a:gd name="connsiteY1" fmla="*/ 136221 h 1445903"/>
                  <a:gd name="connsiteX2" fmla="*/ 3686629 w 3686629"/>
                  <a:gd name="connsiteY2" fmla="*/ 718271 h 1445903"/>
                  <a:gd name="connsiteX3" fmla="*/ 3483429 w 3686629"/>
                  <a:gd name="connsiteY3" fmla="*/ 1313358 h 1445903"/>
                  <a:gd name="connsiteX4" fmla="*/ 2772228 w 3686629"/>
                  <a:gd name="connsiteY4" fmla="*/ 1429472 h 1445903"/>
                  <a:gd name="connsiteX5" fmla="*/ 2090057 w 3686629"/>
                  <a:gd name="connsiteY5" fmla="*/ 1400444 h 1445903"/>
                  <a:gd name="connsiteX6" fmla="*/ 1291772 w 3686629"/>
                  <a:gd name="connsiteY6" fmla="*/ 1327873 h 1445903"/>
                  <a:gd name="connsiteX7" fmla="*/ 391886 w 3686629"/>
                  <a:gd name="connsiteY7" fmla="*/ 1052101 h 1445903"/>
                  <a:gd name="connsiteX8" fmla="*/ 0 w 3686629"/>
                  <a:gd name="connsiteY8" fmla="*/ 629706 h 1445903"/>
                  <a:gd name="connsiteX0" fmla="*/ 0 w 3686629"/>
                  <a:gd name="connsiteY0" fmla="*/ 621998 h 1438195"/>
                  <a:gd name="connsiteX1" fmla="*/ 2002972 w 3686629"/>
                  <a:gd name="connsiteY1" fmla="*/ 128513 h 1438195"/>
                  <a:gd name="connsiteX2" fmla="*/ 3686629 w 3686629"/>
                  <a:gd name="connsiteY2" fmla="*/ 710563 h 1438195"/>
                  <a:gd name="connsiteX3" fmla="*/ 3483429 w 3686629"/>
                  <a:gd name="connsiteY3" fmla="*/ 1305650 h 1438195"/>
                  <a:gd name="connsiteX4" fmla="*/ 2772228 w 3686629"/>
                  <a:gd name="connsiteY4" fmla="*/ 1421764 h 1438195"/>
                  <a:gd name="connsiteX5" fmla="*/ 2090057 w 3686629"/>
                  <a:gd name="connsiteY5" fmla="*/ 1392736 h 1438195"/>
                  <a:gd name="connsiteX6" fmla="*/ 1291772 w 3686629"/>
                  <a:gd name="connsiteY6" fmla="*/ 1320165 h 1438195"/>
                  <a:gd name="connsiteX7" fmla="*/ 391886 w 3686629"/>
                  <a:gd name="connsiteY7" fmla="*/ 1044393 h 1438195"/>
                  <a:gd name="connsiteX8" fmla="*/ 0 w 3686629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38195"/>
                  <a:gd name="connsiteX1" fmla="*/ 2009953 w 3693610"/>
                  <a:gd name="connsiteY1" fmla="*/ 128513 h 1438195"/>
                  <a:gd name="connsiteX2" fmla="*/ 3693610 w 3693610"/>
                  <a:gd name="connsiteY2" fmla="*/ 710563 h 1438195"/>
                  <a:gd name="connsiteX3" fmla="*/ 3490410 w 3693610"/>
                  <a:gd name="connsiteY3" fmla="*/ 1305650 h 1438195"/>
                  <a:gd name="connsiteX4" fmla="*/ 2779209 w 3693610"/>
                  <a:gd name="connsiteY4" fmla="*/ 1421764 h 1438195"/>
                  <a:gd name="connsiteX5" fmla="*/ 2097038 w 3693610"/>
                  <a:gd name="connsiteY5" fmla="*/ 1392736 h 1438195"/>
                  <a:gd name="connsiteX6" fmla="*/ 1298753 w 3693610"/>
                  <a:gd name="connsiteY6" fmla="*/ 1320165 h 1438195"/>
                  <a:gd name="connsiteX7" fmla="*/ 398867 w 3693610"/>
                  <a:gd name="connsiteY7" fmla="*/ 1044393 h 1438195"/>
                  <a:gd name="connsiteX8" fmla="*/ 6981 w 3693610"/>
                  <a:gd name="connsiteY8" fmla="*/ 621998 h 1438195"/>
                  <a:gd name="connsiteX0" fmla="*/ 6981 w 3693610"/>
                  <a:gd name="connsiteY0" fmla="*/ 621998 h 1443262"/>
                  <a:gd name="connsiteX1" fmla="*/ 2009953 w 3693610"/>
                  <a:gd name="connsiteY1" fmla="*/ 128513 h 1443262"/>
                  <a:gd name="connsiteX2" fmla="*/ 3693610 w 3693610"/>
                  <a:gd name="connsiteY2" fmla="*/ 710563 h 1443262"/>
                  <a:gd name="connsiteX3" fmla="*/ 3490410 w 3693610"/>
                  <a:gd name="connsiteY3" fmla="*/ 1305650 h 1443262"/>
                  <a:gd name="connsiteX4" fmla="*/ 2779209 w 3693610"/>
                  <a:gd name="connsiteY4" fmla="*/ 1421764 h 1443262"/>
                  <a:gd name="connsiteX5" fmla="*/ 2097038 w 3693610"/>
                  <a:gd name="connsiteY5" fmla="*/ 1392736 h 1443262"/>
                  <a:gd name="connsiteX6" fmla="*/ 1298753 w 3693610"/>
                  <a:gd name="connsiteY6" fmla="*/ 1320165 h 1443262"/>
                  <a:gd name="connsiteX7" fmla="*/ 398867 w 3693610"/>
                  <a:gd name="connsiteY7" fmla="*/ 1044393 h 1443262"/>
                  <a:gd name="connsiteX8" fmla="*/ 6981 w 3693610"/>
                  <a:gd name="connsiteY8" fmla="*/ 621998 h 1443262"/>
                  <a:gd name="connsiteX0" fmla="*/ 6981 w 3693610"/>
                  <a:gd name="connsiteY0" fmla="*/ 621998 h 1504614"/>
                  <a:gd name="connsiteX1" fmla="*/ 2009953 w 3693610"/>
                  <a:gd name="connsiteY1" fmla="*/ 128513 h 1504614"/>
                  <a:gd name="connsiteX2" fmla="*/ 3693610 w 3693610"/>
                  <a:gd name="connsiteY2" fmla="*/ 710563 h 1504614"/>
                  <a:gd name="connsiteX3" fmla="*/ 3490410 w 3693610"/>
                  <a:gd name="connsiteY3" fmla="*/ 1305650 h 1504614"/>
                  <a:gd name="connsiteX4" fmla="*/ 2779209 w 3693610"/>
                  <a:gd name="connsiteY4" fmla="*/ 1421764 h 1504614"/>
                  <a:gd name="connsiteX5" fmla="*/ 2097038 w 3693610"/>
                  <a:gd name="connsiteY5" fmla="*/ 1392736 h 1504614"/>
                  <a:gd name="connsiteX6" fmla="*/ 1298753 w 3693610"/>
                  <a:gd name="connsiteY6" fmla="*/ 1320165 h 1504614"/>
                  <a:gd name="connsiteX7" fmla="*/ 398867 w 3693610"/>
                  <a:gd name="connsiteY7" fmla="*/ 1044393 h 1504614"/>
                  <a:gd name="connsiteX8" fmla="*/ 6981 w 3693610"/>
                  <a:gd name="connsiteY8" fmla="*/ 621998 h 1504614"/>
                  <a:gd name="connsiteX0" fmla="*/ 6981 w 3693610"/>
                  <a:gd name="connsiteY0" fmla="*/ 621998 h 1504614"/>
                  <a:gd name="connsiteX1" fmla="*/ 2009953 w 3693610"/>
                  <a:gd name="connsiteY1" fmla="*/ 128513 h 1504614"/>
                  <a:gd name="connsiteX2" fmla="*/ 3693610 w 3693610"/>
                  <a:gd name="connsiteY2" fmla="*/ 710563 h 1504614"/>
                  <a:gd name="connsiteX3" fmla="*/ 3432353 w 3693610"/>
                  <a:gd name="connsiteY3" fmla="*/ 1305650 h 1504614"/>
                  <a:gd name="connsiteX4" fmla="*/ 2779209 w 3693610"/>
                  <a:gd name="connsiteY4" fmla="*/ 1421764 h 1504614"/>
                  <a:gd name="connsiteX5" fmla="*/ 2097038 w 3693610"/>
                  <a:gd name="connsiteY5" fmla="*/ 1392736 h 1504614"/>
                  <a:gd name="connsiteX6" fmla="*/ 1298753 w 3693610"/>
                  <a:gd name="connsiteY6" fmla="*/ 1320165 h 1504614"/>
                  <a:gd name="connsiteX7" fmla="*/ 398867 w 3693610"/>
                  <a:gd name="connsiteY7" fmla="*/ 1044393 h 1504614"/>
                  <a:gd name="connsiteX8" fmla="*/ 6981 w 3693610"/>
                  <a:gd name="connsiteY8" fmla="*/ 621998 h 1504614"/>
                  <a:gd name="connsiteX0" fmla="*/ 6981 w 3693610"/>
                  <a:gd name="connsiteY0" fmla="*/ 621998 h 1509710"/>
                  <a:gd name="connsiteX1" fmla="*/ 2009953 w 3693610"/>
                  <a:gd name="connsiteY1" fmla="*/ 128513 h 1509710"/>
                  <a:gd name="connsiteX2" fmla="*/ 3693610 w 3693610"/>
                  <a:gd name="connsiteY2" fmla="*/ 710563 h 1509710"/>
                  <a:gd name="connsiteX3" fmla="*/ 3432353 w 3693610"/>
                  <a:gd name="connsiteY3" fmla="*/ 1305650 h 1509710"/>
                  <a:gd name="connsiteX4" fmla="*/ 2779209 w 3693610"/>
                  <a:gd name="connsiteY4" fmla="*/ 1421764 h 1509710"/>
                  <a:gd name="connsiteX5" fmla="*/ 2097038 w 3693610"/>
                  <a:gd name="connsiteY5" fmla="*/ 1392736 h 1509710"/>
                  <a:gd name="connsiteX6" fmla="*/ 1298753 w 3693610"/>
                  <a:gd name="connsiteY6" fmla="*/ 1320165 h 1509710"/>
                  <a:gd name="connsiteX7" fmla="*/ 398867 w 3693610"/>
                  <a:gd name="connsiteY7" fmla="*/ 1044393 h 1509710"/>
                  <a:gd name="connsiteX8" fmla="*/ 6981 w 3693610"/>
                  <a:gd name="connsiteY8" fmla="*/ 621998 h 1509710"/>
                  <a:gd name="connsiteX0" fmla="*/ 6981 w 3693610"/>
                  <a:gd name="connsiteY0" fmla="*/ 621998 h 1532587"/>
                  <a:gd name="connsiteX1" fmla="*/ 2009953 w 3693610"/>
                  <a:gd name="connsiteY1" fmla="*/ 128513 h 1532587"/>
                  <a:gd name="connsiteX2" fmla="*/ 3693610 w 3693610"/>
                  <a:gd name="connsiteY2" fmla="*/ 710563 h 1532587"/>
                  <a:gd name="connsiteX3" fmla="*/ 3432353 w 3693610"/>
                  <a:gd name="connsiteY3" fmla="*/ 1305650 h 1532587"/>
                  <a:gd name="connsiteX4" fmla="*/ 2779209 w 3693610"/>
                  <a:gd name="connsiteY4" fmla="*/ 1421764 h 1532587"/>
                  <a:gd name="connsiteX5" fmla="*/ 2097038 w 3693610"/>
                  <a:gd name="connsiteY5" fmla="*/ 1392736 h 1532587"/>
                  <a:gd name="connsiteX6" fmla="*/ 1298753 w 3693610"/>
                  <a:gd name="connsiteY6" fmla="*/ 1320165 h 1532587"/>
                  <a:gd name="connsiteX7" fmla="*/ 398867 w 3693610"/>
                  <a:gd name="connsiteY7" fmla="*/ 1044393 h 1532587"/>
                  <a:gd name="connsiteX8" fmla="*/ 6981 w 3693610"/>
                  <a:gd name="connsiteY8" fmla="*/ 621998 h 1532587"/>
                  <a:gd name="connsiteX0" fmla="*/ 6981 w 3757627"/>
                  <a:gd name="connsiteY0" fmla="*/ 621998 h 1532587"/>
                  <a:gd name="connsiteX1" fmla="*/ 2009953 w 3757627"/>
                  <a:gd name="connsiteY1" fmla="*/ 128513 h 1532587"/>
                  <a:gd name="connsiteX2" fmla="*/ 3693610 w 3757627"/>
                  <a:gd name="connsiteY2" fmla="*/ 710563 h 1532587"/>
                  <a:gd name="connsiteX3" fmla="*/ 3432353 w 3757627"/>
                  <a:gd name="connsiteY3" fmla="*/ 1305650 h 1532587"/>
                  <a:gd name="connsiteX4" fmla="*/ 2779209 w 3757627"/>
                  <a:gd name="connsiteY4" fmla="*/ 1421764 h 1532587"/>
                  <a:gd name="connsiteX5" fmla="*/ 2097038 w 3757627"/>
                  <a:gd name="connsiteY5" fmla="*/ 1392736 h 1532587"/>
                  <a:gd name="connsiteX6" fmla="*/ 1298753 w 3757627"/>
                  <a:gd name="connsiteY6" fmla="*/ 1320165 h 1532587"/>
                  <a:gd name="connsiteX7" fmla="*/ 398867 w 3757627"/>
                  <a:gd name="connsiteY7" fmla="*/ 1044393 h 1532587"/>
                  <a:gd name="connsiteX8" fmla="*/ 6981 w 3757627"/>
                  <a:gd name="connsiteY8" fmla="*/ 621998 h 1532587"/>
                  <a:gd name="connsiteX0" fmla="*/ 8268 w 3701764"/>
                  <a:gd name="connsiteY0" fmla="*/ 568790 h 1539534"/>
                  <a:gd name="connsiteX1" fmla="*/ 1954090 w 3701764"/>
                  <a:gd name="connsiteY1" fmla="*/ 135460 h 1539534"/>
                  <a:gd name="connsiteX2" fmla="*/ 3637747 w 3701764"/>
                  <a:gd name="connsiteY2" fmla="*/ 717510 h 1539534"/>
                  <a:gd name="connsiteX3" fmla="*/ 3376490 w 3701764"/>
                  <a:gd name="connsiteY3" fmla="*/ 1312597 h 1539534"/>
                  <a:gd name="connsiteX4" fmla="*/ 2723346 w 3701764"/>
                  <a:gd name="connsiteY4" fmla="*/ 1428711 h 1539534"/>
                  <a:gd name="connsiteX5" fmla="*/ 2041175 w 3701764"/>
                  <a:gd name="connsiteY5" fmla="*/ 1399683 h 1539534"/>
                  <a:gd name="connsiteX6" fmla="*/ 1242890 w 3701764"/>
                  <a:gd name="connsiteY6" fmla="*/ 1327112 h 1539534"/>
                  <a:gd name="connsiteX7" fmla="*/ 343004 w 3701764"/>
                  <a:gd name="connsiteY7" fmla="*/ 1051340 h 1539534"/>
                  <a:gd name="connsiteX8" fmla="*/ 8268 w 3701764"/>
                  <a:gd name="connsiteY8" fmla="*/ 568790 h 1539534"/>
                  <a:gd name="connsiteX0" fmla="*/ 27736 w 3721232"/>
                  <a:gd name="connsiteY0" fmla="*/ 568790 h 1539534"/>
                  <a:gd name="connsiteX1" fmla="*/ 1973558 w 3721232"/>
                  <a:gd name="connsiteY1" fmla="*/ 135460 h 1539534"/>
                  <a:gd name="connsiteX2" fmla="*/ 3657215 w 3721232"/>
                  <a:gd name="connsiteY2" fmla="*/ 717510 h 1539534"/>
                  <a:gd name="connsiteX3" fmla="*/ 3395958 w 3721232"/>
                  <a:gd name="connsiteY3" fmla="*/ 1312597 h 1539534"/>
                  <a:gd name="connsiteX4" fmla="*/ 2742814 w 3721232"/>
                  <a:gd name="connsiteY4" fmla="*/ 1428711 h 1539534"/>
                  <a:gd name="connsiteX5" fmla="*/ 2060643 w 3721232"/>
                  <a:gd name="connsiteY5" fmla="*/ 1399683 h 1539534"/>
                  <a:gd name="connsiteX6" fmla="*/ 1262358 w 3721232"/>
                  <a:gd name="connsiteY6" fmla="*/ 1327112 h 1539534"/>
                  <a:gd name="connsiteX7" fmla="*/ 362472 w 3721232"/>
                  <a:gd name="connsiteY7" fmla="*/ 1051340 h 1539534"/>
                  <a:gd name="connsiteX8" fmla="*/ 27736 w 3721232"/>
                  <a:gd name="connsiteY8" fmla="*/ 568790 h 1539534"/>
                  <a:gd name="connsiteX0" fmla="*/ 27169 w 3720665"/>
                  <a:gd name="connsiteY0" fmla="*/ 568790 h 1539534"/>
                  <a:gd name="connsiteX1" fmla="*/ 1972991 w 3720665"/>
                  <a:gd name="connsiteY1" fmla="*/ 135460 h 1539534"/>
                  <a:gd name="connsiteX2" fmla="*/ 3656648 w 3720665"/>
                  <a:gd name="connsiteY2" fmla="*/ 717510 h 1539534"/>
                  <a:gd name="connsiteX3" fmla="*/ 3395391 w 3720665"/>
                  <a:gd name="connsiteY3" fmla="*/ 1312597 h 1539534"/>
                  <a:gd name="connsiteX4" fmla="*/ 2742247 w 3720665"/>
                  <a:gd name="connsiteY4" fmla="*/ 1428711 h 1539534"/>
                  <a:gd name="connsiteX5" fmla="*/ 2060076 w 3720665"/>
                  <a:gd name="connsiteY5" fmla="*/ 1399683 h 1539534"/>
                  <a:gd name="connsiteX6" fmla="*/ 1261791 w 3720665"/>
                  <a:gd name="connsiteY6" fmla="*/ 1327112 h 1539534"/>
                  <a:gd name="connsiteX7" fmla="*/ 361905 w 3720665"/>
                  <a:gd name="connsiteY7" fmla="*/ 1051340 h 1539534"/>
                  <a:gd name="connsiteX8" fmla="*/ 27169 w 3720665"/>
                  <a:gd name="connsiteY8" fmla="*/ 568790 h 1539534"/>
                  <a:gd name="connsiteX0" fmla="*/ 27736 w 3721232"/>
                  <a:gd name="connsiteY0" fmla="*/ 568790 h 1539534"/>
                  <a:gd name="connsiteX1" fmla="*/ 1973558 w 3721232"/>
                  <a:gd name="connsiteY1" fmla="*/ 135460 h 1539534"/>
                  <a:gd name="connsiteX2" fmla="*/ 3657215 w 3721232"/>
                  <a:gd name="connsiteY2" fmla="*/ 717510 h 1539534"/>
                  <a:gd name="connsiteX3" fmla="*/ 3395958 w 3721232"/>
                  <a:gd name="connsiteY3" fmla="*/ 1312597 h 1539534"/>
                  <a:gd name="connsiteX4" fmla="*/ 2742814 w 3721232"/>
                  <a:gd name="connsiteY4" fmla="*/ 1428711 h 1539534"/>
                  <a:gd name="connsiteX5" fmla="*/ 2060643 w 3721232"/>
                  <a:gd name="connsiteY5" fmla="*/ 1399683 h 1539534"/>
                  <a:gd name="connsiteX6" fmla="*/ 1262358 w 3721232"/>
                  <a:gd name="connsiteY6" fmla="*/ 1327112 h 1539534"/>
                  <a:gd name="connsiteX7" fmla="*/ 362472 w 3721232"/>
                  <a:gd name="connsiteY7" fmla="*/ 1051340 h 1539534"/>
                  <a:gd name="connsiteX8" fmla="*/ 27736 w 3721232"/>
                  <a:gd name="connsiteY8" fmla="*/ 568790 h 1539534"/>
                  <a:gd name="connsiteX0" fmla="*/ 27736 w 3716211"/>
                  <a:gd name="connsiteY0" fmla="*/ 568790 h 1539534"/>
                  <a:gd name="connsiteX1" fmla="*/ 1973558 w 3716211"/>
                  <a:gd name="connsiteY1" fmla="*/ 135460 h 1539534"/>
                  <a:gd name="connsiteX2" fmla="*/ 3644526 w 3716211"/>
                  <a:gd name="connsiteY2" fmla="*/ 680552 h 1539534"/>
                  <a:gd name="connsiteX3" fmla="*/ 3395958 w 3716211"/>
                  <a:gd name="connsiteY3" fmla="*/ 1312597 h 1539534"/>
                  <a:gd name="connsiteX4" fmla="*/ 2742814 w 3716211"/>
                  <a:gd name="connsiteY4" fmla="*/ 1428711 h 1539534"/>
                  <a:gd name="connsiteX5" fmla="*/ 2060643 w 3716211"/>
                  <a:gd name="connsiteY5" fmla="*/ 1399683 h 1539534"/>
                  <a:gd name="connsiteX6" fmla="*/ 1262358 w 3716211"/>
                  <a:gd name="connsiteY6" fmla="*/ 1327112 h 1539534"/>
                  <a:gd name="connsiteX7" fmla="*/ 362472 w 3716211"/>
                  <a:gd name="connsiteY7" fmla="*/ 1051340 h 1539534"/>
                  <a:gd name="connsiteX8" fmla="*/ 27736 w 3716211"/>
                  <a:gd name="connsiteY8" fmla="*/ 568790 h 1539534"/>
                  <a:gd name="connsiteX0" fmla="*/ 27736 w 3754299"/>
                  <a:gd name="connsiteY0" fmla="*/ 568790 h 1539534"/>
                  <a:gd name="connsiteX1" fmla="*/ 1973558 w 3754299"/>
                  <a:gd name="connsiteY1" fmla="*/ 135460 h 1539534"/>
                  <a:gd name="connsiteX2" fmla="*/ 3644526 w 3754299"/>
                  <a:gd name="connsiteY2" fmla="*/ 680552 h 1539534"/>
                  <a:gd name="connsiteX3" fmla="*/ 3395958 w 3754299"/>
                  <a:gd name="connsiteY3" fmla="*/ 1312597 h 1539534"/>
                  <a:gd name="connsiteX4" fmla="*/ 2742814 w 3754299"/>
                  <a:gd name="connsiteY4" fmla="*/ 1428711 h 1539534"/>
                  <a:gd name="connsiteX5" fmla="*/ 2060643 w 3754299"/>
                  <a:gd name="connsiteY5" fmla="*/ 1399683 h 1539534"/>
                  <a:gd name="connsiteX6" fmla="*/ 1262358 w 3754299"/>
                  <a:gd name="connsiteY6" fmla="*/ 1327112 h 1539534"/>
                  <a:gd name="connsiteX7" fmla="*/ 362472 w 3754299"/>
                  <a:gd name="connsiteY7" fmla="*/ 1051340 h 1539534"/>
                  <a:gd name="connsiteX8" fmla="*/ 27736 w 3754299"/>
                  <a:gd name="connsiteY8" fmla="*/ 568790 h 1539534"/>
                  <a:gd name="connsiteX0" fmla="*/ 27736 w 3727397"/>
                  <a:gd name="connsiteY0" fmla="*/ 568790 h 1539534"/>
                  <a:gd name="connsiteX1" fmla="*/ 1973558 w 3727397"/>
                  <a:gd name="connsiteY1" fmla="*/ 135460 h 1539534"/>
                  <a:gd name="connsiteX2" fmla="*/ 3644526 w 3727397"/>
                  <a:gd name="connsiteY2" fmla="*/ 680552 h 1539534"/>
                  <a:gd name="connsiteX3" fmla="*/ 3395958 w 3727397"/>
                  <a:gd name="connsiteY3" fmla="*/ 1312597 h 1539534"/>
                  <a:gd name="connsiteX4" fmla="*/ 2742814 w 3727397"/>
                  <a:gd name="connsiteY4" fmla="*/ 1428711 h 1539534"/>
                  <a:gd name="connsiteX5" fmla="*/ 2060643 w 3727397"/>
                  <a:gd name="connsiteY5" fmla="*/ 1399683 h 1539534"/>
                  <a:gd name="connsiteX6" fmla="*/ 1262358 w 3727397"/>
                  <a:gd name="connsiteY6" fmla="*/ 1327112 h 1539534"/>
                  <a:gd name="connsiteX7" fmla="*/ 362472 w 3727397"/>
                  <a:gd name="connsiteY7" fmla="*/ 1051340 h 1539534"/>
                  <a:gd name="connsiteX8" fmla="*/ 27736 w 3727397"/>
                  <a:gd name="connsiteY8" fmla="*/ 568790 h 1539534"/>
                  <a:gd name="connsiteX0" fmla="*/ 27736 w 3727397"/>
                  <a:gd name="connsiteY0" fmla="*/ 568790 h 1511561"/>
                  <a:gd name="connsiteX1" fmla="*/ 1973558 w 3727397"/>
                  <a:gd name="connsiteY1" fmla="*/ 135460 h 1511561"/>
                  <a:gd name="connsiteX2" fmla="*/ 3644526 w 3727397"/>
                  <a:gd name="connsiteY2" fmla="*/ 680552 h 1511561"/>
                  <a:gd name="connsiteX3" fmla="*/ 3395958 w 3727397"/>
                  <a:gd name="connsiteY3" fmla="*/ 1312597 h 1511561"/>
                  <a:gd name="connsiteX4" fmla="*/ 2742814 w 3727397"/>
                  <a:gd name="connsiteY4" fmla="*/ 1428711 h 1511561"/>
                  <a:gd name="connsiteX5" fmla="*/ 2060643 w 3727397"/>
                  <a:gd name="connsiteY5" fmla="*/ 1399683 h 1511561"/>
                  <a:gd name="connsiteX6" fmla="*/ 1262358 w 3727397"/>
                  <a:gd name="connsiteY6" fmla="*/ 1327112 h 1511561"/>
                  <a:gd name="connsiteX7" fmla="*/ 362472 w 3727397"/>
                  <a:gd name="connsiteY7" fmla="*/ 1051340 h 1511561"/>
                  <a:gd name="connsiteX8" fmla="*/ 27736 w 3727397"/>
                  <a:gd name="connsiteY8" fmla="*/ 568790 h 1511561"/>
                  <a:gd name="connsiteX0" fmla="*/ 27736 w 3727397"/>
                  <a:gd name="connsiteY0" fmla="*/ 562857 h 1505628"/>
                  <a:gd name="connsiteX1" fmla="*/ 1973558 w 3727397"/>
                  <a:gd name="connsiteY1" fmla="*/ 129527 h 1505628"/>
                  <a:gd name="connsiteX2" fmla="*/ 3644526 w 3727397"/>
                  <a:gd name="connsiteY2" fmla="*/ 674619 h 1505628"/>
                  <a:gd name="connsiteX3" fmla="*/ 3395958 w 3727397"/>
                  <a:gd name="connsiteY3" fmla="*/ 1306664 h 1505628"/>
                  <a:gd name="connsiteX4" fmla="*/ 2742814 w 3727397"/>
                  <a:gd name="connsiteY4" fmla="*/ 1422778 h 1505628"/>
                  <a:gd name="connsiteX5" fmla="*/ 2060643 w 3727397"/>
                  <a:gd name="connsiteY5" fmla="*/ 1393750 h 1505628"/>
                  <a:gd name="connsiteX6" fmla="*/ 1262358 w 3727397"/>
                  <a:gd name="connsiteY6" fmla="*/ 1321179 h 1505628"/>
                  <a:gd name="connsiteX7" fmla="*/ 362472 w 3727397"/>
                  <a:gd name="connsiteY7" fmla="*/ 1045407 h 1505628"/>
                  <a:gd name="connsiteX8" fmla="*/ 27736 w 3727397"/>
                  <a:gd name="connsiteY8" fmla="*/ 562857 h 1505628"/>
                  <a:gd name="connsiteX0" fmla="*/ 27736 w 3727397"/>
                  <a:gd name="connsiteY0" fmla="*/ 464319 h 1407090"/>
                  <a:gd name="connsiteX1" fmla="*/ 1967199 w 3727397"/>
                  <a:gd name="connsiteY1" fmla="*/ 143452 h 1407090"/>
                  <a:gd name="connsiteX2" fmla="*/ 3644526 w 3727397"/>
                  <a:gd name="connsiteY2" fmla="*/ 576081 h 1407090"/>
                  <a:gd name="connsiteX3" fmla="*/ 3395958 w 3727397"/>
                  <a:gd name="connsiteY3" fmla="*/ 1208126 h 1407090"/>
                  <a:gd name="connsiteX4" fmla="*/ 2742814 w 3727397"/>
                  <a:gd name="connsiteY4" fmla="*/ 1324240 h 1407090"/>
                  <a:gd name="connsiteX5" fmla="*/ 2060643 w 3727397"/>
                  <a:gd name="connsiteY5" fmla="*/ 1295212 h 1407090"/>
                  <a:gd name="connsiteX6" fmla="*/ 1262358 w 3727397"/>
                  <a:gd name="connsiteY6" fmla="*/ 1222641 h 1407090"/>
                  <a:gd name="connsiteX7" fmla="*/ 362472 w 3727397"/>
                  <a:gd name="connsiteY7" fmla="*/ 946869 h 1407090"/>
                  <a:gd name="connsiteX8" fmla="*/ 27736 w 3727397"/>
                  <a:gd name="connsiteY8" fmla="*/ 464319 h 1407090"/>
                  <a:gd name="connsiteX0" fmla="*/ 27736 w 3727397"/>
                  <a:gd name="connsiteY0" fmla="*/ 464319 h 1407090"/>
                  <a:gd name="connsiteX1" fmla="*/ 1967199 w 3727397"/>
                  <a:gd name="connsiteY1" fmla="*/ 143452 h 1407090"/>
                  <a:gd name="connsiteX2" fmla="*/ 3644526 w 3727397"/>
                  <a:gd name="connsiteY2" fmla="*/ 576081 h 1407090"/>
                  <a:gd name="connsiteX3" fmla="*/ 3395958 w 3727397"/>
                  <a:gd name="connsiteY3" fmla="*/ 1208126 h 1407090"/>
                  <a:gd name="connsiteX4" fmla="*/ 2742814 w 3727397"/>
                  <a:gd name="connsiteY4" fmla="*/ 1324240 h 1407090"/>
                  <a:gd name="connsiteX5" fmla="*/ 2060643 w 3727397"/>
                  <a:gd name="connsiteY5" fmla="*/ 1295212 h 1407090"/>
                  <a:gd name="connsiteX6" fmla="*/ 1262358 w 3727397"/>
                  <a:gd name="connsiteY6" fmla="*/ 1222641 h 1407090"/>
                  <a:gd name="connsiteX7" fmla="*/ 362472 w 3727397"/>
                  <a:gd name="connsiteY7" fmla="*/ 946869 h 1407090"/>
                  <a:gd name="connsiteX8" fmla="*/ 27736 w 3727397"/>
                  <a:gd name="connsiteY8" fmla="*/ 464319 h 1407090"/>
                  <a:gd name="connsiteX0" fmla="*/ 27736 w 3727397"/>
                  <a:gd name="connsiteY0" fmla="*/ 504229 h 1447000"/>
                  <a:gd name="connsiteX1" fmla="*/ 1967199 w 3727397"/>
                  <a:gd name="connsiteY1" fmla="*/ 183362 h 1447000"/>
                  <a:gd name="connsiteX2" fmla="*/ 3644526 w 3727397"/>
                  <a:gd name="connsiteY2" fmla="*/ 615991 h 1447000"/>
                  <a:gd name="connsiteX3" fmla="*/ 3395958 w 3727397"/>
                  <a:gd name="connsiteY3" fmla="*/ 1248036 h 1447000"/>
                  <a:gd name="connsiteX4" fmla="*/ 2742814 w 3727397"/>
                  <a:gd name="connsiteY4" fmla="*/ 1364150 h 1447000"/>
                  <a:gd name="connsiteX5" fmla="*/ 2060643 w 3727397"/>
                  <a:gd name="connsiteY5" fmla="*/ 1335122 h 1447000"/>
                  <a:gd name="connsiteX6" fmla="*/ 1262358 w 3727397"/>
                  <a:gd name="connsiteY6" fmla="*/ 1262551 h 1447000"/>
                  <a:gd name="connsiteX7" fmla="*/ 362472 w 3727397"/>
                  <a:gd name="connsiteY7" fmla="*/ 986779 h 1447000"/>
                  <a:gd name="connsiteX8" fmla="*/ 27736 w 3727397"/>
                  <a:gd name="connsiteY8" fmla="*/ 504229 h 144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27397" h="1447000">
                    <a:moveTo>
                      <a:pt x="27736" y="504229"/>
                    </a:moveTo>
                    <a:cubicBezTo>
                      <a:pt x="99130" y="467741"/>
                      <a:pt x="230948" y="-357833"/>
                      <a:pt x="1967199" y="183362"/>
                    </a:cubicBezTo>
                    <a:cubicBezTo>
                      <a:pt x="3171816" y="-123045"/>
                      <a:pt x="3562279" y="446165"/>
                      <a:pt x="3644526" y="615991"/>
                    </a:cubicBezTo>
                    <a:cubicBezTo>
                      <a:pt x="3671645" y="765077"/>
                      <a:pt x="3921253" y="1194817"/>
                      <a:pt x="3395958" y="1248036"/>
                    </a:cubicBezTo>
                    <a:cubicBezTo>
                      <a:pt x="3155837" y="1561416"/>
                      <a:pt x="2975043" y="1422207"/>
                      <a:pt x="2742814" y="1364150"/>
                    </a:cubicBezTo>
                    <a:cubicBezTo>
                      <a:pt x="2510585" y="1378664"/>
                      <a:pt x="2433177" y="1560093"/>
                      <a:pt x="2060643" y="1335122"/>
                    </a:cubicBezTo>
                    <a:cubicBezTo>
                      <a:pt x="1794548" y="1310932"/>
                      <a:pt x="1659082" y="1504456"/>
                      <a:pt x="1262358" y="1262551"/>
                    </a:cubicBezTo>
                    <a:cubicBezTo>
                      <a:pt x="1117215" y="1204494"/>
                      <a:pt x="638244" y="1596379"/>
                      <a:pt x="362472" y="986779"/>
                    </a:cubicBezTo>
                    <a:cubicBezTo>
                      <a:pt x="231843" y="892256"/>
                      <a:pt x="-96995" y="1074994"/>
                      <a:pt x="27736" y="504229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E000386E-E098-3347-648D-B378878CD1BA}"/>
                  </a:ext>
                </a:extLst>
              </p:cNvPr>
              <p:cNvSpPr/>
              <p:nvPr/>
            </p:nvSpPr>
            <p:spPr>
              <a:xfrm>
                <a:off x="4064000" y="4359965"/>
                <a:ext cx="1565275" cy="237435"/>
              </a:xfrm>
              <a:custGeom>
                <a:avLst/>
                <a:gdLst>
                  <a:gd name="connsiteX0" fmla="*/ 0 w 1571625"/>
                  <a:gd name="connsiteY0" fmla="*/ 0 h 79375"/>
                  <a:gd name="connsiteX1" fmla="*/ 1571625 w 1571625"/>
                  <a:gd name="connsiteY1" fmla="*/ 79375 h 79375"/>
                  <a:gd name="connsiteX2" fmla="*/ 1571625 w 1571625"/>
                  <a:gd name="connsiteY2" fmla="*/ 79375 h 79375"/>
                  <a:gd name="connsiteX0" fmla="*/ 0 w 1571625"/>
                  <a:gd name="connsiteY0" fmla="*/ 0 h 225425"/>
                  <a:gd name="connsiteX1" fmla="*/ 771525 w 1571625"/>
                  <a:gd name="connsiteY1" fmla="*/ 225425 h 225425"/>
                  <a:gd name="connsiteX2" fmla="*/ 1571625 w 1571625"/>
                  <a:gd name="connsiteY2" fmla="*/ 79375 h 225425"/>
                  <a:gd name="connsiteX3" fmla="*/ 1571625 w 1571625"/>
                  <a:gd name="connsiteY3" fmla="*/ 79375 h 225425"/>
                  <a:gd name="connsiteX0" fmla="*/ 0 w 1571625"/>
                  <a:gd name="connsiteY0" fmla="*/ 0 h 225425"/>
                  <a:gd name="connsiteX1" fmla="*/ 771525 w 1571625"/>
                  <a:gd name="connsiteY1" fmla="*/ 225425 h 225425"/>
                  <a:gd name="connsiteX2" fmla="*/ 1571625 w 1571625"/>
                  <a:gd name="connsiteY2" fmla="*/ 79375 h 225425"/>
                  <a:gd name="connsiteX3" fmla="*/ 1571625 w 1571625"/>
                  <a:gd name="connsiteY3" fmla="*/ 79375 h 225425"/>
                  <a:gd name="connsiteX0" fmla="*/ 0 w 1565275"/>
                  <a:gd name="connsiteY0" fmla="*/ 0 h 209550"/>
                  <a:gd name="connsiteX1" fmla="*/ 765175 w 1565275"/>
                  <a:gd name="connsiteY1" fmla="*/ 209550 h 209550"/>
                  <a:gd name="connsiteX2" fmla="*/ 1565275 w 1565275"/>
                  <a:gd name="connsiteY2" fmla="*/ 63500 h 209550"/>
                  <a:gd name="connsiteX3" fmla="*/ 1565275 w 1565275"/>
                  <a:gd name="connsiteY3" fmla="*/ 63500 h 209550"/>
                  <a:gd name="connsiteX0" fmla="*/ 0 w 1565275"/>
                  <a:gd name="connsiteY0" fmla="*/ 27885 h 237435"/>
                  <a:gd name="connsiteX1" fmla="*/ 765175 w 1565275"/>
                  <a:gd name="connsiteY1" fmla="*/ 237435 h 237435"/>
                  <a:gd name="connsiteX2" fmla="*/ 1565275 w 1565275"/>
                  <a:gd name="connsiteY2" fmla="*/ 91385 h 237435"/>
                  <a:gd name="connsiteX3" fmla="*/ 1565275 w 1565275"/>
                  <a:gd name="connsiteY3" fmla="*/ 91385 h 237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5275" h="237435">
                    <a:moveTo>
                      <a:pt x="0" y="27885"/>
                    </a:moveTo>
                    <a:cubicBezTo>
                      <a:pt x="242358" y="-94882"/>
                      <a:pt x="506942" y="226852"/>
                      <a:pt x="765175" y="237435"/>
                    </a:cubicBezTo>
                    <a:cubicBezTo>
                      <a:pt x="1031875" y="188752"/>
                      <a:pt x="1412875" y="-47257"/>
                      <a:pt x="1565275" y="91385"/>
                    </a:cubicBezTo>
                    <a:lnTo>
                      <a:pt x="1565275" y="91385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513D887-878E-2A6A-037C-4FFDE8EE9A22}"/>
                  </a:ext>
                </a:extLst>
              </p:cNvPr>
              <p:cNvSpPr/>
              <p:nvPr/>
            </p:nvSpPr>
            <p:spPr>
              <a:xfrm>
                <a:off x="4378325" y="4644772"/>
                <a:ext cx="911225" cy="263778"/>
              </a:xfrm>
              <a:custGeom>
                <a:avLst/>
                <a:gdLst>
                  <a:gd name="connsiteX0" fmla="*/ 0 w 911225"/>
                  <a:gd name="connsiteY0" fmla="*/ 25400 h 25400"/>
                  <a:gd name="connsiteX1" fmla="*/ 911225 w 911225"/>
                  <a:gd name="connsiteY1" fmla="*/ 0 h 25400"/>
                  <a:gd name="connsiteX2" fmla="*/ 911225 w 911225"/>
                  <a:gd name="connsiteY2" fmla="*/ 0 h 25400"/>
                  <a:gd name="connsiteX0" fmla="*/ 0 w 911225"/>
                  <a:gd name="connsiteY0" fmla="*/ 183582 h 183582"/>
                  <a:gd name="connsiteX1" fmla="*/ 911225 w 911225"/>
                  <a:gd name="connsiteY1" fmla="*/ 158182 h 183582"/>
                  <a:gd name="connsiteX2" fmla="*/ 911225 w 911225"/>
                  <a:gd name="connsiteY2" fmla="*/ 158182 h 183582"/>
                  <a:gd name="connsiteX0" fmla="*/ 0 w 911225"/>
                  <a:gd name="connsiteY0" fmla="*/ 263778 h 263778"/>
                  <a:gd name="connsiteX1" fmla="*/ 911225 w 911225"/>
                  <a:gd name="connsiteY1" fmla="*/ 238378 h 263778"/>
                  <a:gd name="connsiteX2" fmla="*/ 911225 w 911225"/>
                  <a:gd name="connsiteY2" fmla="*/ 238378 h 263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11225" h="263778">
                    <a:moveTo>
                      <a:pt x="0" y="263778"/>
                    </a:moveTo>
                    <a:cubicBezTo>
                      <a:pt x="291042" y="-138389"/>
                      <a:pt x="709083" y="-26205"/>
                      <a:pt x="911225" y="238378"/>
                    </a:cubicBezTo>
                    <a:lnTo>
                      <a:pt x="911225" y="238378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CD9065E-5101-6564-B1F6-F45FD42A1441}"/>
                  </a:ext>
                </a:extLst>
              </p:cNvPr>
              <p:cNvSpPr/>
              <p:nvPr/>
            </p:nvSpPr>
            <p:spPr>
              <a:xfrm>
                <a:off x="4358248" y="3753051"/>
                <a:ext cx="974223" cy="974223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17">
                <a:extLst>
                  <a:ext uri="{FF2B5EF4-FFF2-40B4-BE49-F238E27FC236}">
                    <a16:creationId xmlns:a16="http://schemas.microsoft.com/office/drawing/2014/main" id="{C4148862-3C04-1F25-D4F6-AF5C98025ABF}"/>
                  </a:ext>
                </a:extLst>
              </p:cNvPr>
              <p:cNvSpPr/>
              <p:nvPr/>
            </p:nvSpPr>
            <p:spPr>
              <a:xfrm>
                <a:off x="4534662" y="3950430"/>
                <a:ext cx="266221" cy="288235"/>
              </a:xfrm>
              <a:custGeom>
                <a:avLst/>
                <a:gdLst>
                  <a:gd name="connsiteX0" fmla="*/ 0 w 45719"/>
                  <a:gd name="connsiteY0" fmla="*/ 0 h 175097"/>
                  <a:gd name="connsiteX1" fmla="*/ 45719 w 45719"/>
                  <a:gd name="connsiteY1" fmla="*/ 0 h 175097"/>
                  <a:gd name="connsiteX2" fmla="*/ 45719 w 45719"/>
                  <a:gd name="connsiteY2" fmla="*/ 175097 h 175097"/>
                  <a:gd name="connsiteX3" fmla="*/ 0 w 45719"/>
                  <a:gd name="connsiteY3" fmla="*/ 175097 h 175097"/>
                  <a:gd name="connsiteX4" fmla="*/ 0 w 45719"/>
                  <a:gd name="connsiteY4" fmla="*/ 0 h 175097"/>
                  <a:gd name="connsiteX0" fmla="*/ 0 w 93344"/>
                  <a:gd name="connsiteY0" fmla="*/ 130175 h 305272"/>
                  <a:gd name="connsiteX1" fmla="*/ 93344 w 93344"/>
                  <a:gd name="connsiteY1" fmla="*/ 0 h 305272"/>
                  <a:gd name="connsiteX2" fmla="*/ 45719 w 93344"/>
                  <a:gd name="connsiteY2" fmla="*/ 305272 h 305272"/>
                  <a:gd name="connsiteX3" fmla="*/ 0 w 93344"/>
                  <a:gd name="connsiteY3" fmla="*/ 305272 h 305272"/>
                  <a:gd name="connsiteX4" fmla="*/ 0 w 93344"/>
                  <a:gd name="connsiteY4" fmla="*/ 130175 h 305272"/>
                  <a:gd name="connsiteX0" fmla="*/ 111125 w 204469"/>
                  <a:gd name="connsiteY0" fmla="*/ 130175 h 305272"/>
                  <a:gd name="connsiteX1" fmla="*/ 204469 w 204469"/>
                  <a:gd name="connsiteY1" fmla="*/ 0 h 305272"/>
                  <a:gd name="connsiteX2" fmla="*/ 156844 w 204469"/>
                  <a:gd name="connsiteY2" fmla="*/ 305272 h 305272"/>
                  <a:gd name="connsiteX3" fmla="*/ 0 w 204469"/>
                  <a:gd name="connsiteY3" fmla="*/ 273522 h 305272"/>
                  <a:gd name="connsiteX4" fmla="*/ 111125 w 204469"/>
                  <a:gd name="connsiteY4" fmla="*/ 130175 h 305272"/>
                  <a:gd name="connsiteX0" fmla="*/ 0 w 204469"/>
                  <a:gd name="connsiteY0" fmla="*/ 273522 h 305272"/>
                  <a:gd name="connsiteX1" fmla="*/ 204469 w 204469"/>
                  <a:gd name="connsiteY1" fmla="*/ 0 h 305272"/>
                  <a:gd name="connsiteX2" fmla="*/ 156844 w 204469"/>
                  <a:gd name="connsiteY2" fmla="*/ 305272 h 305272"/>
                  <a:gd name="connsiteX3" fmla="*/ 0 w 204469"/>
                  <a:gd name="connsiteY3" fmla="*/ 273522 h 305272"/>
                  <a:gd name="connsiteX0" fmla="*/ 28907 w 233376"/>
                  <a:gd name="connsiteY0" fmla="*/ 273522 h 305272"/>
                  <a:gd name="connsiteX1" fmla="*/ 233376 w 233376"/>
                  <a:gd name="connsiteY1" fmla="*/ 0 h 305272"/>
                  <a:gd name="connsiteX2" fmla="*/ 185751 w 233376"/>
                  <a:gd name="connsiteY2" fmla="*/ 305272 h 305272"/>
                  <a:gd name="connsiteX3" fmla="*/ 28907 w 233376"/>
                  <a:gd name="connsiteY3" fmla="*/ 273522 h 305272"/>
                  <a:gd name="connsiteX0" fmla="*/ 33203 w 237672"/>
                  <a:gd name="connsiteY0" fmla="*/ 277374 h 309124"/>
                  <a:gd name="connsiteX1" fmla="*/ 237672 w 237672"/>
                  <a:gd name="connsiteY1" fmla="*/ 3852 h 309124"/>
                  <a:gd name="connsiteX2" fmla="*/ 190047 w 237672"/>
                  <a:gd name="connsiteY2" fmla="*/ 309124 h 309124"/>
                  <a:gd name="connsiteX3" fmla="*/ 33203 w 237672"/>
                  <a:gd name="connsiteY3" fmla="*/ 277374 h 309124"/>
                  <a:gd name="connsiteX0" fmla="*/ 33203 w 255299"/>
                  <a:gd name="connsiteY0" fmla="*/ 277374 h 309124"/>
                  <a:gd name="connsiteX1" fmla="*/ 237672 w 255299"/>
                  <a:gd name="connsiteY1" fmla="*/ 3852 h 309124"/>
                  <a:gd name="connsiteX2" fmla="*/ 190047 w 255299"/>
                  <a:gd name="connsiteY2" fmla="*/ 309124 h 309124"/>
                  <a:gd name="connsiteX3" fmla="*/ 33203 w 255299"/>
                  <a:gd name="connsiteY3" fmla="*/ 277374 h 309124"/>
                  <a:gd name="connsiteX0" fmla="*/ 33203 w 237672"/>
                  <a:gd name="connsiteY0" fmla="*/ 277374 h 277374"/>
                  <a:gd name="connsiteX1" fmla="*/ 237672 w 237672"/>
                  <a:gd name="connsiteY1" fmla="*/ 3852 h 277374"/>
                  <a:gd name="connsiteX2" fmla="*/ 33203 w 237672"/>
                  <a:gd name="connsiteY2" fmla="*/ 277374 h 277374"/>
                  <a:gd name="connsiteX0" fmla="*/ 33203 w 237672"/>
                  <a:gd name="connsiteY0" fmla="*/ 277374 h 286307"/>
                  <a:gd name="connsiteX1" fmla="*/ 237672 w 237672"/>
                  <a:gd name="connsiteY1" fmla="*/ 3852 h 286307"/>
                  <a:gd name="connsiteX2" fmla="*/ 33203 w 237672"/>
                  <a:gd name="connsiteY2" fmla="*/ 277374 h 286307"/>
                  <a:gd name="connsiteX0" fmla="*/ 33203 w 249714"/>
                  <a:gd name="connsiteY0" fmla="*/ 277374 h 284998"/>
                  <a:gd name="connsiteX1" fmla="*/ 237672 w 249714"/>
                  <a:gd name="connsiteY1" fmla="*/ 3852 h 284998"/>
                  <a:gd name="connsiteX2" fmla="*/ 33203 w 249714"/>
                  <a:gd name="connsiteY2" fmla="*/ 277374 h 284998"/>
                  <a:gd name="connsiteX0" fmla="*/ 33203 w 250834"/>
                  <a:gd name="connsiteY0" fmla="*/ 277374 h 280164"/>
                  <a:gd name="connsiteX1" fmla="*/ 237672 w 250834"/>
                  <a:gd name="connsiteY1" fmla="*/ 3852 h 280164"/>
                  <a:gd name="connsiteX2" fmla="*/ 202438 w 250834"/>
                  <a:gd name="connsiteY2" fmla="*/ 145320 h 280164"/>
                  <a:gd name="connsiteX3" fmla="*/ 33203 w 250834"/>
                  <a:gd name="connsiteY3" fmla="*/ 277374 h 280164"/>
                  <a:gd name="connsiteX0" fmla="*/ 33203 w 266221"/>
                  <a:gd name="connsiteY0" fmla="*/ 277374 h 280164"/>
                  <a:gd name="connsiteX1" fmla="*/ 237672 w 266221"/>
                  <a:gd name="connsiteY1" fmla="*/ 3852 h 280164"/>
                  <a:gd name="connsiteX2" fmla="*/ 202438 w 266221"/>
                  <a:gd name="connsiteY2" fmla="*/ 145320 h 280164"/>
                  <a:gd name="connsiteX3" fmla="*/ 33203 w 266221"/>
                  <a:gd name="connsiteY3" fmla="*/ 277374 h 280164"/>
                  <a:gd name="connsiteX0" fmla="*/ 33203 w 266221"/>
                  <a:gd name="connsiteY0" fmla="*/ 277374 h 288235"/>
                  <a:gd name="connsiteX1" fmla="*/ 237672 w 266221"/>
                  <a:gd name="connsiteY1" fmla="*/ 3852 h 288235"/>
                  <a:gd name="connsiteX2" fmla="*/ 202438 w 266221"/>
                  <a:gd name="connsiteY2" fmla="*/ 145320 h 288235"/>
                  <a:gd name="connsiteX3" fmla="*/ 33203 w 266221"/>
                  <a:gd name="connsiteY3" fmla="*/ 277374 h 288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221" h="288235">
                    <a:moveTo>
                      <a:pt x="33203" y="277374"/>
                    </a:moveTo>
                    <a:cubicBezTo>
                      <a:pt x="-79616" y="87775"/>
                      <a:pt x="121891" y="-22449"/>
                      <a:pt x="237672" y="3852"/>
                    </a:cubicBezTo>
                    <a:cubicBezTo>
                      <a:pt x="305036" y="21001"/>
                      <a:pt x="236516" y="99733"/>
                      <a:pt x="202438" y="145320"/>
                    </a:cubicBezTo>
                    <a:cubicBezTo>
                      <a:pt x="168360" y="190907"/>
                      <a:pt x="123639" y="327410"/>
                      <a:pt x="33203" y="277374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02E96DA-CF69-195E-D85B-9341A7AE32ED}"/>
                  </a:ext>
                </a:extLst>
              </p:cNvPr>
              <p:cNvSpPr/>
              <p:nvPr/>
            </p:nvSpPr>
            <p:spPr>
              <a:xfrm>
                <a:off x="4502150" y="4280301"/>
                <a:ext cx="146050" cy="197379"/>
              </a:xfrm>
              <a:prstGeom prst="ellipse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8129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ADCBB058-6B12-4AF6-11FA-9BAC4219C9BF}"/>
              </a:ext>
            </a:extLst>
          </p:cNvPr>
          <p:cNvGrpSpPr/>
          <p:nvPr/>
        </p:nvGrpSpPr>
        <p:grpSpPr>
          <a:xfrm>
            <a:off x="3414905" y="2671422"/>
            <a:ext cx="3195118" cy="2633610"/>
            <a:chOff x="3414905" y="2671422"/>
            <a:chExt cx="3195118" cy="263361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4BD87BA-837B-52F9-5674-089A611ADC9B}"/>
                </a:ext>
              </a:extLst>
            </p:cNvPr>
            <p:cNvSpPr/>
            <p:nvPr/>
          </p:nvSpPr>
          <p:spPr>
            <a:xfrm>
              <a:off x="4479837" y="5136521"/>
              <a:ext cx="1162050" cy="168511"/>
            </a:xfrm>
            <a:prstGeom prst="roundRect">
              <a:avLst>
                <a:gd name="adj" fmla="val 37863"/>
              </a:avLst>
            </a:prstGeom>
            <a:solidFill>
              <a:srgbClr val="BB4F73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F3E5CA6-D072-3504-023A-CB259B33F364}"/>
                </a:ext>
              </a:extLst>
            </p:cNvPr>
            <p:cNvGrpSpPr/>
            <p:nvPr/>
          </p:nvGrpSpPr>
          <p:grpSpPr>
            <a:xfrm>
              <a:off x="3414905" y="2671422"/>
              <a:ext cx="3195118" cy="2551028"/>
              <a:chOff x="3263163" y="1568620"/>
              <a:chExt cx="3195118" cy="2551028"/>
            </a:xfrm>
            <a:solidFill>
              <a:srgbClr val="EC9ABE"/>
            </a:solidFill>
          </p:grpSpPr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09C9CAE9-F8A4-9E49-12E3-C8355910DAA3}"/>
                  </a:ext>
                </a:extLst>
              </p:cNvPr>
              <p:cNvSpPr/>
              <p:nvPr/>
            </p:nvSpPr>
            <p:spPr>
              <a:xfrm>
                <a:off x="3263163" y="1568620"/>
                <a:ext cx="3195118" cy="2547133"/>
              </a:xfrm>
              <a:custGeom>
                <a:avLst/>
                <a:gdLst>
                  <a:gd name="connsiteX0" fmla="*/ 0 w 1248228"/>
                  <a:gd name="connsiteY0" fmla="*/ 0 h 751114"/>
                  <a:gd name="connsiteX1" fmla="*/ 1248228 w 1248228"/>
                  <a:gd name="connsiteY1" fmla="*/ 0 h 751114"/>
                  <a:gd name="connsiteX2" fmla="*/ 1248228 w 1248228"/>
                  <a:gd name="connsiteY2" fmla="*/ 751114 h 751114"/>
                  <a:gd name="connsiteX3" fmla="*/ 0 w 1248228"/>
                  <a:gd name="connsiteY3" fmla="*/ 751114 h 751114"/>
                  <a:gd name="connsiteX4" fmla="*/ 0 w 1248228"/>
                  <a:gd name="connsiteY4" fmla="*/ 0 h 751114"/>
                  <a:gd name="connsiteX0" fmla="*/ 314325 w 1562553"/>
                  <a:gd name="connsiteY0" fmla="*/ 0 h 1055914"/>
                  <a:gd name="connsiteX1" fmla="*/ 1562553 w 1562553"/>
                  <a:gd name="connsiteY1" fmla="*/ 0 h 1055914"/>
                  <a:gd name="connsiteX2" fmla="*/ 1562553 w 1562553"/>
                  <a:gd name="connsiteY2" fmla="*/ 751114 h 1055914"/>
                  <a:gd name="connsiteX3" fmla="*/ 0 w 1562553"/>
                  <a:gd name="connsiteY3" fmla="*/ 1055914 h 1055914"/>
                  <a:gd name="connsiteX4" fmla="*/ 314325 w 1562553"/>
                  <a:gd name="connsiteY4" fmla="*/ 0 h 1055914"/>
                  <a:gd name="connsiteX0" fmla="*/ 0 w 1876878"/>
                  <a:gd name="connsiteY0" fmla="*/ 0 h 1360714"/>
                  <a:gd name="connsiteX1" fmla="*/ 1876878 w 1876878"/>
                  <a:gd name="connsiteY1" fmla="*/ 304800 h 1360714"/>
                  <a:gd name="connsiteX2" fmla="*/ 1876878 w 1876878"/>
                  <a:gd name="connsiteY2" fmla="*/ 1055914 h 1360714"/>
                  <a:gd name="connsiteX3" fmla="*/ 314325 w 1876878"/>
                  <a:gd name="connsiteY3" fmla="*/ 1360714 h 1360714"/>
                  <a:gd name="connsiteX4" fmla="*/ 0 w 1876878"/>
                  <a:gd name="connsiteY4" fmla="*/ 0 h 1360714"/>
                  <a:gd name="connsiteX0" fmla="*/ 0 w 1876878"/>
                  <a:gd name="connsiteY0" fmla="*/ 764794 h 2125508"/>
                  <a:gd name="connsiteX1" fmla="*/ 515258 w 1876878"/>
                  <a:gd name="connsiteY1" fmla="*/ 1433 h 2125508"/>
                  <a:gd name="connsiteX2" fmla="*/ 1876878 w 1876878"/>
                  <a:gd name="connsiteY2" fmla="*/ 1069594 h 2125508"/>
                  <a:gd name="connsiteX3" fmla="*/ 1876878 w 1876878"/>
                  <a:gd name="connsiteY3" fmla="*/ 1820708 h 2125508"/>
                  <a:gd name="connsiteX4" fmla="*/ 314325 w 1876878"/>
                  <a:gd name="connsiteY4" fmla="*/ 2125508 h 2125508"/>
                  <a:gd name="connsiteX5" fmla="*/ 0 w 1876878"/>
                  <a:gd name="connsiteY5" fmla="*/ 764794 h 2125508"/>
                  <a:gd name="connsiteX0" fmla="*/ 0 w 1876878"/>
                  <a:gd name="connsiteY0" fmla="*/ 1180774 h 2541488"/>
                  <a:gd name="connsiteX1" fmla="*/ 515258 w 1876878"/>
                  <a:gd name="connsiteY1" fmla="*/ 417413 h 2541488"/>
                  <a:gd name="connsiteX2" fmla="*/ 1115333 w 1876878"/>
                  <a:gd name="connsiteY2" fmla="*/ 26888 h 2541488"/>
                  <a:gd name="connsiteX3" fmla="*/ 1876878 w 1876878"/>
                  <a:gd name="connsiteY3" fmla="*/ 1485574 h 2541488"/>
                  <a:gd name="connsiteX4" fmla="*/ 1876878 w 1876878"/>
                  <a:gd name="connsiteY4" fmla="*/ 2236688 h 2541488"/>
                  <a:gd name="connsiteX5" fmla="*/ 314325 w 1876878"/>
                  <a:gd name="connsiteY5" fmla="*/ 2541488 h 2541488"/>
                  <a:gd name="connsiteX6" fmla="*/ 0 w 1876878"/>
                  <a:gd name="connsiteY6" fmla="*/ 1180774 h 2541488"/>
                  <a:gd name="connsiteX0" fmla="*/ 0 w 1962603"/>
                  <a:gd name="connsiteY0" fmla="*/ 1247775 h 2608489"/>
                  <a:gd name="connsiteX1" fmla="*/ 515258 w 1962603"/>
                  <a:gd name="connsiteY1" fmla="*/ 484414 h 2608489"/>
                  <a:gd name="connsiteX2" fmla="*/ 1115333 w 1962603"/>
                  <a:gd name="connsiteY2" fmla="*/ 93889 h 2608489"/>
                  <a:gd name="connsiteX3" fmla="*/ 1962603 w 1962603"/>
                  <a:gd name="connsiteY3" fmla="*/ 0 h 2608489"/>
                  <a:gd name="connsiteX4" fmla="*/ 1876878 w 1962603"/>
                  <a:gd name="connsiteY4" fmla="*/ 2303689 h 2608489"/>
                  <a:gd name="connsiteX5" fmla="*/ 314325 w 1962603"/>
                  <a:gd name="connsiteY5" fmla="*/ 2608489 h 2608489"/>
                  <a:gd name="connsiteX6" fmla="*/ 0 w 1962603"/>
                  <a:gd name="connsiteY6" fmla="*/ 1247775 h 2608489"/>
                  <a:gd name="connsiteX0" fmla="*/ 0 w 2791767"/>
                  <a:gd name="connsiteY0" fmla="*/ 1247775 h 2608489"/>
                  <a:gd name="connsiteX1" fmla="*/ 515258 w 2791767"/>
                  <a:gd name="connsiteY1" fmla="*/ 484414 h 2608489"/>
                  <a:gd name="connsiteX2" fmla="*/ 1115333 w 2791767"/>
                  <a:gd name="connsiteY2" fmla="*/ 93889 h 2608489"/>
                  <a:gd name="connsiteX3" fmla="*/ 1962603 w 2791767"/>
                  <a:gd name="connsiteY3" fmla="*/ 0 h 2608489"/>
                  <a:gd name="connsiteX4" fmla="*/ 2791733 w 2791767"/>
                  <a:gd name="connsiteY4" fmla="*/ 551090 h 2608489"/>
                  <a:gd name="connsiteX5" fmla="*/ 1876878 w 2791767"/>
                  <a:gd name="connsiteY5" fmla="*/ 2303689 h 2608489"/>
                  <a:gd name="connsiteX6" fmla="*/ 314325 w 2791767"/>
                  <a:gd name="connsiteY6" fmla="*/ 2608489 h 2608489"/>
                  <a:gd name="connsiteX7" fmla="*/ 0 w 2791767"/>
                  <a:gd name="connsiteY7" fmla="*/ 1247775 h 2608489"/>
                  <a:gd name="connsiteX0" fmla="*/ 0 w 3153675"/>
                  <a:gd name="connsiteY0" fmla="*/ 1247775 h 2608489"/>
                  <a:gd name="connsiteX1" fmla="*/ 515258 w 3153675"/>
                  <a:gd name="connsiteY1" fmla="*/ 484414 h 2608489"/>
                  <a:gd name="connsiteX2" fmla="*/ 1115333 w 3153675"/>
                  <a:gd name="connsiteY2" fmla="*/ 93889 h 2608489"/>
                  <a:gd name="connsiteX3" fmla="*/ 1962603 w 3153675"/>
                  <a:gd name="connsiteY3" fmla="*/ 0 h 2608489"/>
                  <a:gd name="connsiteX4" fmla="*/ 2791733 w 3153675"/>
                  <a:gd name="connsiteY4" fmla="*/ 551090 h 2608489"/>
                  <a:gd name="connsiteX5" fmla="*/ 3144158 w 3153675"/>
                  <a:gd name="connsiteY5" fmla="*/ 1332140 h 2608489"/>
                  <a:gd name="connsiteX6" fmla="*/ 1876878 w 3153675"/>
                  <a:gd name="connsiteY6" fmla="*/ 2303689 h 2608489"/>
                  <a:gd name="connsiteX7" fmla="*/ 314325 w 3153675"/>
                  <a:gd name="connsiteY7" fmla="*/ 2608489 h 2608489"/>
                  <a:gd name="connsiteX8" fmla="*/ 0 w 3153675"/>
                  <a:gd name="connsiteY8" fmla="*/ 1247775 h 2608489"/>
                  <a:gd name="connsiteX0" fmla="*/ 0 w 3153675"/>
                  <a:gd name="connsiteY0" fmla="*/ 1247775 h 2684689"/>
                  <a:gd name="connsiteX1" fmla="*/ 515258 w 3153675"/>
                  <a:gd name="connsiteY1" fmla="*/ 484414 h 2684689"/>
                  <a:gd name="connsiteX2" fmla="*/ 1115333 w 3153675"/>
                  <a:gd name="connsiteY2" fmla="*/ 93889 h 2684689"/>
                  <a:gd name="connsiteX3" fmla="*/ 1962603 w 3153675"/>
                  <a:gd name="connsiteY3" fmla="*/ 0 h 2684689"/>
                  <a:gd name="connsiteX4" fmla="*/ 2791733 w 3153675"/>
                  <a:gd name="connsiteY4" fmla="*/ 551090 h 2684689"/>
                  <a:gd name="connsiteX5" fmla="*/ 3144158 w 3153675"/>
                  <a:gd name="connsiteY5" fmla="*/ 1332140 h 2684689"/>
                  <a:gd name="connsiteX6" fmla="*/ 2753178 w 3153675"/>
                  <a:gd name="connsiteY6" fmla="*/ 2684689 h 2684689"/>
                  <a:gd name="connsiteX7" fmla="*/ 314325 w 3153675"/>
                  <a:gd name="connsiteY7" fmla="*/ 2608489 h 2684689"/>
                  <a:gd name="connsiteX8" fmla="*/ 0 w 3153675"/>
                  <a:gd name="connsiteY8" fmla="*/ 1247775 h 2684689"/>
                  <a:gd name="connsiteX0" fmla="*/ 0 w 3341724"/>
                  <a:gd name="connsiteY0" fmla="*/ 1247775 h 2684689"/>
                  <a:gd name="connsiteX1" fmla="*/ 515258 w 3341724"/>
                  <a:gd name="connsiteY1" fmla="*/ 484414 h 2684689"/>
                  <a:gd name="connsiteX2" fmla="*/ 1115333 w 3341724"/>
                  <a:gd name="connsiteY2" fmla="*/ 93889 h 2684689"/>
                  <a:gd name="connsiteX3" fmla="*/ 1962603 w 3341724"/>
                  <a:gd name="connsiteY3" fmla="*/ 0 h 2684689"/>
                  <a:gd name="connsiteX4" fmla="*/ 2791733 w 3341724"/>
                  <a:gd name="connsiteY4" fmla="*/ 551090 h 2684689"/>
                  <a:gd name="connsiteX5" fmla="*/ 3144158 w 3341724"/>
                  <a:gd name="connsiteY5" fmla="*/ 1332140 h 2684689"/>
                  <a:gd name="connsiteX6" fmla="*/ 2753178 w 3341724"/>
                  <a:gd name="connsiteY6" fmla="*/ 2684689 h 2684689"/>
                  <a:gd name="connsiteX7" fmla="*/ 314325 w 3341724"/>
                  <a:gd name="connsiteY7" fmla="*/ 2608489 h 2684689"/>
                  <a:gd name="connsiteX8" fmla="*/ 0 w 3341724"/>
                  <a:gd name="connsiteY8" fmla="*/ 1247775 h 2684689"/>
                  <a:gd name="connsiteX0" fmla="*/ 0 w 3317727"/>
                  <a:gd name="connsiteY0" fmla="*/ 1247775 h 2637064"/>
                  <a:gd name="connsiteX1" fmla="*/ 515258 w 3317727"/>
                  <a:gd name="connsiteY1" fmla="*/ 484414 h 2637064"/>
                  <a:gd name="connsiteX2" fmla="*/ 1115333 w 3317727"/>
                  <a:gd name="connsiteY2" fmla="*/ 93889 h 2637064"/>
                  <a:gd name="connsiteX3" fmla="*/ 1962603 w 3317727"/>
                  <a:gd name="connsiteY3" fmla="*/ 0 h 2637064"/>
                  <a:gd name="connsiteX4" fmla="*/ 2791733 w 3317727"/>
                  <a:gd name="connsiteY4" fmla="*/ 551090 h 2637064"/>
                  <a:gd name="connsiteX5" fmla="*/ 3144158 w 3317727"/>
                  <a:gd name="connsiteY5" fmla="*/ 1332140 h 2637064"/>
                  <a:gd name="connsiteX6" fmla="*/ 2715078 w 3317727"/>
                  <a:gd name="connsiteY6" fmla="*/ 2637064 h 2637064"/>
                  <a:gd name="connsiteX7" fmla="*/ 314325 w 3317727"/>
                  <a:gd name="connsiteY7" fmla="*/ 2608489 h 2637064"/>
                  <a:gd name="connsiteX8" fmla="*/ 0 w 3317727"/>
                  <a:gd name="connsiteY8" fmla="*/ 1247775 h 2637064"/>
                  <a:gd name="connsiteX0" fmla="*/ 0 w 3509473"/>
                  <a:gd name="connsiteY0" fmla="*/ 1247775 h 2637064"/>
                  <a:gd name="connsiteX1" fmla="*/ 515258 w 3509473"/>
                  <a:gd name="connsiteY1" fmla="*/ 484414 h 2637064"/>
                  <a:gd name="connsiteX2" fmla="*/ 1115333 w 3509473"/>
                  <a:gd name="connsiteY2" fmla="*/ 93889 h 2637064"/>
                  <a:gd name="connsiteX3" fmla="*/ 1962603 w 3509473"/>
                  <a:gd name="connsiteY3" fmla="*/ 0 h 2637064"/>
                  <a:gd name="connsiteX4" fmla="*/ 2791733 w 3509473"/>
                  <a:gd name="connsiteY4" fmla="*/ 551090 h 2637064"/>
                  <a:gd name="connsiteX5" fmla="*/ 3144158 w 3509473"/>
                  <a:gd name="connsiteY5" fmla="*/ 1332140 h 2637064"/>
                  <a:gd name="connsiteX6" fmla="*/ 2715078 w 3509473"/>
                  <a:gd name="connsiteY6" fmla="*/ 2637064 h 2637064"/>
                  <a:gd name="connsiteX7" fmla="*/ 314325 w 3509473"/>
                  <a:gd name="connsiteY7" fmla="*/ 2608489 h 2637064"/>
                  <a:gd name="connsiteX8" fmla="*/ 0 w 3509473"/>
                  <a:gd name="connsiteY8" fmla="*/ 1247775 h 2637064"/>
                  <a:gd name="connsiteX0" fmla="*/ 0 w 3479464"/>
                  <a:gd name="connsiteY0" fmla="*/ 1247775 h 2637064"/>
                  <a:gd name="connsiteX1" fmla="*/ 515258 w 3479464"/>
                  <a:gd name="connsiteY1" fmla="*/ 484414 h 2637064"/>
                  <a:gd name="connsiteX2" fmla="*/ 1115333 w 3479464"/>
                  <a:gd name="connsiteY2" fmla="*/ 93889 h 2637064"/>
                  <a:gd name="connsiteX3" fmla="*/ 1962603 w 3479464"/>
                  <a:gd name="connsiteY3" fmla="*/ 0 h 2637064"/>
                  <a:gd name="connsiteX4" fmla="*/ 2791733 w 3479464"/>
                  <a:gd name="connsiteY4" fmla="*/ 551090 h 2637064"/>
                  <a:gd name="connsiteX5" fmla="*/ 3144158 w 3479464"/>
                  <a:gd name="connsiteY5" fmla="*/ 1332140 h 2637064"/>
                  <a:gd name="connsiteX6" fmla="*/ 2715078 w 3479464"/>
                  <a:gd name="connsiteY6" fmla="*/ 2637064 h 2637064"/>
                  <a:gd name="connsiteX7" fmla="*/ 314325 w 3479464"/>
                  <a:gd name="connsiteY7" fmla="*/ 2608489 h 2637064"/>
                  <a:gd name="connsiteX8" fmla="*/ 0 w 3479464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320468 h 2709757"/>
                  <a:gd name="connsiteX1" fmla="*/ 515258 w 3506485"/>
                  <a:gd name="connsiteY1" fmla="*/ 557107 h 2709757"/>
                  <a:gd name="connsiteX2" fmla="*/ 1115333 w 3506485"/>
                  <a:gd name="connsiteY2" fmla="*/ 166582 h 2709757"/>
                  <a:gd name="connsiteX3" fmla="*/ 1962603 w 3506485"/>
                  <a:gd name="connsiteY3" fmla="*/ 72693 h 2709757"/>
                  <a:gd name="connsiteX4" fmla="*/ 2791733 w 3506485"/>
                  <a:gd name="connsiteY4" fmla="*/ 623783 h 2709757"/>
                  <a:gd name="connsiteX5" fmla="*/ 3144158 w 3506485"/>
                  <a:gd name="connsiteY5" fmla="*/ 1404833 h 2709757"/>
                  <a:gd name="connsiteX6" fmla="*/ 2715078 w 3506485"/>
                  <a:gd name="connsiteY6" fmla="*/ 2709757 h 2709757"/>
                  <a:gd name="connsiteX7" fmla="*/ 314325 w 3506485"/>
                  <a:gd name="connsiteY7" fmla="*/ 2681182 h 2709757"/>
                  <a:gd name="connsiteX8" fmla="*/ 0 w 3506485"/>
                  <a:gd name="connsiteY8" fmla="*/ 1320468 h 2709757"/>
                  <a:gd name="connsiteX0" fmla="*/ 0 w 3506485"/>
                  <a:gd name="connsiteY0" fmla="*/ 1432085 h 2821374"/>
                  <a:gd name="connsiteX1" fmla="*/ 515258 w 3506485"/>
                  <a:gd name="connsiteY1" fmla="*/ 668724 h 2821374"/>
                  <a:gd name="connsiteX2" fmla="*/ 1115333 w 3506485"/>
                  <a:gd name="connsiteY2" fmla="*/ 278199 h 2821374"/>
                  <a:gd name="connsiteX3" fmla="*/ 1962603 w 3506485"/>
                  <a:gd name="connsiteY3" fmla="*/ 184310 h 2821374"/>
                  <a:gd name="connsiteX4" fmla="*/ 2791733 w 3506485"/>
                  <a:gd name="connsiteY4" fmla="*/ 735400 h 2821374"/>
                  <a:gd name="connsiteX5" fmla="*/ 3144158 w 3506485"/>
                  <a:gd name="connsiteY5" fmla="*/ 1516450 h 2821374"/>
                  <a:gd name="connsiteX6" fmla="*/ 2715078 w 3506485"/>
                  <a:gd name="connsiteY6" fmla="*/ 2821374 h 2821374"/>
                  <a:gd name="connsiteX7" fmla="*/ 314325 w 3506485"/>
                  <a:gd name="connsiteY7" fmla="*/ 2792799 h 2821374"/>
                  <a:gd name="connsiteX8" fmla="*/ 0 w 3506485"/>
                  <a:gd name="connsiteY8" fmla="*/ 1432085 h 2821374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361444 w 3553604"/>
                  <a:gd name="connsiteY7" fmla="*/ 2843774 h 2872349"/>
                  <a:gd name="connsiteX8" fmla="*/ 47119 w 3553604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409069 w 3553604"/>
                  <a:gd name="connsiteY7" fmla="*/ 2786624 h 2872349"/>
                  <a:gd name="connsiteX8" fmla="*/ 47119 w 3553604"/>
                  <a:gd name="connsiteY8" fmla="*/ 1483060 h 2872349"/>
                  <a:gd name="connsiteX0" fmla="*/ 73312 w 3579797"/>
                  <a:gd name="connsiteY0" fmla="*/ 1483060 h 2872349"/>
                  <a:gd name="connsiteX1" fmla="*/ 588570 w 3579797"/>
                  <a:gd name="connsiteY1" fmla="*/ 719699 h 2872349"/>
                  <a:gd name="connsiteX2" fmla="*/ 1188645 w 3579797"/>
                  <a:gd name="connsiteY2" fmla="*/ 329174 h 2872349"/>
                  <a:gd name="connsiteX3" fmla="*/ 2035915 w 3579797"/>
                  <a:gd name="connsiteY3" fmla="*/ 235285 h 2872349"/>
                  <a:gd name="connsiteX4" fmla="*/ 2865045 w 3579797"/>
                  <a:gd name="connsiteY4" fmla="*/ 786375 h 2872349"/>
                  <a:gd name="connsiteX5" fmla="*/ 3217470 w 3579797"/>
                  <a:gd name="connsiteY5" fmla="*/ 1567425 h 2872349"/>
                  <a:gd name="connsiteX6" fmla="*/ 2788390 w 3579797"/>
                  <a:gd name="connsiteY6" fmla="*/ 2872349 h 2872349"/>
                  <a:gd name="connsiteX7" fmla="*/ 435262 w 3579797"/>
                  <a:gd name="connsiteY7" fmla="*/ 2786624 h 2872349"/>
                  <a:gd name="connsiteX8" fmla="*/ 73312 w 3579797"/>
                  <a:gd name="connsiteY8" fmla="*/ 1483060 h 2872349"/>
                  <a:gd name="connsiteX0" fmla="*/ 302951 w 3809436"/>
                  <a:gd name="connsiteY0" fmla="*/ 1483060 h 2872349"/>
                  <a:gd name="connsiteX1" fmla="*/ 818209 w 3809436"/>
                  <a:gd name="connsiteY1" fmla="*/ 719699 h 2872349"/>
                  <a:gd name="connsiteX2" fmla="*/ 1418284 w 3809436"/>
                  <a:gd name="connsiteY2" fmla="*/ 329174 h 2872349"/>
                  <a:gd name="connsiteX3" fmla="*/ 2265554 w 3809436"/>
                  <a:gd name="connsiteY3" fmla="*/ 235285 h 2872349"/>
                  <a:gd name="connsiteX4" fmla="*/ 3094684 w 3809436"/>
                  <a:gd name="connsiteY4" fmla="*/ 786375 h 2872349"/>
                  <a:gd name="connsiteX5" fmla="*/ 3447109 w 3809436"/>
                  <a:gd name="connsiteY5" fmla="*/ 1567425 h 2872349"/>
                  <a:gd name="connsiteX6" fmla="*/ 3018029 w 3809436"/>
                  <a:gd name="connsiteY6" fmla="*/ 2872349 h 2872349"/>
                  <a:gd name="connsiteX7" fmla="*/ 664901 w 3809436"/>
                  <a:gd name="connsiteY7" fmla="*/ 2786624 h 2872349"/>
                  <a:gd name="connsiteX8" fmla="*/ 302951 w 3809436"/>
                  <a:gd name="connsiteY8" fmla="*/ 1483060 h 2872349"/>
                  <a:gd name="connsiteX0" fmla="*/ 101365 w 3607850"/>
                  <a:gd name="connsiteY0" fmla="*/ 1483060 h 2872349"/>
                  <a:gd name="connsiteX1" fmla="*/ 616623 w 3607850"/>
                  <a:gd name="connsiteY1" fmla="*/ 719699 h 2872349"/>
                  <a:gd name="connsiteX2" fmla="*/ 1216698 w 3607850"/>
                  <a:gd name="connsiteY2" fmla="*/ 329174 h 2872349"/>
                  <a:gd name="connsiteX3" fmla="*/ 2063968 w 3607850"/>
                  <a:gd name="connsiteY3" fmla="*/ 235285 h 2872349"/>
                  <a:gd name="connsiteX4" fmla="*/ 2893098 w 3607850"/>
                  <a:gd name="connsiteY4" fmla="*/ 786375 h 2872349"/>
                  <a:gd name="connsiteX5" fmla="*/ 3245523 w 3607850"/>
                  <a:gd name="connsiteY5" fmla="*/ 1567425 h 2872349"/>
                  <a:gd name="connsiteX6" fmla="*/ 2816443 w 3607850"/>
                  <a:gd name="connsiteY6" fmla="*/ 2872349 h 2872349"/>
                  <a:gd name="connsiteX7" fmla="*/ 1691368 w 3607850"/>
                  <a:gd name="connsiteY7" fmla="*/ 2814694 h 2872349"/>
                  <a:gd name="connsiteX8" fmla="*/ 101365 w 3607850"/>
                  <a:gd name="connsiteY8" fmla="*/ 1483060 h 2872349"/>
                  <a:gd name="connsiteX0" fmla="*/ 140561 w 3647046"/>
                  <a:gd name="connsiteY0" fmla="*/ 1483060 h 2872349"/>
                  <a:gd name="connsiteX1" fmla="*/ 655819 w 3647046"/>
                  <a:gd name="connsiteY1" fmla="*/ 719699 h 2872349"/>
                  <a:gd name="connsiteX2" fmla="*/ 1255894 w 3647046"/>
                  <a:gd name="connsiteY2" fmla="*/ 329174 h 2872349"/>
                  <a:gd name="connsiteX3" fmla="*/ 2103164 w 3647046"/>
                  <a:gd name="connsiteY3" fmla="*/ 235285 h 2872349"/>
                  <a:gd name="connsiteX4" fmla="*/ 2932294 w 3647046"/>
                  <a:gd name="connsiteY4" fmla="*/ 786375 h 2872349"/>
                  <a:gd name="connsiteX5" fmla="*/ 3284719 w 3647046"/>
                  <a:gd name="connsiteY5" fmla="*/ 1567425 h 2872349"/>
                  <a:gd name="connsiteX6" fmla="*/ 2855639 w 3647046"/>
                  <a:gd name="connsiteY6" fmla="*/ 2872349 h 2872349"/>
                  <a:gd name="connsiteX7" fmla="*/ 1730564 w 3647046"/>
                  <a:gd name="connsiteY7" fmla="*/ 2814694 h 2872349"/>
                  <a:gd name="connsiteX8" fmla="*/ 140561 w 3647046"/>
                  <a:gd name="connsiteY8" fmla="*/ 1483060 h 2872349"/>
                  <a:gd name="connsiteX0" fmla="*/ 182971 w 3689456"/>
                  <a:gd name="connsiteY0" fmla="*/ 1483060 h 2872349"/>
                  <a:gd name="connsiteX1" fmla="*/ 698229 w 3689456"/>
                  <a:gd name="connsiteY1" fmla="*/ 719699 h 2872349"/>
                  <a:gd name="connsiteX2" fmla="*/ 1298304 w 3689456"/>
                  <a:gd name="connsiteY2" fmla="*/ 329174 h 2872349"/>
                  <a:gd name="connsiteX3" fmla="*/ 2145574 w 3689456"/>
                  <a:gd name="connsiteY3" fmla="*/ 235285 h 2872349"/>
                  <a:gd name="connsiteX4" fmla="*/ 2974704 w 3689456"/>
                  <a:gd name="connsiteY4" fmla="*/ 786375 h 2872349"/>
                  <a:gd name="connsiteX5" fmla="*/ 3327129 w 3689456"/>
                  <a:gd name="connsiteY5" fmla="*/ 1567425 h 2872349"/>
                  <a:gd name="connsiteX6" fmla="*/ 2898049 w 3689456"/>
                  <a:gd name="connsiteY6" fmla="*/ 2872349 h 2872349"/>
                  <a:gd name="connsiteX7" fmla="*/ 1772974 w 3689456"/>
                  <a:gd name="connsiteY7" fmla="*/ 2814694 h 2872349"/>
                  <a:gd name="connsiteX8" fmla="*/ 182971 w 3689456"/>
                  <a:gd name="connsiteY8" fmla="*/ 1483060 h 2872349"/>
                  <a:gd name="connsiteX0" fmla="*/ 202593 w 3709078"/>
                  <a:gd name="connsiteY0" fmla="*/ 1483060 h 2872349"/>
                  <a:gd name="connsiteX1" fmla="*/ 717851 w 3709078"/>
                  <a:gd name="connsiteY1" fmla="*/ 719699 h 2872349"/>
                  <a:gd name="connsiteX2" fmla="*/ 1317926 w 3709078"/>
                  <a:gd name="connsiteY2" fmla="*/ 329174 h 2872349"/>
                  <a:gd name="connsiteX3" fmla="*/ 2165196 w 3709078"/>
                  <a:gd name="connsiteY3" fmla="*/ 235285 h 2872349"/>
                  <a:gd name="connsiteX4" fmla="*/ 2994326 w 3709078"/>
                  <a:gd name="connsiteY4" fmla="*/ 786375 h 2872349"/>
                  <a:gd name="connsiteX5" fmla="*/ 3346751 w 3709078"/>
                  <a:gd name="connsiteY5" fmla="*/ 1567425 h 2872349"/>
                  <a:gd name="connsiteX6" fmla="*/ 2917671 w 3709078"/>
                  <a:gd name="connsiteY6" fmla="*/ 2872349 h 2872349"/>
                  <a:gd name="connsiteX7" fmla="*/ 1792596 w 3709078"/>
                  <a:gd name="connsiteY7" fmla="*/ 2814694 h 2872349"/>
                  <a:gd name="connsiteX8" fmla="*/ 202593 w 3709078"/>
                  <a:gd name="connsiteY8" fmla="*/ 1483060 h 2872349"/>
                  <a:gd name="connsiteX0" fmla="*/ 202593 w 3476865"/>
                  <a:gd name="connsiteY0" fmla="*/ 1483060 h 2822356"/>
                  <a:gd name="connsiteX1" fmla="*/ 717851 w 3476865"/>
                  <a:gd name="connsiteY1" fmla="*/ 719699 h 2822356"/>
                  <a:gd name="connsiteX2" fmla="*/ 1317926 w 3476865"/>
                  <a:gd name="connsiteY2" fmla="*/ 329174 h 2822356"/>
                  <a:gd name="connsiteX3" fmla="*/ 2165196 w 3476865"/>
                  <a:gd name="connsiteY3" fmla="*/ 235285 h 2822356"/>
                  <a:gd name="connsiteX4" fmla="*/ 2994326 w 3476865"/>
                  <a:gd name="connsiteY4" fmla="*/ 786375 h 2822356"/>
                  <a:gd name="connsiteX5" fmla="*/ 3346751 w 3476865"/>
                  <a:gd name="connsiteY5" fmla="*/ 1567425 h 2822356"/>
                  <a:gd name="connsiteX6" fmla="*/ 1858036 w 3476865"/>
                  <a:gd name="connsiteY6" fmla="*/ 2809192 h 2822356"/>
                  <a:gd name="connsiteX7" fmla="*/ 1792596 w 3476865"/>
                  <a:gd name="connsiteY7" fmla="*/ 2814694 h 2822356"/>
                  <a:gd name="connsiteX8" fmla="*/ 202593 w 3476865"/>
                  <a:gd name="connsiteY8" fmla="*/ 1483060 h 2822356"/>
                  <a:gd name="connsiteX0" fmla="*/ 202593 w 3530392"/>
                  <a:gd name="connsiteY0" fmla="*/ 1483060 h 2822356"/>
                  <a:gd name="connsiteX1" fmla="*/ 717851 w 3530392"/>
                  <a:gd name="connsiteY1" fmla="*/ 719699 h 2822356"/>
                  <a:gd name="connsiteX2" fmla="*/ 1317926 w 3530392"/>
                  <a:gd name="connsiteY2" fmla="*/ 329174 h 2822356"/>
                  <a:gd name="connsiteX3" fmla="*/ 2165196 w 3530392"/>
                  <a:gd name="connsiteY3" fmla="*/ 235285 h 2822356"/>
                  <a:gd name="connsiteX4" fmla="*/ 2994326 w 3530392"/>
                  <a:gd name="connsiteY4" fmla="*/ 786375 h 2822356"/>
                  <a:gd name="connsiteX5" fmla="*/ 3346751 w 3530392"/>
                  <a:gd name="connsiteY5" fmla="*/ 1567425 h 2822356"/>
                  <a:gd name="connsiteX6" fmla="*/ 1858036 w 3530392"/>
                  <a:gd name="connsiteY6" fmla="*/ 2809192 h 2822356"/>
                  <a:gd name="connsiteX7" fmla="*/ 1792596 w 3530392"/>
                  <a:gd name="connsiteY7" fmla="*/ 2814694 h 2822356"/>
                  <a:gd name="connsiteX8" fmla="*/ 202593 w 3530392"/>
                  <a:gd name="connsiteY8" fmla="*/ 1483060 h 2822356"/>
                  <a:gd name="connsiteX0" fmla="*/ 202593 w 3593316"/>
                  <a:gd name="connsiteY0" fmla="*/ 1483060 h 2822356"/>
                  <a:gd name="connsiteX1" fmla="*/ 717851 w 3593316"/>
                  <a:gd name="connsiteY1" fmla="*/ 719699 h 2822356"/>
                  <a:gd name="connsiteX2" fmla="*/ 1317926 w 3593316"/>
                  <a:gd name="connsiteY2" fmla="*/ 329174 h 2822356"/>
                  <a:gd name="connsiteX3" fmla="*/ 2165196 w 3593316"/>
                  <a:gd name="connsiteY3" fmla="*/ 235285 h 2822356"/>
                  <a:gd name="connsiteX4" fmla="*/ 2994326 w 3593316"/>
                  <a:gd name="connsiteY4" fmla="*/ 786375 h 2822356"/>
                  <a:gd name="connsiteX5" fmla="*/ 3346751 w 3593316"/>
                  <a:gd name="connsiteY5" fmla="*/ 1567425 h 2822356"/>
                  <a:gd name="connsiteX6" fmla="*/ 1858036 w 3593316"/>
                  <a:gd name="connsiteY6" fmla="*/ 2809192 h 2822356"/>
                  <a:gd name="connsiteX7" fmla="*/ 1792596 w 3593316"/>
                  <a:gd name="connsiteY7" fmla="*/ 2814694 h 2822356"/>
                  <a:gd name="connsiteX8" fmla="*/ 202593 w 3593316"/>
                  <a:gd name="connsiteY8" fmla="*/ 1483060 h 2822356"/>
                  <a:gd name="connsiteX0" fmla="*/ 202593 w 3601095"/>
                  <a:gd name="connsiteY0" fmla="*/ 1483060 h 2822356"/>
                  <a:gd name="connsiteX1" fmla="*/ 717851 w 3601095"/>
                  <a:gd name="connsiteY1" fmla="*/ 719699 h 2822356"/>
                  <a:gd name="connsiteX2" fmla="*/ 1317926 w 3601095"/>
                  <a:gd name="connsiteY2" fmla="*/ 329174 h 2822356"/>
                  <a:gd name="connsiteX3" fmla="*/ 2165196 w 3601095"/>
                  <a:gd name="connsiteY3" fmla="*/ 235285 h 2822356"/>
                  <a:gd name="connsiteX4" fmla="*/ 2994326 w 3601095"/>
                  <a:gd name="connsiteY4" fmla="*/ 786375 h 2822356"/>
                  <a:gd name="connsiteX5" fmla="*/ 3346751 w 3601095"/>
                  <a:gd name="connsiteY5" fmla="*/ 1567425 h 2822356"/>
                  <a:gd name="connsiteX6" fmla="*/ 1858036 w 3601095"/>
                  <a:gd name="connsiteY6" fmla="*/ 2809192 h 2822356"/>
                  <a:gd name="connsiteX7" fmla="*/ 1792596 w 3601095"/>
                  <a:gd name="connsiteY7" fmla="*/ 2814694 h 2822356"/>
                  <a:gd name="connsiteX8" fmla="*/ 202593 w 3601095"/>
                  <a:gd name="connsiteY8" fmla="*/ 1483060 h 2822356"/>
                  <a:gd name="connsiteX0" fmla="*/ 202593 w 3601095"/>
                  <a:gd name="connsiteY0" fmla="*/ 1483060 h 2821250"/>
                  <a:gd name="connsiteX1" fmla="*/ 717851 w 3601095"/>
                  <a:gd name="connsiteY1" fmla="*/ 719699 h 2821250"/>
                  <a:gd name="connsiteX2" fmla="*/ 1317926 w 3601095"/>
                  <a:gd name="connsiteY2" fmla="*/ 329174 h 2821250"/>
                  <a:gd name="connsiteX3" fmla="*/ 2165196 w 3601095"/>
                  <a:gd name="connsiteY3" fmla="*/ 235285 h 2821250"/>
                  <a:gd name="connsiteX4" fmla="*/ 2994326 w 3601095"/>
                  <a:gd name="connsiteY4" fmla="*/ 786375 h 2821250"/>
                  <a:gd name="connsiteX5" fmla="*/ 3346751 w 3601095"/>
                  <a:gd name="connsiteY5" fmla="*/ 1567425 h 2821250"/>
                  <a:gd name="connsiteX6" fmla="*/ 1858036 w 3601095"/>
                  <a:gd name="connsiteY6" fmla="*/ 2809192 h 2821250"/>
                  <a:gd name="connsiteX7" fmla="*/ 1792596 w 3601095"/>
                  <a:gd name="connsiteY7" fmla="*/ 2814694 h 2821250"/>
                  <a:gd name="connsiteX8" fmla="*/ 202593 w 3601095"/>
                  <a:gd name="connsiteY8" fmla="*/ 1483060 h 2821250"/>
                  <a:gd name="connsiteX0" fmla="*/ 202593 w 3601095"/>
                  <a:gd name="connsiteY0" fmla="*/ 1483060 h 2823984"/>
                  <a:gd name="connsiteX1" fmla="*/ 717851 w 3601095"/>
                  <a:gd name="connsiteY1" fmla="*/ 719699 h 2823984"/>
                  <a:gd name="connsiteX2" fmla="*/ 1317926 w 3601095"/>
                  <a:gd name="connsiteY2" fmla="*/ 329174 h 2823984"/>
                  <a:gd name="connsiteX3" fmla="*/ 2165196 w 3601095"/>
                  <a:gd name="connsiteY3" fmla="*/ 235285 h 2823984"/>
                  <a:gd name="connsiteX4" fmla="*/ 2994326 w 3601095"/>
                  <a:gd name="connsiteY4" fmla="*/ 786375 h 2823984"/>
                  <a:gd name="connsiteX5" fmla="*/ 3346751 w 3601095"/>
                  <a:gd name="connsiteY5" fmla="*/ 1567425 h 2823984"/>
                  <a:gd name="connsiteX6" fmla="*/ 1858036 w 3601095"/>
                  <a:gd name="connsiteY6" fmla="*/ 2809192 h 2823984"/>
                  <a:gd name="connsiteX7" fmla="*/ 1792596 w 3601095"/>
                  <a:gd name="connsiteY7" fmla="*/ 2814694 h 2823984"/>
                  <a:gd name="connsiteX8" fmla="*/ 202593 w 3601095"/>
                  <a:gd name="connsiteY8" fmla="*/ 1483060 h 2823984"/>
                  <a:gd name="connsiteX0" fmla="*/ 202593 w 3601095"/>
                  <a:gd name="connsiteY0" fmla="*/ 1483060 h 2814862"/>
                  <a:gd name="connsiteX1" fmla="*/ 717851 w 3601095"/>
                  <a:gd name="connsiteY1" fmla="*/ 719699 h 2814862"/>
                  <a:gd name="connsiteX2" fmla="*/ 1317926 w 3601095"/>
                  <a:gd name="connsiteY2" fmla="*/ 329174 h 2814862"/>
                  <a:gd name="connsiteX3" fmla="*/ 2165196 w 3601095"/>
                  <a:gd name="connsiteY3" fmla="*/ 235285 h 2814862"/>
                  <a:gd name="connsiteX4" fmla="*/ 2994326 w 3601095"/>
                  <a:gd name="connsiteY4" fmla="*/ 786375 h 2814862"/>
                  <a:gd name="connsiteX5" fmla="*/ 3346751 w 3601095"/>
                  <a:gd name="connsiteY5" fmla="*/ 1567425 h 2814862"/>
                  <a:gd name="connsiteX6" fmla="*/ 1858036 w 3601095"/>
                  <a:gd name="connsiteY6" fmla="*/ 2809192 h 2814862"/>
                  <a:gd name="connsiteX7" fmla="*/ 1792596 w 3601095"/>
                  <a:gd name="connsiteY7" fmla="*/ 2814694 h 2814862"/>
                  <a:gd name="connsiteX8" fmla="*/ 202593 w 3601095"/>
                  <a:gd name="connsiteY8" fmla="*/ 1483060 h 2814862"/>
                  <a:gd name="connsiteX0" fmla="*/ 202593 w 3588751"/>
                  <a:gd name="connsiteY0" fmla="*/ 1483060 h 2814862"/>
                  <a:gd name="connsiteX1" fmla="*/ 717851 w 3588751"/>
                  <a:gd name="connsiteY1" fmla="*/ 719699 h 2814862"/>
                  <a:gd name="connsiteX2" fmla="*/ 1317926 w 3588751"/>
                  <a:gd name="connsiteY2" fmla="*/ 329174 h 2814862"/>
                  <a:gd name="connsiteX3" fmla="*/ 2165196 w 3588751"/>
                  <a:gd name="connsiteY3" fmla="*/ 235285 h 2814862"/>
                  <a:gd name="connsiteX4" fmla="*/ 2994326 w 3588751"/>
                  <a:gd name="connsiteY4" fmla="*/ 786375 h 2814862"/>
                  <a:gd name="connsiteX5" fmla="*/ 3346751 w 3588751"/>
                  <a:gd name="connsiteY5" fmla="*/ 1567425 h 2814862"/>
                  <a:gd name="connsiteX6" fmla="*/ 1858036 w 3588751"/>
                  <a:gd name="connsiteY6" fmla="*/ 2809192 h 2814862"/>
                  <a:gd name="connsiteX7" fmla="*/ 1792596 w 3588751"/>
                  <a:gd name="connsiteY7" fmla="*/ 2814694 h 2814862"/>
                  <a:gd name="connsiteX8" fmla="*/ 202593 w 3588751"/>
                  <a:gd name="connsiteY8" fmla="*/ 1483060 h 2814862"/>
                  <a:gd name="connsiteX0" fmla="*/ 182208 w 3568366"/>
                  <a:gd name="connsiteY0" fmla="*/ 1483060 h 2814862"/>
                  <a:gd name="connsiteX1" fmla="*/ 697466 w 3568366"/>
                  <a:gd name="connsiteY1" fmla="*/ 719699 h 2814862"/>
                  <a:gd name="connsiteX2" fmla="*/ 1297541 w 3568366"/>
                  <a:gd name="connsiteY2" fmla="*/ 329174 h 2814862"/>
                  <a:gd name="connsiteX3" fmla="*/ 2144811 w 3568366"/>
                  <a:gd name="connsiteY3" fmla="*/ 235285 h 2814862"/>
                  <a:gd name="connsiteX4" fmla="*/ 2973941 w 3568366"/>
                  <a:gd name="connsiteY4" fmla="*/ 786375 h 2814862"/>
                  <a:gd name="connsiteX5" fmla="*/ 3326366 w 3568366"/>
                  <a:gd name="connsiteY5" fmla="*/ 1567425 h 2814862"/>
                  <a:gd name="connsiteX6" fmla="*/ 1837651 w 3568366"/>
                  <a:gd name="connsiteY6" fmla="*/ 2809192 h 2814862"/>
                  <a:gd name="connsiteX7" fmla="*/ 1772211 w 3568366"/>
                  <a:gd name="connsiteY7" fmla="*/ 2814694 h 2814862"/>
                  <a:gd name="connsiteX8" fmla="*/ 182208 w 3568366"/>
                  <a:gd name="connsiteY8" fmla="*/ 1483060 h 2814862"/>
                  <a:gd name="connsiteX0" fmla="*/ 182208 w 3559837"/>
                  <a:gd name="connsiteY0" fmla="*/ 1483060 h 2814862"/>
                  <a:gd name="connsiteX1" fmla="*/ 697466 w 3559837"/>
                  <a:gd name="connsiteY1" fmla="*/ 719699 h 2814862"/>
                  <a:gd name="connsiteX2" fmla="*/ 1297541 w 3559837"/>
                  <a:gd name="connsiteY2" fmla="*/ 329174 h 2814862"/>
                  <a:gd name="connsiteX3" fmla="*/ 2144811 w 3559837"/>
                  <a:gd name="connsiteY3" fmla="*/ 235285 h 2814862"/>
                  <a:gd name="connsiteX4" fmla="*/ 2973941 w 3559837"/>
                  <a:gd name="connsiteY4" fmla="*/ 786375 h 2814862"/>
                  <a:gd name="connsiteX5" fmla="*/ 3326366 w 3559837"/>
                  <a:gd name="connsiteY5" fmla="*/ 1567425 h 2814862"/>
                  <a:gd name="connsiteX6" fmla="*/ 1837651 w 3559837"/>
                  <a:gd name="connsiteY6" fmla="*/ 2809192 h 2814862"/>
                  <a:gd name="connsiteX7" fmla="*/ 1772211 w 3559837"/>
                  <a:gd name="connsiteY7" fmla="*/ 2814694 h 2814862"/>
                  <a:gd name="connsiteX8" fmla="*/ 182208 w 3559837"/>
                  <a:gd name="connsiteY8" fmla="*/ 1483060 h 2814862"/>
                  <a:gd name="connsiteX0" fmla="*/ 182208 w 3526534"/>
                  <a:gd name="connsiteY0" fmla="*/ 1483060 h 2814862"/>
                  <a:gd name="connsiteX1" fmla="*/ 697466 w 3526534"/>
                  <a:gd name="connsiteY1" fmla="*/ 719699 h 2814862"/>
                  <a:gd name="connsiteX2" fmla="*/ 1297541 w 3526534"/>
                  <a:gd name="connsiteY2" fmla="*/ 329174 h 2814862"/>
                  <a:gd name="connsiteX3" fmla="*/ 2144811 w 3526534"/>
                  <a:gd name="connsiteY3" fmla="*/ 235285 h 2814862"/>
                  <a:gd name="connsiteX4" fmla="*/ 2973941 w 3526534"/>
                  <a:gd name="connsiteY4" fmla="*/ 786375 h 2814862"/>
                  <a:gd name="connsiteX5" fmla="*/ 3326366 w 3526534"/>
                  <a:gd name="connsiteY5" fmla="*/ 1567425 h 2814862"/>
                  <a:gd name="connsiteX6" fmla="*/ 1837651 w 3526534"/>
                  <a:gd name="connsiteY6" fmla="*/ 2809192 h 2814862"/>
                  <a:gd name="connsiteX7" fmla="*/ 1772211 w 3526534"/>
                  <a:gd name="connsiteY7" fmla="*/ 2814694 h 2814862"/>
                  <a:gd name="connsiteX8" fmla="*/ 182208 w 3526534"/>
                  <a:gd name="connsiteY8" fmla="*/ 1483060 h 2814862"/>
                  <a:gd name="connsiteX0" fmla="*/ 182208 w 3530958"/>
                  <a:gd name="connsiteY0" fmla="*/ 1483060 h 2814862"/>
                  <a:gd name="connsiteX1" fmla="*/ 697466 w 3530958"/>
                  <a:gd name="connsiteY1" fmla="*/ 719699 h 2814862"/>
                  <a:gd name="connsiteX2" fmla="*/ 1297541 w 3530958"/>
                  <a:gd name="connsiteY2" fmla="*/ 329174 h 2814862"/>
                  <a:gd name="connsiteX3" fmla="*/ 2144811 w 3530958"/>
                  <a:gd name="connsiteY3" fmla="*/ 235285 h 2814862"/>
                  <a:gd name="connsiteX4" fmla="*/ 2973941 w 3530958"/>
                  <a:gd name="connsiteY4" fmla="*/ 786375 h 2814862"/>
                  <a:gd name="connsiteX5" fmla="*/ 3326366 w 3530958"/>
                  <a:gd name="connsiteY5" fmla="*/ 1567425 h 2814862"/>
                  <a:gd name="connsiteX6" fmla="*/ 1837651 w 3530958"/>
                  <a:gd name="connsiteY6" fmla="*/ 2809192 h 2814862"/>
                  <a:gd name="connsiteX7" fmla="*/ 1772211 w 3530958"/>
                  <a:gd name="connsiteY7" fmla="*/ 2814694 h 2814862"/>
                  <a:gd name="connsiteX8" fmla="*/ 182208 w 3530958"/>
                  <a:gd name="connsiteY8" fmla="*/ 1483060 h 2814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30958" h="2814862">
                    <a:moveTo>
                      <a:pt x="182208" y="1483060"/>
                    </a:moveTo>
                    <a:cubicBezTo>
                      <a:pt x="-7989" y="1085731"/>
                      <a:pt x="420938" y="678878"/>
                      <a:pt x="697466" y="719699"/>
                    </a:cubicBezTo>
                    <a:cubicBezTo>
                      <a:pt x="678416" y="418074"/>
                      <a:pt x="1078466" y="154549"/>
                      <a:pt x="1297541" y="329174"/>
                    </a:cubicBezTo>
                    <a:cubicBezTo>
                      <a:pt x="1646639" y="-254572"/>
                      <a:pt x="2081463" y="85606"/>
                      <a:pt x="2144811" y="235285"/>
                    </a:cubicBezTo>
                    <a:cubicBezTo>
                      <a:pt x="2900613" y="-50918"/>
                      <a:pt x="2980139" y="586803"/>
                      <a:pt x="2973941" y="786375"/>
                    </a:cubicBezTo>
                    <a:cubicBezTo>
                      <a:pt x="3545441" y="757800"/>
                      <a:pt x="3412091" y="1415025"/>
                      <a:pt x="3326366" y="1567425"/>
                    </a:cubicBezTo>
                    <a:cubicBezTo>
                      <a:pt x="3884588" y="1670103"/>
                      <a:pt x="3271848" y="2747352"/>
                      <a:pt x="1837651" y="2809192"/>
                    </a:cubicBezTo>
                    <a:cubicBezTo>
                      <a:pt x="1862913" y="2795530"/>
                      <a:pt x="1796072" y="2816954"/>
                      <a:pt x="1772211" y="2814694"/>
                    </a:cubicBezTo>
                    <a:cubicBezTo>
                      <a:pt x="119910" y="2707753"/>
                      <a:pt x="-287692" y="1631831"/>
                      <a:pt x="182208" y="148306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A84F2479-844E-8F20-CB26-3D38F75A004B}"/>
                  </a:ext>
                </a:extLst>
              </p:cNvPr>
              <p:cNvSpPr/>
              <p:nvPr/>
            </p:nvSpPr>
            <p:spPr>
              <a:xfrm>
                <a:off x="4393920" y="1849390"/>
                <a:ext cx="514631" cy="2268585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42519 w 490697"/>
                  <a:gd name="connsiteY0" fmla="*/ 0 h 2305050"/>
                  <a:gd name="connsiteX1" fmla="*/ 442569 w 490697"/>
                  <a:gd name="connsiteY1" fmla="*/ 2305050 h 2305050"/>
                  <a:gd name="connsiteX2" fmla="*/ 490697 w 490697"/>
                  <a:gd name="connsiteY2" fmla="*/ 227341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0" fmla="*/ 40251 w 470381"/>
                  <a:gd name="connsiteY0" fmla="*/ 0 h 2273410"/>
                  <a:gd name="connsiteX1" fmla="*/ 470381 w 470381"/>
                  <a:gd name="connsiteY1" fmla="*/ 2273410 h 2273410"/>
                  <a:gd name="connsiteX0" fmla="*/ 38999 w 487176"/>
                  <a:gd name="connsiteY0" fmla="*/ 0 h 2260754"/>
                  <a:gd name="connsiteX1" fmla="*/ 487177 w 487176"/>
                  <a:gd name="connsiteY1" fmla="*/ 2260754 h 2260754"/>
                  <a:gd name="connsiteX0" fmla="*/ 39382 w 487560"/>
                  <a:gd name="connsiteY0" fmla="*/ 0 h 2260754"/>
                  <a:gd name="connsiteX1" fmla="*/ 487560 w 487560"/>
                  <a:gd name="connsiteY1" fmla="*/ 2260754 h 2260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7560" h="2260754">
                    <a:moveTo>
                      <a:pt x="39382" y="0"/>
                    </a:moveTo>
                    <a:cubicBezTo>
                      <a:pt x="-132068" y="835025"/>
                      <a:pt x="300569" y="1802809"/>
                      <a:pt x="487560" y="2260754"/>
                    </a:cubicBezTo>
                  </a:path>
                </a:pathLst>
              </a:custGeom>
              <a:solidFill>
                <a:srgbClr val="F6B4D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59FA2AD-2418-BB38-BC2C-B0D9B1A0C566}"/>
                  </a:ext>
                </a:extLst>
              </p:cNvPr>
              <p:cNvSpPr/>
              <p:nvPr/>
            </p:nvSpPr>
            <p:spPr>
              <a:xfrm flipH="1">
                <a:off x="4922218" y="1789859"/>
                <a:ext cx="448445" cy="2321766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446954"/>
                  <a:gd name="connsiteY0" fmla="*/ 0 h 2381250"/>
                  <a:gd name="connsiteX1" fmla="*/ 402504 w 446954"/>
                  <a:gd name="connsiteY1" fmla="*/ 2381250 h 2381250"/>
                  <a:gd name="connsiteX2" fmla="*/ 446954 w 446954"/>
                  <a:gd name="connsiteY2" fmla="*/ 2330264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62695 w 448445"/>
                  <a:gd name="connsiteY0" fmla="*/ 0 h 2330264"/>
                  <a:gd name="connsiteX1" fmla="*/ 448445 w 448445"/>
                  <a:gd name="connsiteY1" fmla="*/ 2330264 h 2330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8445" h="2330264">
                    <a:moveTo>
                      <a:pt x="162695" y="0"/>
                    </a:moveTo>
                    <a:cubicBezTo>
                      <a:pt x="-265930" y="577850"/>
                      <a:pt x="267470" y="1657164"/>
                      <a:pt x="448445" y="2330264"/>
                    </a:cubicBezTo>
                  </a:path>
                </a:pathLst>
              </a:custGeom>
              <a:solidFill>
                <a:srgbClr val="F6B4D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D9BAE8B5-9AF9-04EB-4377-8AD8B9FE3799}"/>
                  </a:ext>
                </a:extLst>
              </p:cNvPr>
              <p:cNvSpPr/>
              <p:nvPr/>
            </p:nvSpPr>
            <p:spPr>
              <a:xfrm flipH="1">
                <a:off x="4931931" y="2285160"/>
                <a:ext cx="1023924" cy="1829640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999205"/>
                  <a:gd name="connsiteY0" fmla="*/ 0 h 1800528"/>
                  <a:gd name="connsiteX1" fmla="*/ 999205 w 999205"/>
                  <a:gd name="connsiteY1" fmla="*/ 1800528 h 1800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99205" h="1800528">
                    <a:moveTo>
                      <a:pt x="0" y="0"/>
                    </a:moveTo>
                    <a:cubicBezTo>
                      <a:pt x="66675" y="654050"/>
                      <a:pt x="370555" y="975028"/>
                      <a:pt x="999205" y="1800528"/>
                    </a:cubicBezTo>
                  </a:path>
                </a:pathLst>
              </a:custGeom>
              <a:solidFill>
                <a:srgbClr val="F6B4D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8B4DFBDD-7A3E-E46A-09A4-8E982357E1F0}"/>
                  </a:ext>
                </a:extLst>
              </p:cNvPr>
              <p:cNvSpPr/>
              <p:nvPr/>
            </p:nvSpPr>
            <p:spPr>
              <a:xfrm flipH="1">
                <a:off x="4950037" y="3002455"/>
                <a:ext cx="1313000" cy="1108667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1171575"/>
                  <a:gd name="connsiteY0" fmla="*/ 0 h 1190625"/>
                  <a:gd name="connsiteX1" fmla="*/ 1171575 w 1171575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  <a:gd name="connsiteX0" fmla="*/ 0 w 1334433"/>
                  <a:gd name="connsiteY0" fmla="*/ 0 h 1108116"/>
                  <a:gd name="connsiteX1" fmla="*/ 1334433 w 1334433"/>
                  <a:gd name="connsiteY1" fmla="*/ 1108116 h 1108116"/>
                  <a:gd name="connsiteX0" fmla="*/ 0 w 1334433"/>
                  <a:gd name="connsiteY0" fmla="*/ 0 h 1108116"/>
                  <a:gd name="connsiteX1" fmla="*/ 1334433 w 1334433"/>
                  <a:gd name="connsiteY1" fmla="*/ 1108116 h 1108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34433" h="1108116">
                    <a:moveTo>
                      <a:pt x="0" y="0"/>
                    </a:moveTo>
                    <a:cubicBezTo>
                      <a:pt x="135216" y="473108"/>
                      <a:pt x="934383" y="816016"/>
                      <a:pt x="1334433" y="1108116"/>
                    </a:cubicBezTo>
                  </a:path>
                </a:pathLst>
              </a:custGeom>
              <a:solidFill>
                <a:srgbClr val="F6B4D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88087A6-87C7-5F68-0319-2D22F7264752}"/>
                  </a:ext>
                </a:extLst>
              </p:cNvPr>
              <p:cNvSpPr/>
              <p:nvPr/>
            </p:nvSpPr>
            <p:spPr>
              <a:xfrm>
                <a:off x="3863679" y="2218484"/>
                <a:ext cx="1043378" cy="1901164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1032900"/>
                  <a:gd name="connsiteY0" fmla="*/ 0 h 1882140"/>
                  <a:gd name="connsiteX1" fmla="*/ 1032900 w 1032900"/>
                  <a:gd name="connsiteY1" fmla="*/ 1882140 h 1882140"/>
                  <a:gd name="connsiteX0" fmla="*/ 0 w 1032900"/>
                  <a:gd name="connsiteY0" fmla="*/ 0 h 1882140"/>
                  <a:gd name="connsiteX1" fmla="*/ 1032900 w 1032900"/>
                  <a:gd name="connsiteY1" fmla="*/ 1882140 h 1882140"/>
                  <a:gd name="connsiteX0" fmla="*/ 0 w 1032900"/>
                  <a:gd name="connsiteY0" fmla="*/ 0 h 1882140"/>
                  <a:gd name="connsiteX1" fmla="*/ 1032900 w 1032900"/>
                  <a:gd name="connsiteY1" fmla="*/ 1882140 h 1882140"/>
                  <a:gd name="connsiteX0" fmla="*/ 0 w 1032900"/>
                  <a:gd name="connsiteY0" fmla="*/ 0 h 1882140"/>
                  <a:gd name="connsiteX1" fmla="*/ 1032900 w 1032900"/>
                  <a:gd name="connsiteY1" fmla="*/ 1882140 h 1882140"/>
                  <a:gd name="connsiteX0" fmla="*/ 5136 w 1038036"/>
                  <a:gd name="connsiteY0" fmla="*/ 0 h 1882140"/>
                  <a:gd name="connsiteX1" fmla="*/ 1038036 w 1038036"/>
                  <a:gd name="connsiteY1" fmla="*/ 1882140 h 1882140"/>
                  <a:gd name="connsiteX0" fmla="*/ 25788 w 1058688"/>
                  <a:gd name="connsiteY0" fmla="*/ 0 h 1882140"/>
                  <a:gd name="connsiteX1" fmla="*/ 1058688 w 1058688"/>
                  <a:gd name="connsiteY1" fmla="*/ 1882140 h 1882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8688" h="1882140">
                    <a:moveTo>
                      <a:pt x="25788" y="0"/>
                    </a:moveTo>
                    <a:cubicBezTo>
                      <a:pt x="-94389" y="635191"/>
                      <a:pt x="198084" y="1031494"/>
                      <a:pt x="1058688" y="1882140"/>
                    </a:cubicBezTo>
                  </a:path>
                </a:pathLst>
              </a:custGeom>
              <a:solidFill>
                <a:srgbClr val="F6B4D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86F235C-5B3D-DAA2-5784-736688CD3959}"/>
                  </a:ext>
                </a:extLst>
              </p:cNvPr>
              <p:cNvSpPr/>
              <p:nvPr/>
            </p:nvSpPr>
            <p:spPr>
              <a:xfrm>
                <a:off x="3427983" y="2917634"/>
                <a:ext cx="1461646" cy="1193009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1057275"/>
                  <a:gd name="connsiteY0" fmla="*/ 0 h 1323975"/>
                  <a:gd name="connsiteX1" fmla="*/ 1057275 w 1057275"/>
                  <a:gd name="connsiteY1" fmla="*/ 1323975 h 1323975"/>
                  <a:gd name="connsiteX0" fmla="*/ 0 w 1171575"/>
                  <a:gd name="connsiteY0" fmla="*/ 0 h 1200150"/>
                  <a:gd name="connsiteX1" fmla="*/ 1171575 w 1171575"/>
                  <a:gd name="connsiteY1" fmla="*/ 1200150 h 1200150"/>
                  <a:gd name="connsiteX0" fmla="*/ 0 w 1171575"/>
                  <a:gd name="connsiteY0" fmla="*/ 0 h 1200150"/>
                  <a:gd name="connsiteX1" fmla="*/ 1171575 w 1171575"/>
                  <a:gd name="connsiteY1" fmla="*/ 1200150 h 1200150"/>
                  <a:gd name="connsiteX0" fmla="*/ 0 w 1474030"/>
                  <a:gd name="connsiteY0" fmla="*/ 0 h 1181567"/>
                  <a:gd name="connsiteX1" fmla="*/ 1474030 w 1474030"/>
                  <a:gd name="connsiteY1" fmla="*/ 1181567 h 1181567"/>
                  <a:gd name="connsiteX0" fmla="*/ 0 w 1474030"/>
                  <a:gd name="connsiteY0" fmla="*/ 0 h 1181567"/>
                  <a:gd name="connsiteX1" fmla="*/ 1474030 w 1474030"/>
                  <a:gd name="connsiteY1" fmla="*/ 1181567 h 1181567"/>
                  <a:gd name="connsiteX0" fmla="*/ 0 w 1448825"/>
                  <a:gd name="connsiteY0" fmla="*/ 0 h 1169178"/>
                  <a:gd name="connsiteX1" fmla="*/ 1448825 w 1448825"/>
                  <a:gd name="connsiteY1" fmla="*/ 1169178 h 1169178"/>
                  <a:gd name="connsiteX0" fmla="*/ 0 w 1464578"/>
                  <a:gd name="connsiteY0" fmla="*/ 0 h 1175372"/>
                  <a:gd name="connsiteX1" fmla="*/ 1464578 w 1464578"/>
                  <a:gd name="connsiteY1" fmla="*/ 1175372 h 1175372"/>
                  <a:gd name="connsiteX0" fmla="*/ 0 w 1464578"/>
                  <a:gd name="connsiteY0" fmla="*/ 0 h 1175372"/>
                  <a:gd name="connsiteX1" fmla="*/ 1464578 w 1464578"/>
                  <a:gd name="connsiteY1" fmla="*/ 1175372 h 1175372"/>
                  <a:gd name="connsiteX0" fmla="*/ 0 w 1450401"/>
                  <a:gd name="connsiteY0" fmla="*/ 0 h 1163758"/>
                  <a:gd name="connsiteX1" fmla="*/ 1450401 w 1450401"/>
                  <a:gd name="connsiteY1" fmla="*/ 1163758 h 1163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50401" h="1163758">
                    <a:moveTo>
                      <a:pt x="0" y="0"/>
                    </a:moveTo>
                    <a:cubicBezTo>
                      <a:pt x="104482" y="533261"/>
                      <a:pt x="1028370" y="927407"/>
                      <a:pt x="1450401" y="1163758"/>
                    </a:cubicBezTo>
                  </a:path>
                </a:pathLst>
              </a:custGeom>
              <a:solidFill>
                <a:srgbClr val="F6B4D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780E7FE-9EF4-85FF-A045-2BADCFB233D6}"/>
              </a:ext>
            </a:extLst>
          </p:cNvPr>
          <p:cNvSpPr/>
          <p:nvPr/>
        </p:nvSpPr>
        <p:spPr>
          <a:xfrm>
            <a:off x="1190171" y="682171"/>
            <a:ext cx="2656115" cy="5225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Scallop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F43E1C2-DD52-1868-AE4B-54F28A1C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6323" y="933885"/>
            <a:ext cx="1562100" cy="146685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3245AEDD-70B6-B0D4-113A-8980AAB6C4F3}"/>
              </a:ext>
            </a:extLst>
          </p:cNvPr>
          <p:cNvGrpSpPr/>
          <p:nvPr/>
        </p:nvGrpSpPr>
        <p:grpSpPr>
          <a:xfrm>
            <a:off x="-147833" y="3484222"/>
            <a:ext cx="3195118" cy="2633610"/>
            <a:chOff x="3414905" y="2671422"/>
            <a:chExt cx="3195118" cy="263361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010539DD-85A5-9DB3-AB4B-00FDD9BA6374}"/>
                </a:ext>
              </a:extLst>
            </p:cNvPr>
            <p:cNvSpPr/>
            <p:nvPr/>
          </p:nvSpPr>
          <p:spPr>
            <a:xfrm>
              <a:off x="4479837" y="5136521"/>
              <a:ext cx="1162050" cy="168511"/>
            </a:xfrm>
            <a:prstGeom prst="roundRect">
              <a:avLst>
                <a:gd name="adj" fmla="val 37863"/>
              </a:avLst>
            </a:prstGeom>
            <a:solidFill>
              <a:srgbClr val="BB4F73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569C912-0C6D-C850-2D46-194F84919E50}"/>
                </a:ext>
              </a:extLst>
            </p:cNvPr>
            <p:cNvGrpSpPr/>
            <p:nvPr/>
          </p:nvGrpSpPr>
          <p:grpSpPr>
            <a:xfrm>
              <a:off x="3414905" y="2671422"/>
              <a:ext cx="3195118" cy="2551028"/>
              <a:chOff x="3263163" y="1568620"/>
              <a:chExt cx="3195118" cy="2551028"/>
            </a:xfrm>
            <a:solidFill>
              <a:srgbClr val="EC9ABE"/>
            </a:solidFill>
          </p:grpSpPr>
          <p:sp>
            <p:nvSpPr>
              <p:cNvPr id="25" name="Rectangle 3">
                <a:extLst>
                  <a:ext uri="{FF2B5EF4-FFF2-40B4-BE49-F238E27FC236}">
                    <a16:creationId xmlns:a16="http://schemas.microsoft.com/office/drawing/2014/main" id="{64C7903E-4E93-4561-555B-E689A4278882}"/>
                  </a:ext>
                </a:extLst>
              </p:cNvPr>
              <p:cNvSpPr/>
              <p:nvPr/>
            </p:nvSpPr>
            <p:spPr>
              <a:xfrm>
                <a:off x="3263163" y="1568620"/>
                <a:ext cx="3195118" cy="2547133"/>
              </a:xfrm>
              <a:custGeom>
                <a:avLst/>
                <a:gdLst>
                  <a:gd name="connsiteX0" fmla="*/ 0 w 1248228"/>
                  <a:gd name="connsiteY0" fmla="*/ 0 h 751114"/>
                  <a:gd name="connsiteX1" fmla="*/ 1248228 w 1248228"/>
                  <a:gd name="connsiteY1" fmla="*/ 0 h 751114"/>
                  <a:gd name="connsiteX2" fmla="*/ 1248228 w 1248228"/>
                  <a:gd name="connsiteY2" fmla="*/ 751114 h 751114"/>
                  <a:gd name="connsiteX3" fmla="*/ 0 w 1248228"/>
                  <a:gd name="connsiteY3" fmla="*/ 751114 h 751114"/>
                  <a:gd name="connsiteX4" fmla="*/ 0 w 1248228"/>
                  <a:gd name="connsiteY4" fmla="*/ 0 h 751114"/>
                  <a:gd name="connsiteX0" fmla="*/ 314325 w 1562553"/>
                  <a:gd name="connsiteY0" fmla="*/ 0 h 1055914"/>
                  <a:gd name="connsiteX1" fmla="*/ 1562553 w 1562553"/>
                  <a:gd name="connsiteY1" fmla="*/ 0 h 1055914"/>
                  <a:gd name="connsiteX2" fmla="*/ 1562553 w 1562553"/>
                  <a:gd name="connsiteY2" fmla="*/ 751114 h 1055914"/>
                  <a:gd name="connsiteX3" fmla="*/ 0 w 1562553"/>
                  <a:gd name="connsiteY3" fmla="*/ 1055914 h 1055914"/>
                  <a:gd name="connsiteX4" fmla="*/ 314325 w 1562553"/>
                  <a:gd name="connsiteY4" fmla="*/ 0 h 1055914"/>
                  <a:gd name="connsiteX0" fmla="*/ 0 w 1876878"/>
                  <a:gd name="connsiteY0" fmla="*/ 0 h 1360714"/>
                  <a:gd name="connsiteX1" fmla="*/ 1876878 w 1876878"/>
                  <a:gd name="connsiteY1" fmla="*/ 304800 h 1360714"/>
                  <a:gd name="connsiteX2" fmla="*/ 1876878 w 1876878"/>
                  <a:gd name="connsiteY2" fmla="*/ 1055914 h 1360714"/>
                  <a:gd name="connsiteX3" fmla="*/ 314325 w 1876878"/>
                  <a:gd name="connsiteY3" fmla="*/ 1360714 h 1360714"/>
                  <a:gd name="connsiteX4" fmla="*/ 0 w 1876878"/>
                  <a:gd name="connsiteY4" fmla="*/ 0 h 1360714"/>
                  <a:gd name="connsiteX0" fmla="*/ 0 w 1876878"/>
                  <a:gd name="connsiteY0" fmla="*/ 764794 h 2125508"/>
                  <a:gd name="connsiteX1" fmla="*/ 515258 w 1876878"/>
                  <a:gd name="connsiteY1" fmla="*/ 1433 h 2125508"/>
                  <a:gd name="connsiteX2" fmla="*/ 1876878 w 1876878"/>
                  <a:gd name="connsiteY2" fmla="*/ 1069594 h 2125508"/>
                  <a:gd name="connsiteX3" fmla="*/ 1876878 w 1876878"/>
                  <a:gd name="connsiteY3" fmla="*/ 1820708 h 2125508"/>
                  <a:gd name="connsiteX4" fmla="*/ 314325 w 1876878"/>
                  <a:gd name="connsiteY4" fmla="*/ 2125508 h 2125508"/>
                  <a:gd name="connsiteX5" fmla="*/ 0 w 1876878"/>
                  <a:gd name="connsiteY5" fmla="*/ 764794 h 2125508"/>
                  <a:gd name="connsiteX0" fmla="*/ 0 w 1876878"/>
                  <a:gd name="connsiteY0" fmla="*/ 1180774 h 2541488"/>
                  <a:gd name="connsiteX1" fmla="*/ 515258 w 1876878"/>
                  <a:gd name="connsiteY1" fmla="*/ 417413 h 2541488"/>
                  <a:gd name="connsiteX2" fmla="*/ 1115333 w 1876878"/>
                  <a:gd name="connsiteY2" fmla="*/ 26888 h 2541488"/>
                  <a:gd name="connsiteX3" fmla="*/ 1876878 w 1876878"/>
                  <a:gd name="connsiteY3" fmla="*/ 1485574 h 2541488"/>
                  <a:gd name="connsiteX4" fmla="*/ 1876878 w 1876878"/>
                  <a:gd name="connsiteY4" fmla="*/ 2236688 h 2541488"/>
                  <a:gd name="connsiteX5" fmla="*/ 314325 w 1876878"/>
                  <a:gd name="connsiteY5" fmla="*/ 2541488 h 2541488"/>
                  <a:gd name="connsiteX6" fmla="*/ 0 w 1876878"/>
                  <a:gd name="connsiteY6" fmla="*/ 1180774 h 2541488"/>
                  <a:gd name="connsiteX0" fmla="*/ 0 w 1962603"/>
                  <a:gd name="connsiteY0" fmla="*/ 1247775 h 2608489"/>
                  <a:gd name="connsiteX1" fmla="*/ 515258 w 1962603"/>
                  <a:gd name="connsiteY1" fmla="*/ 484414 h 2608489"/>
                  <a:gd name="connsiteX2" fmla="*/ 1115333 w 1962603"/>
                  <a:gd name="connsiteY2" fmla="*/ 93889 h 2608489"/>
                  <a:gd name="connsiteX3" fmla="*/ 1962603 w 1962603"/>
                  <a:gd name="connsiteY3" fmla="*/ 0 h 2608489"/>
                  <a:gd name="connsiteX4" fmla="*/ 1876878 w 1962603"/>
                  <a:gd name="connsiteY4" fmla="*/ 2303689 h 2608489"/>
                  <a:gd name="connsiteX5" fmla="*/ 314325 w 1962603"/>
                  <a:gd name="connsiteY5" fmla="*/ 2608489 h 2608489"/>
                  <a:gd name="connsiteX6" fmla="*/ 0 w 1962603"/>
                  <a:gd name="connsiteY6" fmla="*/ 1247775 h 2608489"/>
                  <a:gd name="connsiteX0" fmla="*/ 0 w 2791767"/>
                  <a:gd name="connsiteY0" fmla="*/ 1247775 h 2608489"/>
                  <a:gd name="connsiteX1" fmla="*/ 515258 w 2791767"/>
                  <a:gd name="connsiteY1" fmla="*/ 484414 h 2608489"/>
                  <a:gd name="connsiteX2" fmla="*/ 1115333 w 2791767"/>
                  <a:gd name="connsiteY2" fmla="*/ 93889 h 2608489"/>
                  <a:gd name="connsiteX3" fmla="*/ 1962603 w 2791767"/>
                  <a:gd name="connsiteY3" fmla="*/ 0 h 2608489"/>
                  <a:gd name="connsiteX4" fmla="*/ 2791733 w 2791767"/>
                  <a:gd name="connsiteY4" fmla="*/ 551090 h 2608489"/>
                  <a:gd name="connsiteX5" fmla="*/ 1876878 w 2791767"/>
                  <a:gd name="connsiteY5" fmla="*/ 2303689 h 2608489"/>
                  <a:gd name="connsiteX6" fmla="*/ 314325 w 2791767"/>
                  <a:gd name="connsiteY6" fmla="*/ 2608489 h 2608489"/>
                  <a:gd name="connsiteX7" fmla="*/ 0 w 2791767"/>
                  <a:gd name="connsiteY7" fmla="*/ 1247775 h 2608489"/>
                  <a:gd name="connsiteX0" fmla="*/ 0 w 3153675"/>
                  <a:gd name="connsiteY0" fmla="*/ 1247775 h 2608489"/>
                  <a:gd name="connsiteX1" fmla="*/ 515258 w 3153675"/>
                  <a:gd name="connsiteY1" fmla="*/ 484414 h 2608489"/>
                  <a:gd name="connsiteX2" fmla="*/ 1115333 w 3153675"/>
                  <a:gd name="connsiteY2" fmla="*/ 93889 h 2608489"/>
                  <a:gd name="connsiteX3" fmla="*/ 1962603 w 3153675"/>
                  <a:gd name="connsiteY3" fmla="*/ 0 h 2608489"/>
                  <a:gd name="connsiteX4" fmla="*/ 2791733 w 3153675"/>
                  <a:gd name="connsiteY4" fmla="*/ 551090 h 2608489"/>
                  <a:gd name="connsiteX5" fmla="*/ 3144158 w 3153675"/>
                  <a:gd name="connsiteY5" fmla="*/ 1332140 h 2608489"/>
                  <a:gd name="connsiteX6" fmla="*/ 1876878 w 3153675"/>
                  <a:gd name="connsiteY6" fmla="*/ 2303689 h 2608489"/>
                  <a:gd name="connsiteX7" fmla="*/ 314325 w 3153675"/>
                  <a:gd name="connsiteY7" fmla="*/ 2608489 h 2608489"/>
                  <a:gd name="connsiteX8" fmla="*/ 0 w 3153675"/>
                  <a:gd name="connsiteY8" fmla="*/ 1247775 h 2608489"/>
                  <a:gd name="connsiteX0" fmla="*/ 0 w 3153675"/>
                  <a:gd name="connsiteY0" fmla="*/ 1247775 h 2684689"/>
                  <a:gd name="connsiteX1" fmla="*/ 515258 w 3153675"/>
                  <a:gd name="connsiteY1" fmla="*/ 484414 h 2684689"/>
                  <a:gd name="connsiteX2" fmla="*/ 1115333 w 3153675"/>
                  <a:gd name="connsiteY2" fmla="*/ 93889 h 2684689"/>
                  <a:gd name="connsiteX3" fmla="*/ 1962603 w 3153675"/>
                  <a:gd name="connsiteY3" fmla="*/ 0 h 2684689"/>
                  <a:gd name="connsiteX4" fmla="*/ 2791733 w 3153675"/>
                  <a:gd name="connsiteY4" fmla="*/ 551090 h 2684689"/>
                  <a:gd name="connsiteX5" fmla="*/ 3144158 w 3153675"/>
                  <a:gd name="connsiteY5" fmla="*/ 1332140 h 2684689"/>
                  <a:gd name="connsiteX6" fmla="*/ 2753178 w 3153675"/>
                  <a:gd name="connsiteY6" fmla="*/ 2684689 h 2684689"/>
                  <a:gd name="connsiteX7" fmla="*/ 314325 w 3153675"/>
                  <a:gd name="connsiteY7" fmla="*/ 2608489 h 2684689"/>
                  <a:gd name="connsiteX8" fmla="*/ 0 w 3153675"/>
                  <a:gd name="connsiteY8" fmla="*/ 1247775 h 2684689"/>
                  <a:gd name="connsiteX0" fmla="*/ 0 w 3341724"/>
                  <a:gd name="connsiteY0" fmla="*/ 1247775 h 2684689"/>
                  <a:gd name="connsiteX1" fmla="*/ 515258 w 3341724"/>
                  <a:gd name="connsiteY1" fmla="*/ 484414 h 2684689"/>
                  <a:gd name="connsiteX2" fmla="*/ 1115333 w 3341724"/>
                  <a:gd name="connsiteY2" fmla="*/ 93889 h 2684689"/>
                  <a:gd name="connsiteX3" fmla="*/ 1962603 w 3341724"/>
                  <a:gd name="connsiteY3" fmla="*/ 0 h 2684689"/>
                  <a:gd name="connsiteX4" fmla="*/ 2791733 w 3341724"/>
                  <a:gd name="connsiteY4" fmla="*/ 551090 h 2684689"/>
                  <a:gd name="connsiteX5" fmla="*/ 3144158 w 3341724"/>
                  <a:gd name="connsiteY5" fmla="*/ 1332140 h 2684689"/>
                  <a:gd name="connsiteX6" fmla="*/ 2753178 w 3341724"/>
                  <a:gd name="connsiteY6" fmla="*/ 2684689 h 2684689"/>
                  <a:gd name="connsiteX7" fmla="*/ 314325 w 3341724"/>
                  <a:gd name="connsiteY7" fmla="*/ 2608489 h 2684689"/>
                  <a:gd name="connsiteX8" fmla="*/ 0 w 3341724"/>
                  <a:gd name="connsiteY8" fmla="*/ 1247775 h 2684689"/>
                  <a:gd name="connsiteX0" fmla="*/ 0 w 3317727"/>
                  <a:gd name="connsiteY0" fmla="*/ 1247775 h 2637064"/>
                  <a:gd name="connsiteX1" fmla="*/ 515258 w 3317727"/>
                  <a:gd name="connsiteY1" fmla="*/ 484414 h 2637064"/>
                  <a:gd name="connsiteX2" fmla="*/ 1115333 w 3317727"/>
                  <a:gd name="connsiteY2" fmla="*/ 93889 h 2637064"/>
                  <a:gd name="connsiteX3" fmla="*/ 1962603 w 3317727"/>
                  <a:gd name="connsiteY3" fmla="*/ 0 h 2637064"/>
                  <a:gd name="connsiteX4" fmla="*/ 2791733 w 3317727"/>
                  <a:gd name="connsiteY4" fmla="*/ 551090 h 2637064"/>
                  <a:gd name="connsiteX5" fmla="*/ 3144158 w 3317727"/>
                  <a:gd name="connsiteY5" fmla="*/ 1332140 h 2637064"/>
                  <a:gd name="connsiteX6" fmla="*/ 2715078 w 3317727"/>
                  <a:gd name="connsiteY6" fmla="*/ 2637064 h 2637064"/>
                  <a:gd name="connsiteX7" fmla="*/ 314325 w 3317727"/>
                  <a:gd name="connsiteY7" fmla="*/ 2608489 h 2637064"/>
                  <a:gd name="connsiteX8" fmla="*/ 0 w 3317727"/>
                  <a:gd name="connsiteY8" fmla="*/ 1247775 h 2637064"/>
                  <a:gd name="connsiteX0" fmla="*/ 0 w 3509473"/>
                  <a:gd name="connsiteY0" fmla="*/ 1247775 h 2637064"/>
                  <a:gd name="connsiteX1" fmla="*/ 515258 w 3509473"/>
                  <a:gd name="connsiteY1" fmla="*/ 484414 h 2637064"/>
                  <a:gd name="connsiteX2" fmla="*/ 1115333 w 3509473"/>
                  <a:gd name="connsiteY2" fmla="*/ 93889 h 2637064"/>
                  <a:gd name="connsiteX3" fmla="*/ 1962603 w 3509473"/>
                  <a:gd name="connsiteY3" fmla="*/ 0 h 2637064"/>
                  <a:gd name="connsiteX4" fmla="*/ 2791733 w 3509473"/>
                  <a:gd name="connsiteY4" fmla="*/ 551090 h 2637064"/>
                  <a:gd name="connsiteX5" fmla="*/ 3144158 w 3509473"/>
                  <a:gd name="connsiteY5" fmla="*/ 1332140 h 2637064"/>
                  <a:gd name="connsiteX6" fmla="*/ 2715078 w 3509473"/>
                  <a:gd name="connsiteY6" fmla="*/ 2637064 h 2637064"/>
                  <a:gd name="connsiteX7" fmla="*/ 314325 w 3509473"/>
                  <a:gd name="connsiteY7" fmla="*/ 2608489 h 2637064"/>
                  <a:gd name="connsiteX8" fmla="*/ 0 w 3509473"/>
                  <a:gd name="connsiteY8" fmla="*/ 1247775 h 2637064"/>
                  <a:gd name="connsiteX0" fmla="*/ 0 w 3479464"/>
                  <a:gd name="connsiteY0" fmla="*/ 1247775 h 2637064"/>
                  <a:gd name="connsiteX1" fmla="*/ 515258 w 3479464"/>
                  <a:gd name="connsiteY1" fmla="*/ 484414 h 2637064"/>
                  <a:gd name="connsiteX2" fmla="*/ 1115333 w 3479464"/>
                  <a:gd name="connsiteY2" fmla="*/ 93889 h 2637064"/>
                  <a:gd name="connsiteX3" fmla="*/ 1962603 w 3479464"/>
                  <a:gd name="connsiteY3" fmla="*/ 0 h 2637064"/>
                  <a:gd name="connsiteX4" fmla="*/ 2791733 w 3479464"/>
                  <a:gd name="connsiteY4" fmla="*/ 551090 h 2637064"/>
                  <a:gd name="connsiteX5" fmla="*/ 3144158 w 3479464"/>
                  <a:gd name="connsiteY5" fmla="*/ 1332140 h 2637064"/>
                  <a:gd name="connsiteX6" fmla="*/ 2715078 w 3479464"/>
                  <a:gd name="connsiteY6" fmla="*/ 2637064 h 2637064"/>
                  <a:gd name="connsiteX7" fmla="*/ 314325 w 3479464"/>
                  <a:gd name="connsiteY7" fmla="*/ 2608489 h 2637064"/>
                  <a:gd name="connsiteX8" fmla="*/ 0 w 3479464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320468 h 2709757"/>
                  <a:gd name="connsiteX1" fmla="*/ 515258 w 3506485"/>
                  <a:gd name="connsiteY1" fmla="*/ 557107 h 2709757"/>
                  <a:gd name="connsiteX2" fmla="*/ 1115333 w 3506485"/>
                  <a:gd name="connsiteY2" fmla="*/ 166582 h 2709757"/>
                  <a:gd name="connsiteX3" fmla="*/ 1962603 w 3506485"/>
                  <a:gd name="connsiteY3" fmla="*/ 72693 h 2709757"/>
                  <a:gd name="connsiteX4" fmla="*/ 2791733 w 3506485"/>
                  <a:gd name="connsiteY4" fmla="*/ 623783 h 2709757"/>
                  <a:gd name="connsiteX5" fmla="*/ 3144158 w 3506485"/>
                  <a:gd name="connsiteY5" fmla="*/ 1404833 h 2709757"/>
                  <a:gd name="connsiteX6" fmla="*/ 2715078 w 3506485"/>
                  <a:gd name="connsiteY6" fmla="*/ 2709757 h 2709757"/>
                  <a:gd name="connsiteX7" fmla="*/ 314325 w 3506485"/>
                  <a:gd name="connsiteY7" fmla="*/ 2681182 h 2709757"/>
                  <a:gd name="connsiteX8" fmla="*/ 0 w 3506485"/>
                  <a:gd name="connsiteY8" fmla="*/ 1320468 h 2709757"/>
                  <a:gd name="connsiteX0" fmla="*/ 0 w 3506485"/>
                  <a:gd name="connsiteY0" fmla="*/ 1432085 h 2821374"/>
                  <a:gd name="connsiteX1" fmla="*/ 515258 w 3506485"/>
                  <a:gd name="connsiteY1" fmla="*/ 668724 h 2821374"/>
                  <a:gd name="connsiteX2" fmla="*/ 1115333 w 3506485"/>
                  <a:gd name="connsiteY2" fmla="*/ 278199 h 2821374"/>
                  <a:gd name="connsiteX3" fmla="*/ 1962603 w 3506485"/>
                  <a:gd name="connsiteY3" fmla="*/ 184310 h 2821374"/>
                  <a:gd name="connsiteX4" fmla="*/ 2791733 w 3506485"/>
                  <a:gd name="connsiteY4" fmla="*/ 735400 h 2821374"/>
                  <a:gd name="connsiteX5" fmla="*/ 3144158 w 3506485"/>
                  <a:gd name="connsiteY5" fmla="*/ 1516450 h 2821374"/>
                  <a:gd name="connsiteX6" fmla="*/ 2715078 w 3506485"/>
                  <a:gd name="connsiteY6" fmla="*/ 2821374 h 2821374"/>
                  <a:gd name="connsiteX7" fmla="*/ 314325 w 3506485"/>
                  <a:gd name="connsiteY7" fmla="*/ 2792799 h 2821374"/>
                  <a:gd name="connsiteX8" fmla="*/ 0 w 3506485"/>
                  <a:gd name="connsiteY8" fmla="*/ 1432085 h 2821374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361444 w 3553604"/>
                  <a:gd name="connsiteY7" fmla="*/ 2843774 h 2872349"/>
                  <a:gd name="connsiteX8" fmla="*/ 47119 w 3553604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409069 w 3553604"/>
                  <a:gd name="connsiteY7" fmla="*/ 2786624 h 2872349"/>
                  <a:gd name="connsiteX8" fmla="*/ 47119 w 3553604"/>
                  <a:gd name="connsiteY8" fmla="*/ 1483060 h 2872349"/>
                  <a:gd name="connsiteX0" fmla="*/ 73312 w 3579797"/>
                  <a:gd name="connsiteY0" fmla="*/ 1483060 h 2872349"/>
                  <a:gd name="connsiteX1" fmla="*/ 588570 w 3579797"/>
                  <a:gd name="connsiteY1" fmla="*/ 719699 h 2872349"/>
                  <a:gd name="connsiteX2" fmla="*/ 1188645 w 3579797"/>
                  <a:gd name="connsiteY2" fmla="*/ 329174 h 2872349"/>
                  <a:gd name="connsiteX3" fmla="*/ 2035915 w 3579797"/>
                  <a:gd name="connsiteY3" fmla="*/ 235285 h 2872349"/>
                  <a:gd name="connsiteX4" fmla="*/ 2865045 w 3579797"/>
                  <a:gd name="connsiteY4" fmla="*/ 786375 h 2872349"/>
                  <a:gd name="connsiteX5" fmla="*/ 3217470 w 3579797"/>
                  <a:gd name="connsiteY5" fmla="*/ 1567425 h 2872349"/>
                  <a:gd name="connsiteX6" fmla="*/ 2788390 w 3579797"/>
                  <a:gd name="connsiteY6" fmla="*/ 2872349 h 2872349"/>
                  <a:gd name="connsiteX7" fmla="*/ 435262 w 3579797"/>
                  <a:gd name="connsiteY7" fmla="*/ 2786624 h 2872349"/>
                  <a:gd name="connsiteX8" fmla="*/ 73312 w 3579797"/>
                  <a:gd name="connsiteY8" fmla="*/ 1483060 h 2872349"/>
                  <a:gd name="connsiteX0" fmla="*/ 302951 w 3809436"/>
                  <a:gd name="connsiteY0" fmla="*/ 1483060 h 2872349"/>
                  <a:gd name="connsiteX1" fmla="*/ 818209 w 3809436"/>
                  <a:gd name="connsiteY1" fmla="*/ 719699 h 2872349"/>
                  <a:gd name="connsiteX2" fmla="*/ 1418284 w 3809436"/>
                  <a:gd name="connsiteY2" fmla="*/ 329174 h 2872349"/>
                  <a:gd name="connsiteX3" fmla="*/ 2265554 w 3809436"/>
                  <a:gd name="connsiteY3" fmla="*/ 235285 h 2872349"/>
                  <a:gd name="connsiteX4" fmla="*/ 3094684 w 3809436"/>
                  <a:gd name="connsiteY4" fmla="*/ 786375 h 2872349"/>
                  <a:gd name="connsiteX5" fmla="*/ 3447109 w 3809436"/>
                  <a:gd name="connsiteY5" fmla="*/ 1567425 h 2872349"/>
                  <a:gd name="connsiteX6" fmla="*/ 3018029 w 3809436"/>
                  <a:gd name="connsiteY6" fmla="*/ 2872349 h 2872349"/>
                  <a:gd name="connsiteX7" fmla="*/ 664901 w 3809436"/>
                  <a:gd name="connsiteY7" fmla="*/ 2786624 h 2872349"/>
                  <a:gd name="connsiteX8" fmla="*/ 302951 w 3809436"/>
                  <a:gd name="connsiteY8" fmla="*/ 1483060 h 2872349"/>
                  <a:gd name="connsiteX0" fmla="*/ 101365 w 3607850"/>
                  <a:gd name="connsiteY0" fmla="*/ 1483060 h 2872349"/>
                  <a:gd name="connsiteX1" fmla="*/ 616623 w 3607850"/>
                  <a:gd name="connsiteY1" fmla="*/ 719699 h 2872349"/>
                  <a:gd name="connsiteX2" fmla="*/ 1216698 w 3607850"/>
                  <a:gd name="connsiteY2" fmla="*/ 329174 h 2872349"/>
                  <a:gd name="connsiteX3" fmla="*/ 2063968 w 3607850"/>
                  <a:gd name="connsiteY3" fmla="*/ 235285 h 2872349"/>
                  <a:gd name="connsiteX4" fmla="*/ 2893098 w 3607850"/>
                  <a:gd name="connsiteY4" fmla="*/ 786375 h 2872349"/>
                  <a:gd name="connsiteX5" fmla="*/ 3245523 w 3607850"/>
                  <a:gd name="connsiteY5" fmla="*/ 1567425 h 2872349"/>
                  <a:gd name="connsiteX6" fmla="*/ 2816443 w 3607850"/>
                  <a:gd name="connsiteY6" fmla="*/ 2872349 h 2872349"/>
                  <a:gd name="connsiteX7" fmla="*/ 1691368 w 3607850"/>
                  <a:gd name="connsiteY7" fmla="*/ 2814694 h 2872349"/>
                  <a:gd name="connsiteX8" fmla="*/ 101365 w 3607850"/>
                  <a:gd name="connsiteY8" fmla="*/ 1483060 h 2872349"/>
                  <a:gd name="connsiteX0" fmla="*/ 140561 w 3647046"/>
                  <a:gd name="connsiteY0" fmla="*/ 1483060 h 2872349"/>
                  <a:gd name="connsiteX1" fmla="*/ 655819 w 3647046"/>
                  <a:gd name="connsiteY1" fmla="*/ 719699 h 2872349"/>
                  <a:gd name="connsiteX2" fmla="*/ 1255894 w 3647046"/>
                  <a:gd name="connsiteY2" fmla="*/ 329174 h 2872349"/>
                  <a:gd name="connsiteX3" fmla="*/ 2103164 w 3647046"/>
                  <a:gd name="connsiteY3" fmla="*/ 235285 h 2872349"/>
                  <a:gd name="connsiteX4" fmla="*/ 2932294 w 3647046"/>
                  <a:gd name="connsiteY4" fmla="*/ 786375 h 2872349"/>
                  <a:gd name="connsiteX5" fmla="*/ 3284719 w 3647046"/>
                  <a:gd name="connsiteY5" fmla="*/ 1567425 h 2872349"/>
                  <a:gd name="connsiteX6" fmla="*/ 2855639 w 3647046"/>
                  <a:gd name="connsiteY6" fmla="*/ 2872349 h 2872349"/>
                  <a:gd name="connsiteX7" fmla="*/ 1730564 w 3647046"/>
                  <a:gd name="connsiteY7" fmla="*/ 2814694 h 2872349"/>
                  <a:gd name="connsiteX8" fmla="*/ 140561 w 3647046"/>
                  <a:gd name="connsiteY8" fmla="*/ 1483060 h 2872349"/>
                  <a:gd name="connsiteX0" fmla="*/ 182971 w 3689456"/>
                  <a:gd name="connsiteY0" fmla="*/ 1483060 h 2872349"/>
                  <a:gd name="connsiteX1" fmla="*/ 698229 w 3689456"/>
                  <a:gd name="connsiteY1" fmla="*/ 719699 h 2872349"/>
                  <a:gd name="connsiteX2" fmla="*/ 1298304 w 3689456"/>
                  <a:gd name="connsiteY2" fmla="*/ 329174 h 2872349"/>
                  <a:gd name="connsiteX3" fmla="*/ 2145574 w 3689456"/>
                  <a:gd name="connsiteY3" fmla="*/ 235285 h 2872349"/>
                  <a:gd name="connsiteX4" fmla="*/ 2974704 w 3689456"/>
                  <a:gd name="connsiteY4" fmla="*/ 786375 h 2872349"/>
                  <a:gd name="connsiteX5" fmla="*/ 3327129 w 3689456"/>
                  <a:gd name="connsiteY5" fmla="*/ 1567425 h 2872349"/>
                  <a:gd name="connsiteX6" fmla="*/ 2898049 w 3689456"/>
                  <a:gd name="connsiteY6" fmla="*/ 2872349 h 2872349"/>
                  <a:gd name="connsiteX7" fmla="*/ 1772974 w 3689456"/>
                  <a:gd name="connsiteY7" fmla="*/ 2814694 h 2872349"/>
                  <a:gd name="connsiteX8" fmla="*/ 182971 w 3689456"/>
                  <a:gd name="connsiteY8" fmla="*/ 1483060 h 2872349"/>
                  <a:gd name="connsiteX0" fmla="*/ 202593 w 3709078"/>
                  <a:gd name="connsiteY0" fmla="*/ 1483060 h 2872349"/>
                  <a:gd name="connsiteX1" fmla="*/ 717851 w 3709078"/>
                  <a:gd name="connsiteY1" fmla="*/ 719699 h 2872349"/>
                  <a:gd name="connsiteX2" fmla="*/ 1317926 w 3709078"/>
                  <a:gd name="connsiteY2" fmla="*/ 329174 h 2872349"/>
                  <a:gd name="connsiteX3" fmla="*/ 2165196 w 3709078"/>
                  <a:gd name="connsiteY3" fmla="*/ 235285 h 2872349"/>
                  <a:gd name="connsiteX4" fmla="*/ 2994326 w 3709078"/>
                  <a:gd name="connsiteY4" fmla="*/ 786375 h 2872349"/>
                  <a:gd name="connsiteX5" fmla="*/ 3346751 w 3709078"/>
                  <a:gd name="connsiteY5" fmla="*/ 1567425 h 2872349"/>
                  <a:gd name="connsiteX6" fmla="*/ 2917671 w 3709078"/>
                  <a:gd name="connsiteY6" fmla="*/ 2872349 h 2872349"/>
                  <a:gd name="connsiteX7" fmla="*/ 1792596 w 3709078"/>
                  <a:gd name="connsiteY7" fmla="*/ 2814694 h 2872349"/>
                  <a:gd name="connsiteX8" fmla="*/ 202593 w 3709078"/>
                  <a:gd name="connsiteY8" fmla="*/ 1483060 h 2872349"/>
                  <a:gd name="connsiteX0" fmla="*/ 202593 w 3476865"/>
                  <a:gd name="connsiteY0" fmla="*/ 1483060 h 2822356"/>
                  <a:gd name="connsiteX1" fmla="*/ 717851 w 3476865"/>
                  <a:gd name="connsiteY1" fmla="*/ 719699 h 2822356"/>
                  <a:gd name="connsiteX2" fmla="*/ 1317926 w 3476865"/>
                  <a:gd name="connsiteY2" fmla="*/ 329174 h 2822356"/>
                  <a:gd name="connsiteX3" fmla="*/ 2165196 w 3476865"/>
                  <a:gd name="connsiteY3" fmla="*/ 235285 h 2822356"/>
                  <a:gd name="connsiteX4" fmla="*/ 2994326 w 3476865"/>
                  <a:gd name="connsiteY4" fmla="*/ 786375 h 2822356"/>
                  <a:gd name="connsiteX5" fmla="*/ 3346751 w 3476865"/>
                  <a:gd name="connsiteY5" fmla="*/ 1567425 h 2822356"/>
                  <a:gd name="connsiteX6" fmla="*/ 1858036 w 3476865"/>
                  <a:gd name="connsiteY6" fmla="*/ 2809192 h 2822356"/>
                  <a:gd name="connsiteX7" fmla="*/ 1792596 w 3476865"/>
                  <a:gd name="connsiteY7" fmla="*/ 2814694 h 2822356"/>
                  <a:gd name="connsiteX8" fmla="*/ 202593 w 3476865"/>
                  <a:gd name="connsiteY8" fmla="*/ 1483060 h 2822356"/>
                  <a:gd name="connsiteX0" fmla="*/ 202593 w 3530392"/>
                  <a:gd name="connsiteY0" fmla="*/ 1483060 h 2822356"/>
                  <a:gd name="connsiteX1" fmla="*/ 717851 w 3530392"/>
                  <a:gd name="connsiteY1" fmla="*/ 719699 h 2822356"/>
                  <a:gd name="connsiteX2" fmla="*/ 1317926 w 3530392"/>
                  <a:gd name="connsiteY2" fmla="*/ 329174 h 2822356"/>
                  <a:gd name="connsiteX3" fmla="*/ 2165196 w 3530392"/>
                  <a:gd name="connsiteY3" fmla="*/ 235285 h 2822356"/>
                  <a:gd name="connsiteX4" fmla="*/ 2994326 w 3530392"/>
                  <a:gd name="connsiteY4" fmla="*/ 786375 h 2822356"/>
                  <a:gd name="connsiteX5" fmla="*/ 3346751 w 3530392"/>
                  <a:gd name="connsiteY5" fmla="*/ 1567425 h 2822356"/>
                  <a:gd name="connsiteX6" fmla="*/ 1858036 w 3530392"/>
                  <a:gd name="connsiteY6" fmla="*/ 2809192 h 2822356"/>
                  <a:gd name="connsiteX7" fmla="*/ 1792596 w 3530392"/>
                  <a:gd name="connsiteY7" fmla="*/ 2814694 h 2822356"/>
                  <a:gd name="connsiteX8" fmla="*/ 202593 w 3530392"/>
                  <a:gd name="connsiteY8" fmla="*/ 1483060 h 2822356"/>
                  <a:gd name="connsiteX0" fmla="*/ 202593 w 3593316"/>
                  <a:gd name="connsiteY0" fmla="*/ 1483060 h 2822356"/>
                  <a:gd name="connsiteX1" fmla="*/ 717851 w 3593316"/>
                  <a:gd name="connsiteY1" fmla="*/ 719699 h 2822356"/>
                  <a:gd name="connsiteX2" fmla="*/ 1317926 w 3593316"/>
                  <a:gd name="connsiteY2" fmla="*/ 329174 h 2822356"/>
                  <a:gd name="connsiteX3" fmla="*/ 2165196 w 3593316"/>
                  <a:gd name="connsiteY3" fmla="*/ 235285 h 2822356"/>
                  <a:gd name="connsiteX4" fmla="*/ 2994326 w 3593316"/>
                  <a:gd name="connsiteY4" fmla="*/ 786375 h 2822356"/>
                  <a:gd name="connsiteX5" fmla="*/ 3346751 w 3593316"/>
                  <a:gd name="connsiteY5" fmla="*/ 1567425 h 2822356"/>
                  <a:gd name="connsiteX6" fmla="*/ 1858036 w 3593316"/>
                  <a:gd name="connsiteY6" fmla="*/ 2809192 h 2822356"/>
                  <a:gd name="connsiteX7" fmla="*/ 1792596 w 3593316"/>
                  <a:gd name="connsiteY7" fmla="*/ 2814694 h 2822356"/>
                  <a:gd name="connsiteX8" fmla="*/ 202593 w 3593316"/>
                  <a:gd name="connsiteY8" fmla="*/ 1483060 h 2822356"/>
                  <a:gd name="connsiteX0" fmla="*/ 202593 w 3601095"/>
                  <a:gd name="connsiteY0" fmla="*/ 1483060 h 2822356"/>
                  <a:gd name="connsiteX1" fmla="*/ 717851 w 3601095"/>
                  <a:gd name="connsiteY1" fmla="*/ 719699 h 2822356"/>
                  <a:gd name="connsiteX2" fmla="*/ 1317926 w 3601095"/>
                  <a:gd name="connsiteY2" fmla="*/ 329174 h 2822356"/>
                  <a:gd name="connsiteX3" fmla="*/ 2165196 w 3601095"/>
                  <a:gd name="connsiteY3" fmla="*/ 235285 h 2822356"/>
                  <a:gd name="connsiteX4" fmla="*/ 2994326 w 3601095"/>
                  <a:gd name="connsiteY4" fmla="*/ 786375 h 2822356"/>
                  <a:gd name="connsiteX5" fmla="*/ 3346751 w 3601095"/>
                  <a:gd name="connsiteY5" fmla="*/ 1567425 h 2822356"/>
                  <a:gd name="connsiteX6" fmla="*/ 1858036 w 3601095"/>
                  <a:gd name="connsiteY6" fmla="*/ 2809192 h 2822356"/>
                  <a:gd name="connsiteX7" fmla="*/ 1792596 w 3601095"/>
                  <a:gd name="connsiteY7" fmla="*/ 2814694 h 2822356"/>
                  <a:gd name="connsiteX8" fmla="*/ 202593 w 3601095"/>
                  <a:gd name="connsiteY8" fmla="*/ 1483060 h 2822356"/>
                  <a:gd name="connsiteX0" fmla="*/ 202593 w 3601095"/>
                  <a:gd name="connsiteY0" fmla="*/ 1483060 h 2821250"/>
                  <a:gd name="connsiteX1" fmla="*/ 717851 w 3601095"/>
                  <a:gd name="connsiteY1" fmla="*/ 719699 h 2821250"/>
                  <a:gd name="connsiteX2" fmla="*/ 1317926 w 3601095"/>
                  <a:gd name="connsiteY2" fmla="*/ 329174 h 2821250"/>
                  <a:gd name="connsiteX3" fmla="*/ 2165196 w 3601095"/>
                  <a:gd name="connsiteY3" fmla="*/ 235285 h 2821250"/>
                  <a:gd name="connsiteX4" fmla="*/ 2994326 w 3601095"/>
                  <a:gd name="connsiteY4" fmla="*/ 786375 h 2821250"/>
                  <a:gd name="connsiteX5" fmla="*/ 3346751 w 3601095"/>
                  <a:gd name="connsiteY5" fmla="*/ 1567425 h 2821250"/>
                  <a:gd name="connsiteX6" fmla="*/ 1858036 w 3601095"/>
                  <a:gd name="connsiteY6" fmla="*/ 2809192 h 2821250"/>
                  <a:gd name="connsiteX7" fmla="*/ 1792596 w 3601095"/>
                  <a:gd name="connsiteY7" fmla="*/ 2814694 h 2821250"/>
                  <a:gd name="connsiteX8" fmla="*/ 202593 w 3601095"/>
                  <a:gd name="connsiteY8" fmla="*/ 1483060 h 2821250"/>
                  <a:gd name="connsiteX0" fmla="*/ 202593 w 3601095"/>
                  <a:gd name="connsiteY0" fmla="*/ 1483060 h 2823984"/>
                  <a:gd name="connsiteX1" fmla="*/ 717851 w 3601095"/>
                  <a:gd name="connsiteY1" fmla="*/ 719699 h 2823984"/>
                  <a:gd name="connsiteX2" fmla="*/ 1317926 w 3601095"/>
                  <a:gd name="connsiteY2" fmla="*/ 329174 h 2823984"/>
                  <a:gd name="connsiteX3" fmla="*/ 2165196 w 3601095"/>
                  <a:gd name="connsiteY3" fmla="*/ 235285 h 2823984"/>
                  <a:gd name="connsiteX4" fmla="*/ 2994326 w 3601095"/>
                  <a:gd name="connsiteY4" fmla="*/ 786375 h 2823984"/>
                  <a:gd name="connsiteX5" fmla="*/ 3346751 w 3601095"/>
                  <a:gd name="connsiteY5" fmla="*/ 1567425 h 2823984"/>
                  <a:gd name="connsiteX6" fmla="*/ 1858036 w 3601095"/>
                  <a:gd name="connsiteY6" fmla="*/ 2809192 h 2823984"/>
                  <a:gd name="connsiteX7" fmla="*/ 1792596 w 3601095"/>
                  <a:gd name="connsiteY7" fmla="*/ 2814694 h 2823984"/>
                  <a:gd name="connsiteX8" fmla="*/ 202593 w 3601095"/>
                  <a:gd name="connsiteY8" fmla="*/ 1483060 h 2823984"/>
                  <a:gd name="connsiteX0" fmla="*/ 202593 w 3601095"/>
                  <a:gd name="connsiteY0" fmla="*/ 1483060 h 2814862"/>
                  <a:gd name="connsiteX1" fmla="*/ 717851 w 3601095"/>
                  <a:gd name="connsiteY1" fmla="*/ 719699 h 2814862"/>
                  <a:gd name="connsiteX2" fmla="*/ 1317926 w 3601095"/>
                  <a:gd name="connsiteY2" fmla="*/ 329174 h 2814862"/>
                  <a:gd name="connsiteX3" fmla="*/ 2165196 w 3601095"/>
                  <a:gd name="connsiteY3" fmla="*/ 235285 h 2814862"/>
                  <a:gd name="connsiteX4" fmla="*/ 2994326 w 3601095"/>
                  <a:gd name="connsiteY4" fmla="*/ 786375 h 2814862"/>
                  <a:gd name="connsiteX5" fmla="*/ 3346751 w 3601095"/>
                  <a:gd name="connsiteY5" fmla="*/ 1567425 h 2814862"/>
                  <a:gd name="connsiteX6" fmla="*/ 1858036 w 3601095"/>
                  <a:gd name="connsiteY6" fmla="*/ 2809192 h 2814862"/>
                  <a:gd name="connsiteX7" fmla="*/ 1792596 w 3601095"/>
                  <a:gd name="connsiteY7" fmla="*/ 2814694 h 2814862"/>
                  <a:gd name="connsiteX8" fmla="*/ 202593 w 3601095"/>
                  <a:gd name="connsiteY8" fmla="*/ 1483060 h 2814862"/>
                  <a:gd name="connsiteX0" fmla="*/ 202593 w 3588751"/>
                  <a:gd name="connsiteY0" fmla="*/ 1483060 h 2814862"/>
                  <a:gd name="connsiteX1" fmla="*/ 717851 w 3588751"/>
                  <a:gd name="connsiteY1" fmla="*/ 719699 h 2814862"/>
                  <a:gd name="connsiteX2" fmla="*/ 1317926 w 3588751"/>
                  <a:gd name="connsiteY2" fmla="*/ 329174 h 2814862"/>
                  <a:gd name="connsiteX3" fmla="*/ 2165196 w 3588751"/>
                  <a:gd name="connsiteY3" fmla="*/ 235285 h 2814862"/>
                  <a:gd name="connsiteX4" fmla="*/ 2994326 w 3588751"/>
                  <a:gd name="connsiteY4" fmla="*/ 786375 h 2814862"/>
                  <a:gd name="connsiteX5" fmla="*/ 3346751 w 3588751"/>
                  <a:gd name="connsiteY5" fmla="*/ 1567425 h 2814862"/>
                  <a:gd name="connsiteX6" fmla="*/ 1858036 w 3588751"/>
                  <a:gd name="connsiteY6" fmla="*/ 2809192 h 2814862"/>
                  <a:gd name="connsiteX7" fmla="*/ 1792596 w 3588751"/>
                  <a:gd name="connsiteY7" fmla="*/ 2814694 h 2814862"/>
                  <a:gd name="connsiteX8" fmla="*/ 202593 w 3588751"/>
                  <a:gd name="connsiteY8" fmla="*/ 1483060 h 2814862"/>
                  <a:gd name="connsiteX0" fmla="*/ 182208 w 3568366"/>
                  <a:gd name="connsiteY0" fmla="*/ 1483060 h 2814862"/>
                  <a:gd name="connsiteX1" fmla="*/ 697466 w 3568366"/>
                  <a:gd name="connsiteY1" fmla="*/ 719699 h 2814862"/>
                  <a:gd name="connsiteX2" fmla="*/ 1297541 w 3568366"/>
                  <a:gd name="connsiteY2" fmla="*/ 329174 h 2814862"/>
                  <a:gd name="connsiteX3" fmla="*/ 2144811 w 3568366"/>
                  <a:gd name="connsiteY3" fmla="*/ 235285 h 2814862"/>
                  <a:gd name="connsiteX4" fmla="*/ 2973941 w 3568366"/>
                  <a:gd name="connsiteY4" fmla="*/ 786375 h 2814862"/>
                  <a:gd name="connsiteX5" fmla="*/ 3326366 w 3568366"/>
                  <a:gd name="connsiteY5" fmla="*/ 1567425 h 2814862"/>
                  <a:gd name="connsiteX6" fmla="*/ 1837651 w 3568366"/>
                  <a:gd name="connsiteY6" fmla="*/ 2809192 h 2814862"/>
                  <a:gd name="connsiteX7" fmla="*/ 1772211 w 3568366"/>
                  <a:gd name="connsiteY7" fmla="*/ 2814694 h 2814862"/>
                  <a:gd name="connsiteX8" fmla="*/ 182208 w 3568366"/>
                  <a:gd name="connsiteY8" fmla="*/ 1483060 h 2814862"/>
                  <a:gd name="connsiteX0" fmla="*/ 182208 w 3559837"/>
                  <a:gd name="connsiteY0" fmla="*/ 1483060 h 2814862"/>
                  <a:gd name="connsiteX1" fmla="*/ 697466 w 3559837"/>
                  <a:gd name="connsiteY1" fmla="*/ 719699 h 2814862"/>
                  <a:gd name="connsiteX2" fmla="*/ 1297541 w 3559837"/>
                  <a:gd name="connsiteY2" fmla="*/ 329174 h 2814862"/>
                  <a:gd name="connsiteX3" fmla="*/ 2144811 w 3559837"/>
                  <a:gd name="connsiteY3" fmla="*/ 235285 h 2814862"/>
                  <a:gd name="connsiteX4" fmla="*/ 2973941 w 3559837"/>
                  <a:gd name="connsiteY4" fmla="*/ 786375 h 2814862"/>
                  <a:gd name="connsiteX5" fmla="*/ 3326366 w 3559837"/>
                  <a:gd name="connsiteY5" fmla="*/ 1567425 h 2814862"/>
                  <a:gd name="connsiteX6" fmla="*/ 1837651 w 3559837"/>
                  <a:gd name="connsiteY6" fmla="*/ 2809192 h 2814862"/>
                  <a:gd name="connsiteX7" fmla="*/ 1772211 w 3559837"/>
                  <a:gd name="connsiteY7" fmla="*/ 2814694 h 2814862"/>
                  <a:gd name="connsiteX8" fmla="*/ 182208 w 3559837"/>
                  <a:gd name="connsiteY8" fmla="*/ 1483060 h 2814862"/>
                  <a:gd name="connsiteX0" fmla="*/ 182208 w 3526534"/>
                  <a:gd name="connsiteY0" fmla="*/ 1483060 h 2814862"/>
                  <a:gd name="connsiteX1" fmla="*/ 697466 w 3526534"/>
                  <a:gd name="connsiteY1" fmla="*/ 719699 h 2814862"/>
                  <a:gd name="connsiteX2" fmla="*/ 1297541 w 3526534"/>
                  <a:gd name="connsiteY2" fmla="*/ 329174 h 2814862"/>
                  <a:gd name="connsiteX3" fmla="*/ 2144811 w 3526534"/>
                  <a:gd name="connsiteY3" fmla="*/ 235285 h 2814862"/>
                  <a:gd name="connsiteX4" fmla="*/ 2973941 w 3526534"/>
                  <a:gd name="connsiteY4" fmla="*/ 786375 h 2814862"/>
                  <a:gd name="connsiteX5" fmla="*/ 3326366 w 3526534"/>
                  <a:gd name="connsiteY5" fmla="*/ 1567425 h 2814862"/>
                  <a:gd name="connsiteX6" fmla="*/ 1837651 w 3526534"/>
                  <a:gd name="connsiteY6" fmla="*/ 2809192 h 2814862"/>
                  <a:gd name="connsiteX7" fmla="*/ 1772211 w 3526534"/>
                  <a:gd name="connsiteY7" fmla="*/ 2814694 h 2814862"/>
                  <a:gd name="connsiteX8" fmla="*/ 182208 w 3526534"/>
                  <a:gd name="connsiteY8" fmla="*/ 1483060 h 2814862"/>
                  <a:gd name="connsiteX0" fmla="*/ 182208 w 3530958"/>
                  <a:gd name="connsiteY0" fmla="*/ 1483060 h 2814862"/>
                  <a:gd name="connsiteX1" fmla="*/ 697466 w 3530958"/>
                  <a:gd name="connsiteY1" fmla="*/ 719699 h 2814862"/>
                  <a:gd name="connsiteX2" fmla="*/ 1297541 w 3530958"/>
                  <a:gd name="connsiteY2" fmla="*/ 329174 h 2814862"/>
                  <a:gd name="connsiteX3" fmla="*/ 2144811 w 3530958"/>
                  <a:gd name="connsiteY3" fmla="*/ 235285 h 2814862"/>
                  <a:gd name="connsiteX4" fmla="*/ 2973941 w 3530958"/>
                  <a:gd name="connsiteY4" fmla="*/ 786375 h 2814862"/>
                  <a:gd name="connsiteX5" fmla="*/ 3326366 w 3530958"/>
                  <a:gd name="connsiteY5" fmla="*/ 1567425 h 2814862"/>
                  <a:gd name="connsiteX6" fmla="*/ 1837651 w 3530958"/>
                  <a:gd name="connsiteY6" fmla="*/ 2809192 h 2814862"/>
                  <a:gd name="connsiteX7" fmla="*/ 1772211 w 3530958"/>
                  <a:gd name="connsiteY7" fmla="*/ 2814694 h 2814862"/>
                  <a:gd name="connsiteX8" fmla="*/ 182208 w 3530958"/>
                  <a:gd name="connsiteY8" fmla="*/ 1483060 h 2814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30958" h="2814862">
                    <a:moveTo>
                      <a:pt x="182208" y="1483060"/>
                    </a:moveTo>
                    <a:cubicBezTo>
                      <a:pt x="-7989" y="1085731"/>
                      <a:pt x="420938" y="678878"/>
                      <a:pt x="697466" y="719699"/>
                    </a:cubicBezTo>
                    <a:cubicBezTo>
                      <a:pt x="678416" y="418074"/>
                      <a:pt x="1078466" y="154549"/>
                      <a:pt x="1297541" y="329174"/>
                    </a:cubicBezTo>
                    <a:cubicBezTo>
                      <a:pt x="1646639" y="-254572"/>
                      <a:pt x="2081463" y="85606"/>
                      <a:pt x="2144811" y="235285"/>
                    </a:cubicBezTo>
                    <a:cubicBezTo>
                      <a:pt x="2900613" y="-50918"/>
                      <a:pt x="2980139" y="586803"/>
                      <a:pt x="2973941" y="786375"/>
                    </a:cubicBezTo>
                    <a:cubicBezTo>
                      <a:pt x="3545441" y="757800"/>
                      <a:pt x="3412091" y="1415025"/>
                      <a:pt x="3326366" y="1567425"/>
                    </a:cubicBezTo>
                    <a:cubicBezTo>
                      <a:pt x="3884588" y="1670103"/>
                      <a:pt x="3271848" y="2747352"/>
                      <a:pt x="1837651" y="2809192"/>
                    </a:cubicBezTo>
                    <a:cubicBezTo>
                      <a:pt x="1862913" y="2795530"/>
                      <a:pt x="1796072" y="2816954"/>
                      <a:pt x="1772211" y="2814694"/>
                    </a:cubicBezTo>
                    <a:cubicBezTo>
                      <a:pt x="119910" y="2707753"/>
                      <a:pt x="-287692" y="1631831"/>
                      <a:pt x="182208" y="1483060"/>
                    </a:cubicBezTo>
                    <a:close/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6EC3AC31-62DD-1889-1F56-F22FB4F81E48}"/>
                  </a:ext>
                </a:extLst>
              </p:cNvPr>
              <p:cNvSpPr/>
              <p:nvPr/>
            </p:nvSpPr>
            <p:spPr>
              <a:xfrm>
                <a:off x="4393920" y="1849390"/>
                <a:ext cx="514631" cy="2268585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42519 w 490697"/>
                  <a:gd name="connsiteY0" fmla="*/ 0 h 2305050"/>
                  <a:gd name="connsiteX1" fmla="*/ 442569 w 490697"/>
                  <a:gd name="connsiteY1" fmla="*/ 2305050 h 2305050"/>
                  <a:gd name="connsiteX2" fmla="*/ 490697 w 490697"/>
                  <a:gd name="connsiteY2" fmla="*/ 227341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0" fmla="*/ 40251 w 470381"/>
                  <a:gd name="connsiteY0" fmla="*/ 0 h 2273410"/>
                  <a:gd name="connsiteX1" fmla="*/ 470381 w 470381"/>
                  <a:gd name="connsiteY1" fmla="*/ 2273410 h 2273410"/>
                  <a:gd name="connsiteX0" fmla="*/ 38999 w 487176"/>
                  <a:gd name="connsiteY0" fmla="*/ 0 h 2260754"/>
                  <a:gd name="connsiteX1" fmla="*/ 487177 w 487176"/>
                  <a:gd name="connsiteY1" fmla="*/ 2260754 h 2260754"/>
                  <a:gd name="connsiteX0" fmla="*/ 39382 w 487560"/>
                  <a:gd name="connsiteY0" fmla="*/ 0 h 2260754"/>
                  <a:gd name="connsiteX1" fmla="*/ 487560 w 487560"/>
                  <a:gd name="connsiteY1" fmla="*/ 2260754 h 2260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7560" h="2260754">
                    <a:moveTo>
                      <a:pt x="39382" y="0"/>
                    </a:moveTo>
                    <a:cubicBezTo>
                      <a:pt x="-132068" y="835025"/>
                      <a:pt x="300569" y="1802809"/>
                      <a:pt x="487560" y="2260754"/>
                    </a:cubicBezTo>
                  </a:path>
                </a:pathLst>
              </a:custGeom>
              <a:solidFill>
                <a:srgbClr val="F6B4D0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402A69B-41B2-2C77-CD11-52C339C55713}"/>
                  </a:ext>
                </a:extLst>
              </p:cNvPr>
              <p:cNvSpPr/>
              <p:nvPr/>
            </p:nvSpPr>
            <p:spPr>
              <a:xfrm flipH="1">
                <a:off x="4922218" y="1789859"/>
                <a:ext cx="448445" cy="2321766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446954"/>
                  <a:gd name="connsiteY0" fmla="*/ 0 h 2381250"/>
                  <a:gd name="connsiteX1" fmla="*/ 402504 w 446954"/>
                  <a:gd name="connsiteY1" fmla="*/ 2381250 h 2381250"/>
                  <a:gd name="connsiteX2" fmla="*/ 446954 w 446954"/>
                  <a:gd name="connsiteY2" fmla="*/ 2330264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62695 w 448445"/>
                  <a:gd name="connsiteY0" fmla="*/ 0 h 2330264"/>
                  <a:gd name="connsiteX1" fmla="*/ 448445 w 448445"/>
                  <a:gd name="connsiteY1" fmla="*/ 2330264 h 2330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8445" h="2330264">
                    <a:moveTo>
                      <a:pt x="162695" y="0"/>
                    </a:moveTo>
                    <a:cubicBezTo>
                      <a:pt x="-265930" y="577850"/>
                      <a:pt x="267470" y="1657164"/>
                      <a:pt x="448445" y="2330264"/>
                    </a:cubicBezTo>
                  </a:path>
                </a:pathLst>
              </a:custGeom>
              <a:solidFill>
                <a:srgbClr val="F6B4D0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C25EFAD-32AF-A55B-2318-1A4844DC2554}"/>
                  </a:ext>
                </a:extLst>
              </p:cNvPr>
              <p:cNvSpPr/>
              <p:nvPr/>
            </p:nvSpPr>
            <p:spPr>
              <a:xfrm flipH="1">
                <a:off x="4931931" y="2285160"/>
                <a:ext cx="1023924" cy="1829640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999205"/>
                  <a:gd name="connsiteY0" fmla="*/ 0 h 1800528"/>
                  <a:gd name="connsiteX1" fmla="*/ 999205 w 999205"/>
                  <a:gd name="connsiteY1" fmla="*/ 1800528 h 1800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99205" h="1800528">
                    <a:moveTo>
                      <a:pt x="0" y="0"/>
                    </a:moveTo>
                    <a:cubicBezTo>
                      <a:pt x="66675" y="654050"/>
                      <a:pt x="370555" y="975028"/>
                      <a:pt x="999205" y="1800528"/>
                    </a:cubicBezTo>
                  </a:path>
                </a:pathLst>
              </a:custGeom>
              <a:solidFill>
                <a:srgbClr val="F6B4D0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16AD932-BAA3-2FBD-BB21-2142AA3F8A2E}"/>
                  </a:ext>
                </a:extLst>
              </p:cNvPr>
              <p:cNvSpPr/>
              <p:nvPr/>
            </p:nvSpPr>
            <p:spPr>
              <a:xfrm flipH="1">
                <a:off x="4950037" y="3002455"/>
                <a:ext cx="1313000" cy="1108667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1171575"/>
                  <a:gd name="connsiteY0" fmla="*/ 0 h 1190625"/>
                  <a:gd name="connsiteX1" fmla="*/ 1171575 w 1171575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  <a:gd name="connsiteX0" fmla="*/ 0 w 1334433"/>
                  <a:gd name="connsiteY0" fmla="*/ 0 h 1108116"/>
                  <a:gd name="connsiteX1" fmla="*/ 1334433 w 1334433"/>
                  <a:gd name="connsiteY1" fmla="*/ 1108116 h 1108116"/>
                  <a:gd name="connsiteX0" fmla="*/ 0 w 1334433"/>
                  <a:gd name="connsiteY0" fmla="*/ 0 h 1108116"/>
                  <a:gd name="connsiteX1" fmla="*/ 1334433 w 1334433"/>
                  <a:gd name="connsiteY1" fmla="*/ 1108116 h 1108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34433" h="1108116">
                    <a:moveTo>
                      <a:pt x="0" y="0"/>
                    </a:moveTo>
                    <a:cubicBezTo>
                      <a:pt x="135216" y="473108"/>
                      <a:pt x="934383" y="816016"/>
                      <a:pt x="1334433" y="1108116"/>
                    </a:cubicBezTo>
                  </a:path>
                </a:pathLst>
              </a:custGeom>
              <a:solidFill>
                <a:srgbClr val="F6B4D0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D8709CA9-EF5F-CDFA-2ED0-20D677461A50}"/>
                  </a:ext>
                </a:extLst>
              </p:cNvPr>
              <p:cNvSpPr/>
              <p:nvPr/>
            </p:nvSpPr>
            <p:spPr>
              <a:xfrm>
                <a:off x="3863679" y="2218484"/>
                <a:ext cx="1043378" cy="1901164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1032900"/>
                  <a:gd name="connsiteY0" fmla="*/ 0 h 1882140"/>
                  <a:gd name="connsiteX1" fmla="*/ 1032900 w 1032900"/>
                  <a:gd name="connsiteY1" fmla="*/ 1882140 h 1882140"/>
                  <a:gd name="connsiteX0" fmla="*/ 0 w 1032900"/>
                  <a:gd name="connsiteY0" fmla="*/ 0 h 1882140"/>
                  <a:gd name="connsiteX1" fmla="*/ 1032900 w 1032900"/>
                  <a:gd name="connsiteY1" fmla="*/ 1882140 h 1882140"/>
                  <a:gd name="connsiteX0" fmla="*/ 0 w 1032900"/>
                  <a:gd name="connsiteY0" fmla="*/ 0 h 1882140"/>
                  <a:gd name="connsiteX1" fmla="*/ 1032900 w 1032900"/>
                  <a:gd name="connsiteY1" fmla="*/ 1882140 h 1882140"/>
                  <a:gd name="connsiteX0" fmla="*/ 0 w 1032900"/>
                  <a:gd name="connsiteY0" fmla="*/ 0 h 1882140"/>
                  <a:gd name="connsiteX1" fmla="*/ 1032900 w 1032900"/>
                  <a:gd name="connsiteY1" fmla="*/ 1882140 h 1882140"/>
                  <a:gd name="connsiteX0" fmla="*/ 5136 w 1038036"/>
                  <a:gd name="connsiteY0" fmla="*/ 0 h 1882140"/>
                  <a:gd name="connsiteX1" fmla="*/ 1038036 w 1038036"/>
                  <a:gd name="connsiteY1" fmla="*/ 1882140 h 1882140"/>
                  <a:gd name="connsiteX0" fmla="*/ 25788 w 1058688"/>
                  <a:gd name="connsiteY0" fmla="*/ 0 h 1882140"/>
                  <a:gd name="connsiteX1" fmla="*/ 1058688 w 1058688"/>
                  <a:gd name="connsiteY1" fmla="*/ 1882140 h 1882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8688" h="1882140">
                    <a:moveTo>
                      <a:pt x="25788" y="0"/>
                    </a:moveTo>
                    <a:cubicBezTo>
                      <a:pt x="-94389" y="635191"/>
                      <a:pt x="198084" y="1031494"/>
                      <a:pt x="1058688" y="1882140"/>
                    </a:cubicBezTo>
                  </a:path>
                </a:pathLst>
              </a:custGeom>
              <a:solidFill>
                <a:srgbClr val="F6B4D0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E82AE94D-71CD-3510-199E-4A25BD988D04}"/>
                  </a:ext>
                </a:extLst>
              </p:cNvPr>
              <p:cNvSpPr/>
              <p:nvPr/>
            </p:nvSpPr>
            <p:spPr>
              <a:xfrm>
                <a:off x="3427983" y="2917634"/>
                <a:ext cx="1461646" cy="1193009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1057275"/>
                  <a:gd name="connsiteY0" fmla="*/ 0 h 1323975"/>
                  <a:gd name="connsiteX1" fmla="*/ 1057275 w 1057275"/>
                  <a:gd name="connsiteY1" fmla="*/ 1323975 h 1323975"/>
                  <a:gd name="connsiteX0" fmla="*/ 0 w 1171575"/>
                  <a:gd name="connsiteY0" fmla="*/ 0 h 1200150"/>
                  <a:gd name="connsiteX1" fmla="*/ 1171575 w 1171575"/>
                  <a:gd name="connsiteY1" fmla="*/ 1200150 h 1200150"/>
                  <a:gd name="connsiteX0" fmla="*/ 0 w 1171575"/>
                  <a:gd name="connsiteY0" fmla="*/ 0 h 1200150"/>
                  <a:gd name="connsiteX1" fmla="*/ 1171575 w 1171575"/>
                  <a:gd name="connsiteY1" fmla="*/ 1200150 h 1200150"/>
                  <a:gd name="connsiteX0" fmla="*/ 0 w 1474030"/>
                  <a:gd name="connsiteY0" fmla="*/ 0 h 1181567"/>
                  <a:gd name="connsiteX1" fmla="*/ 1474030 w 1474030"/>
                  <a:gd name="connsiteY1" fmla="*/ 1181567 h 1181567"/>
                  <a:gd name="connsiteX0" fmla="*/ 0 w 1474030"/>
                  <a:gd name="connsiteY0" fmla="*/ 0 h 1181567"/>
                  <a:gd name="connsiteX1" fmla="*/ 1474030 w 1474030"/>
                  <a:gd name="connsiteY1" fmla="*/ 1181567 h 1181567"/>
                  <a:gd name="connsiteX0" fmla="*/ 0 w 1448825"/>
                  <a:gd name="connsiteY0" fmla="*/ 0 h 1169178"/>
                  <a:gd name="connsiteX1" fmla="*/ 1448825 w 1448825"/>
                  <a:gd name="connsiteY1" fmla="*/ 1169178 h 1169178"/>
                  <a:gd name="connsiteX0" fmla="*/ 0 w 1464578"/>
                  <a:gd name="connsiteY0" fmla="*/ 0 h 1175372"/>
                  <a:gd name="connsiteX1" fmla="*/ 1464578 w 1464578"/>
                  <a:gd name="connsiteY1" fmla="*/ 1175372 h 1175372"/>
                  <a:gd name="connsiteX0" fmla="*/ 0 w 1464578"/>
                  <a:gd name="connsiteY0" fmla="*/ 0 h 1175372"/>
                  <a:gd name="connsiteX1" fmla="*/ 1464578 w 1464578"/>
                  <a:gd name="connsiteY1" fmla="*/ 1175372 h 1175372"/>
                  <a:gd name="connsiteX0" fmla="*/ 0 w 1450401"/>
                  <a:gd name="connsiteY0" fmla="*/ 0 h 1163758"/>
                  <a:gd name="connsiteX1" fmla="*/ 1450401 w 1450401"/>
                  <a:gd name="connsiteY1" fmla="*/ 1163758 h 1163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50401" h="1163758">
                    <a:moveTo>
                      <a:pt x="0" y="0"/>
                    </a:moveTo>
                    <a:cubicBezTo>
                      <a:pt x="104482" y="533261"/>
                      <a:pt x="1028370" y="927407"/>
                      <a:pt x="1450401" y="1163758"/>
                    </a:cubicBezTo>
                  </a:path>
                </a:pathLst>
              </a:custGeom>
              <a:solidFill>
                <a:srgbClr val="F6B4D0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577A96E-47DA-9649-0A42-BADFC4DC268A}"/>
              </a:ext>
            </a:extLst>
          </p:cNvPr>
          <p:cNvGrpSpPr/>
          <p:nvPr/>
        </p:nvGrpSpPr>
        <p:grpSpPr>
          <a:xfrm>
            <a:off x="6943018" y="3289001"/>
            <a:ext cx="3195118" cy="2633610"/>
            <a:chOff x="3414905" y="2671422"/>
            <a:chExt cx="3195118" cy="2633610"/>
          </a:xfrm>
          <a:solidFill>
            <a:schemeClr val="bg1"/>
          </a:solidFill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11B4446-1AFA-9216-1F34-17CC3D2E43EE}"/>
                </a:ext>
              </a:extLst>
            </p:cNvPr>
            <p:cNvSpPr/>
            <p:nvPr/>
          </p:nvSpPr>
          <p:spPr>
            <a:xfrm>
              <a:off x="4479837" y="5136521"/>
              <a:ext cx="1162050" cy="168511"/>
            </a:xfrm>
            <a:prstGeom prst="roundRect">
              <a:avLst>
                <a:gd name="adj" fmla="val 37863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75D89A6-AAB5-C4F6-4B92-9A0A016C1828}"/>
                </a:ext>
              </a:extLst>
            </p:cNvPr>
            <p:cNvGrpSpPr/>
            <p:nvPr/>
          </p:nvGrpSpPr>
          <p:grpSpPr>
            <a:xfrm>
              <a:off x="3414905" y="2671422"/>
              <a:ext cx="3195118" cy="2551028"/>
              <a:chOff x="3263163" y="1568620"/>
              <a:chExt cx="3195118" cy="2551028"/>
            </a:xfrm>
            <a:grpFill/>
          </p:grpSpPr>
          <p:sp>
            <p:nvSpPr>
              <p:cNvPr id="36" name="Rectangle 3">
                <a:extLst>
                  <a:ext uri="{FF2B5EF4-FFF2-40B4-BE49-F238E27FC236}">
                    <a16:creationId xmlns:a16="http://schemas.microsoft.com/office/drawing/2014/main" id="{C1AC470F-1D8E-0D87-CE9B-C4F28DBDD117}"/>
                  </a:ext>
                </a:extLst>
              </p:cNvPr>
              <p:cNvSpPr/>
              <p:nvPr/>
            </p:nvSpPr>
            <p:spPr>
              <a:xfrm>
                <a:off x="3263163" y="1568620"/>
                <a:ext cx="3195118" cy="2547133"/>
              </a:xfrm>
              <a:custGeom>
                <a:avLst/>
                <a:gdLst>
                  <a:gd name="connsiteX0" fmla="*/ 0 w 1248228"/>
                  <a:gd name="connsiteY0" fmla="*/ 0 h 751114"/>
                  <a:gd name="connsiteX1" fmla="*/ 1248228 w 1248228"/>
                  <a:gd name="connsiteY1" fmla="*/ 0 h 751114"/>
                  <a:gd name="connsiteX2" fmla="*/ 1248228 w 1248228"/>
                  <a:gd name="connsiteY2" fmla="*/ 751114 h 751114"/>
                  <a:gd name="connsiteX3" fmla="*/ 0 w 1248228"/>
                  <a:gd name="connsiteY3" fmla="*/ 751114 h 751114"/>
                  <a:gd name="connsiteX4" fmla="*/ 0 w 1248228"/>
                  <a:gd name="connsiteY4" fmla="*/ 0 h 751114"/>
                  <a:gd name="connsiteX0" fmla="*/ 314325 w 1562553"/>
                  <a:gd name="connsiteY0" fmla="*/ 0 h 1055914"/>
                  <a:gd name="connsiteX1" fmla="*/ 1562553 w 1562553"/>
                  <a:gd name="connsiteY1" fmla="*/ 0 h 1055914"/>
                  <a:gd name="connsiteX2" fmla="*/ 1562553 w 1562553"/>
                  <a:gd name="connsiteY2" fmla="*/ 751114 h 1055914"/>
                  <a:gd name="connsiteX3" fmla="*/ 0 w 1562553"/>
                  <a:gd name="connsiteY3" fmla="*/ 1055914 h 1055914"/>
                  <a:gd name="connsiteX4" fmla="*/ 314325 w 1562553"/>
                  <a:gd name="connsiteY4" fmla="*/ 0 h 1055914"/>
                  <a:gd name="connsiteX0" fmla="*/ 0 w 1876878"/>
                  <a:gd name="connsiteY0" fmla="*/ 0 h 1360714"/>
                  <a:gd name="connsiteX1" fmla="*/ 1876878 w 1876878"/>
                  <a:gd name="connsiteY1" fmla="*/ 304800 h 1360714"/>
                  <a:gd name="connsiteX2" fmla="*/ 1876878 w 1876878"/>
                  <a:gd name="connsiteY2" fmla="*/ 1055914 h 1360714"/>
                  <a:gd name="connsiteX3" fmla="*/ 314325 w 1876878"/>
                  <a:gd name="connsiteY3" fmla="*/ 1360714 h 1360714"/>
                  <a:gd name="connsiteX4" fmla="*/ 0 w 1876878"/>
                  <a:gd name="connsiteY4" fmla="*/ 0 h 1360714"/>
                  <a:gd name="connsiteX0" fmla="*/ 0 w 1876878"/>
                  <a:gd name="connsiteY0" fmla="*/ 764794 h 2125508"/>
                  <a:gd name="connsiteX1" fmla="*/ 515258 w 1876878"/>
                  <a:gd name="connsiteY1" fmla="*/ 1433 h 2125508"/>
                  <a:gd name="connsiteX2" fmla="*/ 1876878 w 1876878"/>
                  <a:gd name="connsiteY2" fmla="*/ 1069594 h 2125508"/>
                  <a:gd name="connsiteX3" fmla="*/ 1876878 w 1876878"/>
                  <a:gd name="connsiteY3" fmla="*/ 1820708 h 2125508"/>
                  <a:gd name="connsiteX4" fmla="*/ 314325 w 1876878"/>
                  <a:gd name="connsiteY4" fmla="*/ 2125508 h 2125508"/>
                  <a:gd name="connsiteX5" fmla="*/ 0 w 1876878"/>
                  <a:gd name="connsiteY5" fmla="*/ 764794 h 2125508"/>
                  <a:gd name="connsiteX0" fmla="*/ 0 w 1876878"/>
                  <a:gd name="connsiteY0" fmla="*/ 1180774 h 2541488"/>
                  <a:gd name="connsiteX1" fmla="*/ 515258 w 1876878"/>
                  <a:gd name="connsiteY1" fmla="*/ 417413 h 2541488"/>
                  <a:gd name="connsiteX2" fmla="*/ 1115333 w 1876878"/>
                  <a:gd name="connsiteY2" fmla="*/ 26888 h 2541488"/>
                  <a:gd name="connsiteX3" fmla="*/ 1876878 w 1876878"/>
                  <a:gd name="connsiteY3" fmla="*/ 1485574 h 2541488"/>
                  <a:gd name="connsiteX4" fmla="*/ 1876878 w 1876878"/>
                  <a:gd name="connsiteY4" fmla="*/ 2236688 h 2541488"/>
                  <a:gd name="connsiteX5" fmla="*/ 314325 w 1876878"/>
                  <a:gd name="connsiteY5" fmla="*/ 2541488 h 2541488"/>
                  <a:gd name="connsiteX6" fmla="*/ 0 w 1876878"/>
                  <a:gd name="connsiteY6" fmla="*/ 1180774 h 2541488"/>
                  <a:gd name="connsiteX0" fmla="*/ 0 w 1962603"/>
                  <a:gd name="connsiteY0" fmla="*/ 1247775 h 2608489"/>
                  <a:gd name="connsiteX1" fmla="*/ 515258 w 1962603"/>
                  <a:gd name="connsiteY1" fmla="*/ 484414 h 2608489"/>
                  <a:gd name="connsiteX2" fmla="*/ 1115333 w 1962603"/>
                  <a:gd name="connsiteY2" fmla="*/ 93889 h 2608489"/>
                  <a:gd name="connsiteX3" fmla="*/ 1962603 w 1962603"/>
                  <a:gd name="connsiteY3" fmla="*/ 0 h 2608489"/>
                  <a:gd name="connsiteX4" fmla="*/ 1876878 w 1962603"/>
                  <a:gd name="connsiteY4" fmla="*/ 2303689 h 2608489"/>
                  <a:gd name="connsiteX5" fmla="*/ 314325 w 1962603"/>
                  <a:gd name="connsiteY5" fmla="*/ 2608489 h 2608489"/>
                  <a:gd name="connsiteX6" fmla="*/ 0 w 1962603"/>
                  <a:gd name="connsiteY6" fmla="*/ 1247775 h 2608489"/>
                  <a:gd name="connsiteX0" fmla="*/ 0 w 2791767"/>
                  <a:gd name="connsiteY0" fmla="*/ 1247775 h 2608489"/>
                  <a:gd name="connsiteX1" fmla="*/ 515258 w 2791767"/>
                  <a:gd name="connsiteY1" fmla="*/ 484414 h 2608489"/>
                  <a:gd name="connsiteX2" fmla="*/ 1115333 w 2791767"/>
                  <a:gd name="connsiteY2" fmla="*/ 93889 h 2608489"/>
                  <a:gd name="connsiteX3" fmla="*/ 1962603 w 2791767"/>
                  <a:gd name="connsiteY3" fmla="*/ 0 h 2608489"/>
                  <a:gd name="connsiteX4" fmla="*/ 2791733 w 2791767"/>
                  <a:gd name="connsiteY4" fmla="*/ 551090 h 2608489"/>
                  <a:gd name="connsiteX5" fmla="*/ 1876878 w 2791767"/>
                  <a:gd name="connsiteY5" fmla="*/ 2303689 h 2608489"/>
                  <a:gd name="connsiteX6" fmla="*/ 314325 w 2791767"/>
                  <a:gd name="connsiteY6" fmla="*/ 2608489 h 2608489"/>
                  <a:gd name="connsiteX7" fmla="*/ 0 w 2791767"/>
                  <a:gd name="connsiteY7" fmla="*/ 1247775 h 2608489"/>
                  <a:gd name="connsiteX0" fmla="*/ 0 w 3153675"/>
                  <a:gd name="connsiteY0" fmla="*/ 1247775 h 2608489"/>
                  <a:gd name="connsiteX1" fmla="*/ 515258 w 3153675"/>
                  <a:gd name="connsiteY1" fmla="*/ 484414 h 2608489"/>
                  <a:gd name="connsiteX2" fmla="*/ 1115333 w 3153675"/>
                  <a:gd name="connsiteY2" fmla="*/ 93889 h 2608489"/>
                  <a:gd name="connsiteX3" fmla="*/ 1962603 w 3153675"/>
                  <a:gd name="connsiteY3" fmla="*/ 0 h 2608489"/>
                  <a:gd name="connsiteX4" fmla="*/ 2791733 w 3153675"/>
                  <a:gd name="connsiteY4" fmla="*/ 551090 h 2608489"/>
                  <a:gd name="connsiteX5" fmla="*/ 3144158 w 3153675"/>
                  <a:gd name="connsiteY5" fmla="*/ 1332140 h 2608489"/>
                  <a:gd name="connsiteX6" fmla="*/ 1876878 w 3153675"/>
                  <a:gd name="connsiteY6" fmla="*/ 2303689 h 2608489"/>
                  <a:gd name="connsiteX7" fmla="*/ 314325 w 3153675"/>
                  <a:gd name="connsiteY7" fmla="*/ 2608489 h 2608489"/>
                  <a:gd name="connsiteX8" fmla="*/ 0 w 3153675"/>
                  <a:gd name="connsiteY8" fmla="*/ 1247775 h 2608489"/>
                  <a:gd name="connsiteX0" fmla="*/ 0 w 3153675"/>
                  <a:gd name="connsiteY0" fmla="*/ 1247775 h 2684689"/>
                  <a:gd name="connsiteX1" fmla="*/ 515258 w 3153675"/>
                  <a:gd name="connsiteY1" fmla="*/ 484414 h 2684689"/>
                  <a:gd name="connsiteX2" fmla="*/ 1115333 w 3153675"/>
                  <a:gd name="connsiteY2" fmla="*/ 93889 h 2684689"/>
                  <a:gd name="connsiteX3" fmla="*/ 1962603 w 3153675"/>
                  <a:gd name="connsiteY3" fmla="*/ 0 h 2684689"/>
                  <a:gd name="connsiteX4" fmla="*/ 2791733 w 3153675"/>
                  <a:gd name="connsiteY4" fmla="*/ 551090 h 2684689"/>
                  <a:gd name="connsiteX5" fmla="*/ 3144158 w 3153675"/>
                  <a:gd name="connsiteY5" fmla="*/ 1332140 h 2684689"/>
                  <a:gd name="connsiteX6" fmla="*/ 2753178 w 3153675"/>
                  <a:gd name="connsiteY6" fmla="*/ 2684689 h 2684689"/>
                  <a:gd name="connsiteX7" fmla="*/ 314325 w 3153675"/>
                  <a:gd name="connsiteY7" fmla="*/ 2608489 h 2684689"/>
                  <a:gd name="connsiteX8" fmla="*/ 0 w 3153675"/>
                  <a:gd name="connsiteY8" fmla="*/ 1247775 h 2684689"/>
                  <a:gd name="connsiteX0" fmla="*/ 0 w 3341724"/>
                  <a:gd name="connsiteY0" fmla="*/ 1247775 h 2684689"/>
                  <a:gd name="connsiteX1" fmla="*/ 515258 w 3341724"/>
                  <a:gd name="connsiteY1" fmla="*/ 484414 h 2684689"/>
                  <a:gd name="connsiteX2" fmla="*/ 1115333 w 3341724"/>
                  <a:gd name="connsiteY2" fmla="*/ 93889 h 2684689"/>
                  <a:gd name="connsiteX3" fmla="*/ 1962603 w 3341724"/>
                  <a:gd name="connsiteY3" fmla="*/ 0 h 2684689"/>
                  <a:gd name="connsiteX4" fmla="*/ 2791733 w 3341724"/>
                  <a:gd name="connsiteY4" fmla="*/ 551090 h 2684689"/>
                  <a:gd name="connsiteX5" fmla="*/ 3144158 w 3341724"/>
                  <a:gd name="connsiteY5" fmla="*/ 1332140 h 2684689"/>
                  <a:gd name="connsiteX6" fmla="*/ 2753178 w 3341724"/>
                  <a:gd name="connsiteY6" fmla="*/ 2684689 h 2684689"/>
                  <a:gd name="connsiteX7" fmla="*/ 314325 w 3341724"/>
                  <a:gd name="connsiteY7" fmla="*/ 2608489 h 2684689"/>
                  <a:gd name="connsiteX8" fmla="*/ 0 w 3341724"/>
                  <a:gd name="connsiteY8" fmla="*/ 1247775 h 2684689"/>
                  <a:gd name="connsiteX0" fmla="*/ 0 w 3317727"/>
                  <a:gd name="connsiteY0" fmla="*/ 1247775 h 2637064"/>
                  <a:gd name="connsiteX1" fmla="*/ 515258 w 3317727"/>
                  <a:gd name="connsiteY1" fmla="*/ 484414 h 2637064"/>
                  <a:gd name="connsiteX2" fmla="*/ 1115333 w 3317727"/>
                  <a:gd name="connsiteY2" fmla="*/ 93889 h 2637064"/>
                  <a:gd name="connsiteX3" fmla="*/ 1962603 w 3317727"/>
                  <a:gd name="connsiteY3" fmla="*/ 0 h 2637064"/>
                  <a:gd name="connsiteX4" fmla="*/ 2791733 w 3317727"/>
                  <a:gd name="connsiteY4" fmla="*/ 551090 h 2637064"/>
                  <a:gd name="connsiteX5" fmla="*/ 3144158 w 3317727"/>
                  <a:gd name="connsiteY5" fmla="*/ 1332140 h 2637064"/>
                  <a:gd name="connsiteX6" fmla="*/ 2715078 w 3317727"/>
                  <a:gd name="connsiteY6" fmla="*/ 2637064 h 2637064"/>
                  <a:gd name="connsiteX7" fmla="*/ 314325 w 3317727"/>
                  <a:gd name="connsiteY7" fmla="*/ 2608489 h 2637064"/>
                  <a:gd name="connsiteX8" fmla="*/ 0 w 3317727"/>
                  <a:gd name="connsiteY8" fmla="*/ 1247775 h 2637064"/>
                  <a:gd name="connsiteX0" fmla="*/ 0 w 3509473"/>
                  <a:gd name="connsiteY0" fmla="*/ 1247775 h 2637064"/>
                  <a:gd name="connsiteX1" fmla="*/ 515258 w 3509473"/>
                  <a:gd name="connsiteY1" fmla="*/ 484414 h 2637064"/>
                  <a:gd name="connsiteX2" fmla="*/ 1115333 w 3509473"/>
                  <a:gd name="connsiteY2" fmla="*/ 93889 h 2637064"/>
                  <a:gd name="connsiteX3" fmla="*/ 1962603 w 3509473"/>
                  <a:gd name="connsiteY3" fmla="*/ 0 h 2637064"/>
                  <a:gd name="connsiteX4" fmla="*/ 2791733 w 3509473"/>
                  <a:gd name="connsiteY4" fmla="*/ 551090 h 2637064"/>
                  <a:gd name="connsiteX5" fmla="*/ 3144158 w 3509473"/>
                  <a:gd name="connsiteY5" fmla="*/ 1332140 h 2637064"/>
                  <a:gd name="connsiteX6" fmla="*/ 2715078 w 3509473"/>
                  <a:gd name="connsiteY6" fmla="*/ 2637064 h 2637064"/>
                  <a:gd name="connsiteX7" fmla="*/ 314325 w 3509473"/>
                  <a:gd name="connsiteY7" fmla="*/ 2608489 h 2637064"/>
                  <a:gd name="connsiteX8" fmla="*/ 0 w 3509473"/>
                  <a:gd name="connsiteY8" fmla="*/ 1247775 h 2637064"/>
                  <a:gd name="connsiteX0" fmla="*/ 0 w 3479464"/>
                  <a:gd name="connsiteY0" fmla="*/ 1247775 h 2637064"/>
                  <a:gd name="connsiteX1" fmla="*/ 515258 w 3479464"/>
                  <a:gd name="connsiteY1" fmla="*/ 484414 h 2637064"/>
                  <a:gd name="connsiteX2" fmla="*/ 1115333 w 3479464"/>
                  <a:gd name="connsiteY2" fmla="*/ 93889 h 2637064"/>
                  <a:gd name="connsiteX3" fmla="*/ 1962603 w 3479464"/>
                  <a:gd name="connsiteY3" fmla="*/ 0 h 2637064"/>
                  <a:gd name="connsiteX4" fmla="*/ 2791733 w 3479464"/>
                  <a:gd name="connsiteY4" fmla="*/ 551090 h 2637064"/>
                  <a:gd name="connsiteX5" fmla="*/ 3144158 w 3479464"/>
                  <a:gd name="connsiteY5" fmla="*/ 1332140 h 2637064"/>
                  <a:gd name="connsiteX6" fmla="*/ 2715078 w 3479464"/>
                  <a:gd name="connsiteY6" fmla="*/ 2637064 h 2637064"/>
                  <a:gd name="connsiteX7" fmla="*/ 314325 w 3479464"/>
                  <a:gd name="connsiteY7" fmla="*/ 2608489 h 2637064"/>
                  <a:gd name="connsiteX8" fmla="*/ 0 w 3479464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247775 h 2637064"/>
                  <a:gd name="connsiteX1" fmla="*/ 515258 w 3506485"/>
                  <a:gd name="connsiteY1" fmla="*/ 484414 h 2637064"/>
                  <a:gd name="connsiteX2" fmla="*/ 1115333 w 3506485"/>
                  <a:gd name="connsiteY2" fmla="*/ 93889 h 2637064"/>
                  <a:gd name="connsiteX3" fmla="*/ 1962603 w 3506485"/>
                  <a:gd name="connsiteY3" fmla="*/ 0 h 2637064"/>
                  <a:gd name="connsiteX4" fmla="*/ 2791733 w 3506485"/>
                  <a:gd name="connsiteY4" fmla="*/ 551090 h 2637064"/>
                  <a:gd name="connsiteX5" fmla="*/ 3144158 w 3506485"/>
                  <a:gd name="connsiteY5" fmla="*/ 1332140 h 2637064"/>
                  <a:gd name="connsiteX6" fmla="*/ 2715078 w 3506485"/>
                  <a:gd name="connsiteY6" fmla="*/ 2637064 h 2637064"/>
                  <a:gd name="connsiteX7" fmla="*/ 314325 w 3506485"/>
                  <a:gd name="connsiteY7" fmla="*/ 2608489 h 2637064"/>
                  <a:gd name="connsiteX8" fmla="*/ 0 w 3506485"/>
                  <a:gd name="connsiteY8" fmla="*/ 1247775 h 2637064"/>
                  <a:gd name="connsiteX0" fmla="*/ 0 w 3506485"/>
                  <a:gd name="connsiteY0" fmla="*/ 1320468 h 2709757"/>
                  <a:gd name="connsiteX1" fmla="*/ 515258 w 3506485"/>
                  <a:gd name="connsiteY1" fmla="*/ 557107 h 2709757"/>
                  <a:gd name="connsiteX2" fmla="*/ 1115333 w 3506485"/>
                  <a:gd name="connsiteY2" fmla="*/ 166582 h 2709757"/>
                  <a:gd name="connsiteX3" fmla="*/ 1962603 w 3506485"/>
                  <a:gd name="connsiteY3" fmla="*/ 72693 h 2709757"/>
                  <a:gd name="connsiteX4" fmla="*/ 2791733 w 3506485"/>
                  <a:gd name="connsiteY4" fmla="*/ 623783 h 2709757"/>
                  <a:gd name="connsiteX5" fmla="*/ 3144158 w 3506485"/>
                  <a:gd name="connsiteY5" fmla="*/ 1404833 h 2709757"/>
                  <a:gd name="connsiteX6" fmla="*/ 2715078 w 3506485"/>
                  <a:gd name="connsiteY6" fmla="*/ 2709757 h 2709757"/>
                  <a:gd name="connsiteX7" fmla="*/ 314325 w 3506485"/>
                  <a:gd name="connsiteY7" fmla="*/ 2681182 h 2709757"/>
                  <a:gd name="connsiteX8" fmla="*/ 0 w 3506485"/>
                  <a:gd name="connsiteY8" fmla="*/ 1320468 h 2709757"/>
                  <a:gd name="connsiteX0" fmla="*/ 0 w 3506485"/>
                  <a:gd name="connsiteY0" fmla="*/ 1432085 h 2821374"/>
                  <a:gd name="connsiteX1" fmla="*/ 515258 w 3506485"/>
                  <a:gd name="connsiteY1" fmla="*/ 668724 h 2821374"/>
                  <a:gd name="connsiteX2" fmla="*/ 1115333 w 3506485"/>
                  <a:gd name="connsiteY2" fmla="*/ 278199 h 2821374"/>
                  <a:gd name="connsiteX3" fmla="*/ 1962603 w 3506485"/>
                  <a:gd name="connsiteY3" fmla="*/ 184310 h 2821374"/>
                  <a:gd name="connsiteX4" fmla="*/ 2791733 w 3506485"/>
                  <a:gd name="connsiteY4" fmla="*/ 735400 h 2821374"/>
                  <a:gd name="connsiteX5" fmla="*/ 3144158 w 3506485"/>
                  <a:gd name="connsiteY5" fmla="*/ 1516450 h 2821374"/>
                  <a:gd name="connsiteX6" fmla="*/ 2715078 w 3506485"/>
                  <a:gd name="connsiteY6" fmla="*/ 2821374 h 2821374"/>
                  <a:gd name="connsiteX7" fmla="*/ 314325 w 3506485"/>
                  <a:gd name="connsiteY7" fmla="*/ 2792799 h 2821374"/>
                  <a:gd name="connsiteX8" fmla="*/ 0 w 3506485"/>
                  <a:gd name="connsiteY8" fmla="*/ 1432085 h 2821374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0 w 3506485"/>
                  <a:gd name="connsiteY0" fmla="*/ 1483060 h 2872349"/>
                  <a:gd name="connsiteX1" fmla="*/ 515258 w 3506485"/>
                  <a:gd name="connsiteY1" fmla="*/ 719699 h 2872349"/>
                  <a:gd name="connsiteX2" fmla="*/ 1115333 w 3506485"/>
                  <a:gd name="connsiteY2" fmla="*/ 329174 h 2872349"/>
                  <a:gd name="connsiteX3" fmla="*/ 1962603 w 3506485"/>
                  <a:gd name="connsiteY3" fmla="*/ 235285 h 2872349"/>
                  <a:gd name="connsiteX4" fmla="*/ 2791733 w 3506485"/>
                  <a:gd name="connsiteY4" fmla="*/ 786375 h 2872349"/>
                  <a:gd name="connsiteX5" fmla="*/ 3144158 w 3506485"/>
                  <a:gd name="connsiteY5" fmla="*/ 1567425 h 2872349"/>
                  <a:gd name="connsiteX6" fmla="*/ 2715078 w 3506485"/>
                  <a:gd name="connsiteY6" fmla="*/ 2872349 h 2872349"/>
                  <a:gd name="connsiteX7" fmla="*/ 314325 w 3506485"/>
                  <a:gd name="connsiteY7" fmla="*/ 2843774 h 2872349"/>
                  <a:gd name="connsiteX8" fmla="*/ 0 w 3506485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361444 w 3553604"/>
                  <a:gd name="connsiteY7" fmla="*/ 2843774 h 2872349"/>
                  <a:gd name="connsiteX8" fmla="*/ 47119 w 3553604"/>
                  <a:gd name="connsiteY8" fmla="*/ 1483060 h 2872349"/>
                  <a:gd name="connsiteX0" fmla="*/ 47119 w 3553604"/>
                  <a:gd name="connsiteY0" fmla="*/ 1483060 h 2872349"/>
                  <a:gd name="connsiteX1" fmla="*/ 562377 w 3553604"/>
                  <a:gd name="connsiteY1" fmla="*/ 719699 h 2872349"/>
                  <a:gd name="connsiteX2" fmla="*/ 1162452 w 3553604"/>
                  <a:gd name="connsiteY2" fmla="*/ 329174 h 2872349"/>
                  <a:gd name="connsiteX3" fmla="*/ 2009722 w 3553604"/>
                  <a:gd name="connsiteY3" fmla="*/ 235285 h 2872349"/>
                  <a:gd name="connsiteX4" fmla="*/ 2838852 w 3553604"/>
                  <a:gd name="connsiteY4" fmla="*/ 786375 h 2872349"/>
                  <a:gd name="connsiteX5" fmla="*/ 3191277 w 3553604"/>
                  <a:gd name="connsiteY5" fmla="*/ 1567425 h 2872349"/>
                  <a:gd name="connsiteX6" fmla="*/ 2762197 w 3553604"/>
                  <a:gd name="connsiteY6" fmla="*/ 2872349 h 2872349"/>
                  <a:gd name="connsiteX7" fmla="*/ 409069 w 3553604"/>
                  <a:gd name="connsiteY7" fmla="*/ 2786624 h 2872349"/>
                  <a:gd name="connsiteX8" fmla="*/ 47119 w 3553604"/>
                  <a:gd name="connsiteY8" fmla="*/ 1483060 h 2872349"/>
                  <a:gd name="connsiteX0" fmla="*/ 73312 w 3579797"/>
                  <a:gd name="connsiteY0" fmla="*/ 1483060 h 2872349"/>
                  <a:gd name="connsiteX1" fmla="*/ 588570 w 3579797"/>
                  <a:gd name="connsiteY1" fmla="*/ 719699 h 2872349"/>
                  <a:gd name="connsiteX2" fmla="*/ 1188645 w 3579797"/>
                  <a:gd name="connsiteY2" fmla="*/ 329174 h 2872349"/>
                  <a:gd name="connsiteX3" fmla="*/ 2035915 w 3579797"/>
                  <a:gd name="connsiteY3" fmla="*/ 235285 h 2872349"/>
                  <a:gd name="connsiteX4" fmla="*/ 2865045 w 3579797"/>
                  <a:gd name="connsiteY4" fmla="*/ 786375 h 2872349"/>
                  <a:gd name="connsiteX5" fmla="*/ 3217470 w 3579797"/>
                  <a:gd name="connsiteY5" fmla="*/ 1567425 h 2872349"/>
                  <a:gd name="connsiteX6" fmla="*/ 2788390 w 3579797"/>
                  <a:gd name="connsiteY6" fmla="*/ 2872349 h 2872349"/>
                  <a:gd name="connsiteX7" fmla="*/ 435262 w 3579797"/>
                  <a:gd name="connsiteY7" fmla="*/ 2786624 h 2872349"/>
                  <a:gd name="connsiteX8" fmla="*/ 73312 w 3579797"/>
                  <a:gd name="connsiteY8" fmla="*/ 1483060 h 2872349"/>
                  <a:gd name="connsiteX0" fmla="*/ 302951 w 3809436"/>
                  <a:gd name="connsiteY0" fmla="*/ 1483060 h 2872349"/>
                  <a:gd name="connsiteX1" fmla="*/ 818209 w 3809436"/>
                  <a:gd name="connsiteY1" fmla="*/ 719699 h 2872349"/>
                  <a:gd name="connsiteX2" fmla="*/ 1418284 w 3809436"/>
                  <a:gd name="connsiteY2" fmla="*/ 329174 h 2872349"/>
                  <a:gd name="connsiteX3" fmla="*/ 2265554 w 3809436"/>
                  <a:gd name="connsiteY3" fmla="*/ 235285 h 2872349"/>
                  <a:gd name="connsiteX4" fmla="*/ 3094684 w 3809436"/>
                  <a:gd name="connsiteY4" fmla="*/ 786375 h 2872349"/>
                  <a:gd name="connsiteX5" fmla="*/ 3447109 w 3809436"/>
                  <a:gd name="connsiteY5" fmla="*/ 1567425 h 2872349"/>
                  <a:gd name="connsiteX6" fmla="*/ 3018029 w 3809436"/>
                  <a:gd name="connsiteY6" fmla="*/ 2872349 h 2872349"/>
                  <a:gd name="connsiteX7" fmla="*/ 664901 w 3809436"/>
                  <a:gd name="connsiteY7" fmla="*/ 2786624 h 2872349"/>
                  <a:gd name="connsiteX8" fmla="*/ 302951 w 3809436"/>
                  <a:gd name="connsiteY8" fmla="*/ 1483060 h 2872349"/>
                  <a:gd name="connsiteX0" fmla="*/ 101365 w 3607850"/>
                  <a:gd name="connsiteY0" fmla="*/ 1483060 h 2872349"/>
                  <a:gd name="connsiteX1" fmla="*/ 616623 w 3607850"/>
                  <a:gd name="connsiteY1" fmla="*/ 719699 h 2872349"/>
                  <a:gd name="connsiteX2" fmla="*/ 1216698 w 3607850"/>
                  <a:gd name="connsiteY2" fmla="*/ 329174 h 2872349"/>
                  <a:gd name="connsiteX3" fmla="*/ 2063968 w 3607850"/>
                  <a:gd name="connsiteY3" fmla="*/ 235285 h 2872349"/>
                  <a:gd name="connsiteX4" fmla="*/ 2893098 w 3607850"/>
                  <a:gd name="connsiteY4" fmla="*/ 786375 h 2872349"/>
                  <a:gd name="connsiteX5" fmla="*/ 3245523 w 3607850"/>
                  <a:gd name="connsiteY5" fmla="*/ 1567425 h 2872349"/>
                  <a:gd name="connsiteX6" fmla="*/ 2816443 w 3607850"/>
                  <a:gd name="connsiteY6" fmla="*/ 2872349 h 2872349"/>
                  <a:gd name="connsiteX7" fmla="*/ 1691368 w 3607850"/>
                  <a:gd name="connsiteY7" fmla="*/ 2814694 h 2872349"/>
                  <a:gd name="connsiteX8" fmla="*/ 101365 w 3607850"/>
                  <a:gd name="connsiteY8" fmla="*/ 1483060 h 2872349"/>
                  <a:gd name="connsiteX0" fmla="*/ 140561 w 3647046"/>
                  <a:gd name="connsiteY0" fmla="*/ 1483060 h 2872349"/>
                  <a:gd name="connsiteX1" fmla="*/ 655819 w 3647046"/>
                  <a:gd name="connsiteY1" fmla="*/ 719699 h 2872349"/>
                  <a:gd name="connsiteX2" fmla="*/ 1255894 w 3647046"/>
                  <a:gd name="connsiteY2" fmla="*/ 329174 h 2872349"/>
                  <a:gd name="connsiteX3" fmla="*/ 2103164 w 3647046"/>
                  <a:gd name="connsiteY3" fmla="*/ 235285 h 2872349"/>
                  <a:gd name="connsiteX4" fmla="*/ 2932294 w 3647046"/>
                  <a:gd name="connsiteY4" fmla="*/ 786375 h 2872349"/>
                  <a:gd name="connsiteX5" fmla="*/ 3284719 w 3647046"/>
                  <a:gd name="connsiteY5" fmla="*/ 1567425 h 2872349"/>
                  <a:gd name="connsiteX6" fmla="*/ 2855639 w 3647046"/>
                  <a:gd name="connsiteY6" fmla="*/ 2872349 h 2872349"/>
                  <a:gd name="connsiteX7" fmla="*/ 1730564 w 3647046"/>
                  <a:gd name="connsiteY7" fmla="*/ 2814694 h 2872349"/>
                  <a:gd name="connsiteX8" fmla="*/ 140561 w 3647046"/>
                  <a:gd name="connsiteY8" fmla="*/ 1483060 h 2872349"/>
                  <a:gd name="connsiteX0" fmla="*/ 182971 w 3689456"/>
                  <a:gd name="connsiteY0" fmla="*/ 1483060 h 2872349"/>
                  <a:gd name="connsiteX1" fmla="*/ 698229 w 3689456"/>
                  <a:gd name="connsiteY1" fmla="*/ 719699 h 2872349"/>
                  <a:gd name="connsiteX2" fmla="*/ 1298304 w 3689456"/>
                  <a:gd name="connsiteY2" fmla="*/ 329174 h 2872349"/>
                  <a:gd name="connsiteX3" fmla="*/ 2145574 w 3689456"/>
                  <a:gd name="connsiteY3" fmla="*/ 235285 h 2872349"/>
                  <a:gd name="connsiteX4" fmla="*/ 2974704 w 3689456"/>
                  <a:gd name="connsiteY4" fmla="*/ 786375 h 2872349"/>
                  <a:gd name="connsiteX5" fmla="*/ 3327129 w 3689456"/>
                  <a:gd name="connsiteY5" fmla="*/ 1567425 h 2872349"/>
                  <a:gd name="connsiteX6" fmla="*/ 2898049 w 3689456"/>
                  <a:gd name="connsiteY6" fmla="*/ 2872349 h 2872349"/>
                  <a:gd name="connsiteX7" fmla="*/ 1772974 w 3689456"/>
                  <a:gd name="connsiteY7" fmla="*/ 2814694 h 2872349"/>
                  <a:gd name="connsiteX8" fmla="*/ 182971 w 3689456"/>
                  <a:gd name="connsiteY8" fmla="*/ 1483060 h 2872349"/>
                  <a:gd name="connsiteX0" fmla="*/ 202593 w 3709078"/>
                  <a:gd name="connsiteY0" fmla="*/ 1483060 h 2872349"/>
                  <a:gd name="connsiteX1" fmla="*/ 717851 w 3709078"/>
                  <a:gd name="connsiteY1" fmla="*/ 719699 h 2872349"/>
                  <a:gd name="connsiteX2" fmla="*/ 1317926 w 3709078"/>
                  <a:gd name="connsiteY2" fmla="*/ 329174 h 2872349"/>
                  <a:gd name="connsiteX3" fmla="*/ 2165196 w 3709078"/>
                  <a:gd name="connsiteY3" fmla="*/ 235285 h 2872349"/>
                  <a:gd name="connsiteX4" fmla="*/ 2994326 w 3709078"/>
                  <a:gd name="connsiteY4" fmla="*/ 786375 h 2872349"/>
                  <a:gd name="connsiteX5" fmla="*/ 3346751 w 3709078"/>
                  <a:gd name="connsiteY5" fmla="*/ 1567425 h 2872349"/>
                  <a:gd name="connsiteX6" fmla="*/ 2917671 w 3709078"/>
                  <a:gd name="connsiteY6" fmla="*/ 2872349 h 2872349"/>
                  <a:gd name="connsiteX7" fmla="*/ 1792596 w 3709078"/>
                  <a:gd name="connsiteY7" fmla="*/ 2814694 h 2872349"/>
                  <a:gd name="connsiteX8" fmla="*/ 202593 w 3709078"/>
                  <a:gd name="connsiteY8" fmla="*/ 1483060 h 2872349"/>
                  <a:gd name="connsiteX0" fmla="*/ 202593 w 3476865"/>
                  <a:gd name="connsiteY0" fmla="*/ 1483060 h 2822356"/>
                  <a:gd name="connsiteX1" fmla="*/ 717851 w 3476865"/>
                  <a:gd name="connsiteY1" fmla="*/ 719699 h 2822356"/>
                  <a:gd name="connsiteX2" fmla="*/ 1317926 w 3476865"/>
                  <a:gd name="connsiteY2" fmla="*/ 329174 h 2822356"/>
                  <a:gd name="connsiteX3" fmla="*/ 2165196 w 3476865"/>
                  <a:gd name="connsiteY3" fmla="*/ 235285 h 2822356"/>
                  <a:gd name="connsiteX4" fmla="*/ 2994326 w 3476865"/>
                  <a:gd name="connsiteY4" fmla="*/ 786375 h 2822356"/>
                  <a:gd name="connsiteX5" fmla="*/ 3346751 w 3476865"/>
                  <a:gd name="connsiteY5" fmla="*/ 1567425 h 2822356"/>
                  <a:gd name="connsiteX6" fmla="*/ 1858036 w 3476865"/>
                  <a:gd name="connsiteY6" fmla="*/ 2809192 h 2822356"/>
                  <a:gd name="connsiteX7" fmla="*/ 1792596 w 3476865"/>
                  <a:gd name="connsiteY7" fmla="*/ 2814694 h 2822356"/>
                  <a:gd name="connsiteX8" fmla="*/ 202593 w 3476865"/>
                  <a:gd name="connsiteY8" fmla="*/ 1483060 h 2822356"/>
                  <a:gd name="connsiteX0" fmla="*/ 202593 w 3530392"/>
                  <a:gd name="connsiteY0" fmla="*/ 1483060 h 2822356"/>
                  <a:gd name="connsiteX1" fmla="*/ 717851 w 3530392"/>
                  <a:gd name="connsiteY1" fmla="*/ 719699 h 2822356"/>
                  <a:gd name="connsiteX2" fmla="*/ 1317926 w 3530392"/>
                  <a:gd name="connsiteY2" fmla="*/ 329174 h 2822356"/>
                  <a:gd name="connsiteX3" fmla="*/ 2165196 w 3530392"/>
                  <a:gd name="connsiteY3" fmla="*/ 235285 h 2822356"/>
                  <a:gd name="connsiteX4" fmla="*/ 2994326 w 3530392"/>
                  <a:gd name="connsiteY4" fmla="*/ 786375 h 2822356"/>
                  <a:gd name="connsiteX5" fmla="*/ 3346751 w 3530392"/>
                  <a:gd name="connsiteY5" fmla="*/ 1567425 h 2822356"/>
                  <a:gd name="connsiteX6" fmla="*/ 1858036 w 3530392"/>
                  <a:gd name="connsiteY6" fmla="*/ 2809192 h 2822356"/>
                  <a:gd name="connsiteX7" fmla="*/ 1792596 w 3530392"/>
                  <a:gd name="connsiteY7" fmla="*/ 2814694 h 2822356"/>
                  <a:gd name="connsiteX8" fmla="*/ 202593 w 3530392"/>
                  <a:gd name="connsiteY8" fmla="*/ 1483060 h 2822356"/>
                  <a:gd name="connsiteX0" fmla="*/ 202593 w 3593316"/>
                  <a:gd name="connsiteY0" fmla="*/ 1483060 h 2822356"/>
                  <a:gd name="connsiteX1" fmla="*/ 717851 w 3593316"/>
                  <a:gd name="connsiteY1" fmla="*/ 719699 h 2822356"/>
                  <a:gd name="connsiteX2" fmla="*/ 1317926 w 3593316"/>
                  <a:gd name="connsiteY2" fmla="*/ 329174 h 2822356"/>
                  <a:gd name="connsiteX3" fmla="*/ 2165196 w 3593316"/>
                  <a:gd name="connsiteY3" fmla="*/ 235285 h 2822356"/>
                  <a:gd name="connsiteX4" fmla="*/ 2994326 w 3593316"/>
                  <a:gd name="connsiteY4" fmla="*/ 786375 h 2822356"/>
                  <a:gd name="connsiteX5" fmla="*/ 3346751 w 3593316"/>
                  <a:gd name="connsiteY5" fmla="*/ 1567425 h 2822356"/>
                  <a:gd name="connsiteX6" fmla="*/ 1858036 w 3593316"/>
                  <a:gd name="connsiteY6" fmla="*/ 2809192 h 2822356"/>
                  <a:gd name="connsiteX7" fmla="*/ 1792596 w 3593316"/>
                  <a:gd name="connsiteY7" fmla="*/ 2814694 h 2822356"/>
                  <a:gd name="connsiteX8" fmla="*/ 202593 w 3593316"/>
                  <a:gd name="connsiteY8" fmla="*/ 1483060 h 2822356"/>
                  <a:gd name="connsiteX0" fmla="*/ 202593 w 3601095"/>
                  <a:gd name="connsiteY0" fmla="*/ 1483060 h 2822356"/>
                  <a:gd name="connsiteX1" fmla="*/ 717851 w 3601095"/>
                  <a:gd name="connsiteY1" fmla="*/ 719699 h 2822356"/>
                  <a:gd name="connsiteX2" fmla="*/ 1317926 w 3601095"/>
                  <a:gd name="connsiteY2" fmla="*/ 329174 h 2822356"/>
                  <a:gd name="connsiteX3" fmla="*/ 2165196 w 3601095"/>
                  <a:gd name="connsiteY3" fmla="*/ 235285 h 2822356"/>
                  <a:gd name="connsiteX4" fmla="*/ 2994326 w 3601095"/>
                  <a:gd name="connsiteY4" fmla="*/ 786375 h 2822356"/>
                  <a:gd name="connsiteX5" fmla="*/ 3346751 w 3601095"/>
                  <a:gd name="connsiteY5" fmla="*/ 1567425 h 2822356"/>
                  <a:gd name="connsiteX6" fmla="*/ 1858036 w 3601095"/>
                  <a:gd name="connsiteY6" fmla="*/ 2809192 h 2822356"/>
                  <a:gd name="connsiteX7" fmla="*/ 1792596 w 3601095"/>
                  <a:gd name="connsiteY7" fmla="*/ 2814694 h 2822356"/>
                  <a:gd name="connsiteX8" fmla="*/ 202593 w 3601095"/>
                  <a:gd name="connsiteY8" fmla="*/ 1483060 h 2822356"/>
                  <a:gd name="connsiteX0" fmla="*/ 202593 w 3601095"/>
                  <a:gd name="connsiteY0" fmla="*/ 1483060 h 2821250"/>
                  <a:gd name="connsiteX1" fmla="*/ 717851 w 3601095"/>
                  <a:gd name="connsiteY1" fmla="*/ 719699 h 2821250"/>
                  <a:gd name="connsiteX2" fmla="*/ 1317926 w 3601095"/>
                  <a:gd name="connsiteY2" fmla="*/ 329174 h 2821250"/>
                  <a:gd name="connsiteX3" fmla="*/ 2165196 w 3601095"/>
                  <a:gd name="connsiteY3" fmla="*/ 235285 h 2821250"/>
                  <a:gd name="connsiteX4" fmla="*/ 2994326 w 3601095"/>
                  <a:gd name="connsiteY4" fmla="*/ 786375 h 2821250"/>
                  <a:gd name="connsiteX5" fmla="*/ 3346751 w 3601095"/>
                  <a:gd name="connsiteY5" fmla="*/ 1567425 h 2821250"/>
                  <a:gd name="connsiteX6" fmla="*/ 1858036 w 3601095"/>
                  <a:gd name="connsiteY6" fmla="*/ 2809192 h 2821250"/>
                  <a:gd name="connsiteX7" fmla="*/ 1792596 w 3601095"/>
                  <a:gd name="connsiteY7" fmla="*/ 2814694 h 2821250"/>
                  <a:gd name="connsiteX8" fmla="*/ 202593 w 3601095"/>
                  <a:gd name="connsiteY8" fmla="*/ 1483060 h 2821250"/>
                  <a:gd name="connsiteX0" fmla="*/ 202593 w 3601095"/>
                  <a:gd name="connsiteY0" fmla="*/ 1483060 h 2823984"/>
                  <a:gd name="connsiteX1" fmla="*/ 717851 w 3601095"/>
                  <a:gd name="connsiteY1" fmla="*/ 719699 h 2823984"/>
                  <a:gd name="connsiteX2" fmla="*/ 1317926 w 3601095"/>
                  <a:gd name="connsiteY2" fmla="*/ 329174 h 2823984"/>
                  <a:gd name="connsiteX3" fmla="*/ 2165196 w 3601095"/>
                  <a:gd name="connsiteY3" fmla="*/ 235285 h 2823984"/>
                  <a:gd name="connsiteX4" fmla="*/ 2994326 w 3601095"/>
                  <a:gd name="connsiteY4" fmla="*/ 786375 h 2823984"/>
                  <a:gd name="connsiteX5" fmla="*/ 3346751 w 3601095"/>
                  <a:gd name="connsiteY5" fmla="*/ 1567425 h 2823984"/>
                  <a:gd name="connsiteX6" fmla="*/ 1858036 w 3601095"/>
                  <a:gd name="connsiteY6" fmla="*/ 2809192 h 2823984"/>
                  <a:gd name="connsiteX7" fmla="*/ 1792596 w 3601095"/>
                  <a:gd name="connsiteY7" fmla="*/ 2814694 h 2823984"/>
                  <a:gd name="connsiteX8" fmla="*/ 202593 w 3601095"/>
                  <a:gd name="connsiteY8" fmla="*/ 1483060 h 2823984"/>
                  <a:gd name="connsiteX0" fmla="*/ 202593 w 3601095"/>
                  <a:gd name="connsiteY0" fmla="*/ 1483060 h 2814862"/>
                  <a:gd name="connsiteX1" fmla="*/ 717851 w 3601095"/>
                  <a:gd name="connsiteY1" fmla="*/ 719699 h 2814862"/>
                  <a:gd name="connsiteX2" fmla="*/ 1317926 w 3601095"/>
                  <a:gd name="connsiteY2" fmla="*/ 329174 h 2814862"/>
                  <a:gd name="connsiteX3" fmla="*/ 2165196 w 3601095"/>
                  <a:gd name="connsiteY3" fmla="*/ 235285 h 2814862"/>
                  <a:gd name="connsiteX4" fmla="*/ 2994326 w 3601095"/>
                  <a:gd name="connsiteY4" fmla="*/ 786375 h 2814862"/>
                  <a:gd name="connsiteX5" fmla="*/ 3346751 w 3601095"/>
                  <a:gd name="connsiteY5" fmla="*/ 1567425 h 2814862"/>
                  <a:gd name="connsiteX6" fmla="*/ 1858036 w 3601095"/>
                  <a:gd name="connsiteY6" fmla="*/ 2809192 h 2814862"/>
                  <a:gd name="connsiteX7" fmla="*/ 1792596 w 3601095"/>
                  <a:gd name="connsiteY7" fmla="*/ 2814694 h 2814862"/>
                  <a:gd name="connsiteX8" fmla="*/ 202593 w 3601095"/>
                  <a:gd name="connsiteY8" fmla="*/ 1483060 h 2814862"/>
                  <a:gd name="connsiteX0" fmla="*/ 202593 w 3588751"/>
                  <a:gd name="connsiteY0" fmla="*/ 1483060 h 2814862"/>
                  <a:gd name="connsiteX1" fmla="*/ 717851 w 3588751"/>
                  <a:gd name="connsiteY1" fmla="*/ 719699 h 2814862"/>
                  <a:gd name="connsiteX2" fmla="*/ 1317926 w 3588751"/>
                  <a:gd name="connsiteY2" fmla="*/ 329174 h 2814862"/>
                  <a:gd name="connsiteX3" fmla="*/ 2165196 w 3588751"/>
                  <a:gd name="connsiteY3" fmla="*/ 235285 h 2814862"/>
                  <a:gd name="connsiteX4" fmla="*/ 2994326 w 3588751"/>
                  <a:gd name="connsiteY4" fmla="*/ 786375 h 2814862"/>
                  <a:gd name="connsiteX5" fmla="*/ 3346751 w 3588751"/>
                  <a:gd name="connsiteY5" fmla="*/ 1567425 h 2814862"/>
                  <a:gd name="connsiteX6" fmla="*/ 1858036 w 3588751"/>
                  <a:gd name="connsiteY6" fmla="*/ 2809192 h 2814862"/>
                  <a:gd name="connsiteX7" fmla="*/ 1792596 w 3588751"/>
                  <a:gd name="connsiteY7" fmla="*/ 2814694 h 2814862"/>
                  <a:gd name="connsiteX8" fmla="*/ 202593 w 3588751"/>
                  <a:gd name="connsiteY8" fmla="*/ 1483060 h 2814862"/>
                  <a:gd name="connsiteX0" fmla="*/ 182208 w 3568366"/>
                  <a:gd name="connsiteY0" fmla="*/ 1483060 h 2814862"/>
                  <a:gd name="connsiteX1" fmla="*/ 697466 w 3568366"/>
                  <a:gd name="connsiteY1" fmla="*/ 719699 h 2814862"/>
                  <a:gd name="connsiteX2" fmla="*/ 1297541 w 3568366"/>
                  <a:gd name="connsiteY2" fmla="*/ 329174 h 2814862"/>
                  <a:gd name="connsiteX3" fmla="*/ 2144811 w 3568366"/>
                  <a:gd name="connsiteY3" fmla="*/ 235285 h 2814862"/>
                  <a:gd name="connsiteX4" fmla="*/ 2973941 w 3568366"/>
                  <a:gd name="connsiteY4" fmla="*/ 786375 h 2814862"/>
                  <a:gd name="connsiteX5" fmla="*/ 3326366 w 3568366"/>
                  <a:gd name="connsiteY5" fmla="*/ 1567425 h 2814862"/>
                  <a:gd name="connsiteX6" fmla="*/ 1837651 w 3568366"/>
                  <a:gd name="connsiteY6" fmla="*/ 2809192 h 2814862"/>
                  <a:gd name="connsiteX7" fmla="*/ 1772211 w 3568366"/>
                  <a:gd name="connsiteY7" fmla="*/ 2814694 h 2814862"/>
                  <a:gd name="connsiteX8" fmla="*/ 182208 w 3568366"/>
                  <a:gd name="connsiteY8" fmla="*/ 1483060 h 2814862"/>
                  <a:gd name="connsiteX0" fmla="*/ 182208 w 3559837"/>
                  <a:gd name="connsiteY0" fmla="*/ 1483060 h 2814862"/>
                  <a:gd name="connsiteX1" fmla="*/ 697466 w 3559837"/>
                  <a:gd name="connsiteY1" fmla="*/ 719699 h 2814862"/>
                  <a:gd name="connsiteX2" fmla="*/ 1297541 w 3559837"/>
                  <a:gd name="connsiteY2" fmla="*/ 329174 h 2814862"/>
                  <a:gd name="connsiteX3" fmla="*/ 2144811 w 3559837"/>
                  <a:gd name="connsiteY3" fmla="*/ 235285 h 2814862"/>
                  <a:gd name="connsiteX4" fmla="*/ 2973941 w 3559837"/>
                  <a:gd name="connsiteY4" fmla="*/ 786375 h 2814862"/>
                  <a:gd name="connsiteX5" fmla="*/ 3326366 w 3559837"/>
                  <a:gd name="connsiteY5" fmla="*/ 1567425 h 2814862"/>
                  <a:gd name="connsiteX6" fmla="*/ 1837651 w 3559837"/>
                  <a:gd name="connsiteY6" fmla="*/ 2809192 h 2814862"/>
                  <a:gd name="connsiteX7" fmla="*/ 1772211 w 3559837"/>
                  <a:gd name="connsiteY7" fmla="*/ 2814694 h 2814862"/>
                  <a:gd name="connsiteX8" fmla="*/ 182208 w 3559837"/>
                  <a:gd name="connsiteY8" fmla="*/ 1483060 h 2814862"/>
                  <a:gd name="connsiteX0" fmla="*/ 182208 w 3526534"/>
                  <a:gd name="connsiteY0" fmla="*/ 1483060 h 2814862"/>
                  <a:gd name="connsiteX1" fmla="*/ 697466 w 3526534"/>
                  <a:gd name="connsiteY1" fmla="*/ 719699 h 2814862"/>
                  <a:gd name="connsiteX2" fmla="*/ 1297541 w 3526534"/>
                  <a:gd name="connsiteY2" fmla="*/ 329174 h 2814862"/>
                  <a:gd name="connsiteX3" fmla="*/ 2144811 w 3526534"/>
                  <a:gd name="connsiteY3" fmla="*/ 235285 h 2814862"/>
                  <a:gd name="connsiteX4" fmla="*/ 2973941 w 3526534"/>
                  <a:gd name="connsiteY4" fmla="*/ 786375 h 2814862"/>
                  <a:gd name="connsiteX5" fmla="*/ 3326366 w 3526534"/>
                  <a:gd name="connsiteY5" fmla="*/ 1567425 h 2814862"/>
                  <a:gd name="connsiteX6" fmla="*/ 1837651 w 3526534"/>
                  <a:gd name="connsiteY6" fmla="*/ 2809192 h 2814862"/>
                  <a:gd name="connsiteX7" fmla="*/ 1772211 w 3526534"/>
                  <a:gd name="connsiteY7" fmla="*/ 2814694 h 2814862"/>
                  <a:gd name="connsiteX8" fmla="*/ 182208 w 3526534"/>
                  <a:gd name="connsiteY8" fmla="*/ 1483060 h 2814862"/>
                  <a:gd name="connsiteX0" fmla="*/ 182208 w 3530958"/>
                  <a:gd name="connsiteY0" fmla="*/ 1483060 h 2814862"/>
                  <a:gd name="connsiteX1" fmla="*/ 697466 w 3530958"/>
                  <a:gd name="connsiteY1" fmla="*/ 719699 h 2814862"/>
                  <a:gd name="connsiteX2" fmla="*/ 1297541 w 3530958"/>
                  <a:gd name="connsiteY2" fmla="*/ 329174 h 2814862"/>
                  <a:gd name="connsiteX3" fmla="*/ 2144811 w 3530958"/>
                  <a:gd name="connsiteY3" fmla="*/ 235285 h 2814862"/>
                  <a:gd name="connsiteX4" fmla="*/ 2973941 w 3530958"/>
                  <a:gd name="connsiteY4" fmla="*/ 786375 h 2814862"/>
                  <a:gd name="connsiteX5" fmla="*/ 3326366 w 3530958"/>
                  <a:gd name="connsiteY5" fmla="*/ 1567425 h 2814862"/>
                  <a:gd name="connsiteX6" fmla="*/ 1837651 w 3530958"/>
                  <a:gd name="connsiteY6" fmla="*/ 2809192 h 2814862"/>
                  <a:gd name="connsiteX7" fmla="*/ 1772211 w 3530958"/>
                  <a:gd name="connsiteY7" fmla="*/ 2814694 h 2814862"/>
                  <a:gd name="connsiteX8" fmla="*/ 182208 w 3530958"/>
                  <a:gd name="connsiteY8" fmla="*/ 1483060 h 2814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30958" h="2814862">
                    <a:moveTo>
                      <a:pt x="182208" y="1483060"/>
                    </a:moveTo>
                    <a:cubicBezTo>
                      <a:pt x="-7989" y="1085731"/>
                      <a:pt x="420938" y="678878"/>
                      <a:pt x="697466" y="719699"/>
                    </a:cubicBezTo>
                    <a:cubicBezTo>
                      <a:pt x="678416" y="418074"/>
                      <a:pt x="1078466" y="154549"/>
                      <a:pt x="1297541" y="329174"/>
                    </a:cubicBezTo>
                    <a:cubicBezTo>
                      <a:pt x="1646639" y="-254572"/>
                      <a:pt x="2081463" y="85606"/>
                      <a:pt x="2144811" y="235285"/>
                    </a:cubicBezTo>
                    <a:cubicBezTo>
                      <a:pt x="2900613" y="-50918"/>
                      <a:pt x="2980139" y="586803"/>
                      <a:pt x="2973941" y="786375"/>
                    </a:cubicBezTo>
                    <a:cubicBezTo>
                      <a:pt x="3545441" y="757800"/>
                      <a:pt x="3412091" y="1415025"/>
                      <a:pt x="3326366" y="1567425"/>
                    </a:cubicBezTo>
                    <a:cubicBezTo>
                      <a:pt x="3884588" y="1670103"/>
                      <a:pt x="3271848" y="2747352"/>
                      <a:pt x="1837651" y="2809192"/>
                    </a:cubicBezTo>
                    <a:cubicBezTo>
                      <a:pt x="1862913" y="2795530"/>
                      <a:pt x="1796072" y="2816954"/>
                      <a:pt x="1772211" y="2814694"/>
                    </a:cubicBezTo>
                    <a:cubicBezTo>
                      <a:pt x="119910" y="2707753"/>
                      <a:pt x="-287692" y="1631831"/>
                      <a:pt x="182208" y="148306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30229EB6-09FB-ED98-081A-B6177AFB103A}"/>
                  </a:ext>
                </a:extLst>
              </p:cNvPr>
              <p:cNvSpPr/>
              <p:nvPr/>
            </p:nvSpPr>
            <p:spPr>
              <a:xfrm>
                <a:off x="4393920" y="1849390"/>
                <a:ext cx="514631" cy="2268585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42519 w 490697"/>
                  <a:gd name="connsiteY0" fmla="*/ 0 h 2305050"/>
                  <a:gd name="connsiteX1" fmla="*/ 442569 w 490697"/>
                  <a:gd name="connsiteY1" fmla="*/ 2305050 h 2305050"/>
                  <a:gd name="connsiteX2" fmla="*/ 490697 w 490697"/>
                  <a:gd name="connsiteY2" fmla="*/ 227341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0" fmla="*/ 40251 w 470381"/>
                  <a:gd name="connsiteY0" fmla="*/ 0 h 2273410"/>
                  <a:gd name="connsiteX1" fmla="*/ 470381 w 470381"/>
                  <a:gd name="connsiteY1" fmla="*/ 2273410 h 2273410"/>
                  <a:gd name="connsiteX0" fmla="*/ 38999 w 487176"/>
                  <a:gd name="connsiteY0" fmla="*/ 0 h 2260754"/>
                  <a:gd name="connsiteX1" fmla="*/ 487177 w 487176"/>
                  <a:gd name="connsiteY1" fmla="*/ 2260754 h 2260754"/>
                  <a:gd name="connsiteX0" fmla="*/ 39382 w 487560"/>
                  <a:gd name="connsiteY0" fmla="*/ 0 h 2260754"/>
                  <a:gd name="connsiteX1" fmla="*/ 487560 w 487560"/>
                  <a:gd name="connsiteY1" fmla="*/ 2260754 h 2260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7560" h="2260754">
                    <a:moveTo>
                      <a:pt x="39382" y="0"/>
                    </a:moveTo>
                    <a:cubicBezTo>
                      <a:pt x="-132068" y="835025"/>
                      <a:pt x="300569" y="1802809"/>
                      <a:pt x="487560" y="2260754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FE299E2-B116-08C0-F168-4825B9BC5B83}"/>
                  </a:ext>
                </a:extLst>
              </p:cNvPr>
              <p:cNvSpPr/>
              <p:nvPr/>
            </p:nvSpPr>
            <p:spPr>
              <a:xfrm flipH="1">
                <a:off x="4922218" y="1789859"/>
                <a:ext cx="448445" cy="2321766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446954"/>
                  <a:gd name="connsiteY0" fmla="*/ 0 h 2381250"/>
                  <a:gd name="connsiteX1" fmla="*/ 402504 w 446954"/>
                  <a:gd name="connsiteY1" fmla="*/ 2381250 h 2381250"/>
                  <a:gd name="connsiteX2" fmla="*/ 446954 w 446954"/>
                  <a:gd name="connsiteY2" fmla="*/ 2330264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62695 w 448445"/>
                  <a:gd name="connsiteY0" fmla="*/ 0 h 2330264"/>
                  <a:gd name="connsiteX1" fmla="*/ 448445 w 448445"/>
                  <a:gd name="connsiteY1" fmla="*/ 2330264 h 2330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8445" h="2330264">
                    <a:moveTo>
                      <a:pt x="162695" y="0"/>
                    </a:moveTo>
                    <a:cubicBezTo>
                      <a:pt x="-265930" y="577850"/>
                      <a:pt x="267470" y="1657164"/>
                      <a:pt x="448445" y="2330264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6E42DF00-FFE8-1348-07A7-5F3E1FD7BDF4}"/>
                  </a:ext>
                </a:extLst>
              </p:cNvPr>
              <p:cNvSpPr/>
              <p:nvPr/>
            </p:nvSpPr>
            <p:spPr>
              <a:xfrm flipH="1">
                <a:off x="4931931" y="2285160"/>
                <a:ext cx="1023924" cy="1829640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999205"/>
                  <a:gd name="connsiteY0" fmla="*/ 0 h 1800528"/>
                  <a:gd name="connsiteX1" fmla="*/ 999205 w 999205"/>
                  <a:gd name="connsiteY1" fmla="*/ 1800528 h 1800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99205" h="1800528">
                    <a:moveTo>
                      <a:pt x="0" y="0"/>
                    </a:moveTo>
                    <a:cubicBezTo>
                      <a:pt x="66675" y="654050"/>
                      <a:pt x="370555" y="975028"/>
                      <a:pt x="999205" y="1800528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0CFFBA4-E6B6-72D4-2D88-6AA068B49AB5}"/>
                  </a:ext>
                </a:extLst>
              </p:cNvPr>
              <p:cNvSpPr/>
              <p:nvPr/>
            </p:nvSpPr>
            <p:spPr>
              <a:xfrm flipH="1">
                <a:off x="4950037" y="3002455"/>
                <a:ext cx="1313000" cy="1108667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1171575"/>
                  <a:gd name="connsiteY0" fmla="*/ 0 h 1190625"/>
                  <a:gd name="connsiteX1" fmla="*/ 1171575 w 1171575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  <a:gd name="connsiteX0" fmla="*/ 0 w 1276350"/>
                  <a:gd name="connsiteY0" fmla="*/ 0 h 1190625"/>
                  <a:gd name="connsiteX1" fmla="*/ 1276350 w 1276350"/>
                  <a:gd name="connsiteY1" fmla="*/ 1190625 h 1190625"/>
                  <a:gd name="connsiteX0" fmla="*/ 0 w 1334433"/>
                  <a:gd name="connsiteY0" fmla="*/ 0 h 1108116"/>
                  <a:gd name="connsiteX1" fmla="*/ 1334433 w 1334433"/>
                  <a:gd name="connsiteY1" fmla="*/ 1108116 h 1108116"/>
                  <a:gd name="connsiteX0" fmla="*/ 0 w 1334433"/>
                  <a:gd name="connsiteY0" fmla="*/ 0 h 1108116"/>
                  <a:gd name="connsiteX1" fmla="*/ 1334433 w 1334433"/>
                  <a:gd name="connsiteY1" fmla="*/ 1108116 h 1108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34433" h="1108116">
                    <a:moveTo>
                      <a:pt x="0" y="0"/>
                    </a:moveTo>
                    <a:cubicBezTo>
                      <a:pt x="135216" y="473108"/>
                      <a:pt x="934383" y="816016"/>
                      <a:pt x="1334433" y="1108116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66F7B323-20D2-11E2-974F-54B108F175A6}"/>
                  </a:ext>
                </a:extLst>
              </p:cNvPr>
              <p:cNvSpPr/>
              <p:nvPr/>
            </p:nvSpPr>
            <p:spPr>
              <a:xfrm>
                <a:off x="3863679" y="2218484"/>
                <a:ext cx="1043378" cy="1901164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1032900"/>
                  <a:gd name="connsiteY0" fmla="*/ 0 h 1882140"/>
                  <a:gd name="connsiteX1" fmla="*/ 1032900 w 1032900"/>
                  <a:gd name="connsiteY1" fmla="*/ 1882140 h 1882140"/>
                  <a:gd name="connsiteX0" fmla="*/ 0 w 1032900"/>
                  <a:gd name="connsiteY0" fmla="*/ 0 h 1882140"/>
                  <a:gd name="connsiteX1" fmla="*/ 1032900 w 1032900"/>
                  <a:gd name="connsiteY1" fmla="*/ 1882140 h 1882140"/>
                  <a:gd name="connsiteX0" fmla="*/ 0 w 1032900"/>
                  <a:gd name="connsiteY0" fmla="*/ 0 h 1882140"/>
                  <a:gd name="connsiteX1" fmla="*/ 1032900 w 1032900"/>
                  <a:gd name="connsiteY1" fmla="*/ 1882140 h 1882140"/>
                  <a:gd name="connsiteX0" fmla="*/ 0 w 1032900"/>
                  <a:gd name="connsiteY0" fmla="*/ 0 h 1882140"/>
                  <a:gd name="connsiteX1" fmla="*/ 1032900 w 1032900"/>
                  <a:gd name="connsiteY1" fmla="*/ 1882140 h 1882140"/>
                  <a:gd name="connsiteX0" fmla="*/ 5136 w 1038036"/>
                  <a:gd name="connsiteY0" fmla="*/ 0 h 1882140"/>
                  <a:gd name="connsiteX1" fmla="*/ 1038036 w 1038036"/>
                  <a:gd name="connsiteY1" fmla="*/ 1882140 h 1882140"/>
                  <a:gd name="connsiteX0" fmla="*/ 25788 w 1058688"/>
                  <a:gd name="connsiteY0" fmla="*/ 0 h 1882140"/>
                  <a:gd name="connsiteX1" fmla="*/ 1058688 w 1058688"/>
                  <a:gd name="connsiteY1" fmla="*/ 1882140 h 1882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8688" h="1882140">
                    <a:moveTo>
                      <a:pt x="25788" y="0"/>
                    </a:moveTo>
                    <a:cubicBezTo>
                      <a:pt x="-94389" y="635191"/>
                      <a:pt x="198084" y="1031494"/>
                      <a:pt x="1058688" y="1882140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C328BBD9-3436-F276-FC9B-92C6E9ACFC06}"/>
                  </a:ext>
                </a:extLst>
              </p:cNvPr>
              <p:cNvSpPr/>
              <p:nvPr/>
            </p:nvSpPr>
            <p:spPr>
              <a:xfrm>
                <a:off x="3427983" y="2917634"/>
                <a:ext cx="1461646" cy="1193009"/>
              </a:xfrm>
              <a:custGeom>
                <a:avLst/>
                <a:gdLst>
                  <a:gd name="connsiteX0" fmla="*/ 0 w 400050"/>
                  <a:gd name="connsiteY0" fmla="*/ 0 h 2305050"/>
                  <a:gd name="connsiteX1" fmla="*/ 400050 w 400050"/>
                  <a:gd name="connsiteY1" fmla="*/ 2305050 h 2305050"/>
                  <a:gd name="connsiteX2" fmla="*/ 400050 w 400050"/>
                  <a:gd name="connsiteY2" fmla="*/ 2305050 h 2305050"/>
                  <a:gd name="connsiteX0" fmla="*/ 39224 w 439274"/>
                  <a:gd name="connsiteY0" fmla="*/ 0 h 2305050"/>
                  <a:gd name="connsiteX1" fmla="*/ 439274 w 439274"/>
                  <a:gd name="connsiteY1" fmla="*/ 2305050 h 2305050"/>
                  <a:gd name="connsiteX2" fmla="*/ 439274 w 439274"/>
                  <a:gd name="connsiteY2" fmla="*/ 2305050 h 2305050"/>
                  <a:gd name="connsiteX0" fmla="*/ 42519 w 442569"/>
                  <a:gd name="connsiteY0" fmla="*/ 0 h 2305050"/>
                  <a:gd name="connsiteX1" fmla="*/ 442569 w 442569"/>
                  <a:gd name="connsiteY1" fmla="*/ 2305050 h 2305050"/>
                  <a:gd name="connsiteX2" fmla="*/ 442569 w 442569"/>
                  <a:gd name="connsiteY2" fmla="*/ 2305050 h 2305050"/>
                  <a:gd name="connsiteX0" fmla="*/ 62085 w 290685"/>
                  <a:gd name="connsiteY0" fmla="*/ 0 h 2381250"/>
                  <a:gd name="connsiteX1" fmla="*/ 290685 w 290685"/>
                  <a:gd name="connsiteY1" fmla="*/ 2381250 h 2381250"/>
                  <a:gd name="connsiteX2" fmla="*/ 290685 w 290685"/>
                  <a:gd name="connsiteY2" fmla="*/ 238125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2" fmla="*/ 402504 w 402504"/>
                  <a:gd name="connsiteY2" fmla="*/ 2381250 h 2381250"/>
                  <a:gd name="connsiteX0" fmla="*/ 173904 w 554904"/>
                  <a:gd name="connsiteY0" fmla="*/ 0 h 2381250"/>
                  <a:gd name="connsiteX1" fmla="*/ 402504 w 554904"/>
                  <a:gd name="connsiteY1" fmla="*/ 2381250 h 2381250"/>
                  <a:gd name="connsiteX2" fmla="*/ 554904 w 554904"/>
                  <a:gd name="connsiteY2" fmla="*/ 2362200 h 2381250"/>
                  <a:gd name="connsiteX0" fmla="*/ 173904 w 402504"/>
                  <a:gd name="connsiteY0" fmla="*/ 0 h 2381250"/>
                  <a:gd name="connsiteX1" fmla="*/ 402504 w 402504"/>
                  <a:gd name="connsiteY1" fmla="*/ 2381250 h 2381250"/>
                  <a:gd name="connsiteX0" fmla="*/ 149723 w 511673"/>
                  <a:gd name="connsiteY0" fmla="*/ 0 h 2371725"/>
                  <a:gd name="connsiteX1" fmla="*/ 511673 w 511673"/>
                  <a:gd name="connsiteY1" fmla="*/ 2371725 h 2371725"/>
                  <a:gd name="connsiteX0" fmla="*/ 239608 w 601558"/>
                  <a:gd name="connsiteY0" fmla="*/ 0 h 2371725"/>
                  <a:gd name="connsiteX1" fmla="*/ 601558 w 601558"/>
                  <a:gd name="connsiteY1" fmla="*/ 2371725 h 2371725"/>
                  <a:gd name="connsiteX0" fmla="*/ 222262 w 641362"/>
                  <a:gd name="connsiteY0" fmla="*/ 0 h 2352675"/>
                  <a:gd name="connsiteX1" fmla="*/ 641362 w 641362"/>
                  <a:gd name="connsiteY1" fmla="*/ 2352675 h 2352675"/>
                  <a:gd name="connsiteX0" fmla="*/ 124914 w 1086939"/>
                  <a:gd name="connsiteY0" fmla="*/ 0 h 1819275"/>
                  <a:gd name="connsiteX1" fmla="*/ 1086939 w 1086939"/>
                  <a:gd name="connsiteY1" fmla="*/ 1819275 h 1819275"/>
                  <a:gd name="connsiteX0" fmla="*/ 0 w 962025"/>
                  <a:gd name="connsiteY0" fmla="*/ 0 h 1819275"/>
                  <a:gd name="connsiteX1" fmla="*/ 962025 w 962025"/>
                  <a:gd name="connsiteY1" fmla="*/ 1819275 h 1819275"/>
                  <a:gd name="connsiteX0" fmla="*/ 0 w 1057275"/>
                  <a:gd name="connsiteY0" fmla="*/ 0 h 1323975"/>
                  <a:gd name="connsiteX1" fmla="*/ 1057275 w 1057275"/>
                  <a:gd name="connsiteY1" fmla="*/ 1323975 h 1323975"/>
                  <a:gd name="connsiteX0" fmla="*/ 0 w 1171575"/>
                  <a:gd name="connsiteY0" fmla="*/ 0 h 1200150"/>
                  <a:gd name="connsiteX1" fmla="*/ 1171575 w 1171575"/>
                  <a:gd name="connsiteY1" fmla="*/ 1200150 h 1200150"/>
                  <a:gd name="connsiteX0" fmla="*/ 0 w 1171575"/>
                  <a:gd name="connsiteY0" fmla="*/ 0 h 1200150"/>
                  <a:gd name="connsiteX1" fmla="*/ 1171575 w 1171575"/>
                  <a:gd name="connsiteY1" fmla="*/ 1200150 h 1200150"/>
                  <a:gd name="connsiteX0" fmla="*/ 0 w 1474030"/>
                  <a:gd name="connsiteY0" fmla="*/ 0 h 1181567"/>
                  <a:gd name="connsiteX1" fmla="*/ 1474030 w 1474030"/>
                  <a:gd name="connsiteY1" fmla="*/ 1181567 h 1181567"/>
                  <a:gd name="connsiteX0" fmla="*/ 0 w 1474030"/>
                  <a:gd name="connsiteY0" fmla="*/ 0 h 1181567"/>
                  <a:gd name="connsiteX1" fmla="*/ 1474030 w 1474030"/>
                  <a:gd name="connsiteY1" fmla="*/ 1181567 h 1181567"/>
                  <a:gd name="connsiteX0" fmla="*/ 0 w 1448825"/>
                  <a:gd name="connsiteY0" fmla="*/ 0 h 1169178"/>
                  <a:gd name="connsiteX1" fmla="*/ 1448825 w 1448825"/>
                  <a:gd name="connsiteY1" fmla="*/ 1169178 h 1169178"/>
                  <a:gd name="connsiteX0" fmla="*/ 0 w 1464578"/>
                  <a:gd name="connsiteY0" fmla="*/ 0 h 1175372"/>
                  <a:gd name="connsiteX1" fmla="*/ 1464578 w 1464578"/>
                  <a:gd name="connsiteY1" fmla="*/ 1175372 h 1175372"/>
                  <a:gd name="connsiteX0" fmla="*/ 0 w 1464578"/>
                  <a:gd name="connsiteY0" fmla="*/ 0 h 1175372"/>
                  <a:gd name="connsiteX1" fmla="*/ 1464578 w 1464578"/>
                  <a:gd name="connsiteY1" fmla="*/ 1175372 h 1175372"/>
                  <a:gd name="connsiteX0" fmla="*/ 0 w 1450401"/>
                  <a:gd name="connsiteY0" fmla="*/ 0 h 1163758"/>
                  <a:gd name="connsiteX1" fmla="*/ 1450401 w 1450401"/>
                  <a:gd name="connsiteY1" fmla="*/ 1163758 h 1163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50401" h="1163758">
                    <a:moveTo>
                      <a:pt x="0" y="0"/>
                    </a:moveTo>
                    <a:cubicBezTo>
                      <a:pt x="104482" y="533261"/>
                      <a:pt x="1028370" y="927407"/>
                      <a:pt x="1450401" y="1163758"/>
                    </a:cubicBez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756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99B8EBF-8677-6EF2-3C0E-06C30A195216}"/>
              </a:ext>
            </a:extLst>
          </p:cNvPr>
          <p:cNvSpPr/>
          <p:nvPr/>
        </p:nvSpPr>
        <p:spPr>
          <a:xfrm>
            <a:off x="7542688" y="1017756"/>
            <a:ext cx="2042388" cy="704354"/>
          </a:xfrm>
          <a:custGeom>
            <a:avLst/>
            <a:gdLst>
              <a:gd name="connsiteX0" fmla="*/ 0 w 862012"/>
              <a:gd name="connsiteY0" fmla="*/ 0 h 290512"/>
              <a:gd name="connsiteX1" fmla="*/ 862012 w 862012"/>
              <a:gd name="connsiteY1" fmla="*/ 0 h 290512"/>
              <a:gd name="connsiteX2" fmla="*/ 862012 w 862012"/>
              <a:gd name="connsiteY2" fmla="*/ 290512 h 290512"/>
              <a:gd name="connsiteX3" fmla="*/ 0 w 862012"/>
              <a:gd name="connsiteY3" fmla="*/ 290512 h 290512"/>
              <a:gd name="connsiteX4" fmla="*/ 0 w 862012"/>
              <a:gd name="connsiteY4" fmla="*/ 0 h 290512"/>
              <a:gd name="connsiteX0" fmla="*/ 0 w 862012"/>
              <a:gd name="connsiteY0" fmla="*/ 0 h 552449"/>
              <a:gd name="connsiteX1" fmla="*/ 862012 w 862012"/>
              <a:gd name="connsiteY1" fmla="*/ 0 h 552449"/>
              <a:gd name="connsiteX2" fmla="*/ 862012 w 862012"/>
              <a:gd name="connsiteY2" fmla="*/ 290512 h 552449"/>
              <a:gd name="connsiteX3" fmla="*/ 461963 w 862012"/>
              <a:gd name="connsiteY3" fmla="*/ 552449 h 552449"/>
              <a:gd name="connsiteX4" fmla="*/ 0 w 862012"/>
              <a:gd name="connsiteY4" fmla="*/ 0 h 552449"/>
              <a:gd name="connsiteX0" fmla="*/ 0 w 1223962"/>
              <a:gd name="connsiteY0" fmla="*/ 161925 h 552449"/>
              <a:gd name="connsiteX1" fmla="*/ 1223962 w 1223962"/>
              <a:gd name="connsiteY1" fmla="*/ 0 h 552449"/>
              <a:gd name="connsiteX2" fmla="*/ 1223962 w 1223962"/>
              <a:gd name="connsiteY2" fmla="*/ 290512 h 552449"/>
              <a:gd name="connsiteX3" fmla="*/ 823913 w 1223962"/>
              <a:gd name="connsiteY3" fmla="*/ 552449 h 552449"/>
              <a:gd name="connsiteX4" fmla="*/ 0 w 1223962"/>
              <a:gd name="connsiteY4" fmla="*/ 161925 h 552449"/>
              <a:gd name="connsiteX0" fmla="*/ 0 w 1900237"/>
              <a:gd name="connsiteY0" fmla="*/ 161925 h 552449"/>
              <a:gd name="connsiteX1" fmla="*/ 1223962 w 1900237"/>
              <a:gd name="connsiteY1" fmla="*/ 0 h 552449"/>
              <a:gd name="connsiteX2" fmla="*/ 1900237 w 1900237"/>
              <a:gd name="connsiteY2" fmla="*/ 385762 h 552449"/>
              <a:gd name="connsiteX3" fmla="*/ 823913 w 1900237"/>
              <a:gd name="connsiteY3" fmla="*/ 552449 h 552449"/>
              <a:gd name="connsiteX4" fmla="*/ 0 w 1900237"/>
              <a:gd name="connsiteY4" fmla="*/ 161925 h 552449"/>
              <a:gd name="connsiteX0" fmla="*/ 0 w 2038349"/>
              <a:gd name="connsiteY0" fmla="*/ 0 h 390524"/>
              <a:gd name="connsiteX1" fmla="*/ 2038349 w 2038349"/>
              <a:gd name="connsiteY1" fmla="*/ 14287 h 390524"/>
              <a:gd name="connsiteX2" fmla="*/ 1900237 w 2038349"/>
              <a:gd name="connsiteY2" fmla="*/ 223837 h 390524"/>
              <a:gd name="connsiteX3" fmla="*/ 823913 w 2038349"/>
              <a:gd name="connsiteY3" fmla="*/ 390524 h 390524"/>
              <a:gd name="connsiteX4" fmla="*/ 0 w 2038349"/>
              <a:gd name="connsiteY4" fmla="*/ 0 h 390524"/>
              <a:gd name="connsiteX0" fmla="*/ 0 w 2038349"/>
              <a:gd name="connsiteY0" fmla="*/ 117535 h 508059"/>
              <a:gd name="connsiteX1" fmla="*/ 2038349 w 2038349"/>
              <a:gd name="connsiteY1" fmla="*/ 131822 h 508059"/>
              <a:gd name="connsiteX2" fmla="*/ 1900237 w 2038349"/>
              <a:gd name="connsiteY2" fmla="*/ 341372 h 508059"/>
              <a:gd name="connsiteX3" fmla="*/ 823913 w 2038349"/>
              <a:gd name="connsiteY3" fmla="*/ 508059 h 508059"/>
              <a:gd name="connsiteX4" fmla="*/ 0 w 2038349"/>
              <a:gd name="connsiteY4" fmla="*/ 117535 h 508059"/>
              <a:gd name="connsiteX0" fmla="*/ 1 w 2038350"/>
              <a:gd name="connsiteY0" fmla="*/ 313854 h 704378"/>
              <a:gd name="connsiteX1" fmla="*/ 2038350 w 2038350"/>
              <a:gd name="connsiteY1" fmla="*/ 328141 h 704378"/>
              <a:gd name="connsiteX2" fmla="*/ 1900238 w 2038350"/>
              <a:gd name="connsiteY2" fmla="*/ 537691 h 704378"/>
              <a:gd name="connsiteX3" fmla="*/ 823914 w 2038350"/>
              <a:gd name="connsiteY3" fmla="*/ 704378 h 704378"/>
              <a:gd name="connsiteX4" fmla="*/ 1 w 2038350"/>
              <a:gd name="connsiteY4" fmla="*/ 313854 h 704378"/>
              <a:gd name="connsiteX0" fmla="*/ 0 w 2038349"/>
              <a:gd name="connsiteY0" fmla="*/ 257203 h 647727"/>
              <a:gd name="connsiteX1" fmla="*/ 1042987 w 2038349"/>
              <a:gd name="connsiteY1" fmla="*/ 28 h 647727"/>
              <a:gd name="connsiteX2" fmla="*/ 2038349 w 2038349"/>
              <a:gd name="connsiteY2" fmla="*/ 271490 h 647727"/>
              <a:gd name="connsiteX3" fmla="*/ 1900237 w 2038349"/>
              <a:gd name="connsiteY3" fmla="*/ 481040 h 647727"/>
              <a:gd name="connsiteX4" fmla="*/ 823913 w 2038349"/>
              <a:gd name="connsiteY4" fmla="*/ 647727 h 647727"/>
              <a:gd name="connsiteX5" fmla="*/ 0 w 2038349"/>
              <a:gd name="connsiteY5" fmla="*/ 257203 h 647727"/>
              <a:gd name="connsiteX0" fmla="*/ 0 w 2038349"/>
              <a:gd name="connsiteY0" fmla="*/ 288679 h 679203"/>
              <a:gd name="connsiteX1" fmla="*/ 1042987 w 2038349"/>
              <a:gd name="connsiteY1" fmla="*/ 31504 h 679203"/>
              <a:gd name="connsiteX2" fmla="*/ 2038349 w 2038349"/>
              <a:gd name="connsiteY2" fmla="*/ 302966 h 679203"/>
              <a:gd name="connsiteX3" fmla="*/ 1900237 w 2038349"/>
              <a:gd name="connsiteY3" fmla="*/ 512516 h 679203"/>
              <a:gd name="connsiteX4" fmla="*/ 823913 w 2038349"/>
              <a:gd name="connsiteY4" fmla="*/ 679203 h 679203"/>
              <a:gd name="connsiteX5" fmla="*/ 0 w 2038349"/>
              <a:gd name="connsiteY5" fmla="*/ 288679 h 679203"/>
              <a:gd name="connsiteX0" fmla="*/ 0 w 2038349"/>
              <a:gd name="connsiteY0" fmla="*/ 306773 h 697297"/>
              <a:gd name="connsiteX1" fmla="*/ 1042987 w 2038349"/>
              <a:gd name="connsiteY1" fmla="*/ 49598 h 697297"/>
              <a:gd name="connsiteX2" fmla="*/ 2038349 w 2038349"/>
              <a:gd name="connsiteY2" fmla="*/ 321060 h 697297"/>
              <a:gd name="connsiteX3" fmla="*/ 1900237 w 2038349"/>
              <a:gd name="connsiteY3" fmla="*/ 530610 h 697297"/>
              <a:gd name="connsiteX4" fmla="*/ 823913 w 2038349"/>
              <a:gd name="connsiteY4" fmla="*/ 697297 h 697297"/>
              <a:gd name="connsiteX5" fmla="*/ 0 w 2038349"/>
              <a:gd name="connsiteY5" fmla="*/ 306773 h 697297"/>
              <a:gd name="connsiteX0" fmla="*/ 0 w 2038349"/>
              <a:gd name="connsiteY0" fmla="*/ 306773 h 697297"/>
              <a:gd name="connsiteX1" fmla="*/ 1042987 w 2038349"/>
              <a:gd name="connsiteY1" fmla="*/ 49598 h 697297"/>
              <a:gd name="connsiteX2" fmla="*/ 2038349 w 2038349"/>
              <a:gd name="connsiteY2" fmla="*/ 321060 h 697297"/>
              <a:gd name="connsiteX3" fmla="*/ 1900237 w 2038349"/>
              <a:gd name="connsiteY3" fmla="*/ 530610 h 697297"/>
              <a:gd name="connsiteX4" fmla="*/ 823913 w 2038349"/>
              <a:gd name="connsiteY4" fmla="*/ 697297 h 697297"/>
              <a:gd name="connsiteX5" fmla="*/ 0 w 2038349"/>
              <a:gd name="connsiteY5" fmla="*/ 306773 h 697297"/>
              <a:gd name="connsiteX0" fmla="*/ 0 w 2038349"/>
              <a:gd name="connsiteY0" fmla="*/ 306773 h 697297"/>
              <a:gd name="connsiteX1" fmla="*/ 1042987 w 2038349"/>
              <a:gd name="connsiteY1" fmla="*/ 49598 h 697297"/>
              <a:gd name="connsiteX2" fmla="*/ 2038349 w 2038349"/>
              <a:gd name="connsiteY2" fmla="*/ 321060 h 697297"/>
              <a:gd name="connsiteX3" fmla="*/ 1900237 w 2038349"/>
              <a:gd name="connsiteY3" fmla="*/ 530610 h 697297"/>
              <a:gd name="connsiteX4" fmla="*/ 823913 w 2038349"/>
              <a:gd name="connsiteY4" fmla="*/ 697297 h 697297"/>
              <a:gd name="connsiteX5" fmla="*/ 0 w 2038349"/>
              <a:gd name="connsiteY5" fmla="*/ 306773 h 697297"/>
              <a:gd name="connsiteX0" fmla="*/ 0 w 2040846"/>
              <a:gd name="connsiteY0" fmla="*/ 306773 h 697297"/>
              <a:gd name="connsiteX1" fmla="*/ 1042987 w 2040846"/>
              <a:gd name="connsiteY1" fmla="*/ 49598 h 697297"/>
              <a:gd name="connsiteX2" fmla="*/ 2038349 w 2040846"/>
              <a:gd name="connsiteY2" fmla="*/ 321060 h 697297"/>
              <a:gd name="connsiteX3" fmla="*/ 1900237 w 2040846"/>
              <a:gd name="connsiteY3" fmla="*/ 530610 h 697297"/>
              <a:gd name="connsiteX4" fmla="*/ 823913 w 2040846"/>
              <a:gd name="connsiteY4" fmla="*/ 697297 h 697297"/>
              <a:gd name="connsiteX5" fmla="*/ 0 w 2040846"/>
              <a:gd name="connsiteY5" fmla="*/ 306773 h 697297"/>
              <a:gd name="connsiteX0" fmla="*/ 0 w 2040846"/>
              <a:gd name="connsiteY0" fmla="*/ 306773 h 697297"/>
              <a:gd name="connsiteX1" fmla="*/ 1042987 w 2040846"/>
              <a:gd name="connsiteY1" fmla="*/ 49598 h 697297"/>
              <a:gd name="connsiteX2" fmla="*/ 2038349 w 2040846"/>
              <a:gd name="connsiteY2" fmla="*/ 321060 h 697297"/>
              <a:gd name="connsiteX3" fmla="*/ 1900237 w 2040846"/>
              <a:gd name="connsiteY3" fmla="*/ 530610 h 697297"/>
              <a:gd name="connsiteX4" fmla="*/ 823913 w 2040846"/>
              <a:gd name="connsiteY4" fmla="*/ 697297 h 697297"/>
              <a:gd name="connsiteX5" fmla="*/ 0 w 2040846"/>
              <a:gd name="connsiteY5" fmla="*/ 306773 h 697297"/>
              <a:gd name="connsiteX0" fmla="*/ 0 w 2040846"/>
              <a:gd name="connsiteY0" fmla="*/ 306773 h 704354"/>
              <a:gd name="connsiteX1" fmla="*/ 1042987 w 2040846"/>
              <a:gd name="connsiteY1" fmla="*/ 49598 h 704354"/>
              <a:gd name="connsiteX2" fmla="*/ 2038349 w 2040846"/>
              <a:gd name="connsiteY2" fmla="*/ 321060 h 704354"/>
              <a:gd name="connsiteX3" fmla="*/ 1900237 w 2040846"/>
              <a:gd name="connsiteY3" fmla="*/ 530610 h 704354"/>
              <a:gd name="connsiteX4" fmla="*/ 823913 w 2040846"/>
              <a:gd name="connsiteY4" fmla="*/ 697297 h 704354"/>
              <a:gd name="connsiteX5" fmla="*/ 0 w 2040846"/>
              <a:gd name="connsiteY5" fmla="*/ 306773 h 704354"/>
              <a:gd name="connsiteX0" fmla="*/ 0 w 2042388"/>
              <a:gd name="connsiteY0" fmla="*/ 306773 h 704354"/>
              <a:gd name="connsiteX1" fmla="*/ 1042987 w 2042388"/>
              <a:gd name="connsiteY1" fmla="*/ 49598 h 704354"/>
              <a:gd name="connsiteX2" fmla="*/ 2038349 w 2042388"/>
              <a:gd name="connsiteY2" fmla="*/ 321060 h 704354"/>
              <a:gd name="connsiteX3" fmla="*/ 1900237 w 2042388"/>
              <a:gd name="connsiteY3" fmla="*/ 530610 h 704354"/>
              <a:gd name="connsiteX4" fmla="*/ 823913 w 2042388"/>
              <a:gd name="connsiteY4" fmla="*/ 697297 h 704354"/>
              <a:gd name="connsiteX5" fmla="*/ 0 w 2042388"/>
              <a:gd name="connsiteY5" fmla="*/ 306773 h 704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42388" h="704354">
                <a:moveTo>
                  <a:pt x="0" y="306773"/>
                </a:moveTo>
                <a:cubicBezTo>
                  <a:pt x="85725" y="-111533"/>
                  <a:pt x="874712" y="4354"/>
                  <a:pt x="1042987" y="49598"/>
                </a:cubicBezTo>
                <a:cubicBezTo>
                  <a:pt x="1439862" y="99604"/>
                  <a:pt x="2006599" y="201998"/>
                  <a:pt x="2038349" y="321060"/>
                </a:cubicBezTo>
                <a:cubicBezTo>
                  <a:pt x="2058987" y="486160"/>
                  <a:pt x="1998662" y="498860"/>
                  <a:pt x="1900237" y="530610"/>
                </a:cubicBezTo>
                <a:lnTo>
                  <a:pt x="823913" y="697297"/>
                </a:lnTo>
                <a:cubicBezTo>
                  <a:pt x="587375" y="719522"/>
                  <a:pt x="7938" y="713173"/>
                  <a:pt x="0" y="306773"/>
                </a:cubicBezTo>
                <a:close/>
              </a:path>
            </a:pathLst>
          </a:custGeom>
          <a:solidFill>
            <a:srgbClr val="E26C2C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D8A0E5D-7E23-38F0-80F6-D53CBDECD928}"/>
              </a:ext>
            </a:extLst>
          </p:cNvPr>
          <p:cNvGrpSpPr/>
          <p:nvPr/>
        </p:nvGrpSpPr>
        <p:grpSpPr>
          <a:xfrm>
            <a:off x="2859296" y="1901173"/>
            <a:ext cx="4945538" cy="3074878"/>
            <a:chOff x="3611952" y="2157412"/>
            <a:chExt cx="3057611" cy="190106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E3C71A5-E099-D1B0-69F0-46DE036D8E8A}"/>
                </a:ext>
              </a:extLst>
            </p:cNvPr>
            <p:cNvSpPr/>
            <p:nvPr/>
          </p:nvSpPr>
          <p:spPr>
            <a:xfrm>
              <a:off x="3613692" y="2157412"/>
              <a:ext cx="2893798" cy="1190599"/>
            </a:xfrm>
            <a:custGeom>
              <a:avLst/>
              <a:gdLst>
                <a:gd name="connsiteX0" fmla="*/ 0 w 960120"/>
                <a:gd name="connsiteY0" fmla="*/ 0 h 76200"/>
                <a:gd name="connsiteX1" fmla="*/ 960120 w 960120"/>
                <a:gd name="connsiteY1" fmla="*/ 0 h 76200"/>
                <a:gd name="connsiteX2" fmla="*/ 960120 w 960120"/>
                <a:gd name="connsiteY2" fmla="*/ 76200 h 76200"/>
                <a:gd name="connsiteX3" fmla="*/ 0 w 960120"/>
                <a:gd name="connsiteY3" fmla="*/ 76200 h 76200"/>
                <a:gd name="connsiteX4" fmla="*/ 0 w 960120"/>
                <a:gd name="connsiteY4" fmla="*/ 0 h 76200"/>
                <a:gd name="connsiteX0" fmla="*/ 0 w 1379220"/>
                <a:gd name="connsiteY0" fmla="*/ 0 h 106680"/>
                <a:gd name="connsiteX1" fmla="*/ 1379220 w 1379220"/>
                <a:gd name="connsiteY1" fmla="*/ 30480 h 106680"/>
                <a:gd name="connsiteX2" fmla="*/ 1379220 w 1379220"/>
                <a:gd name="connsiteY2" fmla="*/ 106680 h 106680"/>
                <a:gd name="connsiteX3" fmla="*/ 419100 w 1379220"/>
                <a:gd name="connsiteY3" fmla="*/ 106680 h 106680"/>
                <a:gd name="connsiteX4" fmla="*/ 0 w 1379220"/>
                <a:gd name="connsiteY4" fmla="*/ 0 h 106680"/>
                <a:gd name="connsiteX0" fmla="*/ 0 w 1379220"/>
                <a:gd name="connsiteY0" fmla="*/ 274320 h 381000"/>
                <a:gd name="connsiteX1" fmla="*/ 830580 w 1379220"/>
                <a:gd name="connsiteY1" fmla="*/ 0 h 381000"/>
                <a:gd name="connsiteX2" fmla="*/ 1379220 w 1379220"/>
                <a:gd name="connsiteY2" fmla="*/ 381000 h 381000"/>
                <a:gd name="connsiteX3" fmla="*/ 419100 w 1379220"/>
                <a:gd name="connsiteY3" fmla="*/ 381000 h 381000"/>
                <a:gd name="connsiteX4" fmla="*/ 0 w 1379220"/>
                <a:gd name="connsiteY4" fmla="*/ 274320 h 381000"/>
                <a:gd name="connsiteX0" fmla="*/ 0 w 1379220"/>
                <a:gd name="connsiteY0" fmla="*/ 274320 h 624840"/>
                <a:gd name="connsiteX1" fmla="*/ 830580 w 1379220"/>
                <a:gd name="connsiteY1" fmla="*/ 0 h 624840"/>
                <a:gd name="connsiteX2" fmla="*/ 1379220 w 1379220"/>
                <a:gd name="connsiteY2" fmla="*/ 381000 h 624840"/>
                <a:gd name="connsiteX3" fmla="*/ 1066800 w 1379220"/>
                <a:gd name="connsiteY3" fmla="*/ 624840 h 624840"/>
                <a:gd name="connsiteX4" fmla="*/ 0 w 1379220"/>
                <a:gd name="connsiteY4" fmla="*/ 274320 h 624840"/>
                <a:gd name="connsiteX0" fmla="*/ 0 w 2887980"/>
                <a:gd name="connsiteY0" fmla="*/ 464820 h 815340"/>
                <a:gd name="connsiteX1" fmla="*/ 830580 w 2887980"/>
                <a:gd name="connsiteY1" fmla="*/ 190500 h 815340"/>
                <a:gd name="connsiteX2" fmla="*/ 2887980 w 2887980"/>
                <a:gd name="connsiteY2" fmla="*/ 0 h 815340"/>
                <a:gd name="connsiteX3" fmla="*/ 1066800 w 2887980"/>
                <a:gd name="connsiteY3" fmla="*/ 815340 h 815340"/>
                <a:gd name="connsiteX4" fmla="*/ 0 w 2887980"/>
                <a:gd name="connsiteY4" fmla="*/ 464820 h 815340"/>
                <a:gd name="connsiteX0" fmla="*/ 0 w 2887980"/>
                <a:gd name="connsiteY0" fmla="*/ 814281 h 1164801"/>
                <a:gd name="connsiteX1" fmla="*/ 830580 w 2887980"/>
                <a:gd name="connsiteY1" fmla="*/ 539961 h 1164801"/>
                <a:gd name="connsiteX2" fmla="*/ 2887980 w 2887980"/>
                <a:gd name="connsiteY2" fmla="*/ 349461 h 1164801"/>
                <a:gd name="connsiteX3" fmla="*/ 1066800 w 2887980"/>
                <a:gd name="connsiteY3" fmla="*/ 1164801 h 1164801"/>
                <a:gd name="connsiteX4" fmla="*/ 0 w 2887980"/>
                <a:gd name="connsiteY4" fmla="*/ 814281 h 1164801"/>
                <a:gd name="connsiteX0" fmla="*/ 0 w 2889765"/>
                <a:gd name="connsiteY0" fmla="*/ 814281 h 1164801"/>
                <a:gd name="connsiteX1" fmla="*/ 830580 w 2889765"/>
                <a:gd name="connsiteY1" fmla="*/ 539961 h 1164801"/>
                <a:gd name="connsiteX2" fmla="*/ 2887980 w 2889765"/>
                <a:gd name="connsiteY2" fmla="*/ 349461 h 1164801"/>
                <a:gd name="connsiteX3" fmla="*/ 1066800 w 2889765"/>
                <a:gd name="connsiteY3" fmla="*/ 1164801 h 1164801"/>
                <a:gd name="connsiteX4" fmla="*/ 0 w 2889765"/>
                <a:gd name="connsiteY4" fmla="*/ 814281 h 1164801"/>
                <a:gd name="connsiteX0" fmla="*/ 0 w 2889589"/>
                <a:gd name="connsiteY0" fmla="*/ 814281 h 1164801"/>
                <a:gd name="connsiteX1" fmla="*/ 830580 w 2889589"/>
                <a:gd name="connsiteY1" fmla="*/ 539961 h 1164801"/>
                <a:gd name="connsiteX2" fmla="*/ 2887980 w 2889589"/>
                <a:gd name="connsiteY2" fmla="*/ 349461 h 1164801"/>
                <a:gd name="connsiteX3" fmla="*/ 1066800 w 2889589"/>
                <a:gd name="connsiteY3" fmla="*/ 1164801 h 1164801"/>
                <a:gd name="connsiteX4" fmla="*/ 0 w 2889589"/>
                <a:gd name="connsiteY4" fmla="*/ 814281 h 1164801"/>
                <a:gd name="connsiteX0" fmla="*/ 0 w 2889589"/>
                <a:gd name="connsiteY0" fmla="*/ 817614 h 1168134"/>
                <a:gd name="connsiteX1" fmla="*/ 830580 w 2889589"/>
                <a:gd name="connsiteY1" fmla="*/ 528054 h 1168134"/>
                <a:gd name="connsiteX2" fmla="*/ 2887980 w 2889589"/>
                <a:gd name="connsiteY2" fmla="*/ 352794 h 1168134"/>
                <a:gd name="connsiteX3" fmla="*/ 1066800 w 2889589"/>
                <a:gd name="connsiteY3" fmla="*/ 1168134 h 1168134"/>
                <a:gd name="connsiteX4" fmla="*/ 0 w 2889589"/>
                <a:gd name="connsiteY4" fmla="*/ 817614 h 1168134"/>
                <a:gd name="connsiteX0" fmla="*/ 0 w 2889589"/>
                <a:gd name="connsiteY0" fmla="*/ 839127 h 1189647"/>
                <a:gd name="connsiteX1" fmla="*/ 830580 w 2889589"/>
                <a:gd name="connsiteY1" fmla="*/ 549567 h 1189647"/>
                <a:gd name="connsiteX2" fmla="*/ 2887980 w 2889589"/>
                <a:gd name="connsiteY2" fmla="*/ 374307 h 1189647"/>
                <a:gd name="connsiteX3" fmla="*/ 1066800 w 2889589"/>
                <a:gd name="connsiteY3" fmla="*/ 1189647 h 1189647"/>
                <a:gd name="connsiteX4" fmla="*/ 0 w 2889589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90599"/>
                <a:gd name="connsiteX1" fmla="*/ 830614 w 2889623"/>
                <a:gd name="connsiteY1" fmla="*/ 549567 h 1190599"/>
                <a:gd name="connsiteX2" fmla="*/ 2888014 w 2889623"/>
                <a:gd name="connsiteY2" fmla="*/ 374307 h 1190599"/>
                <a:gd name="connsiteX3" fmla="*/ 1066834 w 2889623"/>
                <a:gd name="connsiteY3" fmla="*/ 1189647 h 1190599"/>
                <a:gd name="connsiteX4" fmla="*/ 34 w 2889623"/>
                <a:gd name="connsiteY4" fmla="*/ 839127 h 1190599"/>
                <a:gd name="connsiteX0" fmla="*/ 34 w 2893798"/>
                <a:gd name="connsiteY0" fmla="*/ 839127 h 1190599"/>
                <a:gd name="connsiteX1" fmla="*/ 830614 w 2893798"/>
                <a:gd name="connsiteY1" fmla="*/ 549567 h 1190599"/>
                <a:gd name="connsiteX2" fmla="*/ 2888014 w 2893798"/>
                <a:gd name="connsiteY2" fmla="*/ 374307 h 1190599"/>
                <a:gd name="connsiteX3" fmla="*/ 1066834 w 2893798"/>
                <a:gd name="connsiteY3" fmla="*/ 1189647 h 1190599"/>
                <a:gd name="connsiteX4" fmla="*/ 34 w 2893798"/>
                <a:gd name="connsiteY4" fmla="*/ 839127 h 1190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3798" h="1190599">
                  <a:moveTo>
                    <a:pt x="34" y="839127"/>
                  </a:moveTo>
                  <a:cubicBezTo>
                    <a:pt x="-5046" y="651167"/>
                    <a:pt x="553754" y="646087"/>
                    <a:pt x="830614" y="549567"/>
                  </a:cubicBezTo>
                  <a:cubicBezTo>
                    <a:pt x="1463074" y="379387"/>
                    <a:pt x="2674654" y="-484213"/>
                    <a:pt x="2888014" y="374307"/>
                  </a:cubicBezTo>
                  <a:cubicBezTo>
                    <a:pt x="2997234" y="1126147"/>
                    <a:pt x="1529114" y="1138847"/>
                    <a:pt x="1066834" y="1189647"/>
                  </a:cubicBezTo>
                  <a:cubicBezTo>
                    <a:pt x="962694" y="1194727"/>
                    <a:pt x="27974" y="1192187"/>
                    <a:pt x="34" y="839127"/>
                  </a:cubicBezTo>
                  <a:close/>
                </a:path>
              </a:pathLst>
            </a:custGeom>
            <a:solidFill>
              <a:srgbClr val="3B495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D46B9744-6C9F-4065-F921-CB13F55C889D}"/>
                </a:ext>
              </a:extLst>
            </p:cNvPr>
            <p:cNvSpPr/>
            <p:nvPr/>
          </p:nvSpPr>
          <p:spPr>
            <a:xfrm>
              <a:off x="3611952" y="3307310"/>
              <a:ext cx="3057611" cy="751165"/>
            </a:xfrm>
            <a:custGeom>
              <a:avLst/>
              <a:gdLst>
                <a:gd name="connsiteX0" fmla="*/ 0 w 960120"/>
                <a:gd name="connsiteY0" fmla="*/ 0 h 76200"/>
                <a:gd name="connsiteX1" fmla="*/ 960120 w 960120"/>
                <a:gd name="connsiteY1" fmla="*/ 0 h 76200"/>
                <a:gd name="connsiteX2" fmla="*/ 960120 w 960120"/>
                <a:gd name="connsiteY2" fmla="*/ 76200 h 76200"/>
                <a:gd name="connsiteX3" fmla="*/ 0 w 960120"/>
                <a:gd name="connsiteY3" fmla="*/ 76200 h 76200"/>
                <a:gd name="connsiteX4" fmla="*/ 0 w 960120"/>
                <a:gd name="connsiteY4" fmla="*/ 0 h 76200"/>
                <a:gd name="connsiteX0" fmla="*/ 0 w 1379220"/>
                <a:gd name="connsiteY0" fmla="*/ 0 h 106680"/>
                <a:gd name="connsiteX1" fmla="*/ 1379220 w 1379220"/>
                <a:gd name="connsiteY1" fmla="*/ 30480 h 106680"/>
                <a:gd name="connsiteX2" fmla="*/ 1379220 w 1379220"/>
                <a:gd name="connsiteY2" fmla="*/ 106680 h 106680"/>
                <a:gd name="connsiteX3" fmla="*/ 419100 w 1379220"/>
                <a:gd name="connsiteY3" fmla="*/ 106680 h 106680"/>
                <a:gd name="connsiteX4" fmla="*/ 0 w 1379220"/>
                <a:gd name="connsiteY4" fmla="*/ 0 h 106680"/>
                <a:gd name="connsiteX0" fmla="*/ 0 w 1379220"/>
                <a:gd name="connsiteY0" fmla="*/ 274320 h 381000"/>
                <a:gd name="connsiteX1" fmla="*/ 830580 w 1379220"/>
                <a:gd name="connsiteY1" fmla="*/ 0 h 381000"/>
                <a:gd name="connsiteX2" fmla="*/ 1379220 w 1379220"/>
                <a:gd name="connsiteY2" fmla="*/ 381000 h 381000"/>
                <a:gd name="connsiteX3" fmla="*/ 419100 w 1379220"/>
                <a:gd name="connsiteY3" fmla="*/ 381000 h 381000"/>
                <a:gd name="connsiteX4" fmla="*/ 0 w 1379220"/>
                <a:gd name="connsiteY4" fmla="*/ 274320 h 381000"/>
                <a:gd name="connsiteX0" fmla="*/ 0 w 1379220"/>
                <a:gd name="connsiteY0" fmla="*/ 274320 h 624840"/>
                <a:gd name="connsiteX1" fmla="*/ 830580 w 1379220"/>
                <a:gd name="connsiteY1" fmla="*/ 0 h 624840"/>
                <a:gd name="connsiteX2" fmla="*/ 1379220 w 1379220"/>
                <a:gd name="connsiteY2" fmla="*/ 381000 h 624840"/>
                <a:gd name="connsiteX3" fmla="*/ 1066800 w 1379220"/>
                <a:gd name="connsiteY3" fmla="*/ 624840 h 624840"/>
                <a:gd name="connsiteX4" fmla="*/ 0 w 1379220"/>
                <a:gd name="connsiteY4" fmla="*/ 274320 h 624840"/>
                <a:gd name="connsiteX0" fmla="*/ 0 w 2887980"/>
                <a:gd name="connsiteY0" fmla="*/ 464820 h 815340"/>
                <a:gd name="connsiteX1" fmla="*/ 830580 w 2887980"/>
                <a:gd name="connsiteY1" fmla="*/ 190500 h 815340"/>
                <a:gd name="connsiteX2" fmla="*/ 2887980 w 2887980"/>
                <a:gd name="connsiteY2" fmla="*/ 0 h 815340"/>
                <a:gd name="connsiteX3" fmla="*/ 1066800 w 2887980"/>
                <a:gd name="connsiteY3" fmla="*/ 815340 h 815340"/>
                <a:gd name="connsiteX4" fmla="*/ 0 w 2887980"/>
                <a:gd name="connsiteY4" fmla="*/ 464820 h 815340"/>
                <a:gd name="connsiteX0" fmla="*/ 0 w 2887980"/>
                <a:gd name="connsiteY0" fmla="*/ 814281 h 1164801"/>
                <a:gd name="connsiteX1" fmla="*/ 830580 w 2887980"/>
                <a:gd name="connsiteY1" fmla="*/ 539961 h 1164801"/>
                <a:gd name="connsiteX2" fmla="*/ 2887980 w 2887980"/>
                <a:gd name="connsiteY2" fmla="*/ 349461 h 1164801"/>
                <a:gd name="connsiteX3" fmla="*/ 1066800 w 2887980"/>
                <a:gd name="connsiteY3" fmla="*/ 1164801 h 1164801"/>
                <a:gd name="connsiteX4" fmla="*/ 0 w 2887980"/>
                <a:gd name="connsiteY4" fmla="*/ 814281 h 1164801"/>
                <a:gd name="connsiteX0" fmla="*/ 0 w 2889765"/>
                <a:gd name="connsiteY0" fmla="*/ 814281 h 1164801"/>
                <a:gd name="connsiteX1" fmla="*/ 830580 w 2889765"/>
                <a:gd name="connsiteY1" fmla="*/ 539961 h 1164801"/>
                <a:gd name="connsiteX2" fmla="*/ 2887980 w 2889765"/>
                <a:gd name="connsiteY2" fmla="*/ 349461 h 1164801"/>
                <a:gd name="connsiteX3" fmla="*/ 1066800 w 2889765"/>
                <a:gd name="connsiteY3" fmla="*/ 1164801 h 1164801"/>
                <a:gd name="connsiteX4" fmla="*/ 0 w 2889765"/>
                <a:gd name="connsiteY4" fmla="*/ 814281 h 1164801"/>
                <a:gd name="connsiteX0" fmla="*/ 0 w 2889589"/>
                <a:gd name="connsiteY0" fmla="*/ 814281 h 1164801"/>
                <a:gd name="connsiteX1" fmla="*/ 830580 w 2889589"/>
                <a:gd name="connsiteY1" fmla="*/ 539961 h 1164801"/>
                <a:gd name="connsiteX2" fmla="*/ 2887980 w 2889589"/>
                <a:gd name="connsiteY2" fmla="*/ 349461 h 1164801"/>
                <a:gd name="connsiteX3" fmla="*/ 1066800 w 2889589"/>
                <a:gd name="connsiteY3" fmla="*/ 1164801 h 1164801"/>
                <a:gd name="connsiteX4" fmla="*/ 0 w 2889589"/>
                <a:gd name="connsiteY4" fmla="*/ 814281 h 1164801"/>
                <a:gd name="connsiteX0" fmla="*/ 0 w 2889589"/>
                <a:gd name="connsiteY0" fmla="*/ 817614 h 1168134"/>
                <a:gd name="connsiteX1" fmla="*/ 830580 w 2889589"/>
                <a:gd name="connsiteY1" fmla="*/ 528054 h 1168134"/>
                <a:gd name="connsiteX2" fmla="*/ 2887980 w 2889589"/>
                <a:gd name="connsiteY2" fmla="*/ 352794 h 1168134"/>
                <a:gd name="connsiteX3" fmla="*/ 1066800 w 2889589"/>
                <a:gd name="connsiteY3" fmla="*/ 1168134 h 1168134"/>
                <a:gd name="connsiteX4" fmla="*/ 0 w 2889589"/>
                <a:gd name="connsiteY4" fmla="*/ 817614 h 1168134"/>
                <a:gd name="connsiteX0" fmla="*/ 0 w 2889589"/>
                <a:gd name="connsiteY0" fmla="*/ 839127 h 1189647"/>
                <a:gd name="connsiteX1" fmla="*/ 830580 w 2889589"/>
                <a:gd name="connsiteY1" fmla="*/ 549567 h 1189647"/>
                <a:gd name="connsiteX2" fmla="*/ 2887980 w 2889589"/>
                <a:gd name="connsiteY2" fmla="*/ 374307 h 1189647"/>
                <a:gd name="connsiteX3" fmla="*/ 1066800 w 2889589"/>
                <a:gd name="connsiteY3" fmla="*/ 1189647 h 1189647"/>
                <a:gd name="connsiteX4" fmla="*/ 0 w 2889589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90599"/>
                <a:gd name="connsiteX1" fmla="*/ 830614 w 2889623"/>
                <a:gd name="connsiteY1" fmla="*/ 549567 h 1190599"/>
                <a:gd name="connsiteX2" fmla="*/ 2888014 w 2889623"/>
                <a:gd name="connsiteY2" fmla="*/ 374307 h 1190599"/>
                <a:gd name="connsiteX3" fmla="*/ 1066834 w 2889623"/>
                <a:gd name="connsiteY3" fmla="*/ 1189647 h 1190599"/>
                <a:gd name="connsiteX4" fmla="*/ 34 w 2889623"/>
                <a:gd name="connsiteY4" fmla="*/ 839127 h 1190599"/>
                <a:gd name="connsiteX0" fmla="*/ 34 w 2893798"/>
                <a:gd name="connsiteY0" fmla="*/ 839127 h 1190599"/>
                <a:gd name="connsiteX1" fmla="*/ 830614 w 2893798"/>
                <a:gd name="connsiteY1" fmla="*/ 549567 h 1190599"/>
                <a:gd name="connsiteX2" fmla="*/ 2888014 w 2893798"/>
                <a:gd name="connsiteY2" fmla="*/ 374307 h 1190599"/>
                <a:gd name="connsiteX3" fmla="*/ 1066834 w 2893798"/>
                <a:gd name="connsiteY3" fmla="*/ 1189647 h 1190599"/>
                <a:gd name="connsiteX4" fmla="*/ 34 w 2893798"/>
                <a:gd name="connsiteY4" fmla="*/ 839127 h 1190599"/>
                <a:gd name="connsiteX0" fmla="*/ 34 w 3038084"/>
                <a:gd name="connsiteY0" fmla="*/ 650223 h 1003242"/>
                <a:gd name="connsiteX1" fmla="*/ 830614 w 3038084"/>
                <a:gd name="connsiteY1" fmla="*/ 360663 h 1003242"/>
                <a:gd name="connsiteX2" fmla="*/ 3032794 w 3038084"/>
                <a:gd name="connsiteY2" fmla="*/ 452103 h 1003242"/>
                <a:gd name="connsiteX3" fmla="*/ 1066834 w 3038084"/>
                <a:gd name="connsiteY3" fmla="*/ 1000743 h 1003242"/>
                <a:gd name="connsiteX4" fmla="*/ 34 w 3038084"/>
                <a:gd name="connsiteY4" fmla="*/ 650223 h 1003242"/>
                <a:gd name="connsiteX0" fmla="*/ 34 w 3038084"/>
                <a:gd name="connsiteY0" fmla="*/ 358797 h 711816"/>
                <a:gd name="connsiteX1" fmla="*/ 830614 w 3038084"/>
                <a:gd name="connsiteY1" fmla="*/ 69237 h 711816"/>
                <a:gd name="connsiteX2" fmla="*/ 3032794 w 3038084"/>
                <a:gd name="connsiteY2" fmla="*/ 160677 h 711816"/>
                <a:gd name="connsiteX3" fmla="*/ 1066834 w 3038084"/>
                <a:gd name="connsiteY3" fmla="*/ 709317 h 711816"/>
                <a:gd name="connsiteX4" fmla="*/ 34 w 3038084"/>
                <a:gd name="connsiteY4" fmla="*/ 358797 h 711816"/>
                <a:gd name="connsiteX0" fmla="*/ 34 w 3038084"/>
                <a:gd name="connsiteY0" fmla="*/ 291575 h 644594"/>
                <a:gd name="connsiteX1" fmla="*/ 830614 w 3038084"/>
                <a:gd name="connsiteY1" fmla="*/ 2015 h 644594"/>
                <a:gd name="connsiteX2" fmla="*/ 3032794 w 3038084"/>
                <a:gd name="connsiteY2" fmla="*/ 93455 h 644594"/>
                <a:gd name="connsiteX3" fmla="*/ 1066834 w 3038084"/>
                <a:gd name="connsiteY3" fmla="*/ 642095 h 644594"/>
                <a:gd name="connsiteX4" fmla="*/ 34 w 3038084"/>
                <a:gd name="connsiteY4" fmla="*/ 291575 h 644594"/>
                <a:gd name="connsiteX0" fmla="*/ 34 w 3038084"/>
                <a:gd name="connsiteY0" fmla="*/ 258535 h 611554"/>
                <a:gd name="connsiteX1" fmla="*/ 830614 w 3038084"/>
                <a:gd name="connsiteY1" fmla="*/ 7075 h 611554"/>
                <a:gd name="connsiteX2" fmla="*/ 3032794 w 3038084"/>
                <a:gd name="connsiteY2" fmla="*/ 60415 h 611554"/>
                <a:gd name="connsiteX3" fmla="*/ 1066834 w 3038084"/>
                <a:gd name="connsiteY3" fmla="*/ 609055 h 611554"/>
                <a:gd name="connsiteX4" fmla="*/ 34 w 3038084"/>
                <a:gd name="connsiteY4" fmla="*/ 258535 h 611554"/>
                <a:gd name="connsiteX0" fmla="*/ 34 w 3038084"/>
                <a:gd name="connsiteY0" fmla="*/ 258535 h 611554"/>
                <a:gd name="connsiteX1" fmla="*/ 830614 w 3038084"/>
                <a:gd name="connsiteY1" fmla="*/ 7075 h 611554"/>
                <a:gd name="connsiteX2" fmla="*/ 3032794 w 3038084"/>
                <a:gd name="connsiteY2" fmla="*/ 60415 h 611554"/>
                <a:gd name="connsiteX3" fmla="*/ 1066834 w 3038084"/>
                <a:gd name="connsiteY3" fmla="*/ 609055 h 611554"/>
                <a:gd name="connsiteX4" fmla="*/ 34 w 3038084"/>
                <a:gd name="connsiteY4" fmla="*/ 258535 h 611554"/>
                <a:gd name="connsiteX0" fmla="*/ 34 w 3038908"/>
                <a:gd name="connsiteY0" fmla="*/ 258535 h 761575"/>
                <a:gd name="connsiteX1" fmla="*/ 830614 w 3038908"/>
                <a:gd name="connsiteY1" fmla="*/ 7075 h 761575"/>
                <a:gd name="connsiteX2" fmla="*/ 3032794 w 3038908"/>
                <a:gd name="connsiteY2" fmla="*/ 60415 h 761575"/>
                <a:gd name="connsiteX3" fmla="*/ 1295434 w 3038908"/>
                <a:gd name="connsiteY3" fmla="*/ 761455 h 761575"/>
                <a:gd name="connsiteX4" fmla="*/ 34 w 3038908"/>
                <a:gd name="connsiteY4" fmla="*/ 258535 h 761575"/>
                <a:gd name="connsiteX0" fmla="*/ 34 w 3038908"/>
                <a:gd name="connsiteY0" fmla="*/ 258535 h 761537"/>
                <a:gd name="connsiteX1" fmla="*/ 830614 w 3038908"/>
                <a:gd name="connsiteY1" fmla="*/ 7075 h 761537"/>
                <a:gd name="connsiteX2" fmla="*/ 3032794 w 3038908"/>
                <a:gd name="connsiteY2" fmla="*/ 60415 h 761537"/>
                <a:gd name="connsiteX3" fmla="*/ 1295434 w 3038908"/>
                <a:gd name="connsiteY3" fmla="*/ 761455 h 761537"/>
                <a:gd name="connsiteX4" fmla="*/ 34 w 3038908"/>
                <a:gd name="connsiteY4" fmla="*/ 258535 h 761537"/>
                <a:gd name="connsiteX0" fmla="*/ 34 w 3038908"/>
                <a:gd name="connsiteY0" fmla="*/ 258535 h 762629"/>
                <a:gd name="connsiteX1" fmla="*/ 830614 w 3038908"/>
                <a:gd name="connsiteY1" fmla="*/ 7075 h 762629"/>
                <a:gd name="connsiteX2" fmla="*/ 3032794 w 3038908"/>
                <a:gd name="connsiteY2" fmla="*/ 60415 h 762629"/>
                <a:gd name="connsiteX3" fmla="*/ 1295434 w 3038908"/>
                <a:gd name="connsiteY3" fmla="*/ 761455 h 762629"/>
                <a:gd name="connsiteX4" fmla="*/ 34 w 3038908"/>
                <a:gd name="connsiteY4" fmla="*/ 258535 h 762629"/>
                <a:gd name="connsiteX0" fmla="*/ 34 w 3038908"/>
                <a:gd name="connsiteY0" fmla="*/ 258535 h 762629"/>
                <a:gd name="connsiteX1" fmla="*/ 830614 w 3038908"/>
                <a:gd name="connsiteY1" fmla="*/ 7075 h 762629"/>
                <a:gd name="connsiteX2" fmla="*/ 3032794 w 3038908"/>
                <a:gd name="connsiteY2" fmla="*/ 60415 h 762629"/>
                <a:gd name="connsiteX3" fmla="*/ 1295434 w 3038908"/>
                <a:gd name="connsiteY3" fmla="*/ 761455 h 762629"/>
                <a:gd name="connsiteX4" fmla="*/ 34 w 3038908"/>
                <a:gd name="connsiteY4" fmla="*/ 258535 h 762629"/>
                <a:gd name="connsiteX0" fmla="*/ 34 w 3038418"/>
                <a:gd name="connsiteY0" fmla="*/ 258535 h 763213"/>
                <a:gd name="connsiteX1" fmla="*/ 830614 w 3038418"/>
                <a:gd name="connsiteY1" fmla="*/ 7075 h 763213"/>
                <a:gd name="connsiteX2" fmla="*/ 3032794 w 3038418"/>
                <a:gd name="connsiteY2" fmla="*/ 60415 h 763213"/>
                <a:gd name="connsiteX3" fmla="*/ 1295434 w 3038418"/>
                <a:gd name="connsiteY3" fmla="*/ 761455 h 763213"/>
                <a:gd name="connsiteX4" fmla="*/ 34 w 3038418"/>
                <a:gd name="connsiteY4" fmla="*/ 258535 h 763213"/>
                <a:gd name="connsiteX0" fmla="*/ 34 w 3038418"/>
                <a:gd name="connsiteY0" fmla="*/ 258535 h 762629"/>
                <a:gd name="connsiteX1" fmla="*/ 830614 w 3038418"/>
                <a:gd name="connsiteY1" fmla="*/ 7075 h 762629"/>
                <a:gd name="connsiteX2" fmla="*/ 3032794 w 3038418"/>
                <a:gd name="connsiteY2" fmla="*/ 60415 h 762629"/>
                <a:gd name="connsiteX3" fmla="*/ 1295434 w 3038418"/>
                <a:gd name="connsiteY3" fmla="*/ 761455 h 762629"/>
                <a:gd name="connsiteX4" fmla="*/ 34 w 3038418"/>
                <a:gd name="connsiteY4" fmla="*/ 258535 h 762629"/>
                <a:gd name="connsiteX0" fmla="*/ 34 w 3038418"/>
                <a:gd name="connsiteY0" fmla="*/ 258535 h 762526"/>
                <a:gd name="connsiteX1" fmla="*/ 830614 w 3038418"/>
                <a:gd name="connsiteY1" fmla="*/ 7075 h 762526"/>
                <a:gd name="connsiteX2" fmla="*/ 3032794 w 3038418"/>
                <a:gd name="connsiteY2" fmla="*/ 60415 h 762526"/>
                <a:gd name="connsiteX3" fmla="*/ 1295434 w 3038418"/>
                <a:gd name="connsiteY3" fmla="*/ 761455 h 762526"/>
                <a:gd name="connsiteX4" fmla="*/ 34 w 3038418"/>
                <a:gd name="connsiteY4" fmla="*/ 258535 h 762526"/>
                <a:gd name="connsiteX0" fmla="*/ 34 w 3038418"/>
                <a:gd name="connsiteY0" fmla="*/ 258535 h 761466"/>
                <a:gd name="connsiteX1" fmla="*/ 830614 w 3038418"/>
                <a:gd name="connsiteY1" fmla="*/ 7075 h 761466"/>
                <a:gd name="connsiteX2" fmla="*/ 3032794 w 3038418"/>
                <a:gd name="connsiteY2" fmla="*/ 60415 h 761466"/>
                <a:gd name="connsiteX3" fmla="*/ 1295434 w 3038418"/>
                <a:gd name="connsiteY3" fmla="*/ 761455 h 761466"/>
                <a:gd name="connsiteX4" fmla="*/ 34 w 3038418"/>
                <a:gd name="connsiteY4" fmla="*/ 258535 h 761466"/>
                <a:gd name="connsiteX0" fmla="*/ 0 w 3038384"/>
                <a:gd name="connsiteY0" fmla="*/ 258535 h 761466"/>
                <a:gd name="connsiteX1" fmla="*/ 830580 w 3038384"/>
                <a:gd name="connsiteY1" fmla="*/ 7075 h 761466"/>
                <a:gd name="connsiteX2" fmla="*/ 3032760 w 3038384"/>
                <a:gd name="connsiteY2" fmla="*/ 60415 h 761466"/>
                <a:gd name="connsiteX3" fmla="*/ 1295400 w 3038384"/>
                <a:gd name="connsiteY3" fmla="*/ 761455 h 761466"/>
                <a:gd name="connsiteX4" fmla="*/ 0 w 3038384"/>
                <a:gd name="connsiteY4" fmla="*/ 258535 h 761466"/>
                <a:gd name="connsiteX0" fmla="*/ 0 w 3032760"/>
                <a:gd name="connsiteY0" fmla="*/ 258535 h 258880"/>
                <a:gd name="connsiteX1" fmla="*/ 830580 w 3032760"/>
                <a:gd name="connsiteY1" fmla="*/ 7075 h 258880"/>
                <a:gd name="connsiteX2" fmla="*/ 3032760 w 3032760"/>
                <a:gd name="connsiteY2" fmla="*/ 60415 h 258880"/>
                <a:gd name="connsiteX3" fmla="*/ 0 w 3032760"/>
                <a:gd name="connsiteY3" fmla="*/ 258535 h 258880"/>
                <a:gd name="connsiteX0" fmla="*/ 0 w 3032760"/>
                <a:gd name="connsiteY0" fmla="*/ 258535 h 538746"/>
                <a:gd name="connsiteX1" fmla="*/ 830580 w 3032760"/>
                <a:gd name="connsiteY1" fmla="*/ 7075 h 538746"/>
                <a:gd name="connsiteX2" fmla="*/ 3032760 w 3032760"/>
                <a:gd name="connsiteY2" fmla="*/ 60415 h 538746"/>
                <a:gd name="connsiteX3" fmla="*/ 0 w 3032760"/>
                <a:gd name="connsiteY3" fmla="*/ 258535 h 538746"/>
                <a:gd name="connsiteX0" fmla="*/ 0 w 3051810"/>
                <a:gd name="connsiteY0" fmla="*/ 252498 h 548987"/>
                <a:gd name="connsiteX1" fmla="*/ 830580 w 3051810"/>
                <a:gd name="connsiteY1" fmla="*/ 1038 h 548987"/>
                <a:gd name="connsiteX2" fmla="*/ 3051810 w 3051810"/>
                <a:gd name="connsiteY2" fmla="*/ 130578 h 548987"/>
                <a:gd name="connsiteX3" fmla="*/ 0 w 3051810"/>
                <a:gd name="connsiteY3" fmla="*/ 252498 h 548987"/>
                <a:gd name="connsiteX0" fmla="*/ 0 w 3051810"/>
                <a:gd name="connsiteY0" fmla="*/ 267127 h 563616"/>
                <a:gd name="connsiteX1" fmla="*/ 830580 w 3051810"/>
                <a:gd name="connsiteY1" fmla="*/ 15667 h 563616"/>
                <a:gd name="connsiteX2" fmla="*/ 3051810 w 3051810"/>
                <a:gd name="connsiteY2" fmla="*/ 145207 h 563616"/>
                <a:gd name="connsiteX3" fmla="*/ 0 w 3051810"/>
                <a:gd name="connsiteY3" fmla="*/ 267127 h 563616"/>
                <a:gd name="connsiteX0" fmla="*/ 0 w 3051810"/>
                <a:gd name="connsiteY0" fmla="*/ 245516 h 542005"/>
                <a:gd name="connsiteX1" fmla="*/ 835343 w 3051810"/>
                <a:gd name="connsiteY1" fmla="*/ 32156 h 542005"/>
                <a:gd name="connsiteX2" fmla="*/ 3051810 w 3051810"/>
                <a:gd name="connsiteY2" fmla="*/ 123596 h 542005"/>
                <a:gd name="connsiteX3" fmla="*/ 0 w 3051810"/>
                <a:gd name="connsiteY3" fmla="*/ 245516 h 542005"/>
                <a:gd name="connsiteX0" fmla="*/ 0 w 3051810"/>
                <a:gd name="connsiteY0" fmla="*/ 245516 h 542005"/>
                <a:gd name="connsiteX1" fmla="*/ 835343 w 3051810"/>
                <a:gd name="connsiteY1" fmla="*/ 32156 h 542005"/>
                <a:gd name="connsiteX2" fmla="*/ 3051810 w 3051810"/>
                <a:gd name="connsiteY2" fmla="*/ 123596 h 542005"/>
                <a:gd name="connsiteX3" fmla="*/ 0 w 3051810"/>
                <a:gd name="connsiteY3" fmla="*/ 245516 h 542005"/>
                <a:gd name="connsiteX0" fmla="*/ 0 w 3051810"/>
                <a:gd name="connsiteY0" fmla="*/ 245516 h 608261"/>
                <a:gd name="connsiteX1" fmla="*/ 835343 w 3051810"/>
                <a:gd name="connsiteY1" fmla="*/ 32156 h 608261"/>
                <a:gd name="connsiteX2" fmla="*/ 3051810 w 3051810"/>
                <a:gd name="connsiteY2" fmla="*/ 123596 h 608261"/>
                <a:gd name="connsiteX3" fmla="*/ 0 w 3051810"/>
                <a:gd name="connsiteY3" fmla="*/ 245516 h 608261"/>
                <a:gd name="connsiteX0" fmla="*/ 0 w 3051810"/>
                <a:gd name="connsiteY0" fmla="*/ 245516 h 604556"/>
                <a:gd name="connsiteX1" fmla="*/ 835343 w 3051810"/>
                <a:gd name="connsiteY1" fmla="*/ 32156 h 604556"/>
                <a:gd name="connsiteX2" fmla="*/ 3051810 w 3051810"/>
                <a:gd name="connsiteY2" fmla="*/ 123596 h 604556"/>
                <a:gd name="connsiteX3" fmla="*/ 0 w 3051810"/>
                <a:gd name="connsiteY3" fmla="*/ 245516 h 604556"/>
                <a:gd name="connsiteX0" fmla="*/ 0 w 3055158"/>
                <a:gd name="connsiteY0" fmla="*/ 245516 h 751034"/>
                <a:gd name="connsiteX1" fmla="*/ 835343 w 3055158"/>
                <a:gd name="connsiteY1" fmla="*/ 32156 h 751034"/>
                <a:gd name="connsiteX2" fmla="*/ 3051810 w 3055158"/>
                <a:gd name="connsiteY2" fmla="*/ 123596 h 751034"/>
                <a:gd name="connsiteX3" fmla="*/ 1317308 w 3055158"/>
                <a:gd name="connsiteY3" fmla="*/ 750340 h 751034"/>
                <a:gd name="connsiteX4" fmla="*/ 0 w 3055158"/>
                <a:gd name="connsiteY4" fmla="*/ 245516 h 751034"/>
                <a:gd name="connsiteX0" fmla="*/ 1774 w 3056932"/>
                <a:gd name="connsiteY0" fmla="*/ 245516 h 751165"/>
                <a:gd name="connsiteX1" fmla="*/ 837117 w 3056932"/>
                <a:gd name="connsiteY1" fmla="*/ 32156 h 751165"/>
                <a:gd name="connsiteX2" fmla="*/ 3053584 w 3056932"/>
                <a:gd name="connsiteY2" fmla="*/ 123596 h 751165"/>
                <a:gd name="connsiteX3" fmla="*/ 1319082 w 3056932"/>
                <a:gd name="connsiteY3" fmla="*/ 750340 h 751165"/>
                <a:gd name="connsiteX4" fmla="*/ 1774 w 3056932"/>
                <a:gd name="connsiteY4" fmla="*/ 245516 h 751165"/>
                <a:gd name="connsiteX0" fmla="*/ 1774 w 3057611"/>
                <a:gd name="connsiteY0" fmla="*/ 245516 h 751165"/>
                <a:gd name="connsiteX1" fmla="*/ 837117 w 3057611"/>
                <a:gd name="connsiteY1" fmla="*/ 32156 h 751165"/>
                <a:gd name="connsiteX2" fmla="*/ 3053584 w 3057611"/>
                <a:gd name="connsiteY2" fmla="*/ 123596 h 751165"/>
                <a:gd name="connsiteX3" fmla="*/ 1319082 w 3057611"/>
                <a:gd name="connsiteY3" fmla="*/ 750340 h 751165"/>
                <a:gd name="connsiteX4" fmla="*/ 1774 w 3057611"/>
                <a:gd name="connsiteY4" fmla="*/ 245516 h 751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7611" h="751165">
                  <a:moveTo>
                    <a:pt x="1774" y="245516"/>
                  </a:moveTo>
                  <a:cubicBezTo>
                    <a:pt x="34794" y="109944"/>
                    <a:pt x="639314" y="26759"/>
                    <a:pt x="837117" y="32156"/>
                  </a:cubicBezTo>
                  <a:cubicBezTo>
                    <a:pt x="1568637" y="21996"/>
                    <a:pt x="3011674" y="-73889"/>
                    <a:pt x="3053584" y="123596"/>
                  </a:cubicBezTo>
                  <a:cubicBezTo>
                    <a:pt x="3131530" y="217099"/>
                    <a:pt x="2061080" y="734782"/>
                    <a:pt x="1319082" y="750340"/>
                  </a:cubicBezTo>
                  <a:cubicBezTo>
                    <a:pt x="810447" y="770660"/>
                    <a:pt x="-44105" y="410456"/>
                    <a:pt x="1774" y="245516"/>
                  </a:cubicBezTo>
                  <a:close/>
                </a:path>
              </a:pathLst>
            </a:custGeom>
            <a:solidFill>
              <a:srgbClr val="2A3C4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2">
              <a:extLst>
                <a:ext uri="{FF2B5EF4-FFF2-40B4-BE49-F238E27FC236}">
                  <a16:creationId xmlns:a16="http://schemas.microsoft.com/office/drawing/2014/main" id="{097FDBB0-4B83-BE3D-B565-237146A04B13}"/>
                </a:ext>
              </a:extLst>
            </p:cNvPr>
            <p:cNvSpPr/>
            <p:nvPr/>
          </p:nvSpPr>
          <p:spPr>
            <a:xfrm>
              <a:off x="3748479" y="2327830"/>
              <a:ext cx="2325565" cy="956810"/>
            </a:xfrm>
            <a:custGeom>
              <a:avLst/>
              <a:gdLst>
                <a:gd name="connsiteX0" fmla="*/ 0 w 960120"/>
                <a:gd name="connsiteY0" fmla="*/ 0 h 76200"/>
                <a:gd name="connsiteX1" fmla="*/ 960120 w 960120"/>
                <a:gd name="connsiteY1" fmla="*/ 0 h 76200"/>
                <a:gd name="connsiteX2" fmla="*/ 960120 w 960120"/>
                <a:gd name="connsiteY2" fmla="*/ 76200 h 76200"/>
                <a:gd name="connsiteX3" fmla="*/ 0 w 960120"/>
                <a:gd name="connsiteY3" fmla="*/ 76200 h 76200"/>
                <a:gd name="connsiteX4" fmla="*/ 0 w 960120"/>
                <a:gd name="connsiteY4" fmla="*/ 0 h 76200"/>
                <a:gd name="connsiteX0" fmla="*/ 0 w 1379220"/>
                <a:gd name="connsiteY0" fmla="*/ 0 h 106680"/>
                <a:gd name="connsiteX1" fmla="*/ 1379220 w 1379220"/>
                <a:gd name="connsiteY1" fmla="*/ 30480 h 106680"/>
                <a:gd name="connsiteX2" fmla="*/ 1379220 w 1379220"/>
                <a:gd name="connsiteY2" fmla="*/ 106680 h 106680"/>
                <a:gd name="connsiteX3" fmla="*/ 419100 w 1379220"/>
                <a:gd name="connsiteY3" fmla="*/ 106680 h 106680"/>
                <a:gd name="connsiteX4" fmla="*/ 0 w 1379220"/>
                <a:gd name="connsiteY4" fmla="*/ 0 h 106680"/>
                <a:gd name="connsiteX0" fmla="*/ 0 w 1379220"/>
                <a:gd name="connsiteY0" fmla="*/ 274320 h 381000"/>
                <a:gd name="connsiteX1" fmla="*/ 830580 w 1379220"/>
                <a:gd name="connsiteY1" fmla="*/ 0 h 381000"/>
                <a:gd name="connsiteX2" fmla="*/ 1379220 w 1379220"/>
                <a:gd name="connsiteY2" fmla="*/ 381000 h 381000"/>
                <a:gd name="connsiteX3" fmla="*/ 419100 w 1379220"/>
                <a:gd name="connsiteY3" fmla="*/ 381000 h 381000"/>
                <a:gd name="connsiteX4" fmla="*/ 0 w 1379220"/>
                <a:gd name="connsiteY4" fmla="*/ 274320 h 381000"/>
                <a:gd name="connsiteX0" fmla="*/ 0 w 1379220"/>
                <a:gd name="connsiteY0" fmla="*/ 274320 h 624840"/>
                <a:gd name="connsiteX1" fmla="*/ 830580 w 1379220"/>
                <a:gd name="connsiteY1" fmla="*/ 0 h 624840"/>
                <a:gd name="connsiteX2" fmla="*/ 1379220 w 1379220"/>
                <a:gd name="connsiteY2" fmla="*/ 381000 h 624840"/>
                <a:gd name="connsiteX3" fmla="*/ 1066800 w 1379220"/>
                <a:gd name="connsiteY3" fmla="*/ 624840 h 624840"/>
                <a:gd name="connsiteX4" fmla="*/ 0 w 1379220"/>
                <a:gd name="connsiteY4" fmla="*/ 274320 h 624840"/>
                <a:gd name="connsiteX0" fmla="*/ 0 w 2887980"/>
                <a:gd name="connsiteY0" fmla="*/ 464820 h 815340"/>
                <a:gd name="connsiteX1" fmla="*/ 830580 w 2887980"/>
                <a:gd name="connsiteY1" fmla="*/ 190500 h 815340"/>
                <a:gd name="connsiteX2" fmla="*/ 2887980 w 2887980"/>
                <a:gd name="connsiteY2" fmla="*/ 0 h 815340"/>
                <a:gd name="connsiteX3" fmla="*/ 1066800 w 2887980"/>
                <a:gd name="connsiteY3" fmla="*/ 815340 h 815340"/>
                <a:gd name="connsiteX4" fmla="*/ 0 w 2887980"/>
                <a:gd name="connsiteY4" fmla="*/ 464820 h 815340"/>
                <a:gd name="connsiteX0" fmla="*/ 0 w 2887980"/>
                <a:gd name="connsiteY0" fmla="*/ 814281 h 1164801"/>
                <a:gd name="connsiteX1" fmla="*/ 830580 w 2887980"/>
                <a:gd name="connsiteY1" fmla="*/ 539961 h 1164801"/>
                <a:gd name="connsiteX2" fmla="*/ 2887980 w 2887980"/>
                <a:gd name="connsiteY2" fmla="*/ 349461 h 1164801"/>
                <a:gd name="connsiteX3" fmla="*/ 1066800 w 2887980"/>
                <a:gd name="connsiteY3" fmla="*/ 1164801 h 1164801"/>
                <a:gd name="connsiteX4" fmla="*/ 0 w 2887980"/>
                <a:gd name="connsiteY4" fmla="*/ 814281 h 1164801"/>
                <a:gd name="connsiteX0" fmla="*/ 0 w 2889765"/>
                <a:gd name="connsiteY0" fmla="*/ 814281 h 1164801"/>
                <a:gd name="connsiteX1" fmla="*/ 830580 w 2889765"/>
                <a:gd name="connsiteY1" fmla="*/ 539961 h 1164801"/>
                <a:gd name="connsiteX2" fmla="*/ 2887980 w 2889765"/>
                <a:gd name="connsiteY2" fmla="*/ 349461 h 1164801"/>
                <a:gd name="connsiteX3" fmla="*/ 1066800 w 2889765"/>
                <a:gd name="connsiteY3" fmla="*/ 1164801 h 1164801"/>
                <a:gd name="connsiteX4" fmla="*/ 0 w 2889765"/>
                <a:gd name="connsiteY4" fmla="*/ 814281 h 1164801"/>
                <a:gd name="connsiteX0" fmla="*/ 0 w 2889589"/>
                <a:gd name="connsiteY0" fmla="*/ 814281 h 1164801"/>
                <a:gd name="connsiteX1" fmla="*/ 830580 w 2889589"/>
                <a:gd name="connsiteY1" fmla="*/ 539961 h 1164801"/>
                <a:gd name="connsiteX2" fmla="*/ 2887980 w 2889589"/>
                <a:gd name="connsiteY2" fmla="*/ 349461 h 1164801"/>
                <a:gd name="connsiteX3" fmla="*/ 1066800 w 2889589"/>
                <a:gd name="connsiteY3" fmla="*/ 1164801 h 1164801"/>
                <a:gd name="connsiteX4" fmla="*/ 0 w 2889589"/>
                <a:gd name="connsiteY4" fmla="*/ 814281 h 1164801"/>
                <a:gd name="connsiteX0" fmla="*/ 0 w 2889589"/>
                <a:gd name="connsiteY0" fmla="*/ 817614 h 1168134"/>
                <a:gd name="connsiteX1" fmla="*/ 830580 w 2889589"/>
                <a:gd name="connsiteY1" fmla="*/ 528054 h 1168134"/>
                <a:gd name="connsiteX2" fmla="*/ 2887980 w 2889589"/>
                <a:gd name="connsiteY2" fmla="*/ 352794 h 1168134"/>
                <a:gd name="connsiteX3" fmla="*/ 1066800 w 2889589"/>
                <a:gd name="connsiteY3" fmla="*/ 1168134 h 1168134"/>
                <a:gd name="connsiteX4" fmla="*/ 0 w 2889589"/>
                <a:gd name="connsiteY4" fmla="*/ 817614 h 1168134"/>
                <a:gd name="connsiteX0" fmla="*/ 0 w 2889589"/>
                <a:gd name="connsiteY0" fmla="*/ 839127 h 1189647"/>
                <a:gd name="connsiteX1" fmla="*/ 830580 w 2889589"/>
                <a:gd name="connsiteY1" fmla="*/ 549567 h 1189647"/>
                <a:gd name="connsiteX2" fmla="*/ 2887980 w 2889589"/>
                <a:gd name="connsiteY2" fmla="*/ 374307 h 1189647"/>
                <a:gd name="connsiteX3" fmla="*/ 1066800 w 2889589"/>
                <a:gd name="connsiteY3" fmla="*/ 1189647 h 1189647"/>
                <a:gd name="connsiteX4" fmla="*/ 0 w 2889589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90599"/>
                <a:gd name="connsiteX1" fmla="*/ 830614 w 2889623"/>
                <a:gd name="connsiteY1" fmla="*/ 549567 h 1190599"/>
                <a:gd name="connsiteX2" fmla="*/ 2888014 w 2889623"/>
                <a:gd name="connsiteY2" fmla="*/ 374307 h 1190599"/>
                <a:gd name="connsiteX3" fmla="*/ 1066834 w 2889623"/>
                <a:gd name="connsiteY3" fmla="*/ 1189647 h 1190599"/>
                <a:gd name="connsiteX4" fmla="*/ 34 w 2889623"/>
                <a:gd name="connsiteY4" fmla="*/ 839127 h 1190599"/>
                <a:gd name="connsiteX0" fmla="*/ 34 w 2893798"/>
                <a:gd name="connsiteY0" fmla="*/ 839127 h 1190599"/>
                <a:gd name="connsiteX1" fmla="*/ 830614 w 2893798"/>
                <a:gd name="connsiteY1" fmla="*/ 549567 h 1190599"/>
                <a:gd name="connsiteX2" fmla="*/ 2888014 w 2893798"/>
                <a:gd name="connsiteY2" fmla="*/ 374307 h 1190599"/>
                <a:gd name="connsiteX3" fmla="*/ 1066834 w 2893798"/>
                <a:gd name="connsiteY3" fmla="*/ 1189647 h 1190599"/>
                <a:gd name="connsiteX4" fmla="*/ 34 w 2893798"/>
                <a:gd name="connsiteY4" fmla="*/ 839127 h 1190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3798" h="1190599">
                  <a:moveTo>
                    <a:pt x="34" y="839127"/>
                  </a:moveTo>
                  <a:cubicBezTo>
                    <a:pt x="-5046" y="651167"/>
                    <a:pt x="553754" y="646087"/>
                    <a:pt x="830614" y="549567"/>
                  </a:cubicBezTo>
                  <a:cubicBezTo>
                    <a:pt x="1463074" y="379387"/>
                    <a:pt x="2674654" y="-484213"/>
                    <a:pt x="2888014" y="374307"/>
                  </a:cubicBezTo>
                  <a:cubicBezTo>
                    <a:pt x="2997234" y="1126147"/>
                    <a:pt x="1529114" y="1138847"/>
                    <a:pt x="1066834" y="1189647"/>
                  </a:cubicBezTo>
                  <a:cubicBezTo>
                    <a:pt x="962694" y="1194727"/>
                    <a:pt x="27974" y="1192187"/>
                    <a:pt x="34" y="839127"/>
                  </a:cubicBezTo>
                  <a:close/>
                </a:path>
              </a:pathLst>
            </a:custGeom>
            <a:solidFill>
              <a:srgbClr val="ABB8C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C777886-7EE6-F900-40B6-4C00FB3DD3F8}"/>
                </a:ext>
              </a:extLst>
            </p:cNvPr>
            <p:cNvSpPr/>
            <p:nvPr/>
          </p:nvSpPr>
          <p:spPr>
            <a:xfrm>
              <a:off x="3616801" y="3309825"/>
              <a:ext cx="3025300" cy="481562"/>
            </a:xfrm>
            <a:custGeom>
              <a:avLst/>
              <a:gdLst>
                <a:gd name="connsiteX0" fmla="*/ 0 w 1685925"/>
                <a:gd name="connsiteY0" fmla="*/ 0 h 109538"/>
                <a:gd name="connsiteX1" fmla="*/ 1685925 w 1685925"/>
                <a:gd name="connsiteY1" fmla="*/ 0 h 109538"/>
                <a:gd name="connsiteX2" fmla="*/ 1685925 w 1685925"/>
                <a:gd name="connsiteY2" fmla="*/ 109538 h 109538"/>
                <a:gd name="connsiteX3" fmla="*/ 0 w 1685925"/>
                <a:gd name="connsiteY3" fmla="*/ 109538 h 109538"/>
                <a:gd name="connsiteX4" fmla="*/ 0 w 1685925"/>
                <a:gd name="connsiteY4" fmla="*/ 0 h 109538"/>
                <a:gd name="connsiteX0" fmla="*/ 1076325 w 1685925"/>
                <a:gd name="connsiteY0" fmla="*/ 0 h 300038"/>
                <a:gd name="connsiteX1" fmla="*/ 1685925 w 1685925"/>
                <a:gd name="connsiteY1" fmla="*/ 190500 h 300038"/>
                <a:gd name="connsiteX2" fmla="*/ 1685925 w 1685925"/>
                <a:gd name="connsiteY2" fmla="*/ 300038 h 300038"/>
                <a:gd name="connsiteX3" fmla="*/ 0 w 1685925"/>
                <a:gd name="connsiteY3" fmla="*/ 300038 h 300038"/>
                <a:gd name="connsiteX4" fmla="*/ 1076325 w 1685925"/>
                <a:gd name="connsiteY4" fmla="*/ 0 h 300038"/>
                <a:gd name="connsiteX0" fmla="*/ 1123950 w 1733550"/>
                <a:gd name="connsiteY0" fmla="*/ 0 h 300038"/>
                <a:gd name="connsiteX1" fmla="*/ 1733550 w 1733550"/>
                <a:gd name="connsiteY1" fmla="*/ 190500 h 300038"/>
                <a:gd name="connsiteX2" fmla="*/ 1733550 w 1733550"/>
                <a:gd name="connsiteY2" fmla="*/ 300038 h 300038"/>
                <a:gd name="connsiteX3" fmla="*/ 0 w 1733550"/>
                <a:gd name="connsiteY3" fmla="*/ 266701 h 300038"/>
                <a:gd name="connsiteX4" fmla="*/ 1123950 w 1733550"/>
                <a:gd name="connsiteY4" fmla="*/ 0 h 300038"/>
                <a:gd name="connsiteX0" fmla="*/ 1123950 w 1733550"/>
                <a:gd name="connsiteY0" fmla="*/ 0 h 300038"/>
                <a:gd name="connsiteX1" fmla="*/ 1733550 w 1733550"/>
                <a:gd name="connsiteY1" fmla="*/ 190500 h 300038"/>
                <a:gd name="connsiteX2" fmla="*/ 1733550 w 1733550"/>
                <a:gd name="connsiteY2" fmla="*/ 300038 h 300038"/>
                <a:gd name="connsiteX3" fmla="*/ 0 w 1733550"/>
                <a:gd name="connsiteY3" fmla="*/ 266701 h 300038"/>
                <a:gd name="connsiteX4" fmla="*/ 1123950 w 1733550"/>
                <a:gd name="connsiteY4" fmla="*/ 0 h 300038"/>
                <a:gd name="connsiteX0" fmla="*/ 1123950 w 1733550"/>
                <a:gd name="connsiteY0" fmla="*/ 0 h 300038"/>
                <a:gd name="connsiteX1" fmla="*/ 1733550 w 1733550"/>
                <a:gd name="connsiteY1" fmla="*/ 190500 h 300038"/>
                <a:gd name="connsiteX2" fmla="*/ 1733550 w 1733550"/>
                <a:gd name="connsiteY2" fmla="*/ 300038 h 300038"/>
                <a:gd name="connsiteX3" fmla="*/ 0 w 1733550"/>
                <a:gd name="connsiteY3" fmla="*/ 266701 h 300038"/>
                <a:gd name="connsiteX4" fmla="*/ 1123950 w 1733550"/>
                <a:gd name="connsiteY4" fmla="*/ 0 h 300038"/>
                <a:gd name="connsiteX0" fmla="*/ 1123950 w 1733550"/>
                <a:gd name="connsiteY0" fmla="*/ 0 h 381937"/>
                <a:gd name="connsiteX1" fmla="*/ 1733550 w 1733550"/>
                <a:gd name="connsiteY1" fmla="*/ 190500 h 381937"/>
                <a:gd name="connsiteX2" fmla="*/ 1733550 w 1733550"/>
                <a:gd name="connsiteY2" fmla="*/ 300038 h 381937"/>
                <a:gd name="connsiteX3" fmla="*/ 0 w 1733550"/>
                <a:gd name="connsiteY3" fmla="*/ 266701 h 381937"/>
                <a:gd name="connsiteX4" fmla="*/ 1123950 w 1733550"/>
                <a:gd name="connsiteY4" fmla="*/ 0 h 381937"/>
                <a:gd name="connsiteX0" fmla="*/ 1228725 w 1838325"/>
                <a:gd name="connsiteY0" fmla="*/ 0 h 406266"/>
                <a:gd name="connsiteX1" fmla="*/ 1838325 w 1838325"/>
                <a:gd name="connsiteY1" fmla="*/ 190500 h 406266"/>
                <a:gd name="connsiteX2" fmla="*/ 1838325 w 1838325"/>
                <a:gd name="connsiteY2" fmla="*/ 300038 h 406266"/>
                <a:gd name="connsiteX3" fmla="*/ 0 w 1838325"/>
                <a:gd name="connsiteY3" fmla="*/ 300039 h 406266"/>
                <a:gd name="connsiteX4" fmla="*/ 1228725 w 1838325"/>
                <a:gd name="connsiteY4" fmla="*/ 0 h 406266"/>
                <a:gd name="connsiteX0" fmla="*/ 1228725 w 3052763"/>
                <a:gd name="connsiteY0" fmla="*/ 0 h 406266"/>
                <a:gd name="connsiteX1" fmla="*/ 3052763 w 3052763"/>
                <a:gd name="connsiteY1" fmla="*/ 123825 h 406266"/>
                <a:gd name="connsiteX2" fmla="*/ 1838325 w 3052763"/>
                <a:gd name="connsiteY2" fmla="*/ 300038 h 406266"/>
                <a:gd name="connsiteX3" fmla="*/ 0 w 3052763"/>
                <a:gd name="connsiteY3" fmla="*/ 300039 h 406266"/>
                <a:gd name="connsiteX4" fmla="*/ 1228725 w 3052763"/>
                <a:gd name="connsiteY4" fmla="*/ 0 h 406266"/>
                <a:gd name="connsiteX0" fmla="*/ 1228725 w 3052763"/>
                <a:gd name="connsiteY0" fmla="*/ 0 h 473661"/>
                <a:gd name="connsiteX1" fmla="*/ 3052763 w 3052763"/>
                <a:gd name="connsiteY1" fmla="*/ 123825 h 473661"/>
                <a:gd name="connsiteX2" fmla="*/ 1847850 w 3052763"/>
                <a:gd name="connsiteY2" fmla="*/ 466725 h 473661"/>
                <a:gd name="connsiteX3" fmla="*/ 0 w 3052763"/>
                <a:gd name="connsiteY3" fmla="*/ 300039 h 473661"/>
                <a:gd name="connsiteX4" fmla="*/ 1228725 w 3052763"/>
                <a:gd name="connsiteY4" fmla="*/ 0 h 473661"/>
                <a:gd name="connsiteX0" fmla="*/ 1228725 w 3052763"/>
                <a:gd name="connsiteY0" fmla="*/ 0 h 300039"/>
                <a:gd name="connsiteX1" fmla="*/ 3052763 w 3052763"/>
                <a:gd name="connsiteY1" fmla="*/ 123825 h 300039"/>
                <a:gd name="connsiteX2" fmla="*/ 0 w 3052763"/>
                <a:gd name="connsiteY2" fmla="*/ 300039 h 300039"/>
                <a:gd name="connsiteX3" fmla="*/ 1228725 w 3052763"/>
                <a:gd name="connsiteY3" fmla="*/ 0 h 300039"/>
                <a:gd name="connsiteX0" fmla="*/ 1228725 w 3052763"/>
                <a:gd name="connsiteY0" fmla="*/ 0 h 335419"/>
                <a:gd name="connsiteX1" fmla="*/ 3052763 w 3052763"/>
                <a:gd name="connsiteY1" fmla="*/ 123825 h 335419"/>
                <a:gd name="connsiteX2" fmla="*/ 0 w 3052763"/>
                <a:gd name="connsiteY2" fmla="*/ 300039 h 335419"/>
                <a:gd name="connsiteX3" fmla="*/ 1228725 w 3052763"/>
                <a:gd name="connsiteY3" fmla="*/ 0 h 335419"/>
                <a:gd name="connsiteX0" fmla="*/ 1228725 w 3052763"/>
                <a:gd name="connsiteY0" fmla="*/ 0 h 510137"/>
                <a:gd name="connsiteX1" fmla="*/ 3052763 w 3052763"/>
                <a:gd name="connsiteY1" fmla="*/ 123825 h 510137"/>
                <a:gd name="connsiteX2" fmla="*/ 0 w 3052763"/>
                <a:gd name="connsiteY2" fmla="*/ 300039 h 510137"/>
                <a:gd name="connsiteX3" fmla="*/ 1228725 w 3052763"/>
                <a:gd name="connsiteY3" fmla="*/ 0 h 510137"/>
                <a:gd name="connsiteX0" fmla="*/ 1228725 w 3052763"/>
                <a:gd name="connsiteY0" fmla="*/ 0 h 510137"/>
                <a:gd name="connsiteX1" fmla="*/ 3052763 w 3052763"/>
                <a:gd name="connsiteY1" fmla="*/ 123825 h 510137"/>
                <a:gd name="connsiteX2" fmla="*/ 0 w 3052763"/>
                <a:gd name="connsiteY2" fmla="*/ 300039 h 510137"/>
                <a:gd name="connsiteX3" fmla="*/ 1228725 w 3052763"/>
                <a:gd name="connsiteY3" fmla="*/ 0 h 510137"/>
                <a:gd name="connsiteX0" fmla="*/ 1228725 w 3052763"/>
                <a:gd name="connsiteY0" fmla="*/ 0 h 510137"/>
                <a:gd name="connsiteX1" fmla="*/ 3052763 w 3052763"/>
                <a:gd name="connsiteY1" fmla="*/ 123825 h 510137"/>
                <a:gd name="connsiteX2" fmla="*/ 0 w 3052763"/>
                <a:gd name="connsiteY2" fmla="*/ 300039 h 510137"/>
                <a:gd name="connsiteX3" fmla="*/ 1320995 w 3052763"/>
                <a:gd name="connsiteY3" fmla="*/ 91440 h 510137"/>
                <a:gd name="connsiteX0" fmla="*/ 1228725 w 3052763"/>
                <a:gd name="connsiteY0" fmla="*/ 0 h 510137"/>
                <a:gd name="connsiteX1" fmla="*/ 3052763 w 3052763"/>
                <a:gd name="connsiteY1" fmla="*/ 123825 h 510137"/>
                <a:gd name="connsiteX2" fmla="*/ 0 w 3052763"/>
                <a:gd name="connsiteY2" fmla="*/ 300039 h 510137"/>
                <a:gd name="connsiteX0" fmla="*/ 2279578 w 3052763"/>
                <a:gd name="connsiteY0" fmla="*/ 0 h 491087"/>
                <a:gd name="connsiteX1" fmla="*/ 3052763 w 3052763"/>
                <a:gd name="connsiteY1" fmla="*/ 104775 h 491087"/>
                <a:gd name="connsiteX2" fmla="*/ 0 w 3052763"/>
                <a:gd name="connsiteY2" fmla="*/ 280989 h 491087"/>
                <a:gd name="connsiteX0" fmla="*/ 2279578 w 3052763"/>
                <a:gd name="connsiteY0" fmla="*/ 0 h 491087"/>
                <a:gd name="connsiteX1" fmla="*/ 3052763 w 3052763"/>
                <a:gd name="connsiteY1" fmla="*/ 104775 h 491087"/>
                <a:gd name="connsiteX2" fmla="*/ 0 w 3052763"/>
                <a:gd name="connsiteY2" fmla="*/ 280989 h 491087"/>
                <a:gd name="connsiteX0" fmla="*/ 2282782 w 3052763"/>
                <a:gd name="connsiteY0" fmla="*/ 0 h 481562"/>
                <a:gd name="connsiteX1" fmla="*/ 3052763 w 3052763"/>
                <a:gd name="connsiteY1" fmla="*/ 95250 h 481562"/>
                <a:gd name="connsiteX2" fmla="*/ 0 w 3052763"/>
                <a:gd name="connsiteY2" fmla="*/ 271464 h 4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2763" h="481562">
                  <a:moveTo>
                    <a:pt x="2282782" y="0"/>
                  </a:moveTo>
                  <a:cubicBezTo>
                    <a:pt x="2890795" y="41275"/>
                    <a:pt x="2970617" y="19050"/>
                    <a:pt x="3052763" y="95250"/>
                  </a:cubicBezTo>
                  <a:cubicBezTo>
                    <a:pt x="2568575" y="477838"/>
                    <a:pt x="398463" y="646113"/>
                    <a:pt x="0" y="271464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6BC5E8-B18E-5C38-6D55-BA24DB457964}"/>
                </a:ext>
              </a:extLst>
            </p:cNvPr>
            <p:cNvSpPr/>
            <p:nvPr/>
          </p:nvSpPr>
          <p:spPr>
            <a:xfrm>
              <a:off x="3621066" y="3458718"/>
              <a:ext cx="677900" cy="302013"/>
            </a:xfrm>
            <a:custGeom>
              <a:avLst/>
              <a:gdLst>
                <a:gd name="connsiteX0" fmla="*/ 137717 w 677900"/>
                <a:gd name="connsiteY0" fmla="*/ 0 h 324377"/>
                <a:gd name="connsiteX1" fmla="*/ 126886 w 677900"/>
                <a:gd name="connsiteY1" fmla="*/ 12894 h 324377"/>
                <a:gd name="connsiteX2" fmla="*/ 526263 w 677900"/>
                <a:gd name="connsiteY2" fmla="*/ 281030 h 324377"/>
                <a:gd name="connsiteX3" fmla="*/ 677900 w 677900"/>
                <a:gd name="connsiteY3" fmla="*/ 324377 h 324377"/>
                <a:gd name="connsiteX4" fmla="*/ 577007 w 677900"/>
                <a:gd name="connsiteY4" fmla="*/ 315790 h 324377"/>
                <a:gd name="connsiteX5" fmla="*/ 0 w 677900"/>
                <a:gd name="connsiteY5" fmla="*/ 131467 h 324377"/>
                <a:gd name="connsiteX6" fmla="*/ 93078 w 677900"/>
                <a:gd name="connsiteY6" fmla="*/ 20024 h 324377"/>
                <a:gd name="connsiteX7" fmla="*/ 137717 w 677900"/>
                <a:gd name="connsiteY7" fmla="*/ 0 h 32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7900" h="324377">
                  <a:moveTo>
                    <a:pt x="137717" y="0"/>
                  </a:moveTo>
                  <a:lnTo>
                    <a:pt x="126886" y="12894"/>
                  </a:lnTo>
                  <a:cubicBezTo>
                    <a:pt x="46976" y="142581"/>
                    <a:pt x="272493" y="209922"/>
                    <a:pt x="526263" y="281030"/>
                  </a:cubicBezTo>
                  <a:lnTo>
                    <a:pt x="677900" y="324377"/>
                  </a:lnTo>
                  <a:lnTo>
                    <a:pt x="577007" y="315790"/>
                  </a:lnTo>
                  <a:cubicBezTo>
                    <a:pt x="309960" y="284859"/>
                    <a:pt x="99616" y="225129"/>
                    <a:pt x="0" y="131467"/>
                  </a:cubicBezTo>
                  <a:cubicBezTo>
                    <a:pt x="5953" y="85331"/>
                    <a:pt x="39700" y="49072"/>
                    <a:pt x="93078" y="20024"/>
                  </a:cubicBezTo>
                  <a:lnTo>
                    <a:pt x="137717" y="0"/>
                  </a:lnTo>
                  <a:close/>
                </a:path>
              </a:pathLst>
            </a:custGeom>
            <a:solidFill>
              <a:srgbClr val="676E75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DFECB5F-0238-8041-2D80-E98A5DC0EE2C}"/>
                </a:ext>
              </a:extLst>
            </p:cNvPr>
            <p:cNvSpPr/>
            <p:nvPr/>
          </p:nvSpPr>
          <p:spPr>
            <a:xfrm>
              <a:off x="4106353" y="3175849"/>
              <a:ext cx="2042388" cy="607246"/>
            </a:xfrm>
            <a:custGeom>
              <a:avLst/>
              <a:gdLst>
                <a:gd name="connsiteX0" fmla="*/ 661634 w 2042388"/>
                <a:gd name="connsiteY0" fmla="*/ 792 h 607246"/>
                <a:gd name="connsiteX1" fmla="*/ 1042987 w 2042388"/>
                <a:gd name="connsiteY1" fmla="*/ 49598 h 607246"/>
                <a:gd name="connsiteX2" fmla="*/ 2038349 w 2042388"/>
                <a:gd name="connsiteY2" fmla="*/ 321060 h 607246"/>
                <a:gd name="connsiteX3" fmla="*/ 2039317 w 2042388"/>
                <a:gd name="connsiteY3" fmla="*/ 418989 h 607246"/>
                <a:gd name="connsiteX4" fmla="*/ 2036760 w 2042388"/>
                <a:gd name="connsiteY4" fmla="*/ 427620 h 607246"/>
                <a:gd name="connsiteX5" fmla="*/ 1902935 w 2042388"/>
                <a:gd name="connsiteY5" fmla="*/ 462557 h 607246"/>
                <a:gd name="connsiteX6" fmla="*/ 277237 w 2042388"/>
                <a:gd name="connsiteY6" fmla="*/ 599350 h 607246"/>
                <a:gd name="connsiteX7" fmla="*/ 159145 w 2042388"/>
                <a:gd name="connsiteY7" fmla="*/ 589208 h 607246"/>
                <a:gd name="connsiteX8" fmla="*/ 146968 w 2042388"/>
                <a:gd name="connsiteY8" fmla="*/ 581907 h 607246"/>
                <a:gd name="connsiteX9" fmla="*/ 0 w 2042388"/>
                <a:gd name="connsiteY9" fmla="*/ 306773 h 607246"/>
                <a:gd name="connsiteX10" fmla="*/ 661634 w 2042388"/>
                <a:gd name="connsiteY10" fmla="*/ 792 h 60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42388" h="607246">
                  <a:moveTo>
                    <a:pt x="661634" y="792"/>
                  </a:moveTo>
                  <a:cubicBezTo>
                    <a:pt x="829493" y="5731"/>
                    <a:pt x="979884" y="32632"/>
                    <a:pt x="1042987" y="49598"/>
                  </a:cubicBezTo>
                  <a:cubicBezTo>
                    <a:pt x="1439862" y="99604"/>
                    <a:pt x="2006599" y="201998"/>
                    <a:pt x="2038349" y="321060"/>
                  </a:cubicBezTo>
                  <a:cubicBezTo>
                    <a:pt x="2043509" y="362335"/>
                    <a:pt x="2043608" y="394085"/>
                    <a:pt x="2039317" y="418989"/>
                  </a:cubicBezTo>
                  <a:lnTo>
                    <a:pt x="2036760" y="427620"/>
                  </a:lnTo>
                  <a:lnTo>
                    <a:pt x="1902935" y="462557"/>
                  </a:lnTo>
                  <a:cubicBezTo>
                    <a:pt x="1421223" y="574073"/>
                    <a:pt x="783679" y="628843"/>
                    <a:pt x="277237" y="599350"/>
                  </a:cubicBezTo>
                  <a:lnTo>
                    <a:pt x="159145" y="589208"/>
                  </a:lnTo>
                  <a:lnTo>
                    <a:pt x="146968" y="581907"/>
                  </a:lnTo>
                  <a:cubicBezTo>
                    <a:pt x="60772" y="521706"/>
                    <a:pt x="2481" y="433773"/>
                    <a:pt x="0" y="306773"/>
                  </a:cubicBezTo>
                  <a:cubicBezTo>
                    <a:pt x="53578" y="45332"/>
                    <a:pt x="381868" y="-7440"/>
                    <a:pt x="661634" y="792"/>
                  </a:cubicBezTo>
                  <a:close/>
                </a:path>
              </a:pathLst>
            </a:custGeom>
            <a:solidFill>
              <a:srgbClr val="FAF39B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08424CE-E0C9-DF30-6E1F-10A315E701BA}"/>
              </a:ext>
            </a:extLst>
          </p:cNvPr>
          <p:cNvSpPr/>
          <p:nvPr/>
        </p:nvSpPr>
        <p:spPr>
          <a:xfrm>
            <a:off x="1190171" y="682171"/>
            <a:ext cx="2656115" cy="5225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Mussel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F28097F-7BF1-1C27-E170-3011104A8DFB}"/>
              </a:ext>
            </a:extLst>
          </p:cNvPr>
          <p:cNvGrpSpPr/>
          <p:nvPr/>
        </p:nvGrpSpPr>
        <p:grpSpPr>
          <a:xfrm>
            <a:off x="-1144307" y="2502102"/>
            <a:ext cx="4945538" cy="3074878"/>
            <a:chOff x="3611952" y="2157412"/>
            <a:chExt cx="3057611" cy="1901063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12485AD4-B7AF-FE4A-80F3-ECD7AB3AE010}"/>
                </a:ext>
              </a:extLst>
            </p:cNvPr>
            <p:cNvSpPr/>
            <p:nvPr/>
          </p:nvSpPr>
          <p:spPr>
            <a:xfrm>
              <a:off x="3613692" y="2157412"/>
              <a:ext cx="2893798" cy="1190599"/>
            </a:xfrm>
            <a:custGeom>
              <a:avLst/>
              <a:gdLst>
                <a:gd name="connsiteX0" fmla="*/ 0 w 960120"/>
                <a:gd name="connsiteY0" fmla="*/ 0 h 76200"/>
                <a:gd name="connsiteX1" fmla="*/ 960120 w 960120"/>
                <a:gd name="connsiteY1" fmla="*/ 0 h 76200"/>
                <a:gd name="connsiteX2" fmla="*/ 960120 w 960120"/>
                <a:gd name="connsiteY2" fmla="*/ 76200 h 76200"/>
                <a:gd name="connsiteX3" fmla="*/ 0 w 960120"/>
                <a:gd name="connsiteY3" fmla="*/ 76200 h 76200"/>
                <a:gd name="connsiteX4" fmla="*/ 0 w 960120"/>
                <a:gd name="connsiteY4" fmla="*/ 0 h 76200"/>
                <a:gd name="connsiteX0" fmla="*/ 0 w 1379220"/>
                <a:gd name="connsiteY0" fmla="*/ 0 h 106680"/>
                <a:gd name="connsiteX1" fmla="*/ 1379220 w 1379220"/>
                <a:gd name="connsiteY1" fmla="*/ 30480 h 106680"/>
                <a:gd name="connsiteX2" fmla="*/ 1379220 w 1379220"/>
                <a:gd name="connsiteY2" fmla="*/ 106680 h 106680"/>
                <a:gd name="connsiteX3" fmla="*/ 419100 w 1379220"/>
                <a:gd name="connsiteY3" fmla="*/ 106680 h 106680"/>
                <a:gd name="connsiteX4" fmla="*/ 0 w 1379220"/>
                <a:gd name="connsiteY4" fmla="*/ 0 h 106680"/>
                <a:gd name="connsiteX0" fmla="*/ 0 w 1379220"/>
                <a:gd name="connsiteY0" fmla="*/ 274320 h 381000"/>
                <a:gd name="connsiteX1" fmla="*/ 830580 w 1379220"/>
                <a:gd name="connsiteY1" fmla="*/ 0 h 381000"/>
                <a:gd name="connsiteX2" fmla="*/ 1379220 w 1379220"/>
                <a:gd name="connsiteY2" fmla="*/ 381000 h 381000"/>
                <a:gd name="connsiteX3" fmla="*/ 419100 w 1379220"/>
                <a:gd name="connsiteY3" fmla="*/ 381000 h 381000"/>
                <a:gd name="connsiteX4" fmla="*/ 0 w 1379220"/>
                <a:gd name="connsiteY4" fmla="*/ 274320 h 381000"/>
                <a:gd name="connsiteX0" fmla="*/ 0 w 1379220"/>
                <a:gd name="connsiteY0" fmla="*/ 274320 h 624840"/>
                <a:gd name="connsiteX1" fmla="*/ 830580 w 1379220"/>
                <a:gd name="connsiteY1" fmla="*/ 0 h 624840"/>
                <a:gd name="connsiteX2" fmla="*/ 1379220 w 1379220"/>
                <a:gd name="connsiteY2" fmla="*/ 381000 h 624840"/>
                <a:gd name="connsiteX3" fmla="*/ 1066800 w 1379220"/>
                <a:gd name="connsiteY3" fmla="*/ 624840 h 624840"/>
                <a:gd name="connsiteX4" fmla="*/ 0 w 1379220"/>
                <a:gd name="connsiteY4" fmla="*/ 274320 h 624840"/>
                <a:gd name="connsiteX0" fmla="*/ 0 w 2887980"/>
                <a:gd name="connsiteY0" fmla="*/ 464820 h 815340"/>
                <a:gd name="connsiteX1" fmla="*/ 830580 w 2887980"/>
                <a:gd name="connsiteY1" fmla="*/ 190500 h 815340"/>
                <a:gd name="connsiteX2" fmla="*/ 2887980 w 2887980"/>
                <a:gd name="connsiteY2" fmla="*/ 0 h 815340"/>
                <a:gd name="connsiteX3" fmla="*/ 1066800 w 2887980"/>
                <a:gd name="connsiteY3" fmla="*/ 815340 h 815340"/>
                <a:gd name="connsiteX4" fmla="*/ 0 w 2887980"/>
                <a:gd name="connsiteY4" fmla="*/ 464820 h 815340"/>
                <a:gd name="connsiteX0" fmla="*/ 0 w 2887980"/>
                <a:gd name="connsiteY0" fmla="*/ 814281 h 1164801"/>
                <a:gd name="connsiteX1" fmla="*/ 830580 w 2887980"/>
                <a:gd name="connsiteY1" fmla="*/ 539961 h 1164801"/>
                <a:gd name="connsiteX2" fmla="*/ 2887980 w 2887980"/>
                <a:gd name="connsiteY2" fmla="*/ 349461 h 1164801"/>
                <a:gd name="connsiteX3" fmla="*/ 1066800 w 2887980"/>
                <a:gd name="connsiteY3" fmla="*/ 1164801 h 1164801"/>
                <a:gd name="connsiteX4" fmla="*/ 0 w 2887980"/>
                <a:gd name="connsiteY4" fmla="*/ 814281 h 1164801"/>
                <a:gd name="connsiteX0" fmla="*/ 0 w 2889765"/>
                <a:gd name="connsiteY0" fmla="*/ 814281 h 1164801"/>
                <a:gd name="connsiteX1" fmla="*/ 830580 w 2889765"/>
                <a:gd name="connsiteY1" fmla="*/ 539961 h 1164801"/>
                <a:gd name="connsiteX2" fmla="*/ 2887980 w 2889765"/>
                <a:gd name="connsiteY2" fmla="*/ 349461 h 1164801"/>
                <a:gd name="connsiteX3" fmla="*/ 1066800 w 2889765"/>
                <a:gd name="connsiteY3" fmla="*/ 1164801 h 1164801"/>
                <a:gd name="connsiteX4" fmla="*/ 0 w 2889765"/>
                <a:gd name="connsiteY4" fmla="*/ 814281 h 1164801"/>
                <a:gd name="connsiteX0" fmla="*/ 0 w 2889589"/>
                <a:gd name="connsiteY0" fmla="*/ 814281 h 1164801"/>
                <a:gd name="connsiteX1" fmla="*/ 830580 w 2889589"/>
                <a:gd name="connsiteY1" fmla="*/ 539961 h 1164801"/>
                <a:gd name="connsiteX2" fmla="*/ 2887980 w 2889589"/>
                <a:gd name="connsiteY2" fmla="*/ 349461 h 1164801"/>
                <a:gd name="connsiteX3" fmla="*/ 1066800 w 2889589"/>
                <a:gd name="connsiteY3" fmla="*/ 1164801 h 1164801"/>
                <a:gd name="connsiteX4" fmla="*/ 0 w 2889589"/>
                <a:gd name="connsiteY4" fmla="*/ 814281 h 1164801"/>
                <a:gd name="connsiteX0" fmla="*/ 0 w 2889589"/>
                <a:gd name="connsiteY0" fmla="*/ 817614 h 1168134"/>
                <a:gd name="connsiteX1" fmla="*/ 830580 w 2889589"/>
                <a:gd name="connsiteY1" fmla="*/ 528054 h 1168134"/>
                <a:gd name="connsiteX2" fmla="*/ 2887980 w 2889589"/>
                <a:gd name="connsiteY2" fmla="*/ 352794 h 1168134"/>
                <a:gd name="connsiteX3" fmla="*/ 1066800 w 2889589"/>
                <a:gd name="connsiteY3" fmla="*/ 1168134 h 1168134"/>
                <a:gd name="connsiteX4" fmla="*/ 0 w 2889589"/>
                <a:gd name="connsiteY4" fmla="*/ 817614 h 1168134"/>
                <a:gd name="connsiteX0" fmla="*/ 0 w 2889589"/>
                <a:gd name="connsiteY0" fmla="*/ 839127 h 1189647"/>
                <a:gd name="connsiteX1" fmla="*/ 830580 w 2889589"/>
                <a:gd name="connsiteY1" fmla="*/ 549567 h 1189647"/>
                <a:gd name="connsiteX2" fmla="*/ 2887980 w 2889589"/>
                <a:gd name="connsiteY2" fmla="*/ 374307 h 1189647"/>
                <a:gd name="connsiteX3" fmla="*/ 1066800 w 2889589"/>
                <a:gd name="connsiteY3" fmla="*/ 1189647 h 1189647"/>
                <a:gd name="connsiteX4" fmla="*/ 0 w 2889589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90599"/>
                <a:gd name="connsiteX1" fmla="*/ 830614 w 2889623"/>
                <a:gd name="connsiteY1" fmla="*/ 549567 h 1190599"/>
                <a:gd name="connsiteX2" fmla="*/ 2888014 w 2889623"/>
                <a:gd name="connsiteY2" fmla="*/ 374307 h 1190599"/>
                <a:gd name="connsiteX3" fmla="*/ 1066834 w 2889623"/>
                <a:gd name="connsiteY3" fmla="*/ 1189647 h 1190599"/>
                <a:gd name="connsiteX4" fmla="*/ 34 w 2889623"/>
                <a:gd name="connsiteY4" fmla="*/ 839127 h 1190599"/>
                <a:gd name="connsiteX0" fmla="*/ 34 w 2893798"/>
                <a:gd name="connsiteY0" fmla="*/ 839127 h 1190599"/>
                <a:gd name="connsiteX1" fmla="*/ 830614 w 2893798"/>
                <a:gd name="connsiteY1" fmla="*/ 549567 h 1190599"/>
                <a:gd name="connsiteX2" fmla="*/ 2888014 w 2893798"/>
                <a:gd name="connsiteY2" fmla="*/ 374307 h 1190599"/>
                <a:gd name="connsiteX3" fmla="*/ 1066834 w 2893798"/>
                <a:gd name="connsiteY3" fmla="*/ 1189647 h 1190599"/>
                <a:gd name="connsiteX4" fmla="*/ 34 w 2893798"/>
                <a:gd name="connsiteY4" fmla="*/ 839127 h 1190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3798" h="1190599">
                  <a:moveTo>
                    <a:pt x="34" y="839127"/>
                  </a:moveTo>
                  <a:cubicBezTo>
                    <a:pt x="-5046" y="651167"/>
                    <a:pt x="553754" y="646087"/>
                    <a:pt x="830614" y="549567"/>
                  </a:cubicBezTo>
                  <a:cubicBezTo>
                    <a:pt x="1463074" y="379387"/>
                    <a:pt x="2674654" y="-484213"/>
                    <a:pt x="2888014" y="374307"/>
                  </a:cubicBezTo>
                  <a:cubicBezTo>
                    <a:pt x="2997234" y="1126147"/>
                    <a:pt x="1529114" y="1138847"/>
                    <a:pt x="1066834" y="1189647"/>
                  </a:cubicBezTo>
                  <a:cubicBezTo>
                    <a:pt x="962694" y="1194727"/>
                    <a:pt x="27974" y="1192187"/>
                    <a:pt x="34" y="839127"/>
                  </a:cubicBezTo>
                  <a:close/>
                </a:path>
              </a:pathLst>
            </a:custGeom>
            <a:solidFill>
              <a:srgbClr val="3B495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DBFA81F8-D121-0832-A299-2043C72FD5CF}"/>
                </a:ext>
              </a:extLst>
            </p:cNvPr>
            <p:cNvSpPr/>
            <p:nvPr/>
          </p:nvSpPr>
          <p:spPr>
            <a:xfrm>
              <a:off x="3611952" y="3307310"/>
              <a:ext cx="3057611" cy="751165"/>
            </a:xfrm>
            <a:custGeom>
              <a:avLst/>
              <a:gdLst>
                <a:gd name="connsiteX0" fmla="*/ 0 w 960120"/>
                <a:gd name="connsiteY0" fmla="*/ 0 h 76200"/>
                <a:gd name="connsiteX1" fmla="*/ 960120 w 960120"/>
                <a:gd name="connsiteY1" fmla="*/ 0 h 76200"/>
                <a:gd name="connsiteX2" fmla="*/ 960120 w 960120"/>
                <a:gd name="connsiteY2" fmla="*/ 76200 h 76200"/>
                <a:gd name="connsiteX3" fmla="*/ 0 w 960120"/>
                <a:gd name="connsiteY3" fmla="*/ 76200 h 76200"/>
                <a:gd name="connsiteX4" fmla="*/ 0 w 960120"/>
                <a:gd name="connsiteY4" fmla="*/ 0 h 76200"/>
                <a:gd name="connsiteX0" fmla="*/ 0 w 1379220"/>
                <a:gd name="connsiteY0" fmla="*/ 0 h 106680"/>
                <a:gd name="connsiteX1" fmla="*/ 1379220 w 1379220"/>
                <a:gd name="connsiteY1" fmla="*/ 30480 h 106680"/>
                <a:gd name="connsiteX2" fmla="*/ 1379220 w 1379220"/>
                <a:gd name="connsiteY2" fmla="*/ 106680 h 106680"/>
                <a:gd name="connsiteX3" fmla="*/ 419100 w 1379220"/>
                <a:gd name="connsiteY3" fmla="*/ 106680 h 106680"/>
                <a:gd name="connsiteX4" fmla="*/ 0 w 1379220"/>
                <a:gd name="connsiteY4" fmla="*/ 0 h 106680"/>
                <a:gd name="connsiteX0" fmla="*/ 0 w 1379220"/>
                <a:gd name="connsiteY0" fmla="*/ 274320 h 381000"/>
                <a:gd name="connsiteX1" fmla="*/ 830580 w 1379220"/>
                <a:gd name="connsiteY1" fmla="*/ 0 h 381000"/>
                <a:gd name="connsiteX2" fmla="*/ 1379220 w 1379220"/>
                <a:gd name="connsiteY2" fmla="*/ 381000 h 381000"/>
                <a:gd name="connsiteX3" fmla="*/ 419100 w 1379220"/>
                <a:gd name="connsiteY3" fmla="*/ 381000 h 381000"/>
                <a:gd name="connsiteX4" fmla="*/ 0 w 1379220"/>
                <a:gd name="connsiteY4" fmla="*/ 274320 h 381000"/>
                <a:gd name="connsiteX0" fmla="*/ 0 w 1379220"/>
                <a:gd name="connsiteY0" fmla="*/ 274320 h 624840"/>
                <a:gd name="connsiteX1" fmla="*/ 830580 w 1379220"/>
                <a:gd name="connsiteY1" fmla="*/ 0 h 624840"/>
                <a:gd name="connsiteX2" fmla="*/ 1379220 w 1379220"/>
                <a:gd name="connsiteY2" fmla="*/ 381000 h 624840"/>
                <a:gd name="connsiteX3" fmla="*/ 1066800 w 1379220"/>
                <a:gd name="connsiteY3" fmla="*/ 624840 h 624840"/>
                <a:gd name="connsiteX4" fmla="*/ 0 w 1379220"/>
                <a:gd name="connsiteY4" fmla="*/ 274320 h 624840"/>
                <a:gd name="connsiteX0" fmla="*/ 0 w 2887980"/>
                <a:gd name="connsiteY0" fmla="*/ 464820 h 815340"/>
                <a:gd name="connsiteX1" fmla="*/ 830580 w 2887980"/>
                <a:gd name="connsiteY1" fmla="*/ 190500 h 815340"/>
                <a:gd name="connsiteX2" fmla="*/ 2887980 w 2887980"/>
                <a:gd name="connsiteY2" fmla="*/ 0 h 815340"/>
                <a:gd name="connsiteX3" fmla="*/ 1066800 w 2887980"/>
                <a:gd name="connsiteY3" fmla="*/ 815340 h 815340"/>
                <a:gd name="connsiteX4" fmla="*/ 0 w 2887980"/>
                <a:gd name="connsiteY4" fmla="*/ 464820 h 815340"/>
                <a:gd name="connsiteX0" fmla="*/ 0 w 2887980"/>
                <a:gd name="connsiteY0" fmla="*/ 814281 h 1164801"/>
                <a:gd name="connsiteX1" fmla="*/ 830580 w 2887980"/>
                <a:gd name="connsiteY1" fmla="*/ 539961 h 1164801"/>
                <a:gd name="connsiteX2" fmla="*/ 2887980 w 2887980"/>
                <a:gd name="connsiteY2" fmla="*/ 349461 h 1164801"/>
                <a:gd name="connsiteX3" fmla="*/ 1066800 w 2887980"/>
                <a:gd name="connsiteY3" fmla="*/ 1164801 h 1164801"/>
                <a:gd name="connsiteX4" fmla="*/ 0 w 2887980"/>
                <a:gd name="connsiteY4" fmla="*/ 814281 h 1164801"/>
                <a:gd name="connsiteX0" fmla="*/ 0 w 2889765"/>
                <a:gd name="connsiteY0" fmla="*/ 814281 h 1164801"/>
                <a:gd name="connsiteX1" fmla="*/ 830580 w 2889765"/>
                <a:gd name="connsiteY1" fmla="*/ 539961 h 1164801"/>
                <a:gd name="connsiteX2" fmla="*/ 2887980 w 2889765"/>
                <a:gd name="connsiteY2" fmla="*/ 349461 h 1164801"/>
                <a:gd name="connsiteX3" fmla="*/ 1066800 w 2889765"/>
                <a:gd name="connsiteY3" fmla="*/ 1164801 h 1164801"/>
                <a:gd name="connsiteX4" fmla="*/ 0 w 2889765"/>
                <a:gd name="connsiteY4" fmla="*/ 814281 h 1164801"/>
                <a:gd name="connsiteX0" fmla="*/ 0 w 2889589"/>
                <a:gd name="connsiteY0" fmla="*/ 814281 h 1164801"/>
                <a:gd name="connsiteX1" fmla="*/ 830580 w 2889589"/>
                <a:gd name="connsiteY1" fmla="*/ 539961 h 1164801"/>
                <a:gd name="connsiteX2" fmla="*/ 2887980 w 2889589"/>
                <a:gd name="connsiteY2" fmla="*/ 349461 h 1164801"/>
                <a:gd name="connsiteX3" fmla="*/ 1066800 w 2889589"/>
                <a:gd name="connsiteY3" fmla="*/ 1164801 h 1164801"/>
                <a:gd name="connsiteX4" fmla="*/ 0 w 2889589"/>
                <a:gd name="connsiteY4" fmla="*/ 814281 h 1164801"/>
                <a:gd name="connsiteX0" fmla="*/ 0 w 2889589"/>
                <a:gd name="connsiteY0" fmla="*/ 817614 h 1168134"/>
                <a:gd name="connsiteX1" fmla="*/ 830580 w 2889589"/>
                <a:gd name="connsiteY1" fmla="*/ 528054 h 1168134"/>
                <a:gd name="connsiteX2" fmla="*/ 2887980 w 2889589"/>
                <a:gd name="connsiteY2" fmla="*/ 352794 h 1168134"/>
                <a:gd name="connsiteX3" fmla="*/ 1066800 w 2889589"/>
                <a:gd name="connsiteY3" fmla="*/ 1168134 h 1168134"/>
                <a:gd name="connsiteX4" fmla="*/ 0 w 2889589"/>
                <a:gd name="connsiteY4" fmla="*/ 817614 h 1168134"/>
                <a:gd name="connsiteX0" fmla="*/ 0 w 2889589"/>
                <a:gd name="connsiteY0" fmla="*/ 839127 h 1189647"/>
                <a:gd name="connsiteX1" fmla="*/ 830580 w 2889589"/>
                <a:gd name="connsiteY1" fmla="*/ 549567 h 1189647"/>
                <a:gd name="connsiteX2" fmla="*/ 2887980 w 2889589"/>
                <a:gd name="connsiteY2" fmla="*/ 374307 h 1189647"/>
                <a:gd name="connsiteX3" fmla="*/ 1066800 w 2889589"/>
                <a:gd name="connsiteY3" fmla="*/ 1189647 h 1189647"/>
                <a:gd name="connsiteX4" fmla="*/ 0 w 2889589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90599"/>
                <a:gd name="connsiteX1" fmla="*/ 830614 w 2889623"/>
                <a:gd name="connsiteY1" fmla="*/ 549567 h 1190599"/>
                <a:gd name="connsiteX2" fmla="*/ 2888014 w 2889623"/>
                <a:gd name="connsiteY2" fmla="*/ 374307 h 1190599"/>
                <a:gd name="connsiteX3" fmla="*/ 1066834 w 2889623"/>
                <a:gd name="connsiteY3" fmla="*/ 1189647 h 1190599"/>
                <a:gd name="connsiteX4" fmla="*/ 34 w 2889623"/>
                <a:gd name="connsiteY4" fmla="*/ 839127 h 1190599"/>
                <a:gd name="connsiteX0" fmla="*/ 34 w 2893798"/>
                <a:gd name="connsiteY0" fmla="*/ 839127 h 1190599"/>
                <a:gd name="connsiteX1" fmla="*/ 830614 w 2893798"/>
                <a:gd name="connsiteY1" fmla="*/ 549567 h 1190599"/>
                <a:gd name="connsiteX2" fmla="*/ 2888014 w 2893798"/>
                <a:gd name="connsiteY2" fmla="*/ 374307 h 1190599"/>
                <a:gd name="connsiteX3" fmla="*/ 1066834 w 2893798"/>
                <a:gd name="connsiteY3" fmla="*/ 1189647 h 1190599"/>
                <a:gd name="connsiteX4" fmla="*/ 34 w 2893798"/>
                <a:gd name="connsiteY4" fmla="*/ 839127 h 1190599"/>
                <a:gd name="connsiteX0" fmla="*/ 34 w 3038084"/>
                <a:gd name="connsiteY0" fmla="*/ 650223 h 1003242"/>
                <a:gd name="connsiteX1" fmla="*/ 830614 w 3038084"/>
                <a:gd name="connsiteY1" fmla="*/ 360663 h 1003242"/>
                <a:gd name="connsiteX2" fmla="*/ 3032794 w 3038084"/>
                <a:gd name="connsiteY2" fmla="*/ 452103 h 1003242"/>
                <a:gd name="connsiteX3" fmla="*/ 1066834 w 3038084"/>
                <a:gd name="connsiteY3" fmla="*/ 1000743 h 1003242"/>
                <a:gd name="connsiteX4" fmla="*/ 34 w 3038084"/>
                <a:gd name="connsiteY4" fmla="*/ 650223 h 1003242"/>
                <a:gd name="connsiteX0" fmla="*/ 34 w 3038084"/>
                <a:gd name="connsiteY0" fmla="*/ 358797 h 711816"/>
                <a:gd name="connsiteX1" fmla="*/ 830614 w 3038084"/>
                <a:gd name="connsiteY1" fmla="*/ 69237 h 711816"/>
                <a:gd name="connsiteX2" fmla="*/ 3032794 w 3038084"/>
                <a:gd name="connsiteY2" fmla="*/ 160677 h 711816"/>
                <a:gd name="connsiteX3" fmla="*/ 1066834 w 3038084"/>
                <a:gd name="connsiteY3" fmla="*/ 709317 h 711816"/>
                <a:gd name="connsiteX4" fmla="*/ 34 w 3038084"/>
                <a:gd name="connsiteY4" fmla="*/ 358797 h 711816"/>
                <a:gd name="connsiteX0" fmla="*/ 34 w 3038084"/>
                <a:gd name="connsiteY0" fmla="*/ 291575 h 644594"/>
                <a:gd name="connsiteX1" fmla="*/ 830614 w 3038084"/>
                <a:gd name="connsiteY1" fmla="*/ 2015 h 644594"/>
                <a:gd name="connsiteX2" fmla="*/ 3032794 w 3038084"/>
                <a:gd name="connsiteY2" fmla="*/ 93455 h 644594"/>
                <a:gd name="connsiteX3" fmla="*/ 1066834 w 3038084"/>
                <a:gd name="connsiteY3" fmla="*/ 642095 h 644594"/>
                <a:gd name="connsiteX4" fmla="*/ 34 w 3038084"/>
                <a:gd name="connsiteY4" fmla="*/ 291575 h 644594"/>
                <a:gd name="connsiteX0" fmla="*/ 34 w 3038084"/>
                <a:gd name="connsiteY0" fmla="*/ 258535 h 611554"/>
                <a:gd name="connsiteX1" fmla="*/ 830614 w 3038084"/>
                <a:gd name="connsiteY1" fmla="*/ 7075 h 611554"/>
                <a:gd name="connsiteX2" fmla="*/ 3032794 w 3038084"/>
                <a:gd name="connsiteY2" fmla="*/ 60415 h 611554"/>
                <a:gd name="connsiteX3" fmla="*/ 1066834 w 3038084"/>
                <a:gd name="connsiteY3" fmla="*/ 609055 h 611554"/>
                <a:gd name="connsiteX4" fmla="*/ 34 w 3038084"/>
                <a:gd name="connsiteY4" fmla="*/ 258535 h 611554"/>
                <a:gd name="connsiteX0" fmla="*/ 34 w 3038084"/>
                <a:gd name="connsiteY0" fmla="*/ 258535 h 611554"/>
                <a:gd name="connsiteX1" fmla="*/ 830614 w 3038084"/>
                <a:gd name="connsiteY1" fmla="*/ 7075 h 611554"/>
                <a:gd name="connsiteX2" fmla="*/ 3032794 w 3038084"/>
                <a:gd name="connsiteY2" fmla="*/ 60415 h 611554"/>
                <a:gd name="connsiteX3" fmla="*/ 1066834 w 3038084"/>
                <a:gd name="connsiteY3" fmla="*/ 609055 h 611554"/>
                <a:gd name="connsiteX4" fmla="*/ 34 w 3038084"/>
                <a:gd name="connsiteY4" fmla="*/ 258535 h 611554"/>
                <a:gd name="connsiteX0" fmla="*/ 34 w 3038908"/>
                <a:gd name="connsiteY0" fmla="*/ 258535 h 761575"/>
                <a:gd name="connsiteX1" fmla="*/ 830614 w 3038908"/>
                <a:gd name="connsiteY1" fmla="*/ 7075 h 761575"/>
                <a:gd name="connsiteX2" fmla="*/ 3032794 w 3038908"/>
                <a:gd name="connsiteY2" fmla="*/ 60415 h 761575"/>
                <a:gd name="connsiteX3" fmla="*/ 1295434 w 3038908"/>
                <a:gd name="connsiteY3" fmla="*/ 761455 h 761575"/>
                <a:gd name="connsiteX4" fmla="*/ 34 w 3038908"/>
                <a:gd name="connsiteY4" fmla="*/ 258535 h 761575"/>
                <a:gd name="connsiteX0" fmla="*/ 34 w 3038908"/>
                <a:gd name="connsiteY0" fmla="*/ 258535 h 761537"/>
                <a:gd name="connsiteX1" fmla="*/ 830614 w 3038908"/>
                <a:gd name="connsiteY1" fmla="*/ 7075 h 761537"/>
                <a:gd name="connsiteX2" fmla="*/ 3032794 w 3038908"/>
                <a:gd name="connsiteY2" fmla="*/ 60415 h 761537"/>
                <a:gd name="connsiteX3" fmla="*/ 1295434 w 3038908"/>
                <a:gd name="connsiteY3" fmla="*/ 761455 h 761537"/>
                <a:gd name="connsiteX4" fmla="*/ 34 w 3038908"/>
                <a:gd name="connsiteY4" fmla="*/ 258535 h 761537"/>
                <a:gd name="connsiteX0" fmla="*/ 34 w 3038908"/>
                <a:gd name="connsiteY0" fmla="*/ 258535 h 762629"/>
                <a:gd name="connsiteX1" fmla="*/ 830614 w 3038908"/>
                <a:gd name="connsiteY1" fmla="*/ 7075 h 762629"/>
                <a:gd name="connsiteX2" fmla="*/ 3032794 w 3038908"/>
                <a:gd name="connsiteY2" fmla="*/ 60415 h 762629"/>
                <a:gd name="connsiteX3" fmla="*/ 1295434 w 3038908"/>
                <a:gd name="connsiteY3" fmla="*/ 761455 h 762629"/>
                <a:gd name="connsiteX4" fmla="*/ 34 w 3038908"/>
                <a:gd name="connsiteY4" fmla="*/ 258535 h 762629"/>
                <a:gd name="connsiteX0" fmla="*/ 34 w 3038908"/>
                <a:gd name="connsiteY0" fmla="*/ 258535 h 762629"/>
                <a:gd name="connsiteX1" fmla="*/ 830614 w 3038908"/>
                <a:gd name="connsiteY1" fmla="*/ 7075 h 762629"/>
                <a:gd name="connsiteX2" fmla="*/ 3032794 w 3038908"/>
                <a:gd name="connsiteY2" fmla="*/ 60415 h 762629"/>
                <a:gd name="connsiteX3" fmla="*/ 1295434 w 3038908"/>
                <a:gd name="connsiteY3" fmla="*/ 761455 h 762629"/>
                <a:gd name="connsiteX4" fmla="*/ 34 w 3038908"/>
                <a:gd name="connsiteY4" fmla="*/ 258535 h 762629"/>
                <a:gd name="connsiteX0" fmla="*/ 34 w 3038418"/>
                <a:gd name="connsiteY0" fmla="*/ 258535 h 763213"/>
                <a:gd name="connsiteX1" fmla="*/ 830614 w 3038418"/>
                <a:gd name="connsiteY1" fmla="*/ 7075 h 763213"/>
                <a:gd name="connsiteX2" fmla="*/ 3032794 w 3038418"/>
                <a:gd name="connsiteY2" fmla="*/ 60415 h 763213"/>
                <a:gd name="connsiteX3" fmla="*/ 1295434 w 3038418"/>
                <a:gd name="connsiteY3" fmla="*/ 761455 h 763213"/>
                <a:gd name="connsiteX4" fmla="*/ 34 w 3038418"/>
                <a:gd name="connsiteY4" fmla="*/ 258535 h 763213"/>
                <a:gd name="connsiteX0" fmla="*/ 34 w 3038418"/>
                <a:gd name="connsiteY0" fmla="*/ 258535 h 762629"/>
                <a:gd name="connsiteX1" fmla="*/ 830614 w 3038418"/>
                <a:gd name="connsiteY1" fmla="*/ 7075 h 762629"/>
                <a:gd name="connsiteX2" fmla="*/ 3032794 w 3038418"/>
                <a:gd name="connsiteY2" fmla="*/ 60415 h 762629"/>
                <a:gd name="connsiteX3" fmla="*/ 1295434 w 3038418"/>
                <a:gd name="connsiteY3" fmla="*/ 761455 h 762629"/>
                <a:gd name="connsiteX4" fmla="*/ 34 w 3038418"/>
                <a:gd name="connsiteY4" fmla="*/ 258535 h 762629"/>
                <a:gd name="connsiteX0" fmla="*/ 34 w 3038418"/>
                <a:gd name="connsiteY0" fmla="*/ 258535 h 762526"/>
                <a:gd name="connsiteX1" fmla="*/ 830614 w 3038418"/>
                <a:gd name="connsiteY1" fmla="*/ 7075 h 762526"/>
                <a:gd name="connsiteX2" fmla="*/ 3032794 w 3038418"/>
                <a:gd name="connsiteY2" fmla="*/ 60415 h 762526"/>
                <a:gd name="connsiteX3" fmla="*/ 1295434 w 3038418"/>
                <a:gd name="connsiteY3" fmla="*/ 761455 h 762526"/>
                <a:gd name="connsiteX4" fmla="*/ 34 w 3038418"/>
                <a:gd name="connsiteY4" fmla="*/ 258535 h 762526"/>
                <a:gd name="connsiteX0" fmla="*/ 34 w 3038418"/>
                <a:gd name="connsiteY0" fmla="*/ 258535 h 761466"/>
                <a:gd name="connsiteX1" fmla="*/ 830614 w 3038418"/>
                <a:gd name="connsiteY1" fmla="*/ 7075 h 761466"/>
                <a:gd name="connsiteX2" fmla="*/ 3032794 w 3038418"/>
                <a:gd name="connsiteY2" fmla="*/ 60415 h 761466"/>
                <a:gd name="connsiteX3" fmla="*/ 1295434 w 3038418"/>
                <a:gd name="connsiteY3" fmla="*/ 761455 h 761466"/>
                <a:gd name="connsiteX4" fmla="*/ 34 w 3038418"/>
                <a:gd name="connsiteY4" fmla="*/ 258535 h 761466"/>
                <a:gd name="connsiteX0" fmla="*/ 0 w 3038384"/>
                <a:gd name="connsiteY0" fmla="*/ 258535 h 761466"/>
                <a:gd name="connsiteX1" fmla="*/ 830580 w 3038384"/>
                <a:gd name="connsiteY1" fmla="*/ 7075 h 761466"/>
                <a:gd name="connsiteX2" fmla="*/ 3032760 w 3038384"/>
                <a:gd name="connsiteY2" fmla="*/ 60415 h 761466"/>
                <a:gd name="connsiteX3" fmla="*/ 1295400 w 3038384"/>
                <a:gd name="connsiteY3" fmla="*/ 761455 h 761466"/>
                <a:gd name="connsiteX4" fmla="*/ 0 w 3038384"/>
                <a:gd name="connsiteY4" fmla="*/ 258535 h 761466"/>
                <a:gd name="connsiteX0" fmla="*/ 0 w 3032760"/>
                <a:gd name="connsiteY0" fmla="*/ 258535 h 258880"/>
                <a:gd name="connsiteX1" fmla="*/ 830580 w 3032760"/>
                <a:gd name="connsiteY1" fmla="*/ 7075 h 258880"/>
                <a:gd name="connsiteX2" fmla="*/ 3032760 w 3032760"/>
                <a:gd name="connsiteY2" fmla="*/ 60415 h 258880"/>
                <a:gd name="connsiteX3" fmla="*/ 0 w 3032760"/>
                <a:gd name="connsiteY3" fmla="*/ 258535 h 258880"/>
                <a:gd name="connsiteX0" fmla="*/ 0 w 3032760"/>
                <a:gd name="connsiteY0" fmla="*/ 258535 h 538746"/>
                <a:gd name="connsiteX1" fmla="*/ 830580 w 3032760"/>
                <a:gd name="connsiteY1" fmla="*/ 7075 h 538746"/>
                <a:gd name="connsiteX2" fmla="*/ 3032760 w 3032760"/>
                <a:gd name="connsiteY2" fmla="*/ 60415 h 538746"/>
                <a:gd name="connsiteX3" fmla="*/ 0 w 3032760"/>
                <a:gd name="connsiteY3" fmla="*/ 258535 h 538746"/>
                <a:gd name="connsiteX0" fmla="*/ 0 w 3051810"/>
                <a:gd name="connsiteY0" fmla="*/ 252498 h 548987"/>
                <a:gd name="connsiteX1" fmla="*/ 830580 w 3051810"/>
                <a:gd name="connsiteY1" fmla="*/ 1038 h 548987"/>
                <a:gd name="connsiteX2" fmla="*/ 3051810 w 3051810"/>
                <a:gd name="connsiteY2" fmla="*/ 130578 h 548987"/>
                <a:gd name="connsiteX3" fmla="*/ 0 w 3051810"/>
                <a:gd name="connsiteY3" fmla="*/ 252498 h 548987"/>
                <a:gd name="connsiteX0" fmla="*/ 0 w 3051810"/>
                <a:gd name="connsiteY0" fmla="*/ 267127 h 563616"/>
                <a:gd name="connsiteX1" fmla="*/ 830580 w 3051810"/>
                <a:gd name="connsiteY1" fmla="*/ 15667 h 563616"/>
                <a:gd name="connsiteX2" fmla="*/ 3051810 w 3051810"/>
                <a:gd name="connsiteY2" fmla="*/ 145207 h 563616"/>
                <a:gd name="connsiteX3" fmla="*/ 0 w 3051810"/>
                <a:gd name="connsiteY3" fmla="*/ 267127 h 563616"/>
                <a:gd name="connsiteX0" fmla="*/ 0 w 3051810"/>
                <a:gd name="connsiteY0" fmla="*/ 245516 h 542005"/>
                <a:gd name="connsiteX1" fmla="*/ 835343 w 3051810"/>
                <a:gd name="connsiteY1" fmla="*/ 32156 h 542005"/>
                <a:gd name="connsiteX2" fmla="*/ 3051810 w 3051810"/>
                <a:gd name="connsiteY2" fmla="*/ 123596 h 542005"/>
                <a:gd name="connsiteX3" fmla="*/ 0 w 3051810"/>
                <a:gd name="connsiteY3" fmla="*/ 245516 h 542005"/>
                <a:gd name="connsiteX0" fmla="*/ 0 w 3051810"/>
                <a:gd name="connsiteY0" fmla="*/ 245516 h 542005"/>
                <a:gd name="connsiteX1" fmla="*/ 835343 w 3051810"/>
                <a:gd name="connsiteY1" fmla="*/ 32156 h 542005"/>
                <a:gd name="connsiteX2" fmla="*/ 3051810 w 3051810"/>
                <a:gd name="connsiteY2" fmla="*/ 123596 h 542005"/>
                <a:gd name="connsiteX3" fmla="*/ 0 w 3051810"/>
                <a:gd name="connsiteY3" fmla="*/ 245516 h 542005"/>
                <a:gd name="connsiteX0" fmla="*/ 0 w 3051810"/>
                <a:gd name="connsiteY0" fmla="*/ 245516 h 608261"/>
                <a:gd name="connsiteX1" fmla="*/ 835343 w 3051810"/>
                <a:gd name="connsiteY1" fmla="*/ 32156 h 608261"/>
                <a:gd name="connsiteX2" fmla="*/ 3051810 w 3051810"/>
                <a:gd name="connsiteY2" fmla="*/ 123596 h 608261"/>
                <a:gd name="connsiteX3" fmla="*/ 0 w 3051810"/>
                <a:gd name="connsiteY3" fmla="*/ 245516 h 608261"/>
                <a:gd name="connsiteX0" fmla="*/ 0 w 3051810"/>
                <a:gd name="connsiteY0" fmla="*/ 245516 h 604556"/>
                <a:gd name="connsiteX1" fmla="*/ 835343 w 3051810"/>
                <a:gd name="connsiteY1" fmla="*/ 32156 h 604556"/>
                <a:gd name="connsiteX2" fmla="*/ 3051810 w 3051810"/>
                <a:gd name="connsiteY2" fmla="*/ 123596 h 604556"/>
                <a:gd name="connsiteX3" fmla="*/ 0 w 3051810"/>
                <a:gd name="connsiteY3" fmla="*/ 245516 h 604556"/>
                <a:gd name="connsiteX0" fmla="*/ 0 w 3055158"/>
                <a:gd name="connsiteY0" fmla="*/ 245516 h 751034"/>
                <a:gd name="connsiteX1" fmla="*/ 835343 w 3055158"/>
                <a:gd name="connsiteY1" fmla="*/ 32156 h 751034"/>
                <a:gd name="connsiteX2" fmla="*/ 3051810 w 3055158"/>
                <a:gd name="connsiteY2" fmla="*/ 123596 h 751034"/>
                <a:gd name="connsiteX3" fmla="*/ 1317308 w 3055158"/>
                <a:gd name="connsiteY3" fmla="*/ 750340 h 751034"/>
                <a:gd name="connsiteX4" fmla="*/ 0 w 3055158"/>
                <a:gd name="connsiteY4" fmla="*/ 245516 h 751034"/>
                <a:gd name="connsiteX0" fmla="*/ 1774 w 3056932"/>
                <a:gd name="connsiteY0" fmla="*/ 245516 h 751165"/>
                <a:gd name="connsiteX1" fmla="*/ 837117 w 3056932"/>
                <a:gd name="connsiteY1" fmla="*/ 32156 h 751165"/>
                <a:gd name="connsiteX2" fmla="*/ 3053584 w 3056932"/>
                <a:gd name="connsiteY2" fmla="*/ 123596 h 751165"/>
                <a:gd name="connsiteX3" fmla="*/ 1319082 w 3056932"/>
                <a:gd name="connsiteY3" fmla="*/ 750340 h 751165"/>
                <a:gd name="connsiteX4" fmla="*/ 1774 w 3056932"/>
                <a:gd name="connsiteY4" fmla="*/ 245516 h 751165"/>
                <a:gd name="connsiteX0" fmla="*/ 1774 w 3057611"/>
                <a:gd name="connsiteY0" fmla="*/ 245516 h 751165"/>
                <a:gd name="connsiteX1" fmla="*/ 837117 w 3057611"/>
                <a:gd name="connsiteY1" fmla="*/ 32156 h 751165"/>
                <a:gd name="connsiteX2" fmla="*/ 3053584 w 3057611"/>
                <a:gd name="connsiteY2" fmla="*/ 123596 h 751165"/>
                <a:gd name="connsiteX3" fmla="*/ 1319082 w 3057611"/>
                <a:gd name="connsiteY3" fmla="*/ 750340 h 751165"/>
                <a:gd name="connsiteX4" fmla="*/ 1774 w 3057611"/>
                <a:gd name="connsiteY4" fmla="*/ 245516 h 751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7611" h="751165">
                  <a:moveTo>
                    <a:pt x="1774" y="245516"/>
                  </a:moveTo>
                  <a:cubicBezTo>
                    <a:pt x="34794" y="109944"/>
                    <a:pt x="639314" y="26759"/>
                    <a:pt x="837117" y="32156"/>
                  </a:cubicBezTo>
                  <a:cubicBezTo>
                    <a:pt x="1568637" y="21996"/>
                    <a:pt x="3011674" y="-73889"/>
                    <a:pt x="3053584" y="123596"/>
                  </a:cubicBezTo>
                  <a:cubicBezTo>
                    <a:pt x="3131530" y="217099"/>
                    <a:pt x="2061080" y="734782"/>
                    <a:pt x="1319082" y="750340"/>
                  </a:cubicBezTo>
                  <a:cubicBezTo>
                    <a:pt x="810447" y="770660"/>
                    <a:pt x="-44105" y="410456"/>
                    <a:pt x="1774" y="245516"/>
                  </a:cubicBezTo>
                  <a:close/>
                </a:path>
              </a:pathLst>
            </a:custGeom>
            <a:solidFill>
              <a:srgbClr val="2A3C4E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62B9EB7F-9DA5-EADC-6B84-35BC3E240172}"/>
                </a:ext>
              </a:extLst>
            </p:cNvPr>
            <p:cNvSpPr/>
            <p:nvPr/>
          </p:nvSpPr>
          <p:spPr>
            <a:xfrm>
              <a:off x="3748479" y="2327830"/>
              <a:ext cx="2325565" cy="956810"/>
            </a:xfrm>
            <a:custGeom>
              <a:avLst/>
              <a:gdLst>
                <a:gd name="connsiteX0" fmla="*/ 0 w 960120"/>
                <a:gd name="connsiteY0" fmla="*/ 0 h 76200"/>
                <a:gd name="connsiteX1" fmla="*/ 960120 w 960120"/>
                <a:gd name="connsiteY1" fmla="*/ 0 h 76200"/>
                <a:gd name="connsiteX2" fmla="*/ 960120 w 960120"/>
                <a:gd name="connsiteY2" fmla="*/ 76200 h 76200"/>
                <a:gd name="connsiteX3" fmla="*/ 0 w 960120"/>
                <a:gd name="connsiteY3" fmla="*/ 76200 h 76200"/>
                <a:gd name="connsiteX4" fmla="*/ 0 w 960120"/>
                <a:gd name="connsiteY4" fmla="*/ 0 h 76200"/>
                <a:gd name="connsiteX0" fmla="*/ 0 w 1379220"/>
                <a:gd name="connsiteY0" fmla="*/ 0 h 106680"/>
                <a:gd name="connsiteX1" fmla="*/ 1379220 w 1379220"/>
                <a:gd name="connsiteY1" fmla="*/ 30480 h 106680"/>
                <a:gd name="connsiteX2" fmla="*/ 1379220 w 1379220"/>
                <a:gd name="connsiteY2" fmla="*/ 106680 h 106680"/>
                <a:gd name="connsiteX3" fmla="*/ 419100 w 1379220"/>
                <a:gd name="connsiteY3" fmla="*/ 106680 h 106680"/>
                <a:gd name="connsiteX4" fmla="*/ 0 w 1379220"/>
                <a:gd name="connsiteY4" fmla="*/ 0 h 106680"/>
                <a:gd name="connsiteX0" fmla="*/ 0 w 1379220"/>
                <a:gd name="connsiteY0" fmla="*/ 274320 h 381000"/>
                <a:gd name="connsiteX1" fmla="*/ 830580 w 1379220"/>
                <a:gd name="connsiteY1" fmla="*/ 0 h 381000"/>
                <a:gd name="connsiteX2" fmla="*/ 1379220 w 1379220"/>
                <a:gd name="connsiteY2" fmla="*/ 381000 h 381000"/>
                <a:gd name="connsiteX3" fmla="*/ 419100 w 1379220"/>
                <a:gd name="connsiteY3" fmla="*/ 381000 h 381000"/>
                <a:gd name="connsiteX4" fmla="*/ 0 w 1379220"/>
                <a:gd name="connsiteY4" fmla="*/ 274320 h 381000"/>
                <a:gd name="connsiteX0" fmla="*/ 0 w 1379220"/>
                <a:gd name="connsiteY0" fmla="*/ 274320 h 624840"/>
                <a:gd name="connsiteX1" fmla="*/ 830580 w 1379220"/>
                <a:gd name="connsiteY1" fmla="*/ 0 h 624840"/>
                <a:gd name="connsiteX2" fmla="*/ 1379220 w 1379220"/>
                <a:gd name="connsiteY2" fmla="*/ 381000 h 624840"/>
                <a:gd name="connsiteX3" fmla="*/ 1066800 w 1379220"/>
                <a:gd name="connsiteY3" fmla="*/ 624840 h 624840"/>
                <a:gd name="connsiteX4" fmla="*/ 0 w 1379220"/>
                <a:gd name="connsiteY4" fmla="*/ 274320 h 624840"/>
                <a:gd name="connsiteX0" fmla="*/ 0 w 2887980"/>
                <a:gd name="connsiteY0" fmla="*/ 464820 h 815340"/>
                <a:gd name="connsiteX1" fmla="*/ 830580 w 2887980"/>
                <a:gd name="connsiteY1" fmla="*/ 190500 h 815340"/>
                <a:gd name="connsiteX2" fmla="*/ 2887980 w 2887980"/>
                <a:gd name="connsiteY2" fmla="*/ 0 h 815340"/>
                <a:gd name="connsiteX3" fmla="*/ 1066800 w 2887980"/>
                <a:gd name="connsiteY3" fmla="*/ 815340 h 815340"/>
                <a:gd name="connsiteX4" fmla="*/ 0 w 2887980"/>
                <a:gd name="connsiteY4" fmla="*/ 464820 h 815340"/>
                <a:gd name="connsiteX0" fmla="*/ 0 w 2887980"/>
                <a:gd name="connsiteY0" fmla="*/ 814281 h 1164801"/>
                <a:gd name="connsiteX1" fmla="*/ 830580 w 2887980"/>
                <a:gd name="connsiteY1" fmla="*/ 539961 h 1164801"/>
                <a:gd name="connsiteX2" fmla="*/ 2887980 w 2887980"/>
                <a:gd name="connsiteY2" fmla="*/ 349461 h 1164801"/>
                <a:gd name="connsiteX3" fmla="*/ 1066800 w 2887980"/>
                <a:gd name="connsiteY3" fmla="*/ 1164801 h 1164801"/>
                <a:gd name="connsiteX4" fmla="*/ 0 w 2887980"/>
                <a:gd name="connsiteY4" fmla="*/ 814281 h 1164801"/>
                <a:gd name="connsiteX0" fmla="*/ 0 w 2889765"/>
                <a:gd name="connsiteY0" fmla="*/ 814281 h 1164801"/>
                <a:gd name="connsiteX1" fmla="*/ 830580 w 2889765"/>
                <a:gd name="connsiteY1" fmla="*/ 539961 h 1164801"/>
                <a:gd name="connsiteX2" fmla="*/ 2887980 w 2889765"/>
                <a:gd name="connsiteY2" fmla="*/ 349461 h 1164801"/>
                <a:gd name="connsiteX3" fmla="*/ 1066800 w 2889765"/>
                <a:gd name="connsiteY3" fmla="*/ 1164801 h 1164801"/>
                <a:gd name="connsiteX4" fmla="*/ 0 w 2889765"/>
                <a:gd name="connsiteY4" fmla="*/ 814281 h 1164801"/>
                <a:gd name="connsiteX0" fmla="*/ 0 w 2889589"/>
                <a:gd name="connsiteY0" fmla="*/ 814281 h 1164801"/>
                <a:gd name="connsiteX1" fmla="*/ 830580 w 2889589"/>
                <a:gd name="connsiteY1" fmla="*/ 539961 h 1164801"/>
                <a:gd name="connsiteX2" fmla="*/ 2887980 w 2889589"/>
                <a:gd name="connsiteY2" fmla="*/ 349461 h 1164801"/>
                <a:gd name="connsiteX3" fmla="*/ 1066800 w 2889589"/>
                <a:gd name="connsiteY3" fmla="*/ 1164801 h 1164801"/>
                <a:gd name="connsiteX4" fmla="*/ 0 w 2889589"/>
                <a:gd name="connsiteY4" fmla="*/ 814281 h 1164801"/>
                <a:gd name="connsiteX0" fmla="*/ 0 w 2889589"/>
                <a:gd name="connsiteY0" fmla="*/ 817614 h 1168134"/>
                <a:gd name="connsiteX1" fmla="*/ 830580 w 2889589"/>
                <a:gd name="connsiteY1" fmla="*/ 528054 h 1168134"/>
                <a:gd name="connsiteX2" fmla="*/ 2887980 w 2889589"/>
                <a:gd name="connsiteY2" fmla="*/ 352794 h 1168134"/>
                <a:gd name="connsiteX3" fmla="*/ 1066800 w 2889589"/>
                <a:gd name="connsiteY3" fmla="*/ 1168134 h 1168134"/>
                <a:gd name="connsiteX4" fmla="*/ 0 w 2889589"/>
                <a:gd name="connsiteY4" fmla="*/ 817614 h 1168134"/>
                <a:gd name="connsiteX0" fmla="*/ 0 w 2889589"/>
                <a:gd name="connsiteY0" fmla="*/ 839127 h 1189647"/>
                <a:gd name="connsiteX1" fmla="*/ 830580 w 2889589"/>
                <a:gd name="connsiteY1" fmla="*/ 549567 h 1189647"/>
                <a:gd name="connsiteX2" fmla="*/ 2887980 w 2889589"/>
                <a:gd name="connsiteY2" fmla="*/ 374307 h 1189647"/>
                <a:gd name="connsiteX3" fmla="*/ 1066800 w 2889589"/>
                <a:gd name="connsiteY3" fmla="*/ 1189647 h 1189647"/>
                <a:gd name="connsiteX4" fmla="*/ 0 w 2889589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90599"/>
                <a:gd name="connsiteX1" fmla="*/ 830614 w 2889623"/>
                <a:gd name="connsiteY1" fmla="*/ 549567 h 1190599"/>
                <a:gd name="connsiteX2" fmla="*/ 2888014 w 2889623"/>
                <a:gd name="connsiteY2" fmla="*/ 374307 h 1190599"/>
                <a:gd name="connsiteX3" fmla="*/ 1066834 w 2889623"/>
                <a:gd name="connsiteY3" fmla="*/ 1189647 h 1190599"/>
                <a:gd name="connsiteX4" fmla="*/ 34 w 2889623"/>
                <a:gd name="connsiteY4" fmla="*/ 839127 h 1190599"/>
                <a:gd name="connsiteX0" fmla="*/ 34 w 2893798"/>
                <a:gd name="connsiteY0" fmla="*/ 839127 h 1190599"/>
                <a:gd name="connsiteX1" fmla="*/ 830614 w 2893798"/>
                <a:gd name="connsiteY1" fmla="*/ 549567 h 1190599"/>
                <a:gd name="connsiteX2" fmla="*/ 2888014 w 2893798"/>
                <a:gd name="connsiteY2" fmla="*/ 374307 h 1190599"/>
                <a:gd name="connsiteX3" fmla="*/ 1066834 w 2893798"/>
                <a:gd name="connsiteY3" fmla="*/ 1189647 h 1190599"/>
                <a:gd name="connsiteX4" fmla="*/ 34 w 2893798"/>
                <a:gd name="connsiteY4" fmla="*/ 839127 h 1190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3798" h="1190599">
                  <a:moveTo>
                    <a:pt x="34" y="839127"/>
                  </a:moveTo>
                  <a:cubicBezTo>
                    <a:pt x="-5046" y="651167"/>
                    <a:pt x="553754" y="646087"/>
                    <a:pt x="830614" y="549567"/>
                  </a:cubicBezTo>
                  <a:cubicBezTo>
                    <a:pt x="1463074" y="379387"/>
                    <a:pt x="2674654" y="-484213"/>
                    <a:pt x="2888014" y="374307"/>
                  </a:cubicBezTo>
                  <a:cubicBezTo>
                    <a:pt x="2997234" y="1126147"/>
                    <a:pt x="1529114" y="1138847"/>
                    <a:pt x="1066834" y="1189647"/>
                  </a:cubicBezTo>
                  <a:cubicBezTo>
                    <a:pt x="962694" y="1194727"/>
                    <a:pt x="27974" y="1192187"/>
                    <a:pt x="34" y="839127"/>
                  </a:cubicBezTo>
                  <a:close/>
                </a:path>
              </a:pathLst>
            </a:custGeom>
            <a:solidFill>
              <a:srgbClr val="ABB8C0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34A9D7D8-D9C7-B8E2-DBBB-5464B53912CD}"/>
                </a:ext>
              </a:extLst>
            </p:cNvPr>
            <p:cNvSpPr/>
            <p:nvPr/>
          </p:nvSpPr>
          <p:spPr>
            <a:xfrm>
              <a:off x="3616801" y="3309825"/>
              <a:ext cx="3025300" cy="481562"/>
            </a:xfrm>
            <a:custGeom>
              <a:avLst/>
              <a:gdLst>
                <a:gd name="connsiteX0" fmla="*/ 0 w 1685925"/>
                <a:gd name="connsiteY0" fmla="*/ 0 h 109538"/>
                <a:gd name="connsiteX1" fmla="*/ 1685925 w 1685925"/>
                <a:gd name="connsiteY1" fmla="*/ 0 h 109538"/>
                <a:gd name="connsiteX2" fmla="*/ 1685925 w 1685925"/>
                <a:gd name="connsiteY2" fmla="*/ 109538 h 109538"/>
                <a:gd name="connsiteX3" fmla="*/ 0 w 1685925"/>
                <a:gd name="connsiteY3" fmla="*/ 109538 h 109538"/>
                <a:gd name="connsiteX4" fmla="*/ 0 w 1685925"/>
                <a:gd name="connsiteY4" fmla="*/ 0 h 109538"/>
                <a:gd name="connsiteX0" fmla="*/ 1076325 w 1685925"/>
                <a:gd name="connsiteY0" fmla="*/ 0 h 300038"/>
                <a:gd name="connsiteX1" fmla="*/ 1685925 w 1685925"/>
                <a:gd name="connsiteY1" fmla="*/ 190500 h 300038"/>
                <a:gd name="connsiteX2" fmla="*/ 1685925 w 1685925"/>
                <a:gd name="connsiteY2" fmla="*/ 300038 h 300038"/>
                <a:gd name="connsiteX3" fmla="*/ 0 w 1685925"/>
                <a:gd name="connsiteY3" fmla="*/ 300038 h 300038"/>
                <a:gd name="connsiteX4" fmla="*/ 1076325 w 1685925"/>
                <a:gd name="connsiteY4" fmla="*/ 0 h 300038"/>
                <a:gd name="connsiteX0" fmla="*/ 1123950 w 1733550"/>
                <a:gd name="connsiteY0" fmla="*/ 0 h 300038"/>
                <a:gd name="connsiteX1" fmla="*/ 1733550 w 1733550"/>
                <a:gd name="connsiteY1" fmla="*/ 190500 h 300038"/>
                <a:gd name="connsiteX2" fmla="*/ 1733550 w 1733550"/>
                <a:gd name="connsiteY2" fmla="*/ 300038 h 300038"/>
                <a:gd name="connsiteX3" fmla="*/ 0 w 1733550"/>
                <a:gd name="connsiteY3" fmla="*/ 266701 h 300038"/>
                <a:gd name="connsiteX4" fmla="*/ 1123950 w 1733550"/>
                <a:gd name="connsiteY4" fmla="*/ 0 h 300038"/>
                <a:gd name="connsiteX0" fmla="*/ 1123950 w 1733550"/>
                <a:gd name="connsiteY0" fmla="*/ 0 h 300038"/>
                <a:gd name="connsiteX1" fmla="*/ 1733550 w 1733550"/>
                <a:gd name="connsiteY1" fmla="*/ 190500 h 300038"/>
                <a:gd name="connsiteX2" fmla="*/ 1733550 w 1733550"/>
                <a:gd name="connsiteY2" fmla="*/ 300038 h 300038"/>
                <a:gd name="connsiteX3" fmla="*/ 0 w 1733550"/>
                <a:gd name="connsiteY3" fmla="*/ 266701 h 300038"/>
                <a:gd name="connsiteX4" fmla="*/ 1123950 w 1733550"/>
                <a:gd name="connsiteY4" fmla="*/ 0 h 300038"/>
                <a:gd name="connsiteX0" fmla="*/ 1123950 w 1733550"/>
                <a:gd name="connsiteY0" fmla="*/ 0 h 300038"/>
                <a:gd name="connsiteX1" fmla="*/ 1733550 w 1733550"/>
                <a:gd name="connsiteY1" fmla="*/ 190500 h 300038"/>
                <a:gd name="connsiteX2" fmla="*/ 1733550 w 1733550"/>
                <a:gd name="connsiteY2" fmla="*/ 300038 h 300038"/>
                <a:gd name="connsiteX3" fmla="*/ 0 w 1733550"/>
                <a:gd name="connsiteY3" fmla="*/ 266701 h 300038"/>
                <a:gd name="connsiteX4" fmla="*/ 1123950 w 1733550"/>
                <a:gd name="connsiteY4" fmla="*/ 0 h 300038"/>
                <a:gd name="connsiteX0" fmla="*/ 1123950 w 1733550"/>
                <a:gd name="connsiteY0" fmla="*/ 0 h 381937"/>
                <a:gd name="connsiteX1" fmla="*/ 1733550 w 1733550"/>
                <a:gd name="connsiteY1" fmla="*/ 190500 h 381937"/>
                <a:gd name="connsiteX2" fmla="*/ 1733550 w 1733550"/>
                <a:gd name="connsiteY2" fmla="*/ 300038 h 381937"/>
                <a:gd name="connsiteX3" fmla="*/ 0 w 1733550"/>
                <a:gd name="connsiteY3" fmla="*/ 266701 h 381937"/>
                <a:gd name="connsiteX4" fmla="*/ 1123950 w 1733550"/>
                <a:gd name="connsiteY4" fmla="*/ 0 h 381937"/>
                <a:gd name="connsiteX0" fmla="*/ 1228725 w 1838325"/>
                <a:gd name="connsiteY0" fmla="*/ 0 h 406266"/>
                <a:gd name="connsiteX1" fmla="*/ 1838325 w 1838325"/>
                <a:gd name="connsiteY1" fmla="*/ 190500 h 406266"/>
                <a:gd name="connsiteX2" fmla="*/ 1838325 w 1838325"/>
                <a:gd name="connsiteY2" fmla="*/ 300038 h 406266"/>
                <a:gd name="connsiteX3" fmla="*/ 0 w 1838325"/>
                <a:gd name="connsiteY3" fmla="*/ 300039 h 406266"/>
                <a:gd name="connsiteX4" fmla="*/ 1228725 w 1838325"/>
                <a:gd name="connsiteY4" fmla="*/ 0 h 406266"/>
                <a:gd name="connsiteX0" fmla="*/ 1228725 w 3052763"/>
                <a:gd name="connsiteY0" fmla="*/ 0 h 406266"/>
                <a:gd name="connsiteX1" fmla="*/ 3052763 w 3052763"/>
                <a:gd name="connsiteY1" fmla="*/ 123825 h 406266"/>
                <a:gd name="connsiteX2" fmla="*/ 1838325 w 3052763"/>
                <a:gd name="connsiteY2" fmla="*/ 300038 h 406266"/>
                <a:gd name="connsiteX3" fmla="*/ 0 w 3052763"/>
                <a:gd name="connsiteY3" fmla="*/ 300039 h 406266"/>
                <a:gd name="connsiteX4" fmla="*/ 1228725 w 3052763"/>
                <a:gd name="connsiteY4" fmla="*/ 0 h 406266"/>
                <a:gd name="connsiteX0" fmla="*/ 1228725 w 3052763"/>
                <a:gd name="connsiteY0" fmla="*/ 0 h 473661"/>
                <a:gd name="connsiteX1" fmla="*/ 3052763 w 3052763"/>
                <a:gd name="connsiteY1" fmla="*/ 123825 h 473661"/>
                <a:gd name="connsiteX2" fmla="*/ 1847850 w 3052763"/>
                <a:gd name="connsiteY2" fmla="*/ 466725 h 473661"/>
                <a:gd name="connsiteX3" fmla="*/ 0 w 3052763"/>
                <a:gd name="connsiteY3" fmla="*/ 300039 h 473661"/>
                <a:gd name="connsiteX4" fmla="*/ 1228725 w 3052763"/>
                <a:gd name="connsiteY4" fmla="*/ 0 h 473661"/>
                <a:gd name="connsiteX0" fmla="*/ 1228725 w 3052763"/>
                <a:gd name="connsiteY0" fmla="*/ 0 h 300039"/>
                <a:gd name="connsiteX1" fmla="*/ 3052763 w 3052763"/>
                <a:gd name="connsiteY1" fmla="*/ 123825 h 300039"/>
                <a:gd name="connsiteX2" fmla="*/ 0 w 3052763"/>
                <a:gd name="connsiteY2" fmla="*/ 300039 h 300039"/>
                <a:gd name="connsiteX3" fmla="*/ 1228725 w 3052763"/>
                <a:gd name="connsiteY3" fmla="*/ 0 h 300039"/>
                <a:gd name="connsiteX0" fmla="*/ 1228725 w 3052763"/>
                <a:gd name="connsiteY0" fmla="*/ 0 h 335419"/>
                <a:gd name="connsiteX1" fmla="*/ 3052763 w 3052763"/>
                <a:gd name="connsiteY1" fmla="*/ 123825 h 335419"/>
                <a:gd name="connsiteX2" fmla="*/ 0 w 3052763"/>
                <a:gd name="connsiteY2" fmla="*/ 300039 h 335419"/>
                <a:gd name="connsiteX3" fmla="*/ 1228725 w 3052763"/>
                <a:gd name="connsiteY3" fmla="*/ 0 h 335419"/>
                <a:gd name="connsiteX0" fmla="*/ 1228725 w 3052763"/>
                <a:gd name="connsiteY0" fmla="*/ 0 h 510137"/>
                <a:gd name="connsiteX1" fmla="*/ 3052763 w 3052763"/>
                <a:gd name="connsiteY1" fmla="*/ 123825 h 510137"/>
                <a:gd name="connsiteX2" fmla="*/ 0 w 3052763"/>
                <a:gd name="connsiteY2" fmla="*/ 300039 h 510137"/>
                <a:gd name="connsiteX3" fmla="*/ 1228725 w 3052763"/>
                <a:gd name="connsiteY3" fmla="*/ 0 h 510137"/>
                <a:gd name="connsiteX0" fmla="*/ 1228725 w 3052763"/>
                <a:gd name="connsiteY0" fmla="*/ 0 h 510137"/>
                <a:gd name="connsiteX1" fmla="*/ 3052763 w 3052763"/>
                <a:gd name="connsiteY1" fmla="*/ 123825 h 510137"/>
                <a:gd name="connsiteX2" fmla="*/ 0 w 3052763"/>
                <a:gd name="connsiteY2" fmla="*/ 300039 h 510137"/>
                <a:gd name="connsiteX3" fmla="*/ 1228725 w 3052763"/>
                <a:gd name="connsiteY3" fmla="*/ 0 h 510137"/>
                <a:gd name="connsiteX0" fmla="*/ 1228725 w 3052763"/>
                <a:gd name="connsiteY0" fmla="*/ 0 h 510137"/>
                <a:gd name="connsiteX1" fmla="*/ 3052763 w 3052763"/>
                <a:gd name="connsiteY1" fmla="*/ 123825 h 510137"/>
                <a:gd name="connsiteX2" fmla="*/ 0 w 3052763"/>
                <a:gd name="connsiteY2" fmla="*/ 300039 h 510137"/>
                <a:gd name="connsiteX3" fmla="*/ 1320995 w 3052763"/>
                <a:gd name="connsiteY3" fmla="*/ 91440 h 510137"/>
                <a:gd name="connsiteX0" fmla="*/ 1228725 w 3052763"/>
                <a:gd name="connsiteY0" fmla="*/ 0 h 510137"/>
                <a:gd name="connsiteX1" fmla="*/ 3052763 w 3052763"/>
                <a:gd name="connsiteY1" fmla="*/ 123825 h 510137"/>
                <a:gd name="connsiteX2" fmla="*/ 0 w 3052763"/>
                <a:gd name="connsiteY2" fmla="*/ 300039 h 510137"/>
                <a:gd name="connsiteX0" fmla="*/ 2279578 w 3052763"/>
                <a:gd name="connsiteY0" fmla="*/ 0 h 491087"/>
                <a:gd name="connsiteX1" fmla="*/ 3052763 w 3052763"/>
                <a:gd name="connsiteY1" fmla="*/ 104775 h 491087"/>
                <a:gd name="connsiteX2" fmla="*/ 0 w 3052763"/>
                <a:gd name="connsiteY2" fmla="*/ 280989 h 491087"/>
                <a:gd name="connsiteX0" fmla="*/ 2279578 w 3052763"/>
                <a:gd name="connsiteY0" fmla="*/ 0 h 491087"/>
                <a:gd name="connsiteX1" fmla="*/ 3052763 w 3052763"/>
                <a:gd name="connsiteY1" fmla="*/ 104775 h 491087"/>
                <a:gd name="connsiteX2" fmla="*/ 0 w 3052763"/>
                <a:gd name="connsiteY2" fmla="*/ 280989 h 491087"/>
                <a:gd name="connsiteX0" fmla="*/ 2282782 w 3052763"/>
                <a:gd name="connsiteY0" fmla="*/ 0 h 481562"/>
                <a:gd name="connsiteX1" fmla="*/ 3052763 w 3052763"/>
                <a:gd name="connsiteY1" fmla="*/ 95250 h 481562"/>
                <a:gd name="connsiteX2" fmla="*/ 0 w 3052763"/>
                <a:gd name="connsiteY2" fmla="*/ 271464 h 4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2763" h="481562">
                  <a:moveTo>
                    <a:pt x="2282782" y="0"/>
                  </a:moveTo>
                  <a:cubicBezTo>
                    <a:pt x="2890795" y="41275"/>
                    <a:pt x="2970617" y="19050"/>
                    <a:pt x="3052763" y="95250"/>
                  </a:cubicBezTo>
                  <a:cubicBezTo>
                    <a:pt x="2568575" y="477838"/>
                    <a:pt x="398463" y="646113"/>
                    <a:pt x="0" y="271464"/>
                  </a:cubicBezTo>
                </a:path>
              </a:pathLst>
            </a:custGeom>
            <a:no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9908EFA-C298-CE6E-3884-79B656E29303}"/>
                </a:ext>
              </a:extLst>
            </p:cNvPr>
            <p:cNvSpPr/>
            <p:nvPr/>
          </p:nvSpPr>
          <p:spPr>
            <a:xfrm>
              <a:off x="3617693" y="3455058"/>
              <a:ext cx="681272" cy="328037"/>
            </a:xfrm>
            <a:custGeom>
              <a:avLst/>
              <a:gdLst>
                <a:gd name="connsiteX0" fmla="*/ 137717 w 677900"/>
                <a:gd name="connsiteY0" fmla="*/ 0 h 324377"/>
                <a:gd name="connsiteX1" fmla="*/ 126886 w 677900"/>
                <a:gd name="connsiteY1" fmla="*/ 12894 h 324377"/>
                <a:gd name="connsiteX2" fmla="*/ 526263 w 677900"/>
                <a:gd name="connsiteY2" fmla="*/ 281030 h 324377"/>
                <a:gd name="connsiteX3" fmla="*/ 677900 w 677900"/>
                <a:gd name="connsiteY3" fmla="*/ 324377 h 324377"/>
                <a:gd name="connsiteX4" fmla="*/ 577007 w 677900"/>
                <a:gd name="connsiteY4" fmla="*/ 315790 h 324377"/>
                <a:gd name="connsiteX5" fmla="*/ 0 w 677900"/>
                <a:gd name="connsiteY5" fmla="*/ 131467 h 324377"/>
                <a:gd name="connsiteX6" fmla="*/ 93078 w 677900"/>
                <a:gd name="connsiteY6" fmla="*/ 20024 h 324377"/>
                <a:gd name="connsiteX7" fmla="*/ 137717 w 677900"/>
                <a:gd name="connsiteY7" fmla="*/ 0 h 324377"/>
                <a:gd name="connsiteX0" fmla="*/ 131906 w 672089"/>
                <a:gd name="connsiteY0" fmla="*/ 0 h 324377"/>
                <a:gd name="connsiteX1" fmla="*/ 121075 w 672089"/>
                <a:gd name="connsiteY1" fmla="*/ 12894 h 324377"/>
                <a:gd name="connsiteX2" fmla="*/ 520452 w 672089"/>
                <a:gd name="connsiteY2" fmla="*/ 281030 h 324377"/>
                <a:gd name="connsiteX3" fmla="*/ 672089 w 672089"/>
                <a:gd name="connsiteY3" fmla="*/ 324377 h 324377"/>
                <a:gd name="connsiteX4" fmla="*/ 571196 w 672089"/>
                <a:gd name="connsiteY4" fmla="*/ 315790 h 324377"/>
                <a:gd name="connsiteX5" fmla="*/ 0 w 672089"/>
                <a:gd name="connsiteY5" fmla="*/ 116909 h 324377"/>
                <a:gd name="connsiteX6" fmla="*/ 87267 w 672089"/>
                <a:gd name="connsiteY6" fmla="*/ 20024 h 324377"/>
                <a:gd name="connsiteX7" fmla="*/ 131906 w 672089"/>
                <a:gd name="connsiteY7" fmla="*/ 0 h 324377"/>
                <a:gd name="connsiteX0" fmla="*/ 132052 w 672235"/>
                <a:gd name="connsiteY0" fmla="*/ 0 h 324377"/>
                <a:gd name="connsiteX1" fmla="*/ 121221 w 672235"/>
                <a:gd name="connsiteY1" fmla="*/ 12894 h 324377"/>
                <a:gd name="connsiteX2" fmla="*/ 520598 w 672235"/>
                <a:gd name="connsiteY2" fmla="*/ 281030 h 324377"/>
                <a:gd name="connsiteX3" fmla="*/ 672235 w 672235"/>
                <a:gd name="connsiteY3" fmla="*/ 324377 h 324377"/>
                <a:gd name="connsiteX4" fmla="*/ 571342 w 672235"/>
                <a:gd name="connsiteY4" fmla="*/ 315790 h 324377"/>
                <a:gd name="connsiteX5" fmla="*/ 146 w 672235"/>
                <a:gd name="connsiteY5" fmla="*/ 116909 h 324377"/>
                <a:gd name="connsiteX6" fmla="*/ 87413 w 672235"/>
                <a:gd name="connsiteY6" fmla="*/ 20024 h 324377"/>
                <a:gd name="connsiteX7" fmla="*/ 132052 w 672235"/>
                <a:gd name="connsiteY7" fmla="*/ 0 h 324377"/>
                <a:gd name="connsiteX0" fmla="*/ 132052 w 672235"/>
                <a:gd name="connsiteY0" fmla="*/ 0 h 324377"/>
                <a:gd name="connsiteX1" fmla="*/ 121221 w 672235"/>
                <a:gd name="connsiteY1" fmla="*/ 12894 h 324377"/>
                <a:gd name="connsiteX2" fmla="*/ 520598 w 672235"/>
                <a:gd name="connsiteY2" fmla="*/ 281030 h 324377"/>
                <a:gd name="connsiteX3" fmla="*/ 672235 w 672235"/>
                <a:gd name="connsiteY3" fmla="*/ 324377 h 324377"/>
                <a:gd name="connsiteX4" fmla="*/ 571342 w 672235"/>
                <a:gd name="connsiteY4" fmla="*/ 315790 h 324377"/>
                <a:gd name="connsiteX5" fmla="*/ 146 w 672235"/>
                <a:gd name="connsiteY5" fmla="*/ 116909 h 324377"/>
                <a:gd name="connsiteX6" fmla="*/ 87413 w 672235"/>
                <a:gd name="connsiteY6" fmla="*/ 20024 h 324377"/>
                <a:gd name="connsiteX7" fmla="*/ 132052 w 672235"/>
                <a:gd name="connsiteY7" fmla="*/ 0 h 32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235" h="324377">
                  <a:moveTo>
                    <a:pt x="132052" y="0"/>
                  </a:moveTo>
                  <a:lnTo>
                    <a:pt x="121221" y="12894"/>
                  </a:lnTo>
                  <a:cubicBezTo>
                    <a:pt x="41311" y="142581"/>
                    <a:pt x="266828" y="209922"/>
                    <a:pt x="520598" y="281030"/>
                  </a:cubicBezTo>
                  <a:lnTo>
                    <a:pt x="672235" y="324377"/>
                  </a:lnTo>
                  <a:lnTo>
                    <a:pt x="571342" y="315790"/>
                  </a:lnTo>
                  <a:cubicBezTo>
                    <a:pt x="304295" y="284859"/>
                    <a:pt x="91045" y="222217"/>
                    <a:pt x="146" y="116909"/>
                  </a:cubicBezTo>
                  <a:cubicBezTo>
                    <a:pt x="-2618" y="59127"/>
                    <a:pt x="34035" y="49072"/>
                    <a:pt x="87413" y="20024"/>
                  </a:cubicBezTo>
                  <a:lnTo>
                    <a:pt x="132052" y="0"/>
                  </a:lnTo>
                  <a:close/>
                </a:path>
              </a:pathLst>
            </a:custGeom>
            <a:solidFill>
              <a:srgbClr val="676E75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AD0678F-FDDC-0BBD-4EB9-2F5A5E6F60E4}"/>
                </a:ext>
              </a:extLst>
            </p:cNvPr>
            <p:cNvSpPr/>
            <p:nvPr/>
          </p:nvSpPr>
          <p:spPr>
            <a:xfrm>
              <a:off x="4106353" y="3175849"/>
              <a:ext cx="2042388" cy="607246"/>
            </a:xfrm>
            <a:custGeom>
              <a:avLst/>
              <a:gdLst>
                <a:gd name="connsiteX0" fmla="*/ 661634 w 2042388"/>
                <a:gd name="connsiteY0" fmla="*/ 792 h 607246"/>
                <a:gd name="connsiteX1" fmla="*/ 1042987 w 2042388"/>
                <a:gd name="connsiteY1" fmla="*/ 49598 h 607246"/>
                <a:gd name="connsiteX2" fmla="*/ 2038349 w 2042388"/>
                <a:gd name="connsiteY2" fmla="*/ 321060 h 607246"/>
                <a:gd name="connsiteX3" fmla="*/ 2039317 w 2042388"/>
                <a:gd name="connsiteY3" fmla="*/ 418989 h 607246"/>
                <a:gd name="connsiteX4" fmla="*/ 2036760 w 2042388"/>
                <a:gd name="connsiteY4" fmla="*/ 427620 h 607246"/>
                <a:gd name="connsiteX5" fmla="*/ 1902935 w 2042388"/>
                <a:gd name="connsiteY5" fmla="*/ 462557 h 607246"/>
                <a:gd name="connsiteX6" fmla="*/ 277237 w 2042388"/>
                <a:gd name="connsiteY6" fmla="*/ 599350 h 607246"/>
                <a:gd name="connsiteX7" fmla="*/ 159145 w 2042388"/>
                <a:gd name="connsiteY7" fmla="*/ 589208 h 607246"/>
                <a:gd name="connsiteX8" fmla="*/ 146968 w 2042388"/>
                <a:gd name="connsiteY8" fmla="*/ 581907 h 607246"/>
                <a:gd name="connsiteX9" fmla="*/ 0 w 2042388"/>
                <a:gd name="connsiteY9" fmla="*/ 306773 h 607246"/>
                <a:gd name="connsiteX10" fmla="*/ 661634 w 2042388"/>
                <a:gd name="connsiteY10" fmla="*/ 792 h 60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42388" h="607246">
                  <a:moveTo>
                    <a:pt x="661634" y="792"/>
                  </a:moveTo>
                  <a:cubicBezTo>
                    <a:pt x="829493" y="5731"/>
                    <a:pt x="979884" y="32632"/>
                    <a:pt x="1042987" y="49598"/>
                  </a:cubicBezTo>
                  <a:cubicBezTo>
                    <a:pt x="1439862" y="99604"/>
                    <a:pt x="2006599" y="201998"/>
                    <a:pt x="2038349" y="321060"/>
                  </a:cubicBezTo>
                  <a:cubicBezTo>
                    <a:pt x="2043509" y="362335"/>
                    <a:pt x="2043608" y="394085"/>
                    <a:pt x="2039317" y="418989"/>
                  </a:cubicBezTo>
                  <a:lnTo>
                    <a:pt x="2036760" y="427620"/>
                  </a:lnTo>
                  <a:lnTo>
                    <a:pt x="1902935" y="462557"/>
                  </a:lnTo>
                  <a:cubicBezTo>
                    <a:pt x="1421223" y="574073"/>
                    <a:pt x="783679" y="628843"/>
                    <a:pt x="277237" y="599350"/>
                  </a:cubicBezTo>
                  <a:lnTo>
                    <a:pt x="159145" y="589208"/>
                  </a:lnTo>
                  <a:lnTo>
                    <a:pt x="146968" y="581907"/>
                  </a:lnTo>
                  <a:cubicBezTo>
                    <a:pt x="60772" y="521706"/>
                    <a:pt x="2481" y="433773"/>
                    <a:pt x="0" y="306773"/>
                  </a:cubicBezTo>
                  <a:cubicBezTo>
                    <a:pt x="53578" y="45332"/>
                    <a:pt x="381868" y="-7440"/>
                    <a:pt x="661634" y="792"/>
                  </a:cubicBezTo>
                  <a:close/>
                </a:path>
              </a:pathLst>
            </a:custGeom>
            <a:solidFill>
              <a:srgbClr val="FAF39B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0FA7CFC-66CD-C092-DF2A-5001DD4BDD54}"/>
              </a:ext>
            </a:extLst>
          </p:cNvPr>
          <p:cNvGrpSpPr/>
          <p:nvPr/>
        </p:nvGrpSpPr>
        <p:grpSpPr>
          <a:xfrm>
            <a:off x="5361196" y="2028173"/>
            <a:ext cx="4945538" cy="3074878"/>
            <a:chOff x="3611952" y="2157412"/>
            <a:chExt cx="3057611" cy="1901063"/>
          </a:xfrm>
          <a:solidFill>
            <a:schemeClr val="bg1"/>
          </a:solidFill>
        </p:grpSpPr>
        <p:sp>
          <p:nvSpPr>
            <p:cNvPr id="16" name="Rectangle 2">
              <a:extLst>
                <a:ext uri="{FF2B5EF4-FFF2-40B4-BE49-F238E27FC236}">
                  <a16:creationId xmlns:a16="http://schemas.microsoft.com/office/drawing/2014/main" id="{FC8079C1-A88D-9EE4-0FCF-087457C5656B}"/>
                </a:ext>
              </a:extLst>
            </p:cNvPr>
            <p:cNvSpPr/>
            <p:nvPr/>
          </p:nvSpPr>
          <p:spPr>
            <a:xfrm>
              <a:off x="3613692" y="2157412"/>
              <a:ext cx="2893798" cy="1190599"/>
            </a:xfrm>
            <a:custGeom>
              <a:avLst/>
              <a:gdLst>
                <a:gd name="connsiteX0" fmla="*/ 0 w 960120"/>
                <a:gd name="connsiteY0" fmla="*/ 0 h 76200"/>
                <a:gd name="connsiteX1" fmla="*/ 960120 w 960120"/>
                <a:gd name="connsiteY1" fmla="*/ 0 h 76200"/>
                <a:gd name="connsiteX2" fmla="*/ 960120 w 960120"/>
                <a:gd name="connsiteY2" fmla="*/ 76200 h 76200"/>
                <a:gd name="connsiteX3" fmla="*/ 0 w 960120"/>
                <a:gd name="connsiteY3" fmla="*/ 76200 h 76200"/>
                <a:gd name="connsiteX4" fmla="*/ 0 w 960120"/>
                <a:gd name="connsiteY4" fmla="*/ 0 h 76200"/>
                <a:gd name="connsiteX0" fmla="*/ 0 w 1379220"/>
                <a:gd name="connsiteY0" fmla="*/ 0 h 106680"/>
                <a:gd name="connsiteX1" fmla="*/ 1379220 w 1379220"/>
                <a:gd name="connsiteY1" fmla="*/ 30480 h 106680"/>
                <a:gd name="connsiteX2" fmla="*/ 1379220 w 1379220"/>
                <a:gd name="connsiteY2" fmla="*/ 106680 h 106680"/>
                <a:gd name="connsiteX3" fmla="*/ 419100 w 1379220"/>
                <a:gd name="connsiteY3" fmla="*/ 106680 h 106680"/>
                <a:gd name="connsiteX4" fmla="*/ 0 w 1379220"/>
                <a:gd name="connsiteY4" fmla="*/ 0 h 106680"/>
                <a:gd name="connsiteX0" fmla="*/ 0 w 1379220"/>
                <a:gd name="connsiteY0" fmla="*/ 274320 h 381000"/>
                <a:gd name="connsiteX1" fmla="*/ 830580 w 1379220"/>
                <a:gd name="connsiteY1" fmla="*/ 0 h 381000"/>
                <a:gd name="connsiteX2" fmla="*/ 1379220 w 1379220"/>
                <a:gd name="connsiteY2" fmla="*/ 381000 h 381000"/>
                <a:gd name="connsiteX3" fmla="*/ 419100 w 1379220"/>
                <a:gd name="connsiteY3" fmla="*/ 381000 h 381000"/>
                <a:gd name="connsiteX4" fmla="*/ 0 w 1379220"/>
                <a:gd name="connsiteY4" fmla="*/ 274320 h 381000"/>
                <a:gd name="connsiteX0" fmla="*/ 0 w 1379220"/>
                <a:gd name="connsiteY0" fmla="*/ 274320 h 624840"/>
                <a:gd name="connsiteX1" fmla="*/ 830580 w 1379220"/>
                <a:gd name="connsiteY1" fmla="*/ 0 h 624840"/>
                <a:gd name="connsiteX2" fmla="*/ 1379220 w 1379220"/>
                <a:gd name="connsiteY2" fmla="*/ 381000 h 624840"/>
                <a:gd name="connsiteX3" fmla="*/ 1066800 w 1379220"/>
                <a:gd name="connsiteY3" fmla="*/ 624840 h 624840"/>
                <a:gd name="connsiteX4" fmla="*/ 0 w 1379220"/>
                <a:gd name="connsiteY4" fmla="*/ 274320 h 624840"/>
                <a:gd name="connsiteX0" fmla="*/ 0 w 2887980"/>
                <a:gd name="connsiteY0" fmla="*/ 464820 h 815340"/>
                <a:gd name="connsiteX1" fmla="*/ 830580 w 2887980"/>
                <a:gd name="connsiteY1" fmla="*/ 190500 h 815340"/>
                <a:gd name="connsiteX2" fmla="*/ 2887980 w 2887980"/>
                <a:gd name="connsiteY2" fmla="*/ 0 h 815340"/>
                <a:gd name="connsiteX3" fmla="*/ 1066800 w 2887980"/>
                <a:gd name="connsiteY3" fmla="*/ 815340 h 815340"/>
                <a:gd name="connsiteX4" fmla="*/ 0 w 2887980"/>
                <a:gd name="connsiteY4" fmla="*/ 464820 h 815340"/>
                <a:gd name="connsiteX0" fmla="*/ 0 w 2887980"/>
                <a:gd name="connsiteY0" fmla="*/ 814281 h 1164801"/>
                <a:gd name="connsiteX1" fmla="*/ 830580 w 2887980"/>
                <a:gd name="connsiteY1" fmla="*/ 539961 h 1164801"/>
                <a:gd name="connsiteX2" fmla="*/ 2887980 w 2887980"/>
                <a:gd name="connsiteY2" fmla="*/ 349461 h 1164801"/>
                <a:gd name="connsiteX3" fmla="*/ 1066800 w 2887980"/>
                <a:gd name="connsiteY3" fmla="*/ 1164801 h 1164801"/>
                <a:gd name="connsiteX4" fmla="*/ 0 w 2887980"/>
                <a:gd name="connsiteY4" fmla="*/ 814281 h 1164801"/>
                <a:gd name="connsiteX0" fmla="*/ 0 w 2889765"/>
                <a:gd name="connsiteY0" fmla="*/ 814281 h 1164801"/>
                <a:gd name="connsiteX1" fmla="*/ 830580 w 2889765"/>
                <a:gd name="connsiteY1" fmla="*/ 539961 h 1164801"/>
                <a:gd name="connsiteX2" fmla="*/ 2887980 w 2889765"/>
                <a:gd name="connsiteY2" fmla="*/ 349461 h 1164801"/>
                <a:gd name="connsiteX3" fmla="*/ 1066800 w 2889765"/>
                <a:gd name="connsiteY3" fmla="*/ 1164801 h 1164801"/>
                <a:gd name="connsiteX4" fmla="*/ 0 w 2889765"/>
                <a:gd name="connsiteY4" fmla="*/ 814281 h 1164801"/>
                <a:gd name="connsiteX0" fmla="*/ 0 w 2889589"/>
                <a:gd name="connsiteY0" fmla="*/ 814281 h 1164801"/>
                <a:gd name="connsiteX1" fmla="*/ 830580 w 2889589"/>
                <a:gd name="connsiteY1" fmla="*/ 539961 h 1164801"/>
                <a:gd name="connsiteX2" fmla="*/ 2887980 w 2889589"/>
                <a:gd name="connsiteY2" fmla="*/ 349461 h 1164801"/>
                <a:gd name="connsiteX3" fmla="*/ 1066800 w 2889589"/>
                <a:gd name="connsiteY3" fmla="*/ 1164801 h 1164801"/>
                <a:gd name="connsiteX4" fmla="*/ 0 w 2889589"/>
                <a:gd name="connsiteY4" fmla="*/ 814281 h 1164801"/>
                <a:gd name="connsiteX0" fmla="*/ 0 w 2889589"/>
                <a:gd name="connsiteY0" fmla="*/ 817614 h 1168134"/>
                <a:gd name="connsiteX1" fmla="*/ 830580 w 2889589"/>
                <a:gd name="connsiteY1" fmla="*/ 528054 h 1168134"/>
                <a:gd name="connsiteX2" fmla="*/ 2887980 w 2889589"/>
                <a:gd name="connsiteY2" fmla="*/ 352794 h 1168134"/>
                <a:gd name="connsiteX3" fmla="*/ 1066800 w 2889589"/>
                <a:gd name="connsiteY3" fmla="*/ 1168134 h 1168134"/>
                <a:gd name="connsiteX4" fmla="*/ 0 w 2889589"/>
                <a:gd name="connsiteY4" fmla="*/ 817614 h 1168134"/>
                <a:gd name="connsiteX0" fmla="*/ 0 w 2889589"/>
                <a:gd name="connsiteY0" fmla="*/ 839127 h 1189647"/>
                <a:gd name="connsiteX1" fmla="*/ 830580 w 2889589"/>
                <a:gd name="connsiteY1" fmla="*/ 549567 h 1189647"/>
                <a:gd name="connsiteX2" fmla="*/ 2887980 w 2889589"/>
                <a:gd name="connsiteY2" fmla="*/ 374307 h 1189647"/>
                <a:gd name="connsiteX3" fmla="*/ 1066800 w 2889589"/>
                <a:gd name="connsiteY3" fmla="*/ 1189647 h 1189647"/>
                <a:gd name="connsiteX4" fmla="*/ 0 w 2889589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90599"/>
                <a:gd name="connsiteX1" fmla="*/ 830614 w 2889623"/>
                <a:gd name="connsiteY1" fmla="*/ 549567 h 1190599"/>
                <a:gd name="connsiteX2" fmla="*/ 2888014 w 2889623"/>
                <a:gd name="connsiteY2" fmla="*/ 374307 h 1190599"/>
                <a:gd name="connsiteX3" fmla="*/ 1066834 w 2889623"/>
                <a:gd name="connsiteY3" fmla="*/ 1189647 h 1190599"/>
                <a:gd name="connsiteX4" fmla="*/ 34 w 2889623"/>
                <a:gd name="connsiteY4" fmla="*/ 839127 h 1190599"/>
                <a:gd name="connsiteX0" fmla="*/ 34 w 2893798"/>
                <a:gd name="connsiteY0" fmla="*/ 839127 h 1190599"/>
                <a:gd name="connsiteX1" fmla="*/ 830614 w 2893798"/>
                <a:gd name="connsiteY1" fmla="*/ 549567 h 1190599"/>
                <a:gd name="connsiteX2" fmla="*/ 2888014 w 2893798"/>
                <a:gd name="connsiteY2" fmla="*/ 374307 h 1190599"/>
                <a:gd name="connsiteX3" fmla="*/ 1066834 w 2893798"/>
                <a:gd name="connsiteY3" fmla="*/ 1189647 h 1190599"/>
                <a:gd name="connsiteX4" fmla="*/ 34 w 2893798"/>
                <a:gd name="connsiteY4" fmla="*/ 839127 h 1190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3798" h="1190599">
                  <a:moveTo>
                    <a:pt x="34" y="839127"/>
                  </a:moveTo>
                  <a:cubicBezTo>
                    <a:pt x="-5046" y="651167"/>
                    <a:pt x="553754" y="646087"/>
                    <a:pt x="830614" y="549567"/>
                  </a:cubicBezTo>
                  <a:cubicBezTo>
                    <a:pt x="1463074" y="379387"/>
                    <a:pt x="2674654" y="-484213"/>
                    <a:pt x="2888014" y="374307"/>
                  </a:cubicBezTo>
                  <a:cubicBezTo>
                    <a:pt x="2997234" y="1126147"/>
                    <a:pt x="1529114" y="1138847"/>
                    <a:pt x="1066834" y="1189647"/>
                  </a:cubicBezTo>
                  <a:cubicBezTo>
                    <a:pt x="962694" y="1194727"/>
                    <a:pt x="27974" y="1192187"/>
                    <a:pt x="34" y="839127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2">
              <a:extLst>
                <a:ext uri="{FF2B5EF4-FFF2-40B4-BE49-F238E27FC236}">
                  <a16:creationId xmlns:a16="http://schemas.microsoft.com/office/drawing/2014/main" id="{73E78FB9-2FAE-90B9-E491-E42CEC32F58F}"/>
                </a:ext>
              </a:extLst>
            </p:cNvPr>
            <p:cNvSpPr/>
            <p:nvPr/>
          </p:nvSpPr>
          <p:spPr>
            <a:xfrm>
              <a:off x="3611952" y="3307310"/>
              <a:ext cx="3057611" cy="751165"/>
            </a:xfrm>
            <a:custGeom>
              <a:avLst/>
              <a:gdLst>
                <a:gd name="connsiteX0" fmla="*/ 0 w 960120"/>
                <a:gd name="connsiteY0" fmla="*/ 0 h 76200"/>
                <a:gd name="connsiteX1" fmla="*/ 960120 w 960120"/>
                <a:gd name="connsiteY1" fmla="*/ 0 h 76200"/>
                <a:gd name="connsiteX2" fmla="*/ 960120 w 960120"/>
                <a:gd name="connsiteY2" fmla="*/ 76200 h 76200"/>
                <a:gd name="connsiteX3" fmla="*/ 0 w 960120"/>
                <a:gd name="connsiteY3" fmla="*/ 76200 h 76200"/>
                <a:gd name="connsiteX4" fmla="*/ 0 w 960120"/>
                <a:gd name="connsiteY4" fmla="*/ 0 h 76200"/>
                <a:gd name="connsiteX0" fmla="*/ 0 w 1379220"/>
                <a:gd name="connsiteY0" fmla="*/ 0 h 106680"/>
                <a:gd name="connsiteX1" fmla="*/ 1379220 w 1379220"/>
                <a:gd name="connsiteY1" fmla="*/ 30480 h 106680"/>
                <a:gd name="connsiteX2" fmla="*/ 1379220 w 1379220"/>
                <a:gd name="connsiteY2" fmla="*/ 106680 h 106680"/>
                <a:gd name="connsiteX3" fmla="*/ 419100 w 1379220"/>
                <a:gd name="connsiteY3" fmla="*/ 106680 h 106680"/>
                <a:gd name="connsiteX4" fmla="*/ 0 w 1379220"/>
                <a:gd name="connsiteY4" fmla="*/ 0 h 106680"/>
                <a:gd name="connsiteX0" fmla="*/ 0 w 1379220"/>
                <a:gd name="connsiteY0" fmla="*/ 274320 h 381000"/>
                <a:gd name="connsiteX1" fmla="*/ 830580 w 1379220"/>
                <a:gd name="connsiteY1" fmla="*/ 0 h 381000"/>
                <a:gd name="connsiteX2" fmla="*/ 1379220 w 1379220"/>
                <a:gd name="connsiteY2" fmla="*/ 381000 h 381000"/>
                <a:gd name="connsiteX3" fmla="*/ 419100 w 1379220"/>
                <a:gd name="connsiteY3" fmla="*/ 381000 h 381000"/>
                <a:gd name="connsiteX4" fmla="*/ 0 w 1379220"/>
                <a:gd name="connsiteY4" fmla="*/ 274320 h 381000"/>
                <a:gd name="connsiteX0" fmla="*/ 0 w 1379220"/>
                <a:gd name="connsiteY0" fmla="*/ 274320 h 624840"/>
                <a:gd name="connsiteX1" fmla="*/ 830580 w 1379220"/>
                <a:gd name="connsiteY1" fmla="*/ 0 h 624840"/>
                <a:gd name="connsiteX2" fmla="*/ 1379220 w 1379220"/>
                <a:gd name="connsiteY2" fmla="*/ 381000 h 624840"/>
                <a:gd name="connsiteX3" fmla="*/ 1066800 w 1379220"/>
                <a:gd name="connsiteY3" fmla="*/ 624840 h 624840"/>
                <a:gd name="connsiteX4" fmla="*/ 0 w 1379220"/>
                <a:gd name="connsiteY4" fmla="*/ 274320 h 624840"/>
                <a:gd name="connsiteX0" fmla="*/ 0 w 2887980"/>
                <a:gd name="connsiteY0" fmla="*/ 464820 h 815340"/>
                <a:gd name="connsiteX1" fmla="*/ 830580 w 2887980"/>
                <a:gd name="connsiteY1" fmla="*/ 190500 h 815340"/>
                <a:gd name="connsiteX2" fmla="*/ 2887980 w 2887980"/>
                <a:gd name="connsiteY2" fmla="*/ 0 h 815340"/>
                <a:gd name="connsiteX3" fmla="*/ 1066800 w 2887980"/>
                <a:gd name="connsiteY3" fmla="*/ 815340 h 815340"/>
                <a:gd name="connsiteX4" fmla="*/ 0 w 2887980"/>
                <a:gd name="connsiteY4" fmla="*/ 464820 h 815340"/>
                <a:gd name="connsiteX0" fmla="*/ 0 w 2887980"/>
                <a:gd name="connsiteY0" fmla="*/ 814281 h 1164801"/>
                <a:gd name="connsiteX1" fmla="*/ 830580 w 2887980"/>
                <a:gd name="connsiteY1" fmla="*/ 539961 h 1164801"/>
                <a:gd name="connsiteX2" fmla="*/ 2887980 w 2887980"/>
                <a:gd name="connsiteY2" fmla="*/ 349461 h 1164801"/>
                <a:gd name="connsiteX3" fmla="*/ 1066800 w 2887980"/>
                <a:gd name="connsiteY3" fmla="*/ 1164801 h 1164801"/>
                <a:gd name="connsiteX4" fmla="*/ 0 w 2887980"/>
                <a:gd name="connsiteY4" fmla="*/ 814281 h 1164801"/>
                <a:gd name="connsiteX0" fmla="*/ 0 w 2889765"/>
                <a:gd name="connsiteY0" fmla="*/ 814281 h 1164801"/>
                <a:gd name="connsiteX1" fmla="*/ 830580 w 2889765"/>
                <a:gd name="connsiteY1" fmla="*/ 539961 h 1164801"/>
                <a:gd name="connsiteX2" fmla="*/ 2887980 w 2889765"/>
                <a:gd name="connsiteY2" fmla="*/ 349461 h 1164801"/>
                <a:gd name="connsiteX3" fmla="*/ 1066800 w 2889765"/>
                <a:gd name="connsiteY3" fmla="*/ 1164801 h 1164801"/>
                <a:gd name="connsiteX4" fmla="*/ 0 w 2889765"/>
                <a:gd name="connsiteY4" fmla="*/ 814281 h 1164801"/>
                <a:gd name="connsiteX0" fmla="*/ 0 w 2889589"/>
                <a:gd name="connsiteY0" fmla="*/ 814281 h 1164801"/>
                <a:gd name="connsiteX1" fmla="*/ 830580 w 2889589"/>
                <a:gd name="connsiteY1" fmla="*/ 539961 h 1164801"/>
                <a:gd name="connsiteX2" fmla="*/ 2887980 w 2889589"/>
                <a:gd name="connsiteY2" fmla="*/ 349461 h 1164801"/>
                <a:gd name="connsiteX3" fmla="*/ 1066800 w 2889589"/>
                <a:gd name="connsiteY3" fmla="*/ 1164801 h 1164801"/>
                <a:gd name="connsiteX4" fmla="*/ 0 w 2889589"/>
                <a:gd name="connsiteY4" fmla="*/ 814281 h 1164801"/>
                <a:gd name="connsiteX0" fmla="*/ 0 w 2889589"/>
                <a:gd name="connsiteY0" fmla="*/ 817614 h 1168134"/>
                <a:gd name="connsiteX1" fmla="*/ 830580 w 2889589"/>
                <a:gd name="connsiteY1" fmla="*/ 528054 h 1168134"/>
                <a:gd name="connsiteX2" fmla="*/ 2887980 w 2889589"/>
                <a:gd name="connsiteY2" fmla="*/ 352794 h 1168134"/>
                <a:gd name="connsiteX3" fmla="*/ 1066800 w 2889589"/>
                <a:gd name="connsiteY3" fmla="*/ 1168134 h 1168134"/>
                <a:gd name="connsiteX4" fmla="*/ 0 w 2889589"/>
                <a:gd name="connsiteY4" fmla="*/ 817614 h 1168134"/>
                <a:gd name="connsiteX0" fmla="*/ 0 w 2889589"/>
                <a:gd name="connsiteY0" fmla="*/ 839127 h 1189647"/>
                <a:gd name="connsiteX1" fmla="*/ 830580 w 2889589"/>
                <a:gd name="connsiteY1" fmla="*/ 549567 h 1189647"/>
                <a:gd name="connsiteX2" fmla="*/ 2887980 w 2889589"/>
                <a:gd name="connsiteY2" fmla="*/ 374307 h 1189647"/>
                <a:gd name="connsiteX3" fmla="*/ 1066800 w 2889589"/>
                <a:gd name="connsiteY3" fmla="*/ 1189647 h 1189647"/>
                <a:gd name="connsiteX4" fmla="*/ 0 w 2889589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90599"/>
                <a:gd name="connsiteX1" fmla="*/ 830614 w 2889623"/>
                <a:gd name="connsiteY1" fmla="*/ 549567 h 1190599"/>
                <a:gd name="connsiteX2" fmla="*/ 2888014 w 2889623"/>
                <a:gd name="connsiteY2" fmla="*/ 374307 h 1190599"/>
                <a:gd name="connsiteX3" fmla="*/ 1066834 w 2889623"/>
                <a:gd name="connsiteY3" fmla="*/ 1189647 h 1190599"/>
                <a:gd name="connsiteX4" fmla="*/ 34 w 2889623"/>
                <a:gd name="connsiteY4" fmla="*/ 839127 h 1190599"/>
                <a:gd name="connsiteX0" fmla="*/ 34 w 2893798"/>
                <a:gd name="connsiteY0" fmla="*/ 839127 h 1190599"/>
                <a:gd name="connsiteX1" fmla="*/ 830614 w 2893798"/>
                <a:gd name="connsiteY1" fmla="*/ 549567 h 1190599"/>
                <a:gd name="connsiteX2" fmla="*/ 2888014 w 2893798"/>
                <a:gd name="connsiteY2" fmla="*/ 374307 h 1190599"/>
                <a:gd name="connsiteX3" fmla="*/ 1066834 w 2893798"/>
                <a:gd name="connsiteY3" fmla="*/ 1189647 h 1190599"/>
                <a:gd name="connsiteX4" fmla="*/ 34 w 2893798"/>
                <a:gd name="connsiteY4" fmla="*/ 839127 h 1190599"/>
                <a:gd name="connsiteX0" fmla="*/ 34 w 3038084"/>
                <a:gd name="connsiteY0" fmla="*/ 650223 h 1003242"/>
                <a:gd name="connsiteX1" fmla="*/ 830614 w 3038084"/>
                <a:gd name="connsiteY1" fmla="*/ 360663 h 1003242"/>
                <a:gd name="connsiteX2" fmla="*/ 3032794 w 3038084"/>
                <a:gd name="connsiteY2" fmla="*/ 452103 h 1003242"/>
                <a:gd name="connsiteX3" fmla="*/ 1066834 w 3038084"/>
                <a:gd name="connsiteY3" fmla="*/ 1000743 h 1003242"/>
                <a:gd name="connsiteX4" fmla="*/ 34 w 3038084"/>
                <a:gd name="connsiteY4" fmla="*/ 650223 h 1003242"/>
                <a:gd name="connsiteX0" fmla="*/ 34 w 3038084"/>
                <a:gd name="connsiteY0" fmla="*/ 358797 h 711816"/>
                <a:gd name="connsiteX1" fmla="*/ 830614 w 3038084"/>
                <a:gd name="connsiteY1" fmla="*/ 69237 h 711816"/>
                <a:gd name="connsiteX2" fmla="*/ 3032794 w 3038084"/>
                <a:gd name="connsiteY2" fmla="*/ 160677 h 711816"/>
                <a:gd name="connsiteX3" fmla="*/ 1066834 w 3038084"/>
                <a:gd name="connsiteY3" fmla="*/ 709317 h 711816"/>
                <a:gd name="connsiteX4" fmla="*/ 34 w 3038084"/>
                <a:gd name="connsiteY4" fmla="*/ 358797 h 711816"/>
                <a:gd name="connsiteX0" fmla="*/ 34 w 3038084"/>
                <a:gd name="connsiteY0" fmla="*/ 291575 h 644594"/>
                <a:gd name="connsiteX1" fmla="*/ 830614 w 3038084"/>
                <a:gd name="connsiteY1" fmla="*/ 2015 h 644594"/>
                <a:gd name="connsiteX2" fmla="*/ 3032794 w 3038084"/>
                <a:gd name="connsiteY2" fmla="*/ 93455 h 644594"/>
                <a:gd name="connsiteX3" fmla="*/ 1066834 w 3038084"/>
                <a:gd name="connsiteY3" fmla="*/ 642095 h 644594"/>
                <a:gd name="connsiteX4" fmla="*/ 34 w 3038084"/>
                <a:gd name="connsiteY4" fmla="*/ 291575 h 644594"/>
                <a:gd name="connsiteX0" fmla="*/ 34 w 3038084"/>
                <a:gd name="connsiteY0" fmla="*/ 258535 h 611554"/>
                <a:gd name="connsiteX1" fmla="*/ 830614 w 3038084"/>
                <a:gd name="connsiteY1" fmla="*/ 7075 h 611554"/>
                <a:gd name="connsiteX2" fmla="*/ 3032794 w 3038084"/>
                <a:gd name="connsiteY2" fmla="*/ 60415 h 611554"/>
                <a:gd name="connsiteX3" fmla="*/ 1066834 w 3038084"/>
                <a:gd name="connsiteY3" fmla="*/ 609055 h 611554"/>
                <a:gd name="connsiteX4" fmla="*/ 34 w 3038084"/>
                <a:gd name="connsiteY4" fmla="*/ 258535 h 611554"/>
                <a:gd name="connsiteX0" fmla="*/ 34 w 3038084"/>
                <a:gd name="connsiteY0" fmla="*/ 258535 h 611554"/>
                <a:gd name="connsiteX1" fmla="*/ 830614 w 3038084"/>
                <a:gd name="connsiteY1" fmla="*/ 7075 h 611554"/>
                <a:gd name="connsiteX2" fmla="*/ 3032794 w 3038084"/>
                <a:gd name="connsiteY2" fmla="*/ 60415 h 611554"/>
                <a:gd name="connsiteX3" fmla="*/ 1066834 w 3038084"/>
                <a:gd name="connsiteY3" fmla="*/ 609055 h 611554"/>
                <a:gd name="connsiteX4" fmla="*/ 34 w 3038084"/>
                <a:gd name="connsiteY4" fmla="*/ 258535 h 611554"/>
                <a:gd name="connsiteX0" fmla="*/ 34 w 3038908"/>
                <a:gd name="connsiteY0" fmla="*/ 258535 h 761575"/>
                <a:gd name="connsiteX1" fmla="*/ 830614 w 3038908"/>
                <a:gd name="connsiteY1" fmla="*/ 7075 h 761575"/>
                <a:gd name="connsiteX2" fmla="*/ 3032794 w 3038908"/>
                <a:gd name="connsiteY2" fmla="*/ 60415 h 761575"/>
                <a:gd name="connsiteX3" fmla="*/ 1295434 w 3038908"/>
                <a:gd name="connsiteY3" fmla="*/ 761455 h 761575"/>
                <a:gd name="connsiteX4" fmla="*/ 34 w 3038908"/>
                <a:gd name="connsiteY4" fmla="*/ 258535 h 761575"/>
                <a:gd name="connsiteX0" fmla="*/ 34 w 3038908"/>
                <a:gd name="connsiteY0" fmla="*/ 258535 h 761537"/>
                <a:gd name="connsiteX1" fmla="*/ 830614 w 3038908"/>
                <a:gd name="connsiteY1" fmla="*/ 7075 h 761537"/>
                <a:gd name="connsiteX2" fmla="*/ 3032794 w 3038908"/>
                <a:gd name="connsiteY2" fmla="*/ 60415 h 761537"/>
                <a:gd name="connsiteX3" fmla="*/ 1295434 w 3038908"/>
                <a:gd name="connsiteY3" fmla="*/ 761455 h 761537"/>
                <a:gd name="connsiteX4" fmla="*/ 34 w 3038908"/>
                <a:gd name="connsiteY4" fmla="*/ 258535 h 761537"/>
                <a:gd name="connsiteX0" fmla="*/ 34 w 3038908"/>
                <a:gd name="connsiteY0" fmla="*/ 258535 h 762629"/>
                <a:gd name="connsiteX1" fmla="*/ 830614 w 3038908"/>
                <a:gd name="connsiteY1" fmla="*/ 7075 h 762629"/>
                <a:gd name="connsiteX2" fmla="*/ 3032794 w 3038908"/>
                <a:gd name="connsiteY2" fmla="*/ 60415 h 762629"/>
                <a:gd name="connsiteX3" fmla="*/ 1295434 w 3038908"/>
                <a:gd name="connsiteY3" fmla="*/ 761455 h 762629"/>
                <a:gd name="connsiteX4" fmla="*/ 34 w 3038908"/>
                <a:gd name="connsiteY4" fmla="*/ 258535 h 762629"/>
                <a:gd name="connsiteX0" fmla="*/ 34 w 3038908"/>
                <a:gd name="connsiteY0" fmla="*/ 258535 h 762629"/>
                <a:gd name="connsiteX1" fmla="*/ 830614 w 3038908"/>
                <a:gd name="connsiteY1" fmla="*/ 7075 h 762629"/>
                <a:gd name="connsiteX2" fmla="*/ 3032794 w 3038908"/>
                <a:gd name="connsiteY2" fmla="*/ 60415 h 762629"/>
                <a:gd name="connsiteX3" fmla="*/ 1295434 w 3038908"/>
                <a:gd name="connsiteY3" fmla="*/ 761455 h 762629"/>
                <a:gd name="connsiteX4" fmla="*/ 34 w 3038908"/>
                <a:gd name="connsiteY4" fmla="*/ 258535 h 762629"/>
                <a:gd name="connsiteX0" fmla="*/ 34 w 3038418"/>
                <a:gd name="connsiteY0" fmla="*/ 258535 h 763213"/>
                <a:gd name="connsiteX1" fmla="*/ 830614 w 3038418"/>
                <a:gd name="connsiteY1" fmla="*/ 7075 h 763213"/>
                <a:gd name="connsiteX2" fmla="*/ 3032794 w 3038418"/>
                <a:gd name="connsiteY2" fmla="*/ 60415 h 763213"/>
                <a:gd name="connsiteX3" fmla="*/ 1295434 w 3038418"/>
                <a:gd name="connsiteY3" fmla="*/ 761455 h 763213"/>
                <a:gd name="connsiteX4" fmla="*/ 34 w 3038418"/>
                <a:gd name="connsiteY4" fmla="*/ 258535 h 763213"/>
                <a:gd name="connsiteX0" fmla="*/ 34 w 3038418"/>
                <a:gd name="connsiteY0" fmla="*/ 258535 h 762629"/>
                <a:gd name="connsiteX1" fmla="*/ 830614 w 3038418"/>
                <a:gd name="connsiteY1" fmla="*/ 7075 h 762629"/>
                <a:gd name="connsiteX2" fmla="*/ 3032794 w 3038418"/>
                <a:gd name="connsiteY2" fmla="*/ 60415 h 762629"/>
                <a:gd name="connsiteX3" fmla="*/ 1295434 w 3038418"/>
                <a:gd name="connsiteY3" fmla="*/ 761455 h 762629"/>
                <a:gd name="connsiteX4" fmla="*/ 34 w 3038418"/>
                <a:gd name="connsiteY4" fmla="*/ 258535 h 762629"/>
                <a:gd name="connsiteX0" fmla="*/ 34 w 3038418"/>
                <a:gd name="connsiteY0" fmla="*/ 258535 h 762526"/>
                <a:gd name="connsiteX1" fmla="*/ 830614 w 3038418"/>
                <a:gd name="connsiteY1" fmla="*/ 7075 h 762526"/>
                <a:gd name="connsiteX2" fmla="*/ 3032794 w 3038418"/>
                <a:gd name="connsiteY2" fmla="*/ 60415 h 762526"/>
                <a:gd name="connsiteX3" fmla="*/ 1295434 w 3038418"/>
                <a:gd name="connsiteY3" fmla="*/ 761455 h 762526"/>
                <a:gd name="connsiteX4" fmla="*/ 34 w 3038418"/>
                <a:gd name="connsiteY4" fmla="*/ 258535 h 762526"/>
                <a:gd name="connsiteX0" fmla="*/ 34 w 3038418"/>
                <a:gd name="connsiteY0" fmla="*/ 258535 h 761466"/>
                <a:gd name="connsiteX1" fmla="*/ 830614 w 3038418"/>
                <a:gd name="connsiteY1" fmla="*/ 7075 h 761466"/>
                <a:gd name="connsiteX2" fmla="*/ 3032794 w 3038418"/>
                <a:gd name="connsiteY2" fmla="*/ 60415 h 761466"/>
                <a:gd name="connsiteX3" fmla="*/ 1295434 w 3038418"/>
                <a:gd name="connsiteY3" fmla="*/ 761455 h 761466"/>
                <a:gd name="connsiteX4" fmla="*/ 34 w 3038418"/>
                <a:gd name="connsiteY4" fmla="*/ 258535 h 761466"/>
                <a:gd name="connsiteX0" fmla="*/ 0 w 3038384"/>
                <a:gd name="connsiteY0" fmla="*/ 258535 h 761466"/>
                <a:gd name="connsiteX1" fmla="*/ 830580 w 3038384"/>
                <a:gd name="connsiteY1" fmla="*/ 7075 h 761466"/>
                <a:gd name="connsiteX2" fmla="*/ 3032760 w 3038384"/>
                <a:gd name="connsiteY2" fmla="*/ 60415 h 761466"/>
                <a:gd name="connsiteX3" fmla="*/ 1295400 w 3038384"/>
                <a:gd name="connsiteY3" fmla="*/ 761455 h 761466"/>
                <a:gd name="connsiteX4" fmla="*/ 0 w 3038384"/>
                <a:gd name="connsiteY4" fmla="*/ 258535 h 761466"/>
                <a:gd name="connsiteX0" fmla="*/ 0 w 3032760"/>
                <a:gd name="connsiteY0" fmla="*/ 258535 h 258880"/>
                <a:gd name="connsiteX1" fmla="*/ 830580 w 3032760"/>
                <a:gd name="connsiteY1" fmla="*/ 7075 h 258880"/>
                <a:gd name="connsiteX2" fmla="*/ 3032760 w 3032760"/>
                <a:gd name="connsiteY2" fmla="*/ 60415 h 258880"/>
                <a:gd name="connsiteX3" fmla="*/ 0 w 3032760"/>
                <a:gd name="connsiteY3" fmla="*/ 258535 h 258880"/>
                <a:gd name="connsiteX0" fmla="*/ 0 w 3032760"/>
                <a:gd name="connsiteY0" fmla="*/ 258535 h 538746"/>
                <a:gd name="connsiteX1" fmla="*/ 830580 w 3032760"/>
                <a:gd name="connsiteY1" fmla="*/ 7075 h 538746"/>
                <a:gd name="connsiteX2" fmla="*/ 3032760 w 3032760"/>
                <a:gd name="connsiteY2" fmla="*/ 60415 h 538746"/>
                <a:gd name="connsiteX3" fmla="*/ 0 w 3032760"/>
                <a:gd name="connsiteY3" fmla="*/ 258535 h 538746"/>
                <a:gd name="connsiteX0" fmla="*/ 0 w 3051810"/>
                <a:gd name="connsiteY0" fmla="*/ 252498 h 548987"/>
                <a:gd name="connsiteX1" fmla="*/ 830580 w 3051810"/>
                <a:gd name="connsiteY1" fmla="*/ 1038 h 548987"/>
                <a:gd name="connsiteX2" fmla="*/ 3051810 w 3051810"/>
                <a:gd name="connsiteY2" fmla="*/ 130578 h 548987"/>
                <a:gd name="connsiteX3" fmla="*/ 0 w 3051810"/>
                <a:gd name="connsiteY3" fmla="*/ 252498 h 548987"/>
                <a:gd name="connsiteX0" fmla="*/ 0 w 3051810"/>
                <a:gd name="connsiteY0" fmla="*/ 267127 h 563616"/>
                <a:gd name="connsiteX1" fmla="*/ 830580 w 3051810"/>
                <a:gd name="connsiteY1" fmla="*/ 15667 h 563616"/>
                <a:gd name="connsiteX2" fmla="*/ 3051810 w 3051810"/>
                <a:gd name="connsiteY2" fmla="*/ 145207 h 563616"/>
                <a:gd name="connsiteX3" fmla="*/ 0 w 3051810"/>
                <a:gd name="connsiteY3" fmla="*/ 267127 h 563616"/>
                <a:gd name="connsiteX0" fmla="*/ 0 w 3051810"/>
                <a:gd name="connsiteY0" fmla="*/ 245516 h 542005"/>
                <a:gd name="connsiteX1" fmla="*/ 835343 w 3051810"/>
                <a:gd name="connsiteY1" fmla="*/ 32156 h 542005"/>
                <a:gd name="connsiteX2" fmla="*/ 3051810 w 3051810"/>
                <a:gd name="connsiteY2" fmla="*/ 123596 h 542005"/>
                <a:gd name="connsiteX3" fmla="*/ 0 w 3051810"/>
                <a:gd name="connsiteY3" fmla="*/ 245516 h 542005"/>
                <a:gd name="connsiteX0" fmla="*/ 0 w 3051810"/>
                <a:gd name="connsiteY0" fmla="*/ 245516 h 542005"/>
                <a:gd name="connsiteX1" fmla="*/ 835343 w 3051810"/>
                <a:gd name="connsiteY1" fmla="*/ 32156 h 542005"/>
                <a:gd name="connsiteX2" fmla="*/ 3051810 w 3051810"/>
                <a:gd name="connsiteY2" fmla="*/ 123596 h 542005"/>
                <a:gd name="connsiteX3" fmla="*/ 0 w 3051810"/>
                <a:gd name="connsiteY3" fmla="*/ 245516 h 542005"/>
                <a:gd name="connsiteX0" fmla="*/ 0 w 3051810"/>
                <a:gd name="connsiteY0" fmla="*/ 245516 h 608261"/>
                <a:gd name="connsiteX1" fmla="*/ 835343 w 3051810"/>
                <a:gd name="connsiteY1" fmla="*/ 32156 h 608261"/>
                <a:gd name="connsiteX2" fmla="*/ 3051810 w 3051810"/>
                <a:gd name="connsiteY2" fmla="*/ 123596 h 608261"/>
                <a:gd name="connsiteX3" fmla="*/ 0 w 3051810"/>
                <a:gd name="connsiteY3" fmla="*/ 245516 h 608261"/>
                <a:gd name="connsiteX0" fmla="*/ 0 w 3051810"/>
                <a:gd name="connsiteY0" fmla="*/ 245516 h 604556"/>
                <a:gd name="connsiteX1" fmla="*/ 835343 w 3051810"/>
                <a:gd name="connsiteY1" fmla="*/ 32156 h 604556"/>
                <a:gd name="connsiteX2" fmla="*/ 3051810 w 3051810"/>
                <a:gd name="connsiteY2" fmla="*/ 123596 h 604556"/>
                <a:gd name="connsiteX3" fmla="*/ 0 w 3051810"/>
                <a:gd name="connsiteY3" fmla="*/ 245516 h 604556"/>
                <a:gd name="connsiteX0" fmla="*/ 0 w 3055158"/>
                <a:gd name="connsiteY0" fmla="*/ 245516 h 751034"/>
                <a:gd name="connsiteX1" fmla="*/ 835343 w 3055158"/>
                <a:gd name="connsiteY1" fmla="*/ 32156 h 751034"/>
                <a:gd name="connsiteX2" fmla="*/ 3051810 w 3055158"/>
                <a:gd name="connsiteY2" fmla="*/ 123596 h 751034"/>
                <a:gd name="connsiteX3" fmla="*/ 1317308 w 3055158"/>
                <a:gd name="connsiteY3" fmla="*/ 750340 h 751034"/>
                <a:gd name="connsiteX4" fmla="*/ 0 w 3055158"/>
                <a:gd name="connsiteY4" fmla="*/ 245516 h 751034"/>
                <a:gd name="connsiteX0" fmla="*/ 1774 w 3056932"/>
                <a:gd name="connsiteY0" fmla="*/ 245516 h 751165"/>
                <a:gd name="connsiteX1" fmla="*/ 837117 w 3056932"/>
                <a:gd name="connsiteY1" fmla="*/ 32156 h 751165"/>
                <a:gd name="connsiteX2" fmla="*/ 3053584 w 3056932"/>
                <a:gd name="connsiteY2" fmla="*/ 123596 h 751165"/>
                <a:gd name="connsiteX3" fmla="*/ 1319082 w 3056932"/>
                <a:gd name="connsiteY3" fmla="*/ 750340 h 751165"/>
                <a:gd name="connsiteX4" fmla="*/ 1774 w 3056932"/>
                <a:gd name="connsiteY4" fmla="*/ 245516 h 751165"/>
                <a:gd name="connsiteX0" fmla="*/ 1774 w 3057611"/>
                <a:gd name="connsiteY0" fmla="*/ 245516 h 751165"/>
                <a:gd name="connsiteX1" fmla="*/ 837117 w 3057611"/>
                <a:gd name="connsiteY1" fmla="*/ 32156 h 751165"/>
                <a:gd name="connsiteX2" fmla="*/ 3053584 w 3057611"/>
                <a:gd name="connsiteY2" fmla="*/ 123596 h 751165"/>
                <a:gd name="connsiteX3" fmla="*/ 1319082 w 3057611"/>
                <a:gd name="connsiteY3" fmla="*/ 750340 h 751165"/>
                <a:gd name="connsiteX4" fmla="*/ 1774 w 3057611"/>
                <a:gd name="connsiteY4" fmla="*/ 245516 h 751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7611" h="751165">
                  <a:moveTo>
                    <a:pt x="1774" y="245516"/>
                  </a:moveTo>
                  <a:cubicBezTo>
                    <a:pt x="34794" y="109944"/>
                    <a:pt x="639314" y="26759"/>
                    <a:pt x="837117" y="32156"/>
                  </a:cubicBezTo>
                  <a:cubicBezTo>
                    <a:pt x="1568637" y="21996"/>
                    <a:pt x="3011674" y="-73889"/>
                    <a:pt x="3053584" y="123596"/>
                  </a:cubicBezTo>
                  <a:cubicBezTo>
                    <a:pt x="3131530" y="217099"/>
                    <a:pt x="2061080" y="734782"/>
                    <a:pt x="1319082" y="750340"/>
                  </a:cubicBezTo>
                  <a:cubicBezTo>
                    <a:pt x="810447" y="770660"/>
                    <a:pt x="-44105" y="410456"/>
                    <a:pt x="1774" y="245516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2">
              <a:extLst>
                <a:ext uri="{FF2B5EF4-FFF2-40B4-BE49-F238E27FC236}">
                  <a16:creationId xmlns:a16="http://schemas.microsoft.com/office/drawing/2014/main" id="{FEBA2BDB-D04A-E2B0-1042-427DA2169A64}"/>
                </a:ext>
              </a:extLst>
            </p:cNvPr>
            <p:cNvSpPr/>
            <p:nvPr/>
          </p:nvSpPr>
          <p:spPr>
            <a:xfrm>
              <a:off x="3748479" y="2327830"/>
              <a:ext cx="2325565" cy="956810"/>
            </a:xfrm>
            <a:custGeom>
              <a:avLst/>
              <a:gdLst>
                <a:gd name="connsiteX0" fmla="*/ 0 w 960120"/>
                <a:gd name="connsiteY0" fmla="*/ 0 h 76200"/>
                <a:gd name="connsiteX1" fmla="*/ 960120 w 960120"/>
                <a:gd name="connsiteY1" fmla="*/ 0 h 76200"/>
                <a:gd name="connsiteX2" fmla="*/ 960120 w 960120"/>
                <a:gd name="connsiteY2" fmla="*/ 76200 h 76200"/>
                <a:gd name="connsiteX3" fmla="*/ 0 w 960120"/>
                <a:gd name="connsiteY3" fmla="*/ 76200 h 76200"/>
                <a:gd name="connsiteX4" fmla="*/ 0 w 960120"/>
                <a:gd name="connsiteY4" fmla="*/ 0 h 76200"/>
                <a:gd name="connsiteX0" fmla="*/ 0 w 1379220"/>
                <a:gd name="connsiteY0" fmla="*/ 0 h 106680"/>
                <a:gd name="connsiteX1" fmla="*/ 1379220 w 1379220"/>
                <a:gd name="connsiteY1" fmla="*/ 30480 h 106680"/>
                <a:gd name="connsiteX2" fmla="*/ 1379220 w 1379220"/>
                <a:gd name="connsiteY2" fmla="*/ 106680 h 106680"/>
                <a:gd name="connsiteX3" fmla="*/ 419100 w 1379220"/>
                <a:gd name="connsiteY3" fmla="*/ 106680 h 106680"/>
                <a:gd name="connsiteX4" fmla="*/ 0 w 1379220"/>
                <a:gd name="connsiteY4" fmla="*/ 0 h 106680"/>
                <a:gd name="connsiteX0" fmla="*/ 0 w 1379220"/>
                <a:gd name="connsiteY0" fmla="*/ 274320 h 381000"/>
                <a:gd name="connsiteX1" fmla="*/ 830580 w 1379220"/>
                <a:gd name="connsiteY1" fmla="*/ 0 h 381000"/>
                <a:gd name="connsiteX2" fmla="*/ 1379220 w 1379220"/>
                <a:gd name="connsiteY2" fmla="*/ 381000 h 381000"/>
                <a:gd name="connsiteX3" fmla="*/ 419100 w 1379220"/>
                <a:gd name="connsiteY3" fmla="*/ 381000 h 381000"/>
                <a:gd name="connsiteX4" fmla="*/ 0 w 1379220"/>
                <a:gd name="connsiteY4" fmla="*/ 274320 h 381000"/>
                <a:gd name="connsiteX0" fmla="*/ 0 w 1379220"/>
                <a:gd name="connsiteY0" fmla="*/ 274320 h 624840"/>
                <a:gd name="connsiteX1" fmla="*/ 830580 w 1379220"/>
                <a:gd name="connsiteY1" fmla="*/ 0 h 624840"/>
                <a:gd name="connsiteX2" fmla="*/ 1379220 w 1379220"/>
                <a:gd name="connsiteY2" fmla="*/ 381000 h 624840"/>
                <a:gd name="connsiteX3" fmla="*/ 1066800 w 1379220"/>
                <a:gd name="connsiteY3" fmla="*/ 624840 h 624840"/>
                <a:gd name="connsiteX4" fmla="*/ 0 w 1379220"/>
                <a:gd name="connsiteY4" fmla="*/ 274320 h 624840"/>
                <a:gd name="connsiteX0" fmla="*/ 0 w 2887980"/>
                <a:gd name="connsiteY0" fmla="*/ 464820 h 815340"/>
                <a:gd name="connsiteX1" fmla="*/ 830580 w 2887980"/>
                <a:gd name="connsiteY1" fmla="*/ 190500 h 815340"/>
                <a:gd name="connsiteX2" fmla="*/ 2887980 w 2887980"/>
                <a:gd name="connsiteY2" fmla="*/ 0 h 815340"/>
                <a:gd name="connsiteX3" fmla="*/ 1066800 w 2887980"/>
                <a:gd name="connsiteY3" fmla="*/ 815340 h 815340"/>
                <a:gd name="connsiteX4" fmla="*/ 0 w 2887980"/>
                <a:gd name="connsiteY4" fmla="*/ 464820 h 815340"/>
                <a:gd name="connsiteX0" fmla="*/ 0 w 2887980"/>
                <a:gd name="connsiteY0" fmla="*/ 814281 h 1164801"/>
                <a:gd name="connsiteX1" fmla="*/ 830580 w 2887980"/>
                <a:gd name="connsiteY1" fmla="*/ 539961 h 1164801"/>
                <a:gd name="connsiteX2" fmla="*/ 2887980 w 2887980"/>
                <a:gd name="connsiteY2" fmla="*/ 349461 h 1164801"/>
                <a:gd name="connsiteX3" fmla="*/ 1066800 w 2887980"/>
                <a:gd name="connsiteY3" fmla="*/ 1164801 h 1164801"/>
                <a:gd name="connsiteX4" fmla="*/ 0 w 2887980"/>
                <a:gd name="connsiteY4" fmla="*/ 814281 h 1164801"/>
                <a:gd name="connsiteX0" fmla="*/ 0 w 2889765"/>
                <a:gd name="connsiteY0" fmla="*/ 814281 h 1164801"/>
                <a:gd name="connsiteX1" fmla="*/ 830580 w 2889765"/>
                <a:gd name="connsiteY1" fmla="*/ 539961 h 1164801"/>
                <a:gd name="connsiteX2" fmla="*/ 2887980 w 2889765"/>
                <a:gd name="connsiteY2" fmla="*/ 349461 h 1164801"/>
                <a:gd name="connsiteX3" fmla="*/ 1066800 w 2889765"/>
                <a:gd name="connsiteY3" fmla="*/ 1164801 h 1164801"/>
                <a:gd name="connsiteX4" fmla="*/ 0 w 2889765"/>
                <a:gd name="connsiteY4" fmla="*/ 814281 h 1164801"/>
                <a:gd name="connsiteX0" fmla="*/ 0 w 2889589"/>
                <a:gd name="connsiteY0" fmla="*/ 814281 h 1164801"/>
                <a:gd name="connsiteX1" fmla="*/ 830580 w 2889589"/>
                <a:gd name="connsiteY1" fmla="*/ 539961 h 1164801"/>
                <a:gd name="connsiteX2" fmla="*/ 2887980 w 2889589"/>
                <a:gd name="connsiteY2" fmla="*/ 349461 h 1164801"/>
                <a:gd name="connsiteX3" fmla="*/ 1066800 w 2889589"/>
                <a:gd name="connsiteY3" fmla="*/ 1164801 h 1164801"/>
                <a:gd name="connsiteX4" fmla="*/ 0 w 2889589"/>
                <a:gd name="connsiteY4" fmla="*/ 814281 h 1164801"/>
                <a:gd name="connsiteX0" fmla="*/ 0 w 2889589"/>
                <a:gd name="connsiteY0" fmla="*/ 817614 h 1168134"/>
                <a:gd name="connsiteX1" fmla="*/ 830580 w 2889589"/>
                <a:gd name="connsiteY1" fmla="*/ 528054 h 1168134"/>
                <a:gd name="connsiteX2" fmla="*/ 2887980 w 2889589"/>
                <a:gd name="connsiteY2" fmla="*/ 352794 h 1168134"/>
                <a:gd name="connsiteX3" fmla="*/ 1066800 w 2889589"/>
                <a:gd name="connsiteY3" fmla="*/ 1168134 h 1168134"/>
                <a:gd name="connsiteX4" fmla="*/ 0 w 2889589"/>
                <a:gd name="connsiteY4" fmla="*/ 817614 h 1168134"/>
                <a:gd name="connsiteX0" fmla="*/ 0 w 2889589"/>
                <a:gd name="connsiteY0" fmla="*/ 839127 h 1189647"/>
                <a:gd name="connsiteX1" fmla="*/ 830580 w 2889589"/>
                <a:gd name="connsiteY1" fmla="*/ 549567 h 1189647"/>
                <a:gd name="connsiteX2" fmla="*/ 2887980 w 2889589"/>
                <a:gd name="connsiteY2" fmla="*/ 374307 h 1189647"/>
                <a:gd name="connsiteX3" fmla="*/ 1066800 w 2889589"/>
                <a:gd name="connsiteY3" fmla="*/ 1189647 h 1189647"/>
                <a:gd name="connsiteX4" fmla="*/ 0 w 2889589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89647"/>
                <a:gd name="connsiteX1" fmla="*/ 830614 w 2889623"/>
                <a:gd name="connsiteY1" fmla="*/ 549567 h 1189647"/>
                <a:gd name="connsiteX2" fmla="*/ 2888014 w 2889623"/>
                <a:gd name="connsiteY2" fmla="*/ 374307 h 1189647"/>
                <a:gd name="connsiteX3" fmla="*/ 1066834 w 2889623"/>
                <a:gd name="connsiteY3" fmla="*/ 1189647 h 1189647"/>
                <a:gd name="connsiteX4" fmla="*/ 34 w 2889623"/>
                <a:gd name="connsiteY4" fmla="*/ 839127 h 1189647"/>
                <a:gd name="connsiteX0" fmla="*/ 34 w 2889623"/>
                <a:gd name="connsiteY0" fmla="*/ 839127 h 1190599"/>
                <a:gd name="connsiteX1" fmla="*/ 830614 w 2889623"/>
                <a:gd name="connsiteY1" fmla="*/ 549567 h 1190599"/>
                <a:gd name="connsiteX2" fmla="*/ 2888014 w 2889623"/>
                <a:gd name="connsiteY2" fmla="*/ 374307 h 1190599"/>
                <a:gd name="connsiteX3" fmla="*/ 1066834 w 2889623"/>
                <a:gd name="connsiteY3" fmla="*/ 1189647 h 1190599"/>
                <a:gd name="connsiteX4" fmla="*/ 34 w 2889623"/>
                <a:gd name="connsiteY4" fmla="*/ 839127 h 1190599"/>
                <a:gd name="connsiteX0" fmla="*/ 34 w 2893798"/>
                <a:gd name="connsiteY0" fmla="*/ 839127 h 1190599"/>
                <a:gd name="connsiteX1" fmla="*/ 830614 w 2893798"/>
                <a:gd name="connsiteY1" fmla="*/ 549567 h 1190599"/>
                <a:gd name="connsiteX2" fmla="*/ 2888014 w 2893798"/>
                <a:gd name="connsiteY2" fmla="*/ 374307 h 1190599"/>
                <a:gd name="connsiteX3" fmla="*/ 1066834 w 2893798"/>
                <a:gd name="connsiteY3" fmla="*/ 1189647 h 1190599"/>
                <a:gd name="connsiteX4" fmla="*/ 34 w 2893798"/>
                <a:gd name="connsiteY4" fmla="*/ 839127 h 1190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3798" h="1190599">
                  <a:moveTo>
                    <a:pt x="34" y="839127"/>
                  </a:moveTo>
                  <a:cubicBezTo>
                    <a:pt x="-5046" y="651167"/>
                    <a:pt x="553754" y="646087"/>
                    <a:pt x="830614" y="549567"/>
                  </a:cubicBezTo>
                  <a:cubicBezTo>
                    <a:pt x="1463074" y="379387"/>
                    <a:pt x="2674654" y="-484213"/>
                    <a:pt x="2888014" y="374307"/>
                  </a:cubicBezTo>
                  <a:cubicBezTo>
                    <a:pt x="2997234" y="1126147"/>
                    <a:pt x="1529114" y="1138847"/>
                    <a:pt x="1066834" y="1189647"/>
                  </a:cubicBezTo>
                  <a:cubicBezTo>
                    <a:pt x="962694" y="1194727"/>
                    <a:pt x="27974" y="1192187"/>
                    <a:pt x="34" y="839127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9C842710-A3B0-209F-3C58-1D771F2C66A7}"/>
                </a:ext>
              </a:extLst>
            </p:cNvPr>
            <p:cNvSpPr/>
            <p:nvPr/>
          </p:nvSpPr>
          <p:spPr>
            <a:xfrm>
              <a:off x="3616801" y="3309825"/>
              <a:ext cx="3025300" cy="481562"/>
            </a:xfrm>
            <a:custGeom>
              <a:avLst/>
              <a:gdLst>
                <a:gd name="connsiteX0" fmla="*/ 0 w 1685925"/>
                <a:gd name="connsiteY0" fmla="*/ 0 h 109538"/>
                <a:gd name="connsiteX1" fmla="*/ 1685925 w 1685925"/>
                <a:gd name="connsiteY1" fmla="*/ 0 h 109538"/>
                <a:gd name="connsiteX2" fmla="*/ 1685925 w 1685925"/>
                <a:gd name="connsiteY2" fmla="*/ 109538 h 109538"/>
                <a:gd name="connsiteX3" fmla="*/ 0 w 1685925"/>
                <a:gd name="connsiteY3" fmla="*/ 109538 h 109538"/>
                <a:gd name="connsiteX4" fmla="*/ 0 w 1685925"/>
                <a:gd name="connsiteY4" fmla="*/ 0 h 109538"/>
                <a:gd name="connsiteX0" fmla="*/ 1076325 w 1685925"/>
                <a:gd name="connsiteY0" fmla="*/ 0 h 300038"/>
                <a:gd name="connsiteX1" fmla="*/ 1685925 w 1685925"/>
                <a:gd name="connsiteY1" fmla="*/ 190500 h 300038"/>
                <a:gd name="connsiteX2" fmla="*/ 1685925 w 1685925"/>
                <a:gd name="connsiteY2" fmla="*/ 300038 h 300038"/>
                <a:gd name="connsiteX3" fmla="*/ 0 w 1685925"/>
                <a:gd name="connsiteY3" fmla="*/ 300038 h 300038"/>
                <a:gd name="connsiteX4" fmla="*/ 1076325 w 1685925"/>
                <a:gd name="connsiteY4" fmla="*/ 0 h 300038"/>
                <a:gd name="connsiteX0" fmla="*/ 1123950 w 1733550"/>
                <a:gd name="connsiteY0" fmla="*/ 0 h 300038"/>
                <a:gd name="connsiteX1" fmla="*/ 1733550 w 1733550"/>
                <a:gd name="connsiteY1" fmla="*/ 190500 h 300038"/>
                <a:gd name="connsiteX2" fmla="*/ 1733550 w 1733550"/>
                <a:gd name="connsiteY2" fmla="*/ 300038 h 300038"/>
                <a:gd name="connsiteX3" fmla="*/ 0 w 1733550"/>
                <a:gd name="connsiteY3" fmla="*/ 266701 h 300038"/>
                <a:gd name="connsiteX4" fmla="*/ 1123950 w 1733550"/>
                <a:gd name="connsiteY4" fmla="*/ 0 h 300038"/>
                <a:gd name="connsiteX0" fmla="*/ 1123950 w 1733550"/>
                <a:gd name="connsiteY0" fmla="*/ 0 h 300038"/>
                <a:gd name="connsiteX1" fmla="*/ 1733550 w 1733550"/>
                <a:gd name="connsiteY1" fmla="*/ 190500 h 300038"/>
                <a:gd name="connsiteX2" fmla="*/ 1733550 w 1733550"/>
                <a:gd name="connsiteY2" fmla="*/ 300038 h 300038"/>
                <a:gd name="connsiteX3" fmla="*/ 0 w 1733550"/>
                <a:gd name="connsiteY3" fmla="*/ 266701 h 300038"/>
                <a:gd name="connsiteX4" fmla="*/ 1123950 w 1733550"/>
                <a:gd name="connsiteY4" fmla="*/ 0 h 300038"/>
                <a:gd name="connsiteX0" fmla="*/ 1123950 w 1733550"/>
                <a:gd name="connsiteY0" fmla="*/ 0 h 300038"/>
                <a:gd name="connsiteX1" fmla="*/ 1733550 w 1733550"/>
                <a:gd name="connsiteY1" fmla="*/ 190500 h 300038"/>
                <a:gd name="connsiteX2" fmla="*/ 1733550 w 1733550"/>
                <a:gd name="connsiteY2" fmla="*/ 300038 h 300038"/>
                <a:gd name="connsiteX3" fmla="*/ 0 w 1733550"/>
                <a:gd name="connsiteY3" fmla="*/ 266701 h 300038"/>
                <a:gd name="connsiteX4" fmla="*/ 1123950 w 1733550"/>
                <a:gd name="connsiteY4" fmla="*/ 0 h 300038"/>
                <a:gd name="connsiteX0" fmla="*/ 1123950 w 1733550"/>
                <a:gd name="connsiteY0" fmla="*/ 0 h 381937"/>
                <a:gd name="connsiteX1" fmla="*/ 1733550 w 1733550"/>
                <a:gd name="connsiteY1" fmla="*/ 190500 h 381937"/>
                <a:gd name="connsiteX2" fmla="*/ 1733550 w 1733550"/>
                <a:gd name="connsiteY2" fmla="*/ 300038 h 381937"/>
                <a:gd name="connsiteX3" fmla="*/ 0 w 1733550"/>
                <a:gd name="connsiteY3" fmla="*/ 266701 h 381937"/>
                <a:gd name="connsiteX4" fmla="*/ 1123950 w 1733550"/>
                <a:gd name="connsiteY4" fmla="*/ 0 h 381937"/>
                <a:gd name="connsiteX0" fmla="*/ 1228725 w 1838325"/>
                <a:gd name="connsiteY0" fmla="*/ 0 h 406266"/>
                <a:gd name="connsiteX1" fmla="*/ 1838325 w 1838325"/>
                <a:gd name="connsiteY1" fmla="*/ 190500 h 406266"/>
                <a:gd name="connsiteX2" fmla="*/ 1838325 w 1838325"/>
                <a:gd name="connsiteY2" fmla="*/ 300038 h 406266"/>
                <a:gd name="connsiteX3" fmla="*/ 0 w 1838325"/>
                <a:gd name="connsiteY3" fmla="*/ 300039 h 406266"/>
                <a:gd name="connsiteX4" fmla="*/ 1228725 w 1838325"/>
                <a:gd name="connsiteY4" fmla="*/ 0 h 406266"/>
                <a:gd name="connsiteX0" fmla="*/ 1228725 w 3052763"/>
                <a:gd name="connsiteY0" fmla="*/ 0 h 406266"/>
                <a:gd name="connsiteX1" fmla="*/ 3052763 w 3052763"/>
                <a:gd name="connsiteY1" fmla="*/ 123825 h 406266"/>
                <a:gd name="connsiteX2" fmla="*/ 1838325 w 3052763"/>
                <a:gd name="connsiteY2" fmla="*/ 300038 h 406266"/>
                <a:gd name="connsiteX3" fmla="*/ 0 w 3052763"/>
                <a:gd name="connsiteY3" fmla="*/ 300039 h 406266"/>
                <a:gd name="connsiteX4" fmla="*/ 1228725 w 3052763"/>
                <a:gd name="connsiteY4" fmla="*/ 0 h 406266"/>
                <a:gd name="connsiteX0" fmla="*/ 1228725 w 3052763"/>
                <a:gd name="connsiteY0" fmla="*/ 0 h 473661"/>
                <a:gd name="connsiteX1" fmla="*/ 3052763 w 3052763"/>
                <a:gd name="connsiteY1" fmla="*/ 123825 h 473661"/>
                <a:gd name="connsiteX2" fmla="*/ 1847850 w 3052763"/>
                <a:gd name="connsiteY2" fmla="*/ 466725 h 473661"/>
                <a:gd name="connsiteX3" fmla="*/ 0 w 3052763"/>
                <a:gd name="connsiteY3" fmla="*/ 300039 h 473661"/>
                <a:gd name="connsiteX4" fmla="*/ 1228725 w 3052763"/>
                <a:gd name="connsiteY4" fmla="*/ 0 h 473661"/>
                <a:gd name="connsiteX0" fmla="*/ 1228725 w 3052763"/>
                <a:gd name="connsiteY0" fmla="*/ 0 h 300039"/>
                <a:gd name="connsiteX1" fmla="*/ 3052763 w 3052763"/>
                <a:gd name="connsiteY1" fmla="*/ 123825 h 300039"/>
                <a:gd name="connsiteX2" fmla="*/ 0 w 3052763"/>
                <a:gd name="connsiteY2" fmla="*/ 300039 h 300039"/>
                <a:gd name="connsiteX3" fmla="*/ 1228725 w 3052763"/>
                <a:gd name="connsiteY3" fmla="*/ 0 h 300039"/>
                <a:gd name="connsiteX0" fmla="*/ 1228725 w 3052763"/>
                <a:gd name="connsiteY0" fmla="*/ 0 h 335419"/>
                <a:gd name="connsiteX1" fmla="*/ 3052763 w 3052763"/>
                <a:gd name="connsiteY1" fmla="*/ 123825 h 335419"/>
                <a:gd name="connsiteX2" fmla="*/ 0 w 3052763"/>
                <a:gd name="connsiteY2" fmla="*/ 300039 h 335419"/>
                <a:gd name="connsiteX3" fmla="*/ 1228725 w 3052763"/>
                <a:gd name="connsiteY3" fmla="*/ 0 h 335419"/>
                <a:gd name="connsiteX0" fmla="*/ 1228725 w 3052763"/>
                <a:gd name="connsiteY0" fmla="*/ 0 h 510137"/>
                <a:gd name="connsiteX1" fmla="*/ 3052763 w 3052763"/>
                <a:gd name="connsiteY1" fmla="*/ 123825 h 510137"/>
                <a:gd name="connsiteX2" fmla="*/ 0 w 3052763"/>
                <a:gd name="connsiteY2" fmla="*/ 300039 h 510137"/>
                <a:gd name="connsiteX3" fmla="*/ 1228725 w 3052763"/>
                <a:gd name="connsiteY3" fmla="*/ 0 h 510137"/>
                <a:gd name="connsiteX0" fmla="*/ 1228725 w 3052763"/>
                <a:gd name="connsiteY0" fmla="*/ 0 h 510137"/>
                <a:gd name="connsiteX1" fmla="*/ 3052763 w 3052763"/>
                <a:gd name="connsiteY1" fmla="*/ 123825 h 510137"/>
                <a:gd name="connsiteX2" fmla="*/ 0 w 3052763"/>
                <a:gd name="connsiteY2" fmla="*/ 300039 h 510137"/>
                <a:gd name="connsiteX3" fmla="*/ 1228725 w 3052763"/>
                <a:gd name="connsiteY3" fmla="*/ 0 h 510137"/>
                <a:gd name="connsiteX0" fmla="*/ 1228725 w 3052763"/>
                <a:gd name="connsiteY0" fmla="*/ 0 h 510137"/>
                <a:gd name="connsiteX1" fmla="*/ 3052763 w 3052763"/>
                <a:gd name="connsiteY1" fmla="*/ 123825 h 510137"/>
                <a:gd name="connsiteX2" fmla="*/ 0 w 3052763"/>
                <a:gd name="connsiteY2" fmla="*/ 300039 h 510137"/>
                <a:gd name="connsiteX3" fmla="*/ 1320995 w 3052763"/>
                <a:gd name="connsiteY3" fmla="*/ 91440 h 510137"/>
                <a:gd name="connsiteX0" fmla="*/ 1228725 w 3052763"/>
                <a:gd name="connsiteY0" fmla="*/ 0 h 510137"/>
                <a:gd name="connsiteX1" fmla="*/ 3052763 w 3052763"/>
                <a:gd name="connsiteY1" fmla="*/ 123825 h 510137"/>
                <a:gd name="connsiteX2" fmla="*/ 0 w 3052763"/>
                <a:gd name="connsiteY2" fmla="*/ 300039 h 510137"/>
                <a:gd name="connsiteX0" fmla="*/ 2279578 w 3052763"/>
                <a:gd name="connsiteY0" fmla="*/ 0 h 491087"/>
                <a:gd name="connsiteX1" fmla="*/ 3052763 w 3052763"/>
                <a:gd name="connsiteY1" fmla="*/ 104775 h 491087"/>
                <a:gd name="connsiteX2" fmla="*/ 0 w 3052763"/>
                <a:gd name="connsiteY2" fmla="*/ 280989 h 491087"/>
                <a:gd name="connsiteX0" fmla="*/ 2279578 w 3052763"/>
                <a:gd name="connsiteY0" fmla="*/ 0 h 491087"/>
                <a:gd name="connsiteX1" fmla="*/ 3052763 w 3052763"/>
                <a:gd name="connsiteY1" fmla="*/ 104775 h 491087"/>
                <a:gd name="connsiteX2" fmla="*/ 0 w 3052763"/>
                <a:gd name="connsiteY2" fmla="*/ 280989 h 491087"/>
                <a:gd name="connsiteX0" fmla="*/ 2282782 w 3052763"/>
                <a:gd name="connsiteY0" fmla="*/ 0 h 481562"/>
                <a:gd name="connsiteX1" fmla="*/ 3052763 w 3052763"/>
                <a:gd name="connsiteY1" fmla="*/ 95250 h 481562"/>
                <a:gd name="connsiteX2" fmla="*/ 0 w 3052763"/>
                <a:gd name="connsiteY2" fmla="*/ 271464 h 4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2763" h="481562">
                  <a:moveTo>
                    <a:pt x="2282782" y="0"/>
                  </a:moveTo>
                  <a:cubicBezTo>
                    <a:pt x="2890795" y="41275"/>
                    <a:pt x="2970617" y="19050"/>
                    <a:pt x="3052763" y="95250"/>
                  </a:cubicBezTo>
                  <a:cubicBezTo>
                    <a:pt x="2568575" y="477838"/>
                    <a:pt x="398463" y="646113"/>
                    <a:pt x="0" y="271464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7862034-F908-EAB8-CA7D-63C70EA415E1}"/>
                </a:ext>
              </a:extLst>
            </p:cNvPr>
            <p:cNvSpPr/>
            <p:nvPr/>
          </p:nvSpPr>
          <p:spPr>
            <a:xfrm>
              <a:off x="3621066" y="3458718"/>
              <a:ext cx="677900" cy="302013"/>
            </a:xfrm>
            <a:custGeom>
              <a:avLst/>
              <a:gdLst>
                <a:gd name="connsiteX0" fmla="*/ 137717 w 677900"/>
                <a:gd name="connsiteY0" fmla="*/ 0 h 324377"/>
                <a:gd name="connsiteX1" fmla="*/ 126886 w 677900"/>
                <a:gd name="connsiteY1" fmla="*/ 12894 h 324377"/>
                <a:gd name="connsiteX2" fmla="*/ 526263 w 677900"/>
                <a:gd name="connsiteY2" fmla="*/ 281030 h 324377"/>
                <a:gd name="connsiteX3" fmla="*/ 677900 w 677900"/>
                <a:gd name="connsiteY3" fmla="*/ 324377 h 324377"/>
                <a:gd name="connsiteX4" fmla="*/ 577007 w 677900"/>
                <a:gd name="connsiteY4" fmla="*/ 315790 h 324377"/>
                <a:gd name="connsiteX5" fmla="*/ 0 w 677900"/>
                <a:gd name="connsiteY5" fmla="*/ 131467 h 324377"/>
                <a:gd name="connsiteX6" fmla="*/ 93078 w 677900"/>
                <a:gd name="connsiteY6" fmla="*/ 20024 h 324377"/>
                <a:gd name="connsiteX7" fmla="*/ 137717 w 677900"/>
                <a:gd name="connsiteY7" fmla="*/ 0 h 32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7900" h="324377">
                  <a:moveTo>
                    <a:pt x="137717" y="0"/>
                  </a:moveTo>
                  <a:lnTo>
                    <a:pt x="126886" y="12894"/>
                  </a:lnTo>
                  <a:cubicBezTo>
                    <a:pt x="46976" y="142581"/>
                    <a:pt x="272493" y="209922"/>
                    <a:pt x="526263" y="281030"/>
                  </a:cubicBezTo>
                  <a:lnTo>
                    <a:pt x="677900" y="324377"/>
                  </a:lnTo>
                  <a:lnTo>
                    <a:pt x="577007" y="315790"/>
                  </a:lnTo>
                  <a:cubicBezTo>
                    <a:pt x="309960" y="284859"/>
                    <a:pt x="99616" y="225129"/>
                    <a:pt x="0" y="131467"/>
                  </a:cubicBezTo>
                  <a:cubicBezTo>
                    <a:pt x="5953" y="85331"/>
                    <a:pt x="39700" y="49072"/>
                    <a:pt x="93078" y="20024"/>
                  </a:cubicBezTo>
                  <a:lnTo>
                    <a:pt x="137717" y="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B694378-6848-1532-ED92-BBD5D9B4F6DA}"/>
                </a:ext>
              </a:extLst>
            </p:cNvPr>
            <p:cNvSpPr/>
            <p:nvPr/>
          </p:nvSpPr>
          <p:spPr>
            <a:xfrm>
              <a:off x="4106353" y="3175849"/>
              <a:ext cx="2042388" cy="607246"/>
            </a:xfrm>
            <a:custGeom>
              <a:avLst/>
              <a:gdLst>
                <a:gd name="connsiteX0" fmla="*/ 661634 w 2042388"/>
                <a:gd name="connsiteY0" fmla="*/ 792 h 607246"/>
                <a:gd name="connsiteX1" fmla="*/ 1042987 w 2042388"/>
                <a:gd name="connsiteY1" fmla="*/ 49598 h 607246"/>
                <a:gd name="connsiteX2" fmla="*/ 2038349 w 2042388"/>
                <a:gd name="connsiteY2" fmla="*/ 321060 h 607246"/>
                <a:gd name="connsiteX3" fmla="*/ 2039317 w 2042388"/>
                <a:gd name="connsiteY3" fmla="*/ 418989 h 607246"/>
                <a:gd name="connsiteX4" fmla="*/ 2036760 w 2042388"/>
                <a:gd name="connsiteY4" fmla="*/ 427620 h 607246"/>
                <a:gd name="connsiteX5" fmla="*/ 1902935 w 2042388"/>
                <a:gd name="connsiteY5" fmla="*/ 462557 h 607246"/>
                <a:gd name="connsiteX6" fmla="*/ 277237 w 2042388"/>
                <a:gd name="connsiteY6" fmla="*/ 599350 h 607246"/>
                <a:gd name="connsiteX7" fmla="*/ 159145 w 2042388"/>
                <a:gd name="connsiteY7" fmla="*/ 589208 h 607246"/>
                <a:gd name="connsiteX8" fmla="*/ 146968 w 2042388"/>
                <a:gd name="connsiteY8" fmla="*/ 581907 h 607246"/>
                <a:gd name="connsiteX9" fmla="*/ 0 w 2042388"/>
                <a:gd name="connsiteY9" fmla="*/ 306773 h 607246"/>
                <a:gd name="connsiteX10" fmla="*/ 661634 w 2042388"/>
                <a:gd name="connsiteY10" fmla="*/ 792 h 60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42388" h="607246">
                  <a:moveTo>
                    <a:pt x="661634" y="792"/>
                  </a:moveTo>
                  <a:cubicBezTo>
                    <a:pt x="829493" y="5731"/>
                    <a:pt x="979884" y="32632"/>
                    <a:pt x="1042987" y="49598"/>
                  </a:cubicBezTo>
                  <a:cubicBezTo>
                    <a:pt x="1439862" y="99604"/>
                    <a:pt x="2006599" y="201998"/>
                    <a:pt x="2038349" y="321060"/>
                  </a:cubicBezTo>
                  <a:cubicBezTo>
                    <a:pt x="2043509" y="362335"/>
                    <a:pt x="2043608" y="394085"/>
                    <a:pt x="2039317" y="418989"/>
                  </a:cubicBezTo>
                  <a:lnTo>
                    <a:pt x="2036760" y="427620"/>
                  </a:lnTo>
                  <a:lnTo>
                    <a:pt x="1902935" y="462557"/>
                  </a:lnTo>
                  <a:cubicBezTo>
                    <a:pt x="1421223" y="574073"/>
                    <a:pt x="783679" y="628843"/>
                    <a:pt x="277237" y="599350"/>
                  </a:cubicBezTo>
                  <a:lnTo>
                    <a:pt x="159145" y="589208"/>
                  </a:lnTo>
                  <a:lnTo>
                    <a:pt x="146968" y="581907"/>
                  </a:lnTo>
                  <a:cubicBezTo>
                    <a:pt x="60772" y="521706"/>
                    <a:pt x="2481" y="433773"/>
                    <a:pt x="0" y="306773"/>
                  </a:cubicBezTo>
                  <a:cubicBezTo>
                    <a:pt x="53578" y="45332"/>
                    <a:pt x="381868" y="-7440"/>
                    <a:pt x="661634" y="792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2520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08424CE-E0C9-DF30-6E1F-10A315E701BA}"/>
              </a:ext>
            </a:extLst>
          </p:cNvPr>
          <p:cNvSpPr/>
          <p:nvPr/>
        </p:nvSpPr>
        <p:spPr>
          <a:xfrm>
            <a:off x="1190171" y="682171"/>
            <a:ext cx="2656115" cy="5225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Oyster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5C0A53-12AB-5B00-3B20-7DFAFFE0FBD8}"/>
              </a:ext>
            </a:extLst>
          </p:cNvPr>
          <p:cNvGrpSpPr/>
          <p:nvPr/>
        </p:nvGrpSpPr>
        <p:grpSpPr>
          <a:xfrm>
            <a:off x="5629621" y="2114402"/>
            <a:ext cx="5323523" cy="5122430"/>
            <a:chOff x="2811529" y="1758807"/>
            <a:chExt cx="5323523" cy="5122430"/>
          </a:xfrm>
          <a:solidFill>
            <a:schemeClr val="bg1"/>
          </a:solidFill>
        </p:grpSpPr>
        <p:sp>
          <p:nvSpPr>
            <p:cNvPr id="40" name="Rectangle 14">
              <a:extLst>
                <a:ext uri="{FF2B5EF4-FFF2-40B4-BE49-F238E27FC236}">
                  <a16:creationId xmlns:a16="http://schemas.microsoft.com/office/drawing/2014/main" id="{055383E4-32E6-0BE6-8841-D775BB0D454A}"/>
                </a:ext>
              </a:extLst>
            </p:cNvPr>
            <p:cNvSpPr/>
            <p:nvPr/>
          </p:nvSpPr>
          <p:spPr>
            <a:xfrm>
              <a:off x="2882381" y="1774404"/>
              <a:ext cx="5220574" cy="1835244"/>
            </a:xfrm>
            <a:custGeom>
              <a:avLst/>
              <a:gdLst>
                <a:gd name="connsiteX0" fmla="*/ 0 w 3264862"/>
                <a:gd name="connsiteY0" fmla="*/ 0 h 171133"/>
                <a:gd name="connsiteX1" fmla="*/ 3264862 w 3264862"/>
                <a:gd name="connsiteY1" fmla="*/ 0 h 171133"/>
                <a:gd name="connsiteX2" fmla="*/ 3264862 w 3264862"/>
                <a:gd name="connsiteY2" fmla="*/ 171133 h 171133"/>
                <a:gd name="connsiteX3" fmla="*/ 0 w 3264862"/>
                <a:gd name="connsiteY3" fmla="*/ 171133 h 171133"/>
                <a:gd name="connsiteX4" fmla="*/ 0 w 3264862"/>
                <a:gd name="connsiteY4" fmla="*/ 0 h 171133"/>
                <a:gd name="connsiteX0" fmla="*/ 0 w 3516322"/>
                <a:gd name="connsiteY0" fmla="*/ 0 h 1192213"/>
                <a:gd name="connsiteX1" fmla="*/ 3264862 w 3516322"/>
                <a:gd name="connsiteY1" fmla="*/ 0 h 1192213"/>
                <a:gd name="connsiteX2" fmla="*/ 3516322 w 3516322"/>
                <a:gd name="connsiteY2" fmla="*/ 1192213 h 1192213"/>
                <a:gd name="connsiteX3" fmla="*/ 0 w 3516322"/>
                <a:gd name="connsiteY3" fmla="*/ 171133 h 1192213"/>
                <a:gd name="connsiteX4" fmla="*/ 0 w 3516322"/>
                <a:gd name="connsiteY4" fmla="*/ 0 h 1192213"/>
                <a:gd name="connsiteX0" fmla="*/ 0 w 3651069"/>
                <a:gd name="connsiteY0" fmla="*/ 0 h 1192213"/>
                <a:gd name="connsiteX1" fmla="*/ 3264862 w 3651069"/>
                <a:gd name="connsiteY1" fmla="*/ 0 h 1192213"/>
                <a:gd name="connsiteX2" fmla="*/ 3651069 w 3651069"/>
                <a:gd name="connsiteY2" fmla="*/ 437664 h 1192213"/>
                <a:gd name="connsiteX3" fmla="*/ 3516322 w 3651069"/>
                <a:gd name="connsiteY3" fmla="*/ 1192213 h 1192213"/>
                <a:gd name="connsiteX4" fmla="*/ 0 w 3651069"/>
                <a:gd name="connsiteY4" fmla="*/ 171133 h 1192213"/>
                <a:gd name="connsiteX5" fmla="*/ 0 w 3651069"/>
                <a:gd name="connsiteY5" fmla="*/ 0 h 1192213"/>
                <a:gd name="connsiteX0" fmla="*/ 0 w 3651069"/>
                <a:gd name="connsiteY0" fmla="*/ 0 h 1192213"/>
                <a:gd name="connsiteX1" fmla="*/ 3341062 w 3651069"/>
                <a:gd name="connsiteY1" fmla="*/ 106680 h 1192213"/>
                <a:gd name="connsiteX2" fmla="*/ 3651069 w 3651069"/>
                <a:gd name="connsiteY2" fmla="*/ 437664 h 1192213"/>
                <a:gd name="connsiteX3" fmla="*/ 3516322 w 3651069"/>
                <a:gd name="connsiteY3" fmla="*/ 1192213 h 1192213"/>
                <a:gd name="connsiteX4" fmla="*/ 0 w 3651069"/>
                <a:gd name="connsiteY4" fmla="*/ 171133 h 1192213"/>
                <a:gd name="connsiteX5" fmla="*/ 0 w 3651069"/>
                <a:gd name="connsiteY5" fmla="*/ 0 h 1192213"/>
                <a:gd name="connsiteX0" fmla="*/ 0 w 3651069"/>
                <a:gd name="connsiteY0" fmla="*/ 197483 h 1389696"/>
                <a:gd name="connsiteX1" fmla="*/ 2980509 w 3651069"/>
                <a:gd name="connsiteY1" fmla="*/ 2687 h 1389696"/>
                <a:gd name="connsiteX2" fmla="*/ 3341062 w 3651069"/>
                <a:gd name="connsiteY2" fmla="*/ 304163 h 1389696"/>
                <a:gd name="connsiteX3" fmla="*/ 3651069 w 3651069"/>
                <a:gd name="connsiteY3" fmla="*/ 635147 h 1389696"/>
                <a:gd name="connsiteX4" fmla="*/ 3516322 w 3651069"/>
                <a:gd name="connsiteY4" fmla="*/ 1389696 h 1389696"/>
                <a:gd name="connsiteX5" fmla="*/ 0 w 3651069"/>
                <a:gd name="connsiteY5" fmla="*/ 368616 h 1389696"/>
                <a:gd name="connsiteX6" fmla="*/ 0 w 3651069"/>
                <a:gd name="connsiteY6" fmla="*/ 197483 h 1389696"/>
                <a:gd name="connsiteX0" fmla="*/ 0 w 3651069"/>
                <a:gd name="connsiteY0" fmla="*/ 456854 h 1649067"/>
                <a:gd name="connsiteX1" fmla="*/ 2226129 w 3651069"/>
                <a:gd name="connsiteY1" fmla="*/ 2978 h 1649067"/>
                <a:gd name="connsiteX2" fmla="*/ 2980509 w 3651069"/>
                <a:gd name="connsiteY2" fmla="*/ 262058 h 1649067"/>
                <a:gd name="connsiteX3" fmla="*/ 3341062 w 3651069"/>
                <a:gd name="connsiteY3" fmla="*/ 563534 h 1649067"/>
                <a:gd name="connsiteX4" fmla="*/ 3651069 w 3651069"/>
                <a:gd name="connsiteY4" fmla="*/ 894518 h 1649067"/>
                <a:gd name="connsiteX5" fmla="*/ 3516322 w 3651069"/>
                <a:gd name="connsiteY5" fmla="*/ 1649067 h 1649067"/>
                <a:gd name="connsiteX6" fmla="*/ 0 w 3651069"/>
                <a:gd name="connsiteY6" fmla="*/ 627987 h 1649067"/>
                <a:gd name="connsiteX7" fmla="*/ 0 w 3651069"/>
                <a:gd name="connsiteY7" fmla="*/ 456854 h 1649067"/>
                <a:gd name="connsiteX0" fmla="*/ 0 w 3651069"/>
                <a:gd name="connsiteY0" fmla="*/ 501665 h 1693878"/>
                <a:gd name="connsiteX1" fmla="*/ 1045029 w 3651069"/>
                <a:gd name="connsiteY1" fmla="*/ 32550 h 1693878"/>
                <a:gd name="connsiteX2" fmla="*/ 2226129 w 3651069"/>
                <a:gd name="connsiteY2" fmla="*/ 47789 h 1693878"/>
                <a:gd name="connsiteX3" fmla="*/ 2980509 w 3651069"/>
                <a:gd name="connsiteY3" fmla="*/ 306869 h 1693878"/>
                <a:gd name="connsiteX4" fmla="*/ 3341062 w 3651069"/>
                <a:gd name="connsiteY4" fmla="*/ 608345 h 1693878"/>
                <a:gd name="connsiteX5" fmla="*/ 3651069 w 3651069"/>
                <a:gd name="connsiteY5" fmla="*/ 939329 h 1693878"/>
                <a:gd name="connsiteX6" fmla="*/ 3516322 w 3651069"/>
                <a:gd name="connsiteY6" fmla="*/ 1693878 h 1693878"/>
                <a:gd name="connsiteX7" fmla="*/ 0 w 3651069"/>
                <a:gd name="connsiteY7" fmla="*/ 672798 h 1693878"/>
                <a:gd name="connsiteX8" fmla="*/ 0 w 3651069"/>
                <a:gd name="connsiteY8" fmla="*/ 501665 h 1693878"/>
                <a:gd name="connsiteX0" fmla="*/ 0 w 4024449"/>
                <a:gd name="connsiteY0" fmla="*/ 410225 h 1693878"/>
                <a:gd name="connsiteX1" fmla="*/ 1418409 w 4024449"/>
                <a:gd name="connsiteY1" fmla="*/ 32550 h 1693878"/>
                <a:gd name="connsiteX2" fmla="*/ 2599509 w 4024449"/>
                <a:gd name="connsiteY2" fmla="*/ 47789 h 1693878"/>
                <a:gd name="connsiteX3" fmla="*/ 3353889 w 4024449"/>
                <a:gd name="connsiteY3" fmla="*/ 306869 h 1693878"/>
                <a:gd name="connsiteX4" fmla="*/ 3714442 w 4024449"/>
                <a:gd name="connsiteY4" fmla="*/ 608345 h 1693878"/>
                <a:gd name="connsiteX5" fmla="*/ 4024449 w 4024449"/>
                <a:gd name="connsiteY5" fmla="*/ 939329 h 1693878"/>
                <a:gd name="connsiteX6" fmla="*/ 3889702 w 4024449"/>
                <a:gd name="connsiteY6" fmla="*/ 1693878 h 1693878"/>
                <a:gd name="connsiteX7" fmla="*/ 373380 w 4024449"/>
                <a:gd name="connsiteY7" fmla="*/ 672798 h 1693878"/>
                <a:gd name="connsiteX8" fmla="*/ 0 w 4024449"/>
                <a:gd name="connsiteY8" fmla="*/ 410225 h 1693878"/>
                <a:gd name="connsiteX0" fmla="*/ 876300 w 4900749"/>
                <a:gd name="connsiteY0" fmla="*/ 410225 h 1693878"/>
                <a:gd name="connsiteX1" fmla="*/ 2294709 w 4900749"/>
                <a:gd name="connsiteY1" fmla="*/ 32550 h 1693878"/>
                <a:gd name="connsiteX2" fmla="*/ 3475809 w 4900749"/>
                <a:gd name="connsiteY2" fmla="*/ 47789 h 1693878"/>
                <a:gd name="connsiteX3" fmla="*/ 4230189 w 4900749"/>
                <a:gd name="connsiteY3" fmla="*/ 306869 h 1693878"/>
                <a:gd name="connsiteX4" fmla="*/ 4590742 w 4900749"/>
                <a:gd name="connsiteY4" fmla="*/ 608345 h 1693878"/>
                <a:gd name="connsiteX5" fmla="*/ 4900749 w 4900749"/>
                <a:gd name="connsiteY5" fmla="*/ 939329 h 1693878"/>
                <a:gd name="connsiteX6" fmla="*/ 4766002 w 4900749"/>
                <a:gd name="connsiteY6" fmla="*/ 1693878 h 1693878"/>
                <a:gd name="connsiteX7" fmla="*/ 0 w 4900749"/>
                <a:gd name="connsiteY7" fmla="*/ 1152858 h 1693878"/>
                <a:gd name="connsiteX8" fmla="*/ 876300 w 4900749"/>
                <a:gd name="connsiteY8" fmla="*/ 410225 h 1693878"/>
                <a:gd name="connsiteX0" fmla="*/ 876300 w 4900749"/>
                <a:gd name="connsiteY0" fmla="*/ 410225 h 1693878"/>
                <a:gd name="connsiteX1" fmla="*/ 2294709 w 4900749"/>
                <a:gd name="connsiteY1" fmla="*/ 32550 h 1693878"/>
                <a:gd name="connsiteX2" fmla="*/ 3475809 w 4900749"/>
                <a:gd name="connsiteY2" fmla="*/ 47789 h 1693878"/>
                <a:gd name="connsiteX3" fmla="*/ 4230189 w 4900749"/>
                <a:gd name="connsiteY3" fmla="*/ 306869 h 1693878"/>
                <a:gd name="connsiteX4" fmla="*/ 4590742 w 4900749"/>
                <a:gd name="connsiteY4" fmla="*/ 608345 h 1693878"/>
                <a:gd name="connsiteX5" fmla="*/ 4900749 w 4900749"/>
                <a:gd name="connsiteY5" fmla="*/ 939329 h 1693878"/>
                <a:gd name="connsiteX6" fmla="*/ 4766002 w 4900749"/>
                <a:gd name="connsiteY6" fmla="*/ 1693878 h 1693878"/>
                <a:gd name="connsiteX7" fmla="*/ 321129 w 4900749"/>
                <a:gd name="connsiteY7" fmla="*/ 1457490 h 1693878"/>
                <a:gd name="connsiteX8" fmla="*/ 0 w 4900749"/>
                <a:gd name="connsiteY8" fmla="*/ 1152858 h 1693878"/>
                <a:gd name="connsiteX9" fmla="*/ 876300 w 4900749"/>
                <a:gd name="connsiteY9" fmla="*/ 410225 h 1693878"/>
                <a:gd name="connsiteX0" fmla="*/ 876300 w 4900749"/>
                <a:gd name="connsiteY0" fmla="*/ 410225 h 1751325"/>
                <a:gd name="connsiteX1" fmla="*/ 2294709 w 4900749"/>
                <a:gd name="connsiteY1" fmla="*/ 32550 h 1751325"/>
                <a:gd name="connsiteX2" fmla="*/ 3475809 w 4900749"/>
                <a:gd name="connsiteY2" fmla="*/ 47789 h 1751325"/>
                <a:gd name="connsiteX3" fmla="*/ 4230189 w 4900749"/>
                <a:gd name="connsiteY3" fmla="*/ 306869 h 1751325"/>
                <a:gd name="connsiteX4" fmla="*/ 4590742 w 4900749"/>
                <a:gd name="connsiteY4" fmla="*/ 608345 h 1751325"/>
                <a:gd name="connsiteX5" fmla="*/ 4900749 w 4900749"/>
                <a:gd name="connsiteY5" fmla="*/ 939329 h 1751325"/>
                <a:gd name="connsiteX6" fmla="*/ 4766002 w 4900749"/>
                <a:gd name="connsiteY6" fmla="*/ 1693878 h 1751325"/>
                <a:gd name="connsiteX7" fmla="*/ 968829 w 4900749"/>
                <a:gd name="connsiteY7" fmla="*/ 1708950 h 1751325"/>
                <a:gd name="connsiteX8" fmla="*/ 321129 w 4900749"/>
                <a:gd name="connsiteY8" fmla="*/ 1457490 h 1751325"/>
                <a:gd name="connsiteX9" fmla="*/ 0 w 4900749"/>
                <a:gd name="connsiteY9" fmla="*/ 1152858 h 1751325"/>
                <a:gd name="connsiteX10" fmla="*/ 876300 w 4900749"/>
                <a:gd name="connsiteY10" fmla="*/ 410225 h 1751325"/>
                <a:gd name="connsiteX0" fmla="*/ 876300 w 4900749"/>
                <a:gd name="connsiteY0" fmla="*/ 410225 h 1740152"/>
                <a:gd name="connsiteX1" fmla="*/ 2294709 w 4900749"/>
                <a:gd name="connsiteY1" fmla="*/ 32550 h 1740152"/>
                <a:gd name="connsiteX2" fmla="*/ 3475809 w 4900749"/>
                <a:gd name="connsiteY2" fmla="*/ 47789 h 1740152"/>
                <a:gd name="connsiteX3" fmla="*/ 4230189 w 4900749"/>
                <a:gd name="connsiteY3" fmla="*/ 306869 h 1740152"/>
                <a:gd name="connsiteX4" fmla="*/ 4590742 w 4900749"/>
                <a:gd name="connsiteY4" fmla="*/ 608345 h 1740152"/>
                <a:gd name="connsiteX5" fmla="*/ 4900749 w 4900749"/>
                <a:gd name="connsiteY5" fmla="*/ 939329 h 1740152"/>
                <a:gd name="connsiteX6" fmla="*/ 4766002 w 4900749"/>
                <a:gd name="connsiteY6" fmla="*/ 1693878 h 1740152"/>
                <a:gd name="connsiteX7" fmla="*/ 1006929 w 4900749"/>
                <a:gd name="connsiteY7" fmla="*/ 1678470 h 1740152"/>
                <a:gd name="connsiteX8" fmla="*/ 321129 w 4900749"/>
                <a:gd name="connsiteY8" fmla="*/ 1457490 h 1740152"/>
                <a:gd name="connsiteX9" fmla="*/ 0 w 4900749"/>
                <a:gd name="connsiteY9" fmla="*/ 1152858 h 1740152"/>
                <a:gd name="connsiteX10" fmla="*/ 876300 w 4900749"/>
                <a:gd name="connsiteY10" fmla="*/ 410225 h 1740152"/>
                <a:gd name="connsiteX0" fmla="*/ 880118 w 4904567"/>
                <a:gd name="connsiteY0" fmla="*/ 410225 h 1740152"/>
                <a:gd name="connsiteX1" fmla="*/ 2298527 w 4904567"/>
                <a:gd name="connsiteY1" fmla="*/ 32550 h 1740152"/>
                <a:gd name="connsiteX2" fmla="*/ 3479627 w 4904567"/>
                <a:gd name="connsiteY2" fmla="*/ 47789 h 1740152"/>
                <a:gd name="connsiteX3" fmla="*/ 4234007 w 4904567"/>
                <a:gd name="connsiteY3" fmla="*/ 306869 h 1740152"/>
                <a:gd name="connsiteX4" fmla="*/ 4594560 w 4904567"/>
                <a:gd name="connsiteY4" fmla="*/ 608345 h 1740152"/>
                <a:gd name="connsiteX5" fmla="*/ 4904567 w 4904567"/>
                <a:gd name="connsiteY5" fmla="*/ 939329 h 1740152"/>
                <a:gd name="connsiteX6" fmla="*/ 4769820 w 4904567"/>
                <a:gd name="connsiteY6" fmla="*/ 1693878 h 1740152"/>
                <a:gd name="connsiteX7" fmla="*/ 1010747 w 4904567"/>
                <a:gd name="connsiteY7" fmla="*/ 1678470 h 1740152"/>
                <a:gd name="connsiteX8" fmla="*/ 324947 w 4904567"/>
                <a:gd name="connsiteY8" fmla="*/ 1457490 h 1740152"/>
                <a:gd name="connsiteX9" fmla="*/ 3818 w 4904567"/>
                <a:gd name="connsiteY9" fmla="*/ 1152858 h 1740152"/>
                <a:gd name="connsiteX10" fmla="*/ 880118 w 4904567"/>
                <a:gd name="connsiteY10" fmla="*/ 410225 h 1740152"/>
                <a:gd name="connsiteX0" fmla="*/ 1043419 w 5067868"/>
                <a:gd name="connsiteY0" fmla="*/ 410225 h 1740152"/>
                <a:gd name="connsiteX1" fmla="*/ 2461828 w 5067868"/>
                <a:gd name="connsiteY1" fmla="*/ 32550 h 1740152"/>
                <a:gd name="connsiteX2" fmla="*/ 3642928 w 5067868"/>
                <a:gd name="connsiteY2" fmla="*/ 47789 h 1740152"/>
                <a:gd name="connsiteX3" fmla="*/ 4397308 w 5067868"/>
                <a:gd name="connsiteY3" fmla="*/ 306869 h 1740152"/>
                <a:gd name="connsiteX4" fmla="*/ 4757861 w 5067868"/>
                <a:gd name="connsiteY4" fmla="*/ 608345 h 1740152"/>
                <a:gd name="connsiteX5" fmla="*/ 5067868 w 5067868"/>
                <a:gd name="connsiteY5" fmla="*/ 939329 h 1740152"/>
                <a:gd name="connsiteX6" fmla="*/ 4933121 w 5067868"/>
                <a:gd name="connsiteY6" fmla="*/ 1693878 h 1740152"/>
                <a:gd name="connsiteX7" fmla="*/ 1174048 w 5067868"/>
                <a:gd name="connsiteY7" fmla="*/ 1678470 h 1740152"/>
                <a:gd name="connsiteX8" fmla="*/ 488248 w 5067868"/>
                <a:gd name="connsiteY8" fmla="*/ 1457490 h 1740152"/>
                <a:gd name="connsiteX9" fmla="*/ 167119 w 5067868"/>
                <a:gd name="connsiteY9" fmla="*/ 1152858 h 1740152"/>
                <a:gd name="connsiteX10" fmla="*/ 1043419 w 5067868"/>
                <a:gd name="connsiteY10" fmla="*/ 410225 h 1740152"/>
                <a:gd name="connsiteX0" fmla="*/ 1063949 w 5088398"/>
                <a:gd name="connsiteY0" fmla="*/ 410225 h 1740152"/>
                <a:gd name="connsiteX1" fmla="*/ 2482358 w 5088398"/>
                <a:gd name="connsiteY1" fmla="*/ 32550 h 1740152"/>
                <a:gd name="connsiteX2" fmla="*/ 3663458 w 5088398"/>
                <a:gd name="connsiteY2" fmla="*/ 47789 h 1740152"/>
                <a:gd name="connsiteX3" fmla="*/ 4417838 w 5088398"/>
                <a:gd name="connsiteY3" fmla="*/ 306869 h 1740152"/>
                <a:gd name="connsiteX4" fmla="*/ 4778391 w 5088398"/>
                <a:gd name="connsiteY4" fmla="*/ 608345 h 1740152"/>
                <a:gd name="connsiteX5" fmla="*/ 5088398 w 5088398"/>
                <a:gd name="connsiteY5" fmla="*/ 939329 h 1740152"/>
                <a:gd name="connsiteX6" fmla="*/ 4953651 w 5088398"/>
                <a:gd name="connsiteY6" fmla="*/ 1693878 h 1740152"/>
                <a:gd name="connsiteX7" fmla="*/ 1194578 w 5088398"/>
                <a:gd name="connsiteY7" fmla="*/ 1678470 h 1740152"/>
                <a:gd name="connsiteX8" fmla="*/ 508778 w 5088398"/>
                <a:gd name="connsiteY8" fmla="*/ 1457490 h 1740152"/>
                <a:gd name="connsiteX9" fmla="*/ 187649 w 5088398"/>
                <a:gd name="connsiteY9" fmla="*/ 1152858 h 1740152"/>
                <a:gd name="connsiteX10" fmla="*/ 1063949 w 5088398"/>
                <a:gd name="connsiteY10" fmla="*/ 410225 h 1740152"/>
                <a:gd name="connsiteX0" fmla="*/ 1033570 w 5058019"/>
                <a:gd name="connsiteY0" fmla="*/ 410225 h 1740152"/>
                <a:gd name="connsiteX1" fmla="*/ 2451979 w 5058019"/>
                <a:gd name="connsiteY1" fmla="*/ 32550 h 1740152"/>
                <a:gd name="connsiteX2" fmla="*/ 3633079 w 5058019"/>
                <a:gd name="connsiteY2" fmla="*/ 47789 h 1740152"/>
                <a:gd name="connsiteX3" fmla="*/ 4387459 w 5058019"/>
                <a:gd name="connsiteY3" fmla="*/ 306869 h 1740152"/>
                <a:gd name="connsiteX4" fmla="*/ 4748012 w 5058019"/>
                <a:gd name="connsiteY4" fmla="*/ 608345 h 1740152"/>
                <a:gd name="connsiteX5" fmla="*/ 5058019 w 5058019"/>
                <a:gd name="connsiteY5" fmla="*/ 939329 h 1740152"/>
                <a:gd name="connsiteX6" fmla="*/ 4923272 w 5058019"/>
                <a:gd name="connsiteY6" fmla="*/ 1693878 h 1740152"/>
                <a:gd name="connsiteX7" fmla="*/ 1164199 w 5058019"/>
                <a:gd name="connsiteY7" fmla="*/ 1678470 h 1740152"/>
                <a:gd name="connsiteX8" fmla="*/ 478399 w 5058019"/>
                <a:gd name="connsiteY8" fmla="*/ 1457490 h 1740152"/>
                <a:gd name="connsiteX9" fmla="*/ 157270 w 5058019"/>
                <a:gd name="connsiteY9" fmla="*/ 1152858 h 1740152"/>
                <a:gd name="connsiteX10" fmla="*/ 1033570 w 5058019"/>
                <a:gd name="connsiteY10" fmla="*/ 410225 h 1740152"/>
                <a:gd name="connsiteX0" fmla="*/ 1033570 w 5058019"/>
                <a:gd name="connsiteY0" fmla="*/ 410225 h 1740152"/>
                <a:gd name="connsiteX1" fmla="*/ 2451979 w 5058019"/>
                <a:gd name="connsiteY1" fmla="*/ 32550 h 1740152"/>
                <a:gd name="connsiteX2" fmla="*/ 3633079 w 5058019"/>
                <a:gd name="connsiteY2" fmla="*/ 47789 h 1740152"/>
                <a:gd name="connsiteX3" fmla="*/ 4387459 w 5058019"/>
                <a:gd name="connsiteY3" fmla="*/ 306869 h 1740152"/>
                <a:gd name="connsiteX4" fmla="*/ 4748012 w 5058019"/>
                <a:gd name="connsiteY4" fmla="*/ 608345 h 1740152"/>
                <a:gd name="connsiteX5" fmla="*/ 5058019 w 5058019"/>
                <a:gd name="connsiteY5" fmla="*/ 939329 h 1740152"/>
                <a:gd name="connsiteX6" fmla="*/ 4923272 w 5058019"/>
                <a:gd name="connsiteY6" fmla="*/ 1693878 h 1740152"/>
                <a:gd name="connsiteX7" fmla="*/ 1164199 w 5058019"/>
                <a:gd name="connsiteY7" fmla="*/ 1678470 h 1740152"/>
                <a:gd name="connsiteX8" fmla="*/ 478399 w 5058019"/>
                <a:gd name="connsiteY8" fmla="*/ 1457490 h 1740152"/>
                <a:gd name="connsiteX9" fmla="*/ 157270 w 5058019"/>
                <a:gd name="connsiteY9" fmla="*/ 1152858 h 1740152"/>
                <a:gd name="connsiteX10" fmla="*/ 1033570 w 5058019"/>
                <a:gd name="connsiteY10" fmla="*/ 410225 h 1740152"/>
                <a:gd name="connsiteX0" fmla="*/ 1108258 w 5048887"/>
                <a:gd name="connsiteY0" fmla="*/ 387365 h 1740152"/>
                <a:gd name="connsiteX1" fmla="*/ 2442847 w 5048887"/>
                <a:gd name="connsiteY1" fmla="*/ 32550 h 1740152"/>
                <a:gd name="connsiteX2" fmla="*/ 3623947 w 5048887"/>
                <a:gd name="connsiteY2" fmla="*/ 47789 h 1740152"/>
                <a:gd name="connsiteX3" fmla="*/ 4378327 w 5048887"/>
                <a:gd name="connsiteY3" fmla="*/ 306869 h 1740152"/>
                <a:gd name="connsiteX4" fmla="*/ 4738880 w 5048887"/>
                <a:gd name="connsiteY4" fmla="*/ 608345 h 1740152"/>
                <a:gd name="connsiteX5" fmla="*/ 5048887 w 5048887"/>
                <a:gd name="connsiteY5" fmla="*/ 939329 h 1740152"/>
                <a:gd name="connsiteX6" fmla="*/ 4914140 w 5048887"/>
                <a:gd name="connsiteY6" fmla="*/ 1693878 h 1740152"/>
                <a:gd name="connsiteX7" fmla="*/ 1155067 w 5048887"/>
                <a:gd name="connsiteY7" fmla="*/ 1678470 h 1740152"/>
                <a:gd name="connsiteX8" fmla="*/ 469267 w 5048887"/>
                <a:gd name="connsiteY8" fmla="*/ 1457490 h 1740152"/>
                <a:gd name="connsiteX9" fmla="*/ 148138 w 5048887"/>
                <a:gd name="connsiteY9" fmla="*/ 1152858 h 1740152"/>
                <a:gd name="connsiteX10" fmla="*/ 1108258 w 5048887"/>
                <a:gd name="connsiteY10" fmla="*/ 387365 h 1740152"/>
                <a:gd name="connsiteX0" fmla="*/ 1126652 w 5067281"/>
                <a:gd name="connsiteY0" fmla="*/ 387365 h 1740152"/>
                <a:gd name="connsiteX1" fmla="*/ 2461241 w 5067281"/>
                <a:gd name="connsiteY1" fmla="*/ 32550 h 1740152"/>
                <a:gd name="connsiteX2" fmla="*/ 3642341 w 5067281"/>
                <a:gd name="connsiteY2" fmla="*/ 47789 h 1740152"/>
                <a:gd name="connsiteX3" fmla="*/ 4396721 w 5067281"/>
                <a:gd name="connsiteY3" fmla="*/ 306869 h 1740152"/>
                <a:gd name="connsiteX4" fmla="*/ 4757274 w 5067281"/>
                <a:gd name="connsiteY4" fmla="*/ 608345 h 1740152"/>
                <a:gd name="connsiteX5" fmla="*/ 5067281 w 5067281"/>
                <a:gd name="connsiteY5" fmla="*/ 939329 h 1740152"/>
                <a:gd name="connsiteX6" fmla="*/ 4932534 w 5067281"/>
                <a:gd name="connsiteY6" fmla="*/ 1693878 h 1740152"/>
                <a:gd name="connsiteX7" fmla="*/ 1173461 w 5067281"/>
                <a:gd name="connsiteY7" fmla="*/ 1678470 h 1740152"/>
                <a:gd name="connsiteX8" fmla="*/ 487661 w 5067281"/>
                <a:gd name="connsiteY8" fmla="*/ 1457490 h 1740152"/>
                <a:gd name="connsiteX9" fmla="*/ 166532 w 5067281"/>
                <a:gd name="connsiteY9" fmla="*/ 1152858 h 1740152"/>
                <a:gd name="connsiteX10" fmla="*/ 1126652 w 5067281"/>
                <a:gd name="connsiteY10" fmla="*/ 387365 h 1740152"/>
                <a:gd name="connsiteX0" fmla="*/ 1126652 w 5067281"/>
                <a:gd name="connsiteY0" fmla="*/ 492308 h 1845095"/>
                <a:gd name="connsiteX1" fmla="*/ 2461241 w 5067281"/>
                <a:gd name="connsiteY1" fmla="*/ 137493 h 1845095"/>
                <a:gd name="connsiteX2" fmla="*/ 3642341 w 5067281"/>
                <a:gd name="connsiteY2" fmla="*/ 152732 h 1845095"/>
                <a:gd name="connsiteX3" fmla="*/ 4396721 w 5067281"/>
                <a:gd name="connsiteY3" fmla="*/ 411812 h 1845095"/>
                <a:gd name="connsiteX4" fmla="*/ 4757274 w 5067281"/>
                <a:gd name="connsiteY4" fmla="*/ 713288 h 1845095"/>
                <a:gd name="connsiteX5" fmla="*/ 5067281 w 5067281"/>
                <a:gd name="connsiteY5" fmla="*/ 1044272 h 1845095"/>
                <a:gd name="connsiteX6" fmla="*/ 4932534 w 5067281"/>
                <a:gd name="connsiteY6" fmla="*/ 1798821 h 1845095"/>
                <a:gd name="connsiteX7" fmla="*/ 1173461 w 5067281"/>
                <a:gd name="connsiteY7" fmla="*/ 1783413 h 1845095"/>
                <a:gd name="connsiteX8" fmla="*/ 487661 w 5067281"/>
                <a:gd name="connsiteY8" fmla="*/ 1562433 h 1845095"/>
                <a:gd name="connsiteX9" fmla="*/ 166532 w 5067281"/>
                <a:gd name="connsiteY9" fmla="*/ 1257801 h 1845095"/>
                <a:gd name="connsiteX10" fmla="*/ 1126652 w 5067281"/>
                <a:gd name="connsiteY10" fmla="*/ 492308 h 1845095"/>
                <a:gd name="connsiteX0" fmla="*/ 1126652 w 5067281"/>
                <a:gd name="connsiteY0" fmla="*/ 512493 h 1865280"/>
                <a:gd name="connsiteX1" fmla="*/ 2461241 w 5067281"/>
                <a:gd name="connsiteY1" fmla="*/ 157678 h 1865280"/>
                <a:gd name="connsiteX2" fmla="*/ 3642341 w 5067281"/>
                <a:gd name="connsiteY2" fmla="*/ 172917 h 1865280"/>
                <a:gd name="connsiteX3" fmla="*/ 4396721 w 5067281"/>
                <a:gd name="connsiteY3" fmla="*/ 431997 h 1865280"/>
                <a:gd name="connsiteX4" fmla="*/ 4757274 w 5067281"/>
                <a:gd name="connsiteY4" fmla="*/ 733473 h 1865280"/>
                <a:gd name="connsiteX5" fmla="*/ 5067281 w 5067281"/>
                <a:gd name="connsiteY5" fmla="*/ 1064457 h 1865280"/>
                <a:gd name="connsiteX6" fmla="*/ 4932534 w 5067281"/>
                <a:gd name="connsiteY6" fmla="*/ 1819006 h 1865280"/>
                <a:gd name="connsiteX7" fmla="*/ 1173461 w 5067281"/>
                <a:gd name="connsiteY7" fmla="*/ 1803598 h 1865280"/>
                <a:gd name="connsiteX8" fmla="*/ 487661 w 5067281"/>
                <a:gd name="connsiteY8" fmla="*/ 1582618 h 1865280"/>
                <a:gd name="connsiteX9" fmla="*/ 166532 w 5067281"/>
                <a:gd name="connsiteY9" fmla="*/ 1277986 h 1865280"/>
                <a:gd name="connsiteX10" fmla="*/ 1126652 w 5067281"/>
                <a:gd name="connsiteY10" fmla="*/ 512493 h 1865280"/>
                <a:gd name="connsiteX0" fmla="*/ 1126652 w 5067281"/>
                <a:gd name="connsiteY0" fmla="*/ 482457 h 1835244"/>
                <a:gd name="connsiteX1" fmla="*/ 2461241 w 5067281"/>
                <a:gd name="connsiteY1" fmla="*/ 127642 h 1835244"/>
                <a:gd name="connsiteX2" fmla="*/ 3642341 w 5067281"/>
                <a:gd name="connsiteY2" fmla="*/ 142881 h 1835244"/>
                <a:gd name="connsiteX3" fmla="*/ 4396721 w 5067281"/>
                <a:gd name="connsiteY3" fmla="*/ 401961 h 1835244"/>
                <a:gd name="connsiteX4" fmla="*/ 4757274 w 5067281"/>
                <a:gd name="connsiteY4" fmla="*/ 703437 h 1835244"/>
                <a:gd name="connsiteX5" fmla="*/ 5067281 w 5067281"/>
                <a:gd name="connsiteY5" fmla="*/ 1034421 h 1835244"/>
                <a:gd name="connsiteX6" fmla="*/ 4932534 w 5067281"/>
                <a:gd name="connsiteY6" fmla="*/ 1788970 h 1835244"/>
                <a:gd name="connsiteX7" fmla="*/ 1173461 w 5067281"/>
                <a:gd name="connsiteY7" fmla="*/ 1773562 h 1835244"/>
                <a:gd name="connsiteX8" fmla="*/ 487661 w 5067281"/>
                <a:gd name="connsiteY8" fmla="*/ 1552582 h 1835244"/>
                <a:gd name="connsiteX9" fmla="*/ 166532 w 5067281"/>
                <a:gd name="connsiteY9" fmla="*/ 1247950 h 1835244"/>
                <a:gd name="connsiteX10" fmla="*/ 1126652 w 5067281"/>
                <a:gd name="connsiteY10" fmla="*/ 482457 h 1835244"/>
                <a:gd name="connsiteX0" fmla="*/ 1126652 w 5067281"/>
                <a:gd name="connsiteY0" fmla="*/ 482457 h 1835244"/>
                <a:gd name="connsiteX1" fmla="*/ 2461241 w 5067281"/>
                <a:gd name="connsiteY1" fmla="*/ 127642 h 1835244"/>
                <a:gd name="connsiteX2" fmla="*/ 3642341 w 5067281"/>
                <a:gd name="connsiteY2" fmla="*/ 142881 h 1835244"/>
                <a:gd name="connsiteX3" fmla="*/ 4396721 w 5067281"/>
                <a:gd name="connsiteY3" fmla="*/ 401961 h 1835244"/>
                <a:gd name="connsiteX4" fmla="*/ 4757274 w 5067281"/>
                <a:gd name="connsiteY4" fmla="*/ 703437 h 1835244"/>
                <a:gd name="connsiteX5" fmla="*/ 5067281 w 5067281"/>
                <a:gd name="connsiteY5" fmla="*/ 1034421 h 1835244"/>
                <a:gd name="connsiteX6" fmla="*/ 4932534 w 5067281"/>
                <a:gd name="connsiteY6" fmla="*/ 1788970 h 1835244"/>
                <a:gd name="connsiteX7" fmla="*/ 1173461 w 5067281"/>
                <a:gd name="connsiteY7" fmla="*/ 1773562 h 1835244"/>
                <a:gd name="connsiteX8" fmla="*/ 487661 w 5067281"/>
                <a:gd name="connsiteY8" fmla="*/ 1552582 h 1835244"/>
                <a:gd name="connsiteX9" fmla="*/ 166532 w 5067281"/>
                <a:gd name="connsiteY9" fmla="*/ 1247950 h 1835244"/>
                <a:gd name="connsiteX10" fmla="*/ 1126652 w 5067281"/>
                <a:gd name="connsiteY10" fmla="*/ 482457 h 1835244"/>
                <a:gd name="connsiteX0" fmla="*/ 1126652 w 5067281"/>
                <a:gd name="connsiteY0" fmla="*/ 482457 h 1835244"/>
                <a:gd name="connsiteX1" fmla="*/ 2461241 w 5067281"/>
                <a:gd name="connsiteY1" fmla="*/ 127642 h 1835244"/>
                <a:gd name="connsiteX2" fmla="*/ 3642341 w 5067281"/>
                <a:gd name="connsiteY2" fmla="*/ 142881 h 1835244"/>
                <a:gd name="connsiteX3" fmla="*/ 4396721 w 5067281"/>
                <a:gd name="connsiteY3" fmla="*/ 401961 h 1835244"/>
                <a:gd name="connsiteX4" fmla="*/ 4757274 w 5067281"/>
                <a:gd name="connsiteY4" fmla="*/ 703437 h 1835244"/>
                <a:gd name="connsiteX5" fmla="*/ 5067281 w 5067281"/>
                <a:gd name="connsiteY5" fmla="*/ 1034421 h 1835244"/>
                <a:gd name="connsiteX6" fmla="*/ 4932534 w 5067281"/>
                <a:gd name="connsiteY6" fmla="*/ 1788970 h 1835244"/>
                <a:gd name="connsiteX7" fmla="*/ 1173461 w 5067281"/>
                <a:gd name="connsiteY7" fmla="*/ 1773562 h 1835244"/>
                <a:gd name="connsiteX8" fmla="*/ 487661 w 5067281"/>
                <a:gd name="connsiteY8" fmla="*/ 1552582 h 1835244"/>
                <a:gd name="connsiteX9" fmla="*/ 166532 w 5067281"/>
                <a:gd name="connsiteY9" fmla="*/ 1247950 h 1835244"/>
                <a:gd name="connsiteX10" fmla="*/ 1126652 w 5067281"/>
                <a:gd name="connsiteY10" fmla="*/ 482457 h 1835244"/>
                <a:gd name="connsiteX0" fmla="*/ 1126652 w 5067281"/>
                <a:gd name="connsiteY0" fmla="*/ 482457 h 1835244"/>
                <a:gd name="connsiteX1" fmla="*/ 2461241 w 5067281"/>
                <a:gd name="connsiteY1" fmla="*/ 127642 h 1835244"/>
                <a:gd name="connsiteX2" fmla="*/ 3642341 w 5067281"/>
                <a:gd name="connsiteY2" fmla="*/ 142881 h 1835244"/>
                <a:gd name="connsiteX3" fmla="*/ 4396721 w 5067281"/>
                <a:gd name="connsiteY3" fmla="*/ 401961 h 1835244"/>
                <a:gd name="connsiteX4" fmla="*/ 4757274 w 5067281"/>
                <a:gd name="connsiteY4" fmla="*/ 703437 h 1835244"/>
                <a:gd name="connsiteX5" fmla="*/ 5067281 w 5067281"/>
                <a:gd name="connsiteY5" fmla="*/ 1034421 h 1835244"/>
                <a:gd name="connsiteX6" fmla="*/ 4932534 w 5067281"/>
                <a:gd name="connsiteY6" fmla="*/ 1788970 h 1835244"/>
                <a:gd name="connsiteX7" fmla="*/ 1173461 w 5067281"/>
                <a:gd name="connsiteY7" fmla="*/ 1773562 h 1835244"/>
                <a:gd name="connsiteX8" fmla="*/ 487661 w 5067281"/>
                <a:gd name="connsiteY8" fmla="*/ 1552582 h 1835244"/>
                <a:gd name="connsiteX9" fmla="*/ 166532 w 5067281"/>
                <a:gd name="connsiteY9" fmla="*/ 1247950 h 1835244"/>
                <a:gd name="connsiteX10" fmla="*/ 1126652 w 5067281"/>
                <a:gd name="connsiteY10" fmla="*/ 482457 h 1835244"/>
                <a:gd name="connsiteX0" fmla="*/ 1126652 w 5198778"/>
                <a:gd name="connsiteY0" fmla="*/ 482457 h 1835244"/>
                <a:gd name="connsiteX1" fmla="*/ 2461241 w 5198778"/>
                <a:gd name="connsiteY1" fmla="*/ 127642 h 1835244"/>
                <a:gd name="connsiteX2" fmla="*/ 3642341 w 5198778"/>
                <a:gd name="connsiteY2" fmla="*/ 142881 h 1835244"/>
                <a:gd name="connsiteX3" fmla="*/ 4396721 w 5198778"/>
                <a:gd name="connsiteY3" fmla="*/ 401961 h 1835244"/>
                <a:gd name="connsiteX4" fmla="*/ 4757274 w 5198778"/>
                <a:gd name="connsiteY4" fmla="*/ 703437 h 1835244"/>
                <a:gd name="connsiteX5" fmla="*/ 5067281 w 5198778"/>
                <a:gd name="connsiteY5" fmla="*/ 1034421 h 1835244"/>
                <a:gd name="connsiteX6" fmla="*/ 4932534 w 5198778"/>
                <a:gd name="connsiteY6" fmla="*/ 1788970 h 1835244"/>
                <a:gd name="connsiteX7" fmla="*/ 1173461 w 5198778"/>
                <a:gd name="connsiteY7" fmla="*/ 1773562 h 1835244"/>
                <a:gd name="connsiteX8" fmla="*/ 487661 w 5198778"/>
                <a:gd name="connsiteY8" fmla="*/ 1552582 h 1835244"/>
                <a:gd name="connsiteX9" fmla="*/ 166532 w 5198778"/>
                <a:gd name="connsiteY9" fmla="*/ 1247950 h 1835244"/>
                <a:gd name="connsiteX10" fmla="*/ 1126652 w 5198778"/>
                <a:gd name="connsiteY10" fmla="*/ 482457 h 1835244"/>
                <a:gd name="connsiteX0" fmla="*/ 1126652 w 5220574"/>
                <a:gd name="connsiteY0" fmla="*/ 482457 h 1835244"/>
                <a:gd name="connsiteX1" fmla="*/ 2461241 w 5220574"/>
                <a:gd name="connsiteY1" fmla="*/ 127642 h 1835244"/>
                <a:gd name="connsiteX2" fmla="*/ 3642341 w 5220574"/>
                <a:gd name="connsiteY2" fmla="*/ 142881 h 1835244"/>
                <a:gd name="connsiteX3" fmla="*/ 4396721 w 5220574"/>
                <a:gd name="connsiteY3" fmla="*/ 401961 h 1835244"/>
                <a:gd name="connsiteX4" fmla="*/ 4757274 w 5220574"/>
                <a:gd name="connsiteY4" fmla="*/ 703437 h 1835244"/>
                <a:gd name="connsiteX5" fmla="*/ 5067281 w 5220574"/>
                <a:gd name="connsiteY5" fmla="*/ 1034421 h 1835244"/>
                <a:gd name="connsiteX6" fmla="*/ 4932534 w 5220574"/>
                <a:gd name="connsiteY6" fmla="*/ 1788970 h 1835244"/>
                <a:gd name="connsiteX7" fmla="*/ 1173461 w 5220574"/>
                <a:gd name="connsiteY7" fmla="*/ 1773562 h 1835244"/>
                <a:gd name="connsiteX8" fmla="*/ 487661 w 5220574"/>
                <a:gd name="connsiteY8" fmla="*/ 1552582 h 1835244"/>
                <a:gd name="connsiteX9" fmla="*/ 166532 w 5220574"/>
                <a:gd name="connsiteY9" fmla="*/ 1247950 h 1835244"/>
                <a:gd name="connsiteX10" fmla="*/ 1126652 w 5220574"/>
                <a:gd name="connsiteY10" fmla="*/ 482457 h 183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20574" h="1835244">
                  <a:moveTo>
                    <a:pt x="1126652" y="482457"/>
                  </a:moveTo>
                  <a:cubicBezTo>
                    <a:pt x="1322413" y="408769"/>
                    <a:pt x="1800660" y="5168"/>
                    <a:pt x="2461241" y="127642"/>
                  </a:cubicBezTo>
                  <a:cubicBezTo>
                    <a:pt x="3152302" y="-115644"/>
                    <a:pt x="3341351" y="46361"/>
                    <a:pt x="3642341" y="142881"/>
                  </a:cubicBezTo>
                  <a:cubicBezTo>
                    <a:pt x="4171931" y="87001"/>
                    <a:pt x="4227409" y="352985"/>
                    <a:pt x="4396721" y="401961"/>
                  </a:cubicBezTo>
                  <a:cubicBezTo>
                    <a:pt x="4699785" y="487213"/>
                    <a:pt x="4766630" y="633425"/>
                    <a:pt x="4757274" y="703437"/>
                  </a:cubicBezTo>
                  <a:cubicBezTo>
                    <a:pt x="4786950" y="854405"/>
                    <a:pt x="5037605" y="883453"/>
                    <a:pt x="5067281" y="1034421"/>
                  </a:cubicBezTo>
                  <a:cubicBezTo>
                    <a:pt x="5410985" y="1407857"/>
                    <a:pt x="5091750" y="1712714"/>
                    <a:pt x="4932534" y="1788970"/>
                  </a:cubicBezTo>
                  <a:cubicBezTo>
                    <a:pt x="4259434" y="1881680"/>
                    <a:pt x="1914273" y="1812960"/>
                    <a:pt x="1173461" y="1773562"/>
                  </a:cubicBezTo>
                  <a:cubicBezTo>
                    <a:pt x="432649" y="1734164"/>
                    <a:pt x="631352" y="1609704"/>
                    <a:pt x="487661" y="1552582"/>
                  </a:cubicBezTo>
                  <a:cubicBezTo>
                    <a:pt x="380618" y="1451038"/>
                    <a:pt x="128795" y="1494274"/>
                    <a:pt x="166532" y="1247950"/>
                  </a:cubicBezTo>
                  <a:cubicBezTo>
                    <a:pt x="-356708" y="863246"/>
                    <a:pt x="461172" y="516641"/>
                    <a:pt x="1126652" y="482457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9A8BD5C-84B6-5F46-9356-ED4D9917F9A6}"/>
                </a:ext>
              </a:extLst>
            </p:cNvPr>
            <p:cNvSpPr/>
            <p:nvPr/>
          </p:nvSpPr>
          <p:spPr>
            <a:xfrm>
              <a:off x="2858534" y="1758807"/>
              <a:ext cx="4938568" cy="1210569"/>
            </a:xfrm>
            <a:custGeom>
              <a:avLst/>
              <a:gdLst>
                <a:gd name="connsiteX0" fmla="*/ 3059275 w 4938568"/>
                <a:gd name="connsiteY0" fmla="*/ 101 h 1210569"/>
                <a:gd name="connsiteX1" fmla="*/ 3642341 w 4938568"/>
                <a:gd name="connsiteY1" fmla="*/ 142881 h 1210569"/>
                <a:gd name="connsiteX2" fmla="*/ 4396721 w 4938568"/>
                <a:gd name="connsiteY2" fmla="*/ 401961 h 1210569"/>
                <a:gd name="connsiteX3" fmla="*/ 4757274 w 4938568"/>
                <a:gd name="connsiteY3" fmla="*/ 703437 h 1210569"/>
                <a:gd name="connsiteX4" fmla="*/ 4912278 w 4938568"/>
                <a:gd name="connsiteY4" fmla="*/ 868929 h 1210569"/>
                <a:gd name="connsiteX5" fmla="*/ 4938568 w 4938568"/>
                <a:gd name="connsiteY5" fmla="*/ 886336 h 1210569"/>
                <a:gd name="connsiteX6" fmla="*/ 4871627 w 4938568"/>
                <a:gd name="connsiteY6" fmla="*/ 893402 h 1210569"/>
                <a:gd name="connsiteX7" fmla="*/ 4312900 w 4938568"/>
                <a:gd name="connsiteY7" fmla="*/ 859163 h 1210569"/>
                <a:gd name="connsiteX8" fmla="*/ 3832840 w 4938568"/>
                <a:gd name="connsiteY8" fmla="*/ 744863 h 1210569"/>
                <a:gd name="connsiteX9" fmla="*/ 3192760 w 4938568"/>
                <a:gd name="connsiteY9" fmla="*/ 638183 h 1210569"/>
                <a:gd name="connsiteX10" fmla="*/ 2697460 w 4938568"/>
                <a:gd name="connsiteY10" fmla="*/ 706763 h 1210569"/>
                <a:gd name="connsiteX11" fmla="*/ 1760200 w 4938568"/>
                <a:gd name="connsiteY11" fmla="*/ 782963 h 1210569"/>
                <a:gd name="connsiteX12" fmla="*/ 342880 w 4938568"/>
                <a:gd name="connsiteY12" fmla="*/ 904883 h 1210569"/>
                <a:gd name="connsiteX13" fmla="*/ 139055 w 4938568"/>
                <a:gd name="connsiteY13" fmla="*/ 1187201 h 1210569"/>
                <a:gd name="connsiteX14" fmla="*/ 119850 w 4938568"/>
                <a:gd name="connsiteY14" fmla="*/ 1210569 h 1210569"/>
                <a:gd name="connsiteX15" fmla="*/ 83776 w 4938568"/>
                <a:gd name="connsiteY15" fmla="*/ 1176331 h 1210569"/>
                <a:gd name="connsiteX16" fmla="*/ 1126652 w 4938568"/>
                <a:gd name="connsiteY16" fmla="*/ 482457 h 1210569"/>
                <a:gd name="connsiteX17" fmla="*/ 2461241 w 4938568"/>
                <a:gd name="connsiteY17" fmla="*/ 127642 h 1210569"/>
                <a:gd name="connsiteX18" fmla="*/ 3059275 w 4938568"/>
                <a:gd name="connsiteY18" fmla="*/ 101 h 121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938568" h="1210569">
                  <a:moveTo>
                    <a:pt x="3059275" y="101"/>
                  </a:moveTo>
                  <a:cubicBezTo>
                    <a:pt x="3309830" y="-3349"/>
                    <a:pt x="3454222" y="82556"/>
                    <a:pt x="3642341" y="142881"/>
                  </a:cubicBezTo>
                  <a:cubicBezTo>
                    <a:pt x="4171931" y="87001"/>
                    <a:pt x="4227409" y="352985"/>
                    <a:pt x="4396721" y="401961"/>
                  </a:cubicBezTo>
                  <a:cubicBezTo>
                    <a:pt x="4699785" y="487213"/>
                    <a:pt x="4766630" y="633425"/>
                    <a:pt x="4757274" y="703437"/>
                  </a:cubicBezTo>
                  <a:cubicBezTo>
                    <a:pt x="4772112" y="778921"/>
                    <a:pt x="4842195" y="823925"/>
                    <a:pt x="4912278" y="868929"/>
                  </a:cubicBezTo>
                  <a:lnTo>
                    <a:pt x="4938568" y="886336"/>
                  </a:lnTo>
                  <a:lnTo>
                    <a:pt x="4871627" y="893402"/>
                  </a:lnTo>
                  <a:cubicBezTo>
                    <a:pt x="4668947" y="906405"/>
                    <a:pt x="4456266" y="889071"/>
                    <a:pt x="4312900" y="859163"/>
                  </a:cubicBezTo>
                  <a:cubicBezTo>
                    <a:pt x="4026169" y="799347"/>
                    <a:pt x="4019530" y="785503"/>
                    <a:pt x="3832840" y="744863"/>
                  </a:cubicBezTo>
                  <a:cubicBezTo>
                    <a:pt x="3417550" y="795663"/>
                    <a:pt x="3322300" y="657233"/>
                    <a:pt x="3192760" y="638183"/>
                  </a:cubicBezTo>
                  <a:cubicBezTo>
                    <a:pt x="3009880" y="626753"/>
                    <a:pt x="2988290" y="756293"/>
                    <a:pt x="2697460" y="706763"/>
                  </a:cubicBezTo>
                  <a:cubicBezTo>
                    <a:pt x="2459970" y="954413"/>
                    <a:pt x="1939270" y="657233"/>
                    <a:pt x="1760200" y="782963"/>
                  </a:cubicBezTo>
                  <a:cubicBezTo>
                    <a:pt x="834370" y="1495433"/>
                    <a:pt x="646407" y="848877"/>
                    <a:pt x="342880" y="904883"/>
                  </a:cubicBezTo>
                  <a:cubicBezTo>
                    <a:pt x="273034" y="964699"/>
                    <a:pt x="206997" y="1093095"/>
                    <a:pt x="139055" y="1187201"/>
                  </a:cubicBezTo>
                  <a:lnTo>
                    <a:pt x="119850" y="1210569"/>
                  </a:lnTo>
                  <a:lnTo>
                    <a:pt x="83776" y="1176331"/>
                  </a:lnTo>
                  <a:cubicBezTo>
                    <a:pt x="-255068" y="821141"/>
                    <a:pt x="502765" y="514505"/>
                    <a:pt x="1126652" y="482457"/>
                  </a:cubicBezTo>
                  <a:cubicBezTo>
                    <a:pt x="1322413" y="408769"/>
                    <a:pt x="1800660" y="5168"/>
                    <a:pt x="2461241" y="127642"/>
                  </a:cubicBezTo>
                  <a:cubicBezTo>
                    <a:pt x="2720389" y="36410"/>
                    <a:pt x="2908941" y="2172"/>
                    <a:pt x="3059275" y="101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2" name="Rectangle 7">
              <a:extLst>
                <a:ext uri="{FF2B5EF4-FFF2-40B4-BE49-F238E27FC236}">
                  <a16:creationId xmlns:a16="http://schemas.microsoft.com/office/drawing/2014/main" id="{3CE544E4-13EB-C348-2983-D196DC68A325}"/>
                </a:ext>
              </a:extLst>
            </p:cNvPr>
            <p:cNvSpPr/>
            <p:nvPr/>
          </p:nvSpPr>
          <p:spPr>
            <a:xfrm>
              <a:off x="3259568" y="2923762"/>
              <a:ext cx="4875484" cy="3957475"/>
            </a:xfrm>
            <a:custGeom>
              <a:avLst/>
              <a:gdLst>
                <a:gd name="connsiteX0" fmla="*/ 0 w 2371241"/>
                <a:gd name="connsiteY0" fmla="*/ 0 h 836909"/>
                <a:gd name="connsiteX1" fmla="*/ 2371241 w 2371241"/>
                <a:gd name="connsiteY1" fmla="*/ 0 h 836909"/>
                <a:gd name="connsiteX2" fmla="*/ 2371241 w 2371241"/>
                <a:gd name="connsiteY2" fmla="*/ 836909 h 836909"/>
                <a:gd name="connsiteX3" fmla="*/ 0 w 2371241"/>
                <a:gd name="connsiteY3" fmla="*/ 836909 h 836909"/>
                <a:gd name="connsiteX4" fmla="*/ 0 w 2371241"/>
                <a:gd name="connsiteY4" fmla="*/ 0 h 836909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2371241 w 3115160"/>
                <a:gd name="connsiteY2" fmla="*/ 2262754 h 2262754"/>
                <a:gd name="connsiteX3" fmla="*/ 0 w 3115160"/>
                <a:gd name="connsiteY3" fmla="*/ 2262754 h 2262754"/>
                <a:gd name="connsiteX4" fmla="*/ 0 w 3115160"/>
                <a:gd name="connsiteY4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371241 w 3115160"/>
                <a:gd name="connsiteY3" fmla="*/ 2262754 h 2262754"/>
                <a:gd name="connsiteX4" fmla="*/ 0 w 3115160"/>
                <a:gd name="connsiteY4" fmla="*/ 2262754 h 2262754"/>
                <a:gd name="connsiteX5" fmla="*/ 0 w 3115160"/>
                <a:gd name="connsiteY5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820691 w 3115160"/>
                <a:gd name="connsiteY3" fmla="*/ 1534333 h 2262754"/>
                <a:gd name="connsiteX4" fmla="*/ 2371241 w 3115160"/>
                <a:gd name="connsiteY4" fmla="*/ 2262754 h 2262754"/>
                <a:gd name="connsiteX5" fmla="*/ 0 w 3115160"/>
                <a:gd name="connsiteY5" fmla="*/ 2262754 h 2262754"/>
                <a:gd name="connsiteX6" fmla="*/ 0 w 3115160"/>
                <a:gd name="connsiteY6" fmla="*/ 1425845 h 2262754"/>
                <a:gd name="connsiteX0" fmla="*/ 0 w 3115160"/>
                <a:gd name="connsiteY0" fmla="*/ 1425845 h 2293750"/>
                <a:gd name="connsiteX1" fmla="*/ 3115160 w 3115160"/>
                <a:gd name="connsiteY1" fmla="*/ 0 h 2293750"/>
                <a:gd name="connsiteX2" fmla="*/ 3053165 w 3115160"/>
                <a:gd name="connsiteY2" fmla="*/ 728421 h 2293750"/>
                <a:gd name="connsiteX3" fmla="*/ 2820691 w 3115160"/>
                <a:gd name="connsiteY3" fmla="*/ 1534333 h 2293750"/>
                <a:gd name="connsiteX4" fmla="*/ 1952787 w 3115160"/>
                <a:gd name="connsiteY4" fmla="*/ 2293750 h 2293750"/>
                <a:gd name="connsiteX5" fmla="*/ 0 w 3115160"/>
                <a:gd name="connsiteY5" fmla="*/ 2262754 h 2293750"/>
                <a:gd name="connsiteX6" fmla="*/ 0 w 3115160"/>
                <a:gd name="connsiteY6" fmla="*/ 1425845 h 2293750"/>
                <a:gd name="connsiteX0" fmla="*/ 0 w 3115160"/>
                <a:gd name="connsiteY0" fmla="*/ 1425845 h 2603953"/>
                <a:gd name="connsiteX1" fmla="*/ 3115160 w 3115160"/>
                <a:gd name="connsiteY1" fmla="*/ 0 h 2603953"/>
                <a:gd name="connsiteX2" fmla="*/ 3053165 w 3115160"/>
                <a:gd name="connsiteY2" fmla="*/ 728421 h 2603953"/>
                <a:gd name="connsiteX3" fmla="*/ 2820691 w 3115160"/>
                <a:gd name="connsiteY3" fmla="*/ 1534333 h 2603953"/>
                <a:gd name="connsiteX4" fmla="*/ 1952787 w 3115160"/>
                <a:gd name="connsiteY4" fmla="*/ 2293750 h 2603953"/>
                <a:gd name="connsiteX5" fmla="*/ 635429 w 3115160"/>
                <a:gd name="connsiteY5" fmla="*/ 2603716 h 2603953"/>
                <a:gd name="connsiteX6" fmla="*/ 0 w 3115160"/>
                <a:gd name="connsiteY6" fmla="*/ 2262754 h 2603953"/>
                <a:gd name="connsiteX7" fmla="*/ 0 w 3115160"/>
                <a:gd name="connsiteY7" fmla="*/ 1425845 h 2603953"/>
                <a:gd name="connsiteX0" fmla="*/ 263472 w 3378632"/>
                <a:gd name="connsiteY0" fmla="*/ 1425845 h 2603953"/>
                <a:gd name="connsiteX1" fmla="*/ 3378632 w 3378632"/>
                <a:gd name="connsiteY1" fmla="*/ 0 h 2603953"/>
                <a:gd name="connsiteX2" fmla="*/ 3316637 w 3378632"/>
                <a:gd name="connsiteY2" fmla="*/ 728421 h 2603953"/>
                <a:gd name="connsiteX3" fmla="*/ 3084163 w 3378632"/>
                <a:gd name="connsiteY3" fmla="*/ 1534333 h 2603953"/>
                <a:gd name="connsiteX4" fmla="*/ 2216259 w 3378632"/>
                <a:gd name="connsiteY4" fmla="*/ 2293750 h 2603953"/>
                <a:gd name="connsiteX5" fmla="*/ 898901 w 3378632"/>
                <a:gd name="connsiteY5" fmla="*/ 2603716 h 2603953"/>
                <a:gd name="connsiteX6" fmla="*/ 0 w 3378632"/>
                <a:gd name="connsiteY6" fmla="*/ 2092273 h 2603953"/>
                <a:gd name="connsiteX7" fmla="*/ 263472 w 3378632"/>
                <a:gd name="connsiteY7" fmla="*/ 1425845 h 2603953"/>
                <a:gd name="connsiteX0" fmla="*/ 0 w 3611106"/>
                <a:gd name="connsiteY0" fmla="*/ 1332855 h 2603953"/>
                <a:gd name="connsiteX1" fmla="*/ 3611106 w 3611106"/>
                <a:gd name="connsiteY1" fmla="*/ 0 h 2603953"/>
                <a:gd name="connsiteX2" fmla="*/ 3549111 w 3611106"/>
                <a:gd name="connsiteY2" fmla="*/ 728421 h 2603953"/>
                <a:gd name="connsiteX3" fmla="*/ 3316637 w 3611106"/>
                <a:gd name="connsiteY3" fmla="*/ 1534333 h 2603953"/>
                <a:gd name="connsiteX4" fmla="*/ 2448733 w 3611106"/>
                <a:gd name="connsiteY4" fmla="*/ 2293750 h 2603953"/>
                <a:gd name="connsiteX5" fmla="*/ 1131375 w 3611106"/>
                <a:gd name="connsiteY5" fmla="*/ 2603716 h 2603953"/>
                <a:gd name="connsiteX6" fmla="*/ 232474 w 3611106"/>
                <a:gd name="connsiteY6" fmla="*/ 2092273 h 2603953"/>
                <a:gd name="connsiteX7" fmla="*/ 0 w 3611106"/>
                <a:gd name="connsiteY7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3611106 w 3611106"/>
                <a:gd name="connsiteY2" fmla="*/ 0 h 2603953"/>
                <a:gd name="connsiteX3" fmla="*/ 3549111 w 3611106"/>
                <a:gd name="connsiteY3" fmla="*/ 728421 h 2603953"/>
                <a:gd name="connsiteX4" fmla="*/ 3316637 w 3611106"/>
                <a:gd name="connsiteY4" fmla="*/ 1534333 h 2603953"/>
                <a:gd name="connsiteX5" fmla="*/ 2448733 w 3611106"/>
                <a:gd name="connsiteY5" fmla="*/ 2293750 h 2603953"/>
                <a:gd name="connsiteX6" fmla="*/ 1131375 w 3611106"/>
                <a:gd name="connsiteY6" fmla="*/ 2603716 h 2603953"/>
                <a:gd name="connsiteX7" fmla="*/ 232474 w 3611106"/>
                <a:gd name="connsiteY7" fmla="*/ 2092273 h 2603953"/>
                <a:gd name="connsiteX8" fmla="*/ 0 w 3611106"/>
                <a:gd name="connsiteY8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2588216 w 3611106"/>
                <a:gd name="connsiteY2" fmla="*/ 154984 h 2603953"/>
                <a:gd name="connsiteX3" fmla="*/ 3611106 w 3611106"/>
                <a:gd name="connsiteY3" fmla="*/ 0 h 2603953"/>
                <a:gd name="connsiteX4" fmla="*/ 3549111 w 3611106"/>
                <a:gd name="connsiteY4" fmla="*/ 728421 h 2603953"/>
                <a:gd name="connsiteX5" fmla="*/ 3316637 w 3611106"/>
                <a:gd name="connsiteY5" fmla="*/ 1534333 h 2603953"/>
                <a:gd name="connsiteX6" fmla="*/ 2448733 w 3611106"/>
                <a:gd name="connsiteY6" fmla="*/ 2293750 h 2603953"/>
                <a:gd name="connsiteX7" fmla="*/ 1131375 w 3611106"/>
                <a:gd name="connsiteY7" fmla="*/ 2603716 h 2603953"/>
                <a:gd name="connsiteX8" fmla="*/ 232474 w 3611106"/>
                <a:gd name="connsiteY8" fmla="*/ 2092273 h 2603953"/>
                <a:gd name="connsiteX9" fmla="*/ 0 w 3611106"/>
                <a:gd name="connsiteY9" fmla="*/ 1332855 h 2603953"/>
                <a:gd name="connsiteX0" fmla="*/ 0 w 3611106"/>
                <a:gd name="connsiteY0" fmla="*/ 1431577 h 2702675"/>
                <a:gd name="connsiteX1" fmla="*/ 929898 w 3611106"/>
                <a:gd name="connsiteY1" fmla="*/ 765150 h 2702675"/>
                <a:gd name="connsiteX2" fmla="*/ 2588216 w 3611106"/>
                <a:gd name="connsiteY2" fmla="*/ 253706 h 2702675"/>
                <a:gd name="connsiteX3" fmla="*/ 3611106 w 3611106"/>
                <a:gd name="connsiteY3" fmla="*/ 98722 h 2702675"/>
                <a:gd name="connsiteX4" fmla="*/ 3549111 w 3611106"/>
                <a:gd name="connsiteY4" fmla="*/ 827143 h 2702675"/>
                <a:gd name="connsiteX5" fmla="*/ 3316637 w 3611106"/>
                <a:gd name="connsiteY5" fmla="*/ 1633055 h 2702675"/>
                <a:gd name="connsiteX6" fmla="*/ 2448733 w 3611106"/>
                <a:gd name="connsiteY6" fmla="*/ 2392472 h 2702675"/>
                <a:gd name="connsiteX7" fmla="*/ 1131375 w 3611106"/>
                <a:gd name="connsiteY7" fmla="*/ 2702438 h 2702675"/>
                <a:gd name="connsiteX8" fmla="*/ 232474 w 3611106"/>
                <a:gd name="connsiteY8" fmla="*/ 2190995 h 2702675"/>
                <a:gd name="connsiteX9" fmla="*/ 0 w 3611106"/>
                <a:gd name="connsiteY9" fmla="*/ 1431577 h 2702675"/>
                <a:gd name="connsiteX0" fmla="*/ 0 w 3611106"/>
                <a:gd name="connsiteY0" fmla="*/ 1451565 h 2722663"/>
                <a:gd name="connsiteX1" fmla="*/ 929898 w 3611106"/>
                <a:gd name="connsiteY1" fmla="*/ 785138 h 2722663"/>
                <a:gd name="connsiteX2" fmla="*/ 2588216 w 3611106"/>
                <a:gd name="connsiteY2" fmla="*/ 273694 h 2722663"/>
                <a:gd name="connsiteX3" fmla="*/ 3611106 w 3611106"/>
                <a:gd name="connsiteY3" fmla="*/ 118710 h 2722663"/>
                <a:gd name="connsiteX4" fmla="*/ 3549111 w 3611106"/>
                <a:gd name="connsiteY4" fmla="*/ 847131 h 2722663"/>
                <a:gd name="connsiteX5" fmla="*/ 3316637 w 3611106"/>
                <a:gd name="connsiteY5" fmla="*/ 1653043 h 2722663"/>
                <a:gd name="connsiteX6" fmla="*/ 2448733 w 3611106"/>
                <a:gd name="connsiteY6" fmla="*/ 2412460 h 2722663"/>
                <a:gd name="connsiteX7" fmla="*/ 1131375 w 3611106"/>
                <a:gd name="connsiteY7" fmla="*/ 2722426 h 2722663"/>
                <a:gd name="connsiteX8" fmla="*/ 232474 w 3611106"/>
                <a:gd name="connsiteY8" fmla="*/ 2210983 h 2722663"/>
                <a:gd name="connsiteX9" fmla="*/ 0 w 3611106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811556"/>
                <a:gd name="connsiteX1" fmla="*/ 929898 w 3736247"/>
                <a:gd name="connsiteY1" fmla="*/ 785138 h 2811556"/>
                <a:gd name="connsiteX2" fmla="*/ 2588216 w 3736247"/>
                <a:gd name="connsiteY2" fmla="*/ 273694 h 2811556"/>
                <a:gd name="connsiteX3" fmla="*/ 3611106 w 3736247"/>
                <a:gd name="connsiteY3" fmla="*/ 118710 h 2811556"/>
                <a:gd name="connsiteX4" fmla="*/ 3549111 w 3736247"/>
                <a:gd name="connsiteY4" fmla="*/ 847131 h 2811556"/>
                <a:gd name="connsiteX5" fmla="*/ 3316637 w 3736247"/>
                <a:gd name="connsiteY5" fmla="*/ 1653043 h 2811556"/>
                <a:gd name="connsiteX6" fmla="*/ 2448733 w 3736247"/>
                <a:gd name="connsiteY6" fmla="*/ 2412460 h 2811556"/>
                <a:gd name="connsiteX7" fmla="*/ 1131375 w 3736247"/>
                <a:gd name="connsiteY7" fmla="*/ 2722426 h 2811556"/>
                <a:gd name="connsiteX8" fmla="*/ 232474 w 3736247"/>
                <a:gd name="connsiteY8" fmla="*/ 2210983 h 2811556"/>
                <a:gd name="connsiteX9" fmla="*/ 0 w 3736247"/>
                <a:gd name="connsiteY9" fmla="*/ 1451565 h 2811556"/>
                <a:gd name="connsiteX0" fmla="*/ 0 w 3736247"/>
                <a:gd name="connsiteY0" fmla="*/ 1451565 h 2878493"/>
                <a:gd name="connsiteX1" fmla="*/ 929898 w 3736247"/>
                <a:gd name="connsiteY1" fmla="*/ 785138 h 2878493"/>
                <a:gd name="connsiteX2" fmla="*/ 2588216 w 3736247"/>
                <a:gd name="connsiteY2" fmla="*/ 273694 h 2878493"/>
                <a:gd name="connsiteX3" fmla="*/ 3611106 w 3736247"/>
                <a:gd name="connsiteY3" fmla="*/ 118710 h 2878493"/>
                <a:gd name="connsiteX4" fmla="*/ 3549111 w 3736247"/>
                <a:gd name="connsiteY4" fmla="*/ 847131 h 2878493"/>
                <a:gd name="connsiteX5" fmla="*/ 3316637 w 3736247"/>
                <a:gd name="connsiteY5" fmla="*/ 1653043 h 2878493"/>
                <a:gd name="connsiteX6" fmla="*/ 2448733 w 3736247"/>
                <a:gd name="connsiteY6" fmla="*/ 2412460 h 2878493"/>
                <a:gd name="connsiteX7" fmla="*/ 1131375 w 3736247"/>
                <a:gd name="connsiteY7" fmla="*/ 2722426 h 2878493"/>
                <a:gd name="connsiteX8" fmla="*/ 232474 w 3736247"/>
                <a:gd name="connsiteY8" fmla="*/ 2210983 h 2878493"/>
                <a:gd name="connsiteX9" fmla="*/ 0 w 3736247"/>
                <a:gd name="connsiteY9" fmla="*/ 1451565 h 2878493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210983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47130 w 3837981"/>
                <a:gd name="connsiteY1" fmla="*/ 847131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5742"/>
                <a:gd name="connsiteX1" fmla="*/ 1047130 w 3837981"/>
                <a:gd name="connsiteY1" fmla="*/ 847131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51565 h 2855742"/>
                <a:gd name="connsiteX1" fmla="*/ 811270 w 3837981"/>
                <a:gd name="connsiteY1" fmla="*/ 725135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87265 h 2891442"/>
                <a:gd name="connsiteX1" fmla="*/ 811270 w 3837981"/>
                <a:gd name="connsiteY1" fmla="*/ 760835 h 2891442"/>
                <a:gd name="connsiteX2" fmla="*/ 2567954 w 3837981"/>
                <a:gd name="connsiteY2" fmla="*/ 154866 h 2891442"/>
                <a:gd name="connsiteX3" fmla="*/ 3712840 w 3837981"/>
                <a:gd name="connsiteY3" fmla="*/ 154410 h 2891442"/>
                <a:gd name="connsiteX4" fmla="*/ 3650845 w 3837981"/>
                <a:gd name="connsiteY4" fmla="*/ 882831 h 2891442"/>
                <a:gd name="connsiteX5" fmla="*/ 3418371 w 3837981"/>
                <a:gd name="connsiteY5" fmla="*/ 1688743 h 2891442"/>
                <a:gd name="connsiteX6" fmla="*/ 2493317 w 3837981"/>
                <a:gd name="connsiteY6" fmla="*/ 2454510 h 2891442"/>
                <a:gd name="connsiteX7" fmla="*/ 1295102 w 3837981"/>
                <a:gd name="connsiteY7" fmla="*/ 2711631 h 2891442"/>
                <a:gd name="connsiteX8" fmla="*/ 334208 w 3837981"/>
                <a:gd name="connsiteY8" fmla="*/ 2200188 h 2891442"/>
                <a:gd name="connsiteX9" fmla="*/ 101734 w 3837981"/>
                <a:gd name="connsiteY9" fmla="*/ 1487265 h 2891442"/>
                <a:gd name="connsiteX0" fmla="*/ 101734 w 3837981"/>
                <a:gd name="connsiteY0" fmla="*/ 1516629 h 2920806"/>
                <a:gd name="connsiteX1" fmla="*/ 811270 w 3837981"/>
                <a:gd name="connsiteY1" fmla="*/ 790199 h 2920806"/>
                <a:gd name="connsiteX2" fmla="*/ 2567954 w 3837981"/>
                <a:gd name="connsiteY2" fmla="*/ 184230 h 2920806"/>
                <a:gd name="connsiteX3" fmla="*/ 3628753 w 3837981"/>
                <a:gd name="connsiteY3" fmla="*/ 0 h 2920806"/>
                <a:gd name="connsiteX4" fmla="*/ 3712840 w 3837981"/>
                <a:gd name="connsiteY4" fmla="*/ 183774 h 2920806"/>
                <a:gd name="connsiteX5" fmla="*/ 3650845 w 3837981"/>
                <a:gd name="connsiteY5" fmla="*/ 912195 h 2920806"/>
                <a:gd name="connsiteX6" fmla="*/ 3418371 w 3837981"/>
                <a:gd name="connsiteY6" fmla="*/ 1718107 h 2920806"/>
                <a:gd name="connsiteX7" fmla="*/ 2493317 w 3837981"/>
                <a:gd name="connsiteY7" fmla="*/ 2483874 h 2920806"/>
                <a:gd name="connsiteX8" fmla="*/ 1295102 w 3837981"/>
                <a:gd name="connsiteY8" fmla="*/ 2740995 h 2920806"/>
                <a:gd name="connsiteX9" fmla="*/ 334208 w 3837981"/>
                <a:gd name="connsiteY9" fmla="*/ 2229552 h 2920806"/>
                <a:gd name="connsiteX10" fmla="*/ 101734 w 3837981"/>
                <a:gd name="connsiteY10" fmla="*/ 1516629 h 2920806"/>
                <a:gd name="connsiteX0" fmla="*/ 101734 w 3837981"/>
                <a:gd name="connsiteY0" fmla="*/ 1416215 h 2820392"/>
                <a:gd name="connsiteX1" fmla="*/ 811270 w 3837981"/>
                <a:gd name="connsiteY1" fmla="*/ 689785 h 2820392"/>
                <a:gd name="connsiteX2" fmla="*/ 2567954 w 3837981"/>
                <a:gd name="connsiteY2" fmla="*/ 83816 h 2820392"/>
                <a:gd name="connsiteX3" fmla="*/ 3712840 w 3837981"/>
                <a:gd name="connsiteY3" fmla="*/ 83360 h 2820392"/>
                <a:gd name="connsiteX4" fmla="*/ 3650845 w 3837981"/>
                <a:gd name="connsiteY4" fmla="*/ 811781 h 2820392"/>
                <a:gd name="connsiteX5" fmla="*/ 3418371 w 3837981"/>
                <a:gd name="connsiteY5" fmla="*/ 1617693 h 2820392"/>
                <a:gd name="connsiteX6" fmla="*/ 2493317 w 3837981"/>
                <a:gd name="connsiteY6" fmla="*/ 2383460 h 2820392"/>
                <a:gd name="connsiteX7" fmla="*/ 1295102 w 3837981"/>
                <a:gd name="connsiteY7" fmla="*/ 2640581 h 2820392"/>
                <a:gd name="connsiteX8" fmla="*/ 334208 w 3837981"/>
                <a:gd name="connsiteY8" fmla="*/ 2129138 h 2820392"/>
                <a:gd name="connsiteX9" fmla="*/ 101734 w 3837981"/>
                <a:gd name="connsiteY9" fmla="*/ 1416215 h 2820392"/>
                <a:gd name="connsiteX0" fmla="*/ 101734 w 3791849"/>
                <a:gd name="connsiteY0" fmla="*/ 1556864 h 2961041"/>
                <a:gd name="connsiteX1" fmla="*/ 811270 w 3791849"/>
                <a:gd name="connsiteY1" fmla="*/ 830434 h 2961041"/>
                <a:gd name="connsiteX2" fmla="*/ 2567954 w 3791849"/>
                <a:gd name="connsiteY2" fmla="*/ 224465 h 2961041"/>
                <a:gd name="connsiteX3" fmla="*/ 3647775 w 3791849"/>
                <a:gd name="connsiteY3" fmla="*/ 36949 h 2961041"/>
                <a:gd name="connsiteX4" fmla="*/ 3650845 w 3791849"/>
                <a:gd name="connsiteY4" fmla="*/ 952430 h 2961041"/>
                <a:gd name="connsiteX5" fmla="*/ 3418371 w 3791849"/>
                <a:gd name="connsiteY5" fmla="*/ 1758342 h 2961041"/>
                <a:gd name="connsiteX6" fmla="*/ 2493317 w 3791849"/>
                <a:gd name="connsiteY6" fmla="*/ 2524109 h 2961041"/>
                <a:gd name="connsiteX7" fmla="*/ 1295102 w 3791849"/>
                <a:gd name="connsiteY7" fmla="*/ 2781230 h 2961041"/>
                <a:gd name="connsiteX8" fmla="*/ 334208 w 3791849"/>
                <a:gd name="connsiteY8" fmla="*/ 2269787 h 2961041"/>
                <a:gd name="connsiteX9" fmla="*/ 101734 w 3791849"/>
                <a:gd name="connsiteY9" fmla="*/ 1556864 h 2961041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418371 w 3791849"/>
                <a:gd name="connsiteY5" fmla="*/ 1809054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2411986 w 3791849"/>
                <a:gd name="connsiteY6" fmla="*/ 2753749 h 3110574"/>
                <a:gd name="connsiteX7" fmla="*/ 1295102 w 3791849"/>
                <a:gd name="connsiteY7" fmla="*/ 2831942 h 3110574"/>
                <a:gd name="connsiteX8" fmla="*/ 334208 w 3791849"/>
                <a:gd name="connsiteY8" fmla="*/ 2320499 h 3110574"/>
                <a:gd name="connsiteX9" fmla="*/ 101734 w 3791849"/>
                <a:gd name="connsiteY9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62269"/>
                <a:gd name="connsiteX1" fmla="*/ 811270 w 3791849"/>
                <a:gd name="connsiteY1" fmla="*/ 881146 h 3162269"/>
                <a:gd name="connsiteX2" fmla="*/ 2567954 w 3791849"/>
                <a:gd name="connsiteY2" fmla="*/ 275177 h 3162269"/>
                <a:gd name="connsiteX3" fmla="*/ 3647775 w 3791849"/>
                <a:gd name="connsiteY3" fmla="*/ 87661 h 3162269"/>
                <a:gd name="connsiteX4" fmla="*/ 3650845 w 3791849"/>
                <a:gd name="connsiteY4" fmla="*/ 1003142 h 3162269"/>
                <a:gd name="connsiteX5" fmla="*/ 3532234 w 3791849"/>
                <a:gd name="connsiteY5" fmla="*/ 1711457 h 3162269"/>
                <a:gd name="connsiteX6" fmla="*/ 3254632 w 3791849"/>
                <a:gd name="connsiteY6" fmla="*/ 2343809 h 3162269"/>
                <a:gd name="connsiteX7" fmla="*/ 2411986 w 3791849"/>
                <a:gd name="connsiteY7" fmla="*/ 2753749 h 3162269"/>
                <a:gd name="connsiteX8" fmla="*/ 1262570 w 3791849"/>
                <a:gd name="connsiteY8" fmla="*/ 2953938 h 3162269"/>
                <a:gd name="connsiteX9" fmla="*/ 334208 w 3791849"/>
                <a:gd name="connsiteY9" fmla="*/ 2320499 h 3162269"/>
                <a:gd name="connsiteX10" fmla="*/ 101734 w 3791849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38887 w 3837135"/>
                <a:gd name="connsiteY0" fmla="*/ 1566911 h 3162269"/>
                <a:gd name="connsiteX1" fmla="*/ 856556 w 3837135"/>
                <a:gd name="connsiteY1" fmla="*/ 881146 h 3162269"/>
                <a:gd name="connsiteX2" fmla="*/ 2613240 w 3837135"/>
                <a:gd name="connsiteY2" fmla="*/ 275177 h 3162269"/>
                <a:gd name="connsiteX3" fmla="*/ 3693061 w 3837135"/>
                <a:gd name="connsiteY3" fmla="*/ 87661 h 3162269"/>
                <a:gd name="connsiteX4" fmla="*/ 3696131 w 3837135"/>
                <a:gd name="connsiteY4" fmla="*/ 1003142 h 3162269"/>
                <a:gd name="connsiteX5" fmla="*/ 3577520 w 3837135"/>
                <a:gd name="connsiteY5" fmla="*/ 1711457 h 3162269"/>
                <a:gd name="connsiteX6" fmla="*/ 3299918 w 3837135"/>
                <a:gd name="connsiteY6" fmla="*/ 2343809 h 3162269"/>
                <a:gd name="connsiteX7" fmla="*/ 2457272 w 3837135"/>
                <a:gd name="connsiteY7" fmla="*/ 2753749 h 3162269"/>
                <a:gd name="connsiteX8" fmla="*/ 1307856 w 3837135"/>
                <a:gd name="connsiteY8" fmla="*/ 2953938 h 3162269"/>
                <a:gd name="connsiteX9" fmla="*/ 314430 w 3837135"/>
                <a:gd name="connsiteY9" fmla="*/ 2678355 h 3162269"/>
                <a:gd name="connsiteX10" fmla="*/ 138887 w 3837135"/>
                <a:gd name="connsiteY10" fmla="*/ 1566911 h 3162269"/>
                <a:gd name="connsiteX0" fmla="*/ 125755 w 3824003"/>
                <a:gd name="connsiteY0" fmla="*/ 1566911 h 3162269"/>
                <a:gd name="connsiteX1" fmla="*/ 843424 w 3824003"/>
                <a:gd name="connsiteY1" fmla="*/ 881146 h 3162269"/>
                <a:gd name="connsiteX2" fmla="*/ 2600108 w 3824003"/>
                <a:gd name="connsiteY2" fmla="*/ 275177 h 3162269"/>
                <a:gd name="connsiteX3" fmla="*/ 3679929 w 3824003"/>
                <a:gd name="connsiteY3" fmla="*/ 87661 h 3162269"/>
                <a:gd name="connsiteX4" fmla="*/ 3682999 w 3824003"/>
                <a:gd name="connsiteY4" fmla="*/ 1003142 h 3162269"/>
                <a:gd name="connsiteX5" fmla="*/ 3564388 w 3824003"/>
                <a:gd name="connsiteY5" fmla="*/ 1711457 h 3162269"/>
                <a:gd name="connsiteX6" fmla="*/ 3286786 w 3824003"/>
                <a:gd name="connsiteY6" fmla="*/ 2343809 h 3162269"/>
                <a:gd name="connsiteX7" fmla="*/ 2444140 w 3824003"/>
                <a:gd name="connsiteY7" fmla="*/ 2753749 h 3162269"/>
                <a:gd name="connsiteX8" fmla="*/ 1294724 w 3824003"/>
                <a:gd name="connsiteY8" fmla="*/ 2953938 h 3162269"/>
                <a:gd name="connsiteX9" fmla="*/ 301298 w 3824003"/>
                <a:gd name="connsiteY9" fmla="*/ 2678355 h 3162269"/>
                <a:gd name="connsiteX10" fmla="*/ 17290 w 3824003"/>
                <a:gd name="connsiteY10" fmla="*/ 2229946 h 3162269"/>
                <a:gd name="connsiteX11" fmla="*/ 125755 w 3824003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1036271 w 3881836"/>
                <a:gd name="connsiteY1" fmla="*/ 749527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1036271 w 3881836"/>
                <a:gd name="connsiteY1" fmla="*/ 749527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75374 h 3170732"/>
                <a:gd name="connsiteX1" fmla="*/ 1036271 w 3881836"/>
                <a:gd name="connsiteY1" fmla="*/ 757990 h 3170732"/>
                <a:gd name="connsiteX2" fmla="*/ 2575432 w 3881836"/>
                <a:gd name="connsiteY2" fmla="*/ 237186 h 3170732"/>
                <a:gd name="connsiteX3" fmla="*/ 3737762 w 3881836"/>
                <a:gd name="connsiteY3" fmla="*/ 96124 h 3170732"/>
                <a:gd name="connsiteX4" fmla="*/ 3740832 w 3881836"/>
                <a:gd name="connsiteY4" fmla="*/ 1011605 h 3170732"/>
                <a:gd name="connsiteX5" fmla="*/ 3622221 w 3881836"/>
                <a:gd name="connsiteY5" fmla="*/ 1719920 h 3170732"/>
                <a:gd name="connsiteX6" fmla="*/ 3344619 w 3881836"/>
                <a:gd name="connsiteY6" fmla="*/ 2352272 h 3170732"/>
                <a:gd name="connsiteX7" fmla="*/ 2501973 w 3881836"/>
                <a:gd name="connsiteY7" fmla="*/ 2762212 h 3170732"/>
                <a:gd name="connsiteX8" fmla="*/ 1352557 w 3881836"/>
                <a:gd name="connsiteY8" fmla="*/ 2962401 h 3170732"/>
                <a:gd name="connsiteX9" fmla="*/ 359131 w 3881836"/>
                <a:gd name="connsiteY9" fmla="*/ 2686818 h 3170732"/>
                <a:gd name="connsiteX10" fmla="*/ 75123 w 3881836"/>
                <a:gd name="connsiteY10" fmla="*/ 2238409 h 3170732"/>
                <a:gd name="connsiteX11" fmla="*/ 183588 w 3881836"/>
                <a:gd name="connsiteY11" fmla="*/ 1575374 h 3170732"/>
                <a:gd name="connsiteX0" fmla="*/ 157019 w 3892771"/>
                <a:gd name="connsiteY0" fmla="*/ 1428270 h 3170732"/>
                <a:gd name="connsiteX1" fmla="*/ 1047206 w 3892771"/>
                <a:gd name="connsiteY1" fmla="*/ 757990 h 3170732"/>
                <a:gd name="connsiteX2" fmla="*/ 2586367 w 3892771"/>
                <a:gd name="connsiteY2" fmla="*/ 237186 h 3170732"/>
                <a:gd name="connsiteX3" fmla="*/ 3748697 w 3892771"/>
                <a:gd name="connsiteY3" fmla="*/ 96124 h 3170732"/>
                <a:gd name="connsiteX4" fmla="*/ 3751767 w 3892771"/>
                <a:gd name="connsiteY4" fmla="*/ 1011605 h 3170732"/>
                <a:gd name="connsiteX5" fmla="*/ 3633156 w 3892771"/>
                <a:gd name="connsiteY5" fmla="*/ 1719920 h 3170732"/>
                <a:gd name="connsiteX6" fmla="*/ 3355554 w 3892771"/>
                <a:gd name="connsiteY6" fmla="*/ 2352272 h 3170732"/>
                <a:gd name="connsiteX7" fmla="*/ 2512908 w 3892771"/>
                <a:gd name="connsiteY7" fmla="*/ 2762212 h 3170732"/>
                <a:gd name="connsiteX8" fmla="*/ 1363492 w 3892771"/>
                <a:gd name="connsiteY8" fmla="*/ 2962401 h 3170732"/>
                <a:gd name="connsiteX9" fmla="*/ 370066 w 3892771"/>
                <a:gd name="connsiteY9" fmla="*/ 2686818 h 3170732"/>
                <a:gd name="connsiteX10" fmla="*/ 86058 w 3892771"/>
                <a:gd name="connsiteY10" fmla="*/ 2238409 h 3170732"/>
                <a:gd name="connsiteX11" fmla="*/ 157019 w 3892771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36402 w 3959107"/>
                <a:gd name="connsiteY9" fmla="*/ 2686818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36402 w 3959107"/>
                <a:gd name="connsiteY9" fmla="*/ 2686818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81406 w 3959107"/>
                <a:gd name="connsiteY9" fmla="*/ 2756499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81406 w 3959107"/>
                <a:gd name="connsiteY9" fmla="*/ 2756499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218661"/>
                <a:gd name="connsiteX1" fmla="*/ 1113542 w 3959107"/>
                <a:gd name="connsiteY1" fmla="*/ 757990 h 3218661"/>
                <a:gd name="connsiteX2" fmla="*/ 2652703 w 3959107"/>
                <a:gd name="connsiteY2" fmla="*/ 237186 h 3218661"/>
                <a:gd name="connsiteX3" fmla="*/ 3815033 w 3959107"/>
                <a:gd name="connsiteY3" fmla="*/ 96124 h 3218661"/>
                <a:gd name="connsiteX4" fmla="*/ 3818103 w 3959107"/>
                <a:gd name="connsiteY4" fmla="*/ 1011605 h 3218661"/>
                <a:gd name="connsiteX5" fmla="*/ 3699492 w 3959107"/>
                <a:gd name="connsiteY5" fmla="*/ 1719920 h 3218661"/>
                <a:gd name="connsiteX6" fmla="*/ 3421890 w 3959107"/>
                <a:gd name="connsiteY6" fmla="*/ 2352272 h 3218661"/>
                <a:gd name="connsiteX7" fmla="*/ 2579244 w 3959107"/>
                <a:gd name="connsiteY7" fmla="*/ 2762212 h 3218661"/>
                <a:gd name="connsiteX8" fmla="*/ 1452330 w 3959107"/>
                <a:gd name="connsiteY8" fmla="*/ 3055309 h 3218661"/>
                <a:gd name="connsiteX9" fmla="*/ 481406 w 3959107"/>
                <a:gd name="connsiteY9" fmla="*/ 2756499 h 3218661"/>
                <a:gd name="connsiteX10" fmla="*/ 152394 w 3959107"/>
                <a:gd name="connsiteY10" fmla="*/ 2238409 h 3218661"/>
                <a:gd name="connsiteX11" fmla="*/ 223355 w 3959107"/>
                <a:gd name="connsiteY11" fmla="*/ 1428270 h 3218661"/>
                <a:gd name="connsiteX0" fmla="*/ 223355 w 3959107"/>
                <a:gd name="connsiteY0" fmla="*/ 1428270 h 3271897"/>
                <a:gd name="connsiteX1" fmla="*/ 1113542 w 3959107"/>
                <a:gd name="connsiteY1" fmla="*/ 757990 h 3271897"/>
                <a:gd name="connsiteX2" fmla="*/ 2652703 w 3959107"/>
                <a:gd name="connsiteY2" fmla="*/ 237186 h 3271897"/>
                <a:gd name="connsiteX3" fmla="*/ 3815033 w 3959107"/>
                <a:gd name="connsiteY3" fmla="*/ 96124 h 3271897"/>
                <a:gd name="connsiteX4" fmla="*/ 3818103 w 3959107"/>
                <a:gd name="connsiteY4" fmla="*/ 1011605 h 3271897"/>
                <a:gd name="connsiteX5" fmla="*/ 3699492 w 3959107"/>
                <a:gd name="connsiteY5" fmla="*/ 1719920 h 3271897"/>
                <a:gd name="connsiteX6" fmla="*/ 3421890 w 3959107"/>
                <a:gd name="connsiteY6" fmla="*/ 2352272 h 3271897"/>
                <a:gd name="connsiteX7" fmla="*/ 2631749 w 3959107"/>
                <a:gd name="connsiteY7" fmla="*/ 2870604 h 3271897"/>
                <a:gd name="connsiteX8" fmla="*/ 1452330 w 3959107"/>
                <a:gd name="connsiteY8" fmla="*/ 3055309 h 3271897"/>
                <a:gd name="connsiteX9" fmla="*/ 481406 w 3959107"/>
                <a:gd name="connsiteY9" fmla="*/ 2756499 h 3271897"/>
                <a:gd name="connsiteX10" fmla="*/ 152394 w 3959107"/>
                <a:gd name="connsiteY10" fmla="*/ 2238409 h 3271897"/>
                <a:gd name="connsiteX11" fmla="*/ 223355 w 3959107"/>
                <a:gd name="connsiteY11" fmla="*/ 1428270 h 3271897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759498 w 3959107"/>
                <a:gd name="connsiteY5" fmla="*/ 1704435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60117"/>
                <a:gd name="connsiteY0" fmla="*/ 1428270 h 3236145"/>
                <a:gd name="connsiteX1" fmla="*/ 1113542 w 3960117"/>
                <a:gd name="connsiteY1" fmla="*/ 757990 h 3236145"/>
                <a:gd name="connsiteX2" fmla="*/ 2652703 w 3960117"/>
                <a:gd name="connsiteY2" fmla="*/ 237186 h 3236145"/>
                <a:gd name="connsiteX3" fmla="*/ 3815033 w 3960117"/>
                <a:gd name="connsiteY3" fmla="*/ 96124 h 3236145"/>
                <a:gd name="connsiteX4" fmla="*/ 3818103 w 3960117"/>
                <a:gd name="connsiteY4" fmla="*/ 1011605 h 3236145"/>
                <a:gd name="connsiteX5" fmla="*/ 3759498 w 3960117"/>
                <a:gd name="connsiteY5" fmla="*/ 1704435 h 3236145"/>
                <a:gd name="connsiteX6" fmla="*/ 3421890 w 3960117"/>
                <a:gd name="connsiteY6" fmla="*/ 2352272 h 3236145"/>
                <a:gd name="connsiteX7" fmla="*/ 2631749 w 3960117"/>
                <a:gd name="connsiteY7" fmla="*/ 2870604 h 3236145"/>
                <a:gd name="connsiteX8" fmla="*/ 1452330 w 3960117"/>
                <a:gd name="connsiteY8" fmla="*/ 3055309 h 3236145"/>
                <a:gd name="connsiteX9" fmla="*/ 481406 w 3960117"/>
                <a:gd name="connsiteY9" fmla="*/ 2756499 h 3236145"/>
                <a:gd name="connsiteX10" fmla="*/ 152394 w 3960117"/>
                <a:gd name="connsiteY10" fmla="*/ 2238409 h 3236145"/>
                <a:gd name="connsiteX11" fmla="*/ 223355 w 3960117"/>
                <a:gd name="connsiteY11" fmla="*/ 1428270 h 3236145"/>
                <a:gd name="connsiteX0" fmla="*/ 223355 w 3960117"/>
                <a:gd name="connsiteY0" fmla="*/ 1428270 h 3236145"/>
                <a:gd name="connsiteX1" fmla="*/ 1113542 w 3960117"/>
                <a:gd name="connsiteY1" fmla="*/ 757990 h 3236145"/>
                <a:gd name="connsiteX2" fmla="*/ 2652703 w 3960117"/>
                <a:gd name="connsiteY2" fmla="*/ 237186 h 3236145"/>
                <a:gd name="connsiteX3" fmla="*/ 3815033 w 3960117"/>
                <a:gd name="connsiteY3" fmla="*/ 96124 h 3236145"/>
                <a:gd name="connsiteX4" fmla="*/ 3818103 w 3960117"/>
                <a:gd name="connsiteY4" fmla="*/ 1011605 h 3236145"/>
                <a:gd name="connsiteX5" fmla="*/ 3759498 w 3960117"/>
                <a:gd name="connsiteY5" fmla="*/ 1704435 h 3236145"/>
                <a:gd name="connsiteX6" fmla="*/ 3421890 w 3960117"/>
                <a:gd name="connsiteY6" fmla="*/ 2352272 h 3236145"/>
                <a:gd name="connsiteX7" fmla="*/ 2631749 w 3960117"/>
                <a:gd name="connsiteY7" fmla="*/ 2870604 h 3236145"/>
                <a:gd name="connsiteX8" fmla="*/ 1452330 w 3960117"/>
                <a:gd name="connsiteY8" fmla="*/ 3055309 h 3236145"/>
                <a:gd name="connsiteX9" fmla="*/ 481406 w 3960117"/>
                <a:gd name="connsiteY9" fmla="*/ 2756499 h 3236145"/>
                <a:gd name="connsiteX10" fmla="*/ 152394 w 3960117"/>
                <a:gd name="connsiteY10" fmla="*/ 2238409 h 3236145"/>
                <a:gd name="connsiteX11" fmla="*/ 223355 w 3960117"/>
                <a:gd name="connsiteY11" fmla="*/ 1428270 h 3236145"/>
                <a:gd name="connsiteX0" fmla="*/ 223355 w 3960117"/>
                <a:gd name="connsiteY0" fmla="*/ 1428270 h 3236145"/>
                <a:gd name="connsiteX1" fmla="*/ 1113542 w 3960117"/>
                <a:gd name="connsiteY1" fmla="*/ 757990 h 3236145"/>
                <a:gd name="connsiteX2" fmla="*/ 2652703 w 3960117"/>
                <a:gd name="connsiteY2" fmla="*/ 237186 h 3236145"/>
                <a:gd name="connsiteX3" fmla="*/ 3815033 w 3960117"/>
                <a:gd name="connsiteY3" fmla="*/ 96124 h 3236145"/>
                <a:gd name="connsiteX4" fmla="*/ 3818103 w 3960117"/>
                <a:gd name="connsiteY4" fmla="*/ 1011605 h 3236145"/>
                <a:gd name="connsiteX5" fmla="*/ 3759498 w 3960117"/>
                <a:gd name="connsiteY5" fmla="*/ 1704435 h 3236145"/>
                <a:gd name="connsiteX6" fmla="*/ 3421890 w 3960117"/>
                <a:gd name="connsiteY6" fmla="*/ 2352272 h 3236145"/>
                <a:gd name="connsiteX7" fmla="*/ 2631749 w 3960117"/>
                <a:gd name="connsiteY7" fmla="*/ 2870604 h 3236145"/>
                <a:gd name="connsiteX8" fmla="*/ 1452330 w 3960117"/>
                <a:gd name="connsiteY8" fmla="*/ 3055309 h 3236145"/>
                <a:gd name="connsiteX9" fmla="*/ 481406 w 3960117"/>
                <a:gd name="connsiteY9" fmla="*/ 2756499 h 3236145"/>
                <a:gd name="connsiteX10" fmla="*/ 152394 w 3960117"/>
                <a:gd name="connsiteY10" fmla="*/ 2238409 h 3236145"/>
                <a:gd name="connsiteX11" fmla="*/ 223355 w 3960117"/>
                <a:gd name="connsiteY11" fmla="*/ 1428270 h 3236145"/>
                <a:gd name="connsiteX0" fmla="*/ 229262 w 3966024"/>
                <a:gd name="connsiteY0" fmla="*/ 1428270 h 3236145"/>
                <a:gd name="connsiteX1" fmla="*/ 1119449 w 3966024"/>
                <a:gd name="connsiteY1" fmla="*/ 757990 h 3236145"/>
                <a:gd name="connsiteX2" fmla="*/ 2658610 w 3966024"/>
                <a:gd name="connsiteY2" fmla="*/ 237186 h 3236145"/>
                <a:gd name="connsiteX3" fmla="*/ 3820940 w 3966024"/>
                <a:gd name="connsiteY3" fmla="*/ 96124 h 3236145"/>
                <a:gd name="connsiteX4" fmla="*/ 3824010 w 3966024"/>
                <a:gd name="connsiteY4" fmla="*/ 1011605 h 3236145"/>
                <a:gd name="connsiteX5" fmla="*/ 3765405 w 3966024"/>
                <a:gd name="connsiteY5" fmla="*/ 1704435 h 3236145"/>
                <a:gd name="connsiteX6" fmla="*/ 3427797 w 3966024"/>
                <a:gd name="connsiteY6" fmla="*/ 2352272 h 3236145"/>
                <a:gd name="connsiteX7" fmla="*/ 2637656 w 3966024"/>
                <a:gd name="connsiteY7" fmla="*/ 2870604 h 3236145"/>
                <a:gd name="connsiteX8" fmla="*/ 1458237 w 3966024"/>
                <a:gd name="connsiteY8" fmla="*/ 3055309 h 3236145"/>
                <a:gd name="connsiteX9" fmla="*/ 487313 w 3966024"/>
                <a:gd name="connsiteY9" fmla="*/ 2756499 h 3236145"/>
                <a:gd name="connsiteX10" fmla="*/ 158301 w 3966024"/>
                <a:gd name="connsiteY10" fmla="*/ 2238409 h 3236145"/>
                <a:gd name="connsiteX11" fmla="*/ 886 w 3966024"/>
                <a:gd name="connsiteY11" fmla="*/ 2245600 h 3236145"/>
                <a:gd name="connsiteX12" fmla="*/ 229262 w 3966024"/>
                <a:gd name="connsiteY12" fmla="*/ 1428270 h 3236145"/>
                <a:gd name="connsiteX0" fmla="*/ 111969 w 3848731"/>
                <a:gd name="connsiteY0" fmla="*/ 1428270 h 3236145"/>
                <a:gd name="connsiteX1" fmla="*/ 1002156 w 3848731"/>
                <a:gd name="connsiteY1" fmla="*/ 757990 h 3236145"/>
                <a:gd name="connsiteX2" fmla="*/ 2541317 w 3848731"/>
                <a:gd name="connsiteY2" fmla="*/ 237186 h 3236145"/>
                <a:gd name="connsiteX3" fmla="*/ 3703647 w 3848731"/>
                <a:gd name="connsiteY3" fmla="*/ 96124 h 3236145"/>
                <a:gd name="connsiteX4" fmla="*/ 3706717 w 3848731"/>
                <a:gd name="connsiteY4" fmla="*/ 1011605 h 3236145"/>
                <a:gd name="connsiteX5" fmla="*/ 3648112 w 3848731"/>
                <a:gd name="connsiteY5" fmla="*/ 1704435 h 3236145"/>
                <a:gd name="connsiteX6" fmla="*/ 3310504 w 3848731"/>
                <a:gd name="connsiteY6" fmla="*/ 2352272 h 3236145"/>
                <a:gd name="connsiteX7" fmla="*/ 2520363 w 3848731"/>
                <a:gd name="connsiteY7" fmla="*/ 2870604 h 3236145"/>
                <a:gd name="connsiteX8" fmla="*/ 1340944 w 3848731"/>
                <a:gd name="connsiteY8" fmla="*/ 3055309 h 3236145"/>
                <a:gd name="connsiteX9" fmla="*/ 370020 w 3848731"/>
                <a:gd name="connsiteY9" fmla="*/ 2756499 h 3236145"/>
                <a:gd name="connsiteX10" fmla="*/ 41008 w 3848731"/>
                <a:gd name="connsiteY10" fmla="*/ 2238409 h 3236145"/>
                <a:gd name="connsiteX11" fmla="*/ 111969 w 3848731"/>
                <a:gd name="connsiteY11" fmla="*/ 1428270 h 3236145"/>
                <a:gd name="connsiteX0" fmla="*/ 259119 w 3995881"/>
                <a:gd name="connsiteY0" fmla="*/ 1428270 h 3236145"/>
                <a:gd name="connsiteX1" fmla="*/ 1149306 w 3995881"/>
                <a:gd name="connsiteY1" fmla="*/ 757990 h 3236145"/>
                <a:gd name="connsiteX2" fmla="*/ 2688467 w 3995881"/>
                <a:gd name="connsiteY2" fmla="*/ 237186 h 3236145"/>
                <a:gd name="connsiteX3" fmla="*/ 3850797 w 3995881"/>
                <a:gd name="connsiteY3" fmla="*/ 96124 h 3236145"/>
                <a:gd name="connsiteX4" fmla="*/ 3853867 w 3995881"/>
                <a:gd name="connsiteY4" fmla="*/ 1011605 h 3236145"/>
                <a:gd name="connsiteX5" fmla="*/ 3795262 w 3995881"/>
                <a:gd name="connsiteY5" fmla="*/ 1704435 h 3236145"/>
                <a:gd name="connsiteX6" fmla="*/ 3457654 w 3995881"/>
                <a:gd name="connsiteY6" fmla="*/ 2352272 h 3236145"/>
                <a:gd name="connsiteX7" fmla="*/ 2667513 w 3995881"/>
                <a:gd name="connsiteY7" fmla="*/ 2870604 h 3236145"/>
                <a:gd name="connsiteX8" fmla="*/ 1488094 w 3995881"/>
                <a:gd name="connsiteY8" fmla="*/ 3055309 h 3236145"/>
                <a:gd name="connsiteX9" fmla="*/ 517170 w 3995881"/>
                <a:gd name="connsiteY9" fmla="*/ 2756499 h 3236145"/>
                <a:gd name="connsiteX10" fmla="*/ 8140 w 3995881"/>
                <a:gd name="connsiteY10" fmla="*/ 2261636 h 3236145"/>
                <a:gd name="connsiteX11" fmla="*/ 259119 w 3995881"/>
                <a:gd name="connsiteY11" fmla="*/ 1428270 h 3236145"/>
                <a:gd name="connsiteX0" fmla="*/ 259119 w 3995881"/>
                <a:gd name="connsiteY0" fmla="*/ 1428270 h 3236145"/>
                <a:gd name="connsiteX1" fmla="*/ 1149306 w 3995881"/>
                <a:gd name="connsiteY1" fmla="*/ 757990 h 3236145"/>
                <a:gd name="connsiteX2" fmla="*/ 2688467 w 3995881"/>
                <a:gd name="connsiteY2" fmla="*/ 237186 h 3236145"/>
                <a:gd name="connsiteX3" fmla="*/ 3850797 w 3995881"/>
                <a:gd name="connsiteY3" fmla="*/ 96124 h 3236145"/>
                <a:gd name="connsiteX4" fmla="*/ 3853867 w 3995881"/>
                <a:gd name="connsiteY4" fmla="*/ 1011605 h 3236145"/>
                <a:gd name="connsiteX5" fmla="*/ 3795262 w 3995881"/>
                <a:gd name="connsiteY5" fmla="*/ 1704435 h 3236145"/>
                <a:gd name="connsiteX6" fmla="*/ 3457654 w 3995881"/>
                <a:gd name="connsiteY6" fmla="*/ 2352272 h 3236145"/>
                <a:gd name="connsiteX7" fmla="*/ 2667513 w 3995881"/>
                <a:gd name="connsiteY7" fmla="*/ 2870604 h 3236145"/>
                <a:gd name="connsiteX8" fmla="*/ 1488094 w 3995881"/>
                <a:gd name="connsiteY8" fmla="*/ 3055309 h 3236145"/>
                <a:gd name="connsiteX9" fmla="*/ 517170 w 3995881"/>
                <a:gd name="connsiteY9" fmla="*/ 2756499 h 3236145"/>
                <a:gd name="connsiteX10" fmla="*/ 8140 w 3995881"/>
                <a:gd name="connsiteY10" fmla="*/ 2261636 h 3236145"/>
                <a:gd name="connsiteX11" fmla="*/ 259119 w 3995881"/>
                <a:gd name="connsiteY11" fmla="*/ 1428270 h 3236145"/>
                <a:gd name="connsiteX0" fmla="*/ 33530 w 3770292"/>
                <a:gd name="connsiteY0" fmla="*/ 1428270 h 3236145"/>
                <a:gd name="connsiteX1" fmla="*/ 923717 w 3770292"/>
                <a:gd name="connsiteY1" fmla="*/ 757990 h 3236145"/>
                <a:gd name="connsiteX2" fmla="*/ 2462878 w 3770292"/>
                <a:gd name="connsiteY2" fmla="*/ 237186 h 3236145"/>
                <a:gd name="connsiteX3" fmla="*/ 3625208 w 3770292"/>
                <a:gd name="connsiteY3" fmla="*/ 96124 h 3236145"/>
                <a:gd name="connsiteX4" fmla="*/ 3628278 w 3770292"/>
                <a:gd name="connsiteY4" fmla="*/ 1011605 h 3236145"/>
                <a:gd name="connsiteX5" fmla="*/ 3569673 w 3770292"/>
                <a:gd name="connsiteY5" fmla="*/ 1704435 h 3236145"/>
                <a:gd name="connsiteX6" fmla="*/ 3232065 w 3770292"/>
                <a:gd name="connsiteY6" fmla="*/ 2352272 h 3236145"/>
                <a:gd name="connsiteX7" fmla="*/ 2441924 w 3770292"/>
                <a:gd name="connsiteY7" fmla="*/ 2870604 h 3236145"/>
                <a:gd name="connsiteX8" fmla="*/ 1262505 w 3770292"/>
                <a:gd name="connsiteY8" fmla="*/ 3055309 h 3236145"/>
                <a:gd name="connsiteX9" fmla="*/ 291581 w 3770292"/>
                <a:gd name="connsiteY9" fmla="*/ 2756499 h 3236145"/>
                <a:gd name="connsiteX10" fmla="*/ 33530 w 3770292"/>
                <a:gd name="connsiteY10" fmla="*/ 1428270 h 3236145"/>
                <a:gd name="connsiteX0" fmla="*/ 28027 w 3764789"/>
                <a:gd name="connsiteY0" fmla="*/ 1428270 h 3236145"/>
                <a:gd name="connsiteX1" fmla="*/ 918214 w 3764789"/>
                <a:gd name="connsiteY1" fmla="*/ 757990 h 3236145"/>
                <a:gd name="connsiteX2" fmla="*/ 2457375 w 3764789"/>
                <a:gd name="connsiteY2" fmla="*/ 237186 h 3236145"/>
                <a:gd name="connsiteX3" fmla="*/ 3619705 w 3764789"/>
                <a:gd name="connsiteY3" fmla="*/ 96124 h 3236145"/>
                <a:gd name="connsiteX4" fmla="*/ 3622775 w 3764789"/>
                <a:gd name="connsiteY4" fmla="*/ 1011605 h 3236145"/>
                <a:gd name="connsiteX5" fmla="*/ 3564170 w 3764789"/>
                <a:gd name="connsiteY5" fmla="*/ 1704435 h 3236145"/>
                <a:gd name="connsiteX6" fmla="*/ 3226562 w 3764789"/>
                <a:gd name="connsiteY6" fmla="*/ 2352272 h 3236145"/>
                <a:gd name="connsiteX7" fmla="*/ 2436421 w 3764789"/>
                <a:gd name="connsiteY7" fmla="*/ 2870604 h 3236145"/>
                <a:gd name="connsiteX8" fmla="*/ 1257002 w 3764789"/>
                <a:gd name="connsiteY8" fmla="*/ 3055309 h 3236145"/>
                <a:gd name="connsiteX9" fmla="*/ 338584 w 3764789"/>
                <a:gd name="connsiteY9" fmla="*/ 2702303 h 3236145"/>
                <a:gd name="connsiteX10" fmla="*/ 28027 w 3764789"/>
                <a:gd name="connsiteY10" fmla="*/ 1428270 h 3236145"/>
                <a:gd name="connsiteX0" fmla="*/ 31767 w 3768529"/>
                <a:gd name="connsiteY0" fmla="*/ 1428270 h 3236145"/>
                <a:gd name="connsiteX1" fmla="*/ 921954 w 3768529"/>
                <a:gd name="connsiteY1" fmla="*/ 757990 h 3236145"/>
                <a:gd name="connsiteX2" fmla="*/ 2461115 w 3768529"/>
                <a:gd name="connsiteY2" fmla="*/ 237186 h 3236145"/>
                <a:gd name="connsiteX3" fmla="*/ 3623445 w 3768529"/>
                <a:gd name="connsiteY3" fmla="*/ 96124 h 3236145"/>
                <a:gd name="connsiteX4" fmla="*/ 3626515 w 3768529"/>
                <a:gd name="connsiteY4" fmla="*/ 1011605 h 3236145"/>
                <a:gd name="connsiteX5" fmla="*/ 3567910 w 3768529"/>
                <a:gd name="connsiteY5" fmla="*/ 1704435 h 3236145"/>
                <a:gd name="connsiteX6" fmla="*/ 3230302 w 3768529"/>
                <a:gd name="connsiteY6" fmla="*/ 2352272 h 3236145"/>
                <a:gd name="connsiteX7" fmla="*/ 2440161 w 3768529"/>
                <a:gd name="connsiteY7" fmla="*/ 2870604 h 3236145"/>
                <a:gd name="connsiteX8" fmla="*/ 1260742 w 3768529"/>
                <a:gd name="connsiteY8" fmla="*/ 3055309 h 3236145"/>
                <a:gd name="connsiteX9" fmla="*/ 304820 w 3768529"/>
                <a:gd name="connsiteY9" fmla="*/ 2686819 h 3236145"/>
                <a:gd name="connsiteX10" fmla="*/ 31767 w 3768529"/>
                <a:gd name="connsiteY10" fmla="*/ 1428270 h 3236145"/>
                <a:gd name="connsiteX0" fmla="*/ 31767 w 3768529"/>
                <a:gd name="connsiteY0" fmla="*/ 1428270 h 3264647"/>
                <a:gd name="connsiteX1" fmla="*/ 921954 w 3768529"/>
                <a:gd name="connsiteY1" fmla="*/ 757990 h 3264647"/>
                <a:gd name="connsiteX2" fmla="*/ 2461115 w 3768529"/>
                <a:gd name="connsiteY2" fmla="*/ 237186 h 3264647"/>
                <a:gd name="connsiteX3" fmla="*/ 3623445 w 3768529"/>
                <a:gd name="connsiteY3" fmla="*/ 96124 h 3264647"/>
                <a:gd name="connsiteX4" fmla="*/ 3626515 w 3768529"/>
                <a:gd name="connsiteY4" fmla="*/ 1011605 h 3264647"/>
                <a:gd name="connsiteX5" fmla="*/ 3567910 w 3768529"/>
                <a:gd name="connsiteY5" fmla="*/ 1704435 h 3264647"/>
                <a:gd name="connsiteX6" fmla="*/ 3230302 w 3768529"/>
                <a:gd name="connsiteY6" fmla="*/ 2352272 h 3264647"/>
                <a:gd name="connsiteX7" fmla="*/ 2267643 w 3768529"/>
                <a:gd name="connsiteY7" fmla="*/ 2924800 h 3264647"/>
                <a:gd name="connsiteX8" fmla="*/ 1260742 w 3768529"/>
                <a:gd name="connsiteY8" fmla="*/ 3055309 h 3264647"/>
                <a:gd name="connsiteX9" fmla="*/ 304820 w 3768529"/>
                <a:gd name="connsiteY9" fmla="*/ 2686819 h 3264647"/>
                <a:gd name="connsiteX10" fmla="*/ 31767 w 3768529"/>
                <a:gd name="connsiteY10" fmla="*/ 1428270 h 3264647"/>
                <a:gd name="connsiteX0" fmla="*/ 31767 w 3768529"/>
                <a:gd name="connsiteY0" fmla="*/ 1428270 h 3264647"/>
                <a:gd name="connsiteX1" fmla="*/ 921954 w 3768529"/>
                <a:gd name="connsiteY1" fmla="*/ 757990 h 3264647"/>
                <a:gd name="connsiteX2" fmla="*/ 2461115 w 3768529"/>
                <a:gd name="connsiteY2" fmla="*/ 237186 h 3264647"/>
                <a:gd name="connsiteX3" fmla="*/ 3623445 w 3768529"/>
                <a:gd name="connsiteY3" fmla="*/ 96124 h 3264647"/>
                <a:gd name="connsiteX4" fmla="*/ 3626515 w 3768529"/>
                <a:gd name="connsiteY4" fmla="*/ 1011605 h 3264647"/>
                <a:gd name="connsiteX5" fmla="*/ 3567910 w 3768529"/>
                <a:gd name="connsiteY5" fmla="*/ 1704435 h 3264647"/>
                <a:gd name="connsiteX6" fmla="*/ 3140293 w 3768529"/>
                <a:gd name="connsiteY6" fmla="*/ 2414210 h 3264647"/>
                <a:gd name="connsiteX7" fmla="*/ 2267643 w 3768529"/>
                <a:gd name="connsiteY7" fmla="*/ 2924800 h 3264647"/>
                <a:gd name="connsiteX8" fmla="*/ 1260742 w 3768529"/>
                <a:gd name="connsiteY8" fmla="*/ 3055309 h 3264647"/>
                <a:gd name="connsiteX9" fmla="*/ 304820 w 3768529"/>
                <a:gd name="connsiteY9" fmla="*/ 2686819 h 3264647"/>
                <a:gd name="connsiteX10" fmla="*/ 31767 w 3768529"/>
                <a:gd name="connsiteY10" fmla="*/ 1428270 h 3264647"/>
                <a:gd name="connsiteX0" fmla="*/ 31767 w 3826462"/>
                <a:gd name="connsiteY0" fmla="*/ 1428270 h 3264647"/>
                <a:gd name="connsiteX1" fmla="*/ 921954 w 3826462"/>
                <a:gd name="connsiteY1" fmla="*/ 757990 h 3264647"/>
                <a:gd name="connsiteX2" fmla="*/ 2461115 w 3826462"/>
                <a:gd name="connsiteY2" fmla="*/ 237186 h 3264647"/>
                <a:gd name="connsiteX3" fmla="*/ 3623445 w 3826462"/>
                <a:gd name="connsiteY3" fmla="*/ 96124 h 3264647"/>
                <a:gd name="connsiteX4" fmla="*/ 3626515 w 3826462"/>
                <a:gd name="connsiteY4" fmla="*/ 1011605 h 3264647"/>
                <a:gd name="connsiteX5" fmla="*/ 3680421 w 3826462"/>
                <a:gd name="connsiteY5" fmla="*/ 1634755 h 3264647"/>
                <a:gd name="connsiteX6" fmla="*/ 3140293 w 3826462"/>
                <a:gd name="connsiteY6" fmla="*/ 2414210 h 3264647"/>
                <a:gd name="connsiteX7" fmla="*/ 2267643 w 3826462"/>
                <a:gd name="connsiteY7" fmla="*/ 2924800 h 3264647"/>
                <a:gd name="connsiteX8" fmla="*/ 1260742 w 3826462"/>
                <a:gd name="connsiteY8" fmla="*/ 3055309 h 3264647"/>
                <a:gd name="connsiteX9" fmla="*/ 304820 w 3826462"/>
                <a:gd name="connsiteY9" fmla="*/ 2686819 h 3264647"/>
                <a:gd name="connsiteX10" fmla="*/ 31767 w 3826462"/>
                <a:gd name="connsiteY10" fmla="*/ 1428270 h 3264647"/>
                <a:gd name="connsiteX0" fmla="*/ 31767 w 3885415"/>
                <a:gd name="connsiteY0" fmla="*/ 1428270 h 3264647"/>
                <a:gd name="connsiteX1" fmla="*/ 921954 w 3885415"/>
                <a:gd name="connsiteY1" fmla="*/ 757990 h 3264647"/>
                <a:gd name="connsiteX2" fmla="*/ 2461115 w 3885415"/>
                <a:gd name="connsiteY2" fmla="*/ 237186 h 3264647"/>
                <a:gd name="connsiteX3" fmla="*/ 3623445 w 3885415"/>
                <a:gd name="connsiteY3" fmla="*/ 96124 h 3264647"/>
                <a:gd name="connsiteX4" fmla="*/ 3746528 w 3885415"/>
                <a:gd name="connsiteY4" fmla="*/ 918697 h 3264647"/>
                <a:gd name="connsiteX5" fmla="*/ 3680421 w 3885415"/>
                <a:gd name="connsiteY5" fmla="*/ 1634755 h 3264647"/>
                <a:gd name="connsiteX6" fmla="*/ 3140293 w 3885415"/>
                <a:gd name="connsiteY6" fmla="*/ 2414210 h 3264647"/>
                <a:gd name="connsiteX7" fmla="*/ 2267643 w 3885415"/>
                <a:gd name="connsiteY7" fmla="*/ 2924800 h 3264647"/>
                <a:gd name="connsiteX8" fmla="*/ 1260742 w 3885415"/>
                <a:gd name="connsiteY8" fmla="*/ 3055309 h 3264647"/>
                <a:gd name="connsiteX9" fmla="*/ 304820 w 3885415"/>
                <a:gd name="connsiteY9" fmla="*/ 2686819 h 3264647"/>
                <a:gd name="connsiteX10" fmla="*/ 31767 w 3885415"/>
                <a:gd name="connsiteY10" fmla="*/ 1428270 h 3264647"/>
                <a:gd name="connsiteX0" fmla="*/ 31767 w 3879429"/>
                <a:gd name="connsiteY0" fmla="*/ 1428270 h 3264647"/>
                <a:gd name="connsiteX1" fmla="*/ 921954 w 3879429"/>
                <a:gd name="connsiteY1" fmla="*/ 757990 h 3264647"/>
                <a:gd name="connsiteX2" fmla="*/ 2461115 w 3879429"/>
                <a:gd name="connsiteY2" fmla="*/ 237186 h 3264647"/>
                <a:gd name="connsiteX3" fmla="*/ 3623445 w 3879429"/>
                <a:gd name="connsiteY3" fmla="*/ 96124 h 3264647"/>
                <a:gd name="connsiteX4" fmla="*/ 3746528 w 3879429"/>
                <a:gd name="connsiteY4" fmla="*/ 918697 h 3264647"/>
                <a:gd name="connsiteX5" fmla="*/ 3665420 w 3879429"/>
                <a:gd name="connsiteY5" fmla="*/ 1596043 h 3264647"/>
                <a:gd name="connsiteX6" fmla="*/ 3140293 w 3879429"/>
                <a:gd name="connsiteY6" fmla="*/ 2414210 h 3264647"/>
                <a:gd name="connsiteX7" fmla="*/ 2267643 w 3879429"/>
                <a:gd name="connsiteY7" fmla="*/ 2924800 h 3264647"/>
                <a:gd name="connsiteX8" fmla="*/ 1260742 w 3879429"/>
                <a:gd name="connsiteY8" fmla="*/ 3055309 h 3264647"/>
                <a:gd name="connsiteX9" fmla="*/ 304820 w 3879429"/>
                <a:gd name="connsiteY9" fmla="*/ 2686819 h 3264647"/>
                <a:gd name="connsiteX10" fmla="*/ 31767 w 3879429"/>
                <a:gd name="connsiteY10" fmla="*/ 1428270 h 3264647"/>
                <a:gd name="connsiteX0" fmla="*/ 31767 w 3839360"/>
                <a:gd name="connsiteY0" fmla="*/ 1428270 h 3264647"/>
                <a:gd name="connsiteX1" fmla="*/ 921954 w 3839360"/>
                <a:gd name="connsiteY1" fmla="*/ 757990 h 3264647"/>
                <a:gd name="connsiteX2" fmla="*/ 2461115 w 3839360"/>
                <a:gd name="connsiteY2" fmla="*/ 237186 h 3264647"/>
                <a:gd name="connsiteX3" fmla="*/ 3623445 w 3839360"/>
                <a:gd name="connsiteY3" fmla="*/ 96124 h 3264647"/>
                <a:gd name="connsiteX4" fmla="*/ 3746528 w 3839360"/>
                <a:gd name="connsiteY4" fmla="*/ 918697 h 3264647"/>
                <a:gd name="connsiteX5" fmla="*/ 3665420 w 3839360"/>
                <a:gd name="connsiteY5" fmla="*/ 1596043 h 3264647"/>
                <a:gd name="connsiteX6" fmla="*/ 3140293 w 3839360"/>
                <a:gd name="connsiteY6" fmla="*/ 2414210 h 3264647"/>
                <a:gd name="connsiteX7" fmla="*/ 2267643 w 3839360"/>
                <a:gd name="connsiteY7" fmla="*/ 2924800 h 3264647"/>
                <a:gd name="connsiteX8" fmla="*/ 1260742 w 3839360"/>
                <a:gd name="connsiteY8" fmla="*/ 3055309 h 3264647"/>
                <a:gd name="connsiteX9" fmla="*/ 304820 w 3839360"/>
                <a:gd name="connsiteY9" fmla="*/ 2686819 h 3264647"/>
                <a:gd name="connsiteX10" fmla="*/ 31767 w 3839360"/>
                <a:gd name="connsiteY10" fmla="*/ 1428270 h 3264647"/>
                <a:gd name="connsiteX0" fmla="*/ 31767 w 3839360"/>
                <a:gd name="connsiteY0" fmla="*/ 1428270 h 3264647"/>
                <a:gd name="connsiteX1" fmla="*/ 921954 w 3839360"/>
                <a:gd name="connsiteY1" fmla="*/ 757990 h 3264647"/>
                <a:gd name="connsiteX2" fmla="*/ 2461115 w 3839360"/>
                <a:gd name="connsiteY2" fmla="*/ 237186 h 3264647"/>
                <a:gd name="connsiteX3" fmla="*/ 3548437 w 3839360"/>
                <a:gd name="connsiteY3" fmla="*/ 96124 h 3264647"/>
                <a:gd name="connsiteX4" fmla="*/ 3746528 w 3839360"/>
                <a:gd name="connsiteY4" fmla="*/ 918697 h 3264647"/>
                <a:gd name="connsiteX5" fmla="*/ 3665420 w 3839360"/>
                <a:gd name="connsiteY5" fmla="*/ 1596043 h 3264647"/>
                <a:gd name="connsiteX6" fmla="*/ 3140293 w 3839360"/>
                <a:gd name="connsiteY6" fmla="*/ 2414210 h 3264647"/>
                <a:gd name="connsiteX7" fmla="*/ 2267643 w 3839360"/>
                <a:gd name="connsiteY7" fmla="*/ 2924800 h 3264647"/>
                <a:gd name="connsiteX8" fmla="*/ 1260742 w 3839360"/>
                <a:gd name="connsiteY8" fmla="*/ 3055309 h 3264647"/>
                <a:gd name="connsiteX9" fmla="*/ 304820 w 3839360"/>
                <a:gd name="connsiteY9" fmla="*/ 2686819 h 3264647"/>
                <a:gd name="connsiteX10" fmla="*/ 31767 w 3839360"/>
                <a:gd name="connsiteY10" fmla="*/ 1428270 h 3264647"/>
                <a:gd name="connsiteX0" fmla="*/ 31767 w 3839360"/>
                <a:gd name="connsiteY0" fmla="*/ 1428270 h 3251442"/>
                <a:gd name="connsiteX1" fmla="*/ 921954 w 3839360"/>
                <a:gd name="connsiteY1" fmla="*/ 757990 h 3251442"/>
                <a:gd name="connsiteX2" fmla="*/ 2461115 w 3839360"/>
                <a:gd name="connsiteY2" fmla="*/ 237186 h 3251442"/>
                <a:gd name="connsiteX3" fmla="*/ 3548437 w 3839360"/>
                <a:gd name="connsiteY3" fmla="*/ 96124 h 3251442"/>
                <a:gd name="connsiteX4" fmla="*/ 3746528 w 3839360"/>
                <a:gd name="connsiteY4" fmla="*/ 918697 h 3251442"/>
                <a:gd name="connsiteX5" fmla="*/ 3665420 w 3839360"/>
                <a:gd name="connsiteY5" fmla="*/ 1596043 h 3251442"/>
                <a:gd name="connsiteX6" fmla="*/ 3140293 w 3839360"/>
                <a:gd name="connsiteY6" fmla="*/ 2414210 h 3251442"/>
                <a:gd name="connsiteX7" fmla="*/ 2267643 w 3839360"/>
                <a:gd name="connsiteY7" fmla="*/ 2924800 h 3251442"/>
                <a:gd name="connsiteX8" fmla="*/ 1260742 w 3839360"/>
                <a:gd name="connsiteY8" fmla="*/ 3055309 h 3251442"/>
                <a:gd name="connsiteX9" fmla="*/ 304820 w 3839360"/>
                <a:gd name="connsiteY9" fmla="*/ 2686819 h 3251442"/>
                <a:gd name="connsiteX10" fmla="*/ 31767 w 3839360"/>
                <a:gd name="connsiteY10" fmla="*/ 1428270 h 3251442"/>
                <a:gd name="connsiteX0" fmla="*/ 31767 w 3839360"/>
                <a:gd name="connsiteY0" fmla="*/ 1428270 h 3205306"/>
                <a:gd name="connsiteX1" fmla="*/ 921954 w 3839360"/>
                <a:gd name="connsiteY1" fmla="*/ 757990 h 3205306"/>
                <a:gd name="connsiteX2" fmla="*/ 2461115 w 3839360"/>
                <a:gd name="connsiteY2" fmla="*/ 237186 h 3205306"/>
                <a:gd name="connsiteX3" fmla="*/ 3548437 w 3839360"/>
                <a:gd name="connsiteY3" fmla="*/ 96124 h 3205306"/>
                <a:gd name="connsiteX4" fmla="*/ 3746528 w 3839360"/>
                <a:gd name="connsiteY4" fmla="*/ 918697 h 3205306"/>
                <a:gd name="connsiteX5" fmla="*/ 3665420 w 3839360"/>
                <a:gd name="connsiteY5" fmla="*/ 1596043 h 3205306"/>
                <a:gd name="connsiteX6" fmla="*/ 3140293 w 3839360"/>
                <a:gd name="connsiteY6" fmla="*/ 2414210 h 3205306"/>
                <a:gd name="connsiteX7" fmla="*/ 2267643 w 3839360"/>
                <a:gd name="connsiteY7" fmla="*/ 2924800 h 3205306"/>
                <a:gd name="connsiteX8" fmla="*/ 1260742 w 3839360"/>
                <a:gd name="connsiteY8" fmla="*/ 3055309 h 3205306"/>
                <a:gd name="connsiteX9" fmla="*/ 304820 w 3839360"/>
                <a:gd name="connsiteY9" fmla="*/ 2686819 h 3205306"/>
                <a:gd name="connsiteX10" fmla="*/ 31767 w 3839360"/>
                <a:gd name="connsiteY10" fmla="*/ 1428270 h 3205306"/>
                <a:gd name="connsiteX0" fmla="*/ 31767 w 3839360"/>
                <a:gd name="connsiteY0" fmla="*/ 1428270 h 3216790"/>
                <a:gd name="connsiteX1" fmla="*/ 921954 w 3839360"/>
                <a:gd name="connsiteY1" fmla="*/ 757990 h 3216790"/>
                <a:gd name="connsiteX2" fmla="*/ 2461115 w 3839360"/>
                <a:gd name="connsiteY2" fmla="*/ 237186 h 3216790"/>
                <a:gd name="connsiteX3" fmla="*/ 3548437 w 3839360"/>
                <a:gd name="connsiteY3" fmla="*/ 96124 h 3216790"/>
                <a:gd name="connsiteX4" fmla="*/ 3746528 w 3839360"/>
                <a:gd name="connsiteY4" fmla="*/ 918697 h 3216790"/>
                <a:gd name="connsiteX5" fmla="*/ 3665420 w 3839360"/>
                <a:gd name="connsiteY5" fmla="*/ 1596043 h 3216790"/>
                <a:gd name="connsiteX6" fmla="*/ 3140293 w 3839360"/>
                <a:gd name="connsiteY6" fmla="*/ 2414210 h 3216790"/>
                <a:gd name="connsiteX7" fmla="*/ 2267643 w 3839360"/>
                <a:gd name="connsiteY7" fmla="*/ 2924800 h 3216790"/>
                <a:gd name="connsiteX8" fmla="*/ 1260742 w 3839360"/>
                <a:gd name="connsiteY8" fmla="*/ 3055309 h 3216790"/>
                <a:gd name="connsiteX9" fmla="*/ 304820 w 3839360"/>
                <a:gd name="connsiteY9" fmla="*/ 2686819 h 3216790"/>
                <a:gd name="connsiteX10" fmla="*/ 31767 w 3839360"/>
                <a:gd name="connsiteY10" fmla="*/ 1428270 h 3216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39360" h="3216790">
                  <a:moveTo>
                    <a:pt x="31767" y="1428270"/>
                  </a:moveTo>
                  <a:cubicBezTo>
                    <a:pt x="-25060" y="854832"/>
                    <a:pt x="523866" y="796880"/>
                    <a:pt x="921954" y="757990"/>
                  </a:cubicBezTo>
                  <a:cubicBezTo>
                    <a:pt x="1605026" y="383089"/>
                    <a:pt x="1920558" y="395303"/>
                    <a:pt x="2461115" y="237186"/>
                  </a:cubicBezTo>
                  <a:cubicBezTo>
                    <a:pt x="2944710" y="136115"/>
                    <a:pt x="3083298" y="-147199"/>
                    <a:pt x="3548437" y="96124"/>
                  </a:cubicBezTo>
                  <a:cubicBezTo>
                    <a:pt x="3827406" y="380260"/>
                    <a:pt x="3824020" y="712053"/>
                    <a:pt x="3746528" y="918697"/>
                  </a:cubicBezTo>
                  <a:cubicBezTo>
                    <a:pt x="3863362" y="1143580"/>
                    <a:pt x="3903060" y="1317073"/>
                    <a:pt x="3665420" y="1596043"/>
                  </a:cubicBezTo>
                  <a:cubicBezTo>
                    <a:pt x="3602096" y="1826265"/>
                    <a:pt x="3742793" y="2190914"/>
                    <a:pt x="3140293" y="2414210"/>
                  </a:cubicBezTo>
                  <a:cubicBezTo>
                    <a:pt x="2978442" y="2833872"/>
                    <a:pt x="2911974" y="2803768"/>
                    <a:pt x="2267643" y="2924800"/>
                  </a:cubicBezTo>
                  <a:cubicBezTo>
                    <a:pt x="1764245" y="3356355"/>
                    <a:pt x="1599670" y="3228380"/>
                    <a:pt x="1260742" y="3055309"/>
                  </a:cubicBezTo>
                  <a:cubicBezTo>
                    <a:pt x="247173" y="3364821"/>
                    <a:pt x="478723" y="2833669"/>
                    <a:pt x="304820" y="2686819"/>
                  </a:cubicBezTo>
                  <a:cubicBezTo>
                    <a:pt x="99991" y="2415646"/>
                    <a:pt x="-73589" y="1761355"/>
                    <a:pt x="31767" y="1428270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7">
              <a:extLst>
                <a:ext uri="{FF2B5EF4-FFF2-40B4-BE49-F238E27FC236}">
                  <a16:creationId xmlns:a16="http://schemas.microsoft.com/office/drawing/2014/main" id="{1230E99E-06A9-6963-2C18-F2DF1928AB52}"/>
                </a:ext>
              </a:extLst>
            </p:cNvPr>
            <p:cNvSpPr/>
            <p:nvPr/>
          </p:nvSpPr>
          <p:spPr>
            <a:xfrm>
              <a:off x="2811529" y="2588177"/>
              <a:ext cx="5028829" cy="3981287"/>
            </a:xfrm>
            <a:custGeom>
              <a:avLst/>
              <a:gdLst>
                <a:gd name="connsiteX0" fmla="*/ 0 w 2371241"/>
                <a:gd name="connsiteY0" fmla="*/ 0 h 836909"/>
                <a:gd name="connsiteX1" fmla="*/ 2371241 w 2371241"/>
                <a:gd name="connsiteY1" fmla="*/ 0 h 836909"/>
                <a:gd name="connsiteX2" fmla="*/ 2371241 w 2371241"/>
                <a:gd name="connsiteY2" fmla="*/ 836909 h 836909"/>
                <a:gd name="connsiteX3" fmla="*/ 0 w 2371241"/>
                <a:gd name="connsiteY3" fmla="*/ 836909 h 836909"/>
                <a:gd name="connsiteX4" fmla="*/ 0 w 2371241"/>
                <a:gd name="connsiteY4" fmla="*/ 0 h 836909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2371241 w 3115160"/>
                <a:gd name="connsiteY2" fmla="*/ 2262754 h 2262754"/>
                <a:gd name="connsiteX3" fmla="*/ 0 w 3115160"/>
                <a:gd name="connsiteY3" fmla="*/ 2262754 h 2262754"/>
                <a:gd name="connsiteX4" fmla="*/ 0 w 3115160"/>
                <a:gd name="connsiteY4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371241 w 3115160"/>
                <a:gd name="connsiteY3" fmla="*/ 2262754 h 2262754"/>
                <a:gd name="connsiteX4" fmla="*/ 0 w 3115160"/>
                <a:gd name="connsiteY4" fmla="*/ 2262754 h 2262754"/>
                <a:gd name="connsiteX5" fmla="*/ 0 w 3115160"/>
                <a:gd name="connsiteY5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820691 w 3115160"/>
                <a:gd name="connsiteY3" fmla="*/ 1534333 h 2262754"/>
                <a:gd name="connsiteX4" fmla="*/ 2371241 w 3115160"/>
                <a:gd name="connsiteY4" fmla="*/ 2262754 h 2262754"/>
                <a:gd name="connsiteX5" fmla="*/ 0 w 3115160"/>
                <a:gd name="connsiteY5" fmla="*/ 2262754 h 2262754"/>
                <a:gd name="connsiteX6" fmla="*/ 0 w 3115160"/>
                <a:gd name="connsiteY6" fmla="*/ 1425845 h 2262754"/>
                <a:gd name="connsiteX0" fmla="*/ 0 w 3115160"/>
                <a:gd name="connsiteY0" fmla="*/ 1425845 h 2293750"/>
                <a:gd name="connsiteX1" fmla="*/ 3115160 w 3115160"/>
                <a:gd name="connsiteY1" fmla="*/ 0 h 2293750"/>
                <a:gd name="connsiteX2" fmla="*/ 3053165 w 3115160"/>
                <a:gd name="connsiteY2" fmla="*/ 728421 h 2293750"/>
                <a:gd name="connsiteX3" fmla="*/ 2820691 w 3115160"/>
                <a:gd name="connsiteY3" fmla="*/ 1534333 h 2293750"/>
                <a:gd name="connsiteX4" fmla="*/ 1952787 w 3115160"/>
                <a:gd name="connsiteY4" fmla="*/ 2293750 h 2293750"/>
                <a:gd name="connsiteX5" fmla="*/ 0 w 3115160"/>
                <a:gd name="connsiteY5" fmla="*/ 2262754 h 2293750"/>
                <a:gd name="connsiteX6" fmla="*/ 0 w 3115160"/>
                <a:gd name="connsiteY6" fmla="*/ 1425845 h 2293750"/>
                <a:gd name="connsiteX0" fmla="*/ 0 w 3115160"/>
                <a:gd name="connsiteY0" fmla="*/ 1425845 h 2603953"/>
                <a:gd name="connsiteX1" fmla="*/ 3115160 w 3115160"/>
                <a:gd name="connsiteY1" fmla="*/ 0 h 2603953"/>
                <a:gd name="connsiteX2" fmla="*/ 3053165 w 3115160"/>
                <a:gd name="connsiteY2" fmla="*/ 728421 h 2603953"/>
                <a:gd name="connsiteX3" fmla="*/ 2820691 w 3115160"/>
                <a:gd name="connsiteY3" fmla="*/ 1534333 h 2603953"/>
                <a:gd name="connsiteX4" fmla="*/ 1952787 w 3115160"/>
                <a:gd name="connsiteY4" fmla="*/ 2293750 h 2603953"/>
                <a:gd name="connsiteX5" fmla="*/ 635429 w 3115160"/>
                <a:gd name="connsiteY5" fmla="*/ 2603716 h 2603953"/>
                <a:gd name="connsiteX6" fmla="*/ 0 w 3115160"/>
                <a:gd name="connsiteY6" fmla="*/ 2262754 h 2603953"/>
                <a:gd name="connsiteX7" fmla="*/ 0 w 3115160"/>
                <a:gd name="connsiteY7" fmla="*/ 1425845 h 2603953"/>
                <a:gd name="connsiteX0" fmla="*/ 263472 w 3378632"/>
                <a:gd name="connsiteY0" fmla="*/ 1425845 h 2603953"/>
                <a:gd name="connsiteX1" fmla="*/ 3378632 w 3378632"/>
                <a:gd name="connsiteY1" fmla="*/ 0 h 2603953"/>
                <a:gd name="connsiteX2" fmla="*/ 3316637 w 3378632"/>
                <a:gd name="connsiteY2" fmla="*/ 728421 h 2603953"/>
                <a:gd name="connsiteX3" fmla="*/ 3084163 w 3378632"/>
                <a:gd name="connsiteY3" fmla="*/ 1534333 h 2603953"/>
                <a:gd name="connsiteX4" fmla="*/ 2216259 w 3378632"/>
                <a:gd name="connsiteY4" fmla="*/ 2293750 h 2603953"/>
                <a:gd name="connsiteX5" fmla="*/ 898901 w 3378632"/>
                <a:gd name="connsiteY5" fmla="*/ 2603716 h 2603953"/>
                <a:gd name="connsiteX6" fmla="*/ 0 w 3378632"/>
                <a:gd name="connsiteY6" fmla="*/ 2092273 h 2603953"/>
                <a:gd name="connsiteX7" fmla="*/ 263472 w 3378632"/>
                <a:gd name="connsiteY7" fmla="*/ 1425845 h 2603953"/>
                <a:gd name="connsiteX0" fmla="*/ 0 w 3611106"/>
                <a:gd name="connsiteY0" fmla="*/ 1332855 h 2603953"/>
                <a:gd name="connsiteX1" fmla="*/ 3611106 w 3611106"/>
                <a:gd name="connsiteY1" fmla="*/ 0 h 2603953"/>
                <a:gd name="connsiteX2" fmla="*/ 3549111 w 3611106"/>
                <a:gd name="connsiteY2" fmla="*/ 728421 h 2603953"/>
                <a:gd name="connsiteX3" fmla="*/ 3316637 w 3611106"/>
                <a:gd name="connsiteY3" fmla="*/ 1534333 h 2603953"/>
                <a:gd name="connsiteX4" fmla="*/ 2448733 w 3611106"/>
                <a:gd name="connsiteY4" fmla="*/ 2293750 h 2603953"/>
                <a:gd name="connsiteX5" fmla="*/ 1131375 w 3611106"/>
                <a:gd name="connsiteY5" fmla="*/ 2603716 h 2603953"/>
                <a:gd name="connsiteX6" fmla="*/ 232474 w 3611106"/>
                <a:gd name="connsiteY6" fmla="*/ 2092273 h 2603953"/>
                <a:gd name="connsiteX7" fmla="*/ 0 w 3611106"/>
                <a:gd name="connsiteY7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3611106 w 3611106"/>
                <a:gd name="connsiteY2" fmla="*/ 0 h 2603953"/>
                <a:gd name="connsiteX3" fmla="*/ 3549111 w 3611106"/>
                <a:gd name="connsiteY3" fmla="*/ 728421 h 2603953"/>
                <a:gd name="connsiteX4" fmla="*/ 3316637 w 3611106"/>
                <a:gd name="connsiteY4" fmla="*/ 1534333 h 2603953"/>
                <a:gd name="connsiteX5" fmla="*/ 2448733 w 3611106"/>
                <a:gd name="connsiteY5" fmla="*/ 2293750 h 2603953"/>
                <a:gd name="connsiteX6" fmla="*/ 1131375 w 3611106"/>
                <a:gd name="connsiteY6" fmla="*/ 2603716 h 2603953"/>
                <a:gd name="connsiteX7" fmla="*/ 232474 w 3611106"/>
                <a:gd name="connsiteY7" fmla="*/ 2092273 h 2603953"/>
                <a:gd name="connsiteX8" fmla="*/ 0 w 3611106"/>
                <a:gd name="connsiteY8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2588216 w 3611106"/>
                <a:gd name="connsiteY2" fmla="*/ 154984 h 2603953"/>
                <a:gd name="connsiteX3" fmla="*/ 3611106 w 3611106"/>
                <a:gd name="connsiteY3" fmla="*/ 0 h 2603953"/>
                <a:gd name="connsiteX4" fmla="*/ 3549111 w 3611106"/>
                <a:gd name="connsiteY4" fmla="*/ 728421 h 2603953"/>
                <a:gd name="connsiteX5" fmla="*/ 3316637 w 3611106"/>
                <a:gd name="connsiteY5" fmla="*/ 1534333 h 2603953"/>
                <a:gd name="connsiteX6" fmla="*/ 2448733 w 3611106"/>
                <a:gd name="connsiteY6" fmla="*/ 2293750 h 2603953"/>
                <a:gd name="connsiteX7" fmla="*/ 1131375 w 3611106"/>
                <a:gd name="connsiteY7" fmla="*/ 2603716 h 2603953"/>
                <a:gd name="connsiteX8" fmla="*/ 232474 w 3611106"/>
                <a:gd name="connsiteY8" fmla="*/ 2092273 h 2603953"/>
                <a:gd name="connsiteX9" fmla="*/ 0 w 3611106"/>
                <a:gd name="connsiteY9" fmla="*/ 1332855 h 2603953"/>
                <a:gd name="connsiteX0" fmla="*/ 0 w 3611106"/>
                <a:gd name="connsiteY0" fmla="*/ 1431577 h 2702675"/>
                <a:gd name="connsiteX1" fmla="*/ 929898 w 3611106"/>
                <a:gd name="connsiteY1" fmla="*/ 765150 h 2702675"/>
                <a:gd name="connsiteX2" fmla="*/ 2588216 w 3611106"/>
                <a:gd name="connsiteY2" fmla="*/ 253706 h 2702675"/>
                <a:gd name="connsiteX3" fmla="*/ 3611106 w 3611106"/>
                <a:gd name="connsiteY3" fmla="*/ 98722 h 2702675"/>
                <a:gd name="connsiteX4" fmla="*/ 3549111 w 3611106"/>
                <a:gd name="connsiteY4" fmla="*/ 827143 h 2702675"/>
                <a:gd name="connsiteX5" fmla="*/ 3316637 w 3611106"/>
                <a:gd name="connsiteY5" fmla="*/ 1633055 h 2702675"/>
                <a:gd name="connsiteX6" fmla="*/ 2448733 w 3611106"/>
                <a:gd name="connsiteY6" fmla="*/ 2392472 h 2702675"/>
                <a:gd name="connsiteX7" fmla="*/ 1131375 w 3611106"/>
                <a:gd name="connsiteY7" fmla="*/ 2702438 h 2702675"/>
                <a:gd name="connsiteX8" fmla="*/ 232474 w 3611106"/>
                <a:gd name="connsiteY8" fmla="*/ 2190995 h 2702675"/>
                <a:gd name="connsiteX9" fmla="*/ 0 w 3611106"/>
                <a:gd name="connsiteY9" fmla="*/ 1431577 h 2702675"/>
                <a:gd name="connsiteX0" fmla="*/ 0 w 3611106"/>
                <a:gd name="connsiteY0" fmla="*/ 1451565 h 2722663"/>
                <a:gd name="connsiteX1" fmla="*/ 929898 w 3611106"/>
                <a:gd name="connsiteY1" fmla="*/ 785138 h 2722663"/>
                <a:gd name="connsiteX2" fmla="*/ 2588216 w 3611106"/>
                <a:gd name="connsiteY2" fmla="*/ 273694 h 2722663"/>
                <a:gd name="connsiteX3" fmla="*/ 3611106 w 3611106"/>
                <a:gd name="connsiteY3" fmla="*/ 118710 h 2722663"/>
                <a:gd name="connsiteX4" fmla="*/ 3549111 w 3611106"/>
                <a:gd name="connsiteY4" fmla="*/ 847131 h 2722663"/>
                <a:gd name="connsiteX5" fmla="*/ 3316637 w 3611106"/>
                <a:gd name="connsiteY5" fmla="*/ 1653043 h 2722663"/>
                <a:gd name="connsiteX6" fmla="*/ 2448733 w 3611106"/>
                <a:gd name="connsiteY6" fmla="*/ 2412460 h 2722663"/>
                <a:gd name="connsiteX7" fmla="*/ 1131375 w 3611106"/>
                <a:gd name="connsiteY7" fmla="*/ 2722426 h 2722663"/>
                <a:gd name="connsiteX8" fmla="*/ 232474 w 3611106"/>
                <a:gd name="connsiteY8" fmla="*/ 2210983 h 2722663"/>
                <a:gd name="connsiteX9" fmla="*/ 0 w 3611106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811556"/>
                <a:gd name="connsiteX1" fmla="*/ 929898 w 3736247"/>
                <a:gd name="connsiteY1" fmla="*/ 785138 h 2811556"/>
                <a:gd name="connsiteX2" fmla="*/ 2588216 w 3736247"/>
                <a:gd name="connsiteY2" fmla="*/ 273694 h 2811556"/>
                <a:gd name="connsiteX3" fmla="*/ 3611106 w 3736247"/>
                <a:gd name="connsiteY3" fmla="*/ 118710 h 2811556"/>
                <a:gd name="connsiteX4" fmla="*/ 3549111 w 3736247"/>
                <a:gd name="connsiteY4" fmla="*/ 847131 h 2811556"/>
                <a:gd name="connsiteX5" fmla="*/ 3316637 w 3736247"/>
                <a:gd name="connsiteY5" fmla="*/ 1653043 h 2811556"/>
                <a:gd name="connsiteX6" fmla="*/ 2448733 w 3736247"/>
                <a:gd name="connsiteY6" fmla="*/ 2412460 h 2811556"/>
                <a:gd name="connsiteX7" fmla="*/ 1131375 w 3736247"/>
                <a:gd name="connsiteY7" fmla="*/ 2722426 h 2811556"/>
                <a:gd name="connsiteX8" fmla="*/ 232474 w 3736247"/>
                <a:gd name="connsiteY8" fmla="*/ 2210983 h 2811556"/>
                <a:gd name="connsiteX9" fmla="*/ 0 w 3736247"/>
                <a:gd name="connsiteY9" fmla="*/ 1451565 h 2811556"/>
                <a:gd name="connsiteX0" fmla="*/ 0 w 3736247"/>
                <a:gd name="connsiteY0" fmla="*/ 1451565 h 2878493"/>
                <a:gd name="connsiteX1" fmla="*/ 929898 w 3736247"/>
                <a:gd name="connsiteY1" fmla="*/ 785138 h 2878493"/>
                <a:gd name="connsiteX2" fmla="*/ 2588216 w 3736247"/>
                <a:gd name="connsiteY2" fmla="*/ 273694 h 2878493"/>
                <a:gd name="connsiteX3" fmla="*/ 3611106 w 3736247"/>
                <a:gd name="connsiteY3" fmla="*/ 118710 h 2878493"/>
                <a:gd name="connsiteX4" fmla="*/ 3549111 w 3736247"/>
                <a:gd name="connsiteY4" fmla="*/ 847131 h 2878493"/>
                <a:gd name="connsiteX5" fmla="*/ 3316637 w 3736247"/>
                <a:gd name="connsiteY5" fmla="*/ 1653043 h 2878493"/>
                <a:gd name="connsiteX6" fmla="*/ 2448733 w 3736247"/>
                <a:gd name="connsiteY6" fmla="*/ 2412460 h 2878493"/>
                <a:gd name="connsiteX7" fmla="*/ 1131375 w 3736247"/>
                <a:gd name="connsiteY7" fmla="*/ 2722426 h 2878493"/>
                <a:gd name="connsiteX8" fmla="*/ 232474 w 3736247"/>
                <a:gd name="connsiteY8" fmla="*/ 2210983 h 2878493"/>
                <a:gd name="connsiteX9" fmla="*/ 0 w 3736247"/>
                <a:gd name="connsiteY9" fmla="*/ 1451565 h 2878493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210983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47130 w 3837981"/>
                <a:gd name="connsiteY1" fmla="*/ 847131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5742"/>
                <a:gd name="connsiteX1" fmla="*/ 1047130 w 3837981"/>
                <a:gd name="connsiteY1" fmla="*/ 847131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51565 h 2855742"/>
                <a:gd name="connsiteX1" fmla="*/ 811270 w 3837981"/>
                <a:gd name="connsiteY1" fmla="*/ 725135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87265 h 2891442"/>
                <a:gd name="connsiteX1" fmla="*/ 811270 w 3837981"/>
                <a:gd name="connsiteY1" fmla="*/ 760835 h 2891442"/>
                <a:gd name="connsiteX2" fmla="*/ 2567954 w 3837981"/>
                <a:gd name="connsiteY2" fmla="*/ 154866 h 2891442"/>
                <a:gd name="connsiteX3" fmla="*/ 3712840 w 3837981"/>
                <a:gd name="connsiteY3" fmla="*/ 154410 h 2891442"/>
                <a:gd name="connsiteX4" fmla="*/ 3650845 w 3837981"/>
                <a:gd name="connsiteY4" fmla="*/ 882831 h 2891442"/>
                <a:gd name="connsiteX5" fmla="*/ 3418371 w 3837981"/>
                <a:gd name="connsiteY5" fmla="*/ 1688743 h 2891442"/>
                <a:gd name="connsiteX6" fmla="*/ 2493317 w 3837981"/>
                <a:gd name="connsiteY6" fmla="*/ 2454510 h 2891442"/>
                <a:gd name="connsiteX7" fmla="*/ 1295102 w 3837981"/>
                <a:gd name="connsiteY7" fmla="*/ 2711631 h 2891442"/>
                <a:gd name="connsiteX8" fmla="*/ 334208 w 3837981"/>
                <a:gd name="connsiteY8" fmla="*/ 2200188 h 2891442"/>
                <a:gd name="connsiteX9" fmla="*/ 101734 w 3837981"/>
                <a:gd name="connsiteY9" fmla="*/ 1487265 h 2891442"/>
                <a:gd name="connsiteX0" fmla="*/ 101734 w 3837981"/>
                <a:gd name="connsiteY0" fmla="*/ 1516629 h 2920806"/>
                <a:gd name="connsiteX1" fmla="*/ 811270 w 3837981"/>
                <a:gd name="connsiteY1" fmla="*/ 790199 h 2920806"/>
                <a:gd name="connsiteX2" fmla="*/ 2567954 w 3837981"/>
                <a:gd name="connsiteY2" fmla="*/ 184230 h 2920806"/>
                <a:gd name="connsiteX3" fmla="*/ 3628753 w 3837981"/>
                <a:gd name="connsiteY3" fmla="*/ 0 h 2920806"/>
                <a:gd name="connsiteX4" fmla="*/ 3712840 w 3837981"/>
                <a:gd name="connsiteY4" fmla="*/ 183774 h 2920806"/>
                <a:gd name="connsiteX5" fmla="*/ 3650845 w 3837981"/>
                <a:gd name="connsiteY5" fmla="*/ 912195 h 2920806"/>
                <a:gd name="connsiteX6" fmla="*/ 3418371 w 3837981"/>
                <a:gd name="connsiteY6" fmla="*/ 1718107 h 2920806"/>
                <a:gd name="connsiteX7" fmla="*/ 2493317 w 3837981"/>
                <a:gd name="connsiteY7" fmla="*/ 2483874 h 2920806"/>
                <a:gd name="connsiteX8" fmla="*/ 1295102 w 3837981"/>
                <a:gd name="connsiteY8" fmla="*/ 2740995 h 2920806"/>
                <a:gd name="connsiteX9" fmla="*/ 334208 w 3837981"/>
                <a:gd name="connsiteY9" fmla="*/ 2229552 h 2920806"/>
                <a:gd name="connsiteX10" fmla="*/ 101734 w 3837981"/>
                <a:gd name="connsiteY10" fmla="*/ 1516629 h 2920806"/>
                <a:gd name="connsiteX0" fmla="*/ 101734 w 3837981"/>
                <a:gd name="connsiteY0" fmla="*/ 1416215 h 2820392"/>
                <a:gd name="connsiteX1" fmla="*/ 811270 w 3837981"/>
                <a:gd name="connsiteY1" fmla="*/ 689785 h 2820392"/>
                <a:gd name="connsiteX2" fmla="*/ 2567954 w 3837981"/>
                <a:gd name="connsiteY2" fmla="*/ 83816 h 2820392"/>
                <a:gd name="connsiteX3" fmla="*/ 3712840 w 3837981"/>
                <a:gd name="connsiteY3" fmla="*/ 83360 h 2820392"/>
                <a:gd name="connsiteX4" fmla="*/ 3650845 w 3837981"/>
                <a:gd name="connsiteY4" fmla="*/ 811781 h 2820392"/>
                <a:gd name="connsiteX5" fmla="*/ 3418371 w 3837981"/>
                <a:gd name="connsiteY5" fmla="*/ 1617693 h 2820392"/>
                <a:gd name="connsiteX6" fmla="*/ 2493317 w 3837981"/>
                <a:gd name="connsiteY6" fmla="*/ 2383460 h 2820392"/>
                <a:gd name="connsiteX7" fmla="*/ 1295102 w 3837981"/>
                <a:gd name="connsiteY7" fmla="*/ 2640581 h 2820392"/>
                <a:gd name="connsiteX8" fmla="*/ 334208 w 3837981"/>
                <a:gd name="connsiteY8" fmla="*/ 2129138 h 2820392"/>
                <a:gd name="connsiteX9" fmla="*/ 101734 w 3837981"/>
                <a:gd name="connsiteY9" fmla="*/ 1416215 h 2820392"/>
                <a:gd name="connsiteX0" fmla="*/ 101734 w 3791849"/>
                <a:gd name="connsiteY0" fmla="*/ 1556864 h 2961041"/>
                <a:gd name="connsiteX1" fmla="*/ 811270 w 3791849"/>
                <a:gd name="connsiteY1" fmla="*/ 830434 h 2961041"/>
                <a:gd name="connsiteX2" fmla="*/ 2567954 w 3791849"/>
                <a:gd name="connsiteY2" fmla="*/ 224465 h 2961041"/>
                <a:gd name="connsiteX3" fmla="*/ 3647775 w 3791849"/>
                <a:gd name="connsiteY3" fmla="*/ 36949 h 2961041"/>
                <a:gd name="connsiteX4" fmla="*/ 3650845 w 3791849"/>
                <a:gd name="connsiteY4" fmla="*/ 952430 h 2961041"/>
                <a:gd name="connsiteX5" fmla="*/ 3418371 w 3791849"/>
                <a:gd name="connsiteY5" fmla="*/ 1758342 h 2961041"/>
                <a:gd name="connsiteX6" fmla="*/ 2493317 w 3791849"/>
                <a:gd name="connsiteY6" fmla="*/ 2524109 h 2961041"/>
                <a:gd name="connsiteX7" fmla="*/ 1295102 w 3791849"/>
                <a:gd name="connsiteY7" fmla="*/ 2781230 h 2961041"/>
                <a:gd name="connsiteX8" fmla="*/ 334208 w 3791849"/>
                <a:gd name="connsiteY8" fmla="*/ 2269787 h 2961041"/>
                <a:gd name="connsiteX9" fmla="*/ 101734 w 3791849"/>
                <a:gd name="connsiteY9" fmla="*/ 1556864 h 2961041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418371 w 3791849"/>
                <a:gd name="connsiteY5" fmla="*/ 1809054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2411986 w 3791849"/>
                <a:gd name="connsiteY6" fmla="*/ 2753749 h 3110574"/>
                <a:gd name="connsiteX7" fmla="*/ 1295102 w 3791849"/>
                <a:gd name="connsiteY7" fmla="*/ 2831942 h 3110574"/>
                <a:gd name="connsiteX8" fmla="*/ 334208 w 3791849"/>
                <a:gd name="connsiteY8" fmla="*/ 2320499 h 3110574"/>
                <a:gd name="connsiteX9" fmla="*/ 101734 w 3791849"/>
                <a:gd name="connsiteY9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62269"/>
                <a:gd name="connsiteX1" fmla="*/ 811270 w 3791849"/>
                <a:gd name="connsiteY1" fmla="*/ 881146 h 3162269"/>
                <a:gd name="connsiteX2" fmla="*/ 2567954 w 3791849"/>
                <a:gd name="connsiteY2" fmla="*/ 275177 h 3162269"/>
                <a:gd name="connsiteX3" fmla="*/ 3647775 w 3791849"/>
                <a:gd name="connsiteY3" fmla="*/ 87661 h 3162269"/>
                <a:gd name="connsiteX4" fmla="*/ 3650845 w 3791849"/>
                <a:gd name="connsiteY4" fmla="*/ 1003142 h 3162269"/>
                <a:gd name="connsiteX5" fmla="*/ 3532234 w 3791849"/>
                <a:gd name="connsiteY5" fmla="*/ 1711457 h 3162269"/>
                <a:gd name="connsiteX6" fmla="*/ 3254632 w 3791849"/>
                <a:gd name="connsiteY6" fmla="*/ 2343809 h 3162269"/>
                <a:gd name="connsiteX7" fmla="*/ 2411986 w 3791849"/>
                <a:gd name="connsiteY7" fmla="*/ 2753749 h 3162269"/>
                <a:gd name="connsiteX8" fmla="*/ 1262570 w 3791849"/>
                <a:gd name="connsiteY8" fmla="*/ 2953938 h 3162269"/>
                <a:gd name="connsiteX9" fmla="*/ 334208 w 3791849"/>
                <a:gd name="connsiteY9" fmla="*/ 2320499 h 3162269"/>
                <a:gd name="connsiteX10" fmla="*/ 101734 w 3791849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38887 w 3837135"/>
                <a:gd name="connsiteY0" fmla="*/ 1566911 h 3162269"/>
                <a:gd name="connsiteX1" fmla="*/ 856556 w 3837135"/>
                <a:gd name="connsiteY1" fmla="*/ 881146 h 3162269"/>
                <a:gd name="connsiteX2" fmla="*/ 2613240 w 3837135"/>
                <a:gd name="connsiteY2" fmla="*/ 275177 h 3162269"/>
                <a:gd name="connsiteX3" fmla="*/ 3693061 w 3837135"/>
                <a:gd name="connsiteY3" fmla="*/ 87661 h 3162269"/>
                <a:gd name="connsiteX4" fmla="*/ 3696131 w 3837135"/>
                <a:gd name="connsiteY4" fmla="*/ 1003142 h 3162269"/>
                <a:gd name="connsiteX5" fmla="*/ 3577520 w 3837135"/>
                <a:gd name="connsiteY5" fmla="*/ 1711457 h 3162269"/>
                <a:gd name="connsiteX6" fmla="*/ 3299918 w 3837135"/>
                <a:gd name="connsiteY6" fmla="*/ 2343809 h 3162269"/>
                <a:gd name="connsiteX7" fmla="*/ 2457272 w 3837135"/>
                <a:gd name="connsiteY7" fmla="*/ 2753749 h 3162269"/>
                <a:gd name="connsiteX8" fmla="*/ 1307856 w 3837135"/>
                <a:gd name="connsiteY8" fmla="*/ 2953938 h 3162269"/>
                <a:gd name="connsiteX9" fmla="*/ 314430 w 3837135"/>
                <a:gd name="connsiteY9" fmla="*/ 2678355 h 3162269"/>
                <a:gd name="connsiteX10" fmla="*/ 138887 w 3837135"/>
                <a:gd name="connsiteY10" fmla="*/ 1566911 h 3162269"/>
                <a:gd name="connsiteX0" fmla="*/ 125755 w 3824003"/>
                <a:gd name="connsiteY0" fmla="*/ 1566911 h 3162269"/>
                <a:gd name="connsiteX1" fmla="*/ 843424 w 3824003"/>
                <a:gd name="connsiteY1" fmla="*/ 881146 h 3162269"/>
                <a:gd name="connsiteX2" fmla="*/ 2600108 w 3824003"/>
                <a:gd name="connsiteY2" fmla="*/ 275177 h 3162269"/>
                <a:gd name="connsiteX3" fmla="*/ 3679929 w 3824003"/>
                <a:gd name="connsiteY3" fmla="*/ 87661 h 3162269"/>
                <a:gd name="connsiteX4" fmla="*/ 3682999 w 3824003"/>
                <a:gd name="connsiteY4" fmla="*/ 1003142 h 3162269"/>
                <a:gd name="connsiteX5" fmla="*/ 3564388 w 3824003"/>
                <a:gd name="connsiteY5" fmla="*/ 1711457 h 3162269"/>
                <a:gd name="connsiteX6" fmla="*/ 3286786 w 3824003"/>
                <a:gd name="connsiteY6" fmla="*/ 2343809 h 3162269"/>
                <a:gd name="connsiteX7" fmla="*/ 2444140 w 3824003"/>
                <a:gd name="connsiteY7" fmla="*/ 2753749 h 3162269"/>
                <a:gd name="connsiteX8" fmla="*/ 1294724 w 3824003"/>
                <a:gd name="connsiteY8" fmla="*/ 2953938 h 3162269"/>
                <a:gd name="connsiteX9" fmla="*/ 301298 w 3824003"/>
                <a:gd name="connsiteY9" fmla="*/ 2678355 h 3162269"/>
                <a:gd name="connsiteX10" fmla="*/ 17290 w 3824003"/>
                <a:gd name="connsiteY10" fmla="*/ 2229946 h 3162269"/>
                <a:gd name="connsiteX11" fmla="*/ 125755 w 3824003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1036271 w 3881836"/>
                <a:gd name="connsiteY1" fmla="*/ 749527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1036271 w 3881836"/>
                <a:gd name="connsiteY1" fmla="*/ 749527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75374 h 3170732"/>
                <a:gd name="connsiteX1" fmla="*/ 1036271 w 3881836"/>
                <a:gd name="connsiteY1" fmla="*/ 757990 h 3170732"/>
                <a:gd name="connsiteX2" fmla="*/ 2575432 w 3881836"/>
                <a:gd name="connsiteY2" fmla="*/ 237186 h 3170732"/>
                <a:gd name="connsiteX3" fmla="*/ 3737762 w 3881836"/>
                <a:gd name="connsiteY3" fmla="*/ 96124 h 3170732"/>
                <a:gd name="connsiteX4" fmla="*/ 3740832 w 3881836"/>
                <a:gd name="connsiteY4" fmla="*/ 1011605 h 3170732"/>
                <a:gd name="connsiteX5" fmla="*/ 3622221 w 3881836"/>
                <a:gd name="connsiteY5" fmla="*/ 1719920 h 3170732"/>
                <a:gd name="connsiteX6" fmla="*/ 3344619 w 3881836"/>
                <a:gd name="connsiteY6" fmla="*/ 2352272 h 3170732"/>
                <a:gd name="connsiteX7" fmla="*/ 2501973 w 3881836"/>
                <a:gd name="connsiteY7" fmla="*/ 2762212 h 3170732"/>
                <a:gd name="connsiteX8" fmla="*/ 1352557 w 3881836"/>
                <a:gd name="connsiteY8" fmla="*/ 2962401 h 3170732"/>
                <a:gd name="connsiteX9" fmla="*/ 359131 w 3881836"/>
                <a:gd name="connsiteY9" fmla="*/ 2686818 h 3170732"/>
                <a:gd name="connsiteX10" fmla="*/ 75123 w 3881836"/>
                <a:gd name="connsiteY10" fmla="*/ 2238409 h 3170732"/>
                <a:gd name="connsiteX11" fmla="*/ 183588 w 3881836"/>
                <a:gd name="connsiteY11" fmla="*/ 1575374 h 3170732"/>
                <a:gd name="connsiteX0" fmla="*/ 157019 w 3892771"/>
                <a:gd name="connsiteY0" fmla="*/ 1428270 h 3170732"/>
                <a:gd name="connsiteX1" fmla="*/ 1047206 w 3892771"/>
                <a:gd name="connsiteY1" fmla="*/ 757990 h 3170732"/>
                <a:gd name="connsiteX2" fmla="*/ 2586367 w 3892771"/>
                <a:gd name="connsiteY2" fmla="*/ 237186 h 3170732"/>
                <a:gd name="connsiteX3" fmla="*/ 3748697 w 3892771"/>
                <a:gd name="connsiteY3" fmla="*/ 96124 h 3170732"/>
                <a:gd name="connsiteX4" fmla="*/ 3751767 w 3892771"/>
                <a:gd name="connsiteY4" fmla="*/ 1011605 h 3170732"/>
                <a:gd name="connsiteX5" fmla="*/ 3633156 w 3892771"/>
                <a:gd name="connsiteY5" fmla="*/ 1719920 h 3170732"/>
                <a:gd name="connsiteX6" fmla="*/ 3355554 w 3892771"/>
                <a:gd name="connsiteY6" fmla="*/ 2352272 h 3170732"/>
                <a:gd name="connsiteX7" fmla="*/ 2512908 w 3892771"/>
                <a:gd name="connsiteY7" fmla="*/ 2762212 h 3170732"/>
                <a:gd name="connsiteX8" fmla="*/ 1363492 w 3892771"/>
                <a:gd name="connsiteY8" fmla="*/ 2962401 h 3170732"/>
                <a:gd name="connsiteX9" fmla="*/ 370066 w 3892771"/>
                <a:gd name="connsiteY9" fmla="*/ 2686818 h 3170732"/>
                <a:gd name="connsiteX10" fmla="*/ 86058 w 3892771"/>
                <a:gd name="connsiteY10" fmla="*/ 2238409 h 3170732"/>
                <a:gd name="connsiteX11" fmla="*/ 157019 w 3892771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36402 w 3959107"/>
                <a:gd name="connsiteY9" fmla="*/ 2686818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36402 w 3959107"/>
                <a:gd name="connsiteY9" fmla="*/ 2686818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81406 w 3959107"/>
                <a:gd name="connsiteY9" fmla="*/ 2756499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81406 w 3959107"/>
                <a:gd name="connsiteY9" fmla="*/ 2756499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218661"/>
                <a:gd name="connsiteX1" fmla="*/ 1113542 w 3959107"/>
                <a:gd name="connsiteY1" fmla="*/ 757990 h 3218661"/>
                <a:gd name="connsiteX2" fmla="*/ 2652703 w 3959107"/>
                <a:gd name="connsiteY2" fmla="*/ 237186 h 3218661"/>
                <a:gd name="connsiteX3" fmla="*/ 3815033 w 3959107"/>
                <a:gd name="connsiteY3" fmla="*/ 96124 h 3218661"/>
                <a:gd name="connsiteX4" fmla="*/ 3818103 w 3959107"/>
                <a:gd name="connsiteY4" fmla="*/ 1011605 h 3218661"/>
                <a:gd name="connsiteX5" fmla="*/ 3699492 w 3959107"/>
                <a:gd name="connsiteY5" fmla="*/ 1719920 h 3218661"/>
                <a:gd name="connsiteX6" fmla="*/ 3421890 w 3959107"/>
                <a:gd name="connsiteY6" fmla="*/ 2352272 h 3218661"/>
                <a:gd name="connsiteX7" fmla="*/ 2579244 w 3959107"/>
                <a:gd name="connsiteY7" fmla="*/ 2762212 h 3218661"/>
                <a:gd name="connsiteX8" fmla="*/ 1452330 w 3959107"/>
                <a:gd name="connsiteY8" fmla="*/ 3055309 h 3218661"/>
                <a:gd name="connsiteX9" fmla="*/ 481406 w 3959107"/>
                <a:gd name="connsiteY9" fmla="*/ 2756499 h 3218661"/>
                <a:gd name="connsiteX10" fmla="*/ 152394 w 3959107"/>
                <a:gd name="connsiteY10" fmla="*/ 2238409 h 3218661"/>
                <a:gd name="connsiteX11" fmla="*/ 223355 w 3959107"/>
                <a:gd name="connsiteY11" fmla="*/ 1428270 h 3218661"/>
                <a:gd name="connsiteX0" fmla="*/ 223355 w 3959107"/>
                <a:gd name="connsiteY0" fmla="*/ 1428270 h 3271897"/>
                <a:gd name="connsiteX1" fmla="*/ 1113542 w 3959107"/>
                <a:gd name="connsiteY1" fmla="*/ 757990 h 3271897"/>
                <a:gd name="connsiteX2" fmla="*/ 2652703 w 3959107"/>
                <a:gd name="connsiteY2" fmla="*/ 237186 h 3271897"/>
                <a:gd name="connsiteX3" fmla="*/ 3815033 w 3959107"/>
                <a:gd name="connsiteY3" fmla="*/ 96124 h 3271897"/>
                <a:gd name="connsiteX4" fmla="*/ 3818103 w 3959107"/>
                <a:gd name="connsiteY4" fmla="*/ 1011605 h 3271897"/>
                <a:gd name="connsiteX5" fmla="*/ 3699492 w 3959107"/>
                <a:gd name="connsiteY5" fmla="*/ 1719920 h 3271897"/>
                <a:gd name="connsiteX6" fmla="*/ 3421890 w 3959107"/>
                <a:gd name="connsiteY6" fmla="*/ 2352272 h 3271897"/>
                <a:gd name="connsiteX7" fmla="*/ 2631749 w 3959107"/>
                <a:gd name="connsiteY7" fmla="*/ 2870604 h 3271897"/>
                <a:gd name="connsiteX8" fmla="*/ 1452330 w 3959107"/>
                <a:gd name="connsiteY8" fmla="*/ 3055309 h 3271897"/>
                <a:gd name="connsiteX9" fmla="*/ 481406 w 3959107"/>
                <a:gd name="connsiteY9" fmla="*/ 2756499 h 3271897"/>
                <a:gd name="connsiteX10" fmla="*/ 152394 w 3959107"/>
                <a:gd name="connsiteY10" fmla="*/ 2238409 h 3271897"/>
                <a:gd name="connsiteX11" fmla="*/ 223355 w 3959107"/>
                <a:gd name="connsiteY11" fmla="*/ 1428270 h 3271897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759498 w 3959107"/>
                <a:gd name="connsiteY5" fmla="*/ 1704435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60117"/>
                <a:gd name="connsiteY0" fmla="*/ 1428270 h 3236145"/>
                <a:gd name="connsiteX1" fmla="*/ 1113542 w 3960117"/>
                <a:gd name="connsiteY1" fmla="*/ 757990 h 3236145"/>
                <a:gd name="connsiteX2" fmla="*/ 2652703 w 3960117"/>
                <a:gd name="connsiteY2" fmla="*/ 237186 h 3236145"/>
                <a:gd name="connsiteX3" fmla="*/ 3815033 w 3960117"/>
                <a:gd name="connsiteY3" fmla="*/ 96124 h 3236145"/>
                <a:gd name="connsiteX4" fmla="*/ 3818103 w 3960117"/>
                <a:gd name="connsiteY4" fmla="*/ 1011605 h 3236145"/>
                <a:gd name="connsiteX5" fmla="*/ 3759498 w 3960117"/>
                <a:gd name="connsiteY5" fmla="*/ 1704435 h 3236145"/>
                <a:gd name="connsiteX6" fmla="*/ 3421890 w 3960117"/>
                <a:gd name="connsiteY6" fmla="*/ 2352272 h 3236145"/>
                <a:gd name="connsiteX7" fmla="*/ 2631749 w 3960117"/>
                <a:gd name="connsiteY7" fmla="*/ 2870604 h 3236145"/>
                <a:gd name="connsiteX8" fmla="*/ 1452330 w 3960117"/>
                <a:gd name="connsiteY8" fmla="*/ 3055309 h 3236145"/>
                <a:gd name="connsiteX9" fmla="*/ 481406 w 3960117"/>
                <a:gd name="connsiteY9" fmla="*/ 2756499 h 3236145"/>
                <a:gd name="connsiteX10" fmla="*/ 152394 w 3960117"/>
                <a:gd name="connsiteY10" fmla="*/ 2238409 h 3236145"/>
                <a:gd name="connsiteX11" fmla="*/ 223355 w 3960117"/>
                <a:gd name="connsiteY11" fmla="*/ 1428270 h 3236145"/>
                <a:gd name="connsiteX0" fmla="*/ 223355 w 3960117"/>
                <a:gd name="connsiteY0" fmla="*/ 1428270 h 3236145"/>
                <a:gd name="connsiteX1" fmla="*/ 1113542 w 3960117"/>
                <a:gd name="connsiteY1" fmla="*/ 757990 h 3236145"/>
                <a:gd name="connsiteX2" fmla="*/ 2652703 w 3960117"/>
                <a:gd name="connsiteY2" fmla="*/ 237186 h 3236145"/>
                <a:gd name="connsiteX3" fmla="*/ 3815033 w 3960117"/>
                <a:gd name="connsiteY3" fmla="*/ 96124 h 3236145"/>
                <a:gd name="connsiteX4" fmla="*/ 3818103 w 3960117"/>
                <a:gd name="connsiteY4" fmla="*/ 1011605 h 3236145"/>
                <a:gd name="connsiteX5" fmla="*/ 3759498 w 3960117"/>
                <a:gd name="connsiteY5" fmla="*/ 1704435 h 3236145"/>
                <a:gd name="connsiteX6" fmla="*/ 3421890 w 3960117"/>
                <a:gd name="connsiteY6" fmla="*/ 2352272 h 3236145"/>
                <a:gd name="connsiteX7" fmla="*/ 2631749 w 3960117"/>
                <a:gd name="connsiteY7" fmla="*/ 2870604 h 3236145"/>
                <a:gd name="connsiteX8" fmla="*/ 1452330 w 3960117"/>
                <a:gd name="connsiteY8" fmla="*/ 3055309 h 3236145"/>
                <a:gd name="connsiteX9" fmla="*/ 481406 w 3960117"/>
                <a:gd name="connsiteY9" fmla="*/ 2756499 h 3236145"/>
                <a:gd name="connsiteX10" fmla="*/ 152394 w 3960117"/>
                <a:gd name="connsiteY10" fmla="*/ 2238409 h 3236145"/>
                <a:gd name="connsiteX11" fmla="*/ 223355 w 3960117"/>
                <a:gd name="connsiteY11" fmla="*/ 1428270 h 3236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60117" h="3236145">
                  <a:moveTo>
                    <a:pt x="223355" y="1428270"/>
                  </a:moveTo>
                  <a:cubicBezTo>
                    <a:pt x="166528" y="854832"/>
                    <a:pt x="715454" y="796880"/>
                    <a:pt x="1113542" y="757990"/>
                  </a:cubicBezTo>
                  <a:cubicBezTo>
                    <a:pt x="1796614" y="383089"/>
                    <a:pt x="2112146" y="395303"/>
                    <a:pt x="2652703" y="237186"/>
                  </a:cubicBezTo>
                  <a:cubicBezTo>
                    <a:pt x="3136298" y="136115"/>
                    <a:pt x="3349894" y="-147199"/>
                    <a:pt x="3815033" y="96124"/>
                  </a:cubicBezTo>
                  <a:cubicBezTo>
                    <a:pt x="4094002" y="380260"/>
                    <a:pt x="3895595" y="804961"/>
                    <a:pt x="3818103" y="1011605"/>
                  </a:cubicBezTo>
                  <a:cubicBezTo>
                    <a:pt x="4032447" y="1251972"/>
                    <a:pt x="3997138" y="1425465"/>
                    <a:pt x="3759498" y="1704435"/>
                  </a:cubicBezTo>
                  <a:cubicBezTo>
                    <a:pt x="3696174" y="1934657"/>
                    <a:pt x="4024390" y="2128976"/>
                    <a:pt x="3421890" y="2352272"/>
                  </a:cubicBezTo>
                  <a:cubicBezTo>
                    <a:pt x="3260039" y="2771934"/>
                    <a:pt x="3276080" y="2749572"/>
                    <a:pt x="2631749" y="2870604"/>
                  </a:cubicBezTo>
                  <a:cubicBezTo>
                    <a:pt x="2038342" y="3418293"/>
                    <a:pt x="1963775" y="3236123"/>
                    <a:pt x="1452330" y="3055309"/>
                  </a:cubicBezTo>
                  <a:cubicBezTo>
                    <a:pt x="438761" y="3364821"/>
                    <a:pt x="655309" y="2903349"/>
                    <a:pt x="481406" y="2756499"/>
                  </a:cubicBezTo>
                  <a:cubicBezTo>
                    <a:pt x="260367" y="2667768"/>
                    <a:pt x="-121541" y="2650913"/>
                    <a:pt x="152394" y="2238409"/>
                  </a:cubicBezTo>
                  <a:cubicBezTo>
                    <a:pt x="-6992" y="1963705"/>
                    <a:pt x="-117487" y="1746942"/>
                    <a:pt x="223355" y="1428270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7">
              <a:extLst>
                <a:ext uri="{FF2B5EF4-FFF2-40B4-BE49-F238E27FC236}">
                  <a16:creationId xmlns:a16="http://schemas.microsoft.com/office/drawing/2014/main" id="{84AD48EB-EA7A-C623-6E09-2DF4A02344E0}"/>
                </a:ext>
              </a:extLst>
            </p:cNvPr>
            <p:cNvSpPr/>
            <p:nvPr/>
          </p:nvSpPr>
          <p:spPr>
            <a:xfrm>
              <a:off x="3160045" y="2598589"/>
              <a:ext cx="4546188" cy="3703470"/>
            </a:xfrm>
            <a:custGeom>
              <a:avLst/>
              <a:gdLst>
                <a:gd name="connsiteX0" fmla="*/ 0 w 2371241"/>
                <a:gd name="connsiteY0" fmla="*/ 0 h 836909"/>
                <a:gd name="connsiteX1" fmla="*/ 2371241 w 2371241"/>
                <a:gd name="connsiteY1" fmla="*/ 0 h 836909"/>
                <a:gd name="connsiteX2" fmla="*/ 2371241 w 2371241"/>
                <a:gd name="connsiteY2" fmla="*/ 836909 h 836909"/>
                <a:gd name="connsiteX3" fmla="*/ 0 w 2371241"/>
                <a:gd name="connsiteY3" fmla="*/ 836909 h 836909"/>
                <a:gd name="connsiteX4" fmla="*/ 0 w 2371241"/>
                <a:gd name="connsiteY4" fmla="*/ 0 h 836909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2371241 w 3115160"/>
                <a:gd name="connsiteY2" fmla="*/ 2262754 h 2262754"/>
                <a:gd name="connsiteX3" fmla="*/ 0 w 3115160"/>
                <a:gd name="connsiteY3" fmla="*/ 2262754 h 2262754"/>
                <a:gd name="connsiteX4" fmla="*/ 0 w 3115160"/>
                <a:gd name="connsiteY4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371241 w 3115160"/>
                <a:gd name="connsiteY3" fmla="*/ 2262754 h 2262754"/>
                <a:gd name="connsiteX4" fmla="*/ 0 w 3115160"/>
                <a:gd name="connsiteY4" fmla="*/ 2262754 h 2262754"/>
                <a:gd name="connsiteX5" fmla="*/ 0 w 3115160"/>
                <a:gd name="connsiteY5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820691 w 3115160"/>
                <a:gd name="connsiteY3" fmla="*/ 1534333 h 2262754"/>
                <a:gd name="connsiteX4" fmla="*/ 2371241 w 3115160"/>
                <a:gd name="connsiteY4" fmla="*/ 2262754 h 2262754"/>
                <a:gd name="connsiteX5" fmla="*/ 0 w 3115160"/>
                <a:gd name="connsiteY5" fmla="*/ 2262754 h 2262754"/>
                <a:gd name="connsiteX6" fmla="*/ 0 w 3115160"/>
                <a:gd name="connsiteY6" fmla="*/ 1425845 h 2262754"/>
                <a:gd name="connsiteX0" fmla="*/ 0 w 3115160"/>
                <a:gd name="connsiteY0" fmla="*/ 1425845 h 2293750"/>
                <a:gd name="connsiteX1" fmla="*/ 3115160 w 3115160"/>
                <a:gd name="connsiteY1" fmla="*/ 0 h 2293750"/>
                <a:gd name="connsiteX2" fmla="*/ 3053165 w 3115160"/>
                <a:gd name="connsiteY2" fmla="*/ 728421 h 2293750"/>
                <a:gd name="connsiteX3" fmla="*/ 2820691 w 3115160"/>
                <a:gd name="connsiteY3" fmla="*/ 1534333 h 2293750"/>
                <a:gd name="connsiteX4" fmla="*/ 1952787 w 3115160"/>
                <a:gd name="connsiteY4" fmla="*/ 2293750 h 2293750"/>
                <a:gd name="connsiteX5" fmla="*/ 0 w 3115160"/>
                <a:gd name="connsiteY5" fmla="*/ 2262754 h 2293750"/>
                <a:gd name="connsiteX6" fmla="*/ 0 w 3115160"/>
                <a:gd name="connsiteY6" fmla="*/ 1425845 h 2293750"/>
                <a:gd name="connsiteX0" fmla="*/ 0 w 3115160"/>
                <a:gd name="connsiteY0" fmla="*/ 1425845 h 2603953"/>
                <a:gd name="connsiteX1" fmla="*/ 3115160 w 3115160"/>
                <a:gd name="connsiteY1" fmla="*/ 0 h 2603953"/>
                <a:gd name="connsiteX2" fmla="*/ 3053165 w 3115160"/>
                <a:gd name="connsiteY2" fmla="*/ 728421 h 2603953"/>
                <a:gd name="connsiteX3" fmla="*/ 2820691 w 3115160"/>
                <a:gd name="connsiteY3" fmla="*/ 1534333 h 2603953"/>
                <a:gd name="connsiteX4" fmla="*/ 1952787 w 3115160"/>
                <a:gd name="connsiteY4" fmla="*/ 2293750 h 2603953"/>
                <a:gd name="connsiteX5" fmla="*/ 635429 w 3115160"/>
                <a:gd name="connsiteY5" fmla="*/ 2603716 h 2603953"/>
                <a:gd name="connsiteX6" fmla="*/ 0 w 3115160"/>
                <a:gd name="connsiteY6" fmla="*/ 2262754 h 2603953"/>
                <a:gd name="connsiteX7" fmla="*/ 0 w 3115160"/>
                <a:gd name="connsiteY7" fmla="*/ 1425845 h 2603953"/>
                <a:gd name="connsiteX0" fmla="*/ 263472 w 3378632"/>
                <a:gd name="connsiteY0" fmla="*/ 1425845 h 2603953"/>
                <a:gd name="connsiteX1" fmla="*/ 3378632 w 3378632"/>
                <a:gd name="connsiteY1" fmla="*/ 0 h 2603953"/>
                <a:gd name="connsiteX2" fmla="*/ 3316637 w 3378632"/>
                <a:gd name="connsiteY2" fmla="*/ 728421 h 2603953"/>
                <a:gd name="connsiteX3" fmla="*/ 3084163 w 3378632"/>
                <a:gd name="connsiteY3" fmla="*/ 1534333 h 2603953"/>
                <a:gd name="connsiteX4" fmla="*/ 2216259 w 3378632"/>
                <a:gd name="connsiteY4" fmla="*/ 2293750 h 2603953"/>
                <a:gd name="connsiteX5" fmla="*/ 898901 w 3378632"/>
                <a:gd name="connsiteY5" fmla="*/ 2603716 h 2603953"/>
                <a:gd name="connsiteX6" fmla="*/ 0 w 3378632"/>
                <a:gd name="connsiteY6" fmla="*/ 2092273 h 2603953"/>
                <a:gd name="connsiteX7" fmla="*/ 263472 w 3378632"/>
                <a:gd name="connsiteY7" fmla="*/ 1425845 h 2603953"/>
                <a:gd name="connsiteX0" fmla="*/ 0 w 3611106"/>
                <a:gd name="connsiteY0" fmla="*/ 1332855 h 2603953"/>
                <a:gd name="connsiteX1" fmla="*/ 3611106 w 3611106"/>
                <a:gd name="connsiteY1" fmla="*/ 0 h 2603953"/>
                <a:gd name="connsiteX2" fmla="*/ 3549111 w 3611106"/>
                <a:gd name="connsiteY2" fmla="*/ 728421 h 2603953"/>
                <a:gd name="connsiteX3" fmla="*/ 3316637 w 3611106"/>
                <a:gd name="connsiteY3" fmla="*/ 1534333 h 2603953"/>
                <a:gd name="connsiteX4" fmla="*/ 2448733 w 3611106"/>
                <a:gd name="connsiteY4" fmla="*/ 2293750 h 2603953"/>
                <a:gd name="connsiteX5" fmla="*/ 1131375 w 3611106"/>
                <a:gd name="connsiteY5" fmla="*/ 2603716 h 2603953"/>
                <a:gd name="connsiteX6" fmla="*/ 232474 w 3611106"/>
                <a:gd name="connsiteY6" fmla="*/ 2092273 h 2603953"/>
                <a:gd name="connsiteX7" fmla="*/ 0 w 3611106"/>
                <a:gd name="connsiteY7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3611106 w 3611106"/>
                <a:gd name="connsiteY2" fmla="*/ 0 h 2603953"/>
                <a:gd name="connsiteX3" fmla="*/ 3549111 w 3611106"/>
                <a:gd name="connsiteY3" fmla="*/ 728421 h 2603953"/>
                <a:gd name="connsiteX4" fmla="*/ 3316637 w 3611106"/>
                <a:gd name="connsiteY4" fmla="*/ 1534333 h 2603953"/>
                <a:gd name="connsiteX5" fmla="*/ 2448733 w 3611106"/>
                <a:gd name="connsiteY5" fmla="*/ 2293750 h 2603953"/>
                <a:gd name="connsiteX6" fmla="*/ 1131375 w 3611106"/>
                <a:gd name="connsiteY6" fmla="*/ 2603716 h 2603953"/>
                <a:gd name="connsiteX7" fmla="*/ 232474 w 3611106"/>
                <a:gd name="connsiteY7" fmla="*/ 2092273 h 2603953"/>
                <a:gd name="connsiteX8" fmla="*/ 0 w 3611106"/>
                <a:gd name="connsiteY8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2588216 w 3611106"/>
                <a:gd name="connsiteY2" fmla="*/ 154984 h 2603953"/>
                <a:gd name="connsiteX3" fmla="*/ 3611106 w 3611106"/>
                <a:gd name="connsiteY3" fmla="*/ 0 h 2603953"/>
                <a:gd name="connsiteX4" fmla="*/ 3549111 w 3611106"/>
                <a:gd name="connsiteY4" fmla="*/ 728421 h 2603953"/>
                <a:gd name="connsiteX5" fmla="*/ 3316637 w 3611106"/>
                <a:gd name="connsiteY5" fmla="*/ 1534333 h 2603953"/>
                <a:gd name="connsiteX6" fmla="*/ 2448733 w 3611106"/>
                <a:gd name="connsiteY6" fmla="*/ 2293750 h 2603953"/>
                <a:gd name="connsiteX7" fmla="*/ 1131375 w 3611106"/>
                <a:gd name="connsiteY7" fmla="*/ 2603716 h 2603953"/>
                <a:gd name="connsiteX8" fmla="*/ 232474 w 3611106"/>
                <a:gd name="connsiteY8" fmla="*/ 2092273 h 2603953"/>
                <a:gd name="connsiteX9" fmla="*/ 0 w 3611106"/>
                <a:gd name="connsiteY9" fmla="*/ 1332855 h 2603953"/>
                <a:gd name="connsiteX0" fmla="*/ 0 w 3611106"/>
                <a:gd name="connsiteY0" fmla="*/ 1431577 h 2702675"/>
                <a:gd name="connsiteX1" fmla="*/ 929898 w 3611106"/>
                <a:gd name="connsiteY1" fmla="*/ 765150 h 2702675"/>
                <a:gd name="connsiteX2" fmla="*/ 2588216 w 3611106"/>
                <a:gd name="connsiteY2" fmla="*/ 253706 h 2702675"/>
                <a:gd name="connsiteX3" fmla="*/ 3611106 w 3611106"/>
                <a:gd name="connsiteY3" fmla="*/ 98722 h 2702675"/>
                <a:gd name="connsiteX4" fmla="*/ 3549111 w 3611106"/>
                <a:gd name="connsiteY4" fmla="*/ 827143 h 2702675"/>
                <a:gd name="connsiteX5" fmla="*/ 3316637 w 3611106"/>
                <a:gd name="connsiteY5" fmla="*/ 1633055 h 2702675"/>
                <a:gd name="connsiteX6" fmla="*/ 2448733 w 3611106"/>
                <a:gd name="connsiteY6" fmla="*/ 2392472 h 2702675"/>
                <a:gd name="connsiteX7" fmla="*/ 1131375 w 3611106"/>
                <a:gd name="connsiteY7" fmla="*/ 2702438 h 2702675"/>
                <a:gd name="connsiteX8" fmla="*/ 232474 w 3611106"/>
                <a:gd name="connsiteY8" fmla="*/ 2190995 h 2702675"/>
                <a:gd name="connsiteX9" fmla="*/ 0 w 3611106"/>
                <a:gd name="connsiteY9" fmla="*/ 1431577 h 2702675"/>
                <a:gd name="connsiteX0" fmla="*/ 0 w 3611106"/>
                <a:gd name="connsiteY0" fmla="*/ 1451565 h 2722663"/>
                <a:gd name="connsiteX1" fmla="*/ 929898 w 3611106"/>
                <a:gd name="connsiteY1" fmla="*/ 785138 h 2722663"/>
                <a:gd name="connsiteX2" fmla="*/ 2588216 w 3611106"/>
                <a:gd name="connsiteY2" fmla="*/ 273694 h 2722663"/>
                <a:gd name="connsiteX3" fmla="*/ 3611106 w 3611106"/>
                <a:gd name="connsiteY3" fmla="*/ 118710 h 2722663"/>
                <a:gd name="connsiteX4" fmla="*/ 3549111 w 3611106"/>
                <a:gd name="connsiteY4" fmla="*/ 847131 h 2722663"/>
                <a:gd name="connsiteX5" fmla="*/ 3316637 w 3611106"/>
                <a:gd name="connsiteY5" fmla="*/ 1653043 h 2722663"/>
                <a:gd name="connsiteX6" fmla="*/ 2448733 w 3611106"/>
                <a:gd name="connsiteY6" fmla="*/ 2412460 h 2722663"/>
                <a:gd name="connsiteX7" fmla="*/ 1131375 w 3611106"/>
                <a:gd name="connsiteY7" fmla="*/ 2722426 h 2722663"/>
                <a:gd name="connsiteX8" fmla="*/ 232474 w 3611106"/>
                <a:gd name="connsiteY8" fmla="*/ 2210983 h 2722663"/>
                <a:gd name="connsiteX9" fmla="*/ 0 w 3611106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811556"/>
                <a:gd name="connsiteX1" fmla="*/ 929898 w 3736247"/>
                <a:gd name="connsiteY1" fmla="*/ 785138 h 2811556"/>
                <a:gd name="connsiteX2" fmla="*/ 2588216 w 3736247"/>
                <a:gd name="connsiteY2" fmla="*/ 273694 h 2811556"/>
                <a:gd name="connsiteX3" fmla="*/ 3611106 w 3736247"/>
                <a:gd name="connsiteY3" fmla="*/ 118710 h 2811556"/>
                <a:gd name="connsiteX4" fmla="*/ 3549111 w 3736247"/>
                <a:gd name="connsiteY4" fmla="*/ 847131 h 2811556"/>
                <a:gd name="connsiteX5" fmla="*/ 3316637 w 3736247"/>
                <a:gd name="connsiteY5" fmla="*/ 1653043 h 2811556"/>
                <a:gd name="connsiteX6" fmla="*/ 2448733 w 3736247"/>
                <a:gd name="connsiteY6" fmla="*/ 2412460 h 2811556"/>
                <a:gd name="connsiteX7" fmla="*/ 1131375 w 3736247"/>
                <a:gd name="connsiteY7" fmla="*/ 2722426 h 2811556"/>
                <a:gd name="connsiteX8" fmla="*/ 232474 w 3736247"/>
                <a:gd name="connsiteY8" fmla="*/ 2210983 h 2811556"/>
                <a:gd name="connsiteX9" fmla="*/ 0 w 3736247"/>
                <a:gd name="connsiteY9" fmla="*/ 1451565 h 2811556"/>
                <a:gd name="connsiteX0" fmla="*/ 0 w 3736247"/>
                <a:gd name="connsiteY0" fmla="*/ 1451565 h 2878493"/>
                <a:gd name="connsiteX1" fmla="*/ 929898 w 3736247"/>
                <a:gd name="connsiteY1" fmla="*/ 785138 h 2878493"/>
                <a:gd name="connsiteX2" fmla="*/ 2588216 w 3736247"/>
                <a:gd name="connsiteY2" fmla="*/ 273694 h 2878493"/>
                <a:gd name="connsiteX3" fmla="*/ 3611106 w 3736247"/>
                <a:gd name="connsiteY3" fmla="*/ 118710 h 2878493"/>
                <a:gd name="connsiteX4" fmla="*/ 3549111 w 3736247"/>
                <a:gd name="connsiteY4" fmla="*/ 847131 h 2878493"/>
                <a:gd name="connsiteX5" fmla="*/ 3316637 w 3736247"/>
                <a:gd name="connsiteY5" fmla="*/ 1653043 h 2878493"/>
                <a:gd name="connsiteX6" fmla="*/ 2448733 w 3736247"/>
                <a:gd name="connsiteY6" fmla="*/ 2412460 h 2878493"/>
                <a:gd name="connsiteX7" fmla="*/ 1131375 w 3736247"/>
                <a:gd name="connsiteY7" fmla="*/ 2722426 h 2878493"/>
                <a:gd name="connsiteX8" fmla="*/ 232474 w 3736247"/>
                <a:gd name="connsiteY8" fmla="*/ 2210983 h 2878493"/>
                <a:gd name="connsiteX9" fmla="*/ 0 w 3736247"/>
                <a:gd name="connsiteY9" fmla="*/ 1451565 h 2878493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210983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47130 w 3837981"/>
                <a:gd name="connsiteY1" fmla="*/ 847131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5742"/>
                <a:gd name="connsiteX1" fmla="*/ 1047130 w 3837981"/>
                <a:gd name="connsiteY1" fmla="*/ 847131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51565 h 2855742"/>
                <a:gd name="connsiteX1" fmla="*/ 811270 w 3837981"/>
                <a:gd name="connsiteY1" fmla="*/ 725135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87265 h 2891442"/>
                <a:gd name="connsiteX1" fmla="*/ 811270 w 3837981"/>
                <a:gd name="connsiteY1" fmla="*/ 760835 h 2891442"/>
                <a:gd name="connsiteX2" fmla="*/ 2567954 w 3837981"/>
                <a:gd name="connsiteY2" fmla="*/ 154866 h 2891442"/>
                <a:gd name="connsiteX3" fmla="*/ 3712840 w 3837981"/>
                <a:gd name="connsiteY3" fmla="*/ 154410 h 2891442"/>
                <a:gd name="connsiteX4" fmla="*/ 3650845 w 3837981"/>
                <a:gd name="connsiteY4" fmla="*/ 882831 h 2891442"/>
                <a:gd name="connsiteX5" fmla="*/ 3418371 w 3837981"/>
                <a:gd name="connsiteY5" fmla="*/ 1688743 h 2891442"/>
                <a:gd name="connsiteX6" fmla="*/ 2493317 w 3837981"/>
                <a:gd name="connsiteY6" fmla="*/ 2454510 h 2891442"/>
                <a:gd name="connsiteX7" fmla="*/ 1295102 w 3837981"/>
                <a:gd name="connsiteY7" fmla="*/ 2711631 h 2891442"/>
                <a:gd name="connsiteX8" fmla="*/ 334208 w 3837981"/>
                <a:gd name="connsiteY8" fmla="*/ 2200188 h 2891442"/>
                <a:gd name="connsiteX9" fmla="*/ 101734 w 3837981"/>
                <a:gd name="connsiteY9" fmla="*/ 1487265 h 2891442"/>
                <a:gd name="connsiteX0" fmla="*/ 101734 w 3837981"/>
                <a:gd name="connsiteY0" fmla="*/ 1516629 h 2920806"/>
                <a:gd name="connsiteX1" fmla="*/ 811270 w 3837981"/>
                <a:gd name="connsiteY1" fmla="*/ 790199 h 2920806"/>
                <a:gd name="connsiteX2" fmla="*/ 2567954 w 3837981"/>
                <a:gd name="connsiteY2" fmla="*/ 184230 h 2920806"/>
                <a:gd name="connsiteX3" fmla="*/ 3628753 w 3837981"/>
                <a:gd name="connsiteY3" fmla="*/ 0 h 2920806"/>
                <a:gd name="connsiteX4" fmla="*/ 3712840 w 3837981"/>
                <a:gd name="connsiteY4" fmla="*/ 183774 h 2920806"/>
                <a:gd name="connsiteX5" fmla="*/ 3650845 w 3837981"/>
                <a:gd name="connsiteY5" fmla="*/ 912195 h 2920806"/>
                <a:gd name="connsiteX6" fmla="*/ 3418371 w 3837981"/>
                <a:gd name="connsiteY6" fmla="*/ 1718107 h 2920806"/>
                <a:gd name="connsiteX7" fmla="*/ 2493317 w 3837981"/>
                <a:gd name="connsiteY7" fmla="*/ 2483874 h 2920806"/>
                <a:gd name="connsiteX8" fmla="*/ 1295102 w 3837981"/>
                <a:gd name="connsiteY8" fmla="*/ 2740995 h 2920806"/>
                <a:gd name="connsiteX9" fmla="*/ 334208 w 3837981"/>
                <a:gd name="connsiteY9" fmla="*/ 2229552 h 2920806"/>
                <a:gd name="connsiteX10" fmla="*/ 101734 w 3837981"/>
                <a:gd name="connsiteY10" fmla="*/ 1516629 h 2920806"/>
                <a:gd name="connsiteX0" fmla="*/ 101734 w 3837981"/>
                <a:gd name="connsiteY0" fmla="*/ 1416215 h 2820392"/>
                <a:gd name="connsiteX1" fmla="*/ 811270 w 3837981"/>
                <a:gd name="connsiteY1" fmla="*/ 689785 h 2820392"/>
                <a:gd name="connsiteX2" fmla="*/ 2567954 w 3837981"/>
                <a:gd name="connsiteY2" fmla="*/ 83816 h 2820392"/>
                <a:gd name="connsiteX3" fmla="*/ 3712840 w 3837981"/>
                <a:gd name="connsiteY3" fmla="*/ 83360 h 2820392"/>
                <a:gd name="connsiteX4" fmla="*/ 3650845 w 3837981"/>
                <a:gd name="connsiteY4" fmla="*/ 811781 h 2820392"/>
                <a:gd name="connsiteX5" fmla="*/ 3418371 w 3837981"/>
                <a:gd name="connsiteY5" fmla="*/ 1617693 h 2820392"/>
                <a:gd name="connsiteX6" fmla="*/ 2493317 w 3837981"/>
                <a:gd name="connsiteY6" fmla="*/ 2383460 h 2820392"/>
                <a:gd name="connsiteX7" fmla="*/ 1295102 w 3837981"/>
                <a:gd name="connsiteY7" fmla="*/ 2640581 h 2820392"/>
                <a:gd name="connsiteX8" fmla="*/ 334208 w 3837981"/>
                <a:gd name="connsiteY8" fmla="*/ 2129138 h 2820392"/>
                <a:gd name="connsiteX9" fmla="*/ 101734 w 3837981"/>
                <a:gd name="connsiteY9" fmla="*/ 1416215 h 2820392"/>
                <a:gd name="connsiteX0" fmla="*/ 101734 w 3791849"/>
                <a:gd name="connsiteY0" fmla="*/ 1556864 h 2961041"/>
                <a:gd name="connsiteX1" fmla="*/ 811270 w 3791849"/>
                <a:gd name="connsiteY1" fmla="*/ 830434 h 2961041"/>
                <a:gd name="connsiteX2" fmla="*/ 2567954 w 3791849"/>
                <a:gd name="connsiteY2" fmla="*/ 224465 h 2961041"/>
                <a:gd name="connsiteX3" fmla="*/ 3647775 w 3791849"/>
                <a:gd name="connsiteY3" fmla="*/ 36949 h 2961041"/>
                <a:gd name="connsiteX4" fmla="*/ 3650845 w 3791849"/>
                <a:gd name="connsiteY4" fmla="*/ 952430 h 2961041"/>
                <a:gd name="connsiteX5" fmla="*/ 3418371 w 3791849"/>
                <a:gd name="connsiteY5" fmla="*/ 1758342 h 2961041"/>
                <a:gd name="connsiteX6" fmla="*/ 2493317 w 3791849"/>
                <a:gd name="connsiteY6" fmla="*/ 2524109 h 2961041"/>
                <a:gd name="connsiteX7" fmla="*/ 1295102 w 3791849"/>
                <a:gd name="connsiteY7" fmla="*/ 2781230 h 2961041"/>
                <a:gd name="connsiteX8" fmla="*/ 334208 w 3791849"/>
                <a:gd name="connsiteY8" fmla="*/ 2269787 h 2961041"/>
                <a:gd name="connsiteX9" fmla="*/ 101734 w 3791849"/>
                <a:gd name="connsiteY9" fmla="*/ 1556864 h 2961041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418371 w 3791849"/>
                <a:gd name="connsiteY5" fmla="*/ 1809054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2411986 w 3791849"/>
                <a:gd name="connsiteY6" fmla="*/ 2753749 h 3110574"/>
                <a:gd name="connsiteX7" fmla="*/ 1295102 w 3791849"/>
                <a:gd name="connsiteY7" fmla="*/ 2831942 h 3110574"/>
                <a:gd name="connsiteX8" fmla="*/ 334208 w 3791849"/>
                <a:gd name="connsiteY8" fmla="*/ 2320499 h 3110574"/>
                <a:gd name="connsiteX9" fmla="*/ 101734 w 3791849"/>
                <a:gd name="connsiteY9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62269"/>
                <a:gd name="connsiteX1" fmla="*/ 811270 w 3791849"/>
                <a:gd name="connsiteY1" fmla="*/ 881146 h 3162269"/>
                <a:gd name="connsiteX2" fmla="*/ 2567954 w 3791849"/>
                <a:gd name="connsiteY2" fmla="*/ 275177 h 3162269"/>
                <a:gd name="connsiteX3" fmla="*/ 3647775 w 3791849"/>
                <a:gd name="connsiteY3" fmla="*/ 87661 h 3162269"/>
                <a:gd name="connsiteX4" fmla="*/ 3650845 w 3791849"/>
                <a:gd name="connsiteY4" fmla="*/ 1003142 h 3162269"/>
                <a:gd name="connsiteX5" fmla="*/ 3532234 w 3791849"/>
                <a:gd name="connsiteY5" fmla="*/ 1711457 h 3162269"/>
                <a:gd name="connsiteX6" fmla="*/ 3254632 w 3791849"/>
                <a:gd name="connsiteY6" fmla="*/ 2343809 h 3162269"/>
                <a:gd name="connsiteX7" fmla="*/ 2411986 w 3791849"/>
                <a:gd name="connsiteY7" fmla="*/ 2753749 h 3162269"/>
                <a:gd name="connsiteX8" fmla="*/ 1262570 w 3791849"/>
                <a:gd name="connsiteY8" fmla="*/ 2953938 h 3162269"/>
                <a:gd name="connsiteX9" fmla="*/ 334208 w 3791849"/>
                <a:gd name="connsiteY9" fmla="*/ 2320499 h 3162269"/>
                <a:gd name="connsiteX10" fmla="*/ 101734 w 3791849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38887 w 3837135"/>
                <a:gd name="connsiteY0" fmla="*/ 1566911 h 3162269"/>
                <a:gd name="connsiteX1" fmla="*/ 856556 w 3837135"/>
                <a:gd name="connsiteY1" fmla="*/ 881146 h 3162269"/>
                <a:gd name="connsiteX2" fmla="*/ 2613240 w 3837135"/>
                <a:gd name="connsiteY2" fmla="*/ 275177 h 3162269"/>
                <a:gd name="connsiteX3" fmla="*/ 3693061 w 3837135"/>
                <a:gd name="connsiteY3" fmla="*/ 87661 h 3162269"/>
                <a:gd name="connsiteX4" fmla="*/ 3696131 w 3837135"/>
                <a:gd name="connsiteY4" fmla="*/ 1003142 h 3162269"/>
                <a:gd name="connsiteX5" fmla="*/ 3577520 w 3837135"/>
                <a:gd name="connsiteY5" fmla="*/ 1711457 h 3162269"/>
                <a:gd name="connsiteX6" fmla="*/ 3299918 w 3837135"/>
                <a:gd name="connsiteY6" fmla="*/ 2343809 h 3162269"/>
                <a:gd name="connsiteX7" fmla="*/ 2457272 w 3837135"/>
                <a:gd name="connsiteY7" fmla="*/ 2753749 h 3162269"/>
                <a:gd name="connsiteX8" fmla="*/ 1307856 w 3837135"/>
                <a:gd name="connsiteY8" fmla="*/ 2953938 h 3162269"/>
                <a:gd name="connsiteX9" fmla="*/ 314430 w 3837135"/>
                <a:gd name="connsiteY9" fmla="*/ 2678355 h 3162269"/>
                <a:gd name="connsiteX10" fmla="*/ 138887 w 3837135"/>
                <a:gd name="connsiteY10" fmla="*/ 1566911 h 3162269"/>
                <a:gd name="connsiteX0" fmla="*/ 125755 w 3824003"/>
                <a:gd name="connsiteY0" fmla="*/ 1566911 h 3162269"/>
                <a:gd name="connsiteX1" fmla="*/ 843424 w 3824003"/>
                <a:gd name="connsiteY1" fmla="*/ 881146 h 3162269"/>
                <a:gd name="connsiteX2" fmla="*/ 2600108 w 3824003"/>
                <a:gd name="connsiteY2" fmla="*/ 275177 h 3162269"/>
                <a:gd name="connsiteX3" fmla="*/ 3679929 w 3824003"/>
                <a:gd name="connsiteY3" fmla="*/ 87661 h 3162269"/>
                <a:gd name="connsiteX4" fmla="*/ 3682999 w 3824003"/>
                <a:gd name="connsiteY4" fmla="*/ 1003142 h 3162269"/>
                <a:gd name="connsiteX5" fmla="*/ 3564388 w 3824003"/>
                <a:gd name="connsiteY5" fmla="*/ 1711457 h 3162269"/>
                <a:gd name="connsiteX6" fmla="*/ 3286786 w 3824003"/>
                <a:gd name="connsiteY6" fmla="*/ 2343809 h 3162269"/>
                <a:gd name="connsiteX7" fmla="*/ 2444140 w 3824003"/>
                <a:gd name="connsiteY7" fmla="*/ 2753749 h 3162269"/>
                <a:gd name="connsiteX8" fmla="*/ 1294724 w 3824003"/>
                <a:gd name="connsiteY8" fmla="*/ 2953938 h 3162269"/>
                <a:gd name="connsiteX9" fmla="*/ 301298 w 3824003"/>
                <a:gd name="connsiteY9" fmla="*/ 2678355 h 3162269"/>
                <a:gd name="connsiteX10" fmla="*/ 17290 w 3824003"/>
                <a:gd name="connsiteY10" fmla="*/ 2229946 h 3162269"/>
                <a:gd name="connsiteX11" fmla="*/ 125755 w 3824003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81836" h="3162269">
                  <a:moveTo>
                    <a:pt x="183588" y="1566911"/>
                  </a:moveTo>
                  <a:cubicBezTo>
                    <a:pt x="126761" y="993473"/>
                    <a:pt x="338152" y="1082624"/>
                    <a:pt x="901257" y="881146"/>
                  </a:cubicBezTo>
                  <a:lnTo>
                    <a:pt x="2657941" y="275177"/>
                  </a:lnTo>
                  <a:cubicBezTo>
                    <a:pt x="3141536" y="174106"/>
                    <a:pt x="3272623" y="-155662"/>
                    <a:pt x="3737762" y="87661"/>
                  </a:cubicBezTo>
                  <a:cubicBezTo>
                    <a:pt x="4016731" y="371797"/>
                    <a:pt x="3818324" y="796498"/>
                    <a:pt x="3740832" y="1003142"/>
                  </a:cubicBezTo>
                  <a:cubicBezTo>
                    <a:pt x="3797659" y="1406097"/>
                    <a:pt x="3859861" y="1432487"/>
                    <a:pt x="3622221" y="1711457"/>
                  </a:cubicBezTo>
                  <a:cubicBezTo>
                    <a:pt x="3558897" y="1941679"/>
                    <a:pt x="3669590" y="2105029"/>
                    <a:pt x="3344619" y="2343809"/>
                  </a:cubicBezTo>
                  <a:cubicBezTo>
                    <a:pt x="2995249" y="2802182"/>
                    <a:pt x="2831272" y="2679171"/>
                    <a:pt x="2501973" y="2753749"/>
                  </a:cubicBezTo>
                  <a:cubicBezTo>
                    <a:pt x="1773552" y="3394346"/>
                    <a:pt x="1864002" y="3134752"/>
                    <a:pt x="1352557" y="2953938"/>
                  </a:cubicBezTo>
                  <a:cubicBezTo>
                    <a:pt x="338988" y="3263450"/>
                    <a:pt x="533034" y="2825205"/>
                    <a:pt x="359131" y="2678355"/>
                  </a:cubicBezTo>
                  <a:cubicBezTo>
                    <a:pt x="138092" y="2550912"/>
                    <a:pt x="63715" y="2472119"/>
                    <a:pt x="75123" y="2229946"/>
                  </a:cubicBezTo>
                  <a:cubicBezTo>
                    <a:pt x="-84263" y="1955242"/>
                    <a:pt x="37766" y="1784933"/>
                    <a:pt x="183588" y="1566911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7">
              <a:extLst>
                <a:ext uri="{FF2B5EF4-FFF2-40B4-BE49-F238E27FC236}">
                  <a16:creationId xmlns:a16="http://schemas.microsoft.com/office/drawing/2014/main" id="{AA93436D-340F-8E71-CECA-8AAB6C13E79B}"/>
                </a:ext>
              </a:extLst>
            </p:cNvPr>
            <p:cNvSpPr/>
            <p:nvPr/>
          </p:nvSpPr>
          <p:spPr>
            <a:xfrm>
              <a:off x="3617860" y="2934456"/>
              <a:ext cx="3837981" cy="2855742"/>
            </a:xfrm>
            <a:custGeom>
              <a:avLst/>
              <a:gdLst>
                <a:gd name="connsiteX0" fmla="*/ 0 w 2371241"/>
                <a:gd name="connsiteY0" fmla="*/ 0 h 836909"/>
                <a:gd name="connsiteX1" fmla="*/ 2371241 w 2371241"/>
                <a:gd name="connsiteY1" fmla="*/ 0 h 836909"/>
                <a:gd name="connsiteX2" fmla="*/ 2371241 w 2371241"/>
                <a:gd name="connsiteY2" fmla="*/ 836909 h 836909"/>
                <a:gd name="connsiteX3" fmla="*/ 0 w 2371241"/>
                <a:gd name="connsiteY3" fmla="*/ 836909 h 836909"/>
                <a:gd name="connsiteX4" fmla="*/ 0 w 2371241"/>
                <a:gd name="connsiteY4" fmla="*/ 0 h 836909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2371241 w 3115160"/>
                <a:gd name="connsiteY2" fmla="*/ 2262754 h 2262754"/>
                <a:gd name="connsiteX3" fmla="*/ 0 w 3115160"/>
                <a:gd name="connsiteY3" fmla="*/ 2262754 h 2262754"/>
                <a:gd name="connsiteX4" fmla="*/ 0 w 3115160"/>
                <a:gd name="connsiteY4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371241 w 3115160"/>
                <a:gd name="connsiteY3" fmla="*/ 2262754 h 2262754"/>
                <a:gd name="connsiteX4" fmla="*/ 0 w 3115160"/>
                <a:gd name="connsiteY4" fmla="*/ 2262754 h 2262754"/>
                <a:gd name="connsiteX5" fmla="*/ 0 w 3115160"/>
                <a:gd name="connsiteY5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820691 w 3115160"/>
                <a:gd name="connsiteY3" fmla="*/ 1534333 h 2262754"/>
                <a:gd name="connsiteX4" fmla="*/ 2371241 w 3115160"/>
                <a:gd name="connsiteY4" fmla="*/ 2262754 h 2262754"/>
                <a:gd name="connsiteX5" fmla="*/ 0 w 3115160"/>
                <a:gd name="connsiteY5" fmla="*/ 2262754 h 2262754"/>
                <a:gd name="connsiteX6" fmla="*/ 0 w 3115160"/>
                <a:gd name="connsiteY6" fmla="*/ 1425845 h 2262754"/>
                <a:gd name="connsiteX0" fmla="*/ 0 w 3115160"/>
                <a:gd name="connsiteY0" fmla="*/ 1425845 h 2293750"/>
                <a:gd name="connsiteX1" fmla="*/ 3115160 w 3115160"/>
                <a:gd name="connsiteY1" fmla="*/ 0 h 2293750"/>
                <a:gd name="connsiteX2" fmla="*/ 3053165 w 3115160"/>
                <a:gd name="connsiteY2" fmla="*/ 728421 h 2293750"/>
                <a:gd name="connsiteX3" fmla="*/ 2820691 w 3115160"/>
                <a:gd name="connsiteY3" fmla="*/ 1534333 h 2293750"/>
                <a:gd name="connsiteX4" fmla="*/ 1952787 w 3115160"/>
                <a:gd name="connsiteY4" fmla="*/ 2293750 h 2293750"/>
                <a:gd name="connsiteX5" fmla="*/ 0 w 3115160"/>
                <a:gd name="connsiteY5" fmla="*/ 2262754 h 2293750"/>
                <a:gd name="connsiteX6" fmla="*/ 0 w 3115160"/>
                <a:gd name="connsiteY6" fmla="*/ 1425845 h 2293750"/>
                <a:gd name="connsiteX0" fmla="*/ 0 w 3115160"/>
                <a:gd name="connsiteY0" fmla="*/ 1425845 h 2603953"/>
                <a:gd name="connsiteX1" fmla="*/ 3115160 w 3115160"/>
                <a:gd name="connsiteY1" fmla="*/ 0 h 2603953"/>
                <a:gd name="connsiteX2" fmla="*/ 3053165 w 3115160"/>
                <a:gd name="connsiteY2" fmla="*/ 728421 h 2603953"/>
                <a:gd name="connsiteX3" fmla="*/ 2820691 w 3115160"/>
                <a:gd name="connsiteY3" fmla="*/ 1534333 h 2603953"/>
                <a:gd name="connsiteX4" fmla="*/ 1952787 w 3115160"/>
                <a:gd name="connsiteY4" fmla="*/ 2293750 h 2603953"/>
                <a:gd name="connsiteX5" fmla="*/ 635429 w 3115160"/>
                <a:gd name="connsiteY5" fmla="*/ 2603716 h 2603953"/>
                <a:gd name="connsiteX6" fmla="*/ 0 w 3115160"/>
                <a:gd name="connsiteY6" fmla="*/ 2262754 h 2603953"/>
                <a:gd name="connsiteX7" fmla="*/ 0 w 3115160"/>
                <a:gd name="connsiteY7" fmla="*/ 1425845 h 2603953"/>
                <a:gd name="connsiteX0" fmla="*/ 263472 w 3378632"/>
                <a:gd name="connsiteY0" fmla="*/ 1425845 h 2603953"/>
                <a:gd name="connsiteX1" fmla="*/ 3378632 w 3378632"/>
                <a:gd name="connsiteY1" fmla="*/ 0 h 2603953"/>
                <a:gd name="connsiteX2" fmla="*/ 3316637 w 3378632"/>
                <a:gd name="connsiteY2" fmla="*/ 728421 h 2603953"/>
                <a:gd name="connsiteX3" fmla="*/ 3084163 w 3378632"/>
                <a:gd name="connsiteY3" fmla="*/ 1534333 h 2603953"/>
                <a:gd name="connsiteX4" fmla="*/ 2216259 w 3378632"/>
                <a:gd name="connsiteY4" fmla="*/ 2293750 h 2603953"/>
                <a:gd name="connsiteX5" fmla="*/ 898901 w 3378632"/>
                <a:gd name="connsiteY5" fmla="*/ 2603716 h 2603953"/>
                <a:gd name="connsiteX6" fmla="*/ 0 w 3378632"/>
                <a:gd name="connsiteY6" fmla="*/ 2092273 h 2603953"/>
                <a:gd name="connsiteX7" fmla="*/ 263472 w 3378632"/>
                <a:gd name="connsiteY7" fmla="*/ 1425845 h 2603953"/>
                <a:gd name="connsiteX0" fmla="*/ 0 w 3611106"/>
                <a:gd name="connsiteY0" fmla="*/ 1332855 h 2603953"/>
                <a:gd name="connsiteX1" fmla="*/ 3611106 w 3611106"/>
                <a:gd name="connsiteY1" fmla="*/ 0 h 2603953"/>
                <a:gd name="connsiteX2" fmla="*/ 3549111 w 3611106"/>
                <a:gd name="connsiteY2" fmla="*/ 728421 h 2603953"/>
                <a:gd name="connsiteX3" fmla="*/ 3316637 w 3611106"/>
                <a:gd name="connsiteY3" fmla="*/ 1534333 h 2603953"/>
                <a:gd name="connsiteX4" fmla="*/ 2448733 w 3611106"/>
                <a:gd name="connsiteY4" fmla="*/ 2293750 h 2603953"/>
                <a:gd name="connsiteX5" fmla="*/ 1131375 w 3611106"/>
                <a:gd name="connsiteY5" fmla="*/ 2603716 h 2603953"/>
                <a:gd name="connsiteX6" fmla="*/ 232474 w 3611106"/>
                <a:gd name="connsiteY6" fmla="*/ 2092273 h 2603953"/>
                <a:gd name="connsiteX7" fmla="*/ 0 w 3611106"/>
                <a:gd name="connsiteY7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3611106 w 3611106"/>
                <a:gd name="connsiteY2" fmla="*/ 0 h 2603953"/>
                <a:gd name="connsiteX3" fmla="*/ 3549111 w 3611106"/>
                <a:gd name="connsiteY3" fmla="*/ 728421 h 2603953"/>
                <a:gd name="connsiteX4" fmla="*/ 3316637 w 3611106"/>
                <a:gd name="connsiteY4" fmla="*/ 1534333 h 2603953"/>
                <a:gd name="connsiteX5" fmla="*/ 2448733 w 3611106"/>
                <a:gd name="connsiteY5" fmla="*/ 2293750 h 2603953"/>
                <a:gd name="connsiteX6" fmla="*/ 1131375 w 3611106"/>
                <a:gd name="connsiteY6" fmla="*/ 2603716 h 2603953"/>
                <a:gd name="connsiteX7" fmla="*/ 232474 w 3611106"/>
                <a:gd name="connsiteY7" fmla="*/ 2092273 h 2603953"/>
                <a:gd name="connsiteX8" fmla="*/ 0 w 3611106"/>
                <a:gd name="connsiteY8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2588216 w 3611106"/>
                <a:gd name="connsiteY2" fmla="*/ 154984 h 2603953"/>
                <a:gd name="connsiteX3" fmla="*/ 3611106 w 3611106"/>
                <a:gd name="connsiteY3" fmla="*/ 0 h 2603953"/>
                <a:gd name="connsiteX4" fmla="*/ 3549111 w 3611106"/>
                <a:gd name="connsiteY4" fmla="*/ 728421 h 2603953"/>
                <a:gd name="connsiteX5" fmla="*/ 3316637 w 3611106"/>
                <a:gd name="connsiteY5" fmla="*/ 1534333 h 2603953"/>
                <a:gd name="connsiteX6" fmla="*/ 2448733 w 3611106"/>
                <a:gd name="connsiteY6" fmla="*/ 2293750 h 2603953"/>
                <a:gd name="connsiteX7" fmla="*/ 1131375 w 3611106"/>
                <a:gd name="connsiteY7" fmla="*/ 2603716 h 2603953"/>
                <a:gd name="connsiteX8" fmla="*/ 232474 w 3611106"/>
                <a:gd name="connsiteY8" fmla="*/ 2092273 h 2603953"/>
                <a:gd name="connsiteX9" fmla="*/ 0 w 3611106"/>
                <a:gd name="connsiteY9" fmla="*/ 1332855 h 2603953"/>
                <a:gd name="connsiteX0" fmla="*/ 0 w 3611106"/>
                <a:gd name="connsiteY0" fmla="*/ 1431577 h 2702675"/>
                <a:gd name="connsiteX1" fmla="*/ 929898 w 3611106"/>
                <a:gd name="connsiteY1" fmla="*/ 765150 h 2702675"/>
                <a:gd name="connsiteX2" fmla="*/ 2588216 w 3611106"/>
                <a:gd name="connsiteY2" fmla="*/ 253706 h 2702675"/>
                <a:gd name="connsiteX3" fmla="*/ 3611106 w 3611106"/>
                <a:gd name="connsiteY3" fmla="*/ 98722 h 2702675"/>
                <a:gd name="connsiteX4" fmla="*/ 3549111 w 3611106"/>
                <a:gd name="connsiteY4" fmla="*/ 827143 h 2702675"/>
                <a:gd name="connsiteX5" fmla="*/ 3316637 w 3611106"/>
                <a:gd name="connsiteY5" fmla="*/ 1633055 h 2702675"/>
                <a:gd name="connsiteX6" fmla="*/ 2448733 w 3611106"/>
                <a:gd name="connsiteY6" fmla="*/ 2392472 h 2702675"/>
                <a:gd name="connsiteX7" fmla="*/ 1131375 w 3611106"/>
                <a:gd name="connsiteY7" fmla="*/ 2702438 h 2702675"/>
                <a:gd name="connsiteX8" fmla="*/ 232474 w 3611106"/>
                <a:gd name="connsiteY8" fmla="*/ 2190995 h 2702675"/>
                <a:gd name="connsiteX9" fmla="*/ 0 w 3611106"/>
                <a:gd name="connsiteY9" fmla="*/ 1431577 h 2702675"/>
                <a:gd name="connsiteX0" fmla="*/ 0 w 3611106"/>
                <a:gd name="connsiteY0" fmla="*/ 1451565 h 2722663"/>
                <a:gd name="connsiteX1" fmla="*/ 929898 w 3611106"/>
                <a:gd name="connsiteY1" fmla="*/ 785138 h 2722663"/>
                <a:gd name="connsiteX2" fmla="*/ 2588216 w 3611106"/>
                <a:gd name="connsiteY2" fmla="*/ 273694 h 2722663"/>
                <a:gd name="connsiteX3" fmla="*/ 3611106 w 3611106"/>
                <a:gd name="connsiteY3" fmla="*/ 118710 h 2722663"/>
                <a:gd name="connsiteX4" fmla="*/ 3549111 w 3611106"/>
                <a:gd name="connsiteY4" fmla="*/ 847131 h 2722663"/>
                <a:gd name="connsiteX5" fmla="*/ 3316637 w 3611106"/>
                <a:gd name="connsiteY5" fmla="*/ 1653043 h 2722663"/>
                <a:gd name="connsiteX6" fmla="*/ 2448733 w 3611106"/>
                <a:gd name="connsiteY6" fmla="*/ 2412460 h 2722663"/>
                <a:gd name="connsiteX7" fmla="*/ 1131375 w 3611106"/>
                <a:gd name="connsiteY7" fmla="*/ 2722426 h 2722663"/>
                <a:gd name="connsiteX8" fmla="*/ 232474 w 3611106"/>
                <a:gd name="connsiteY8" fmla="*/ 2210983 h 2722663"/>
                <a:gd name="connsiteX9" fmla="*/ 0 w 3611106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811556"/>
                <a:gd name="connsiteX1" fmla="*/ 929898 w 3736247"/>
                <a:gd name="connsiteY1" fmla="*/ 785138 h 2811556"/>
                <a:gd name="connsiteX2" fmla="*/ 2588216 w 3736247"/>
                <a:gd name="connsiteY2" fmla="*/ 273694 h 2811556"/>
                <a:gd name="connsiteX3" fmla="*/ 3611106 w 3736247"/>
                <a:gd name="connsiteY3" fmla="*/ 118710 h 2811556"/>
                <a:gd name="connsiteX4" fmla="*/ 3549111 w 3736247"/>
                <a:gd name="connsiteY4" fmla="*/ 847131 h 2811556"/>
                <a:gd name="connsiteX5" fmla="*/ 3316637 w 3736247"/>
                <a:gd name="connsiteY5" fmla="*/ 1653043 h 2811556"/>
                <a:gd name="connsiteX6" fmla="*/ 2448733 w 3736247"/>
                <a:gd name="connsiteY6" fmla="*/ 2412460 h 2811556"/>
                <a:gd name="connsiteX7" fmla="*/ 1131375 w 3736247"/>
                <a:gd name="connsiteY7" fmla="*/ 2722426 h 2811556"/>
                <a:gd name="connsiteX8" fmla="*/ 232474 w 3736247"/>
                <a:gd name="connsiteY8" fmla="*/ 2210983 h 2811556"/>
                <a:gd name="connsiteX9" fmla="*/ 0 w 3736247"/>
                <a:gd name="connsiteY9" fmla="*/ 1451565 h 2811556"/>
                <a:gd name="connsiteX0" fmla="*/ 0 w 3736247"/>
                <a:gd name="connsiteY0" fmla="*/ 1451565 h 2878493"/>
                <a:gd name="connsiteX1" fmla="*/ 929898 w 3736247"/>
                <a:gd name="connsiteY1" fmla="*/ 785138 h 2878493"/>
                <a:gd name="connsiteX2" fmla="*/ 2588216 w 3736247"/>
                <a:gd name="connsiteY2" fmla="*/ 273694 h 2878493"/>
                <a:gd name="connsiteX3" fmla="*/ 3611106 w 3736247"/>
                <a:gd name="connsiteY3" fmla="*/ 118710 h 2878493"/>
                <a:gd name="connsiteX4" fmla="*/ 3549111 w 3736247"/>
                <a:gd name="connsiteY4" fmla="*/ 847131 h 2878493"/>
                <a:gd name="connsiteX5" fmla="*/ 3316637 w 3736247"/>
                <a:gd name="connsiteY5" fmla="*/ 1653043 h 2878493"/>
                <a:gd name="connsiteX6" fmla="*/ 2448733 w 3736247"/>
                <a:gd name="connsiteY6" fmla="*/ 2412460 h 2878493"/>
                <a:gd name="connsiteX7" fmla="*/ 1131375 w 3736247"/>
                <a:gd name="connsiteY7" fmla="*/ 2722426 h 2878493"/>
                <a:gd name="connsiteX8" fmla="*/ 232474 w 3736247"/>
                <a:gd name="connsiteY8" fmla="*/ 2210983 h 2878493"/>
                <a:gd name="connsiteX9" fmla="*/ 0 w 3736247"/>
                <a:gd name="connsiteY9" fmla="*/ 1451565 h 2878493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210983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47130 w 3837981"/>
                <a:gd name="connsiteY1" fmla="*/ 847131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5742"/>
                <a:gd name="connsiteX1" fmla="*/ 1047130 w 3837981"/>
                <a:gd name="connsiteY1" fmla="*/ 847131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37981" h="2855742">
                  <a:moveTo>
                    <a:pt x="101734" y="1451565"/>
                  </a:moveTo>
                  <a:cubicBezTo>
                    <a:pt x="44907" y="878127"/>
                    <a:pt x="484025" y="1048609"/>
                    <a:pt x="1047130" y="847131"/>
                  </a:cubicBezTo>
                  <a:cubicBezTo>
                    <a:pt x="1656730" y="697314"/>
                    <a:pt x="2080350" y="423511"/>
                    <a:pt x="2689950" y="273694"/>
                  </a:cubicBezTo>
                  <a:cubicBezTo>
                    <a:pt x="3030913" y="222033"/>
                    <a:pt x="3402873" y="-201588"/>
                    <a:pt x="3712840" y="118710"/>
                  </a:cubicBezTo>
                  <a:cubicBezTo>
                    <a:pt x="3991809" y="402846"/>
                    <a:pt x="3728337" y="640487"/>
                    <a:pt x="3650845" y="847131"/>
                  </a:cubicBezTo>
                  <a:cubicBezTo>
                    <a:pt x="3707672" y="1250086"/>
                    <a:pt x="3656011" y="1374073"/>
                    <a:pt x="3418371" y="1653043"/>
                  </a:cubicBezTo>
                  <a:cubicBezTo>
                    <a:pt x="3129070" y="1906182"/>
                    <a:pt x="3681520" y="2150173"/>
                    <a:pt x="2493317" y="2418810"/>
                  </a:cubicBezTo>
                  <a:cubicBezTo>
                    <a:pt x="1764896" y="3059407"/>
                    <a:pt x="1806547" y="2856745"/>
                    <a:pt x="1295102" y="2675931"/>
                  </a:cubicBezTo>
                  <a:cubicBezTo>
                    <a:pt x="29407" y="2830914"/>
                    <a:pt x="654506" y="2319471"/>
                    <a:pt x="334208" y="2164488"/>
                  </a:cubicBezTo>
                  <a:cubicBezTo>
                    <a:pt x="-301222" y="1771864"/>
                    <a:pt x="179225" y="1704704"/>
                    <a:pt x="101734" y="1451565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6D9D72E-ACBB-219A-B6FA-AD0023D3D819}"/>
                </a:ext>
              </a:extLst>
            </p:cNvPr>
            <p:cNvSpPr/>
            <p:nvPr/>
          </p:nvSpPr>
          <p:spPr>
            <a:xfrm>
              <a:off x="4456790" y="2588177"/>
              <a:ext cx="2372651" cy="2372651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22">
              <a:extLst>
                <a:ext uri="{FF2B5EF4-FFF2-40B4-BE49-F238E27FC236}">
                  <a16:creationId xmlns:a16="http://schemas.microsoft.com/office/drawing/2014/main" id="{BBE1D79D-A3BA-6E1B-C12C-0D37F93985E8}"/>
                </a:ext>
              </a:extLst>
            </p:cNvPr>
            <p:cNvSpPr/>
            <p:nvPr/>
          </p:nvSpPr>
          <p:spPr>
            <a:xfrm>
              <a:off x="7326406" y="2511217"/>
              <a:ext cx="700257" cy="411612"/>
            </a:xfrm>
            <a:custGeom>
              <a:avLst/>
              <a:gdLst>
                <a:gd name="connsiteX0" fmla="*/ 0 w 827257"/>
                <a:gd name="connsiteY0" fmla="*/ 0 h 772106"/>
                <a:gd name="connsiteX1" fmla="*/ 827257 w 827257"/>
                <a:gd name="connsiteY1" fmla="*/ 0 h 772106"/>
                <a:gd name="connsiteX2" fmla="*/ 827257 w 827257"/>
                <a:gd name="connsiteY2" fmla="*/ 772106 h 772106"/>
                <a:gd name="connsiteX3" fmla="*/ 0 w 827257"/>
                <a:gd name="connsiteY3" fmla="*/ 772106 h 772106"/>
                <a:gd name="connsiteX4" fmla="*/ 0 w 827257"/>
                <a:gd name="connsiteY4" fmla="*/ 0 h 772106"/>
                <a:gd name="connsiteX0" fmla="*/ 190500 w 1017757"/>
                <a:gd name="connsiteY0" fmla="*/ 0 h 772106"/>
                <a:gd name="connsiteX1" fmla="*/ 1017757 w 1017757"/>
                <a:gd name="connsiteY1" fmla="*/ 0 h 772106"/>
                <a:gd name="connsiteX2" fmla="*/ 1017757 w 1017757"/>
                <a:gd name="connsiteY2" fmla="*/ 772106 h 772106"/>
                <a:gd name="connsiteX3" fmla="*/ 0 w 1017757"/>
                <a:gd name="connsiteY3" fmla="*/ 321256 h 772106"/>
                <a:gd name="connsiteX4" fmla="*/ 190500 w 1017757"/>
                <a:gd name="connsiteY4" fmla="*/ 0 h 772106"/>
                <a:gd name="connsiteX0" fmla="*/ 190500 w 1017757"/>
                <a:gd name="connsiteY0" fmla="*/ 0 h 435556"/>
                <a:gd name="connsiteX1" fmla="*/ 1017757 w 1017757"/>
                <a:gd name="connsiteY1" fmla="*/ 0 h 435556"/>
                <a:gd name="connsiteX2" fmla="*/ 700257 w 1017757"/>
                <a:gd name="connsiteY2" fmla="*/ 435556 h 435556"/>
                <a:gd name="connsiteX3" fmla="*/ 0 w 1017757"/>
                <a:gd name="connsiteY3" fmla="*/ 321256 h 435556"/>
                <a:gd name="connsiteX4" fmla="*/ 190500 w 1017757"/>
                <a:gd name="connsiteY4" fmla="*/ 0 h 435556"/>
                <a:gd name="connsiteX0" fmla="*/ 190500 w 1017757"/>
                <a:gd name="connsiteY0" fmla="*/ 0 h 551131"/>
                <a:gd name="connsiteX1" fmla="*/ 1017757 w 1017757"/>
                <a:gd name="connsiteY1" fmla="*/ 0 h 551131"/>
                <a:gd name="connsiteX2" fmla="*/ 700257 w 1017757"/>
                <a:gd name="connsiteY2" fmla="*/ 435556 h 551131"/>
                <a:gd name="connsiteX3" fmla="*/ 0 w 1017757"/>
                <a:gd name="connsiteY3" fmla="*/ 321256 h 551131"/>
                <a:gd name="connsiteX4" fmla="*/ 190500 w 1017757"/>
                <a:gd name="connsiteY4" fmla="*/ 0 h 551131"/>
                <a:gd name="connsiteX0" fmla="*/ 190500 w 1017757"/>
                <a:gd name="connsiteY0" fmla="*/ 0 h 553912"/>
                <a:gd name="connsiteX1" fmla="*/ 1017757 w 1017757"/>
                <a:gd name="connsiteY1" fmla="*/ 0 h 553912"/>
                <a:gd name="connsiteX2" fmla="*/ 700257 w 1017757"/>
                <a:gd name="connsiteY2" fmla="*/ 435556 h 553912"/>
                <a:gd name="connsiteX3" fmla="*/ 0 w 1017757"/>
                <a:gd name="connsiteY3" fmla="*/ 321256 h 553912"/>
                <a:gd name="connsiteX4" fmla="*/ 190500 w 1017757"/>
                <a:gd name="connsiteY4" fmla="*/ 0 h 553912"/>
                <a:gd name="connsiteX0" fmla="*/ 190500 w 1017757"/>
                <a:gd name="connsiteY0" fmla="*/ 0 h 566315"/>
                <a:gd name="connsiteX1" fmla="*/ 1017757 w 1017757"/>
                <a:gd name="connsiteY1" fmla="*/ 0 h 566315"/>
                <a:gd name="connsiteX2" fmla="*/ 700257 w 1017757"/>
                <a:gd name="connsiteY2" fmla="*/ 435556 h 566315"/>
                <a:gd name="connsiteX3" fmla="*/ 0 w 1017757"/>
                <a:gd name="connsiteY3" fmla="*/ 321256 h 566315"/>
                <a:gd name="connsiteX4" fmla="*/ 190500 w 1017757"/>
                <a:gd name="connsiteY4" fmla="*/ 0 h 566315"/>
                <a:gd name="connsiteX0" fmla="*/ 190500 w 700257"/>
                <a:gd name="connsiteY0" fmla="*/ 0 h 566315"/>
                <a:gd name="connsiteX1" fmla="*/ 700257 w 700257"/>
                <a:gd name="connsiteY1" fmla="*/ 435556 h 566315"/>
                <a:gd name="connsiteX2" fmla="*/ 0 w 700257"/>
                <a:gd name="connsiteY2" fmla="*/ 321256 h 566315"/>
                <a:gd name="connsiteX3" fmla="*/ 190500 w 700257"/>
                <a:gd name="connsiteY3" fmla="*/ 0 h 566315"/>
                <a:gd name="connsiteX0" fmla="*/ 0 w 700257"/>
                <a:gd name="connsiteY0" fmla="*/ 0 h 245059"/>
                <a:gd name="connsiteX1" fmla="*/ 700257 w 700257"/>
                <a:gd name="connsiteY1" fmla="*/ 114300 h 245059"/>
                <a:gd name="connsiteX2" fmla="*/ 0 w 700257"/>
                <a:gd name="connsiteY2" fmla="*/ 0 h 245059"/>
                <a:gd name="connsiteX0" fmla="*/ 0 w 700257"/>
                <a:gd name="connsiteY0" fmla="*/ 46001 h 291060"/>
                <a:gd name="connsiteX1" fmla="*/ 168238 w 700257"/>
                <a:gd name="connsiteY1" fmla="*/ 1550 h 291060"/>
                <a:gd name="connsiteX2" fmla="*/ 700257 w 700257"/>
                <a:gd name="connsiteY2" fmla="*/ 160301 h 291060"/>
                <a:gd name="connsiteX3" fmla="*/ 0 w 700257"/>
                <a:gd name="connsiteY3" fmla="*/ 46001 h 291060"/>
                <a:gd name="connsiteX0" fmla="*/ 0 w 700257"/>
                <a:gd name="connsiteY0" fmla="*/ 190804 h 435863"/>
                <a:gd name="connsiteX1" fmla="*/ 168238 w 700257"/>
                <a:gd name="connsiteY1" fmla="*/ 146353 h 435863"/>
                <a:gd name="connsiteX2" fmla="*/ 700257 w 700257"/>
                <a:gd name="connsiteY2" fmla="*/ 305104 h 435863"/>
                <a:gd name="connsiteX3" fmla="*/ 0 w 700257"/>
                <a:gd name="connsiteY3" fmla="*/ 190804 h 435863"/>
                <a:gd name="connsiteX0" fmla="*/ 0 w 767924"/>
                <a:gd name="connsiteY0" fmla="*/ 239598 h 484657"/>
                <a:gd name="connsiteX1" fmla="*/ 168238 w 767924"/>
                <a:gd name="connsiteY1" fmla="*/ 195147 h 484657"/>
                <a:gd name="connsiteX2" fmla="*/ 700257 w 767924"/>
                <a:gd name="connsiteY2" fmla="*/ 353898 h 484657"/>
                <a:gd name="connsiteX3" fmla="*/ 0 w 767924"/>
                <a:gd name="connsiteY3" fmla="*/ 239598 h 484657"/>
                <a:gd name="connsiteX0" fmla="*/ 0 w 700257"/>
                <a:gd name="connsiteY0" fmla="*/ 0 h 245059"/>
                <a:gd name="connsiteX1" fmla="*/ 700257 w 700257"/>
                <a:gd name="connsiteY1" fmla="*/ 114300 h 245059"/>
                <a:gd name="connsiteX2" fmla="*/ 0 w 700257"/>
                <a:gd name="connsiteY2" fmla="*/ 0 h 245059"/>
                <a:gd name="connsiteX0" fmla="*/ 0 w 700257"/>
                <a:gd name="connsiteY0" fmla="*/ 100741 h 345800"/>
                <a:gd name="connsiteX1" fmla="*/ 700257 w 700257"/>
                <a:gd name="connsiteY1" fmla="*/ 215041 h 345800"/>
                <a:gd name="connsiteX2" fmla="*/ 0 w 700257"/>
                <a:gd name="connsiteY2" fmla="*/ 100741 h 345800"/>
                <a:gd name="connsiteX0" fmla="*/ 0 w 700257"/>
                <a:gd name="connsiteY0" fmla="*/ 109130 h 354189"/>
                <a:gd name="connsiteX1" fmla="*/ 700257 w 700257"/>
                <a:gd name="connsiteY1" fmla="*/ 223430 h 354189"/>
                <a:gd name="connsiteX2" fmla="*/ 0 w 700257"/>
                <a:gd name="connsiteY2" fmla="*/ 109130 h 354189"/>
                <a:gd name="connsiteX0" fmla="*/ 0 w 700257"/>
                <a:gd name="connsiteY0" fmla="*/ 133977 h 379036"/>
                <a:gd name="connsiteX1" fmla="*/ 700257 w 700257"/>
                <a:gd name="connsiteY1" fmla="*/ 248277 h 379036"/>
                <a:gd name="connsiteX2" fmla="*/ 0 w 700257"/>
                <a:gd name="connsiteY2" fmla="*/ 133977 h 379036"/>
                <a:gd name="connsiteX0" fmla="*/ 0 w 700257"/>
                <a:gd name="connsiteY0" fmla="*/ 133977 h 411612"/>
                <a:gd name="connsiteX1" fmla="*/ 700257 w 700257"/>
                <a:gd name="connsiteY1" fmla="*/ 248277 h 411612"/>
                <a:gd name="connsiteX2" fmla="*/ 0 w 700257"/>
                <a:gd name="connsiteY2" fmla="*/ 133977 h 411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0257" h="411612">
                  <a:moveTo>
                    <a:pt x="0" y="133977"/>
                  </a:moveTo>
                  <a:cubicBezTo>
                    <a:pt x="547744" y="-132723"/>
                    <a:pt x="638288" y="48252"/>
                    <a:pt x="700257" y="248277"/>
                  </a:cubicBezTo>
                  <a:cubicBezTo>
                    <a:pt x="698613" y="359402"/>
                    <a:pt x="55619" y="603877"/>
                    <a:pt x="0" y="133977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0173D73-E9E2-B432-2CF4-349BFAE5F381}"/>
              </a:ext>
            </a:extLst>
          </p:cNvPr>
          <p:cNvGrpSpPr/>
          <p:nvPr/>
        </p:nvGrpSpPr>
        <p:grpSpPr>
          <a:xfrm>
            <a:off x="2811529" y="1758807"/>
            <a:ext cx="5323523" cy="5122430"/>
            <a:chOff x="2811529" y="1758807"/>
            <a:chExt cx="5323523" cy="512243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9A0E213-188B-A19D-7FE7-7B2C9A3C03DA}"/>
                </a:ext>
              </a:extLst>
            </p:cNvPr>
            <p:cNvSpPr/>
            <p:nvPr/>
          </p:nvSpPr>
          <p:spPr>
            <a:xfrm>
              <a:off x="2882381" y="1774404"/>
              <a:ext cx="5220574" cy="1835244"/>
            </a:xfrm>
            <a:custGeom>
              <a:avLst/>
              <a:gdLst>
                <a:gd name="connsiteX0" fmla="*/ 0 w 3264862"/>
                <a:gd name="connsiteY0" fmla="*/ 0 h 171133"/>
                <a:gd name="connsiteX1" fmla="*/ 3264862 w 3264862"/>
                <a:gd name="connsiteY1" fmla="*/ 0 h 171133"/>
                <a:gd name="connsiteX2" fmla="*/ 3264862 w 3264862"/>
                <a:gd name="connsiteY2" fmla="*/ 171133 h 171133"/>
                <a:gd name="connsiteX3" fmla="*/ 0 w 3264862"/>
                <a:gd name="connsiteY3" fmla="*/ 171133 h 171133"/>
                <a:gd name="connsiteX4" fmla="*/ 0 w 3264862"/>
                <a:gd name="connsiteY4" fmla="*/ 0 h 171133"/>
                <a:gd name="connsiteX0" fmla="*/ 0 w 3516322"/>
                <a:gd name="connsiteY0" fmla="*/ 0 h 1192213"/>
                <a:gd name="connsiteX1" fmla="*/ 3264862 w 3516322"/>
                <a:gd name="connsiteY1" fmla="*/ 0 h 1192213"/>
                <a:gd name="connsiteX2" fmla="*/ 3516322 w 3516322"/>
                <a:gd name="connsiteY2" fmla="*/ 1192213 h 1192213"/>
                <a:gd name="connsiteX3" fmla="*/ 0 w 3516322"/>
                <a:gd name="connsiteY3" fmla="*/ 171133 h 1192213"/>
                <a:gd name="connsiteX4" fmla="*/ 0 w 3516322"/>
                <a:gd name="connsiteY4" fmla="*/ 0 h 1192213"/>
                <a:gd name="connsiteX0" fmla="*/ 0 w 3651069"/>
                <a:gd name="connsiteY0" fmla="*/ 0 h 1192213"/>
                <a:gd name="connsiteX1" fmla="*/ 3264862 w 3651069"/>
                <a:gd name="connsiteY1" fmla="*/ 0 h 1192213"/>
                <a:gd name="connsiteX2" fmla="*/ 3651069 w 3651069"/>
                <a:gd name="connsiteY2" fmla="*/ 437664 h 1192213"/>
                <a:gd name="connsiteX3" fmla="*/ 3516322 w 3651069"/>
                <a:gd name="connsiteY3" fmla="*/ 1192213 h 1192213"/>
                <a:gd name="connsiteX4" fmla="*/ 0 w 3651069"/>
                <a:gd name="connsiteY4" fmla="*/ 171133 h 1192213"/>
                <a:gd name="connsiteX5" fmla="*/ 0 w 3651069"/>
                <a:gd name="connsiteY5" fmla="*/ 0 h 1192213"/>
                <a:gd name="connsiteX0" fmla="*/ 0 w 3651069"/>
                <a:gd name="connsiteY0" fmla="*/ 0 h 1192213"/>
                <a:gd name="connsiteX1" fmla="*/ 3341062 w 3651069"/>
                <a:gd name="connsiteY1" fmla="*/ 106680 h 1192213"/>
                <a:gd name="connsiteX2" fmla="*/ 3651069 w 3651069"/>
                <a:gd name="connsiteY2" fmla="*/ 437664 h 1192213"/>
                <a:gd name="connsiteX3" fmla="*/ 3516322 w 3651069"/>
                <a:gd name="connsiteY3" fmla="*/ 1192213 h 1192213"/>
                <a:gd name="connsiteX4" fmla="*/ 0 w 3651069"/>
                <a:gd name="connsiteY4" fmla="*/ 171133 h 1192213"/>
                <a:gd name="connsiteX5" fmla="*/ 0 w 3651069"/>
                <a:gd name="connsiteY5" fmla="*/ 0 h 1192213"/>
                <a:gd name="connsiteX0" fmla="*/ 0 w 3651069"/>
                <a:gd name="connsiteY0" fmla="*/ 197483 h 1389696"/>
                <a:gd name="connsiteX1" fmla="*/ 2980509 w 3651069"/>
                <a:gd name="connsiteY1" fmla="*/ 2687 h 1389696"/>
                <a:gd name="connsiteX2" fmla="*/ 3341062 w 3651069"/>
                <a:gd name="connsiteY2" fmla="*/ 304163 h 1389696"/>
                <a:gd name="connsiteX3" fmla="*/ 3651069 w 3651069"/>
                <a:gd name="connsiteY3" fmla="*/ 635147 h 1389696"/>
                <a:gd name="connsiteX4" fmla="*/ 3516322 w 3651069"/>
                <a:gd name="connsiteY4" fmla="*/ 1389696 h 1389696"/>
                <a:gd name="connsiteX5" fmla="*/ 0 w 3651069"/>
                <a:gd name="connsiteY5" fmla="*/ 368616 h 1389696"/>
                <a:gd name="connsiteX6" fmla="*/ 0 w 3651069"/>
                <a:gd name="connsiteY6" fmla="*/ 197483 h 1389696"/>
                <a:gd name="connsiteX0" fmla="*/ 0 w 3651069"/>
                <a:gd name="connsiteY0" fmla="*/ 456854 h 1649067"/>
                <a:gd name="connsiteX1" fmla="*/ 2226129 w 3651069"/>
                <a:gd name="connsiteY1" fmla="*/ 2978 h 1649067"/>
                <a:gd name="connsiteX2" fmla="*/ 2980509 w 3651069"/>
                <a:gd name="connsiteY2" fmla="*/ 262058 h 1649067"/>
                <a:gd name="connsiteX3" fmla="*/ 3341062 w 3651069"/>
                <a:gd name="connsiteY3" fmla="*/ 563534 h 1649067"/>
                <a:gd name="connsiteX4" fmla="*/ 3651069 w 3651069"/>
                <a:gd name="connsiteY4" fmla="*/ 894518 h 1649067"/>
                <a:gd name="connsiteX5" fmla="*/ 3516322 w 3651069"/>
                <a:gd name="connsiteY5" fmla="*/ 1649067 h 1649067"/>
                <a:gd name="connsiteX6" fmla="*/ 0 w 3651069"/>
                <a:gd name="connsiteY6" fmla="*/ 627987 h 1649067"/>
                <a:gd name="connsiteX7" fmla="*/ 0 w 3651069"/>
                <a:gd name="connsiteY7" fmla="*/ 456854 h 1649067"/>
                <a:gd name="connsiteX0" fmla="*/ 0 w 3651069"/>
                <a:gd name="connsiteY0" fmla="*/ 501665 h 1693878"/>
                <a:gd name="connsiteX1" fmla="*/ 1045029 w 3651069"/>
                <a:gd name="connsiteY1" fmla="*/ 32550 h 1693878"/>
                <a:gd name="connsiteX2" fmla="*/ 2226129 w 3651069"/>
                <a:gd name="connsiteY2" fmla="*/ 47789 h 1693878"/>
                <a:gd name="connsiteX3" fmla="*/ 2980509 w 3651069"/>
                <a:gd name="connsiteY3" fmla="*/ 306869 h 1693878"/>
                <a:gd name="connsiteX4" fmla="*/ 3341062 w 3651069"/>
                <a:gd name="connsiteY4" fmla="*/ 608345 h 1693878"/>
                <a:gd name="connsiteX5" fmla="*/ 3651069 w 3651069"/>
                <a:gd name="connsiteY5" fmla="*/ 939329 h 1693878"/>
                <a:gd name="connsiteX6" fmla="*/ 3516322 w 3651069"/>
                <a:gd name="connsiteY6" fmla="*/ 1693878 h 1693878"/>
                <a:gd name="connsiteX7" fmla="*/ 0 w 3651069"/>
                <a:gd name="connsiteY7" fmla="*/ 672798 h 1693878"/>
                <a:gd name="connsiteX8" fmla="*/ 0 w 3651069"/>
                <a:gd name="connsiteY8" fmla="*/ 501665 h 1693878"/>
                <a:gd name="connsiteX0" fmla="*/ 0 w 4024449"/>
                <a:gd name="connsiteY0" fmla="*/ 410225 h 1693878"/>
                <a:gd name="connsiteX1" fmla="*/ 1418409 w 4024449"/>
                <a:gd name="connsiteY1" fmla="*/ 32550 h 1693878"/>
                <a:gd name="connsiteX2" fmla="*/ 2599509 w 4024449"/>
                <a:gd name="connsiteY2" fmla="*/ 47789 h 1693878"/>
                <a:gd name="connsiteX3" fmla="*/ 3353889 w 4024449"/>
                <a:gd name="connsiteY3" fmla="*/ 306869 h 1693878"/>
                <a:gd name="connsiteX4" fmla="*/ 3714442 w 4024449"/>
                <a:gd name="connsiteY4" fmla="*/ 608345 h 1693878"/>
                <a:gd name="connsiteX5" fmla="*/ 4024449 w 4024449"/>
                <a:gd name="connsiteY5" fmla="*/ 939329 h 1693878"/>
                <a:gd name="connsiteX6" fmla="*/ 3889702 w 4024449"/>
                <a:gd name="connsiteY6" fmla="*/ 1693878 h 1693878"/>
                <a:gd name="connsiteX7" fmla="*/ 373380 w 4024449"/>
                <a:gd name="connsiteY7" fmla="*/ 672798 h 1693878"/>
                <a:gd name="connsiteX8" fmla="*/ 0 w 4024449"/>
                <a:gd name="connsiteY8" fmla="*/ 410225 h 1693878"/>
                <a:gd name="connsiteX0" fmla="*/ 876300 w 4900749"/>
                <a:gd name="connsiteY0" fmla="*/ 410225 h 1693878"/>
                <a:gd name="connsiteX1" fmla="*/ 2294709 w 4900749"/>
                <a:gd name="connsiteY1" fmla="*/ 32550 h 1693878"/>
                <a:gd name="connsiteX2" fmla="*/ 3475809 w 4900749"/>
                <a:gd name="connsiteY2" fmla="*/ 47789 h 1693878"/>
                <a:gd name="connsiteX3" fmla="*/ 4230189 w 4900749"/>
                <a:gd name="connsiteY3" fmla="*/ 306869 h 1693878"/>
                <a:gd name="connsiteX4" fmla="*/ 4590742 w 4900749"/>
                <a:gd name="connsiteY4" fmla="*/ 608345 h 1693878"/>
                <a:gd name="connsiteX5" fmla="*/ 4900749 w 4900749"/>
                <a:gd name="connsiteY5" fmla="*/ 939329 h 1693878"/>
                <a:gd name="connsiteX6" fmla="*/ 4766002 w 4900749"/>
                <a:gd name="connsiteY6" fmla="*/ 1693878 h 1693878"/>
                <a:gd name="connsiteX7" fmla="*/ 0 w 4900749"/>
                <a:gd name="connsiteY7" fmla="*/ 1152858 h 1693878"/>
                <a:gd name="connsiteX8" fmla="*/ 876300 w 4900749"/>
                <a:gd name="connsiteY8" fmla="*/ 410225 h 1693878"/>
                <a:gd name="connsiteX0" fmla="*/ 876300 w 4900749"/>
                <a:gd name="connsiteY0" fmla="*/ 410225 h 1693878"/>
                <a:gd name="connsiteX1" fmla="*/ 2294709 w 4900749"/>
                <a:gd name="connsiteY1" fmla="*/ 32550 h 1693878"/>
                <a:gd name="connsiteX2" fmla="*/ 3475809 w 4900749"/>
                <a:gd name="connsiteY2" fmla="*/ 47789 h 1693878"/>
                <a:gd name="connsiteX3" fmla="*/ 4230189 w 4900749"/>
                <a:gd name="connsiteY3" fmla="*/ 306869 h 1693878"/>
                <a:gd name="connsiteX4" fmla="*/ 4590742 w 4900749"/>
                <a:gd name="connsiteY4" fmla="*/ 608345 h 1693878"/>
                <a:gd name="connsiteX5" fmla="*/ 4900749 w 4900749"/>
                <a:gd name="connsiteY5" fmla="*/ 939329 h 1693878"/>
                <a:gd name="connsiteX6" fmla="*/ 4766002 w 4900749"/>
                <a:gd name="connsiteY6" fmla="*/ 1693878 h 1693878"/>
                <a:gd name="connsiteX7" fmla="*/ 321129 w 4900749"/>
                <a:gd name="connsiteY7" fmla="*/ 1457490 h 1693878"/>
                <a:gd name="connsiteX8" fmla="*/ 0 w 4900749"/>
                <a:gd name="connsiteY8" fmla="*/ 1152858 h 1693878"/>
                <a:gd name="connsiteX9" fmla="*/ 876300 w 4900749"/>
                <a:gd name="connsiteY9" fmla="*/ 410225 h 1693878"/>
                <a:gd name="connsiteX0" fmla="*/ 876300 w 4900749"/>
                <a:gd name="connsiteY0" fmla="*/ 410225 h 1751325"/>
                <a:gd name="connsiteX1" fmla="*/ 2294709 w 4900749"/>
                <a:gd name="connsiteY1" fmla="*/ 32550 h 1751325"/>
                <a:gd name="connsiteX2" fmla="*/ 3475809 w 4900749"/>
                <a:gd name="connsiteY2" fmla="*/ 47789 h 1751325"/>
                <a:gd name="connsiteX3" fmla="*/ 4230189 w 4900749"/>
                <a:gd name="connsiteY3" fmla="*/ 306869 h 1751325"/>
                <a:gd name="connsiteX4" fmla="*/ 4590742 w 4900749"/>
                <a:gd name="connsiteY4" fmla="*/ 608345 h 1751325"/>
                <a:gd name="connsiteX5" fmla="*/ 4900749 w 4900749"/>
                <a:gd name="connsiteY5" fmla="*/ 939329 h 1751325"/>
                <a:gd name="connsiteX6" fmla="*/ 4766002 w 4900749"/>
                <a:gd name="connsiteY6" fmla="*/ 1693878 h 1751325"/>
                <a:gd name="connsiteX7" fmla="*/ 968829 w 4900749"/>
                <a:gd name="connsiteY7" fmla="*/ 1708950 h 1751325"/>
                <a:gd name="connsiteX8" fmla="*/ 321129 w 4900749"/>
                <a:gd name="connsiteY8" fmla="*/ 1457490 h 1751325"/>
                <a:gd name="connsiteX9" fmla="*/ 0 w 4900749"/>
                <a:gd name="connsiteY9" fmla="*/ 1152858 h 1751325"/>
                <a:gd name="connsiteX10" fmla="*/ 876300 w 4900749"/>
                <a:gd name="connsiteY10" fmla="*/ 410225 h 1751325"/>
                <a:gd name="connsiteX0" fmla="*/ 876300 w 4900749"/>
                <a:gd name="connsiteY0" fmla="*/ 410225 h 1740152"/>
                <a:gd name="connsiteX1" fmla="*/ 2294709 w 4900749"/>
                <a:gd name="connsiteY1" fmla="*/ 32550 h 1740152"/>
                <a:gd name="connsiteX2" fmla="*/ 3475809 w 4900749"/>
                <a:gd name="connsiteY2" fmla="*/ 47789 h 1740152"/>
                <a:gd name="connsiteX3" fmla="*/ 4230189 w 4900749"/>
                <a:gd name="connsiteY3" fmla="*/ 306869 h 1740152"/>
                <a:gd name="connsiteX4" fmla="*/ 4590742 w 4900749"/>
                <a:gd name="connsiteY4" fmla="*/ 608345 h 1740152"/>
                <a:gd name="connsiteX5" fmla="*/ 4900749 w 4900749"/>
                <a:gd name="connsiteY5" fmla="*/ 939329 h 1740152"/>
                <a:gd name="connsiteX6" fmla="*/ 4766002 w 4900749"/>
                <a:gd name="connsiteY6" fmla="*/ 1693878 h 1740152"/>
                <a:gd name="connsiteX7" fmla="*/ 1006929 w 4900749"/>
                <a:gd name="connsiteY7" fmla="*/ 1678470 h 1740152"/>
                <a:gd name="connsiteX8" fmla="*/ 321129 w 4900749"/>
                <a:gd name="connsiteY8" fmla="*/ 1457490 h 1740152"/>
                <a:gd name="connsiteX9" fmla="*/ 0 w 4900749"/>
                <a:gd name="connsiteY9" fmla="*/ 1152858 h 1740152"/>
                <a:gd name="connsiteX10" fmla="*/ 876300 w 4900749"/>
                <a:gd name="connsiteY10" fmla="*/ 410225 h 1740152"/>
                <a:gd name="connsiteX0" fmla="*/ 880118 w 4904567"/>
                <a:gd name="connsiteY0" fmla="*/ 410225 h 1740152"/>
                <a:gd name="connsiteX1" fmla="*/ 2298527 w 4904567"/>
                <a:gd name="connsiteY1" fmla="*/ 32550 h 1740152"/>
                <a:gd name="connsiteX2" fmla="*/ 3479627 w 4904567"/>
                <a:gd name="connsiteY2" fmla="*/ 47789 h 1740152"/>
                <a:gd name="connsiteX3" fmla="*/ 4234007 w 4904567"/>
                <a:gd name="connsiteY3" fmla="*/ 306869 h 1740152"/>
                <a:gd name="connsiteX4" fmla="*/ 4594560 w 4904567"/>
                <a:gd name="connsiteY4" fmla="*/ 608345 h 1740152"/>
                <a:gd name="connsiteX5" fmla="*/ 4904567 w 4904567"/>
                <a:gd name="connsiteY5" fmla="*/ 939329 h 1740152"/>
                <a:gd name="connsiteX6" fmla="*/ 4769820 w 4904567"/>
                <a:gd name="connsiteY6" fmla="*/ 1693878 h 1740152"/>
                <a:gd name="connsiteX7" fmla="*/ 1010747 w 4904567"/>
                <a:gd name="connsiteY7" fmla="*/ 1678470 h 1740152"/>
                <a:gd name="connsiteX8" fmla="*/ 324947 w 4904567"/>
                <a:gd name="connsiteY8" fmla="*/ 1457490 h 1740152"/>
                <a:gd name="connsiteX9" fmla="*/ 3818 w 4904567"/>
                <a:gd name="connsiteY9" fmla="*/ 1152858 h 1740152"/>
                <a:gd name="connsiteX10" fmla="*/ 880118 w 4904567"/>
                <a:gd name="connsiteY10" fmla="*/ 410225 h 1740152"/>
                <a:gd name="connsiteX0" fmla="*/ 1043419 w 5067868"/>
                <a:gd name="connsiteY0" fmla="*/ 410225 h 1740152"/>
                <a:gd name="connsiteX1" fmla="*/ 2461828 w 5067868"/>
                <a:gd name="connsiteY1" fmla="*/ 32550 h 1740152"/>
                <a:gd name="connsiteX2" fmla="*/ 3642928 w 5067868"/>
                <a:gd name="connsiteY2" fmla="*/ 47789 h 1740152"/>
                <a:gd name="connsiteX3" fmla="*/ 4397308 w 5067868"/>
                <a:gd name="connsiteY3" fmla="*/ 306869 h 1740152"/>
                <a:gd name="connsiteX4" fmla="*/ 4757861 w 5067868"/>
                <a:gd name="connsiteY4" fmla="*/ 608345 h 1740152"/>
                <a:gd name="connsiteX5" fmla="*/ 5067868 w 5067868"/>
                <a:gd name="connsiteY5" fmla="*/ 939329 h 1740152"/>
                <a:gd name="connsiteX6" fmla="*/ 4933121 w 5067868"/>
                <a:gd name="connsiteY6" fmla="*/ 1693878 h 1740152"/>
                <a:gd name="connsiteX7" fmla="*/ 1174048 w 5067868"/>
                <a:gd name="connsiteY7" fmla="*/ 1678470 h 1740152"/>
                <a:gd name="connsiteX8" fmla="*/ 488248 w 5067868"/>
                <a:gd name="connsiteY8" fmla="*/ 1457490 h 1740152"/>
                <a:gd name="connsiteX9" fmla="*/ 167119 w 5067868"/>
                <a:gd name="connsiteY9" fmla="*/ 1152858 h 1740152"/>
                <a:gd name="connsiteX10" fmla="*/ 1043419 w 5067868"/>
                <a:gd name="connsiteY10" fmla="*/ 410225 h 1740152"/>
                <a:gd name="connsiteX0" fmla="*/ 1063949 w 5088398"/>
                <a:gd name="connsiteY0" fmla="*/ 410225 h 1740152"/>
                <a:gd name="connsiteX1" fmla="*/ 2482358 w 5088398"/>
                <a:gd name="connsiteY1" fmla="*/ 32550 h 1740152"/>
                <a:gd name="connsiteX2" fmla="*/ 3663458 w 5088398"/>
                <a:gd name="connsiteY2" fmla="*/ 47789 h 1740152"/>
                <a:gd name="connsiteX3" fmla="*/ 4417838 w 5088398"/>
                <a:gd name="connsiteY3" fmla="*/ 306869 h 1740152"/>
                <a:gd name="connsiteX4" fmla="*/ 4778391 w 5088398"/>
                <a:gd name="connsiteY4" fmla="*/ 608345 h 1740152"/>
                <a:gd name="connsiteX5" fmla="*/ 5088398 w 5088398"/>
                <a:gd name="connsiteY5" fmla="*/ 939329 h 1740152"/>
                <a:gd name="connsiteX6" fmla="*/ 4953651 w 5088398"/>
                <a:gd name="connsiteY6" fmla="*/ 1693878 h 1740152"/>
                <a:gd name="connsiteX7" fmla="*/ 1194578 w 5088398"/>
                <a:gd name="connsiteY7" fmla="*/ 1678470 h 1740152"/>
                <a:gd name="connsiteX8" fmla="*/ 508778 w 5088398"/>
                <a:gd name="connsiteY8" fmla="*/ 1457490 h 1740152"/>
                <a:gd name="connsiteX9" fmla="*/ 187649 w 5088398"/>
                <a:gd name="connsiteY9" fmla="*/ 1152858 h 1740152"/>
                <a:gd name="connsiteX10" fmla="*/ 1063949 w 5088398"/>
                <a:gd name="connsiteY10" fmla="*/ 410225 h 1740152"/>
                <a:gd name="connsiteX0" fmla="*/ 1033570 w 5058019"/>
                <a:gd name="connsiteY0" fmla="*/ 410225 h 1740152"/>
                <a:gd name="connsiteX1" fmla="*/ 2451979 w 5058019"/>
                <a:gd name="connsiteY1" fmla="*/ 32550 h 1740152"/>
                <a:gd name="connsiteX2" fmla="*/ 3633079 w 5058019"/>
                <a:gd name="connsiteY2" fmla="*/ 47789 h 1740152"/>
                <a:gd name="connsiteX3" fmla="*/ 4387459 w 5058019"/>
                <a:gd name="connsiteY3" fmla="*/ 306869 h 1740152"/>
                <a:gd name="connsiteX4" fmla="*/ 4748012 w 5058019"/>
                <a:gd name="connsiteY4" fmla="*/ 608345 h 1740152"/>
                <a:gd name="connsiteX5" fmla="*/ 5058019 w 5058019"/>
                <a:gd name="connsiteY5" fmla="*/ 939329 h 1740152"/>
                <a:gd name="connsiteX6" fmla="*/ 4923272 w 5058019"/>
                <a:gd name="connsiteY6" fmla="*/ 1693878 h 1740152"/>
                <a:gd name="connsiteX7" fmla="*/ 1164199 w 5058019"/>
                <a:gd name="connsiteY7" fmla="*/ 1678470 h 1740152"/>
                <a:gd name="connsiteX8" fmla="*/ 478399 w 5058019"/>
                <a:gd name="connsiteY8" fmla="*/ 1457490 h 1740152"/>
                <a:gd name="connsiteX9" fmla="*/ 157270 w 5058019"/>
                <a:gd name="connsiteY9" fmla="*/ 1152858 h 1740152"/>
                <a:gd name="connsiteX10" fmla="*/ 1033570 w 5058019"/>
                <a:gd name="connsiteY10" fmla="*/ 410225 h 1740152"/>
                <a:gd name="connsiteX0" fmla="*/ 1033570 w 5058019"/>
                <a:gd name="connsiteY0" fmla="*/ 410225 h 1740152"/>
                <a:gd name="connsiteX1" fmla="*/ 2451979 w 5058019"/>
                <a:gd name="connsiteY1" fmla="*/ 32550 h 1740152"/>
                <a:gd name="connsiteX2" fmla="*/ 3633079 w 5058019"/>
                <a:gd name="connsiteY2" fmla="*/ 47789 h 1740152"/>
                <a:gd name="connsiteX3" fmla="*/ 4387459 w 5058019"/>
                <a:gd name="connsiteY3" fmla="*/ 306869 h 1740152"/>
                <a:gd name="connsiteX4" fmla="*/ 4748012 w 5058019"/>
                <a:gd name="connsiteY4" fmla="*/ 608345 h 1740152"/>
                <a:gd name="connsiteX5" fmla="*/ 5058019 w 5058019"/>
                <a:gd name="connsiteY5" fmla="*/ 939329 h 1740152"/>
                <a:gd name="connsiteX6" fmla="*/ 4923272 w 5058019"/>
                <a:gd name="connsiteY6" fmla="*/ 1693878 h 1740152"/>
                <a:gd name="connsiteX7" fmla="*/ 1164199 w 5058019"/>
                <a:gd name="connsiteY7" fmla="*/ 1678470 h 1740152"/>
                <a:gd name="connsiteX8" fmla="*/ 478399 w 5058019"/>
                <a:gd name="connsiteY8" fmla="*/ 1457490 h 1740152"/>
                <a:gd name="connsiteX9" fmla="*/ 157270 w 5058019"/>
                <a:gd name="connsiteY9" fmla="*/ 1152858 h 1740152"/>
                <a:gd name="connsiteX10" fmla="*/ 1033570 w 5058019"/>
                <a:gd name="connsiteY10" fmla="*/ 410225 h 1740152"/>
                <a:gd name="connsiteX0" fmla="*/ 1108258 w 5048887"/>
                <a:gd name="connsiteY0" fmla="*/ 387365 h 1740152"/>
                <a:gd name="connsiteX1" fmla="*/ 2442847 w 5048887"/>
                <a:gd name="connsiteY1" fmla="*/ 32550 h 1740152"/>
                <a:gd name="connsiteX2" fmla="*/ 3623947 w 5048887"/>
                <a:gd name="connsiteY2" fmla="*/ 47789 h 1740152"/>
                <a:gd name="connsiteX3" fmla="*/ 4378327 w 5048887"/>
                <a:gd name="connsiteY3" fmla="*/ 306869 h 1740152"/>
                <a:gd name="connsiteX4" fmla="*/ 4738880 w 5048887"/>
                <a:gd name="connsiteY4" fmla="*/ 608345 h 1740152"/>
                <a:gd name="connsiteX5" fmla="*/ 5048887 w 5048887"/>
                <a:gd name="connsiteY5" fmla="*/ 939329 h 1740152"/>
                <a:gd name="connsiteX6" fmla="*/ 4914140 w 5048887"/>
                <a:gd name="connsiteY6" fmla="*/ 1693878 h 1740152"/>
                <a:gd name="connsiteX7" fmla="*/ 1155067 w 5048887"/>
                <a:gd name="connsiteY7" fmla="*/ 1678470 h 1740152"/>
                <a:gd name="connsiteX8" fmla="*/ 469267 w 5048887"/>
                <a:gd name="connsiteY8" fmla="*/ 1457490 h 1740152"/>
                <a:gd name="connsiteX9" fmla="*/ 148138 w 5048887"/>
                <a:gd name="connsiteY9" fmla="*/ 1152858 h 1740152"/>
                <a:gd name="connsiteX10" fmla="*/ 1108258 w 5048887"/>
                <a:gd name="connsiteY10" fmla="*/ 387365 h 1740152"/>
                <a:gd name="connsiteX0" fmla="*/ 1126652 w 5067281"/>
                <a:gd name="connsiteY0" fmla="*/ 387365 h 1740152"/>
                <a:gd name="connsiteX1" fmla="*/ 2461241 w 5067281"/>
                <a:gd name="connsiteY1" fmla="*/ 32550 h 1740152"/>
                <a:gd name="connsiteX2" fmla="*/ 3642341 w 5067281"/>
                <a:gd name="connsiteY2" fmla="*/ 47789 h 1740152"/>
                <a:gd name="connsiteX3" fmla="*/ 4396721 w 5067281"/>
                <a:gd name="connsiteY3" fmla="*/ 306869 h 1740152"/>
                <a:gd name="connsiteX4" fmla="*/ 4757274 w 5067281"/>
                <a:gd name="connsiteY4" fmla="*/ 608345 h 1740152"/>
                <a:gd name="connsiteX5" fmla="*/ 5067281 w 5067281"/>
                <a:gd name="connsiteY5" fmla="*/ 939329 h 1740152"/>
                <a:gd name="connsiteX6" fmla="*/ 4932534 w 5067281"/>
                <a:gd name="connsiteY6" fmla="*/ 1693878 h 1740152"/>
                <a:gd name="connsiteX7" fmla="*/ 1173461 w 5067281"/>
                <a:gd name="connsiteY7" fmla="*/ 1678470 h 1740152"/>
                <a:gd name="connsiteX8" fmla="*/ 487661 w 5067281"/>
                <a:gd name="connsiteY8" fmla="*/ 1457490 h 1740152"/>
                <a:gd name="connsiteX9" fmla="*/ 166532 w 5067281"/>
                <a:gd name="connsiteY9" fmla="*/ 1152858 h 1740152"/>
                <a:gd name="connsiteX10" fmla="*/ 1126652 w 5067281"/>
                <a:gd name="connsiteY10" fmla="*/ 387365 h 1740152"/>
                <a:gd name="connsiteX0" fmla="*/ 1126652 w 5067281"/>
                <a:gd name="connsiteY0" fmla="*/ 492308 h 1845095"/>
                <a:gd name="connsiteX1" fmla="*/ 2461241 w 5067281"/>
                <a:gd name="connsiteY1" fmla="*/ 137493 h 1845095"/>
                <a:gd name="connsiteX2" fmla="*/ 3642341 w 5067281"/>
                <a:gd name="connsiteY2" fmla="*/ 152732 h 1845095"/>
                <a:gd name="connsiteX3" fmla="*/ 4396721 w 5067281"/>
                <a:gd name="connsiteY3" fmla="*/ 411812 h 1845095"/>
                <a:gd name="connsiteX4" fmla="*/ 4757274 w 5067281"/>
                <a:gd name="connsiteY4" fmla="*/ 713288 h 1845095"/>
                <a:gd name="connsiteX5" fmla="*/ 5067281 w 5067281"/>
                <a:gd name="connsiteY5" fmla="*/ 1044272 h 1845095"/>
                <a:gd name="connsiteX6" fmla="*/ 4932534 w 5067281"/>
                <a:gd name="connsiteY6" fmla="*/ 1798821 h 1845095"/>
                <a:gd name="connsiteX7" fmla="*/ 1173461 w 5067281"/>
                <a:gd name="connsiteY7" fmla="*/ 1783413 h 1845095"/>
                <a:gd name="connsiteX8" fmla="*/ 487661 w 5067281"/>
                <a:gd name="connsiteY8" fmla="*/ 1562433 h 1845095"/>
                <a:gd name="connsiteX9" fmla="*/ 166532 w 5067281"/>
                <a:gd name="connsiteY9" fmla="*/ 1257801 h 1845095"/>
                <a:gd name="connsiteX10" fmla="*/ 1126652 w 5067281"/>
                <a:gd name="connsiteY10" fmla="*/ 492308 h 1845095"/>
                <a:gd name="connsiteX0" fmla="*/ 1126652 w 5067281"/>
                <a:gd name="connsiteY0" fmla="*/ 512493 h 1865280"/>
                <a:gd name="connsiteX1" fmla="*/ 2461241 w 5067281"/>
                <a:gd name="connsiteY1" fmla="*/ 157678 h 1865280"/>
                <a:gd name="connsiteX2" fmla="*/ 3642341 w 5067281"/>
                <a:gd name="connsiteY2" fmla="*/ 172917 h 1865280"/>
                <a:gd name="connsiteX3" fmla="*/ 4396721 w 5067281"/>
                <a:gd name="connsiteY3" fmla="*/ 431997 h 1865280"/>
                <a:gd name="connsiteX4" fmla="*/ 4757274 w 5067281"/>
                <a:gd name="connsiteY4" fmla="*/ 733473 h 1865280"/>
                <a:gd name="connsiteX5" fmla="*/ 5067281 w 5067281"/>
                <a:gd name="connsiteY5" fmla="*/ 1064457 h 1865280"/>
                <a:gd name="connsiteX6" fmla="*/ 4932534 w 5067281"/>
                <a:gd name="connsiteY6" fmla="*/ 1819006 h 1865280"/>
                <a:gd name="connsiteX7" fmla="*/ 1173461 w 5067281"/>
                <a:gd name="connsiteY7" fmla="*/ 1803598 h 1865280"/>
                <a:gd name="connsiteX8" fmla="*/ 487661 w 5067281"/>
                <a:gd name="connsiteY8" fmla="*/ 1582618 h 1865280"/>
                <a:gd name="connsiteX9" fmla="*/ 166532 w 5067281"/>
                <a:gd name="connsiteY9" fmla="*/ 1277986 h 1865280"/>
                <a:gd name="connsiteX10" fmla="*/ 1126652 w 5067281"/>
                <a:gd name="connsiteY10" fmla="*/ 512493 h 1865280"/>
                <a:gd name="connsiteX0" fmla="*/ 1126652 w 5067281"/>
                <a:gd name="connsiteY0" fmla="*/ 482457 h 1835244"/>
                <a:gd name="connsiteX1" fmla="*/ 2461241 w 5067281"/>
                <a:gd name="connsiteY1" fmla="*/ 127642 h 1835244"/>
                <a:gd name="connsiteX2" fmla="*/ 3642341 w 5067281"/>
                <a:gd name="connsiteY2" fmla="*/ 142881 h 1835244"/>
                <a:gd name="connsiteX3" fmla="*/ 4396721 w 5067281"/>
                <a:gd name="connsiteY3" fmla="*/ 401961 h 1835244"/>
                <a:gd name="connsiteX4" fmla="*/ 4757274 w 5067281"/>
                <a:gd name="connsiteY4" fmla="*/ 703437 h 1835244"/>
                <a:gd name="connsiteX5" fmla="*/ 5067281 w 5067281"/>
                <a:gd name="connsiteY5" fmla="*/ 1034421 h 1835244"/>
                <a:gd name="connsiteX6" fmla="*/ 4932534 w 5067281"/>
                <a:gd name="connsiteY6" fmla="*/ 1788970 h 1835244"/>
                <a:gd name="connsiteX7" fmla="*/ 1173461 w 5067281"/>
                <a:gd name="connsiteY7" fmla="*/ 1773562 h 1835244"/>
                <a:gd name="connsiteX8" fmla="*/ 487661 w 5067281"/>
                <a:gd name="connsiteY8" fmla="*/ 1552582 h 1835244"/>
                <a:gd name="connsiteX9" fmla="*/ 166532 w 5067281"/>
                <a:gd name="connsiteY9" fmla="*/ 1247950 h 1835244"/>
                <a:gd name="connsiteX10" fmla="*/ 1126652 w 5067281"/>
                <a:gd name="connsiteY10" fmla="*/ 482457 h 1835244"/>
                <a:gd name="connsiteX0" fmla="*/ 1126652 w 5067281"/>
                <a:gd name="connsiteY0" fmla="*/ 482457 h 1835244"/>
                <a:gd name="connsiteX1" fmla="*/ 2461241 w 5067281"/>
                <a:gd name="connsiteY1" fmla="*/ 127642 h 1835244"/>
                <a:gd name="connsiteX2" fmla="*/ 3642341 w 5067281"/>
                <a:gd name="connsiteY2" fmla="*/ 142881 h 1835244"/>
                <a:gd name="connsiteX3" fmla="*/ 4396721 w 5067281"/>
                <a:gd name="connsiteY3" fmla="*/ 401961 h 1835244"/>
                <a:gd name="connsiteX4" fmla="*/ 4757274 w 5067281"/>
                <a:gd name="connsiteY4" fmla="*/ 703437 h 1835244"/>
                <a:gd name="connsiteX5" fmla="*/ 5067281 w 5067281"/>
                <a:gd name="connsiteY5" fmla="*/ 1034421 h 1835244"/>
                <a:gd name="connsiteX6" fmla="*/ 4932534 w 5067281"/>
                <a:gd name="connsiteY6" fmla="*/ 1788970 h 1835244"/>
                <a:gd name="connsiteX7" fmla="*/ 1173461 w 5067281"/>
                <a:gd name="connsiteY7" fmla="*/ 1773562 h 1835244"/>
                <a:gd name="connsiteX8" fmla="*/ 487661 w 5067281"/>
                <a:gd name="connsiteY8" fmla="*/ 1552582 h 1835244"/>
                <a:gd name="connsiteX9" fmla="*/ 166532 w 5067281"/>
                <a:gd name="connsiteY9" fmla="*/ 1247950 h 1835244"/>
                <a:gd name="connsiteX10" fmla="*/ 1126652 w 5067281"/>
                <a:gd name="connsiteY10" fmla="*/ 482457 h 1835244"/>
                <a:gd name="connsiteX0" fmla="*/ 1126652 w 5067281"/>
                <a:gd name="connsiteY0" fmla="*/ 482457 h 1835244"/>
                <a:gd name="connsiteX1" fmla="*/ 2461241 w 5067281"/>
                <a:gd name="connsiteY1" fmla="*/ 127642 h 1835244"/>
                <a:gd name="connsiteX2" fmla="*/ 3642341 w 5067281"/>
                <a:gd name="connsiteY2" fmla="*/ 142881 h 1835244"/>
                <a:gd name="connsiteX3" fmla="*/ 4396721 w 5067281"/>
                <a:gd name="connsiteY3" fmla="*/ 401961 h 1835244"/>
                <a:gd name="connsiteX4" fmla="*/ 4757274 w 5067281"/>
                <a:gd name="connsiteY4" fmla="*/ 703437 h 1835244"/>
                <a:gd name="connsiteX5" fmla="*/ 5067281 w 5067281"/>
                <a:gd name="connsiteY5" fmla="*/ 1034421 h 1835244"/>
                <a:gd name="connsiteX6" fmla="*/ 4932534 w 5067281"/>
                <a:gd name="connsiteY6" fmla="*/ 1788970 h 1835244"/>
                <a:gd name="connsiteX7" fmla="*/ 1173461 w 5067281"/>
                <a:gd name="connsiteY7" fmla="*/ 1773562 h 1835244"/>
                <a:gd name="connsiteX8" fmla="*/ 487661 w 5067281"/>
                <a:gd name="connsiteY8" fmla="*/ 1552582 h 1835244"/>
                <a:gd name="connsiteX9" fmla="*/ 166532 w 5067281"/>
                <a:gd name="connsiteY9" fmla="*/ 1247950 h 1835244"/>
                <a:gd name="connsiteX10" fmla="*/ 1126652 w 5067281"/>
                <a:gd name="connsiteY10" fmla="*/ 482457 h 1835244"/>
                <a:gd name="connsiteX0" fmla="*/ 1126652 w 5067281"/>
                <a:gd name="connsiteY0" fmla="*/ 482457 h 1835244"/>
                <a:gd name="connsiteX1" fmla="*/ 2461241 w 5067281"/>
                <a:gd name="connsiteY1" fmla="*/ 127642 h 1835244"/>
                <a:gd name="connsiteX2" fmla="*/ 3642341 w 5067281"/>
                <a:gd name="connsiteY2" fmla="*/ 142881 h 1835244"/>
                <a:gd name="connsiteX3" fmla="*/ 4396721 w 5067281"/>
                <a:gd name="connsiteY3" fmla="*/ 401961 h 1835244"/>
                <a:gd name="connsiteX4" fmla="*/ 4757274 w 5067281"/>
                <a:gd name="connsiteY4" fmla="*/ 703437 h 1835244"/>
                <a:gd name="connsiteX5" fmla="*/ 5067281 w 5067281"/>
                <a:gd name="connsiteY5" fmla="*/ 1034421 h 1835244"/>
                <a:gd name="connsiteX6" fmla="*/ 4932534 w 5067281"/>
                <a:gd name="connsiteY6" fmla="*/ 1788970 h 1835244"/>
                <a:gd name="connsiteX7" fmla="*/ 1173461 w 5067281"/>
                <a:gd name="connsiteY7" fmla="*/ 1773562 h 1835244"/>
                <a:gd name="connsiteX8" fmla="*/ 487661 w 5067281"/>
                <a:gd name="connsiteY8" fmla="*/ 1552582 h 1835244"/>
                <a:gd name="connsiteX9" fmla="*/ 166532 w 5067281"/>
                <a:gd name="connsiteY9" fmla="*/ 1247950 h 1835244"/>
                <a:gd name="connsiteX10" fmla="*/ 1126652 w 5067281"/>
                <a:gd name="connsiteY10" fmla="*/ 482457 h 1835244"/>
                <a:gd name="connsiteX0" fmla="*/ 1126652 w 5198778"/>
                <a:gd name="connsiteY0" fmla="*/ 482457 h 1835244"/>
                <a:gd name="connsiteX1" fmla="*/ 2461241 w 5198778"/>
                <a:gd name="connsiteY1" fmla="*/ 127642 h 1835244"/>
                <a:gd name="connsiteX2" fmla="*/ 3642341 w 5198778"/>
                <a:gd name="connsiteY2" fmla="*/ 142881 h 1835244"/>
                <a:gd name="connsiteX3" fmla="*/ 4396721 w 5198778"/>
                <a:gd name="connsiteY3" fmla="*/ 401961 h 1835244"/>
                <a:gd name="connsiteX4" fmla="*/ 4757274 w 5198778"/>
                <a:gd name="connsiteY4" fmla="*/ 703437 h 1835244"/>
                <a:gd name="connsiteX5" fmla="*/ 5067281 w 5198778"/>
                <a:gd name="connsiteY5" fmla="*/ 1034421 h 1835244"/>
                <a:gd name="connsiteX6" fmla="*/ 4932534 w 5198778"/>
                <a:gd name="connsiteY6" fmla="*/ 1788970 h 1835244"/>
                <a:gd name="connsiteX7" fmla="*/ 1173461 w 5198778"/>
                <a:gd name="connsiteY7" fmla="*/ 1773562 h 1835244"/>
                <a:gd name="connsiteX8" fmla="*/ 487661 w 5198778"/>
                <a:gd name="connsiteY8" fmla="*/ 1552582 h 1835244"/>
                <a:gd name="connsiteX9" fmla="*/ 166532 w 5198778"/>
                <a:gd name="connsiteY9" fmla="*/ 1247950 h 1835244"/>
                <a:gd name="connsiteX10" fmla="*/ 1126652 w 5198778"/>
                <a:gd name="connsiteY10" fmla="*/ 482457 h 1835244"/>
                <a:gd name="connsiteX0" fmla="*/ 1126652 w 5220574"/>
                <a:gd name="connsiteY0" fmla="*/ 482457 h 1835244"/>
                <a:gd name="connsiteX1" fmla="*/ 2461241 w 5220574"/>
                <a:gd name="connsiteY1" fmla="*/ 127642 h 1835244"/>
                <a:gd name="connsiteX2" fmla="*/ 3642341 w 5220574"/>
                <a:gd name="connsiteY2" fmla="*/ 142881 h 1835244"/>
                <a:gd name="connsiteX3" fmla="*/ 4396721 w 5220574"/>
                <a:gd name="connsiteY3" fmla="*/ 401961 h 1835244"/>
                <a:gd name="connsiteX4" fmla="*/ 4757274 w 5220574"/>
                <a:gd name="connsiteY4" fmla="*/ 703437 h 1835244"/>
                <a:gd name="connsiteX5" fmla="*/ 5067281 w 5220574"/>
                <a:gd name="connsiteY5" fmla="*/ 1034421 h 1835244"/>
                <a:gd name="connsiteX6" fmla="*/ 4932534 w 5220574"/>
                <a:gd name="connsiteY6" fmla="*/ 1788970 h 1835244"/>
                <a:gd name="connsiteX7" fmla="*/ 1173461 w 5220574"/>
                <a:gd name="connsiteY7" fmla="*/ 1773562 h 1835244"/>
                <a:gd name="connsiteX8" fmla="*/ 487661 w 5220574"/>
                <a:gd name="connsiteY8" fmla="*/ 1552582 h 1835244"/>
                <a:gd name="connsiteX9" fmla="*/ 166532 w 5220574"/>
                <a:gd name="connsiteY9" fmla="*/ 1247950 h 1835244"/>
                <a:gd name="connsiteX10" fmla="*/ 1126652 w 5220574"/>
                <a:gd name="connsiteY10" fmla="*/ 482457 h 183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20574" h="1835244">
                  <a:moveTo>
                    <a:pt x="1126652" y="482457"/>
                  </a:moveTo>
                  <a:cubicBezTo>
                    <a:pt x="1322413" y="408769"/>
                    <a:pt x="1800660" y="5168"/>
                    <a:pt x="2461241" y="127642"/>
                  </a:cubicBezTo>
                  <a:cubicBezTo>
                    <a:pt x="3152302" y="-115644"/>
                    <a:pt x="3341351" y="46361"/>
                    <a:pt x="3642341" y="142881"/>
                  </a:cubicBezTo>
                  <a:cubicBezTo>
                    <a:pt x="4171931" y="87001"/>
                    <a:pt x="4227409" y="352985"/>
                    <a:pt x="4396721" y="401961"/>
                  </a:cubicBezTo>
                  <a:cubicBezTo>
                    <a:pt x="4699785" y="487213"/>
                    <a:pt x="4766630" y="633425"/>
                    <a:pt x="4757274" y="703437"/>
                  </a:cubicBezTo>
                  <a:cubicBezTo>
                    <a:pt x="4786950" y="854405"/>
                    <a:pt x="5037605" y="883453"/>
                    <a:pt x="5067281" y="1034421"/>
                  </a:cubicBezTo>
                  <a:cubicBezTo>
                    <a:pt x="5410985" y="1407857"/>
                    <a:pt x="5091750" y="1712714"/>
                    <a:pt x="4932534" y="1788970"/>
                  </a:cubicBezTo>
                  <a:cubicBezTo>
                    <a:pt x="4259434" y="1881680"/>
                    <a:pt x="1914273" y="1812960"/>
                    <a:pt x="1173461" y="1773562"/>
                  </a:cubicBezTo>
                  <a:cubicBezTo>
                    <a:pt x="432649" y="1734164"/>
                    <a:pt x="631352" y="1609704"/>
                    <a:pt x="487661" y="1552582"/>
                  </a:cubicBezTo>
                  <a:cubicBezTo>
                    <a:pt x="380618" y="1451038"/>
                    <a:pt x="128795" y="1494274"/>
                    <a:pt x="166532" y="1247950"/>
                  </a:cubicBezTo>
                  <a:cubicBezTo>
                    <a:pt x="-356708" y="863246"/>
                    <a:pt x="461172" y="516641"/>
                    <a:pt x="1126652" y="482457"/>
                  </a:cubicBezTo>
                  <a:close/>
                </a:path>
              </a:pathLst>
            </a:custGeom>
            <a:solidFill>
              <a:srgbClr val="98AFAC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BE75A1A-5FF0-B0AE-F913-8E0E0261CF20}"/>
                </a:ext>
              </a:extLst>
            </p:cNvPr>
            <p:cNvSpPr/>
            <p:nvPr/>
          </p:nvSpPr>
          <p:spPr>
            <a:xfrm>
              <a:off x="2858534" y="1758807"/>
              <a:ext cx="4938568" cy="1210569"/>
            </a:xfrm>
            <a:custGeom>
              <a:avLst/>
              <a:gdLst>
                <a:gd name="connsiteX0" fmla="*/ 3059275 w 4938568"/>
                <a:gd name="connsiteY0" fmla="*/ 101 h 1210569"/>
                <a:gd name="connsiteX1" fmla="*/ 3642341 w 4938568"/>
                <a:gd name="connsiteY1" fmla="*/ 142881 h 1210569"/>
                <a:gd name="connsiteX2" fmla="*/ 4396721 w 4938568"/>
                <a:gd name="connsiteY2" fmla="*/ 401961 h 1210569"/>
                <a:gd name="connsiteX3" fmla="*/ 4757274 w 4938568"/>
                <a:gd name="connsiteY3" fmla="*/ 703437 h 1210569"/>
                <a:gd name="connsiteX4" fmla="*/ 4912278 w 4938568"/>
                <a:gd name="connsiteY4" fmla="*/ 868929 h 1210569"/>
                <a:gd name="connsiteX5" fmla="*/ 4938568 w 4938568"/>
                <a:gd name="connsiteY5" fmla="*/ 886336 h 1210569"/>
                <a:gd name="connsiteX6" fmla="*/ 4871627 w 4938568"/>
                <a:gd name="connsiteY6" fmla="*/ 893402 h 1210569"/>
                <a:gd name="connsiteX7" fmla="*/ 4312900 w 4938568"/>
                <a:gd name="connsiteY7" fmla="*/ 859163 h 1210569"/>
                <a:gd name="connsiteX8" fmla="*/ 3832840 w 4938568"/>
                <a:gd name="connsiteY8" fmla="*/ 744863 h 1210569"/>
                <a:gd name="connsiteX9" fmla="*/ 3192760 w 4938568"/>
                <a:gd name="connsiteY9" fmla="*/ 638183 h 1210569"/>
                <a:gd name="connsiteX10" fmla="*/ 2697460 w 4938568"/>
                <a:gd name="connsiteY10" fmla="*/ 706763 h 1210569"/>
                <a:gd name="connsiteX11" fmla="*/ 1760200 w 4938568"/>
                <a:gd name="connsiteY11" fmla="*/ 782963 h 1210569"/>
                <a:gd name="connsiteX12" fmla="*/ 342880 w 4938568"/>
                <a:gd name="connsiteY12" fmla="*/ 904883 h 1210569"/>
                <a:gd name="connsiteX13" fmla="*/ 139055 w 4938568"/>
                <a:gd name="connsiteY13" fmla="*/ 1187201 h 1210569"/>
                <a:gd name="connsiteX14" fmla="*/ 119850 w 4938568"/>
                <a:gd name="connsiteY14" fmla="*/ 1210569 h 1210569"/>
                <a:gd name="connsiteX15" fmla="*/ 83776 w 4938568"/>
                <a:gd name="connsiteY15" fmla="*/ 1176331 h 1210569"/>
                <a:gd name="connsiteX16" fmla="*/ 1126652 w 4938568"/>
                <a:gd name="connsiteY16" fmla="*/ 482457 h 1210569"/>
                <a:gd name="connsiteX17" fmla="*/ 2461241 w 4938568"/>
                <a:gd name="connsiteY17" fmla="*/ 127642 h 1210569"/>
                <a:gd name="connsiteX18" fmla="*/ 3059275 w 4938568"/>
                <a:gd name="connsiteY18" fmla="*/ 101 h 121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938568" h="1210569">
                  <a:moveTo>
                    <a:pt x="3059275" y="101"/>
                  </a:moveTo>
                  <a:cubicBezTo>
                    <a:pt x="3309830" y="-3349"/>
                    <a:pt x="3454222" y="82556"/>
                    <a:pt x="3642341" y="142881"/>
                  </a:cubicBezTo>
                  <a:cubicBezTo>
                    <a:pt x="4171931" y="87001"/>
                    <a:pt x="4227409" y="352985"/>
                    <a:pt x="4396721" y="401961"/>
                  </a:cubicBezTo>
                  <a:cubicBezTo>
                    <a:pt x="4699785" y="487213"/>
                    <a:pt x="4766630" y="633425"/>
                    <a:pt x="4757274" y="703437"/>
                  </a:cubicBezTo>
                  <a:cubicBezTo>
                    <a:pt x="4772112" y="778921"/>
                    <a:pt x="4842195" y="823925"/>
                    <a:pt x="4912278" y="868929"/>
                  </a:cubicBezTo>
                  <a:lnTo>
                    <a:pt x="4938568" y="886336"/>
                  </a:lnTo>
                  <a:lnTo>
                    <a:pt x="4871627" y="893402"/>
                  </a:lnTo>
                  <a:cubicBezTo>
                    <a:pt x="4668947" y="906405"/>
                    <a:pt x="4456266" y="889071"/>
                    <a:pt x="4312900" y="859163"/>
                  </a:cubicBezTo>
                  <a:cubicBezTo>
                    <a:pt x="4026169" y="799347"/>
                    <a:pt x="4019530" y="785503"/>
                    <a:pt x="3832840" y="744863"/>
                  </a:cubicBezTo>
                  <a:cubicBezTo>
                    <a:pt x="3417550" y="795663"/>
                    <a:pt x="3322300" y="657233"/>
                    <a:pt x="3192760" y="638183"/>
                  </a:cubicBezTo>
                  <a:cubicBezTo>
                    <a:pt x="3009880" y="626753"/>
                    <a:pt x="2988290" y="756293"/>
                    <a:pt x="2697460" y="706763"/>
                  </a:cubicBezTo>
                  <a:cubicBezTo>
                    <a:pt x="2459970" y="954413"/>
                    <a:pt x="1939270" y="657233"/>
                    <a:pt x="1760200" y="782963"/>
                  </a:cubicBezTo>
                  <a:cubicBezTo>
                    <a:pt x="834370" y="1495433"/>
                    <a:pt x="646407" y="848877"/>
                    <a:pt x="342880" y="904883"/>
                  </a:cubicBezTo>
                  <a:cubicBezTo>
                    <a:pt x="273034" y="964699"/>
                    <a:pt x="206997" y="1093095"/>
                    <a:pt x="139055" y="1187201"/>
                  </a:cubicBezTo>
                  <a:lnTo>
                    <a:pt x="119850" y="1210569"/>
                  </a:lnTo>
                  <a:lnTo>
                    <a:pt x="83776" y="1176331"/>
                  </a:lnTo>
                  <a:cubicBezTo>
                    <a:pt x="-255068" y="821141"/>
                    <a:pt x="502765" y="514505"/>
                    <a:pt x="1126652" y="482457"/>
                  </a:cubicBezTo>
                  <a:cubicBezTo>
                    <a:pt x="1322413" y="408769"/>
                    <a:pt x="1800660" y="5168"/>
                    <a:pt x="2461241" y="127642"/>
                  </a:cubicBezTo>
                  <a:cubicBezTo>
                    <a:pt x="2720389" y="36410"/>
                    <a:pt x="2908941" y="2172"/>
                    <a:pt x="3059275" y="101"/>
                  </a:cubicBezTo>
                  <a:close/>
                </a:path>
              </a:pathLst>
            </a:custGeom>
            <a:solidFill>
              <a:srgbClr val="CEBE90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52C94804-C328-9D51-60C4-2E2699E4DECE}"/>
                </a:ext>
              </a:extLst>
            </p:cNvPr>
            <p:cNvSpPr/>
            <p:nvPr/>
          </p:nvSpPr>
          <p:spPr>
            <a:xfrm>
              <a:off x="3259568" y="2923762"/>
              <a:ext cx="4875484" cy="3957475"/>
            </a:xfrm>
            <a:custGeom>
              <a:avLst/>
              <a:gdLst>
                <a:gd name="connsiteX0" fmla="*/ 0 w 2371241"/>
                <a:gd name="connsiteY0" fmla="*/ 0 h 836909"/>
                <a:gd name="connsiteX1" fmla="*/ 2371241 w 2371241"/>
                <a:gd name="connsiteY1" fmla="*/ 0 h 836909"/>
                <a:gd name="connsiteX2" fmla="*/ 2371241 w 2371241"/>
                <a:gd name="connsiteY2" fmla="*/ 836909 h 836909"/>
                <a:gd name="connsiteX3" fmla="*/ 0 w 2371241"/>
                <a:gd name="connsiteY3" fmla="*/ 836909 h 836909"/>
                <a:gd name="connsiteX4" fmla="*/ 0 w 2371241"/>
                <a:gd name="connsiteY4" fmla="*/ 0 h 836909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2371241 w 3115160"/>
                <a:gd name="connsiteY2" fmla="*/ 2262754 h 2262754"/>
                <a:gd name="connsiteX3" fmla="*/ 0 w 3115160"/>
                <a:gd name="connsiteY3" fmla="*/ 2262754 h 2262754"/>
                <a:gd name="connsiteX4" fmla="*/ 0 w 3115160"/>
                <a:gd name="connsiteY4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371241 w 3115160"/>
                <a:gd name="connsiteY3" fmla="*/ 2262754 h 2262754"/>
                <a:gd name="connsiteX4" fmla="*/ 0 w 3115160"/>
                <a:gd name="connsiteY4" fmla="*/ 2262754 h 2262754"/>
                <a:gd name="connsiteX5" fmla="*/ 0 w 3115160"/>
                <a:gd name="connsiteY5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820691 w 3115160"/>
                <a:gd name="connsiteY3" fmla="*/ 1534333 h 2262754"/>
                <a:gd name="connsiteX4" fmla="*/ 2371241 w 3115160"/>
                <a:gd name="connsiteY4" fmla="*/ 2262754 h 2262754"/>
                <a:gd name="connsiteX5" fmla="*/ 0 w 3115160"/>
                <a:gd name="connsiteY5" fmla="*/ 2262754 h 2262754"/>
                <a:gd name="connsiteX6" fmla="*/ 0 w 3115160"/>
                <a:gd name="connsiteY6" fmla="*/ 1425845 h 2262754"/>
                <a:gd name="connsiteX0" fmla="*/ 0 w 3115160"/>
                <a:gd name="connsiteY0" fmla="*/ 1425845 h 2293750"/>
                <a:gd name="connsiteX1" fmla="*/ 3115160 w 3115160"/>
                <a:gd name="connsiteY1" fmla="*/ 0 h 2293750"/>
                <a:gd name="connsiteX2" fmla="*/ 3053165 w 3115160"/>
                <a:gd name="connsiteY2" fmla="*/ 728421 h 2293750"/>
                <a:gd name="connsiteX3" fmla="*/ 2820691 w 3115160"/>
                <a:gd name="connsiteY3" fmla="*/ 1534333 h 2293750"/>
                <a:gd name="connsiteX4" fmla="*/ 1952787 w 3115160"/>
                <a:gd name="connsiteY4" fmla="*/ 2293750 h 2293750"/>
                <a:gd name="connsiteX5" fmla="*/ 0 w 3115160"/>
                <a:gd name="connsiteY5" fmla="*/ 2262754 h 2293750"/>
                <a:gd name="connsiteX6" fmla="*/ 0 w 3115160"/>
                <a:gd name="connsiteY6" fmla="*/ 1425845 h 2293750"/>
                <a:gd name="connsiteX0" fmla="*/ 0 w 3115160"/>
                <a:gd name="connsiteY0" fmla="*/ 1425845 h 2603953"/>
                <a:gd name="connsiteX1" fmla="*/ 3115160 w 3115160"/>
                <a:gd name="connsiteY1" fmla="*/ 0 h 2603953"/>
                <a:gd name="connsiteX2" fmla="*/ 3053165 w 3115160"/>
                <a:gd name="connsiteY2" fmla="*/ 728421 h 2603953"/>
                <a:gd name="connsiteX3" fmla="*/ 2820691 w 3115160"/>
                <a:gd name="connsiteY3" fmla="*/ 1534333 h 2603953"/>
                <a:gd name="connsiteX4" fmla="*/ 1952787 w 3115160"/>
                <a:gd name="connsiteY4" fmla="*/ 2293750 h 2603953"/>
                <a:gd name="connsiteX5" fmla="*/ 635429 w 3115160"/>
                <a:gd name="connsiteY5" fmla="*/ 2603716 h 2603953"/>
                <a:gd name="connsiteX6" fmla="*/ 0 w 3115160"/>
                <a:gd name="connsiteY6" fmla="*/ 2262754 h 2603953"/>
                <a:gd name="connsiteX7" fmla="*/ 0 w 3115160"/>
                <a:gd name="connsiteY7" fmla="*/ 1425845 h 2603953"/>
                <a:gd name="connsiteX0" fmla="*/ 263472 w 3378632"/>
                <a:gd name="connsiteY0" fmla="*/ 1425845 h 2603953"/>
                <a:gd name="connsiteX1" fmla="*/ 3378632 w 3378632"/>
                <a:gd name="connsiteY1" fmla="*/ 0 h 2603953"/>
                <a:gd name="connsiteX2" fmla="*/ 3316637 w 3378632"/>
                <a:gd name="connsiteY2" fmla="*/ 728421 h 2603953"/>
                <a:gd name="connsiteX3" fmla="*/ 3084163 w 3378632"/>
                <a:gd name="connsiteY3" fmla="*/ 1534333 h 2603953"/>
                <a:gd name="connsiteX4" fmla="*/ 2216259 w 3378632"/>
                <a:gd name="connsiteY4" fmla="*/ 2293750 h 2603953"/>
                <a:gd name="connsiteX5" fmla="*/ 898901 w 3378632"/>
                <a:gd name="connsiteY5" fmla="*/ 2603716 h 2603953"/>
                <a:gd name="connsiteX6" fmla="*/ 0 w 3378632"/>
                <a:gd name="connsiteY6" fmla="*/ 2092273 h 2603953"/>
                <a:gd name="connsiteX7" fmla="*/ 263472 w 3378632"/>
                <a:gd name="connsiteY7" fmla="*/ 1425845 h 2603953"/>
                <a:gd name="connsiteX0" fmla="*/ 0 w 3611106"/>
                <a:gd name="connsiteY0" fmla="*/ 1332855 h 2603953"/>
                <a:gd name="connsiteX1" fmla="*/ 3611106 w 3611106"/>
                <a:gd name="connsiteY1" fmla="*/ 0 h 2603953"/>
                <a:gd name="connsiteX2" fmla="*/ 3549111 w 3611106"/>
                <a:gd name="connsiteY2" fmla="*/ 728421 h 2603953"/>
                <a:gd name="connsiteX3" fmla="*/ 3316637 w 3611106"/>
                <a:gd name="connsiteY3" fmla="*/ 1534333 h 2603953"/>
                <a:gd name="connsiteX4" fmla="*/ 2448733 w 3611106"/>
                <a:gd name="connsiteY4" fmla="*/ 2293750 h 2603953"/>
                <a:gd name="connsiteX5" fmla="*/ 1131375 w 3611106"/>
                <a:gd name="connsiteY5" fmla="*/ 2603716 h 2603953"/>
                <a:gd name="connsiteX6" fmla="*/ 232474 w 3611106"/>
                <a:gd name="connsiteY6" fmla="*/ 2092273 h 2603953"/>
                <a:gd name="connsiteX7" fmla="*/ 0 w 3611106"/>
                <a:gd name="connsiteY7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3611106 w 3611106"/>
                <a:gd name="connsiteY2" fmla="*/ 0 h 2603953"/>
                <a:gd name="connsiteX3" fmla="*/ 3549111 w 3611106"/>
                <a:gd name="connsiteY3" fmla="*/ 728421 h 2603953"/>
                <a:gd name="connsiteX4" fmla="*/ 3316637 w 3611106"/>
                <a:gd name="connsiteY4" fmla="*/ 1534333 h 2603953"/>
                <a:gd name="connsiteX5" fmla="*/ 2448733 w 3611106"/>
                <a:gd name="connsiteY5" fmla="*/ 2293750 h 2603953"/>
                <a:gd name="connsiteX6" fmla="*/ 1131375 w 3611106"/>
                <a:gd name="connsiteY6" fmla="*/ 2603716 h 2603953"/>
                <a:gd name="connsiteX7" fmla="*/ 232474 w 3611106"/>
                <a:gd name="connsiteY7" fmla="*/ 2092273 h 2603953"/>
                <a:gd name="connsiteX8" fmla="*/ 0 w 3611106"/>
                <a:gd name="connsiteY8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2588216 w 3611106"/>
                <a:gd name="connsiteY2" fmla="*/ 154984 h 2603953"/>
                <a:gd name="connsiteX3" fmla="*/ 3611106 w 3611106"/>
                <a:gd name="connsiteY3" fmla="*/ 0 h 2603953"/>
                <a:gd name="connsiteX4" fmla="*/ 3549111 w 3611106"/>
                <a:gd name="connsiteY4" fmla="*/ 728421 h 2603953"/>
                <a:gd name="connsiteX5" fmla="*/ 3316637 w 3611106"/>
                <a:gd name="connsiteY5" fmla="*/ 1534333 h 2603953"/>
                <a:gd name="connsiteX6" fmla="*/ 2448733 w 3611106"/>
                <a:gd name="connsiteY6" fmla="*/ 2293750 h 2603953"/>
                <a:gd name="connsiteX7" fmla="*/ 1131375 w 3611106"/>
                <a:gd name="connsiteY7" fmla="*/ 2603716 h 2603953"/>
                <a:gd name="connsiteX8" fmla="*/ 232474 w 3611106"/>
                <a:gd name="connsiteY8" fmla="*/ 2092273 h 2603953"/>
                <a:gd name="connsiteX9" fmla="*/ 0 w 3611106"/>
                <a:gd name="connsiteY9" fmla="*/ 1332855 h 2603953"/>
                <a:gd name="connsiteX0" fmla="*/ 0 w 3611106"/>
                <a:gd name="connsiteY0" fmla="*/ 1431577 h 2702675"/>
                <a:gd name="connsiteX1" fmla="*/ 929898 w 3611106"/>
                <a:gd name="connsiteY1" fmla="*/ 765150 h 2702675"/>
                <a:gd name="connsiteX2" fmla="*/ 2588216 w 3611106"/>
                <a:gd name="connsiteY2" fmla="*/ 253706 h 2702675"/>
                <a:gd name="connsiteX3" fmla="*/ 3611106 w 3611106"/>
                <a:gd name="connsiteY3" fmla="*/ 98722 h 2702675"/>
                <a:gd name="connsiteX4" fmla="*/ 3549111 w 3611106"/>
                <a:gd name="connsiteY4" fmla="*/ 827143 h 2702675"/>
                <a:gd name="connsiteX5" fmla="*/ 3316637 w 3611106"/>
                <a:gd name="connsiteY5" fmla="*/ 1633055 h 2702675"/>
                <a:gd name="connsiteX6" fmla="*/ 2448733 w 3611106"/>
                <a:gd name="connsiteY6" fmla="*/ 2392472 h 2702675"/>
                <a:gd name="connsiteX7" fmla="*/ 1131375 w 3611106"/>
                <a:gd name="connsiteY7" fmla="*/ 2702438 h 2702675"/>
                <a:gd name="connsiteX8" fmla="*/ 232474 w 3611106"/>
                <a:gd name="connsiteY8" fmla="*/ 2190995 h 2702675"/>
                <a:gd name="connsiteX9" fmla="*/ 0 w 3611106"/>
                <a:gd name="connsiteY9" fmla="*/ 1431577 h 2702675"/>
                <a:gd name="connsiteX0" fmla="*/ 0 w 3611106"/>
                <a:gd name="connsiteY0" fmla="*/ 1451565 h 2722663"/>
                <a:gd name="connsiteX1" fmla="*/ 929898 w 3611106"/>
                <a:gd name="connsiteY1" fmla="*/ 785138 h 2722663"/>
                <a:gd name="connsiteX2" fmla="*/ 2588216 w 3611106"/>
                <a:gd name="connsiteY2" fmla="*/ 273694 h 2722663"/>
                <a:gd name="connsiteX3" fmla="*/ 3611106 w 3611106"/>
                <a:gd name="connsiteY3" fmla="*/ 118710 h 2722663"/>
                <a:gd name="connsiteX4" fmla="*/ 3549111 w 3611106"/>
                <a:gd name="connsiteY4" fmla="*/ 847131 h 2722663"/>
                <a:gd name="connsiteX5" fmla="*/ 3316637 w 3611106"/>
                <a:gd name="connsiteY5" fmla="*/ 1653043 h 2722663"/>
                <a:gd name="connsiteX6" fmla="*/ 2448733 w 3611106"/>
                <a:gd name="connsiteY6" fmla="*/ 2412460 h 2722663"/>
                <a:gd name="connsiteX7" fmla="*/ 1131375 w 3611106"/>
                <a:gd name="connsiteY7" fmla="*/ 2722426 h 2722663"/>
                <a:gd name="connsiteX8" fmla="*/ 232474 w 3611106"/>
                <a:gd name="connsiteY8" fmla="*/ 2210983 h 2722663"/>
                <a:gd name="connsiteX9" fmla="*/ 0 w 3611106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811556"/>
                <a:gd name="connsiteX1" fmla="*/ 929898 w 3736247"/>
                <a:gd name="connsiteY1" fmla="*/ 785138 h 2811556"/>
                <a:gd name="connsiteX2" fmla="*/ 2588216 w 3736247"/>
                <a:gd name="connsiteY2" fmla="*/ 273694 h 2811556"/>
                <a:gd name="connsiteX3" fmla="*/ 3611106 w 3736247"/>
                <a:gd name="connsiteY3" fmla="*/ 118710 h 2811556"/>
                <a:gd name="connsiteX4" fmla="*/ 3549111 w 3736247"/>
                <a:gd name="connsiteY4" fmla="*/ 847131 h 2811556"/>
                <a:gd name="connsiteX5" fmla="*/ 3316637 w 3736247"/>
                <a:gd name="connsiteY5" fmla="*/ 1653043 h 2811556"/>
                <a:gd name="connsiteX6" fmla="*/ 2448733 w 3736247"/>
                <a:gd name="connsiteY6" fmla="*/ 2412460 h 2811556"/>
                <a:gd name="connsiteX7" fmla="*/ 1131375 w 3736247"/>
                <a:gd name="connsiteY7" fmla="*/ 2722426 h 2811556"/>
                <a:gd name="connsiteX8" fmla="*/ 232474 w 3736247"/>
                <a:gd name="connsiteY8" fmla="*/ 2210983 h 2811556"/>
                <a:gd name="connsiteX9" fmla="*/ 0 w 3736247"/>
                <a:gd name="connsiteY9" fmla="*/ 1451565 h 2811556"/>
                <a:gd name="connsiteX0" fmla="*/ 0 w 3736247"/>
                <a:gd name="connsiteY0" fmla="*/ 1451565 h 2878493"/>
                <a:gd name="connsiteX1" fmla="*/ 929898 w 3736247"/>
                <a:gd name="connsiteY1" fmla="*/ 785138 h 2878493"/>
                <a:gd name="connsiteX2" fmla="*/ 2588216 w 3736247"/>
                <a:gd name="connsiteY2" fmla="*/ 273694 h 2878493"/>
                <a:gd name="connsiteX3" fmla="*/ 3611106 w 3736247"/>
                <a:gd name="connsiteY3" fmla="*/ 118710 h 2878493"/>
                <a:gd name="connsiteX4" fmla="*/ 3549111 w 3736247"/>
                <a:gd name="connsiteY4" fmla="*/ 847131 h 2878493"/>
                <a:gd name="connsiteX5" fmla="*/ 3316637 w 3736247"/>
                <a:gd name="connsiteY5" fmla="*/ 1653043 h 2878493"/>
                <a:gd name="connsiteX6" fmla="*/ 2448733 w 3736247"/>
                <a:gd name="connsiteY6" fmla="*/ 2412460 h 2878493"/>
                <a:gd name="connsiteX7" fmla="*/ 1131375 w 3736247"/>
                <a:gd name="connsiteY7" fmla="*/ 2722426 h 2878493"/>
                <a:gd name="connsiteX8" fmla="*/ 232474 w 3736247"/>
                <a:gd name="connsiteY8" fmla="*/ 2210983 h 2878493"/>
                <a:gd name="connsiteX9" fmla="*/ 0 w 3736247"/>
                <a:gd name="connsiteY9" fmla="*/ 1451565 h 2878493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210983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47130 w 3837981"/>
                <a:gd name="connsiteY1" fmla="*/ 847131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5742"/>
                <a:gd name="connsiteX1" fmla="*/ 1047130 w 3837981"/>
                <a:gd name="connsiteY1" fmla="*/ 847131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51565 h 2855742"/>
                <a:gd name="connsiteX1" fmla="*/ 811270 w 3837981"/>
                <a:gd name="connsiteY1" fmla="*/ 725135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87265 h 2891442"/>
                <a:gd name="connsiteX1" fmla="*/ 811270 w 3837981"/>
                <a:gd name="connsiteY1" fmla="*/ 760835 h 2891442"/>
                <a:gd name="connsiteX2" fmla="*/ 2567954 w 3837981"/>
                <a:gd name="connsiteY2" fmla="*/ 154866 h 2891442"/>
                <a:gd name="connsiteX3" fmla="*/ 3712840 w 3837981"/>
                <a:gd name="connsiteY3" fmla="*/ 154410 h 2891442"/>
                <a:gd name="connsiteX4" fmla="*/ 3650845 w 3837981"/>
                <a:gd name="connsiteY4" fmla="*/ 882831 h 2891442"/>
                <a:gd name="connsiteX5" fmla="*/ 3418371 w 3837981"/>
                <a:gd name="connsiteY5" fmla="*/ 1688743 h 2891442"/>
                <a:gd name="connsiteX6" fmla="*/ 2493317 w 3837981"/>
                <a:gd name="connsiteY6" fmla="*/ 2454510 h 2891442"/>
                <a:gd name="connsiteX7" fmla="*/ 1295102 w 3837981"/>
                <a:gd name="connsiteY7" fmla="*/ 2711631 h 2891442"/>
                <a:gd name="connsiteX8" fmla="*/ 334208 w 3837981"/>
                <a:gd name="connsiteY8" fmla="*/ 2200188 h 2891442"/>
                <a:gd name="connsiteX9" fmla="*/ 101734 w 3837981"/>
                <a:gd name="connsiteY9" fmla="*/ 1487265 h 2891442"/>
                <a:gd name="connsiteX0" fmla="*/ 101734 w 3837981"/>
                <a:gd name="connsiteY0" fmla="*/ 1516629 h 2920806"/>
                <a:gd name="connsiteX1" fmla="*/ 811270 w 3837981"/>
                <a:gd name="connsiteY1" fmla="*/ 790199 h 2920806"/>
                <a:gd name="connsiteX2" fmla="*/ 2567954 w 3837981"/>
                <a:gd name="connsiteY2" fmla="*/ 184230 h 2920806"/>
                <a:gd name="connsiteX3" fmla="*/ 3628753 w 3837981"/>
                <a:gd name="connsiteY3" fmla="*/ 0 h 2920806"/>
                <a:gd name="connsiteX4" fmla="*/ 3712840 w 3837981"/>
                <a:gd name="connsiteY4" fmla="*/ 183774 h 2920806"/>
                <a:gd name="connsiteX5" fmla="*/ 3650845 w 3837981"/>
                <a:gd name="connsiteY5" fmla="*/ 912195 h 2920806"/>
                <a:gd name="connsiteX6" fmla="*/ 3418371 w 3837981"/>
                <a:gd name="connsiteY6" fmla="*/ 1718107 h 2920806"/>
                <a:gd name="connsiteX7" fmla="*/ 2493317 w 3837981"/>
                <a:gd name="connsiteY7" fmla="*/ 2483874 h 2920806"/>
                <a:gd name="connsiteX8" fmla="*/ 1295102 w 3837981"/>
                <a:gd name="connsiteY8" fmla="*/ 2740995 h 2920806"/>
                <a:gd name="connsiteX9" fmla="*/ 334208 w 3837981"/>
                <a:gd name="connsiteY9" fmla="*/ 2229552 h 2920806"/>
                <a:gd name="connsiteX10" fmla="*/ 101734 w 3837981"/>
                <a:gd name="connsiteY10" fmla="*/ 1516629 h 2920806"/>
                <a:gd name="connsiteX0" fmla="*/ 101734 w 3837981"/>
                <a:gd name="connsiteY0" fmla="*/ 1416215 h 2820392"/>
                <a:gd name="connsiteX1" fmla="*/ 811270 w 3837981"/>
                <a:gd name="connsiteY1" fmla="*/ 689785 h 2820392"/>
                <a:gd name="connsiteX2" fmla="*/ 2567954 w 3837981"/>
                <a:gd name="connsiteY2" fmla="*/ 83816 h 2820392"/>
                <a:gd name="connsiteX3" fmla="*/ 3712840 w 3837981"/>
                <a:gd name="connsiteY3" fmla="*/ 83360 h 2820392"/>
                <a:gd name="connsiteX4" fmla="*/ 3650845 w 3837981"/>
                <a:gd name="connsiteY4" fmla="*/ 811781 h 2820392"/>
                <a:gd name="connsiteX5" fmla="*/ 3418371 w 3837981"/>
                <a:gd name="connsiteY5" fmla="*/ 1617693 h 2820392"/>
                <a:gd name="connsiteX6" fmla="*/ 2493317 w 3837981"/>
                <a:gd name="connsiteY6" fmla="*/ 2383460 h 2820392"/>
                <a:gd name="connsiteX7" fmla="*/ 1295102 w 3837981"/>
                <a:gd name="connsiteY7" fmla="*/ 2640581 h 2820392"/>
                <a:gd name="connsiteX8" fmla="*/ 334208 w 3837981"/>
                <a:gd name="connsiteY8" fmla="*/ 2129138 h 2820392"/>
                <a:gd name="connsiteX9" fmla="*/ 101734 w 3837981"/>
                <a:gd name="connsiteY9" fmla="*/ 1416215 h 2820392"/>
                <a:gd name="connsiteX0" fmla="*/ 101734 w 3791849"/>
                <a:gd name="connsiteY0" fmla="*/ 1556864 h 2961041"/>
                <a:gd name="connsiteX1" fmla="*/ 811270 w 3791849"/>
                <a:gd name="connsiteY1" fmla="*/ 830434 h 2961041"/>
                <a:gd name="connsiteX2" fmla="*/ 2567954 w 3791849"/>
                <a:gd name="connsiteY2" fmla="*/ 224465 h 2961041"/>
                <a:gd name="connsiteX3" fmla="*/ 3647775 w 3791849"/>
                <a:gd name="connsiteY3" fmla="*/ 36949 h 2961041"/>
                <a:gd name="connsiteX4" fmla="*/ 3650845 w 3791849"/>
                <a:gd name="connsiteY4" fmla="*/ 952430 h 2961041"/>
                <a:gd name="connsiteX5" fmla="*/ 3418371 w 3791849"/>
                <a:gd name="connsiteY5" fmla="*/ 1758342 h 2961041"/>
                <a:gd name="connsiteX6" fmla="*/ 2493317 w 3791849"/>
                <a:gd name="connsiteY6" fmla="*/ 2524109 h 2961041"/>
                <a:gd name="connsiteX7" fmla="*/ 1295102 w 3791849"/>
                <a:gd name="connsiteY7" fmla="*/ 2781230 h 2961041"/>
                <a:gd name="connsiteX8" fmla="*/ 334208 w 3791849"/>
                <a:gd name="connsiteY8" fmla="*/ 2269787 h 2961041"/>
                <a:gd name="connsiteX9" fmla="*/ 101734 w 3791849"/>
                <a:gd name="connsiteY9" fmla="*/ 1556864 h 2961041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418371 w 3791849"/>
                <a:gd name="connsiteY5" fmla="*/ 1809054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2411986 w 3791849"/>
                <a:gd name="connsiteY6" fmla="*/ 2753749 h 3110574"/>
                <a:gd name="connsiteX7" fmla="*/ 1295102 w 3791849"/>
                <a:gd name="connsiteY7" fmla="*/ 2831942 h 3110574"/>
                <a:gd name="connsiteX8" fmla="*/ 334208 w 3791849"/>
                <a:gd name="connsiteY8" fmla="*/ 2320499 h 3110574"/>
                <a:gd name="connsiteX9" fmla="*/ 101734 w 3791849"/>
                <a:gd name="connsiteY9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62269"/>
                <a:gd name="connsiteX1" fmla="*/ 811270 w 3791849"/>
                <a:gd name="connsiteY1" fmla="*/ 881146 h 3162269"/>
                <a:gd name="connsiteX2" fmla="*/ 2567954 w 3791849"/>
                <a:gd name="connsiteY2" fmla="*/ 275177 h 3162269"/>
                <a:gd name="connsiteX3" fmla="*/ 3647775 w 3791849"/>
                <a:gd name="connsiteY3" fmla="*/ 87661 h 3162269"/>
                <a:gd name="connsiteX4" fmla="*/ 3650845 w 3791849"/>
                <a:gd name="connsiteY4" fmla="*/ 1003142 h 3162269"/>
                <a:gd name="connsiteX5" fmla="*/ 3532234 w 3791849"/>
                <a:gd name="connsiteY5" fmla="*/ 1711457 h 3162269"/>
                <a:gd name="connsiteX6" fmla="*/ 3254632 w 3791849"/>
                <a:gd name="connsiteY6" fmla="*/ 2343809 h 3162269"/>
                <a:gd name="connsiteX7" fmla="*/ 2411986 w 3791849"/>
                <a:gd name="connsiteY7" fmla="*/ 2753749 h 3162269"/>
                <a:gd name="connsiteX8" fmla="*/ 1262570 w 3791849"/>
                <a:gd name="connsiteY8" fmla="*/ 2953938 h 3162269"/>
                <a:gd name="connsiteX9" fmla="*/ 334208 w 3791849"/>
                <a:gd name="connsiteY9" fmla="*/ 2320499 h 3162269"/>
                <a:gd name="connsiteX10" fmla="*/ 101734 w 3791849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38887 w 3837135"/>
                <a:gd name="connsiteY0" fmla="*/ 1566911 h 3162269"/>
                <a:gd name="connsiteX1" fmla="*/ 856556 w 3837135"/>
                <a:gd name="connsiteY1" fmla="*/ 881146 h 3162269"/>
                <a:gd name="connsiteX2" fmla="*/ 2613240 w 3837135"/>
                <a:gd name="connsiteY2" fmla="*/ 275177 h 3162269"/>
                <a:gd name="connsiteX3" fmla="*/ 3693061 w 3837135"/>
                <a:gd name="connsiteY3" fmla="*/ 87661 h 3162269"/>
                <a:gd name="connsiteX4" fmla="*/ 3696131 w 3837135"/>
                <a:gd name="connsiteY4" fmla="*/ 1003142 h 3162269"/>
                <a:gd name="connsiteX5" fmla="*/ 3577520 w 3837135"/>
                <a:gd name="connsiteY5" fmla="*/ 1711457 h 3162269"/>
                <a:gd name="connsiteX6" fmla="*/ 3299918 w 3837135"/>
                <a:gd name="connsiteY6" fmla="*/ 2343809 h 3162269"/>
                <a:gd name="connsiteX7" fmla="*/ 2457272 w 3837135"/>
                <a:gd name="connsiteY7" fmla="*/ 2753749 h 3162269"/>
                <a:gd name="connsiteX8" fmla="*/ 1307856 w 3837135"/>
                <a:gd name="connsiteY8" fmla="*/ 2953938 h 3162269"/>
                <a:gd name="connsiteX9" fmla="*/ 314430 w 3837135"/>
                <a:gd name="connsiteY9" fmla="*/ 2678355 h 3162269"/>
                <a:gd name="connsiteX10" fmla="*/ 138887 w 3837135"/>
                <a:gd name="connsiteY10" fmla="*/ 1566911 h 3162269"/>
                <a:gd name="connsiteX0" fmla="*/ 125755 w 3824003"/>
                <a:gd name="connsiteY0" fmla="*/ 1566911 h 3162269"/>
                <a:gd name="connsiteX1" fmla="*/ 843424 w 3824003"/>
                <a:gd name="connsiteY1" fmla="*/ 881146 h 3162269"/>
                <a:gd name="connsiteX2" fmla="*/ 2600108 w 3824003"/>
                <a:gd name="connsiteY2" fmla="*/ 275177 h 3162269"/>
                <a:gd name="connsiteX3" fmla="*/ 3679929 w 3824003"/>
                <a:gd name="connsiteY3" fmla="*/ 87661 h 3162269"/>
                <a:gd name="connsiteX4" fmla="*/ 3682999 w 3824003"/>
                <a:gd name="connsiteY4" fmla="*/ 1003142 h 3162269"/>
                <a:gd name="connsiteX5" fmla="*/ 3564388 w 3824003"/>
                <a:gd name="connsiteY5" fmla="*/ 1711457 h 3162269"/>
                <a:gd name="connsiteX6" fmla="*/ 3286786 w 3824003"/>
                <a:gd name="connsiteY6" fmla="*/ 2343809 h 3162269"/>
                <a:gd name="connsiteX7" fmla="*/ 2444140 w 3824003"/>
                <a:gd name="connsiteY7" fmla="*/ 2753749 h 3162269"/>
                <a:gd name="connsiteX8" fmla="*/ 1294724 w 3824003"/>
                <a:gd name="connsiteY8" fmla="*/ 2953938 h 3162269"/>
                <a:gd name="connsiteX9" fmla="*/ 301298 w 3824003"/>
                <a:gd name="connsiteY9" fmla="*/ 2678355 h 3162269"/>
                <a:gd name="connsiteX10" fmla="*/ 17290 w 3824003"/>
                <a:gd name="connsiteY10" fmla="*/ 2229946 h 3162269"/>
                <a:gd name="connsiteX11" fmla="*/ 125755 w 3824003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1036271 w 3881836"/>
                <a:gd name="connsiteY1" fmla="*/ 749527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1036271 w 3881836"/>
                <a:gd name="connsiteY1" fmla="*/ 749527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75374 h 3170732"/>
                <a:gd name="connsiteX1" fmla="*/ 1036271 w 3881836"/>
                <a:gd name="connsiteY1" fmla="*/ 757990 h 3170732"/>
                <a:gd name="connsiteX2" fmla="*/ 2575432 w 3881836"/>
                <a:gd name="connsiteY2" fmla="*/ 237186 h 3170732"/>
                <a:gd name="connsiteX3" fmla="*/ 3737762 w 3881836"/>
                <a:gd name="connsiteY3" fmla="*/ 96124 h 3170732"/>
                <a:gd name="connsiteX4" fmla="*/ 3740832 w 3881836"/>
                <a:gd name="connsiteY4" fmla="*/ 1011605 h 3170732"/>
                <a:gd name="connsiteX5" fmla="*/ 3622221 w 3881836"/>
                <a:gd name="connsiteY5" fmla="*/ 1719920 h 3170732"/>
                <a:gd name="connsiteX6" fmla="*/ 3344619 w 3881836"/>
                <a:gd name="connsiteY6" fmla="*/ 2352272 h 3170732"/>
                <a:gd name="connsiteX7" fmla="*/ 2501973 w 3881836"/>
                <a:gd name="connsiteY7" fmla="*/ 2762212 h 3170732"/>
                <a:gd name="connsiteX8" fmla="*/ 1352557 w 3881836"/>
                <a:gd name="connsiteY8" fmla="*/ 2962401 h 3170732"/>
                <a:gd name="connsiteX9" fmla="*/ 359131 w 3881836"/>
                <a:gd name="connsiteY9" fmla="*/ 2686818 h 3170732"/>
                <a:gd name="connsiteX10" fmla="*/ 75123 w 3881836"/>
                <a:gd name="connsiteY10" fmla="*/ 2238409 h 3170732"/>
                <a:gd name="connsiteX11" fmla="*/ 183588 w 3881836"/>
                <a:gd name="connsiteY11" fmla="*/ 1575374 h 3170732"/>
                <a:gd name="connsiteX0" fmla="*/ 157019 w 3892771"/>
                <a:gd name="connsiteY0" fmla="*/ 1428270 h 3170732"/>
                <a:gd name="connsiteX1" fmla="*/ 1047206 w 3892771"/>
                <a:gd name="connsiteY1" fmla="*/ 757990 h 3170732"/>
                <a:gd name="connsiteX2" fmla="*/ 2586367 w 3892771"/>
                <a:gd name="connsiteY2" fmla="*/ 237186 h 3170732"/>
                <a:gd name="connsiteX3" fmla="*/ 3748697 w 3892771"/>
                <a:gd name="connsiteY3" fmla="*/ 96124 h 3170732"/>
                <a:gd name="connsiteX4" fmla="*/ 3751767 w 3892771"/>
                <a:gd name="connsiteY4" fmla="*/ 1011605 h 3170732"/>
                <a:gd name="connsiteX5" fmla="*/ 3633156 w 3892771"/>
                <a:gd name="connsiteY5" fmla="*/ 1719920 h 3170732"/>
                <a:gd name="connsiteX6" fmla="*/ 3355554 w 3892771"/>
                <a:gd name="connsiteY6" fmla="*/ 2352272 h 3170732"/>
                <a:gd name="connsiteX7" fmla="*/ 2512908 w 3892771"/>
                <a:gd name="connsiteY7" fmla="*/ 2762212 h 3170732"/>
                <a:gd name="connsiteX8" fmla="*/ 1363492 w 3892771"/>
                <a:gd name="connsiteY8" fmla="*/ 2962401 h 3170732"/>
                <a:gd name="connsiteX9" fmla="*/ 370066 w 3892771"/>
                <a:gd name="connsiteY9" fmla="*/ 2686818 h 3170732"/>
                <a:gd name="connsiteX10" fmla="*/ 86058 w 3892771"/>
                <a:gd name="connsiteY10" fmla="*/ 2238409 h 3170732"/>
                <a:gd name="connsiteX11" fmla="*/ 157019 w 3892771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36402 w 3959107"/>
                <a:gd name="connsiteY9" fmla="*/ 2686818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36402 w 3959107"/>
                <a:gd name="connsiteY9" fmla="*/ 2686818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81406 w 3959107"/>
                <a:gd name="connsiteY9" fmla="*/ 2756499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81406 w 3959107"/>
                <a:gd name="connsiteY9" fmla="*/ 2756499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218661"/>
                <a:gd name="connsiteX1" fmla="*/ 1113542 w 3959107"/>
                <a:gd name="connsiteY1" fmla="*/ 757990 h 3218661"/>
                <a:gd name="connsiteX2" fmla="*/ 2652703 w 3959107"/>
                <a:gd name="connsiteY2" fmla="*/ 237186 h 3218661"/>
                <a:gd name="connsiteX3" fmla="*/ 3815033 w 3959107"/>
                <a:gd name="connsiteY3" fmla="*/ 96124 h 3218661"/>
                <a:gd name="connsiteX4" fmla="*/ 3818103 w 3959107"/>
                <a:gd name="connsiteY4" fmla="*/ 1011605 h 3218661"/>
                <a:gd name="connsiteX5" fmla="*/ 3699492 w 3959107"/>
                <a:gd name="connsiteY5" fmla="*/ 1719920 h 3218661"/>
                <a:gd name="connsiteX6" fmla="*/ 3421890 w 3959107"/>
                <a:gd name="connsiteY6" fmla="*/ 2352272 h 3218661"/>
                <a:gd name="connsiteX7" fmla="*/ 2579244 w 3959107"/>
                <a:gd name="connsiteY7" fmla="*/ 2762212 h 3218661"/>
                <a:gd name="connsiteX8" fmla="*/ 1452330 w 3959107"/>
                <a:gd name="connsiteY8" fmla="*/ 3055309 h 3218661"/>
                <a:gd name="connsiteX9" fmla="*/ 481406 w 3959107"/>
                <a:gd name="connsiteY9" fmla="*/ 2756499 h 3218661"/>
                <a:gd name="connsiteX10" fmla="*/ 152394 w 3959107"/>
                <a:gd name="connsiteY10" fmla="*/ 2238409 h 3218661"/>
                <a:gd name="connsiteX11" fmla="*/ 223355 w 3959107"/>
                <a:gd name="connsiteY11" fmla="*/ 1428270 h 3218661"/>
                <a:gd name="connsiteX0" fmla="*/ 223355 w 3959107"/>
                <a:gd name="connsiteY0" fmla="*/ 1428270 h 3271897"/>
                <a:gd name="connsiteX1" fmla="*/ 1113542 w 3959107"/>
                <a:gd name="connsiteY1" fmla="*/ 757990 h 3271897"/>
                <a:gd name="connsiteX2" fmla="*/ 2652703 w 3959107"/>
                <a:gd name="connsiteY2" fmla="*/ 237186 h 3271897"/>
                <a:gd name="connsiteX3" fmla="*/ 3815033 w 3959107"/>
                <a:gd name="connsiteY3" fmla="*/ 96124 h 3271897"/>
                <a:gd name="connsiteX4" fmla="*/ 3818103 w 3959107"/>
                <a:gd name="connsiteY4" fmla="*/ 1011605 h 3271897"/>
                <a:gd name="connsiteX5" fmla="*/ 3699492 w 3959107"/>
                <a:gd name="connsiteY5" fmla="*/ 1719920 h 3271897"/>
                <a:gd name="connsiteX6" fmla="*/ 3421890 w 3959107"/>
                <a:gd name="connsiteY6" fmla="*/ 2352272 h 3271897"/>
                <a:gd name="connsiteX7" fmla="*/ 2631749 w 3959107"/>
                <a:gd name="connsiteY7" fmla="*/ 2870604 h 3271897"/>
                <a:gd name="connsiteX8" fmla="*/ 1452330 w 3959107"/>
                <a:gd name="connsiteY8" fmla="*/ 3055309 h 3271897"/>
                <a:gd name="connsiteX9" fmla="*/ 481406 w 3959107"/>
                <a:gd name="connsiteY9" fmla="*/ 2756499 h 3271897"/>
                <a:gd name="connsiteX10" fmla="*/ 152394 w 3959107"/>
                <a:gd name="connsiteY10" fmla="*/ 2238409 h 3271897"/>
                <a:gd name="connsiteX11" fmla="*/ 223355 w 3959107"/>
                <a:gd name="connsiteY11" fmla="*/ 1428270 h 3271897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759498 w 3959107"/>
                <a:gd name="connsiteY5" fmla="*/ 1704435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60117"/>
                <a:gd name="connsiteY0" fmla="*/ 1428270 h 3236145"/>
                <a:gd name="connsiteX1" fmla="*/ 1113542 w 3960117"/>
                <a:gd name="connsiteY1" fmla="*/ 757990 h 3236145"/>
                <a:gd name="connsiteX2" fmla="*/ 2652703 w 3960117"/>
                <a:gd name="connsiteY2" fmla="*/ 237186 h 3236145"/>
                <a:gd name="connsiteX3" fmla="*/ 3815033 w 3960117"/>
                <a:gd name="connsiteY3" fmla="*/ 96124 h 3236145"/>
                <a:gd name="connsiteX4" fmla="*/ 3818103 w 3960117"/>
                <a:gd name="connsiteY4" fmla="*/ 1011605 h 3236145"/>
                <a:gd name="connsiteX5" fmla="*/ 3759498 w 3960117"/>
                <a:gd name="connsiteY5" fmla="*/ 1704435 h 3236145"/>
                <a:gd name="connsiteX6" fmla="*/ 3421890 w 3960117"/>
                <a:gd name="connsiteY6" fmla="*/ 2352272 h 3236145"/>
                <a:gd name="connsiteX7" fmla="*/ 2631749 w 3960117"/>
                <a:gd name="connsiteY7" fmla="*/ 2870604 h 3236145"/>
                <a:gd name="connsiteX8" fmla="*/ 1452330 w 3960117"/>
                <a:gd name="connsiteY8" fmla="*/ 3055309 h 3236145"/>
                <a:gd name="connsiteX9" fmla="*/ 481406 w 3960117"/>
                <a:gd name="connsiteY9" fmla="*/ 2756499 h 3236145"/>
                <a:gd name="connsiteX10" fmla="*/ 152394 w 3960117"/>
                <a:gd name="connsiteY10" fmla="*/ 2238409 h 3236145"/>
                <a:gd name="connsiteX11" fmla="*/ 223355 w 3960117"/>
                <a:gd name="connsiteY11" fmla="*/ 1428270 h 3236145"/>
                <a:gd name="connsiteX0" fmla="*/ 223355 w 3960117"/>
                <a:gd name="connsiteY0" fmla="*/ 1428270 h 3236145"/>
                <a:gd name="connsiteX1" fmla="*/ 1113542 w 3960117"/>
                <a:gd name="connsiteY1" fmla="*/ 757990 h 3236145"/>
                <a:gd name="connsiteX2" fmla="*/ 2652703 w 3960117"/>
                <a:gd name="connsiteY2" fmla="*/ 237186 h 3236145"/>
                <a:gd name="connsiteX3" fmla="*/ 3815033 w 3960117"/>
                <a:gd name="connsiteY3" fmla="*/ 96124 h 3236145"/>
                <a:gd name="connsiteX4" fmla="*/ 3818103 w 3960117"/>
                <a:gd name="connsiteY4" fmla="*/ 1011605 h 3236145"/>
                <a:gd name="connsiteX5" fmla="*/ 3759498 w 3960117"/>
                <a:gd name="connsiteY5" fmla="*/ 1704435 h 3236145"/>
                <a:gd name="connsiteX6" fmla="*/ 3421890 w 3960117"/>
                <a:gd name="connsiteY6" fmla="*/ 2352272 h 3236145"/>
                <a:gd name="connsiteX7" fmla="*/ 2631749 w 3960117"/>
                <a:gd name="connsiteY7" fmla="*/ 2870604 h 3236145"/>
                <a:gd name="connsiteX8" fmla="*/ 1452330 w 3960117"/>
                <a:gd name="connsiteY8" fmla="*/ 3055309 h 3236145"/>
                <a:gd name="connsiteX9" fmla="*/ 481406 w 3960117"/>
                <a:gd name="connsiteY9" fmla="*/ 2756499 h 3236145"/>
                <a:gd name="connsiteX10" fmla="*/ 152394 w 3960117"/>
                <a:gd name="connsiteY10" fmla="*/ 2238409 h 3236145"/>
                <a:gd name="connsiteX11" fmla="*/ 223355 w 3960117"/>
                <a:gd name="connsiteY11" fmla="*/ 1428270 h 3236145"/>
                <a:gd name="connsiteX0" fmla="*/ 223355 w 3960117"/>
                <a:gd name="connsiteY0" fmla="*/ 1428270 h 3236145"/>
                <a:gd name="connsiteX1" fmla="*/ 1113542 w 3960117"/>
                <a:gd name="connsiteY1" fmla="*/ 757990 h 3236145"/>
                <a:gd name="connsiteX2" fmla="*/ 2652703 w 3960117"/>
                <a:gd name="connsiteY2" fmla="*/ 237186 h 3236145"/>
                <a:gd name="connsiteX3" fmla="*/ 3815033 w 3960117"/>
                <a:gd name="connsiteY3" fmla="*/ 96124 h 3236145"/>
                <a:gd name="connsiteX4" fmla="*/ 3818103 w 3960117"/>
                <a:gd name="connsiteY4" fmla="*/ 1011605 h 3236145"/>
                <a:gd name="connsiteX5" fmla="*/ 3759498 w 3960117"/>
                <a:gd name="connsiteY5" fmla="*/ 1704435 h 3236145"/>
                <a:gd name="connsiteX6" fmla="*/ 3421890 w 3960117"/>
                <a:gd name="connsiteY6" fmla="*/ 2352272 h 3236145"/>
                <a:gd name="connsiteX7" fmla="*/ 2631749 w 3960117"/>
                <a:gd name="connsiteY7" fmla="*/ 2870604 h 3236145"/>
                <a:gd name="connsiteX8" fmla="*/ 1452330 w 3960117"/>
                <a:gd name="connsiteY8" fmla="*/ 3055309 h 3236145"/>
                <a:gd name="connsiteX9" fmla="*/ 481406 w 3960117"/>
                <a:gd name="connsiteY9" fmla="*/ 2756499 h 3236145"/>
                <a:gd name="connsiteX10" fmla="*/ 152394 w 3960117"/>
                <a:gd name="connsiteY10" fmla="*/ 2238409 h 3236145"/>
                <a:gd name="connsiteX11" fmla="*/ 223355 w 3960117"/>
                <a:gd name="connsiteY11" fmla="*/ 1428270 h 3236145"/>
                <a:gd name="connsiteX0" fmla="*/ 229262 w 3966024"/>
                <a:gd name="connsiteY0" fmla="*/ 1428270 h 3236145"/>
                <a:gd name="connsiteX1" fmla="*/ 1119449 w 3966024"/>
                <a:gd name="connsiteY1" fmla="*/ 757990 h 3236145"/>
                <a:gd name="connsiteX2" fmla="*/ 2658610 w 3966024"/>
                <a:gd name="connsiteY2" fmla="*/ 237186 h 3236145"/>
                <a:gd name="connsiteX3" fmla="*/ 3820940 w 3966024"/>
                <a:gd name="connsiteY3" fmla="*/ 96124 h 3236145"/>
                <a:gd name="connsiteX4" fmla="*/ 3824010 w 3966024"/>
                <a:gd name="connsiteY4" fmla="*/ 1011605 h 3236145"/>
                <a:gd name="connsiteX5" fmla="*/ 3765405 w 3966024"/>
                <a:gd name="connsiteY5" fmla="*/ 1704435 h 3236145"/>
                <a:gd name="connsiteX6" fmla="*/ 3427797 w 3966024"/>
                <a:gd name="connsiteY6" fmla="*/ 2352272 h 3236145"/>
                <a:gd name="connsiteX7" fmla="*/ 2637656 w 3966024"/>
                <a:gd name="connsiteY7" fmla="*/ 2870604 h 3236145"/>
                <a:gd name="connsiteX8" fmla="*/ 1458237 w 3966024"/>
                <a:gd name="connsiteY8" fmla="*/ 3055309 h 3236145"/>
                <a:gd name="connsiteX9" fmla="*/ 487313 w 3966024"/>
                <a:gd name="connsiteY9" fmla="*/ 2756499 h 3236145"/>
                <a:gd name="connsiteX10" fmla="*/ 158301 w 3966024"/>
                <a:gd name="connsiteY10" fmla="*/ 2238409 h 3236145"/>
                <a:gd name="connsiteX11" fmla="*/ 886 w 3966024"/>
                <a:gd name="connsiteY11" fmla="*/ 2245600 h 3236145"/>
                <a:gd name="connsiteX12" fmla="*/ 229262 w 3966024"/>
                <a:gd name="connsiteY12" fmla="*/ 1428270 h 3236145"/>
                <a:gd name="connsiteX0" fmla="*/ 111969 w 3848731"/>
                <a:gd name="connsiteY0" fmla="*/ 1428270 h 3236145"/>
                <a:gd name="connsiteX1" fmla="*/ 1002156 w 3848731"/>
                <a:gd name="connsiteY1" fmla="*/ 757990 h 3236145"/>
                <a:gd name="connsiteX2" fmla="*/ 2541317 w 3848731"/>
                <a:gd name="connsiteY2" fmla="*/ 237186 h 3236145"/>
                <a:gd name="connsiteX3" fmla="*/ 3703647 w 3848731"/>
                <a:gd name="connsiteY3" fmla="*/ 96124 h 3236145"/>
                <a:gd name="connsiteX4" fmla="*/ 3706717 w 3848731"/>
                <a:gd name="connsiteY4" fmla="*/ 1011605 h 3236145"/>
                <a:gd name="connsiteX5" fmla="*/ 3648112 w 3848731"/>
                <a:gd name="connsiteY5" fmla="*/ 1704435 h 3236145"/>
                <a:gd name="connsiteX6" fmla="*/ 3310504 w 3848731"/>
                <a:gd name="connsiteY6" fmla="*/ 2352272 h 3236145"/>
                <a:gd name="connsiteX7" fmla="*/ 2520363 w 3848731"/>
                <a:gd name="connsiteY7" fmla="*/ 2870604 h 3236145"/>
                <a:gd name="connsiteX8" fmla="*/ 1340944 w 3848731"/>
                <a:gd name="connsiteY8" fmla="*/ 3055309 h 3236145"/>
                <a:gd name="connsiteX9" fmla="*/ 370020 w 3848731"/>
                <a:gd name="connsiteY9" fmla="*/ 2756499 h 3236145"/>
                <a:gd name="connsiteX10" fmla="*/ 41008 w 3848731"/>
                <a:gd name="connsiteY10" fmla="*/ 2238409 h 3236145"/>
                <a:gd name="connsiteX11" fmla="*/ 111969 w 3848731"/>
                <a:gd name="connsiteY11" fmla="*/ 1428270 h 3236145"/>
                <a:gd name="connsiteX0" fmla="*/ 259119 w 3995881"/>
                <a:gd name="connsiteY0" fmla="*/ 1428270 h 3236145"/>
                <a:gd name="connsiteX1" fmla="*/ 1149306 w 3995881"/>
                <a:gd name="connsiteY1" fmla="*/ 757990 h 3236145"/>
                <a:gd name="connsiteX2" fmla="*/ 2688467 w 3995881"/>
                <a:gd name="connsiteY2" fmla="*/ 237186 h 3236145"/>
                <a:gd name="connsiteX3" fmla="*/ 3850797 w 3995881"/>
                <a:gd name="connsiteY3" fmla="*/ 96124 h 3236145"/>
                <a:gd name="connsiteX4" fmla="*/ 3853867 w 3995881"/>
                <a:gd name="connsiteY4" fmla="*/ 1011605 h 3236145"/>
                <a:gd name="connsiteX5" fmla="*/ 3795262 w 3995881"/>
                <a:gd name="connsiteY5" fmla="*/ 1704435 h 3236145"/>
                <a:gd name="connsiteX6" fmla="*/ 3457654 w 3995881"/>
                <a:gd name="connsiteY6" fmla="*/ 2352272 h 3236145"/>
                <a:gd name="connsiteX7" fmla="*/ 2667513 w 3995881"/>
                <a:gd name="connsiteY7" fmla="*/ 2870604 h 3236145"/>
                <a:gd name="connsiteX8" fmla="*/ 1488094 w 3995881"/>
                <a:gd name="connsiteY8" fmla="*/ 3055309 h 3236145"/>
                <a:gd name="connsiteX9" fmla="*/ 517170 w 3995881"/>
                <a:gd name="connsiteY9" fmla="*/ 2756499 h 3236145"/>
                <a:gd name="connsiteX10" fmla="*/ 8140 w 3995881"/>
                <a:gd name="connsiteY10" fmla="*/ 2261636 h 3236145"/>
                <a:gd name="connsiteX11" fmla="*/ 259119 w 3995881"/>
                <a:gd name="connsiteY11" fmla="*/ 1428270 h 3236145"/>
                <a:gd name="connsiteX0" fmla="*/ 259119 w 3995881"/>
                <a:gd name="connsiteY0" fmla="*/ 1428270 h 3236145"/>
                <a:gd name="connsiteX1" fmla="*/ 1149306 w 3995881"/>
                <a:gd name="connsiteY1" fmla="*/ 757990 h 3236145"/>
                <a:gd name="connsiteX2" fmla="*/ 2688467 w 3995881"/>
                <a:gd name="connsiteY2" fmla="*/ 237186 h 3236145"/>
                <a:gd name="connsiteX3" fmla="*/ 3850797 w 3995881"/>
                <a:gd name="connsiteY3" fmla="*/ 96124 h 3236145"/>
                <a:gd name="connsiteX4" fmla="*/ 3853867 w 3995881"/>
                <a:gd name="connsiteY4" fmla="*/ 1011605 h 3236145"/>
                <a:gd name="connsiteX5" fmla="*/ 3795262 w 3995881"/>
                <a:gd name="connsiteY5" fmla="*/ 1704435 h 3236145"/>
                <a:gd name="connsiteX6" fmla="*/ 3457654 w 3995881"/>
                <a:gd name="connsiteY6" fmla="*/ 2352272 h 3236145"/>
                <a:gd name="connsiteX7" fmla="*/ 2667513 w 3995881"/>
                <a:gd name="connsiteY7" fmla="*/ 2870604 h 3236145"/>
                <a:gd name="connsiteX8" fmla="*/ 1488094 w 3995881"/>
                <a:gd name="connsiteY8" fmla="*/ 3055309 h 3236145"/>
                <a:gd name="connsiteX9" fmla="*/ 517170 w 3995881"/>
                <a:gd name="connsiteY9" fmla="*/ 2756499 h 3236145"/>
                <a:gd name="connsiteX10" fmla="*/ 8140 w 3995881"/>
                <a:gd name="connsiteY10" fmla="*/ 2261636 h 3236145"/>
                <a:gd name="connsiteX11" fmla="*/ 259119 w 3995881"/>
                <a:gd name="connsiteY11" fmla="*/ 1428270 h 3236145"/>
                <a:gd name="connsiteX0" fmla="*/ 33530 w 3770292"/>
                <a:gd name="connsiteY0" fmla="*/ 1428270 h 3236145"/>
                <a:gd name="connsiteX1" fmla="*/ 923717 w 3770292"/>
                <a:gd name="connsiteY1" fmla="*/ 757990 h 3236145"/>
                <a:gd name="connsiteX2" fmla="*/ 2462878 w 3770292"/>
                <a:gd name="connsiteY2" fmla="*/ 237186 h 3236145"/>
                <a:gd name="connsiteX3" fmla="*/ 3625208 w 3770292"/>
                <a:gd name="connsiteY3" fmla="*/ 96124 h 3236145"/>
                <a:gd name="connsiteX4" fmla="*/ 3628278 w 3770292"/>
                <a:gd name="connsiteY4" fmla="*/ 1011605 h 3236145"/>
                <a:gd name="connsiteX5" fmla="*/ 3569673 w 3770292"/>
                <a:gd name="connsiteY5" fmla="*/ 1704435 h 3236145"/>
                <a:gd name="connsiteX6" fmla="*/ 3232065 w 3770292"/>
                <a:gd name="connsiteY6" fmla="*/ 2352272 h 3236145"/>
                <a:gd name="connsiteX7" fmla="*/ 2441924 w 3770292"/>
                <a:gd name="connsiteY7" fmla="*/ 2870604 h 3236145"/>
                <a:gd name="connsiteX8" fmla="*/ 1262505 w 3770292"/>
                <a:gd name="connsiteY8" fmla="*/ 3055309 h 3236145"/>
                <a:gd name="connsiteX9" fmla="*/ 291581 w 3770292"/>
                <a:gd name="connsiteY9" fmla="*/ 2756499 h 3236145"/>
                <a:gd name="connsiteX10" fmla="*/ 33530 w 3770292"/>
                <a:gd name="connsiteY10" fmla="*/ 1428270 h 3236145"/>
                <a:gd name="connsiteX0" fmla="*/ 28027 w 3764789"/>
                <a:gd name="connsiteY0" fmla="*/ 1428270 h 3236145"/>
                <a:gd name="connsiteX1" fmla="*/ 918214 w 3764789"/>
                <a:gd name="connsiteY1" fmla="*/ 757990 h 3236145"/>
                <a:gd name="connsiteX2" fmla="*/ 2457375 w 3764789"/>
                <a:gd name="connsiteY2" fmla="*/ 237186 h 3236145"/>
                <a:gd name="connsiteX3" fmla="*/ 3619705 w 3764789"/>
                <a:gd name="connsiteY3" fmla="*/ 96124 h 3236145"/>
                <a:gd name="connsiteX4" fmla="*/ 3622775 w 3764789"/>
                <a:gd name="connsiteY4" fmla="*/ 1011605 h 3236145"/>
                <a:gd name="connsiteX5" fmla="*/ 3564170 w 3764789"/>
                <a:gd name="connsiteY5" fmla="*/ 1704435 h 3236145"/>
                <a:gd name="connsiteX6" fmla="*/ 3226562 w 3764789"/>
                <a:gd name="connsiteY6" fmla="*/ 2352272 h 3236145"/>
                <a:gd name="connsiteX7" fmla="*/ 2436421 w 3764789"/>
                <a:gd name="connsiteY7" fmla="*/ 2870604 h 3236145"/>
                <a:gd name="connsiteX8" fmla="*/ 1257002 w 3764789"/>
                <a:gd name="connsiteY8" fmla="*/ 3055309 h 3236145"/>
                <a:gd name="connsiteX9" fmla="*/ 338584 w 3764789"/>
                <a:gd name="connsiteY9" fmla="*/ 2702303 h 3236145"/>
                <a:gd name="connsiteX10" fmla="*/ 28027 w 3764789"/>
                <a:gd name="connsiteY10" fmla="*/ 1428270 h 3236145"/>
                <a:gd name="connsiteX0" fmla="*/ 31767 w 3768529"/>
                <a:gd name="connsiteY0" fmla="*/ 1428270 h 3236145"/>
                <a:gd name="connsiteX1" fmla="*/ 921954 w 3768529"/>
                <a:gd name="connsiteY1" fmla="*/ 757990 h 3236145"/>
                <a:gd name="connsiteX2" fmla="*/ 2461115 w 3768529"/>
                <a:gd name="connsiteY2" fmla="*/ 237186 h 3236145"/>
                <a:gd name="connsiteX3" fmla="*/ 3623445 w 3768529"/>
                <a:gd name="connsiteY3" fmla="*/ 96124 h 3236145"/>
                <a:gd name="connsiteX4" fmla="*/ 3626515 w 3768529"/>
                <a:gd name="connsiteY4" fmla="*/ 1011605 h 3236145"/>
                <a:gd name="connsiteX5" fmla="*/ 3567910 w 3768529"/>
                <a:gd name="connsiteY5" fmla="*/ 1704435 h 3236145"/>
                <a:gd name="connsiteX6" fmla="*/ 3230302 w 3768529"/>
                <a:gd name="connsiteY6" fmla="*/ 2352272 h 3236145"/>
                <a:gd name="connsiteX7" fmla="*/ 2440161 w 3768529"/>
                <a:gd name="connsiteY7" fmla="*/ 2870604 h 3236145"/>
                <a:gd name="connsiteX8" fmla="*/ 1260742 w 3768529"/>
                <a:gd name="connsiteY8" fmla="*/ 3055309 h 3236145"/>
                <a:gd name="connsiteX9" fmla="*/ 304820 w 3768529"/>
                <a:gd name="connsiteY9" fmla="*/ 2686819 h 3236145"/>
                <a:gd name="connsiteX10" fmla="*/ 31767 w 3768529"/>
                <a:gd name="connsiteY10" fmla="*/ 1428270 h 3236145"/>
                <a:gd name="connsiteX0" fmla="*/ 31767 w 3768529"/>
                <a:gd name="connsiteY0" fmla="*/ 1428270 h 3264647"/>
                <a:gd name="connsiteX1" fmla="*/ 921954 w 3768529"/>
                <a:gd name="connsiteY1" fmla="*/ 757990 h 3264647"/>
                <a:gd name="connsiteX2" fmla="*/ 2461115 w 3768529"/>
                <a:gd name="connsiteY2" fmla="*/ 237186 h 3264647"/>
                <a:gd name="connsiteX3" fmla="*/ 3623445 w 3768529"/>
                <a:gd name="connsiteY3" fmla="*/ 96124 h 3264647"/>
                <a:gd name="connsiteX4" fmla="*/ 3626515 w 3768529"/>
                <a:gd name="connsiteY4" fmla="*/ 1011605 h 3264647"/>
                <a:gd name="connsiteX5" fmla="*/ 3567910 w 3768529"/>
                <a:gd name="connsiteY5" fmla="*/ 1704435 h 3264647"/>
                <a:gd name="connsiteX6" fmla="*/ 3230302 w 3768529"/>
                <a:gd name="connsiteY6" fmla="*/ 2352272 h 3264647"/>
                <a:gd name="connsiteX7" fmla="*/ 2267643 w 3768529"/>
                <a:gd name="connsiteY7" fmla="*/ 2924800 h 3264647"/>
                <a:gd name="connsiteX8" fmla="*/ 1260742 w 3768529"/>
                <a:gd name="connsiteY8" fmla="*/ 3055309 h 3264647"/>
                <a:gd name="connsiteX9" fmla="*/ 304820 w 3768529"/>
                <a:gd name="connsiteY9" fmla="*/ 2686819 h 3264647"/>
                <a:gd name="connsiteX10" fmla="*/ 31767 w 3768529"/>
                <a:gd name="connsiteY10" fmla="*/ 1428270 h 3264647"/>
                <a:gd name="connsiteX0" fmla="*/ 31767 w 3768529"/>
                <a:gd name="connsiteY0" fmla="*/ 1428270 h 3264647"/>
                <a:gd name="connsiteX1" fmla="*/ 921954 w 3768529"/>
                <a:gd name="connsiteY1" fmla="*/ 757990 h 3264647"/>
                <a:gd name="connsiteX2" fmla="*/ 2461115 w 3768529"/>
                <a:gd name="connsiteY2" fmla="*/ 237186 h 3264647"/>
                <a:gd name="connsiteX3" fmla="*/ 3623445 w 3768529"/>
                <a:gd name="connsiteY3" fmla="*/ 96124 h 3264647"/>
                <a:gd name="connsiteX4" fmla="*/ 3626515 w 3768529"/>
                <a:gd name="connsiteY4" fmla="*/ 1011605 h 3264647"/>
                <a:gd name="connsiteX5" fmla="*/ 3567910 w 3768529"/>
                <a:gd name="connsiteY5" fmla="*/ 1704435 h 3264647"/>
                <a:gd name="connsiteX6" fmla="*/ 3140293 w 3768529"/>
                <a:gd name="connsiteY6" fmla="*/ 2414210 h 3264647"/>
                <a:gd name="connsiteX7" fmla="*/ 2267643 w 3768529"/>
                <a:gd name="connsiteY7" fmla="*/ 2924800 h 3264647"/>
                <a:gd name="connsiteX8" fmla="*/ 1260742 w 3768529"/>
                <a:gd name="connsiteY8" fmla="*/ 3055309 h 3264647"/>
                <a:gd name="connsiteX9" fmla="*/ 304820 w 3768529"/>
                <a:gd name="connsiteY9" fmla="*/ 2686819 h 3264647"/>
                <a:gd name="connsiteX10" fmla="*/ 31767 w 3768529"/>
                <a:gd name="connsiteY10" fmla="*/ 1428270 h 3264647"/>
                <a:gd name="connsiteX0" fmla="*/ 31767 w 3826462"/>
                <a:gd name="connsiteY0" fmla="*/ 1428270 h 3264647"/>
                <a:gd name="connsiteX1" fmla="*/ 921954 w 3826462"/>
                <a:gd name="connsiteY1" fmla="*/ 757990 h 3264647"/>
                <a:gd name="connsiteX2" fmla="*/ 2461115 w 3826462"/>
                <a:gd name="connsiteY2" fmla="*/ 237186 h 3264647"/>
                <a:gd name="connsiteX3" fmla="*/ 3623445 w 3826462"/>
                <a:gd name="connsiteY3" fmla="*/ 96124 h 3264647"/>
                <a:gd name="connsiteX4" fmla="*/ 3626515 w 3826462"/>
                <a:gd name="connsiteY4" fmla="*/ 1011605 h 3264647"/>
                <a:gd name="connsiteX5" fmla="*/ 3680421 w 3826462"/>
                <a:gd name="connsiteY5" fmla="*/ 1634755 h 3264647"/>
                <a:gd name="connsiteX6" fmla="*/ 3140293 w 3826462"/>
                <a:gd name="connsiteY6" fmla="*/ 2414210 h 3264647"/>
                <a:gd name="connsiteX7" fmla="*/ 2267643 w 3826462"/>
                <a:gd name="connsiteY7" fmla="*/ 2924800 h 3264647"/>
                <a:gd name="connsiteX8" fmla="*/ 1260742 w 3826462"/>
                <a:gd name="connsiteY8" fmla="*/ 3055309 h 3264647"/>
                <a:gd name="connsiteX9" fmla="*/ 304820 w 3826462"/>
                <a:gd name="connsiteY9" fmla="*/ 2686819 h 3264647"/>
                <a:gd name="connsiteX10" fmla="*/ 31767 w 3826462"/>
                <a:gd name="connsiteY10" fmla="*/ 1428270 h 3264647"/>
                <a:gd name="connsiteX0" fmla="*/ 31767 w 3885415"/>
                <a:gd name="connsiteY0" fmla="*/ 1428270 h 3264647"/>
                <a:gd name="connsiteX1" fmla="*/ 921954 w 3885415"/>
                <a:gd name="connsiteY1" fmla="*/ 757990 h 3264647"/>
                <a:gd name="connsiteX2" fmla="*/ 2461115 w 3885415"/>
                <a:gd name="connsiteY2" fmla="*/ 237186 h 3264647"/>
                <a:gd name="connsiteX3" fmla="*/ 3623445 w 3885415"/>
                <a:gd name="connsiteY3" fmla="*/ 96124 h 3264647"/>
                <a:gd name="connsiteX4" fmla="*/ 3746528 w 3885415"/>
                <a:gd name="connsiteY4" fmla="*/ 918697 h 3264647"/>
                <a:gd name="connsiteX5" fmla="*/ 3680421 w 3885415"/>
                <a:gd name="connsiteY5" fmla="*/ 1634755 h 3264647"/>
                <a:gd name="connsiteX6" fmla="*/ 3140293 w 3885415"/>
                <a:gd name="connsiteY6" fmla="*/ 2414210 h 3264647"/>
                <a:gd name="connsiteX7" fmla="*/ 2267643 w 3885415"/>
                <a:gd name="connsiteY7" fmla="*/ 2924800 h 3264647"/>
                <a:gd name="connsiteX8" fmla="*/ 1260742 w 3885415"/>
                <a:gd name="connsiteY8" fmla="*/ 3055309 h 3264647"/>
                <a:gd name="connsiteX9" fmla="*/ 304820 w 3885415"/>
                <a:gd name="connsiteY9" fmla="*/ 2686819 h 3264647"/>
                <a:gd name="connsiteX10" fmla="*/ 31767 w 3885415"/>
                <a:gd name="connsiteY10" fmla="*/ 1428270 h 3264647"/>
                <a:gd name="connsiteX0" fmla="*/ 31767 w 3879429"/>
                <a:gd name="connsiteY0" fmla="*/ 1428270 h 3264647"/>
                <a:gd name="connsiteX1" fmla="*/ 921954 w 3879429"/>
                <a:gd name="connsiteY1" fmla="*/ 757990 h 3264647"/>
                <a:gd name="connsiteX2" fmla="*/ 2461115 w 3879429"/>
                <a:gd name="connsiteY2" fmla="*/ 237186 h 3264647"/>
                <a:gd name="connsiteX3" fmla="*/ 3623445 w 3879429"/>
                <a:gd name="connsiteY3" fmla="*/ 96124 h 3264647"/>
                <a:gd name="connsiteX4" fmla="*/ 3746528 w 3879429"/>
                <a:gd name="connsiteY4" fmla="*/ 918697 h 3264647"/>
                <a:gd name="connsiteX5" fmla="*/ 3665420 w 3879429"/>
                <a:gd name="connsiteY5" fmla="*/ 1596043 h 3264647"/>
                <a:gd name="connsiteX6" fmla="*/ 3140293 w 3879429"/>
                <a:gd name="connsiteY6" fmla="*/ 2414210 h 3264647"/>
                <a:gd name="connsiteX7" fmla="*/ 2267643 w 3879429"/>
                <a:gd name="connsiteY7" fmla="*/ 2924800 h 3264647"/>
                <a:gd name="connsiteX8" fmla="*/ 1260742 w 3879429"/>
                <a:gd name="connsiteY8" fmla="*/ 3055309 h 3264647"/>
                <a:gd name="connsiteX9" fmla="*/ 304820 w 3879429"/>
                <a:gd name="connsiteY9" fmla="*/ 2686819 h 3264647"/>
                <a:gd name="connsiteX10" fmla="*/ 31767 w 3879429"/>
                <a:gd name="connsiteY10" fmla="*/ 1428270 h 3264647"/>
                <a:gd name="connsiteX0" fmla="*/ 31767 w 3839360"/>
                <a:gd name="connsiteY0" fmla="*/ 1428270 h 3264647"/>
                <a:gd name="connsiteX1" fmla="*/ 921954 w 3839360"/>
                <a:gd name="connsiteY1" fmla="*/ 757990 h 3264647"/>
                <a:gd name="connsiteX2" fmla="*/ 2461115 w 3839360"/>
                <a:gd name="connsiteY2" fmla="*/ 237186 h 3264647"/>
                <a:gd name="connsiteX3" fmla="*/ 3623445 w 3839360"/>
                <a:gd name="connsiteY3" fmla="*/ 96124 h 3264647"/>
                <a:gd name="connsiteX4" fmla="*/ 3746528 w 3839360"/>
                <a:gd name="connsiteY4" fmla="*/ 918697 h 3264647"/>
                <a:gd name="connsiteX5" fmla="*/ 3665420 w 3839360"/>
                <a:gd name="connsiteY5" fmla="*/ 1596043 h 3264647"/>
                <a:gd name="connsiteX6" fmla="*/ 3140293 w 3839360"/>
                <a:gd name="connsiteY6" fmla="*/ 2414210 h 3264647"/>
                <a:gd name="connsiteX7" fmla="*/ 2267643 w 3839360"/>
                <a:gd name="connsiteY7" fmla="*/ 2924800 h 3264647"/>
                <a:gd name="connsiteX8" fmla="*/ 1260742 w 3839360"/>
                <a:gd name="connsiteY8" fmla="*/ 3055309 h 3264647"/>
                <a:gd name="connsiteX9" fmla="*/ 304820 w 3839360"/>
                <a:gd name="connsiteY9" fmla="*/ 2686819 h 3264647"/>
                <a:gd name="connsiteX10" fmla="*/ 31767 w 3839360"/>
                <a:gd name="connsiteY10" fmla="*/ 1428270 h 3264647"/>
                <a:gd name="connsiteX0" fmla="*/ 31767 w 3839360"/>
                <a:gd name="connsiteY0" fmla="*/ 1428270 h 3264647"/>
                <a:gd name="connsiteX1" fmla="*/ 921954 w 3839360"/>
                <a:gd name="connsiteY1" fmla="*/ 757990 h 3264647"/>
                <a:gd name="connsiteX2" fmla="*/ 2461115 w 3839360"/>
                <a:gd name="connsiteY2" fmla="*/ 237186 h 3264647"/>
                <a:gd name="connsiteX3" fmla="*/ 3548437 w 3839360"/>
                <a:gd name="connsiteY3" fmla="*/ 96124 h 3264647"/>
                <a:gd name="connsiteX4" fmla="*/ 3746528 w 3839360"/>
                <a:gd name="connsiteY4" fmla="*/ 918697 h 3264647"/>
                <a:gd name="connsiteX5" fmla="*/ 3665420 w 3839360"/>
                <a:gd name="connsiteY5" fmla="*/ 1596043 h 3264647"/>
                <a:gd name="connsiteX6" fmla="*/ 3140293 w 3839360"/>
                <a:gd name="connsiteY6" fmla="*/ 2414210 h 3264647"/>
                <a:gd name="connsiteX7" fmla="*/ 2267643 w 3839360"/>
                <a:gd name="connsiteY7" fmla="*/ 2924800 h 3264647"/>
                <a:gd name="connsiteX8" fmla="*/ 1260742 w 3839360"/>
                <a:gd name="connsiteY8" fmla="*/ 3055309 h 3264647"/>
                <a:gd name="connsiteX9" fmla="*/ 304820 w 3839360"/>
                <a:gd name="connsiteY9" fmla="*/ 2686819 h 3264647"/>
                <a:gd name="connsiteX10" fmla="*/ 31767 w 3839360"/>
                <a:gd name="connsiteY10" fmla="*/ 1428270 h 3264647"/>
                <a:gd name="connsiteX0" fmla="*/ 31767 w 3839360"/>
                <a:gd name="connsiteY0" fmla="*/ 1428270 h 3251442"/>
                <a:gd name="connsiteX1" fmla="*/ 921954 w 3839360"/>
                <a:gd name="connsiteY1" fmla="*/ 757990 h 3251442"/>
                <a:gd name="connsiteX2" fmla="*/ 2461115 w 3839360"/>
                <a:gd name="connsiteY2" fmla="*/ 237186 h 3251442"/>
                <a:gd name="connsiteX3" fmla="*/ 3548437 w 3839360"/>
                <a:gd name="connsiteY3" fmla="*/ 96124 h 3251442"/>
                <a:gd name="connsiteX4" fmla="*/ 3746528 w 3839360"/>
                <a:gd name="connsiteY4" fmla="*/ 918697 h 3251442"/>
                <a:gd name="connsiteX5" fmla="*/ 3665420 w 3839360"/>
                <a:gd name="connsiteY5" fmla="*/ 1596043 h 3251442"/>
                <a:gd name="connsiteX6" fmla="*/ 3140293 w 3839360"/>
                <a:gd name="connsiteY6" fmla="*/ 2414210 h 3251442"/>
                <a:gd name="connsiteX7" fmla="*/ 2267643 w 3839360"/>
                <a:gd name="connsiteY7" fmla="*/ 2924800 h 3251442"/>
                <a:gd name="connsiteX8" fmla="*/ 1260742 w 3839360"/>
                <a:gd name="connsiteY8" fmla="*/ 3055309 h 3251442"/>
                <a:gd name="connsiteX9" fmla="*/ 304820 w 3839360"/>
                <a:gd name="connsiteY9" fmla="*/ 2686819 h 3251442"/>
                <a:gd name="connsiteX10" fmla="*/ 31767 w 3839360"/>
                <a:gd name="connsiteY10" fmla="*/ 1428270 h 3251442"/>
                <a:gd name="connsiteX0" fmla="*/ 31767 w 3839360"/>
                <a:gd name="connsiteY0" fmla="*/ 1428270 h 3205306"/>
                <a:gd name="connsiteX1" fmla="*/ 921954 w 3839360"/>
                <a:gd name="connsiteY1" fmla="*/ 757990 h 3205306"/>
                <a:gd name="connsiteX2" fmla="*/ 2461115 w 3839360"/>
                <a:gd name="connsiteY2" fmla="*/ 237186 h 3205306"/>
                <a:gd name="connsiteX3" fmla="*/ 3548437 w 3839360"/>
                <a:gd name="connsiteY3" fmla="*/ 96124 h 3205306"/>
                <a:gd name="connsiteX4" fmla="*/ 3746528 w 3839360"/>
                <a:gd name="connsiteY4" fmla="*/ 918697 h 3205306"/>
                <a:gd name="connsiteX5" fmla="*/ 3665420 w 3839360"/>
                <a:gd name="connsiteY5" fmla="*/ 1596043 h 3205306"/>
                <a:gd name="connsiteX6" fmla="*/ 3140293 w 3839360"/>
                <a:gd name="connsiteY6" fmla="*/ 2414210 h 3205306"/>
                <a:gd name="connsiteX7" fmla="*/ 2267643 w 3839360"/>
                <a:gd name="connsiteY7" fmla="*/ 2924800 h 3205306"/>
                <a:gd name="connsiteX8" fmla="*/ 1260742 w 3839360"/>
                <a:gd name="connsiteY8" fmla="*/ 3055309 h 3205306"/>
                <a:gd name="connsiteX9" fmla="*/ 304820 w 3839360"/>
                <a:gd name="connsiteY9" fmla="*/ 2686819 h 3205306"/>
                <a:gd name="connsiteX10" fmla="*/ 31767 w 3839360"/>
                <a:gd name="connsiteY10" fmla="*/ 1428270 h 3205306"/>
                <a:gd name="connsiteX0" fmla="*/ 31767 w 3839360"/>
                <a:gd name="connsiteY0" fmla="*/ 1428270 h 3216790"/>
                <a:gd name="connsiteX1" fmla="*/ 921954 w 3839360"/>
                <a:gd name="connsiteY1" fmla="*/ 757990 h 3216790"/>
                <a:gd name="connsiteX2" fmla="*/ 2461115 w 3839360"/>
                <a:gd name="connsiteY2" fmla="*/ 237186 h 3216790"/>
                <a:gd name="connsiteX3" fmla="*/ 3548437 w 3839360"/>
                <a:gd name="connsiteY3" fmla="*/ 96124 h 3216790"/>
                <a:gd name="connsiteX4" fmla="*/ 3746528 w 3839360"/>
                <a:gd name="connsiteY4" fmla="*/ 918697 h 3216790"/>
                <a:gd name="connsiteX5" fmla="*/ 3665420 w 3839360"/>
                <a:gd name="connsiteY5" fmla="*/ 1596043 h 3216790"/>
                <a:gd name="connsiteX6" fmla="*/ 3140293 w 3839360"/>
                <a:gd name="connsiteY6" fmla="*/ 2414210 h 3216790"/>
                <a:gd name="connsiteX7" fmla="*/ 2267643 w 3839360"/>
                <a:gd name="connsiteY7" fmla="*/ 2924800 h 3216790"/>
                <a:gd name="connsiteX8" fmla="*/ 1260742 w 3839360"/>
                <a:gd name="connsiteY8" fmla="*/ 3055309 h 3216790"/>
                <a:gd name="connsiteX9" fmla="*/ 304820 w 3839360"/>
                <a:gd name="connsiteY9" fmla="*/ 2686819 h 3216790"/>
                <a:gd name="connsiteX10" fmla="*/ 31767 w 3839360"/>
                <a:gd name="connsiteY10" fmla="*/ 1428270 h 3216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39360" h="3216790">
                  <a:moveTo>
                    <a:pt x="31767" y="1428270"/>
                  </a:moveTo>
                  <a:cubicBezTo>
                    <a:pt x="-25060" y="854832"/>
                    <a:pt x="523866" y="796880"/>
                    <a:pt x="921954" y="757990"/>
                  </a:cubicBezTo>
                  <a:cubicBezTo>
                    <a:pt x="1605026" y="383089"/>
                    <a:pt x="1920558" y="395303"/>
                    <a:pt x="2461115" y="237186"/>
                  </a:cubicBezTo>
                  <a:cubicBezTo>
                    <a:pt x="2944710" y="136115"/>
                    <a:pt x="3083298" y="-147199"/>
                    <a:pt x="3548437" y="96124"/>
                  </a:cubicBezTo>
                  <a:cubicBezTo>
                    <a:pt x="3827406" y="380260"/>
                    <a:pt x="3824020" y="712053"/>
                    <a:pt x="3746528" y="918697"/>
                  </a:cubicBezTo>
                  <a:cubicBezTo>
                    <a:pt x="3863362" y="1143580"/>
                    <a:pt x="3903060" y="1317073"/>
                    <a:pt x="3665420" y="1596043"/>
                  </a:cubicBezTo>
                  <a:cubicBezTo>
                    <a:pt x="3602096" y="1826265"/>
                    <a:pt x="3742793" y="2190914"/>
                    <a:pt x="3140293" y="2414210"/>
                  </a:cubicBezTo>
                  <a:cubicBezTo>
                    <a:pt x="2978442" y="2833872"/>
                    <a:pt x="2911974" y="2803768"/>
                    <a:pt x="2267643" y="2924800"/>
                  </a:cubicBezTo>
                  <a:cubicBezTo>
                    <a:pt x="1764245" y="3356355"/>
                    <a:pt x="1599670" y="3228380"/>
                    <a:pt x="1260742" y="3055309"/>
                  </a:cubicBezTo>
                  <a:cubicBezTo>
                    <a:pt x="247173" y="3364821"/>
                    <a:pt x="478723" y="2833669"/>
                    <a:pt x="304820" y="2686819"/>
                  </a:cubicBezTo>
                  <a:cubicBezTo>
                    <a:pt x="99991" y="2415646"/>
                    <a:pt x="-73589" y="1761355"/>
                    <a:pt x="31767" y="1428270"/>
                  </a:cubicBezTo>
                  <a:close/>
                </a:path>
              </a:pathLst>
            </a:custGeom>
            <a:solidFill>
              <a:srgbClr val="98AFAC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D4E29308-04A2-509B-A3FA-5568F73671FF}"/>
                </a:ext>
              </a:extLst>
            </p:cNvPr>
            <p:cNvSpPr/>
            <p:nvPr/>
          </p:nvSpPr>
          <p:spPr>
            <a:xfrm>
              <a:off x="2811529" y="2588177"/>
              <a:ext cx="5028829" cy="3981287"/>
            </a:xfrm>
            <a:custGeom>
              <a:avLst/>
              <a:gdLst>
                <a:gd name="connsiteX0" fmla="*/ 0 w 2371241"/>
                <a:gd name="connsiteY0" fmla="*/ 0 h 836909"/>
                <a:gd name="connsiteX1" fmla="*/ 2371241 w 2371241"/>
                <a:gd name="connsiteY1" fmla="*/ 0 h 836909"/>
                <a:gd name="connsiteX2" fmla="*/ 2371241 w 2371241"/>
                <a:gd name="connsiteY2" fmla="*/ 836909 h 836909"/>
                <a:gd name="connsiteX3" fmla="*/ 0 w 2371241"/>
                <a:gd name="connsiteY3" fmla="*/ 836909 h 836909"/>
                <a:gd name="connsiteX4" fmla="*/ 0 w 2371241"/>
                <a:gd name="connsiteY4" fmla="*/ 0 h 836909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2371241 w 3115160"/>
                <a:gd name="connsiteY2" fmla="*/ 2262754 h 2262754"/>
                <a:gd name="connsiteX3" fmla="*/ 0 w 3115160"/>
                <a:gd name="connsiteY3" fmla="*/ 2262754 h 2262754"/>
                <a:gd name="connsiteX4" fmla="*/ 0 w 3115160"/>
                <a:gd name="connsiteY4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371241 w 3115160"/>
                <a:gd name="connsiteY3" fmla="*/ 2262754 h 2262754"/>
                <a:gd name="connsiteX4" fmla="*/ 0 w 3115160"/>
                <a:gd name="connsiteY4" fmla="*/ 2262754 h 2262754"/>
                <a:gd name="connsiteX5" fmla="*/ 0 w 3115160"/>
                <a:gd name="connsiteY5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820691 w 3115160"/>
                <a:gd name="connsiteY3" fmla="*/ 1534333 h 2262754"/>
                <a:gd name="connsiteX4" fmla="*/ 2371241 w 3115160"/>
                <a:gd name="connsiteY4" fmla="*/ 2262754 h 2262754"/>
                <a:gd name="connsiteX5" fmla="*/ 0 w 3115160"/>
                <a:gd name="connsiteY5" fmla="*/ 2262754 h 2262754"/>
                <a:gd name="connsiteX6" fmla="*/ 0 w 3115160"/>
                <a:gd name="connsiteY6" fmla="*/ 1425845 h 2262754"/>
                <a:gd name="connsiteX0" fmla="*/ 0 w 3115160"/>
                <a:gd name="connsiteY0" fmla="*/ 1425845 h 2293750"/>
                <a:gd name="connsiteX1" fmla="*/ 3115160 w 3115160"/>
                <a:gd name="connsiteY1" fmla="*/ 0 h 2293750"/>
                <a:gd name="connsiteX2" fmla="*/ 3053165 w 3115160"/>
                <a:gd name="connsiteY2" fmla="*/ 728421 h 2293750"/>
                <a:gd name="connsiteX3" fmla="*/ 2820691 w 3115160"/>
                <a:gd name="connsiteY3" fmla="*/ 1534333 h 2293750"/>
                <a:gd name="connsiteX4" fmla="*/ 1952787 w 3115160"/>
                <a:gd name="connsiteY4" fmla="*/ 2293750 h 2293750"/>
                <a:gd name="connsiteX5" fmla="*/ 0 w 3115160"/>
                <a:gd name="connsiteY5" fmla="*/ 2262754 h 2293750"/>
                <a:gd name="connsiteX6" fmla="*/ 0 w 3115160"/>
                <a:gd name="connsiteY6" fmla="*/ 1425845 h 2293750"/>
                <a:gd name="connsiteX0" fmla="*/ 0 w 3115160"/>
                <a:gd name="connsiteY0" fmla="*/ 1425845 h 2603953"/>
                <a:gd name="connsiteX1" fmla="*/ 3115160 w 3115160"/>
                <a:gd name="connsiteY1" fmla="*/ 0 h 2603953"/>
                <a:gd name="connsiteX2" fmla="*/ 3053165 w 3115160"/>
                <a:gd name="connsiteY2" fmla="*/ 728421 h 2603953"/>
                <a:gd name="connsiteX3" fmla="*/ 2820691 w 3115160"/>
                <a:gd name="connsiteY3" fmla="*/ 1534333 h 2603953"/>
                <a:gd name="connsiteX4" fmla="*/ 1952787 w 3115160"/>
                <a:gd name="connsiteY4" fmla="*/ 2293750 h 2603953"/>
                <a:gd name="connsiteX5" fmla="*/ 635429 w 3115160"/>
                <a:gd name="connsiteY5" fmla="*/ 2603716 h 2603953"/>
                <a:gd name="connsiteX6" fmla="*/ 0 w 3115160"/>
                <a:gd name="connsiteY6" fmla="*/ 2262754 h 2603953"/>
                <a:gd name="connsiteX7" fmla="*/ 0 w 3115160"/>
                <a:gd name="connsiteY7" fmla="*/ 1425845 h 2603953"/>
                <a:gd name="connsiteX0" fmla="*/ 263472 w 3378632"/>
                <a:gd name="connsiteY0" fmla="*/ 1425845 h 2603953"/>
                <a:gd name="connsiteX1" fmla="*/ 3378632 w 3378632"/>
                <a:gd name="connsiteY1" fmla="*/ 0 h 2603953"/>
                <a:gd name="connsiteX2" fmla="*/ 3316637 w 3378632"/>
                <a:gd name="connsiteY2" fmla="*/ 728421 h 2603953"/>
                <a:gd name="connsiteX3" fmla="*/ 3084163 w 3378632"/>
                <a:gd name="connsiteY3" fmla="*/ 1534333 h 2603953"/>
                <a:gd name="connsiteX4" fmla="*/ 2216259 w 3378632"/>
                <a:gd name="connsiteY4" fmla="*/ 2293750 h 2603953"/>
                <a:gd name="connsiteX5" fmla="*/ 898901 w 3378632"/>
                <a:gd name="connsiteY5" fmla="*/ 2603716 h 2603953"/>
                <a:gd name="connsiteX6" fmla="*/ 0 w 3378632"/>
                <a:gd name="connsiteY6" fmla="*/ 2092273 h 2603953"/>
                <a:gd name="connsiteX7" fmla="*/ 263472 w 3378632"/>
                <a:gd name="connsiteY7" fmla="*/ 1425845 h 2603953"/>
                <a:gd name="connsiteX0" fmla="*/ 0 w 3611106"/>
                <a:gd name="connsiteY0" fmla="*/ 1332855 h 2603953"/>
                <a:gd name="connsiteX1" fmla="*/ 3611106 w 3611106"/>
                <a:gd name="connsiteY1" fmla="*/ 0 h 2603953"/>
                <a:gd name="connsiteX2" fmla="*/ 3549111 w 3611106"/>
                <a:gd name="connsiteY2" fmla="*/ 728421 h 2603953"/>
                <a:gd name="connsiteX3" fmla="*/ 3316637 w 3611106"/>
                <a:gd name="connsiteY3" fmla="*/ 1534333 h 2603953"/>
                <a:gd name="connsiteX4" fmla="*/ 2448733 w 3611106"/>
                <a:gd name="connsiteY4" fmla="*/ 2293750 h 2603953"/>
                <a:gd name="connsiteX5" fmla="*/ 1131375 w 3611106"/>
                <a:gd name="connsiteY5" fmla="*/ 2603716 h 2603953"/>
                <a:gd name="connsiteX6" fmla="*/ 232474 w 3611106"/>
                <a:gd name="connsiteY6" fmla="*/ 2092273 h 2603953"/>
                <a:gd name="connsiteX7" fmla="*/ 0 w 3611106"/>
                <a:gd name="connsiteY7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3611106 w 3611106"/>
                <a:gd name="connsiteY2" fmla="*/ 0 h 2603953"/>
                <a:gd name="connsiteX3" fmla="*/ 3549111 w 3611106"/>
                <a:gd name="connsiteY3" fmla="*/ 728421 h 2603953"/>
                <a:gd name="connsiteX4" fmla="*/ 3316637 w 3611106"/>
                <a:gd name="connsiteY4" fmla="*/ 1534333 h 2603953"/>
                <a:gd name="connsiteX5" fmla="*/ 2448733 w 3611106"/>
                <a:gd name="connsiteY5" fmla="*/ 2293750 h 2603953"/>
                <a:gd name="connsiteX6" fmla="*/ 1131375 w 3611106"/>
                <a:gd name="connsiteY6" fmla="*/ 2603716 h 2603953"/>
                <a:gd name="connsiteX7" fmla="*/ 232474 w 3611106"/>
                <a:gd name="connsiteY7" fmla="*/ 2092273 h 2603953"/>
                <a:gd name="connsiteX8" fmla="*/ 0 w 3611106"/>
                <a:gd name="connsiteY8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2588216 w 3611106"/>
                <a:gd name="connsiteY2" fmla="*/ 154984 h 2603953"/>
                <a:gd name="connsiteX3" fmla="*/ 3611106 w 3611106"/>
                <a:gd name="connsiteY3" fmla="*/ 0 h 2603953"/>
                <a:gd name="connsiteX4" fmla="*/ 3549111 w 3611106"/>
                <a:gd name="connsiteY4" fmla="*/ 728421 h 2603953"/>
                <a:gd name="connsiteX5" fmla="*/ 3316637 w 3611106"/>
                <a:gd name="connsiteY5" fmla="*/ 1534333 h 2603953"/>
                <a:gd name="connsiteX6" fmla="*/ 2448733 w 3611106"/>
                <a:gd name="connsiteY6" fmla="*/ 2293750 h 2603953"/>
                <a:gd name="connsiteX7" fmla="*/ 1131375 w 3611106"/>
                <a:gd name="connsiteY7" fmla="*/ 2603716 h 2603953"/>
                <a:gd name="connsiteX8" fmla="*/ 232474 w 3611106"/>
                <a:gd name="connsiteY8" fmla="*/ 2092273 h 2603953"/>
                <a:gd name="connsiteX9" fmla="*/ 0 w 3611106"/>
                <a:gd name="connsiteY9" fmla="*/ 1332855 h 2603953"/>
                <a:gd name="connsiteX0" fmla="*/ 0 w 3611106"/>
                <a:gd name="connsiteY0" fmla="*/ 1431577 h 2702675"/>
                <a:gd name="connsiteX1" fmla="*/ 929898 w 3611106"/>
                <a:gd name="connsiteY1" fmla="*/ 765150 h 2702675"/>
                <a:gd name="connsiteX2" fmla="*/ 2588216 w 3611106"/>
                <a:gd name="connsiteY2" fmla="*/ 253706 h 2702675"/>
                <a:gd name="connsiteX3" fmla="*/ 3611106 w 3611106"/>
                <a:gd name="connsiteY3" fmla="*/ 98722 h 2702675"/>
                <a:gd name="connsiteX4" fmla="*/ 3549111 w 3611106"/>
                <a:gd name="connsiteY4" fmla="*/ 827143 h 2702675"/>
                <a:gd name="connsiteX5" fmla="*/ 3316637 w 3611106"/>
                <a:gd name="connsiteY5" fmla="*/ 1633055 h 2702675"/>
                <a:gd name="connsiteX6" fmla="*/ 2448733 w 3611106"/>
                <a:gd name="connsiteY6" fmla="*/ 2392472 h 2702675"/>
                <a:gd name="connsiteX7" fmla="*/ 1131375 w 3611106"/>
                <a:gd name="connsiteY7" fmla="*/ 2702438 h 2702675"/>
                <a:gd name="connsiteX8" fmla="*/ 232474 w 3611106"/>
                <a:gd name="connsiteY8" fmla="*/ 2190995 h 2702675"/>
                <a:gd name="connsiteX9" fmla="*/ 0 w 3611106"/>
                <a:gd name="connsiteY9" fmla="*/ 1431577 h 2702675"/>
                <a:gd name="connsiteX0" fmla="*/ 0 w 3611106"/>
                <a:gd name="connsiteY0" fmla="*/ 1451565 h 2722663"/>
                <a:gd name="connsiteX1" fmla="*/ 929898 w 3611106"/>
                <a:gd name="connsiteY1" fmla="*/ 785138 h 2722663"/>
                <a:gd name="connsiteX2" fmla="*/ 2588216 w 3611106"/>
                <a:gd name="connsiteY2" fmla="*/ 273694 h 2722663"/>
                <a:gd name="connsiteX3" fmla="*/ 3611106 w 3611106"/>
                <a:gd name="connsiteY3" fmla="*/ 118710 h 2722663"/>
                <a:gd name="connsiteX4" fmla="*/ 3549111 w 3611106"/>
                <a:gd name="connsiteY4" fmla="*/ 847131 h 2722663"/>
                <a:gd name="connsiteX5" fmla="*/ 3316637 w 3611106"/>
                <a:gd name="connsiteY5" fmla="*/ 1653043 h 2722663"/>
                <a:gd name="connsiteX6" fmla="*/ 2448733 w 3611106"/>
                <a:gd name="connsiteY6" fmla="*/ 2412460 h 2722663"/>
                <a:gd name="connsiteX7" fmla="*/ 1131375 w 3611106"/>
                <a:gd name="connsiteY7" fmla="*/ 2722426 h 2722663"/>
                <a:gd name="connsiteX8" fmla="*/ 232474 w 3611106"/>
                <a:gd name="connsiteY8" fmla="*/ 2210983 h 2722663"/>
                <a:gd name="connsiteX9" fmla="*/ 0 w 3611106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811556"/>
                <a:gd name="connsiteX1" fmla="*/ 929898 w 3736247"/>
                <a:gd name="connsiteY1" fmla="*/ 785138 h 2811556"/>
                <a:gd name="connsiteX2" fmla="*/ 2588216 w 3736247"/>
                <a:gd name="connsiteY2" fmla="*/ 273694 h 2811556"/>
                <a:gd name="connsiteX3" fmla="*/ 3611106 w 3736247"/>
                <a:gd name="connsiteY3" fmla="*/ 118710 h 2811556"/>
                <a:gd name="connsiteX4" fmla="*/ 3549111 w 3736247"/>
                <a:gd name="connsiteY4" fmla="*/ 847131 h 2811556"/>
                <a:gd name="connsiteX5" fmla="*/ 3316637 w 3736247"/>
                <a:gd name="connsiteY5" fmla="*/ 1653043 h 2811556"/>
                <a:gd name="connsiteX6" fmla="*/ 2448733 w 3736247"/>
                <a:gd name="connsiteY6" fmla="*/ 2412460 h 2811556"/>
                <a:gd name="connsiteX7" fmla="*/ 1131375 w 3736247"/>
                <a:gd name="connsiteY7" fmla="*/ 2722426 h 2811556"/>
                <a:gd name="connsiteX8" fmla="*/ 232474 w 3736247"/>
                <a:gd name="connsiteY8" fmla="*/ 2210983 h 2811556"/>
                <a:gd name="connsiteX9" fmla="*/ 0 w 3736247"/>
                <a:gd name="connsiteY9" fmla="*/ 1451565 h 2811556"/>
                <a:gd name="connsiteX0" fmla="*/ 0 w 3736247"/>
                <a:gd name="connsiteY0" fmla="*/ 1451565 h 2878493"/>
                <a:gd name="connsiteX1" fmla="*/ 929898 w 3736247"/>
                <a:gd name="connsiteY1" fmla="*/ 785138 h 2878493"/>
                <a:gd name="connsiteX2" fmla="*/ 2588216 w 3736247"/>
                <a:gd name="connsiteY2" fmla="*/ 273694 h 2878493"/>
                <a:gd name="connsiteX3" fmla="*/ 3611106 w 3736247"/>
                <a:gd name="connsiteY3" fmla="*/ 118710 h 2878493"/>
                <a:gd name="connsiteX4" fmla="*/ 3549111 w 3736247"/>
                <a:gd name="connsiteY4" fmla="*/ 847131 h 2878493"/>
                <a:gd name="connsiteX5" fmla="*/ 3316637 w 3736247"/>
                <a:gd name="connsiteY5" fmla="*/ 1653043 h 2878493"/>
                <a:gd name="connsiteX6" fmla="*/ 2448733 w 3736247"/>
                <a:gd name="connsiteY6" fmla="*/ 2412460 h 2878493"/>
                <a:gd name="connsiteX7" fmla="*/ 1131375 w 3736247"/>
                <a:gd name="connsiteY7" fmla="*/ 2722426 h 2878493"/>
                <a:gd name="connsiteX8" fmla="*/ 232474 w 3736247"/>
                <a:gd name="connsiteY8" fmla="*/ 2210983 h 2878493"/>
                <a:gd name="connsiteX9" fmla="*/ 0 w 3736247"/>
                <a:gd name="connsiteY9" fmla="*/ 1451565 h 2878493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210983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47130 w 3837981"/>
                <a:gd name="connsiteY1" fmla="*/ 847131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5742"/>
                <a:gd name="connsiteX1" fmla="*/ 1047130 w 3837981"/>
                <a:gd name="connsiteY1" fmla="*/ 847131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51565 h 2855742"/>
                <a:gd name="connsiteX1" fmla="*/ 811270 w 3837981"/>
                <a:gd name="connsiteY1" fmla="*/ 725135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87265 h 2891442"/>
                <a:gd name="connsiteX1" fmla="*/ 811270 w 3837981"/>
                <a:gd name="connsiteY1" fmla="*/ 760835 h 2891442"/>
                <a:gd name="connsiteX2" fmla="*/ 2567954 w 3837981"/>
                <a:gd name="connsiteY2" fmla="*/ 154866 h 2891442"/>
                <a:gd name="connsiteX3" fmla="*/ 3712840 w 3837981"/>
                <a:gd name="connsiteY3" fmla="*/ 154410 h 2891442"/>
                <a:gd name="connsiteX4" fmla="*/ 3650845 w 3837981"/>
                <a:gd name="connsiteY4" fmla="*/ 882831 h 2891442"/>
                <a:gd name="connsiteX5" fmla="*/ 3418371 w 3837981"/>
                <a:gd name="connsiteY5" fmla="*/ 1688743 h 2891442"/>
                <a:gd name="connsiteX6" fmla="*/ 2493317 w 3837981"/>
                <a:gd name="connsiteY6" fmla="*/ 2454510 h 2891442"/>
                <a:gd name="connsiteX7" fmla="*/ 1295102 w 3837981"/>
                <a:gd name="connsiteY7" fmla="*/ 2711631 h 2891442"/>
                <a:gd name="connsiteX8" fmla="*/ 334208 w 3837981"/>
                <a:gd name="connsiteY8" fmla="*/ 2200188 h 2891442"/>
                <a:gd name="connsiteX9" fmla="*/ 101734 w 3837981"/>
                <a:gd name="connsiteY9" fmla="*/ 1487265 h 2891442"/>
                <a:gd name="connsiteX0" fmla="*/ 101734 w 3837981"/>
                <a:gd name="connsiteY0" fmla="*/ 1516629 h 2920806"/>
                <a:gd name="connsiteX1" fmla="*/ 811270 w 3837981"/>
                <a:gd name="connsiteY1" fmla="*/ 790199 h 2920806"/>
                <a:gd name="connsiteX2" fmla="*/ 2567954 w 3837981"/>
                <a:gd name="connsiteY2" fmla="*/ 184230 h 2920806"/>
                <a:gd name="connsiteX3" fmla="*/ 3628753 w 3837981"/>
                <a:gd name="connsiteY3" fmla="*/ 0 h 2920806"/>
                <a:gd name="connsiteX4" fmla="*/ 3712840 w 3837981"/>
                <a:gd name="connsiteY4" fmla="*/ 183774 h 2920806"/>
                <a:gd name="connsiteX5" fmla="*/ 3650845 w 3837981"/>
                <a:gd name="connsiteY5" fmla="*/ 912195 h 2920806"/>
                <a:gd name="connsiteX6" fmla="*/ 3418371 w 3837981"/>
                <a:gd name="connsiteY6" fmla="*/ 1718107 h 2920806"/>
                <a:gd name="connsiteX7" fmla="*/ 2493317 w 3837981"/>
                <a:gd name="connsiteY7" fmla="*/ 2483874 h 2920806"/>
                <a:gd name="connsiteX8" fmla="*/ 1295102 w 3837981"/>
                <a:gd name="connsiteY8" fmla="*/ 2740995 h 2920806"/>
                <a:gd name="connsiteX9" fmla="*/ 334208 w 3837981"/>
                <a:gd name="connsiteY9" fmla="*/ 2229552 h 2920806"/>
                <a:gd name="connsiteX10" fmla="*/ 101734 w 3837981"/>
                <a:gd name="connsiteY10" fmla="*/ 1516629 h 2920806"/>
                <a:gd name="connsiteX0" fmla="*/ 101734 w 3837981"/>
                <a:gd name="connsiteY0" fmla="*/ 1416215 h 2820392"/>
                <a:gd name="connsiteX1" fmla="*/ 811270 w 3837981"/>
                <a:gd name="connsiteY1" fmla="*/ 689785 h 2820392"/>
                <a:gd name="connsiteX2" fmla="*/ 2567954 w 3837981"/>
                <a:gd name="connsiteY2" fmla="*/ 83816 h 2820392"/>
                <a:gd name="connsiteX3" fmla="*/ 3712840 w 3837981"/>
                <a:gd name="connsiteY3" fmla="*/ 83360 h 2820392"/>
                <a:gd name="connsiteX4" fmla="*/ 3650845 w 3837981"/>
                <a:gd name="connsiteY4" fmla="*/ 811781 h 2820392"/>
                <a:gd name="connsiteX5" fmla="*/ 3418371 w 3837981"/>
                <a:gd name="connsiteY5" fmla="*/ 1617693 h 2820392"/>
                <a:gd name="connsiteX6" fmla="*/ 2493317 w 3837981"/>
                <a:gd name="connsiteY6" fmla="*/ 2383460 h 2820392"/>
                <a:gd name="connsiteX7" fmla="*/ 1295102 w 3837981"/>
                <a:gd name="connsiteY7" fmla="*/ 2640581 h 2820392"/>
                <a:gd name="connsiteX8" fmla="*/ 334208 w 3837981"/>
                <a:gd name="connsiteY8" fmla="*/ 2129138 h 2820392"/>
                <a:gd name="connsiteX9" fmla="*/ 101734 w 3837981"/>
                <a:gd name="connsiteY9" fmla="*/ 1416215 h 2820392"/>
                <a:gd name="connsiteX0" fmla="*/ 101734 w 3791849"/>
                <a:gd name="connsiteY0" fmla="*/ 1556864 h 2961041"/>
                <a:gd name="connsiteX1" fmla="*/ 811270 w 3791849"/>
                <a:gd name="connsiteY1" fmla="*/ 830434 h 2961041"/>
                <a:gd name="connsiteX2" fmla="*/ 2567954 w 3791849"/>
                <a:gd name="connsiteY2" fmla="*/ 224465 h 2961041"/>
                <a:gd name="connsiteX3" fmla="*/ 3647775 w 3791849"/>
                <a:gd name="connsiteY3" fmla="*/ 36949 h 2961041"/>
                <a:gd name="connsiteX4" fmla="*/ 3650845 w 3791849"/>
                <a:gd name="connsiteY4" fmla="*/ 952430 h 2961041"/>
                <a:gd name="connsiteX5" fmla="*/ 3418371 w 3791849"/>
                <a:gd name="connsiteY5" fmla="*/ 1758342 h 2961041"/>
                <a:gd name="connsiteX6" fmla="*/ 2493317 w 3791849"/>
                <a:gd name="connsiteY6" fmla="*/ 2524109 h 2961041"/>
                <a:gd name="connsiteX7" fmla="*/ 1295102 w 3791849"/>
                <a:gd name="connsiteY7" fmla="*/ 2781230 h 2961041"/>
                <a:gd name="connsiteX8" fmla="*/ 334208 w 3791849"/>
                <a:gd name="connsiteY8" fmla="*/ 2269787 h 2961041"/>
                <a:gd name="connsiteX9" fmla="*/ 101734 w 3791849"/>
                <a:gd name="connsiteY9" fmla="*/ 1556864 h 2961041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418371 w 3791849"/>
                <a:gd name="connsiteY5" fmla="*/ 1809054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2411986 w 3791849"/>
                <a:gd name="connsiteY6" fmla="*/ 2753749 h 3110574"/>
                <a:gd name="connsiteX7" fmla="*/ 1295102 w 3791849"/>
                <a:gd name="connsiteY7" fmla="*/ 2831942 h 3110574"/>
                <a:gd name="connsiteX8" fmla="*/ 334208 w 3791849"/>
                <a:gd name="connsiteY8" fmla="*/ 2320499 h 3110574"/>
                <a:gd name="connsiteX9" fmla="*/ 101734 w 3791849"/>
                <a:gd name="connsiteY9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62269"/>
                <a:gd name="connsiteX1" fmla="*/ 811270 w 3791849"/>
                <a:gd name="connsiteY1" fmla="*/ 881146 h 3162269"/>
                <a:gd name="connsiteX2" fmla="*/ 2567954 w 3791849"/>
                <a:gd name="connsiteY2" fmla="*/ 275177 h 3162269"/>
                <a:gd name="connsiteX3" fmla="*/ 3647775 w 3791849"/>
                <a:gd name="connsiteY3" fmla="*/ 87661 h 3162269"/>
                <a:gd name="connsiteX4" fmla="*/ 3650845 w 3791849"/>
                <a:gd name="connsiteY4" fmla="*/ 1003142 h 3162269"/>
                <a:gd name="connsiteX5" fmla="*/ 3532234 w 3791849"/>
                <a:gd name="connsiteY5" fmla="*/ 1711457 h 3162269"/>
                <a:gd name="connsiteX6" fmla="*/ 3254632 w 3791849"/>
                <a:gd name="connsiteY6" fmla="*/ 2343809 h 3162269"/>
                <a:gd name="connsiteX7" fmla="*/ 2411986 w 3791849"/>
                <a:gd name="connsiteY7" fmla="*/ 2753749 h 3162269"/>
                <a:gd name="connsiteX8" fmla="*/ 1262570 w 3791849"/>
                <a:gd name="connsiteY8" fmla="*/ 2953938 h 3162269"/>
                <a:gd name="connsiteX9" fmla="*/ 334208 w 3791849"/>
                <a:gd name="connsiteY9" fmla="*/ 2320499 h 3162269"/>
                <a:gd name="connsiteX10" fmla="*/ 101734 w 3791849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38887 w 3837135"/>
                <a:gd name="connsiteY0" fmla="*/ 1566911 h 3162269"/>
                <a:gd name="connsiteX1" fmla="*/ 856556 w 3837135"/>
                <a:gd name="connsiteY1" fmla="*/ 881146 h 3162269"/>
                <a:gd name="connsiteX2" fmla="*/ 2613240 w 3837135"/>
                <a:gd name="connsiteY2" fmla="*/ 275177 h 3162269"/>
                <a:gd name="connsiteX3" fmla="*/ 3693061 w 3837135"/>
                <a:gd name="connsiteY3" fmla="*/ 87661 h 3162269"/>
                <a:gd name="connsiteX4" fmla="*/ 3696131 w 3837135"/>
                <a:gd name="connsiteY4" fmla="*/ 1003142 h 3162269"/>
                <a:gd name="connsiteX5" fmla="*/ 3577520 w 3837135"/>
                <a:gd name="connsiteY5" fmla="*/ 1711457 h 3162269"/>
                <a:gd name="connsiteX6" fmla="*/ 3299918 w 3837135"/>
                <a:gd name="connsiteY6" fmla="*/ 2343809 h 3162269"/>
                <a:gd name="connsiteX7" fmla="*/ 2457272 w 3837135"/>
                <a:gd name="connsiteY7" fmla="*/ 2753749 h 3162269"/>
                <a:gd name="connsiteX8" fmla="*/ 1307856 w 3837135"/>
                <a:gd name="connsiteY8" fmla="*/ 2953938 h 3162269"/>
                <a:gd name="connsiteX9" fmla="*/ 314430 w 3837135"/>
                <a:gd name="connsiteY9" fmla="*/ 2678355 h 3162269"/>
                <a:gd name="connsiteX10" fmla="*/ 138887 w 3837135"/>
                <a:gd name="connsiteY10" fmla="*/ 1566911 h 3162269"/>
                <a:gd name="connsiteX0" fmla="*/ 125755 w 3824003"/>
                <a:gd name="connsiteY0" fmla="*/ 1566911 h 3162269"/>
                <a:gd name="connsiteX1" fmla="*/ 843424 w 3824003"/>
                <a:gd name="connsiteY1" fmla="*/ 881146 h 3162269"/>
                <a:gd name="connsiteX2" fmla="*/ 2600108 w 3824003"/>
                <a:gd name="connsiteY2" fmla="*/ 275177 h 3162269"/>
                <a:gd name="connsiteX3" fmla="*/ 3679929 w 3824003"/>
                <a:gd name="connsiteY3" fmla="*/ 87661 h 3162269"/>
                <a:gd name="connsiteX4" fmla="*/ 3682999 w 3824003"/>
                <a:gd name="connsiteY4" fmla="*/ 1003142 h 3162269"/>
                <a:gd name="connsiteX5" fmla="*/ 3564388 w 3824003"/>
                <a:gd name="connsiteY5" fmla="*/ 1711457 h 3162269"/>
                <a:gd name="connsiteX6" fmla="*/ 3286786 w 3824003"/>
                <a:gd name="connsiteY6" fmla="*/ 2343809 h 3162269"/>
                <a:gd name="connsiteX7" fmla="*/ 2444140 w 3824003"/>
                <a:gd name="connsiteY7" fmla="*/ 2753749 h 3162269"/>
                <a:gd name="connsiteX8" fmla="*/ 1294724 w 3824003"/>
                <a:gd name="connsiteY8" fmla="*/ 2953938 h 3162269"/>
                <a:gd name="connsiteX9" fmla="*/ 301298 w 3824003"/>
                <a:gd name="connsiteY9" fmla="*/ 2678355 h 3162269"/>
                <a:gd name="connsiteX10" fmla="*/ 17290 w 3824003"/>
                <a:gd name="connsiteY10" fmla="*/ 2229946 h 3162269"/>
                <a:gd name="connsiteX11" fmla="*/ 125755 w 3824003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1036271 w 3881836"/>
                <a:gd name="connsiteY1" fmla="*/ 749527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1036271 w 3881836"/>
                <a:gd name="connsiteY1" fmla="*/ 749527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75374 h 3170732"/>
                <a:gd name="connsiteX1" fmla="*/ 1036271 w 3881836"/>
                <a:gd name="connsiteY1" fmla="*/ 757990 h 3170732"/>
                <a:gd name="connsiteX2" fmla="*/ 2575432 w 3881836"/>
                <a:gd name="connsiteY2" fmla="*/ 237186 h 3170732"/>
                <a:gd name="connsiteX3" fmla="*/ 3737762 w 3881836"/>
                <a:gd name="connsiteY3" fmla="*/ 96124 h 3170732"/>
                <a:gd name="connsiteX4" fmla="*/ 3740832 w 3881836"/>
                <a:gd name="connsiteY4" fmla="*/ 1011605 h 3170732"/>
                <a:gd name="connsiteX5" fmla="*/ 3622221 w 3881836"/>
                <a:gd name="connsiteY5" fmla="*/ 1719920 h 3170732"/>
                <a:gd name="connsiteX6" fmla="*/ 3344619 w 3881836"/>
                <a:gd name="connsiteY6" fmla="*/ 2352272 h 3170732"/>
                <a:gd name="connsiteX7" fmla="*/ 2501973 w 3881836"/>
                <a:gd name="connsiteY7" fmla="*/ 2762212 h 3170732"/>
                <a:gd name="connsiteX8" fmla="*/ 1352557 w 3881836"/>
                <a:gd name="connsiteY8" fmla="*/ 2962401 h 3170732"/>
                <a:gd name="connsiteX9" fmla="*/ 359131 w 3881836"/>
                <a:gd name="connsiteY9" fmla="*/ 2686818 h 3170732"/>
                <a:gd name="connsiteX10" fmla="*/ 75123 w 3881836"/>
                <a:gd name="connsiteY10" fmla="*/ 2238409 h 3170732"/>
                <a:gd name="connsiteX11" fmla="*/ 183588 w 3881836"/>
                <a:gd name="connsiteY11" fmla="*/ 1575374 h 3170732"/>
                <a:gd name="connsiteX0" fmla="*/ 157019 w 3892771"/>
                <a:gd name="connsiteY0" fmla="*/ 1428270 h 3170732"/>
                <a:gd name="connsiteX1" fmla="*/ 1047206 w 3892771"/>
                <a:gd name="connsiteY1" fmla="*/ 757990 h 3170732"/>
                <a:gd name="connsiteX2" fmla="*/ 2586367 w 3892771"/>
                <a:gd name="connsiteY2" fmla="*/ 237186 h 3170732"/>
                <a:gd name="connsiteX3" fmla="*/ 3748697 w 3892771"/>
                <a:gd name="connsiteY3" fmla="*/ 96124 h 3170732"/>
                <a:gd name="connsiteX4" fmla="*/ 3751767 w 3892771"/>
                <a:gd name="connsiteY4" fmla="*/ 1011605 h 3170732"/>
                <a:gd name="connsiteX5" fmla="*/ 3633156 w 3892771"/>
                <a:gd name="connsiteY5" fmla="*/ 1719920 h 3170732"/>
                <a:gd name="connsiteX6" fmla="*/ 3355554 w 3892771"/>
                <a:gd name="connsiteY6" fmla="*/ 2352272 h 3170732"/>
                <a:gd name="connsiteX7" fmla="*/ 2512908 w 3892771"/>
                <a:gd name="connsiteY7" fmla="*/ 2762212 h 3170732"/>
                <a:gd name="connsiteX8" fmla="*/ 1363492 w 3892771"/>
                <a:gd name="connsiteY8" fmla="*/ 2962401 h 3170732"/>
                <a:gd name="connsiteX9" fmla="*/ 370066 w 3892771"/>
                <a:gd name="connsiteY9" fmla="*/ 2686818 h 3170732"/>
                <a:gd name="connsiteX10" fmla="*/ 86058 w 3892771"/>
                <a:gd name="connsiteY10" fmla="*/ 2238409 h 3170732"/>
                <a:gd name="connsiteX11" fmla="*/ 157019 w 3892771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36402 w 3959107"/>
                <a:gd name="connsiteY9" fmla="*/ 2686818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36402 w 3959107"/>
                <a:gd name="connsiteY9" fmla="*/ 2686818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81406 w 3959107"/>
                <a:gd name="connsiteY9" fmla="*/ 2756499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81406 w 3959107"/>
                <a:gd name="connsiteY9" fmla="*/ 2756499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218661"/>
                <a:gd name="connsiteX1" fmla="*/ 1113542 w 3959107"/>
                <a:gd name="connsiteY1" fmla="*/ 757990 h 3218661"/>
                <a:gd name="connsiteX2" fmla="*/ 2652703 w 3959107"/>
                <a:gd name="connsiteY2" fmla="*/ 237186 h 3218661"/>
                <a:gd name="connsiteX3" fmla="*/ 3815033 w 3959107"/>
                <a:gd name="connsiteY3" fmla="*/ 96124 h 3218661"/>
                <a:gd name="connsiteX4" fmla="*/ 3818103 w 3959107"/>
                <a:gd name="connsiteY4" fmla="*/ 1011605 h 3218661"/>
                <a:gd name="connsiteX5" fmla="*/ 3699492 w 3959107"/>
                <a:gd name="connsiteY5" fmla="*/ 1719920 h 3218661"/>
                <a:gd name="connsiteX6" fmla="*/ 3421890 w 3959107"/>
                <a:gd name="connsiteY6" fmla="*/ 2352272 h 3218661"/>
                <a:gd name="connsiteX7" fmla="*/ 2579244 w 3959107"/>
                <a:gd name="connsiteY7" fmla="*/ 2762212 h 3218661"/>
                <a:gd name="connsiteX8" fmla="*/ 1452330 w 3959107"/>
                <a:gd name="connsiteY8" fmla="*/ 3055309 h 3218661"/>
                <a:gd name="connsiteX9" fmla="*/ 481406 w 3959107"/>
                <a:gd name="connsiteY9" fmla="*/ 2756499 h 3218661"/>
                <a:gd name="connsiteX10" fmla="*/ 152394 w 3959107"/>
                <a:gd name="connsiteY10" fmla="*/ 2238409 h 3218661"/>
                <a:gd name="connsiteX11" fmla="*/ 223355 w 3959107"/>
                <a:gd name="connsiteY11" fmla="*/ 1428270 h 3218661"/>
                <a:gd name="connsiteX0" fmla="*/ 223355 w 3959107"/>
                <a:gd name="connsiteY0" fmla="*/ 1428270 h 3271897"/>
                <a:gd name="connsiteX1" fmla="*/ 1113542 w 3959107"/>
                <a:gd name="connsiteY1" fmla="*/ 757990 h 3271897"/>
                <a:gd name="connsiteX2" fmla="*/ 2652703 w 3959107"/>
                <a:gd name="connsiteY2" fmla="*/ 237186 h 3271897"/>
                <a:gd name="connsiteX3" fmla="*/ 3815033 w 3959107"/>
                <a:gd name="connsiteY3" fmla="*/ 96124 h 3271897"/>
                <a:gd name="connsiteX4" fmla="*/ 3818103 w 3959107"/>
                <a:gd name="connsiteY4" fmla="*/ 1011605 h 3271897"/>
                <a:gd name="connsiteX5" fmla="*/ 3699492 w 3959107"/>
                <a:gd name="connsiteY5" fmla="*/ 1719920 h 3271897"/>
                <a:gd name="connsiteX6" fmla="*/ 3421890 w 3959107"/>
                <a:gd name="connsiteY6" fmla="*/ 2352272 h 3271897"/>
                <a:gd name="connsiteX7" fmla="*/ 2631749 w 3959107"/>
                <a:gd name="connsiteY7" fmla="*/ 2870604 h 3271897"/>
                <a:gd name="connsiteX8" fmla="*/ 1452330 w 3959107"/>
                <a:gd name="connsiteY8" fmla="*/ 3055309 h 3271897"/>
                <a:gd name="connsiteX9" fmla="*/ 481406 w 3959107"/>
                <a:gd name="connsiteY9" fmla="*/ 2756499 h 3271897"/>
                <a:gd name="connsiteX10" fmla="*/ 152394 w 3959107"/>
                <a:gd name="connsiteY10" fmla="*/ 2238409 h 3271897"/>
                <a:gd name="connsiteX11" fmla="*/ 223355 w 3959107"/>
                <a:gd name="connsiteY11" fmla="*/ 1428270 h 3271897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759498 w 3959107"/>
                <a:gd name="connsiteY5" fmla="*/ 1704435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60117"/>
                <a:gd name="connsiteY0" fmla="*/ 1428270 h 3236145"/>
                <a:gd name="connsiteX1" fmla="*/ 1113542 w 3960117"/>
                <a:gd name="connsiteY1" fmla="*/ 757990 h 3236145"/>
                <a:gd name="connsiteX2" fmla="*/ 2652703 w 3960117"/>
                <a:gd name="connsiteY2" fmla="*/ 237186 h 3236145"/>
                <a:gd name="connsiteX3" fmla="*/ 3815033 w 3960117"/>
                <a:gd name="connsiteY3" fmla="*/ 96124 h 3236145"/>
                <a:gd name="connsiteX4" fmla="*/ 3818103 w 3960117"/>
                <a:gd name="connsiteY4" fmla="*/ 1011605 h 3236145"/>
                <a:gd name="connsiteX5" fmla="*/ 3759498 w 3960117"/>
                <a:gd name="connsiteY5" fmla="*/ 1704435 h 3236145"/>
                <a:gd name="connsiteX6" fmla="*/ 3421890 w 3960117"/>
                <a:gd name="connsiteY6" fmla="*/ 2352272 h 3236145"/>
                <a:gd name="connsiteX7" fmla="*/ 2631749 w 3960117"/>
                <a:gd name="connsiteY7" fmla="*/ 2870604 h 3236145"/>
                <a:gd name="connsiteX8" fmla="*/ 1452330 w 3960117"/>
                <a:gd name="connsiteY8" fmla="*/ 3055309 h 3236145"/>
                <a:gd name="connsiteX9" fmla="*/ 481406 w 3960117"/>
                <a:gd name="connsiteY9" fmla="*/ 2756499 h 3236145"/>
                <a:gd name="connsiteX10" fmla="*/ 152394 w 3960117"/>
                <a:gd name="connsiteY10" fmla="*/ 2238409 h 3236145"/>
                <a:gd name="connsiteX11" fmla="*/ 223355 w 3960117"/>
                <a:gd name="connsiteY11" fmla="*/ 1428270 h 3236145"/>
                <a:gd name="connsiteX0" fmla="*/ 223355 w 3960117"/>
                <a:gd name="connsiteY0" fmla="*/ 1428270 h 3236145"/>
                <a:gd name="connsiteX1" fmla="*/ 1113542 w 3960117"/>
                <a:gd name="connsiteY1" fmla="*/ 757990 h 3236145"/>
                <a:gd name="connsiteX2" fmla="*/ 2652703 w 3960117"/>
                <a:gd name="connsiteY2" fmla="*/ 237186 h 3236145"/>
                <a:gd name="connsiteX3" fmla="*/ 3815033 w 3960117"/>
                <a:gd name="connsiteY3" fmla="*/ 96124 h 3236145"/>
                <a:gd name="connsiteX4" fmla="*/ 3818103 w 3960117"/>
                <a:gd name="connsiteY4" fmla="*/ 1011605 h 3236145"/>
                <a:gd name="connsiteX5" fmla="*/ 3759498 w 3960117"/>
                <a:gd name="connsiteY5" fmla="*/ 1704435 h 3236145"/>
                <a:gd name="connsiteX6" fmla="*/ 3421890 w 3960117"/>
                <a:gd name="connsiteY6" fmla="*/ 2352272 h 3236145"/>
                <a:gd name="connsiteX7" fmla="*/ 2631749 w 3960117"/>
                <a:gd name="connsiteY7" fmla="*/ 2870604 h 3236145"/>
                <a:gd name="connsiteX8" fmla="*/ 1452330 w 3960117"/>
                <a:gd name="connsiteY8" fmla="*/ 3055309 h 3236145"/>
                <a:gd name="connsiteX9" fmla="*/ 481406 w 3960117"/>
                <a:gd name="connsiteY9" fmla="*/ 2756499 h 3236145"/>
                <a:gd name="connsiteX10" fmla="*/ 152394 w 3960117"/>
                <a:gd name="connsiteY10" fmla="*/ 2238409 h 3236145"/>
                <a:gd name="connsiteX11" fmla="*/ 223355 w 3960117"/>
                <a:gd name="connsiteY11" fmla="*/ 1428270 h 3236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60117" h="3236145">
                  <a:moveTo>
                    <a:pt x="223355" y="1428270"/>
                  </a:moveTo>
                  <a:cubicBezTo>
                    <a:pt x="166528" y="854832"/>
                    <a:pt x="715454" y="796880"/>
                    <a:pt x="1113542" y="757990"/>
                  </a:cubicBezTo>
                  <a:cubicBezTo>
                    <a:pt x="1796614" y="383089"/>
                    <a:pt x="2112146" y="395303"/>
                    <a:pt x="2652703" y="237186"/>
                  </a:cubicBezTo>
                  <a:cubicBezTo>
                    <a:pt x="3136298" y="136115"/>
                    <a:pt x="3349894" y="-147199"/>
                    <a:pt x="3815033" y="96124"/>
                  </a:cubicBezTo>
                  <a:cubicBezTo>
                    <a:pt x="4094002" y="380260"/>
                    <a:pt x="3895595" y="804961"/>
                    <a:pt x="3818103" y="1011605"/>
                  </a:cubicBezTo>
                  <a:cubicBezTo>
                    <a:pt x="4032447" y="1251972"/>
                    <a:pt x="3997138" y="1425465"/>
                    <a:pt x="3759498" y="1704435"/>
                  </a:cubicBezTo>
                  <a:cubicBezTo>
                    <a:pt x="3696174" y="1934657"/>
                    <a:pt x="4024390" y="2128976"/>
                    <a:pt x="3421890" y="2352272"/>
                  </a:cubicBezTo>
                  <a:cubicBezTo>
                    <a:pt x="3260039" y="2771934"/>
                    <a:pt x="3276080" y="2749572"/>
                    <a:pt x="2631749" y="2870604"/>
                  </a:cubicBezTo>
                  <a:cubicBezTo>
                    <a:pt x="2038342" y="3418293"/>
                    <a:pt x="1963775" y="3236123"/>
                    <a:pt x="1452330" y="3055309"/>
                  </a:cubicBezTo>
                  <a:cubicBezTo>
                    <a:pt x="438761" y="3364821"/>
                    <a:pt x="655309" y="2903349"/>
                    <a:pt x="481406" y="2756499"/>
                  </a:cubicBezTo>
                  <a:cubicBezTo>
                    <a:pt x="260367" y="2667768"/>
                    <a:pt x="-121541" y="2650913"/>
                    <a:pt x="152394" y="2238409"/>
                  </a:cubicBezTo>
                  <a:cubicBezTo>
                    <a:pt x="-6992" y="1963705"/>
                    <a:pt x="-117487" y="1746942"/>
                    <a:pt x="223355" y="1428270"/>
                  </a:cubicBezTo>
                  <a:close/>
                </a:path>
              </a:pathLst>
            </a:custGeom>
            <a:solidFill>
              <a:srgbClr val="CEBE90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12D0745A-F5E9-3EB2-ABCC-B0ECF13D9B61}"/>
                </a:ext>
              </a:extLst>
            </p:cNvPr>
            <p:cNvSpPr/>
            <p:nvPr/>
          </p:nvSpPr>
          <p:spPr>
            <a:xfrm>
              <a:off x="3160045" y="2598589"/>
              <a:ext cx="4546188" cy="3703470"/>
            </a:xfrm>
            <a:custGeom>
              <a:avLst/>
              <a:gdLst>
                <a:gd name="connsiteX0" fmla="*/ 0 w 2371241"/>
                <a:gd name="connsiteY0" fmla="*/ 0 h 836909"/>
                <a:gd name="connsiteX1" fmla="*/ 2371241 w 2371241"/>
                <a:gd name="connsiteY1" fmla="*/ 0 h 836909"/>
                <a:gd name="connsiteX2" fmla="*/ 2371241 w 2371241"/>
                <a:gd name="connsiteY2" fmla="*/ 836909 h 836909"/>
                <a:gd name="connsiteX3" fmla="*/ 0 w 2371241"/>
                <a:gd name="connsiteY3" fmla="*/ 836909 h 836909"/>
                <a:gd name="connsiteX4" fmla="*/ 0 w 2371241"/>
                <a:gd name="connsiteY4" fmla="*/ 0 h 836909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2371241 w 3115160"/>
                <a:gd name="connsiteY2" fmla="*/ 2262754 h 2262754"/>
                <a:gd name="connsiteX3" fmla="*/ 0 w 3115160"/>
                <a:gd name="connsiteY3" fmla="*/ 2262754 h 2262754"/>
                <a:gd name="connsiteX4" fmla="*/ 0 w 3115160"/>
                <a:gd name="connsiteY4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371241 w 3115160"/>
                <a:gd name="connsiteY3" fmla="*/ 2262754 h 2262754"/>
                <a:gd name="connsiteX4" fmla="*/ 0 w 3115160"/>
                <a:gd name="connsiteY4" fmla="*/ 2262754 h 2262754"/>
                <a:gd name="connsiteX5" fmla="*/ 0 w 3115160"/>
                <a:gd name="connsiteY5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820691 w 3115160"/>
                <a:gd name="connsiteY3" fmla="*/ 1534333 h 2262754"/>
                <a:gd name="connsiteX4" fmla="*/ 2371241 w 3115160"/>
                <a:gd name="connsiteY4" fmla="*/ 2262754 h 2262754"/>
                <a:gd name="connsiteX5" fmla="*/ 0 w 3115160"/>
                <a:gd name="connsiteY5" fmla="*/ 2262754 h 2262754"/>
                <a:gd name="connsiteX6" fmla="*/ 0 w 3115160"/>
                <a:gd name="connsiteY6" fmla="*/ 1425845 h 2262754"/>
                <a:gd name="connsiteX0" fmla="*/ 0 w 3115160"/>
                <a:gd name="connsiteY0" fmla="*/ 1425845 h 2293750"/>
                <a:gd name="connsiteX1" fmla="*/ 3115160 w 3115160"/>
                <a:gd name="connsiteY1" fmla="*/ 0 h 2293750"/>
                <a:gd name="connsiteX2" fmla="*/ 3053165 w 3115160"/>
                <a:gd name="connsiteY2" fmla="*/ 728421 h 2293750"/>
                <a:gd name="connsiteX3" fmla="*/ 2820691 w 3115160"/>
                <a:gd name="connsiteY3" fmla="*/ 1534333 h 2293750"/>
                <a:gd name="connsiteX4" fmla="*/ 1952787 w 3115160"/>
                <a:gd name="connsiteY4" fmla="*/ 2293750 h 2293750"/>
                <a:gd name="connsiteX5" fmla="*/ 0 w 3115160"/>
                <a:gd name="connsiteY5" fmla="*/ 2262754 h 2293750"/>
                <a:gd name="connsiteX6" fmla="*/ 0 w 3115160"/>
                <a:gd name="connsiteY6" fmla="*/ 1425845 h 2293750"/>
                <a:gd name="connsiteX0" fmla="*/ 0 w 3115160"/>
                <a:gd name="connsiteY0" fmla="*/ 1425845 h 2603953"/>
                <a:gd name="connsiteX1" fmla="*/ 3115160 w 3115160"/>
                <a:gd name="connsiteY1" fmla="*/ 0 h 2603953"/>
                <a:gd name="connsiteX2" fmla="*/ 3053165 w 3115160"/>
                <a:gd name="connsiteY2" fmla="*/ 728421 h 2603953"/>
                <a:gd name="connsiteX3" fmla="*/ 2820691 w 3115160"/>
                <a:gd name="connsiteY3" fmla="*/ 1534333 h 2603953"/>
                <a:gd name="connsiteX4" fmla="*/ 1952787 w 3115160"/>
                <a:gd name="connsiteY4" fmla="*/ 2293750 h 2603953"/>
                <a:gd name="connsiteX5" fmla="*/ 635429 w 3115160"/>
                <a:gd name="connsiteY5" fmla="*/ 2603716 h 2603953"/>
                <a:gd name="connsiteX6" fmla="*/ 0 w 3115160"/>
                <a:gd name="connsiteY6" fmla="*/ 2262754 h 2603953"/>
                <a:gd name="connsiteX7" fmla="*/ 0 w 3115160"/>
                <a:gd name="connsiteY7" fmla="*/ 1425845 h 2603953"/>
                <a:gd name="connsiteX0" fmla="*/ 263472 w 3378632"/>
                <a:gd name="connsiteY0" fmla="*/ 1425845 h 2603953"/>
                <a:gd name="connsiteX1" fmla="*/ 3378632 w 3378632"/>
                <a:gd name="connsiteY1" fmla="*/ 0 h 2603953"/>
                <a:gd name="connsiteX2" fmla="*/ 3316637 w 3378632"/>
                <a:gd name="connsiteY2" fmla="*/ 728421 h 2603953"/>
                <a:gd name="connsiteX3" fmla="*/ 3084163 w 3378632"/>
                <a:gd name="connsiteY3" fmla="*/ 1534333 h 2603953"/>
                <a:gd name="connsiteX4" fmla="*/ 2216259 w 3378632"/>
                <a:gd name="connsiteY4" fmla="*/ 2293750 h 2603953"/>
                <a:gd name="connsiteX5" fmla="*/ 898901 w 3378632"/>
                <a:gd name="connsiteY5" fmla="*/ 2603716 h 2603953"/>
                <a:gd name="connsiteX6" fmla="*/ 0 w 3378632"/>
                <a:gd name="connsiteY6" fmla="*/ 2092273 h 2603953"/>
                <a:gd name="connsiteX7" fmla="*/ 263472 w 3378632"/>
                <a:gd name="connsiteY7" fmla="*/ 1425845 h 2603953"/>
                <a:gd name="connsiteX0" fmla="*/ 0 w 3611106"/>
                <a:gd name="connsiteY0" fmla="*/ 1332855 h 2603953"/>
                <a:gd name="connsiteX1" fmla="*/ 3611106 w 3611106"/>
                <a:gd name="connsiteY1" fmla="*/ 0 h 2603953"/>
                <a:gd name="connsiteX2" fmla="*/ 3549111 w 3611106"/>
                <a:gd name="connsiteY2" fmla="*/ 728421 h 2603953"/>
                <a:gd name="connsiteX3" fmla="*/ 3316637 w 3611106"/>
                <a:gd name="connsiteY3" fmla="*/ 1534333 h 2603953"/>
                <a:gd name="connsiteX4" fmla="*/ 2448733 w 3611106"/>
                <a:gd name="connsiteY4" fmla="*/ 2293750 h 2603953"/>
                <a:gd name="connsiteX5" fmla="*/ 1131375 w 3611106"/>
                <a:gd name="connsiteY5" fmla="*/ 2603716 h 2603953"/>
                <a:gd name="connsiteX6" fmla="*/ 232474 w 3611106"/>
                <a:gd name="connsiteY6" fmla="*/ 2092273 h 2603953"/>
                <a:gd name="connsiteX7" fmla="*/ 0 w 3611106"/>
                <a:gd name="connsiteY7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3611106 w 3611106"/>
                <a:gd name="connsiteY2" fmla="*/ 0 h 2603953"/>
                <a:gd name="connsiteX3" fmla="*/ 3549111 w 3611106"/>
                <a:gd name="connsiteY3" fmla="*/ 728421 h 2603953"/>
                <a:gd name="connsiteX4" fmla="*/ 3316637 w 3611106"/>
                <a:gd name="connsiteY4" fmla="*/ 1534333 h 2603953"/>
                <a:gd name="connsiteX5" fmla="*/ 2448733 w 3611106"/>
                <a:gd name="connsiteY5" fmla="*/ 2293750 h 2603953"/>
                <a:gd name="connsiteX6" fmla="*/ 1131375 w 3611106"/>
                <a:gd name="connsiteY6" fmla="*/ 2603716 h 2603953"/>
                <a:gd name="connsiteX7" fmla="*/ 232474 w 3611106"/>
                <a:gd name="connsiteY7" fmla="*/ 2092273 h 2603953"/>
                <a:gd name="connsiteX8" fmla="*/ 0 w 3611106"/>
                <a:gd name="connsiteY8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2588216 w 3611106"/>
                <a:gd name="connsiteY2" fmla="*/ 154984 h 2603953"/>
                <a:gd name="connsiteX3" fmla="*/ 3611106 w 3611106"/>
                <a:gd name="connsiteY3" fmla="*/ 0 h 2603953"/>
                <a:gd name="connsiteX4" fmla="*/ 3549111 w 3611106"/>
                <a:gd name="connsiteY4" fmla="*/ 728421 h 2603953"/>
                <a:gd name="connsiteX5" fmla="*/ 3316637 w 3611106"/>
                <a:gd name="connsiteY5" fmla="*/ 1534333 h 2603953"/>
                <a:gd name="connsiteX6" fmla="*/ 2448733 w 3611106"/>
                <a:gd name="connsiteY6" fmla="*/ 2293750 h 2603953"/>
                <a:gd name="connsiteX7" fmla="*/ 1131375 w 3611106"/>
                <a:gd name="connsiteY7" fmla="*/ 2603716 h 2603953"/>
                <a:gd name="connsiteX8" fmla="*/ 232474 w 3611106"/>
                <a:gd name="connsiteY8" fmla="*/ 2092273 h 2603953"/>
                <a:gd name="connsiteX9" fmla="*/ 0 w 3611106"/>
                <a:gd name="connsiteY9" fmla="*/ 1332855 h 2603953"/>
                <a:gd name="connsiteX0" fmla="*/ 0 w 3611106"/>
                <a:gd name="connsiteY0" fmla="*/ 1431577 h 2702675"/>
                <a:gd name="connsiteX1" fmla="*/ 929898 w 3611106"/>
                <a:gd name="connsiteY1" fmla="*/ 765150 h 2702675"/>
                <a:gd name="connsiteX2" fmla="*/ 2588216 w 3611106"/>
                <a:gd name="connsiteY2" fmla="*/ 253706 h 2702675"/>
                <a:gd name="connsiteX3" fmla="*/ 3611106 w 3611106"/>
                <a:gd name="connsiteY3" fmla="*/ 98722 h 2702675"/>
                <a:gd name="connsiteX4" fmla="*/ 3549111 w 3611106"/>
                <a:gd name="connsiteY4" fmla="*/ 827143 h 2702675"/>
                <a:gd name="connsiteX5" fmla="*/ 3316637 w 3611106"/>
                <a:gd name="connsiteY5" fmla="*/ 1633055 h 2702675"/>
                <a:gd name="connsiteX6" fmla="*/ 2448733 w 3611106"/>
                <a:gd name="connsiteY6" fmla="*/ 2392472 h 2702675"/>
                <a:gd name="connsiteX7" fmla="*/ 1131375 w 3611106"/>
                <a:gd name="connsiteY7" fmla="*/ 2702438 h 2702675"/>
                <a:gd name="connsiteX8" fmla="*/ 232474 w 3611106"/>
                <a:gd name="connsiteY8" fmla="*/ 2190995 h 2702675"/>
                <a:gd name="connsiteX9" fmla="*/ 0 w 3611106"/>
                <a:gd name="connsiteY9" fmla="*/ 1431577 h 2702675"/>
                <a:gd name="connsiteX0" fmla="*/ 0 w 3611106"/>
                <a:gd name="connsiteY0" fmla="*/ 1451565 h 2722663"/>
                <a:gd name="connsiteX1" fmla="*/ 929898 w 3611106"/>
                <a:gd name="connsiteY1" fmla="*/ 785138 h 2722663"/>
                <a:gd name="connsiteX2" fmla="*/ 2588216 w 3611106"/>
                <a:gd name="connsiteY2" fmla="*/ 273694 h 2722663"/>
                <a:gd name="connsiteX3" fmla="*/ 3611106 w 3611106"/>
                <a:gd name="connsiteY3" fmla="*/ 118710 h 2722663"/>
                <a:gd name="connsiteX4" fmla="*/ 3549111 w 3611106"/>
                <a:gd name="connsiteY4" fmla="*/ 847131 h 2722663"/>
                <a:gd name="connsiteX5" fmla="*/ 3316637 w 3611106"/>
                <a:gd name="connsiteY5" fmla="*/ 1653043 h 2722663"/>
                <a:gd name="connsiteX6" fmla="*/ 2448733 w 3611106"/>
                <a:gd name="connsiteY6" fmla="*/ 2412460 h 2722663"/>
                <a:gd name="connsiteX7" fmla="*/ 1131375 w 3611106"/>
                <a:gd name="connsiteY7" fmla="*/ 2722426 h 2722663"/>
                <a:gd name="connsiteX8" fmla="*/ 232474 w 3611106"/>
                <a:gd name="connsiteY8" fmla="*/ 2210983 h 2722663"/>
                <a:gd name="connsiteX9" fmla="*/ 0 w 3611106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811556"/>
                <a:gd name="connsiteX1" fmla="*/ 929898 w 3736247"/>
                <a:gd name="connsiteY1" fmla="*/ 785138 h 2811556"/>
                <a:gd name="connsiteX2" fmla="*/ 2588216 w 3736247"/>
                <a:gd name="connsiteY2" fmla="*/ 273694 h 2811556"/>
                <a:gd name="connsiteX3" fmla="*/ 3611106 w 3736247"/>
                <a:gd name="connsiteY3" fmla="*/ 118710 h 2811556"/>
                <a:gd name="connsiteX4" fmla="*/ 3549111 w 3736247"/>
                <a:gd name="connsiteY4" fmla="*/ 847131 h 2811556"/>
                <a:gd name="connsiteX5" fmla="*/ 3316637 w 3736247"/>
                <a:gd name="connsiteY5" fmla="*/ 1653043 h 2811556"/>
                <a:gd name="connsiteX6" fmla="*/ 2448733 w 3736247"/>
                <a:gd name="connsiteY6" fmla="*/ 2412460 h 2811556"/>
                <a:gd name="connsiteX7" fmla="*/ 1131375 w 3736247"/>
                <a:gd name="connsiteY7" fmla="*/ 2722426 h 2811556"/>
                <a:gd name="connsiteX8" fmla="*/ 232474 w 3736247"/>
                <a:gd name="connsiteY8" fmla="*/ 2210983 h 2811556"/>
                <a:gd name="connsiteX9" fmla="*/ 0 w 3736247"/>
                <a:gd name="connsiteY9" fmla="*/ 1451565 h 2811556"/>
                <a:gd name="connsiteX0" fmla="*/ 0 w 3736247"/>
                <a:gd name="connsiteY0" fmla="*/ 1451565 h 2878493"/>
                <a:gd name="connsiteX1" fmla="*/ 929898 w 3736247"/>
                <a:gd name="connsiteY1" fmla="*/ 785138 h 2878493"/>
                <a:gd name="connsiteX2" fmla="*/ 2588216 w 3736247"/>
                <a:gd name="connsiteY2" fmla="*/ 273694 h 2878493"/>
                <a:gd name="connsiteX3" fmla="*/ 3611106 w 3736247"/>
                <a:gd name="connsiteY3" fmla="*/ 118710 h 2878493"/>
                <a:gd name="connsiteX4" fmla="*/ 3549111 w 3736247"/>
                <a:gd name="connsiteY4" fmla="*/ 847131 h 2878493"/>
                <a:gd name="connsiteX5" fmla="*/ 3316637 w 3736247"/>
                <a:gd name="connsiteY5" fmla="*/ 1653043 h 2878493"/>
                <a:gd name="connsiteX6" fmla="*/ 2448733 w 3736247"/>
                <a:gd name="connsiteY6" fmla="*/ 2412460 h 2878493"/>
                <a:gd name="connsiteX7" fmla="*/ 1131375 w 3736247"/>
                <a:gd name="connsiteY7" fmla="*/ 2722426 h 2878493"/>
                <a:gd name="connsiteX8" fmla="*/ 232474 w 3736247"/>
                <a:gd name="connsiteY8" fmla="*/ 2210983 h 2878493"/>
                <a:gd name="connsiteX9" fmla="*/ 0 w 3736247"/>
                <a:gd name="connsiteY9" fmla="*/ 1451565 h 2878493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210983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47130 w 3837981"/>
                <a:gd name="connsiteY1" fmla="*/ 847131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5742"/>
                <a:gd name="connsiteX1" fmla="*/ 1047130 w 3837981"/>
                <a:gd name="connsiteY1" fmla="*/ 847131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51565 h 2855742"/>
                <a:gd name="connsiteX1" fmla="*/ 811270 w 3837981"/>
                <a:gd name="connsiteY1" fmla="*/ 725135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87265 h 2891442"/>
                <a:gd name="connsiteX1" fmla="*/ 811270 w 3837981"/>
                <a:gd name="connsiteY1" fmla="*/ 760835 h 2891442"/>
                <a:gd name="connsiteX2" fmla="*/ 2567954 w 3837981"/>
                <a:gd name="connsiteY2" fmla="*/ 154866 h 2891442"/>
                <a:gd name="connsiteX3" fmla="*/ 3712840 w 3837981"/>
                <a:gd name="connsiteY3" fmla="*/ 154410 h 2891442"/>
                <a:gd name="connsiteX4" fmla="*/ 3650845 w 3837981"/>
                <a:gd name="connsiteY4" fmla="*/ 882831 h 2891442"/>
                <a:gd name="connsiteX5" fmla="*/ 3418371 w 3837981"/>
                <a:gd name="connsiteY5" fmla="*/ 1688743 h 2891442"/>
                <a:gd name="connsiteX6" fmla="*/ 2493317 w 3837981"/>
                <a:gd name="connsiteY6" fmla="*/ 2454510 h 2891442"/>
                <a:gd name="connsiteX7" fmla="*/ 1295102 w 3837981"/>
                <a:gd name="connsiteY7" fmla="*/ 2711631 h 2891442"/>
                <a:gd name="connsiteX8" fmla="*/ 334208 w 3837981"/>
                <a:gd name="connsiteY8" fmla="*/ 2200188 h 2891442"/>
                <a:gd name="connsiteX9" fmla="*/ 101734 w 3837981"/>
                <a:gd name="connsiteY9" fmla="*/ 1487265 h 2891442"/>
                <a:gd name="connsiteX0" fmla="*/ 101734 w 3837981"/>
                <a:gd name="connsiteY0" fmla="*/ 1516629 h 2920806"/>
                <a:gd name="connsiteX1" fmla="*/ 811270 w 3837981"/>
                <a:gd name="connsiteY1" fmla="*/ 790199 h 2920806"/>
                <a:gd name="connsiteX2" fmla="*/ 2567954 w 3837981"/>
                <a:gd name="connsiteY2" fmla="*/ 184230 h 2920806"/>
                <a:gd name="connsiteX3" fmla="*/ 3628753 w 3837981"/>
                <a:gd name="connsiteY3" fmla="*/ 0 h 2920806"/>
                <a:gd name="connsiteX4" fmla="*/ 3712840 w 3837981"/>
                <a:gd name="connsiteY4" fmla="*/ 183774 h 2920806"/>
                <a:gd name="connsiteX5" fmla="*/ 3650845 w 3837981"/>
                <a:gd name="connsiteY5" fmla="*/ 912195 h 2920806"/>
                <a:gd name="connsiteX6" fmla="*/ 3418371 w 3837981"/>
                <a:gd name="connsiteY6" fmla="*/ 1718107 h 2920806"/>
                <a:gd name="connsiteX7" fmla="*/ 2493317 w 3837981"/>
                <a:gd name="connsiteY7" fmla="*/ 2483874 h 2920806"/>
                <a:gd name="connsiteX8" fmla="*/ 1295102 w 3837981"/>
                <a:gd name="connsiteY8" fmla="*/ 2740995 h 2920806"/>
                <a:gd name="connsiteX9" fmla="*/ 334208 w 3837981"/>
                <a:gd name="connsiteY9" fmla="*/ 2229552 h 2920806"/>
                <a:gd name="connsiteX10" fmla="*/ 101734 w 3837981"/>
                <a:gd name="connsiteY10" fmla="*/ 1516629 h 2920806"/>
                <a:gd name="connsiteX0" fmla="*/ 101734 w 3837981"/>
                <a:gd name="connsiteY0" fmla="*/ 1416215 h 2820392"/>
                <a:gd name="connsiteX1" fmla="*/ 811270 w 3837981"/>
                <a:gd name="connsiteY1" fmla="*/ 689785 h 2820392"/>
                <a:gd name="connsiteX2" fmla="*/ 2567954 w 3837981"/>
                <a:gd name="connsiteY2" fmla="*/ 83816 h 2820392"/>
                <a:gd name="connsiteX3" fmla="*/ 3712840 w 3837981"/>
                <a:gd name="connsiteY3" fmla="*/ 83360 h 2820392"/>
                <a:gd name="connsiteX4" fmla="*/ 3650845 w 3837981"/>
                <a:gd name="connsiteY4" fmla="*/ 811781 h 2820392"/>
                <a:gd name="connsiteX5" fmla="*/ 3418371 w 3837981"/>
                <a:gd name="connsiteY5" fmla="*/ 1617693 h 2820392"/>
                <a:gd name="connsiteX6" fmla="*/ 2493317 w 3837981"/>
                <a:gd name="connsiteY6" fmla="*/ 2383460 h 2820392"/>
                <a:gd name="connsiteX7" fmla="*/ 1295102 w 3837981"/>
                <a:gd name="connsiteY7" fmla="*/ 2640581 h 2820392"/>
                <a:gd name="connsiteX8" fmla="*/ 334208 w 3837981"/>
                <a:gd name="connsiteY8" fmla="*/ 2129138 h 2820392"/>
                <a:gd name="connsiteX9" fmla="*/ 101734 w 3837981"/>
                <a:gd name="connsiteY9" fmla="*/ 1416215 h 2820392"/>
                <a:gd name="connsiteX0" fmla="*/ 101734 w 3791849"/>
                <a:gd name="connsiteY0" fmla="*/ 1556864 h 2961041"/>
                <a:gd name="connsiteX1" fmla="*/ 811270 w 3791849"/>
                <a:gd name="connsiteY1" fmla="*/ 830434 h 2961041"/>
                <a:gd name="connsiteX2" fmla="*/ 2567954 w 3791849"/>
                <a:gd name="connsiteY2" fmla="*/ 224465 h 2961041"/>
                <a:gd name="connsiteX3" fmla="*/ 3647775 w 3791849"/>
                <a:gd name="connsiteY3" fmla="*/ 36949 h 2961041"/>
                <a:gd name="connsiteX4" fmla="*/ 3650845 w 3791849"/>
                <a:gd name="connsiteY4" fmla="*/ 952430 h 2961041"/>
                <a:gd name="connsiteX5" fmla="*/ 3418371 w 3791849"/>
                <a:gd name="connsiteY5" fmla="*/ 1758342 h 2961041"/>
                <a:gd name="connsiteX6" fmla="*/ 2493317 w 3791849"/>
                <a:gd name="connsiteY6" fmla="*/ 2524109 h 2961041"/>
                <a:gd name="connsiteX7" fmla="*/ 1295102 w 3791849"/>
                <a:gd name="connsiteY7" fmla="*/ 2781230 h 2961041"/>
                <a:gd name="connsiteX8" fmla="*/ 334208 w 3791849"/>
                <a:gd name="connsiteY8" fmla="*/ 2269787 h 2961041"/>
                <a:gd name="connsiteX9" fmla="*/ 101734 w 3791849"/>
                <a:gd name="connsiteY9" fmla="*/ 1556864 h 2961041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418371 w 3791849"/>
                <a:gd name="connsiteY5" fmla="*/ 1809054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2411986 w 3791849"/>
                <a:gd name="connsiteY6" fmla="*/ 2753749 h 3110574"/>
                <a:gd name="connsiteX7" fmla="*/ 1295102 w 3791849"/>
                <a:gd name="connsiteY7" fmla="*/ 2831942 h 3110574"/>
                <a:gd name="connsiteX8" fmla="*/ 334208 w 3791849"/>
                <a:gd name="connsiteY8" fmla="*/ 2320499 h 3110574"/>
                <a:gd name="connsiteX9" fmla="*/ 101734 w 3791849"/>
                <a:gd name="connsiteY9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62269"/>
                <a:gd name="connsiteX1" fmla="*/ 811270 w 3791849"/>
                <a:gd name="connsiteY1" fmla="*/ 881146 h 3162269"/>
                <a:gd name="connsiteX2" fmla="*/ 2567954 w 3791849"/>
                <a:gd name="connsiteY2" fmla="*/ 275177 h 3162269"/>
                <a:gd name="connsiteX3" fmla="*/ 3647775 w 3791849"/>
                <a:gd name="connsiteY3" fmla="*/ 87661 h 3162269"/>
                <a:gd name="connsiteX4" fmla="*/ 3650845 w 3791849"/>
                <a:gd name="connsiteY4" fmla="*/ 1003142 h 3162269"/>
                <a:gd name="connsiteX5" fmla="*/ 3532234 w 3791849"/>
                <a:gd name="connsiteY5" fmla="*/ 1711457 h 3162269"/>
                <a:gd name="connsiteX6" fmla="*/ 3254632 w 3791849"/>
                <a:gd name="connsiteY6" fmla="*/ 2343809 h 3162269"/>
                <a:gd name="connsiteX7" fmla="*/ 2411986 w 3791849"/>
                <a:gd name="connsiteY7" fmla="*/ 2753749 h 3162269"/>
                <a:gd name="connsiteX8" fmla="*/ 1262570 w 3791849"/>
                <a:gd name="connsiteY8" fmla="*/ 2953938 h 3162269"/>
                <a:gd name="connsiteX9" fmla="*/ 334208 w 3791849"/>
                <a:gd name="connsiteY9" fmla="*/ 2320499 h 3162269"/>
                <a:gd name="connsiteX10" fmla="*/ 101734 w 3791849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38887 w 3837135"/>
                <a:gd name="connsiteY0" fmla="*/ 1566911 h 3162269"/>
                <a:gd name="connsiteX1" fmla="*/ 856556 w 3837135"/>
                <a:gd name="connsiteY1" fmla="*/ 881146 h 3162269"/>
                <a:gd name="connsiteX2" fmla="*/ 2613240 w 3837135"/>
                <a:gd name="connsiteY2" fmla="*/ 275177 h 3162269"/>
                <a:gd name="connsiteX3" fmla="*/ 3693061 w 3837135"/>
                <a:gd name="connsiteY3" fmla="*/ 87661 h 3162269"/>
                <a:gd name="connsiteX4" fmla="*/ 3696131 w 3837135"/>
                <a:gd name="connsiteY4" fmla="*/ 1003142 h 3162269"/>
                <a:gd name="connsiteX5" fmla="*/ 3577520 w 3837135"/>
                <a:gd name="connsiteY5" fmla="*/ 1711457 h 3162269"/>
                <a:gd name="connsiteX6" fmla="*/ 3299918 w 3837135"/>
                <a:gd name="connsiteY6" fmla="*/ 2343809 h 3162269"/>
                <a:gd name="connsiteX7" fmla="*/ 2457272 w 3837135"/>
                <a:gd name="connsiteY7" fmla="*/ 2753749 h 3162269"/>
                <a:gd name="connsiteX8" fmla="*/ 1307856 w 3837135"/>
                <a:gd name="connsiteY8" fmla="*/ 2953938 h 3162269"/>
                <a:gd name="connsiteX9" fmla="*/ 314430 w 3837135"/>
                <a:gd name="connsiteY9" fmla="*/ 2678355 h 3162269"/>
                <a:gd name="connsiteX10" fmla="*/ 138887 w 3837135"/>
                <a:gd name="connsiteY10" fmla="*/ 1566911 h 3162269"/>
                <a:gd name="connsiteX0" fmla="*/ 125755 w 3824003"/>
                <a:gd name="connsiteY0" fmla="*/ 1566911 h 3162269"/>
                <a:gd name="connsiteX1" fmla="*/ 843424 w 3824003"/>
                <a:gd name="connsiteY1" fmla="*/ 881146 h 3162269"/>
                <a:gd name="connsiteX2" fmla="*/ 2600108 w 3824003"/>
                <a:gd name="connsiteY2" fmla="*/ 275177 h 3162269"/>
                <a:gd name="connsiteX3" fmla="*/ 3679929 w 3824003"/>
                <a:gd name="connsiteY3" fmla="*/ 87661 h 3162269"/>
                <a:gd name="connsiteX4" fmla="*/ 3682999 w 3824003"/>
                <a:gd name="connsiteY4" fmla="*/ 1003142 h 3162269"/>
                <a:gd name="connsiteX5" fmla="*/ 3564388 w 3824003"/>
                <a:gd name="connsiteY5" fmla="*/ 1711457 h 3162269"/>
                <a:gd name="connsiteX6" fmla="*/ 3286786 w 3824003"/>
                <a:gd name="connsiteY6" fmla="*/ 2343809 h 3162269"/>
                <a:gd name="connsiteX7" fmla="*/ 2444140 w 3824003"/>
                <a:gd name="connsiteY7" fmla="*/ 2753749 h 3162269"/>
                <a:gd name="connsiteX8" fmla="*/ 1294724 w 3824003"/>
                <a:gd name="connsiteY8" fmla="*/ 2953938 h 3162269"/>
                <a:gd name="connsiteX9" fmla="*/ 301298 w 3824003"/>
                <a:gd name="connsiteY9" fmla="*/ 2678355 h 3162269"/>
                <a:gd name="connsiteX10" fmla="*/ 17290 w 3824003"/>
                <a:gd name="connsiteY10" fmla="*/ 2229946 h 3162269"/>
                <a:gd name="connsiteX11" fmla="*/ 125755 w 3824003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81836" h="3162269">
                  <a:moveTo>
                    <a:pt x="183588" y="1566911"/>
                  </a:moveTo>
                  <a:cubicBezTo>
                    <a:pt x="126761" y="993473"/>
                    <a:pt x="338152" y="1082624"/>
                    <a:pt x="901257" y="881146"/>
                  </a:cubicBezTo>
                  <a:lnTo>
                    <a:pt x="2657941" y="275177"/>
                  </a:lnTo>
                  <a:cubicBezTo>
                    <a:pt x="3141536" y="174106"/>
                    <a:pt x="3272623" y="-155662"/>
                    <a:pt x="3737762" y="87661"/>
                  </a:cubicBezTo>
                  <a:cubicBezTo>
                    <a:pt x="4016731" y="371797"/>
                    <a:pt x="3818324" y="796498"/>
                    <a:pt x="3740832" y="1003142"/>
                  </a:cubicBezTo>
                  <a:cubicBezTo>
                    <a:pt x="3797659" y="1406097"/>
                    <a:pt x="3859861" y="1432487"/>
                    <a:pt x="3622221" y="1711457"/>
                  </a:cubicBezTo>
                  <a:cubicBezTo>
                    <a:pt x="3558897" y="1941679"/>
                    <a:pt x="3669590" y="2105029"/>
                    <a:pt x="3344619" y="2343809"/>
                  </a:cubicBezTo>
                  <a:cubicBezTo>
                    <a:pt x="2995249" y="2802182"/>
                    <a:pt x="2831272" y="2679171"/>
                    <a:pt x="2501973" y="2753749"/>
                  </a:cubicBezTo>
                  <a:cubicBezTo>
                    <a:pt x="1773552" y="3394346"/>
                    <a:pt x="1864002" y="3134752"/>
                    <a:pt x="1352557" y="2953938"/>
                  </a:cubicBezTo>
                  <a:cubicBezTo>
                    <a:pt x="338988" y="3263450"/>
                    <a:pt x="533034" y="2825205"/>
                    <a:pt x="359131" y="2678355"/>
                  </a:cubicBezTo>
                  <a:cubicBezTo>
                    <a:pt x="138092" y="2550912"/>
                    <a:pt x="63715" y="2472119"/>
                    <a:pt x="75123" y="2229946"/>
                  </a:cubicBezTo>
                  <a:cubicBezTo>
                    <a:pt x="-84263" y="1955242"/>
                    <a:pt x="37766" y="1784933"/>
                    <a:pt x="183588" y="1566911"/>
                  </a:cubicBezTo>
                  <a:close/>
                </a:path>
              </a:pathLst>
            </a:custGeom>
            <a:solidFill>
              <a:srgbClr val="FEFFE8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EA4109D-90D1-55AE-0E17-AF6B9D9CA882}"/>
                </a:ext>
              </a:extLst>
            </p:cNvPr>
            <p:cNvSpPr/>
            <p:nvPr/>
          </p:nvSpPr>
          <p:spPr>
            <a:xfrm>
              <a:off x="3617860" y="2934456"/>
              <a:ext cx="3837981" cy="2855742"/>
            </a:xfrm>
            <a:custGeom>
              <a:avLst/>
              <a:gdLst>
                <a:gd name="connsiteX0" fmla="*/ 0 w 2371241"/>
                <a:gd name="connsiteY0" fmla="*/ 0 h 836909"/>
                <a:gd name="connsiteX1" fmla="*/ 2371241 w 2371241"/>
                <a:gd name="connsiteY1" fmla="*/ 0 h 836909"/>
                <a:gd name="connsiteX2" fmla="*/ 2371241 w 2371241"/>
                <a:gd name="connsiteY2" fmla="*/ 836909 h 836909"/>
                <a:gd name="connsiteX3" fmla="*/ 0 w 2371241"/>
                <a:gd name="connsiteY3" fmla="*/ 836909 h 836909"/>
                <a:gd name="connsiteX4" fmla="*/ 0 w 2371241"/>
                <a:gd name="connsiteY4" fmla="*/ 0 h 836909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2371241 w 3115160"/>
                <a:gd name="connsiteY2" fmla="*/ 2262754 h 2262754"/>
                <a:gd name="connsiteX3" fmla="*/ 0 w 3115160"/>
                <a:gd name="connsiteY3" fmla="*/ 2262754 h 2262754"/>
                <a:gd name="connsiteX4" fmla="*/ 0 w 3115160"/>
                <a:gd name="connsiteY4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371241 w 3115160"/>
                <a:gd name="connsiteY3" fmla="*/ 2262754 h 2262754"/>
                <a:gd name="connsiteX4" fmla="*/ 0 w 3115160"/>
                <a:gd name="connsiteY4" fmla="*/ 2262754 h 2262754"/>
                <a:gd name="connsiteX5" fmla="*/ 0 w 3115160"/>
                <a:gd name="connsiteY5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820691 w 3115160"/>
                <a:gd name="connsiteY3" fmla="*/ 1534333 h 2262754"/>
                <a:gd name="connsiteX4" fmla="*/ 2371241 w 3115160"/>
                <a:gd name="connsiteY4" fmla="*/ 2262754 h 2262754"/>
                <a:gd name="connsiteX5" fmla="*/ 0 w 3115160"/>
                <a:gd name="connsiteY5" fmla="*/ 2262754 h 2262754"/>
                <a:gd name="connsiteX6" fmla="*/ 0 w 3115160"/>
                <a:gd name="connsiteY6" fmla="*/ 1425845 h 2262754"/>
                <a:gd name="connsiteX0" fmla="*/ 0 w 3115160"/>
                <a:gd name="connsiteY0" fmla="*/ 1425845 h 2293750"/>
                <a:gd name="connsiteX1" fmla="*/ 3115160 w 3115160"/>
                <a:gd name="connsiteY1" fmla="*/ 0 h 2293750"/>
                <a:gd name="connsiteX2" fmla="*/ 3053165 w 3115160"/>
                <a:gd name="connsiteY2" fmla="*/ 728421 h 2293750"/>
                <a:gd name="connsiteX3" fmla="*/ 2820691 w 3115160"/>
                <a:gd name="connsiteY3" fmla="*/ 1534333 h 2293750"/>
                <a:gd name="connsiteX4" fmla="*/ 1952787 w 3115160"/>
                <a:gd name="connsiteY4" fmla="*/ 2293750 h 2293750"/>
                <a:gd name="connsiteX5" fmla="*/ 0 w 3115160"/>
                <a:gd name="connsiteY5" fmla="*/ 2262754 h 2293750"/>
                <a:gd name="connsiteX6" fmla="*/ 0 w 3115160"/>
                <a:gd name="connsiteY6" fmla="*/ 1425845 h 2293750"/>
                <a:gd name="connsiteX0" fmla="*/ 0 w 3115160"/>
                <a:gd name="connsiteY0" fmla="*/ 1425845 h 2603953"/>
                <a:gd name="connsiteX1" fmla="*/ 3115160 w 3115160"/>
                <a:gd name="connsiteY1" fmla="*/ 0 h 2603953"/>
                <a:gd name="connsiteX2" fmla="*/ 3053165 w 3115160"/>
                <a:gd name="connsiteY2" fmla="*/ 728421 h 2603953"/>
                <a:gd name="connsiteX3" fmla="*/ 2820691 w 3115160"/>
                <a:gd name="connsiteY3" fmla="*/ 1534333 h 2603953"/>
                <a:gd name="connsiteX4" fmla="*/ 1952787 w 3115160"/>
                <a:gd name="connsiteY4" fmla="*/ 2293750 h 2603953"/>
                <a:gd name="connsiteX5" fmla="*/ 635429 w 3115160"/>
                <a:gd name="connsiteY5" fmla="*/ 2603716 h 2603953"/>
                <a:gd name="connsiteX6" fmla="*/ 0 w 3115160"/>
                <a:gd name="connsiteY6" fmla="*/ 2262754 h 2603953"/>
                <a:gd name="connsiteX7" fmla="*/ 0 w 3115160"/>
                <a:gd name="connsiteY7" fmla="*/ 1425845 h 2603953"/>
                <a:gd name="connsiteX0" fmla="*/ 263472 w 3378632"/>
                <a:gd name="connsiteY0" fmla="*/ 1425845 h 2603953"/>
                <a:gd name="connsiteX1" fmla="*/ 3378632 w 3378632"/>
                <a:gd name="connsiteY1" fmla="*/ 0 h 2603953"/>
                <a:gd name="connsiteX2" fmla="*/ 3316637 w 3378632"/>
                <a:gd name="connsiteY2" fmla="*/ 728421 h 2603953"/>
                <a:gd name="connsiteX3" fmla="*/ 3084163 w 3378632"/>
                <a:gd name="connsiteY3" fmla="*/ 1534333 h 2603953"/>
                <a:gd name="connsiteX4" fmla="*/ 2216259 w 3378632"/>
                <a:gd name="connsiteY4" fmla="*/ 2293750 h 2603953"/>
                <a:gd name="connsiteX5" fmla="*/ 898901 w 3378632"/>
                <a:gd name="connsiteY5" fmla="*/ 2603716 h 2603953"/>
                <a:gd name="connsiteX6" fmla="*/ 0 w 3378632"/>
                <a:gd name="connsiteY6" fmla="*/ 2092273 h 2603953"/>
                <a:gd name="connsiteX7" fmla="*/ 263472 w 3378632"/>
                <a:gd name="connsiteY7" fmla="*/ 1425845 h 2603953"/>
                <a:gd name="connsiteX0" fmla="*/ 0 w 3611106"/>
                <a:gd name="connsiteY0" fmla="*/ 1332855 h 2603953"/>
                <a:gd name="connsiteX1" fmla="*/ 3611106 w 3611106"/>
                <a:gd name="connsiteY1" fmla="*/ 0 h 2603953"/>
                <a:gd name="connsiteX2" fmla="*/ 3549111 w 3611106"/>
                <a:gd name="connsiteY2" fmla="*/ 728421 h 2603953"/>
                <a:gd name="connsiteX3" fmla="*/ 3316637 w 3611106"/>
                <a:gd name="connsiteY3" fmla="*/ 1534333 h 2603953"/>
                <a:gd name="connsiteX4" fmla="*/ 2448733 w 3611106"/>
                <a:gd name="connsiteY4" fmla="*/ 2293750 h 2603953"/>
                <a:gd name="connsiteX5" fmla="*/ 1131375 w 3611106"/>
                <a:gd name="connsiteY5" fmla="*/ 2603716 h 2603953"/>
                <a:gd name="connsiteX6" fmla="*/ 232474 w 3611106"/>
                <a:gd name="connsiteY6" fmla="*/ 2092273 h 2603953"/>
                <a:gd name="connsiteX7" fmla="*/ 0 w 3611106"/>
                <a:gd name="connsiteY7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3611106 w 3611106"/>
                <a:gd name="connsiteY2" fmla="*/ 0 h 2603953"/>
                <a:gd name="connsiteX3" fmla="*/ 3549111 w 3611106"/>
                <a:gd name="connsiteY3" fmla="*/ 728421 h 2603953"/>
                <a:gd name="connsiteX4" fmla="*/ 3316637 w 3611106"/>
                <a:gd name="connsiteY4" fmla="*/ 1534333 h 2603953"/>
                <a:gd name="connsiteX5" fmla="*/ 2448733 w 3611106"/>
                <a:gd name="connsiteY5" fmla="*/ 2293750 h 2603953"/>
                <a:gd name="connsiteX6" fmla="*/ 1131375 w 3611106"/>
                <a:gd name="connsiteY6" fmla="*/ 2603716 h 2603953"/>
                <a:gd name="connsiteX7" fmla="*/ 232474 w 3611106"/>
                <a:gd name="connsiteY7" fmla="*/ 2092273 h 2603953"/>
                <a:gd name="connsiteX8" fmla="*/ 0 w 3611106"/>
                <a:gd name="connsiteY8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2588216 w 3611106"/>
                <a:gd name="connsiteY2" fmla="*/ 154984 h 2603953"/>
                <a:gd name="connsiteX3" fmla="*/ 3611106 w 3611106"/>
                <a:gd name="connsiteY3" fmla="*/ 0 h 2603953"/>
                <a:gd name="connsiteX4" fmla="*/ 3549111 w 3611106"/>
                <a:gd name="connsiteY4" fmla="*/ 728421 h 2603953"/>
                <a:gd name="connsiteX5" fmla="*/ 3316637 w 3611106"/>
                <a:gd name="connsiteY5" fmla="*/ 1534333 h 2603953"/>
                <a:gd name="connsiteX6" fmla="*/ 2448733 w 3611106"/>
                <a:gd name="connsiteY6" fmla="*/ 2293750 h 2603953"/>
                <a:gd name="connsiteX7" fmla="*/ 1131375 w 3611106"/>
                <a:gd name="connsiteY7" fmla="*/ 2603716 h 2603953"/>
                <a:gd name="connsiteX8" fmla="*/ 232474 w 3611106"/>
                <a:gd name="connsiteY8" fmla="*/ 2092273 h 2603953"/>
                <a:gd name="connsiteX9" fmla="*/ 0 w 3611106"/>
                <a:gd name="connsiteY9" fmla="*/ 1332855 h 2603953"/>
                <a:gd name="connsiteX0" fmla="*/ 0 w 3611106"/>
                <a:gd name="connsiteY0" fmla="*/ 1431577 h 2702675"/>
                <a:gd name="connsiteX1" fmla="*/ 929898 w 3611106"/>
                <a:gd name="connsiteY1" fmla="*/ 765150 h 2702675"/>
                <a:gd name="connsiteX2" fmla="*/ 2588216 w 3611106"/>
                <a:gd name="connsiteY2" fmla="*/ 253706 h 2702675"/>
                <a:gd name="connsiteX3" fmla="*/ 3611106 w 3611106"/>
                <a:gd name="connsiteY3" fmla="*/ 98722 h 2702675"/>
                <a:gd name="connsiteX4" fmla="*/ 3549111 w 3611106"/>
                <a:gd name="connsiteY4" fmla="*/ 827143 h 2702675"/>
                <a:gd name="connsiteX5" fmla="*/ 3316637 w 3611106"/>
                <a:gd name="connsiteY5" fmla="*/ 1633055 h 2702675"/>
                <a:gd name="connsiteX6" fmla="*/ 2448733 w 3611106"/>
                <a:gd name="connsiteY6" fmla="*/ 2392472 h 2702675"/>
                <a:gd name="connsiteX7" fmla="*/ 1131375 w 3611106"/>
                <a:gd name="connsiteY7" fmla="*/ 2702438 h 2702675"/>
                <a:gd name="connsiteX8" fmla="*/ 232474 w 3611106"/>
                <a:gd name="connsiteY8" fmla="*/ 2190995 h 2702675"/>
                <a:gd name="connsiteX9" fmla="*/ 0 w 3611106"/>
                <a:gd name="connsiteY9" fmla="*/ 1431577 h 2702675"/>
                <a:gd name="connsiteX0" fmla="*/ 0 w 3611106"/>
                <a:gd name="connsiteY0" fmla="*/ 1451565 h 2722663"/>
                <a:gd name="connsiteX1" fmla="*/ 929898 w 3611106"/>
                <a:gd name="connsiteY1" fmla="*/ 785138 h 2722663"/>
                <a:gd name="connsiteX2" fmla="*/ 2588216 w 3611106"/>
                <a:gd name="connsiteY2" fmla="*/ 273694 h 2722663"/>
                <a:gd name="connsiteX3" fmla="*/ 3611106 w 3611106"/>
                <a:gd name="connsiteY3" fmla="*/ 118710 h 2722663"/>
                <a:gd name="connsiteX4" fmla="*/ 3549111 w 3611106"/>
                <a:gd name="connsiteY4" fmla="*/ 847131 h 2722663"/>
                <a:gd name="connsiteX5" fmla="*/ 3316637 w 3611106"/>
                <a:gd name="connsiteY5" fmla="*/ 1653043 h 2722663"/>
                <a:gd name="connsiteX6" fmla="*/ 2448733 w 3611106"/>
                <a:gd name="connsiteY6" fmla="*/ 2412460 h 2722663"/>
                <a:gd name="connsiteX7" fmla="*/ 1131375 w 3611106"/>
                <a:gd name="connsiteY7" fmla="*/ 2722426 h 2722663"/>
                <a:gd name="connsiteX8" fmla="*/ 232474 w 3611106"/>
                <a:gd name="connsiteY8" fmla="*/ 2210983 h 2722663"/>
                <a:gd name="connsiteX9" fmla="*/ 0 w 3611106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811556"/>
                <a:gd name="connsiteX1" fmla="*/ 929898 w 3736247"/>
                <a:gd name="connsiteY1" fmla="*/ 785138 h 2811556"/>
                <a:gd name="connsiteX2" fmla="*/ 2588216 w 3736247"/>
                <a:gd name="connsiteY2" fmla="*/ 273694 h 2811556"/>
                <a:gd name="connsiteX3" fmla="*/ 3611106 w 3736247"/>
                <a:gd name="connsiteY3" fmla="*/ 118710 h 2811556"/>
                <a:gd name="connsiteX4" fmla="*/ 3549111 w 3736247"/>
                <a:gd name="connsiteY4" fmla="*/ 847131 h 2811556"/>
                <a:gd name="connsiteX5" fmla="*/ 3316637 w 3736247"/>
                <a:gd name="connsiteY5" fmla="*/ 1653043 h 2811556"/>
                <a:gd name="connsiteX6" fmla="*/ 2448733 w 3736247"/>
                <a:gd name="connsiteY6" fmla="*/ 2412460 h 2811556"/>
                <a:gd name="connsiteX7" fmla="*/ 1131375 w 3736247"/>
                <a:gd name="connsiteY7" fmla="*/ 2722426 h 2811556"/>
                <a:gd name="connsiteX8" fmla="*/ 232474 w 3736247"/>
                <a:gd name="connsiteY8" fmla="*/ 2210983 h 2811556"/>
                <a:gd name="connsiteX9" fmla="*/ 0 w 3736247"/>
                <a:gd name="connsiteY9" fmla="*/ 1451565 h 2811556"/>
                <a:gd name="connsiteX0" fmla="*/ 0 w 3736247"/>
                <a:gd name="connsiteY0" fmla="*/ 1451565 h 2878493"/>
                <a:gd name="connsiteX1" fmla="*/ 929898 w 3736247"/>
                <a:gd name="connsiteY1" fmla="*/ 785138 h 2878493"/>
                <a:gd name="connsiteX2" fmla="*/ 2588216 w 3736247"/>
                <a:gd name="connsiteY2" fmla="*/ 273694 h 2878493"/>
                <a:gd name="connsiteX3" fmla="*/ 3611106 w 3736247"/>
                <a:gd name="connsiteY3" fmla="*/ 118710 h 2878493"/>
                <a:gd name="connsiteX4" fmla="*/ 3549111 w 3736247"/>
                <a:gd name="connsiteY4" fmla="*/ 847131 h 2878493"/>
                <a:gd name="connsiteX5" fmla="*/ 3316637 w 3736247"/>
                <a:gd name="connsiteY5" fmla="*/ 1653043 h 2878493"/>
                <a:gd name="connsiteX6" fmla="*/ 2448733 w 3736247"/>
                <a:gd name="connsiteY6" fmla="*/ 2412460 h 2878493"/>
                <a:gd name="connsiteX7" fmla="*/ 1131375 w 3736247"/>
                <a:gd name="connsiteY7" fmla="*/ 2722426 h 2878493"/>
                <a:gd name="connsiteX8" fmla="*/ 232474 w 3736247"/>
                <a:gd name="connsiteY8" fmla="*/ 2210983 h 2878493"/>
                <a:gd name="connsiteX9" fmla="*/ 0 w 3736247"/>
                <a:gd name="connsiteY9" fmla="*/ 1451565 h 2878493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210983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47130 w 3837981"/>
                <a:gd name="connsiteY1" fmla="*/ 847131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5742"/>
                <a:gd name="connsiteX1" fmla="*/ 1047130 w 3837981"/>
                <a:gd name="connsiteY1" fmla="*/ 847131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37981" h="2855742">
                  <a:moveTo>
                    <a:pt x="101734" y="1451565"/>
                  </a:moveTo>
                  <a:cubicBezTo>
                    <a:pt x="44907" y="878127"/>
                    <a:pt x="484025" y="1048609"/>
                    <a:pt x="1047130" y="847131"/>
                  </a:cubicBezTo>
                  <a:cubicBezTo>
                    <a:pt x="1656730" y="697314"/>
                    <a:pt x="2080350" y="423511"/>
                    <a:pt x="2689950" y="273694"/>
                  </a:cubicBezTo>
                  <a:cubicBezTo>
                    <a:pt x="3030913" y="222033"/>
                    <a:pt x="3402873" y="-201588"/>
                    <a:pt x="3712840" y="118710"/>
                  </a:cubicBezTo>
                  <a:cubicBezTo>
                    <a:pt x="3991809" y="402846"/>
                    <a:pt x="3728337" y="640487"/>
                    <a:pt x="3650845" y="847131"/>
                  </a:cubicBezTo>
                  <a:cubicBezTo>
                    <a:pt x="3707672" y="1250086"/>
                    <a:pt x="3656011" y="1374073"/>
                    <a:pt x="3418371" y="1653043"/>
                  </a:cubicBezTo>
                  <a:cubicBezTo>
                    <a:pt x="3129070" y="1906182"/>
                    <a:pt x="3681520" y="2150173"/>
                    <a:pt x="2493317" y="2418810"/>
                  </a:cubicBezTo>
                  <a:cubicBezTo>
                    <a:pt x="1764896" y="3059407"/>
                    <a:pt x="1806547" y="2856745"/>
                    <a:pt x="1295102" y="2675931"/>
                  </a:cubicBezTo>
                  <a:cubicBezTo>
                    <a:pt x="29407" y="2830914"/>
                    <a:pt x="654506" y="2319471"/>
                    <a:pt x="334208" y="2164488"/>
                  </a:cubicBezTo>
                  <a:cubicBezTo>
                    <a:pt x="-301222" y="1771864"/>
                    <a:pt x="179225" y="1704704"/>
                    <a:pt x="101734" y="1451565"/>
                  </a:cubicBezTo>
                  <a:close/>
                </a:path>
              </a:pathLst>
            </a:custGeom>
            <a:solidFill>
              <a:srgbClr val="FFABA9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1546602-39BB-49AD-9642-56554CD04300}"/>
                </a:ext>
              </a:extLst>
            </p:cNvPr>
            <p:cNvSpPr/>
            <p:nvPr/>
          </p:nvSpPr>
          <p:spPr>
            <a:xfrm>
              <a:off x="4456790" y="2588177"/>
              <a:ext cx="2372651" cy="2372651"/>
            </a:xfrm>
            <a:prstGeom prst="ellipse">
              <a:avLst/>
            </a:prstGeom>
            <a:solidFill>
              <a:srgbClr val="FEFFE8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80C9FC6-4CFB-3515-D8F2-5C92FB6A4188}"/>
                </a:ext>
              </a:extLst>
            </p:cNvPr>
            <p:cNvSpPr/>
            <p:nvPr/>
          </p:nvSpPr>
          <p:spPr>
            <a:xfrm>
              <a:off x="7326406" y="2511217"/>
              <a:ext cx="700257" cy="411612"/>
            </a:xfrm>
            <a:custGeom>
              <a:avLst/>
              <a:gdLst>
                <a:gd name="connsiteX0" fmla="*/ 0 w 827257"/>
                <a:gd name="connsiteY0" fmla="*/ 0 h 772106"/>
                <a:gd name="connsiteX1" fmla="*/ 827257 w 827257"/>
                <a:gd name="connsiteY1" fmla="*/ 0 h 772106"/>
                <a:gd name="connsiteX2" fmla="*/ 827257 w 827257"/>
                <a:gd name="connsiteY2" fmla="*/ 772106 h 772106"/>
                <a:gd name="connsiteX3" fmla="*/ 0 w 827257"/>
                <a:gd name="connsiteY3" fmla="*/ 772106 h 772106"/>
                <a:gd name="connsiteX4" fmla="*/ 0 w 827257"/>
                <a:gd name="connsiteY4" fmla="*/ 0 h 772106"/>
                <a:gd name="connsiteX0" fmla="*/ 190500 w 1017757"/>
                <a:gd name="connsiteY0" fmla="*/ 0 h 772106"/>
                <a:gd name="connsiteX1" fmla="*/ 1017757 w 1017757"/>
                <a:gd name="connsiteY1" fmla="*/ 0 h 772106"/>
                <a:gd name="connsiteX2" fmla="*/ 1017757 w 1017757"/>
                <a:gd name="connsiteY2" fmla="*/ 772106 h 772106"/>
                <a:gd name="connsiteX3" fmla="*/ 0 w 1017757"/>
                <a:gd name="connsiteY3" fmla="*/ 321256 h 772106"/>
                <a:gd name="connsiteX4" fmla="*/ 190500 w 1017757"/>
                <a:gd name="connsiteY4" fmla="*/ 0 h 772106"/>
                <a:gd name="connsiteX0" fmla="*/ 190500 w 1017757"/>
                <a:gd name="connsiteY0" fmla="*/ 0 h 435556"/>
                <a:gd name="connsiteX1" fmla="*/ 1017757 w 1017757"/>
                <a:gd name="connsiteY1" fmla="*/ 0 h 435556"/>
                <a:gd name="connsiteX2" fmla="*/ 700257 w 1017757"/>
                <a:gd name="connsiteY2" fmla="*/ 435556 h 435556"/>
                <a:gd name="connsiteX3" fmla="*/ 0 w 1017757"/>
                <a:gd name="connsiteY3" fmla="*/ 321256 h 435556"/>
                <a:gd name="connsiteX4" fmla="*/ 190500 w 1017757"/>
                <a:gd name="connsiteY4" fmla="*/ 0 h 435556"/>
                <a:gd name="connsiteX0" fmla="*/ 190500 w 1017757"/>
                <a:gd name="connsiteY0" fmla="*/ 0 h 551131"/>
                <a:gd name="connsiteX1" fmla="*/ 1017757 w 1017757"/>
                <a:gd name="connsiteY1" fmla="*/ 0 h 551131"/>
                <a:gd name="connsiteX2" fmla="*/ 700257 w 1017757"/>
                <a:gd name="connsiteY2" fmla="*/ 435556 h 551131"/>
                <a:gd name="connsiteX3" fmla="*/ 0 w 1017757"/>
                <a:gd name="connsiteY3" fmla="*/ 321256 h 551131"/>
                <a:gd name="connsiteX4" fmla="*/ 190500 w 1017757"/>
                <a:gd name="connsiteY4" fmla="*/ 0 h 551131"/>
                <a:gd name="connsiteX0" fmla="*/ 190500 w 1017757"/>
                <a:gd name="connsiteY0" fmla="*/ 0 h 553912"/>
                <a:gd name="connsiteX1" fmla="*/ 1017757 w 1017757"/>
                <a:gd name="connsiteY1" fmla="*/ 0 h 553912"/>
                <a:gd name="connsiteX2" fmla="*/ 700257 w 1017757"/>
                <a:gd name="connsiteY2" fmla="*/ 435556 h 553912"/>
                <a:gd name="connsiteX3" fmla="*/ 0 w 1017757"/>
                <a:gd name="connsiteY3" fmla="*/ 321256 h 553912"/>
                <a:gd name="connsiteX4" fmla="*/ 190500 w 1017757"/>
                <a:gd name="connsiteY4" fmla="*/ 0 h 553912"/>
                <a:gd name="connsiteX0" fmla="*/ 190500 w 1017757"/>
                <a:gd name="connsiteY0" fmla="*/ 0 h 566315"/>
                <a:gd name="connsiteX1" fmla="*/ 1017757 w 1017757"/>
                <a:gd name="connsiteY1" fmla="*/ 0 h 566315"/>
                <a:gd name="connsiteX2" fmla="*/ 700257 w 1017757"/>
                <a:gd name="connsiteY2" fmla="*/ 435556 h 566315"/>
                <a:gd name="connsiteX3" fmla="*/ 0 w 1017757"/>
                <a:gd name="connsiteY3" fmla="*/ 321256 h 566315"/>
                <a:gd name="connsiteX4" fmla="*/ 190500 w 1017757"/>
                <a:gd name="connsiteY4" fmla="*/ 0 h 566315"/>
                <a:gd name="connsiteX0" fmla="*/ 190500 w 700257"/>
                <a:gd name="connsiteY0" fmla="*/ 0 h 566315"/>
                <a:gd name="connsiteX1" fmla="*/ 700257 w 700257"/>
                <a:gd name="connsiteY1" fmla="*/ 435556 h 566315"/>
                <a:gd name="connsiteX2" fmla="*/ 0 w 700257"/>
                <a:gd name="connsiteY2" fmla="*/ 321256 h 566315"/>
                <a:gd name="connsiteX3" fmla="*/ 190500 w 700257"/>
                <a:gd name="connsiteY3" fmla="*/ 0 h 566315"/>
                <a:gd name="connsiteX0" fmla="*/ 0 w 700257"/>
                <a:gd name="connsiteY0" fmla="*/ 0 h 245059"/>
                <a:gd name="connsiteX1" fmla="*/ 700257 w 700257"/>
                <a:gd name="connsiteY1" fmla="*/ 114300 h 245059"/>
                <a:gd name="connsiteX2" fmla="*/ 0 w 700257"/>
                <a:gd name="connsiteY2" fmla="*/ 0 h 245059"/>
                <a:gd name="connsiteX0" fmla="*/ 0 w 700257"/>
                <a:gd name="connsiteY0" fmla="*/ 46001 h 291060"/>
                <a:gd name="connsiteX1" fmla="*/ 168238 w 700257"/>
                <a:gd name="connsiteY1" fmla="*/ 1550 h 291060"/>
                <a:gd name="connsiteX2" fmla="*/ 700257 w 700257"/>
                <a:gd name="connsiteY2" fmla="*/ 160301 h 291060"/>
                <a:gd name="connsiteX3" fmla="*/ 0 w 700257"/>
                <a:gd name="connsiteY3" fmla="*/ 46001 h 291060"/>
                <a:gd name="connsiteX0" fmla="*/ 0 w 700257"/>
                <a:gd name="connsiteY0" fmla="*/ 190804 h 435863"/>
                <a:gd name="connsiteX1" fmla="*/ 168238 w 700257"/>
                <a:gd name="connsiteY1" fmla="*/ 146353 h 435863"/>
                <a:gd name="connsiteX2" fmla="*/ 700257 w 700257"/>
                <a:gd name="connsiteY2" fmla="*/ 305104 h 435863"/>
                <a:gd name="connsiteX3" fmla="*/ 0 w 700257"/>
                <a:gd name="connsiteY3" fmla="*/ 190804 h 435863"/>
                <a:gd name="connsiteX0" fmla="*/ 0 w 767924"/>
                <a:gd name="connsiteY0" fmla="*/ 239598 h 484657"/>
                <a:gd name="connsiteX1" fmla="*/ 168238 w 767924"/>
                <a:gd name="connsiteY1" fmla="*/ 195147 h 484657"/>
                <a:gd name="connsiteX2" fmla="*/ 700257 w 767924"/>
                <a:gd name="connsiteY2" fmla="*/ 353898 h 484657"/>
                <a:gd name="connsiteX3" fmla="*/ 0 w 767924"/>
                <a:gd name="connsiteY3" fmla="*/ 239598 h 484657"/>
                <a:gd name="connsiteX0" fmla="*/ 0 w 700257"/>
                <a:gd name="connsiteY0" fmla="*/ 0 h 245059"/>
                <a:gd name="connsiteX1" fmla="*/ 700257 w 700257"/>
                <a:gd name="connsiteY1" fmla="*/ 114300 h 245059"/>
                <a:gd name="connsiteX2" fmla="*/ 0 w 700257"/>
                <a:gd name="connsiteY2" fmla="*/ 0 h 245059"/>
                <a:gd name="connsiteX0" fmla="*/ 0 w 700257"/>
                <a:gd name="connsiteY0" fmla="*/ 100741 h 345800"/>
                <a:gd name="connsiteX1" fmla="*/ 700257 w 700257"/>
                <a:gd name="connsiteY1" fmla="*/ 215041 h 345800"/>
                <a:gd name="connsiteX2" fmla="*/ 0 w 700257"/>
                <a:gd name="connsiteY2" fmla="*/ 100741 h 345800"/>
                <a:gd name="connsiteX0" fmla="*/ 0 w 700257"/>
                <a:gd name="connsiteY0" fmla="*/ 109130 h 354189"/>
                <a:gd name="connsiteX1" fmla="*/ 700257 w 700257"/>
                <a:gd name="connsiteY1" fmla="*/ 223430 h 354189"/>
                <a:gd name="connsiteX2" fmla="*/ 0 w 700257"/>
                <a:gd name="connsiteY2" fmla="*/ 109130 h 354189"/>
                <a:gd name="connsiteX0" fmla="*/ 0 w 700257"/>
                <a:gd name="connsiteY0" fmla="*/ 133977 h 379036"/>
                <a:gd name="connsiteX1" fmla="*/ 700257 w 700257"/>
                <a:gd name="connsiteY1" fmla="*/ 248277 h 379036"/>
                <a:gd name="connsiteX2" fmla="*/ 0 w 700257"/>
                <a:gd name="connsiteY2" fmla="*/ 133977 h 379036"/>
                <a:gd name="connsiteX0" fmla="*/ 0 w 700257"/>
                <a:gd name="connsiteY0" fmla="*/ 133977 h 411612"/>
                <a:gd name="connsiteX1" fmla="*/ 700257 w 700257"/>
                <a:gd name="connsiteY1" fmla="*/ 248277 h 411612"/>
                <a:gd name="connsiteX2" fmla="*/ 0 w 700257"/>
                <a:gd name="connsiteY2" fmla="*/ 133977 h 411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0257" h="411612">
                  <a:moveTo>
                    <a:pt x="0" y="133977"/>
                  </a:moveTo>
                  <a:cubicBezTo>
                    <a:pt x="547744" y="-132723"/>
                    <a:pt x="638288" y="48252"/>
                    <a:pt x="700257" y="248277"/>
                  </a:cubicBezTo>
                  <a:cubicBezTo>
                    <a:pt x="698613" y="359402"/>
                    <a:pt x="55619" y="603877"/>
                    <a:pt x="0" y="133977"/>
                  </a:cubicBezTo>
                  <a:close/>
                </a:path>
              </a:pathLst>
            </a:custGeom>
            <a:solidFill>
              <a:srgbClr val="CEBE90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06C2AA-949F-5C9A-FBAF-8C0719C32C5D}"/>
              </a:ext>
            </a:extLst>
          </p:cNvPr>
          <p:cNvGrpSpPr/>
          <p:nvPr/>
        </p:nvGrpSpPr>
        <p:grpSpPr>
          <a:xfrm>
            <a:off x="242500" y="2368407"/>
            <a:ext cx="5323523" cy="5122430"/>
            <a:chOff x="2811529" y="1758807"/>
            <a:chExt cx="5323523" cy="5122430"/>
          </a:xfrm>
        </p:grpSpPr>
        <p:sp>
          <p:nvSpPr>
            <p:cNvPr id="31" name="Rectangle 14">
              <a:extLst>
                <a:ext uri="{FF2B5EF4-FFF2-40B4-BE49-F238E27FC236}">
                  <a16:creationId xmlns:a16="http://schemas.microsoft.com/office/drawing/2014/main" id="{DC17E362-09AD-BE0F-0C44-14E2814CD35B}"/>
                </a:ext>
              </a:extLst>
            </p:cNvPr>
            <p:cNvSpPr/>
            <p:nvPr/>
          </p:nvSpPr>
          <p:spPr>
            <a:xfrm>
              <a:off x="2882381" y="1774404"/>
              <a:ext cx="5220574" cy="1835244"/>
            </a:xfrm>
            <a:custGeom>
              <a:avLst/>
              <a:gdLst>
                <a:gd name="connsiteX0" fmla="*/ 0 w 3264862"/>
                <a:gd name="connsiteY0" fmla="*/ 0 h 171133"/>
                <a:gd name="connsiteX1" fmla="*/ 3264862 w 3264862"/>
                <a:gd name="connsiteY1" fmla="*/ 0 h 171133"/>
                <a:gd name="connsiteX2" fmla="*/ 3264862 w 3264862"/>
                <a:gd name="connsiteY2" fmla="*/ 171133 h 171133"/>
                <a:gd name="connsiteX3" fmla="*/ 0 w 3264862"/>
                <a:gd name="connsiteY3" fmla="*/ 171133 h 171133"/>
                <a:gd name="connsiteX4" fmla="*/ 0 w 3264862"/>
                <a:gd name="connsiteY4" fmla="*/ 0 h 171133"/>
                <a:gd name="connsiteX0" fmla="*/ 0 w 3516322"/>
                <a:gd name="connsiteY0" fmla="*/ 0 h 1192213"/>
                <a:gd name="connsiteX1" fmla="*/ 3264862 w 3516322"/>
                <a:gd name="connsiteY1" fmla="*/ 0 h 1192213"/>
                <a:gd name="connsiteX2" fmla="*/ 3516322 w 3516322"/>
                <a:gd name="connsiteY2" fmla="*/ 1192213 h 1192213"/>
                <a:gd name="connsiteX3" fmla="*/ 0 w 3516322"/>
                <a:gd name="connsiteY3" fmla="*/ 171133 h 1192213"/>
                <a:gd name="connsiteX4" fmla="*/ 0 w 3516322"/>
                <a:gd name="connsiteY4" fmla="*/ 0 h 1192213"/>
                <a:gd name="connsiteX0" fmla="*/ 0 w 3651069"/>
                <a:gd name="connsiteY0" fmla="*/ 0 h 1192213"/>
                <a:gd name="connsiteX1" fmla="*/ 3264862 w 3651069"/>
                <a:gd name="connsiteY1" fmla="*/ 0 h 1192213"/>
                <a:gd name="connsiteX2" fmla="*/ 3651069 w 3651069"/>
                <a:gd name="connsiteY2" fmla="*/ 437664 h 1192213"/>
                <a:gd name="connsiteX3" fmla="*/ 3516322 w 3651069"/>
                <a:gd name="connsiteY3" fmla="*/ 1192213 h 1192213"/>
                <a:gd name="connsiteX4" fmla="*/ 0 w 3651069"/>
                <a:gd name="connsiteY4" fmla="*/ 171133 h 1192213"/>
                <a:gd name="connsiteX5" fmla="*/ 0 w 3651069"/>
                <a:gd name="connsiteY5" fmla="*/ 0 h 1192213"/>
                <a:gd name="connsiteX0" fmla="*/ 0 w 3651069"/>
                <a:gd name="connsiteY0" fmla="*/ 0 h 1192213"/>
                <a:gd name="connsiteX1" fmla="*/ 3341062 w 3651069"/>
                <a:gd name="connsiteY1" fmla="*/ 106680 h 1192213"/>
                <a:gd name="connsiteX2" fmla="*/ 3651069 w 3651069"/>
                <a:gd name="connsiteY2" fmla="*/ 437664 h 1192213"/>
                <a:gd name="connsiteX3" fmla="*/ 3516322 w 3651069"/>
                <a:gd name="connsiteY3" fmla="*/ 1192213 h 1192213"/>
                <a:gd name="connsiteX4" fmla="*/ 0 w 3651069"/>
                <a:gd name="connsiteY4" fmla="*/ 171133 h 1192213"/>
                <a:gd name="connsiteX5" fmla="*/ 0 w 3651069"/>
                <a:gd name="connsiteY5" fmla="*/ 0 h 1192213"/>
                <a:gd name="connsiteX0" fmla="*/ 0 w 3651069"/>
                <a:gd name="connsiteY0" fmla="*/ 197483 h 1389696"/>
                <a:gd name="connsiteX1" fmla="*/ 2980509 w 3651069"/>
                <a:gd name="connsiteY1" fmla="*/ 2687 h 1389696"/>
                <a:gd name="connsiteX2" fmla="*/ 3341062 w 3651069"/>
                <a:gd name="connsiteY2" fmla="*/ 304163 h 1389696"/>
                <a:gd name="connsiteX3" fmla="*/ 3651069 w 3651069"/>
                <a:gd name="connsiteY3" fmla="*/ 635147 h 1389696"/>
                <a:gd name="connsiteX4" fmla="*/ 3516322 w 3651069"/>
                <a:gd name="connsiteY4" fmla="*/ 1389696 h 1389696"/>
                <a:gd name="connsiteX5" fmla="*/ 0 w 3651069"/>
                <a:gd name="connsiteY5" fmla="*/ 368616 h 1389696"/>
                <a:gd name="connsiteX6" fmla="*/ 0 w 3651069"/>
                <a:gd name="connsiteY6" fmla="*/ 197483 h 1389696"/>
                <a:gd name="connsiteX0" fmla="*/ 0 w 3651069"/>
                <a:gd name="connsiteY0" fmla="*/ 456854 h 1649067"/>
                <a:gd name="connsiteX1" fmla="*/ 2226129 w 3651069"/>
                <a:gd name="connsiteY1" fmla="*/ 2978 h 1649067"/>
                <a:gd name="connsiteX2" fmla="*/ 2980509 w 3651069"/>
                <a:gd name="connsiteY2" fmla="*/ 262058 h 1649067"/>
                <a:gd name="connsiteX3" fmla="*/ 3341062 w 3651069"/>
                <a:gd name="connsiteY3" fmla="*/ 563534 h 1649067"/>
                <a:gd name="connsiteX4" fmla="*/ 3651069 w 3651069"/>
                <a:gd name="connsiteY4" fmla="*/ 894518 h 1649067"/>
                <a:gd name="connsiteX5" fmla="*/ 3516322 w 3651069"/>
                <a:gd name="connsiteY5" fmla="*/ 1649067 h 1649067"/>
                <a:gd name="connsiteX6" fmla="*/ 0 w 3651069"/>
                <a:gd name="connsiteY6" fmla="*/ 627987 h 1649067"/>
                <a:gd name="connsiteX7" fmla="*/ 0 w 3651069"/>
                <a:gd name="connsiteY7" fmla="*/ 456854 h 1649067"/>
                <a:gd name="connsiteX0" fmla="*/ 0 w 3651069"/>
                <a:gd name="connsiteY0" fmla="*/ 501665 h 1693878"/>
                <a:gd name="connsiteX1" fmla="*/ 1045029 w 3651069"/>
                <a:gd name="connsiteY1" fmla="*/ 32550 h 1693878"/>
                <a:gd name="connsiteX2" fmla="*/ 2226129 w 3651069"/>
                <a:gd name="connsiteY2" fmla="*/ 47789 h 1693878"/>
                <a:gd name="connsiteX3" fmla="*/ 2980509 w 3651069"/>
                <a:gd name="connsiteY3" fmla="*/ 306869 h 1693878"/>
                <a:gd name="connsiteX4" fmla="*/ 3341062 w 3651069"/>
                <a:gd name="connsiteY4" fmla="*/ 608345 h 1693878"/>
                <a:gd name="connsiteX5" fmla="*/ 3651069 w 3651069"/>
                <a:gd name="connsiteY5" fmla="*/ 939329 h 1693878"/>
                <a:gd name="connsiteX6" fmla="*/ 3516322 w 3651069"/>
                <a:gd name="connsiteY6" fmla="*/ 1693878 h 1693878"/>
                <a:gd name="connsiteX7" fmla="*/ 0 w 3651069"/>
                <a:gd name="connsiteY7" fmla="*/ 672798 h 1693878"/>
                <a:gd name="connsiteX8" fmla="*/ 0 w 3651069"/>
                <a:gd name="connsiteY8" fmla="*/ 501665 h 1693878"/>
                <a:gd name="connsiteX0" fmla="*/ 0 w 4024449"/>
                <a:gd name="connsiteY0" fmla="*/ 410225 h 1693878"/>
                <a:gd name="connsiteX1" fmla="*/ 1418409 w 4024449"/>
                <a:gd name="connsiteY1" fmla="*/ 32550 h 1693878"/>
                <a:gd name="connsiteX2" fmla="*/ 2599509 w 4024449"/>
                <a:gd name="connsiteY2" fmla="*/ 47789 h 1693878"/>
                <a:gd name="connsiteX3" fmla="*/ 3353889 w 4024449"/>
                <a:gd name="connsiteY3" fmla="*/ 306869 h 1693878"/>
                <a:gd name="connsiteX4" fmla="*/ 3714442 w 4024449"/>
                <a:gd name="connsiteY4" fmla="*/ 608345 h 1693878"/>
                <a:gd name="connsiteX5" fmla="*/ 4024449 w 4024449"/>
                <a:gd name="connsiteY5" fmla="*/ 939329 h 1693878"/>
                <a:gd name="connsiteX6" fmla="*/ 3889702 w 4024449"/>
                <a:gd name="connsiteY6" fmla="*/ 1693878 h 1693878"/>
                <a:gd name="connsiteX7" fmla="*/ 373380 w 4024449"/>
                <a:gd name="connsiteY7" fmla="*/ 672798 h 1693878"/>
                <a:gd name="connsiteX8" fmla="*/ 0 w 4024449"/>
                <a:gd name="connsiteY8" fmla="*/ 410225 h 1693878"/>
                <a:gd name="connsiteX0" fmla="*/ 876300 w 4900749"/>
                <a:gd name="connsiteY0" fmla="*/ 410225 h 1693878"/>
                <a:gd name="connsiteX1" fmla="*/ 2294709 w 4900749"/>
                <a:gd name="connsiteY1" fmla="*/ 32550 h 1693878"/>
                <a:gd name="connsiteX2" fmla="*/ 3475809 w 4900749"/>
                <a:gd name="connsiteY2" fmla="*/ 47789 h 1693878"/>
                <a:gd name="connsiteX3" fmla="*/ 4230189 w 4900749"/>
                <a:gd name="connsiteY3" fmla="*/ 306869 h 1693878"/>
                <a:gd name="connsiteX4" fmla="*/ 4590742 w 4900749"/>
                <a:gd name="connsiteY4" fmla="*/ 608345 h 1693878"/>
                <a:gd name="connsiteX5" fmla="*/ 4900749 w 4900749"/>
                <a:gd name="connsiteY5" fmla="*/ 939329 h 1693878"/>
                <a:gd name="connsiteX6" fmla="*/ 4766002 w 4900749"/>
                <a:gd name="connsiteY6" fmla="*/ 1693878 h 1693878"/>
                <a:gd name="connsiteX7" fmla="*/ 0 w 4900749"/>
                <a:gd name="connsiteY7" fmla="*/ 1152858 h 1693878"/>
                <a:gd name="connsiteX8" fmla="*/ 876300 w 4900749"/>
                <a:gd name="connsiteY8" fmla="*/ 410225 h 1693878"/>
                <a:gd name="connsiteX0" fmla="*/ 876300 w 4900749"/>
                <a:gd name="connsiteY0" fmla="*/ 410225 h 1693878"/>
                <a:gd name="connsiteX1" fmla="*/ 2294709 w 4900749"/>
                <a:gd name="connsiteY1" fmla="*/ 32550 h 1693878"/>
                <a:gd name="connsiteX2" fmla="*/ 3475809 w 4900749"/>
                <a:gd name="connsiteY2" fmla="*/ 47789 h 1693878"/>
                <a:gd name="connsiteX3" fmla="*/ 4230189 w 4900749"/>
                <a:gd name="connsiteY3" fmla="*/ 306869 h 1693878"/>
                <a:gd name="connsiteX4" fmla="*/ 4590742 w 4900749"/>
                <a:gd name="connsiteY4" fmla="*/ 608345 h 1693878"/>
                <a:gd name="connsiteX5" fmla="*/ 4900749 w 4900749"/>
                <a:gd name="connsiteY5" fmla="*/ 939329 h 1693878"/>
                <a:gd name="connsiteX6" fmla="*/ 4766002 w 4900749"/>
                <a:gd name="connsiteY6" fmla="*/ 1693878 h 1693878"/>
                <a:gd name="connsiteX7" fmla="*/ 321129 w 4900749"/>
                <a:gd name="connsiteY7" fmla="*/ 1457490 h 1693878"/>
                <a:gd name="connsiteX8" fmla="*/ 0 w 4900749"/>
                <a:gd name="connsiteY8" fmla="*/ 1152858 h 1693878"/>
                <a:gd name="connsiteX9" fmla="*/ 876300 w 4900749"/>
                <a:gd name="connsiteY9" fmla="*/ 410225 h 1693878"/>
                <a:gd name="connsiteX0" fmla="*/ 876300 w 4900749"/>
                <a:gd name="connsiteY0" fmla="*/ 410225 h 1751325"/>
                <a:gd name="connsiteX1" fmla="*/ 2294709 w 4900749"/>
                <a:gd name="connsiteY1" fmla="*/ 32550 h 1751325"/>
                <a:gd name="connsiteX2" fmla="*/ 3475809 w 4900749"/>
                <a:gd name="connsiteY2" fmla="*/ 47789 h 1751325"/>
                <a:gd name="connsiteX3" fmla="*/ 4230189 w 4900749"/>
                <a:gd name="connsiteY3" fmla="*/ 306869 h 1751325"/>
                <a:gd name="connsiteX4" fmla="*/ 4590742 w 4900749"/>
                <a:gd name="connsiteY4" fmla="*/ 608345 h 1751325"/>
                <a:gd name="connsiteX5" fmla="*/ 4900749 w 4900749"/>
                <a:gd name="connsiteY5" fmla="*/ 939329 h 1751325"/>
                <a:gd name="connsiteX6" fmla="*/ 4766002 w 4900749"/>
                <a:gd name="connsiteY6" fmla="*/ 1693878 h 1751325"/>
                <a:gd name="connsiteX7" fmla="*/ 968829 w 4900749"/>
                <a:gd name="connsiteY7" fmla="*/ 1708950 h 1751325"/>
                <a:gd name="connsiteX8" fmla="*/ 321129 w 4900749"/>
                <a:gd name="connsiteY8" fmla="*/ 1457490 h 1751325"/>
                <a:gd name="connsiteX9" fmla="*/ 0 w 4900749"/>
                <a:gd name="connsiteY9" fmla="*/ 1152858 h 1751325"/>
                <a:gd name="connsiteX10" fmla="*/ 876300 w 4900749"/>
                <a:gd name="connsiteY10" fmla="*/ 410225 h 1751325"/>
                <a:gd name="connsiteX0" fmla="*/ 876300 w 4900749"/>
                <a:gd name="connsiteY0" fmla="*/ 410225 h 1740152"/>
                <a:gd name="connsiteX1" fmla="*/ 2294709 w 4900749"/>
                <a:gd name="connsiteY1" fmla="*/ 32550 h 1740152"/>
                <a:gd name="connsiteX2" fmla="*/ 3475809 w 4900749"/>
                <a:gd name="connsiteY2" fmla="*/ 47789 h 1740152"/>
                <a:gd name="connsiteX3" fmla="*/ 4230189 w 4900749"/>
                <a:gd name="connsiteY3" fmla="*/ 306869 h 1740152"/>
                <a:gd name="connsiteX4" fmla="*/ 4590742 w 4900749"/>
                <a:gd name="connsiteY4" fmla="*/ 608345 h 1740152"/>
                <a:gd name="connsiteX5" fmla="*/ 4900749 w 4900749"/>
                <a:gd name="connsiteY5" fmla="*/ 939329 h 1740152"/>
                <a:gd name="connsiteX6" fmla="*/ 4766002 w 4900749"/>
                <a:gd name="connsiteY6" fmla="*/ 1693878 h 1740152"/>
                <a:gd name="connsiteX7" fmla="*/ 1006929 w 4900749"/>
                <a:gd name="connsiteY7" fmla="*/ 1678470 h 1740152"/>
                <a:gd name="connsiteX8" fmla="*/ 321129 w 4900749"/>
                <a:gd name="connsiteY8" fmla="*/ 1457490 h 1740152"/>
                <a:gd name="connsiteX9" fmla="*/ 0 w 4900749"/>
                <a:gd name="connsiteY9" fmla="*/ 1152858 h 1740152"/>
                <a:gd name="connsiteX10" fmla="*/ 876300 w 4900749"/>
                <a:gd name="connsiteY10" fmla="*/ 410225 h 1740152"/>
                <a:gd name="connsiteX0" fmla="*/ 880118 w 4904567"/>
                <a:gd name="connsiteY0" fmla="*/ 410225 h 1740152"/>
                <a:gd name="connsiteX1" fmla="*/ 2298527 w 4904567"/>
                <a:gd name="connsiteY1" fmla="*/ 32550 h 1740152"/>
                <a:gd name="connsiteX2" fmla="*/ 3479627 w 4904567"/>
                <a:gd name="connsiteY2" fmla="*/ 47789 h 1740152"/>
                <a:gd name="connsiteX3" fmla="*/ 4234007 w 4904567"/>
                <a:gd name="connsiteY3" fmla="*/ 306869 h 1740152"/>
                <a:gd name="connsiteX4" fmla="*/ 4594560 w 4904567"/>
                <a:gd name="connsiteY4" fmla="*/ 608345 h 1740152"/>
                <a:gd name="connsiteX5" fmla="*/ 4904567 w 4904567"/>
                <a:gd name="connsiteY5" fmla="*/ 939329 h 1740152"/>
                <a:gd name="connsiteX6" fmla="*/ 4769820 w 4904567"/>
                <a:gd name="connsiteY6" fmla="*/ 1693878 h 1740152"/>
                <a:gd name="connsiteX7" fmla="*/ 1010747 w 4904567"/>
                <a:gd name="connsiteY7" fmla="*/ 1678470 h 1740152"/>
                <a:gd name="connsiteX8" fmla="*/ 324947 w 4904567"/>
                <a:gd name="connsiteY8" fmla="*/ 1457490 h 1740152"/>
                <a:gd name="connsiteX9" fmla="*/ 3818 w 4904567"/>
                <a:gd name="connsiteY9" fmla="*/ 1152858 h 1740152"/>
                <a:gd name="connsiteX10" fmla="*/ 880118 w 4904567"/>
                <a:gd name="connsiteY10" fmla="*/ 410225 h 1740152"/>
                <a:gd name="connsiteX0" fmla="*/ 1043419 w 5067868"/>
                <a:gd name="connsiteY0" fmla="*/ 410225 h 1740152"/>
                <a:gd name="connsiteX1" fmla="*/ 2461828 w 5067868"/>
                <a:gd name="connsiteY1" fmla="*/ 32550 h 1740152"/>
                <a:gd name="connsiteX2" fmla="*/ 3642928 w 5067868"/>
                <a:gd name="connsiteY2" fmla="*/ 47789 h 1740152"/>
                <a:gd name="connsiteX3" fmla="*/ 4397308 w 5067868"/>
                <a:gd name="connsiteY3" fmla="*/ 306869 h 1740152"/>
                <a:gd name="connsiteX4" fmla="*/ 4757861 w 5067868"/>
                <a:gd name="connsiteY4" fmla="*/ 608345 h 1740152"/>
                <a:gd name="connsiteX5" fmla="*/ 5067868 w 5067868"/>
                <a:gd name="connsiteY5" fmla="*/ 939329 h 1740152"/>
                <a:gd name="connsiteX6" fmla="*/ 4933121 w 5067868"/>
                <a:gd name="connsiteY6" fmla="*/ 1693878 h 1740152"/>
                <a:gd name="connsiteX7" fmla="*/ 1174048 w 5067868"/>
                <a:gd name="connsiteY7" fmla="*/ 1678470 h 1740152"/>
                <a:gd name="connsiteX8" fmla="*/ 488248 w 5067868"/>
                <a:gd name="connsiteY8" fmla="*/ 1457490 h 1740152"/>
                <a:gd name="connsiteX9" fmla="*/ 167119 w 5067868"/>
                <a:gd name="connsiteY9" fmla="*/ 1152858 h 1740152"/>
                <a:gd name="connsiteX10" fmla="*/ 1043419 w 5067868"/>
                <a:gd name="connsiteY10" fmla="*/ 410225 h 1740152"/>
                <a:gd name="connsiteX0" fmla="*/ 1063949 w 5088398"/>
                <a:gd name="connsiteY0" fmla="*/ 410225 h 1740152"/>
                <a:gd name="connsiteX1" fmla="*/ 2482358 w 5088398"/>
                <a:gd name="connsiteY1" fmla="*/ 32550 h 1740152"/>
                <a:gd name="connsiteX2" fmla="*/ 3663458 w 5088398"/>
                <a:gd name="connsiteY2" fmla="*/ 47789 h 1740152"/>
                <a:gd name="connsiteX3" fmla="*/ 4417838 w 5088398"/>
                <a:gd name="connsiteY3" fmla="*/ 306869 h 1740152"/>
                <a:gd name="connsiteX4" fmla="*/ 4778391 w 5088398"/>
                <a:gd name="connsiteY4" fmla="*/ 608345 h 1740152"/>
                <a:gd name="connsiteX5" fmla="*/ 5088398 w 5088398"/>
                <a:gd name="connsiteY5" fmla="*/ 939329 h 1740152"/>
                <a:gd name="connsiteX6" fmla="*/ 4953651 w 5088398"/>
                <a:gd name="connsiteY6" fmla="*/ 1693878 h 1740152"/>
                <a:gd name="connsiteX7" fmla="*/ 1194578 w 5088398"/>
                <a:gd name="connsiteY7" fmla="*/ 1678470 h 1740152"/>
                <a:gd name="connsiteX8" fmla="*/ 508778 w 5088398"/>
                <a:gd name="connsiteY8" fmla="*/ 1457490 h 1740152"/>
                <a:gd name="connsiteX9" fmla="*/ 187649 w 5088398"/>
                <a:gd name="connsiteY9" fmla="*/ 1152858 h 1740152"/>
                <a:gd name="connsiteX10" fmla="*/ 1063949 w 5088398"/>
                <a:gd name="connsiteY10" fmla="*/ 410225 h 1740152"/>
                <a:gd name="connsiteX0" fmla="*/ 1033570 w 5058019"/>
                <a:gd name="connsiteY0" fmla="*/ 410225 h 1740152"/>
                <a:gd name="connsiteX1" fmla="*/ 2451979 w 5058019"/>
                <a:gd name="connsiteY1" fmla="*/ 32550 h 1740152"/>
                <a:gd name="connsiteX2" fmla="*/ 3633079 w 5058019"/>
                <a:gd name="connsiteY2" fmla="*/ 47789 h 1740152"/>
                <a:gd name="connsiteX3" fmla="*/ 4387459 w 5058019"/>
                <a:gd name="connsiteY3" fmla="*/ 306869 h 1740152"/>
                <a:gd name="connsiteX4" fmla="*/ 4748012 w 5058019"/>
                <a:gd name="connsiteY4" fmla="*/ 608345 h 1740152"/>
                <a:gd name="connsiteX5" fmla="*/ 5058019 w 5058019"/>
                <a:gd name="connsiteY5" fmla="*/ 939329 h 1740152"/>
                <a:gd name="connsiteX6" fmla="*/ 4923272 w 5058019"/>
                <a:gd name="connsiteY6" fmla="*/ 1693878 h 1740152"/>
                <a:gd name="connsiteX7" fmla="*/ 1164199 w 5058019"/>
                <a:gd name="connsiteY7" fmla="*/ 1678470 h 1740152"/>
                <a:gd name="connsiteX8" fmla="*/ 478399 w 5058019"/>
                <a:gd name="connsiteY8" fmla="*/ 1457490 h 1740152"/>
                <a:gd name="connsiteX9" fmla="*/ 157270 w 5058019"/>
                <a:gd name="connsiteY9" fmla="*/ 1152858 h 1740152"/>
                <a:gd name="connsiteX10" fmla="*/ 1033570 w 5058019"/>
                <a:gd name="connsiteY10" fmla="*/ 410225 h 1740152"/>
                <a:gd name="connsiteX0" fmla="*/ 1033570 w 5058019"/>
                <a:gd name="connsiteY0" fmla="*/ 410225 h 1740152"/>
                <a:gd name="connsiteX1" fmla="*/ 2451979 w 5058019"/>
                <a:gd name="connsiteY1" fmla="*/ 32550 h 1740152"/>
                <a:gd name="connsiteX2" fmla="*/ 3633079 w 5058019"/>
                <a:gd name="connsiteY2" fmla="*/ 47789 h 1740152"/>
                <a:gd name="connsiteX3" fmla="*/ 4387459 w 5058019"/>
                <a:gd name="connsiteY3" fmla="*/ 306869 h 1740152"/>
                <a:gd name="connsiteX4" fmla="*/ 4748012 w 5058019"/>
                <a:gd name="connsiteY4" fmla="*/ 608345 h 1740152"/>
                <a:gd name="connsiteX5" fmla="*/ 5058019 w 5058019"/>
                <a:gd name="connsiteY5" fmla="*/ 939329 h 1740152"/>
                <a:gd name="connsiteX6" fmla="*/ 4923272 w 5058019"/>
                <a:gd name="connsiteY6" fmla="*/ 1693878 h 1740152"/>
                <a:gd name="connsiteX7" fmla="*/ 1164199 w 5058019"/>
                <a:gd name="connsiteY7" fmla="*/ 1678470 h 1740152"/>
                <a:gd name="connsiteX8" fmla="*/ 478399 w 5058019"/>
                <a:gd name="connsiteY8" fmla="*/ 1457490 h 1740152"/>
                <a:gd name="connsiteX9" fmla="*/ 157270 w 5058019"/>
                <a:gd name="connsiteY9" fmla="*/ 1152858 h 1740152"/>
                <a:gd name="connsiteX10" fmla="*/ 1033570 w 5058019"/>
                <a:gd name="connsiteY10" fmla="*/ 410225 h 1740152"/>
                <a:gd name="connsiteX0" fmla="*/ 1108258 w 5048887"/>
                <a:gd name="connsiteY0" fmla="*/ 387365 h 1740152"/>
                <a:gd name="connsiteX1" fmla="*/ 2442847 w 5048887"/>
                <a:gd name="connsiteY1" fmla="*/ 32550 h 1740152"/>
                <a:gd name="connsiteX2" fmla="*/ 3623947 w 5048887"/>
                <a:gd name="connsiteY2" fmla="*/ 47789 h 1740152"/>
                <a:gd name="connsiteX3" fmla="*/ 4378327 w 5048887"/>
                <a:gd name="connsiteY3" fmla="*/ 306869 h 1740152"/>
                <a:gd name="connsiteX4" fmla="*/ 4738880 w 5048887"/>
                <a:gd name="connsiteY4" fmla="*/ 608345 h 1740152"/>
                <a:gd name="connsiteX5" fmla="*/ 5048887 w 5048887"/>
                <a:gd name="connsiteY5" fmla="*/ 939329 h 1740152"/>
                <a:gd name="connsiteX6" fmla="*/ 4914140 w 5048887"/>
                <a:gd name="connsiteY6" fmla="*/ 1693878 h 1740152"/>
                <a:gd name="connsiteX7" fmla="*/ 1155067 w 5048887"/>
                <a:gd name="connsiteY7" fmla="*/ 1678470 h 1740152"/>
                <a:gd name="connsiteX8" fmla="*/ 469267 w 5048887"/>
                <a:gd name="connsiteY8" fmla="*/ 1457490 h 1740152"/>
                <a:gd name="connsiteX9" fmla="*/ 148138 w 5048887"/>
                <a:gd name="connsiteY9" fmla="*/ 1152858 h 1740152"/>
                <a:gd name="connsiteX10" fmla="*/ 1108258 w 5048887"/>
                <a:gd name="connsiteY10" fmla="*/ 387365 h 1740152"/>
                <a:gd name="connsiteX0" fmla="*/ 1126652 w 5067281"/>
                <a:gd name="connsiteY0" fmla="*/ 387365 h 1740152"/>
                <a:gd name="connsiteX1" fmla="*/ 2461241 w 5067281"/>
                <a:gd name="connsiteY1" fmla="*/ 32550 h 1740152"/>
                <a:gd name="connsiteX2" fmla="*/ 3642341 w 5067281"/>
                <a:gd name="connsiteY2" fmla="*/ 47789 h 1740152"/>
                <a:gd name="connsiteX3" fmla="*/ 4396721 w 5067281"/>
                <a:gd name="connsiteY3" fmla="*/ 306869 h 1740152"/>
                <a:gd name="connsiteX4" fmla="*/ 4757274 w 5067281"/>
                <a:gd name="connsiteY4" fmla="*/ 608345 h 1740152"/>
                <a:gd name="connsiteX5" fmla="*/ 5067281 w 5067281"/>
                <a:gd name="connsiteY5" fmla="*/ 939329 h 1740152"/>
                <a:gd name="connsiteX6" fmla="*/ 4932534 w 5067281"/>
                <a:gd name="connsiteY6" fmla="*/ 1693878 h 1740152"/>
                <a:gd name="connsiteX7" fmla="*/ 1173461 w 5067281"/>
                <a:gd name="connsiteY7" fmla="*/ 1678470 h 1740152"/>
                <a:gd name="connsiteX8" fmla="*/ 487661 w 5067281"/>
                <a:gd name="connsiteY8" fmla="*/ 1457490 h 1740152"/>
                <a:gd name="connsiteX9" fmla="*/ 166532 w 5067281"/>
                <a:gd name="connsiteY9" fmla="*/ 1152858 h 1740152"/>
                <a:gd name="connsiteX10" fmla="*/ 1126652 w 5067281"/>
                <a:gd name="connsiteY10" fmla="*/ 387365 h 1740152"/>
                <a:gd name="connsiteX0" fmla="*/ 1126652 w 5067281"/>
                <a:gd name="connsiteY0" fmla="*/ 492308 h 1845095"/>
                <a:gd name="connsiteX1" fmla="*/ 2461241 w 5067281"/>
                <a:gd name="connsiteY1" fmla="*/ 137493 h 1845095"/>
                <a:gd name="connsiteX2" fmla="*/ 3642341 w 5067281"/>
                <a:gd name="connsiteY2" fmla="*/ 152732 h 1845095"/>
                <a:gd name="connsiteX3" fmla="*/ 4396721 w 5067281"/>
                <a:gd name="connsiteY3" fmla="*/ 411812 h 1845095"/>
                <a:gd name="connsiteX4" fmla="*/ 4757274 w 5067281"/>
                <a:gd name="connsiteY4" fmla="*/ 713288 h 1845095"/>
                <a:gd name="connsiteX5" fmla="*/ 5067281 w 5067281"/>
                <a:gd name="connsiteY5" fmla="*/ 1044272 h 1845095"/>
                <a:gd name="connsiteX6" fmla="*/ 4932534 w 5067281"/>
                <a:gd name="connsiteY6" fmla="*/ 1798821 h 1845095"/>
                <a:gd name="connsiteX7" fmla="*/ 1173461 w 5067281"/>
                <a:gd name="connsiteY7" fmla="*/ 1783413 h 1845095"/>
                <a:gd name="connsiteX8" fmla="*/ 487661 w 5067281"/>
                <a:gd name="connsiteY8" fmla="*/ 1562433 h 1845095"/>
                <a:gd name="connsiteX9" fmla="*/ 166532 w 5067281"/>
                <a:gd name="connsiteY9" fmla="*/ 1257801 h 1845095"/>
                <a:gd name="connsiteX10" fmla="*/ 1126652 w 5067281"/>
                <a:gd name="connsiteY10" fmla="*/ 492308 h 1845095"/>
                <a:gd name="connsiteX0" fmla="*/ 1126652 w 5067281"/>
                <a:gd name="connsiteY0" fmla="*/ 512493 h 1865280"/>
                <a:gd name="connsiteX1" fmla="*/ 2461241 w 5067281"/>
                <a:gd name="connsiteY1" fmla="*/ 157678 h 1865280"/>
                <a:gd name="connsiteX2" fmla="*/ 3642341 w 5067281"/>
                <a:gd name="connsiteY2" fmla="*/ 172917 h 1865280"/>
                <a:gd name="connsiteX3" fmla="*/ 4396721 w 5067281"/>
                <a:gd name="connsiteY3" fmla="*/ 431997 h 1865280"/>
                <a:gd name="connsiteX4" fmla="*/ 4757274 w 5067281"/>
                <a:gd name="connsiteY4" fmla="*/ 733473 h 1865280"/>
                <a:gd name="connsiteX5" fmla="*/ 5067281 w 5067281"/>
                <a:gd name="connsiteY5" fmla="*/ 1064457 h 1865280"/>
                <a:gd name="connsiteX6" fmla="*/ 4932534 w 5067281"/>
                <a:gd name="connsiteY6" fmla="*/ 1819006 h 1865280"/>
                <a:gd name="connsiteX7" fmla="*/ 1173461 w 5067281"/>
                <a:gd name="connsiteY7" fmla="*/ 1803598 h 1865280"/>
                <a:gd name="connsiteX8" fmla="*/ 487661 w 5067281"/>
                <a:gd name="connsiteY8" fmla="*/ 1582618 h 1865280"/>
                <a:gd name="connsiteX9" fmla="*/ 166532 w 5067281"/>
                <a:gd name="connsiteY9" fmla="*/ 1277986 h 1865280"/>
                <a:gd name="connsiteX10" fmla="*/ 1126652 w 5067281"/>
                <a:gd name="connsiteY10" fmla="*/ 512493 h 1865280"/>
                <a:gd name="connsiteX0" fmla="*/ 1126652 w 5067281"/>
                <a:gd name="connsiteY0" fmla="*/ 482457 h 1835244"/>
                <a:gd name="connsiteX1" fmla="*/ 2461241 w 5067281"/>
                <a:gd name="connsiteY1" fmla="*/ 127642 h 1835244"/>
                <a:gd name="connsiteX2" fmla="*/ 3642341 w 5067281"/>
                <a:gd name="connsiteY2" fmla="*/ 142881 h 1835244"/>
                <a:gd name="connsiteX3" fmla="*/ 4396721 w 5067281"/>
                <a:gd name="connsiteY3" fmla="*/ 401961 h 1835244"/>
                <a:gd name="connsiteX4" fmla="*/ 4757274 w 5067281"/>
                <a:gd name="connsiteY4" fmla="*/ 703437 h 1835244"/>
                <a:gd name="connsiteX5" fmla="*/ 5067281 w 5067281"/>
                <a:gd name="connsiteY5" fmla="*/ 1034421 h 1835244"/>
                <a:gd name="connsiteX6" fmla="*/ 4932534 w 5067281"/>
                <a:gd name="connsiteY6" fmla="*/ 1788970 h 1835244"/>
                <a:gd name="connsiteX7" fmla="*/ 1173461 w 5067281"/>
                <a:gd name="connsiteY7" fmla="*/ 1773562 h 1835244"/>
                <a:gd name="connsiteX8" fmla="*/ 487661 w 5067281"/>
                <a:gd name="connsiteY8" fmla="*/ 1552582 h 1835244"/>
                <a:gd name="connsiteX9" fmla="*/ 166532 w 5067281"/>
                <a:gd name="connsiteY9" fmla="*/ 1247950 h 1835244"/>
                <a:gd name="connsiteX10" fmla="*/ 1126652 w 5067281"/>
                <a:gd name="connsiteY10" fmla="*/ 482457 h 1835244"/>
                <a:gd name="connsiteX0" fmla="*/ 1126652 w 5067281"/>
                <a:gd name="connsiteY0" fmla="*/ 482457 h 1835244"/>
                <a:gd name="connsiteX1" fmla="*/ 2461241 w 5067281"/>
                <a:gd name="connsiteY1" fmla="*/ 127642 h 1835244"/>
                <a:gd name="connsiteX2" fmla="*/ 3642341 w 5067281"/>
                <a:gd name="connsiteY2" fmla="*/ 142881 h 1835244"/>
                <a:gd name="connsiteX3" fmla="*/ 4396721 w 5067281"/>
                <a:gd name="connsiteY3" fmla="*/ 401961 h 1835244"/>
                <a:gd name="connsiteX4" fmla="*/ 4757274 w 5067281"/>
                <a:gd name="connsiteY4" fmla="*/ 703437 h 1835244"/>
                <a:gd name="connsiteX5" fmla="*/ 5067281 w 5067281"/>
                <a:gd name="connsiteY5" fmla="*/ 1034421 h 1835244"/>
                <a:gd name="connsiteX6" fmla="*/ 4932534 w 5067281"/>
                <a:gd name="connsiteY6" fmla="*/ 1788970 h 1835244"/>
                <a:gd name="connsiteX7" fmla="*/ 1173461 w 5067281"/>
                <a:gd name="connsiteY7" fmla="*/ 1773562 h 1835244"/>
                <a:gd name="connsiteX8" fmla="*/ 487661 w 5067281"/>
                <a:gd name="connsiteY8" fmla="*/ 1552582 h 1835244"/>
                <a:gd name="connsiteX9" fmla="*/ 166532 w 5067281"/>
                <a:gd name="connsiteY9" fmla="*/ 1247950 h 1835244"/>
                <a:gd name="connsiteX10" fmla="*/ 1126652 w 5067281"/>
                <a:gd name="connsiteY10" fmla="*/ 482457 h 1835244"/>
                <a:gd name="connsiteX0" fmla="*/ 1126652 w 5067281"/>
                <a:gd name="connsiteY0" fmla="*/ 482457 h 1835244"/>
                <a:gd name="connsiteX1" fmla="*/ 2461241 w 5067281"/>
                <a:gd name="connsiteY1" fmla="*/ 127642 h 1835244"/>
                <a:gd name="connsiteX2" fmla="*/ 3642341 w 5067281"/>
                <a:gd name="connsiteY2" fmla="*/ 142881 h 1835244"/>
                <a:gd name="connsiteX3" fmla="*/ 4396721 w 5067281"/>
                <a:gd name="connsiteY3" fmla="*/ 401961 h 1835244"/>
                <a:gd name="connsiteX4" fmla="*/ 4757274 w 5067281"/>
                <a:gd name="connsiteY4" fmla="*/ 703437 h 1835244"/>
                <a:gd name="connsiteX5" fmla="*/ 5067281 w 5067281"/>
                <a:gd name="connsiteY5" fmla="*/ 1034421 h 1835244"/>
                <a:gd name="connsiteX6" fmla="*/ 4932534 w 5067281"/>
                <a:gd name="connsiteY6" fmla="*/ 1788970 h 1835244"/>
                <a:gd name="connsiteX7" fmla="*/ 1173461 w 5067281"/>
                <a:gd name="connsiteY7" fmla="*/ 1773562 h 1835244"/>
                <a:gd name="connsiteX8" fmla="*/ 487661 w 5067281"/>
                <a:gd name="connsiteY8" fmla="*/ 1552582 h 1835244"/>
                <a:gd name="connsiteX9" fmla="*/ 166532 w 5067281"/>
                <a:gd name="connsiteY9" fmla="*/ 1247950 h 1835244"/>
                <a:gd name="connsiteX10" fmla="*/ 1126652 w 5067281"/>
                <a:gd name="connsiteY10" fmla="*/ 482457 h 1835244"/>
                <a:gd name="connsiteX0" fmla="*/ 1126652 w 5067281"/>
                <a:gd name="connsiteY0" fmla="*/ 482457 h 1835244"/>
                <a:gd name="connsiteX1" fmla="*/ 2461241 w 5067281"/>
                <a:gd name="connsiteY1" fmla="*/ 127642 h 1835244"/>
                <a:gd name="connsiteX2" fmla="*/ 3642341 w 5067281"/>
                <a:gd name="connsiteY2" fmla="*/ 142881 h 1835244"/>
                <a:gd name="connsiteX3" fmla="*/ 4396721 w 5067281"/>
                <a:gd name="connsiteY3" fmla="*/ 401961 h 1835244"/>
                <a:gd name="connsiteX4" fmla="*/ 4757274 w 5067281"/>
                <a:gd name="connsiteY4" fmla="*/ 703437 h 1835244"/>
                <a:gd name="connsiteX5" fmla="*/ 5067281 w 5067281"/>
                <a:gd name="connsiteY5" fmla="*/ 1034421 h 1835244"/>
                <a:gd name="connsiteX6" fmla="*/ 4932534 w 5067281"/>
                <a:gd name="connsiteY6" fmla="*/ 1788970 h 1835244"/>
                <a:gd name="connsiteX7" fmla="*/ 1173461 w 5067281"/>
                <a:gd name="connsiteY7" fmla="*/ 1773562 h 1835244"/>
                <a:gd name="connsiteX8" fmla="*/ 487661 w 5067281"/>
                <a:gd name="connsiteY8" fmla="*/ 1552582 h 1835244"/>
                <a:gd name="connsiteX9" fmla="*/ 166532 w 5067281"/>
                <a:gd name="connsiteY9" fmla="*/ 1247950 h 1835244"/>
                <a:gd name="connsiteX10" fmla="*/ 1126652 w 5067281"/>
                <a:gd name="connsiteY10" fmla="*/ 482457 h 1835244"/>
                <a:gd name="connsiteX0" fmla="*/ 1126652 w 5198778"/>
                <a:gd name="connsiteY0" fmla="*/ 482457 h 1835244"/>
                <a:gd name="connsiteX1" fmla="*/ 2461241 w 5198778"/>
                <a:gd name="connsiteY1" fmla="*/ 127642 h 1835244"/>
                <a:gd name="connsiteX2" fmla="*/ 3642341 w 5198778"/>
                <a:gd name="connsiteY2" fmla="*/ 142881 h 1835244"/>
                <a:gd name="connsiteX3" fmla="*/ 4396721 w 5198778"/>
                <a:gd name="connsiteY3" fmla="*/ 401961 h 1835244"/>
                <a:gd name="connsiteX4" fmla="*/ 4757274 w 5198778"/>
                <a:gd name="connsiteY4" fmla="*/ 703437 h 1835244"/>
                <a:gd name="connsiteX5" fmla="*/ 5067281 w 5198778"/>
                <a:gd name="connsiteY5" fmla="*/ 1034421 h 1835244"/>
                <a:gd name="connsiteX6" fmla="*/ 4932534 w 5198778"/>
                <a:gd name="connsiteY6" fmla="*/ 1788970 h 1835244"/>
                <a:gd name="connsiteX7" fmla="*/ 1173461 w 5198778"/>
                <a:gd name="connsiteY7" fmla="*/ 1773562 h 1835244"/>
                <a:gd name="connsiteX8" fmla="*/ 487661 w 5198778"/>
                <a:gd name="connsiteY8" fmla="*/ 1552582 h 1835244"/>
                <a:gd name="connsiteX9" fmla="*/ 166532 w 5198778"/>
                <a:gd name="connsiteY9" fmla="*/ 1247950 h 1835244"/>
                <a:gd name="connsiteX10" fmla="*/ 1126652 w 5198778"/>
                <a:gd name="connsiteY10" fmla="*/ 482457 h 1835244"/>
                <a:gd name="connsiteX0" fmla="*/ 1126652 w 5220574"/>
                <a:gd name="connsiteY0" fmla="*/ 482457 h 1835244"/>
                <a:gd name="connsiteX1" fmla="*/ 2461241 w 5220574"/>
                <a:gd name="connsiteY1" fmla="*/ 127642 h 1835244"/>
                <a:gd name="connsiteX2" fmla="*/ 3642341 w 5220574"/>
                <a:gd name="connsiteY2" fmla="*/ 142881 h 1835244"/>
                <a:gd name="connsiteX3" fmla="*/ 4396721 w 5220574"/>
                <a:gd name="connsiteY3" fmla="*/ 401961 h 1835244"/>
                <a:gd name="connsiteX4" fmla="*/ 4757274 w 5220574"/>
                <a:gd name="connsiteY4" fmla="*/ 703437 h 1835244"/>
                <a:gd name="connsiteX5" fmla="*/ 5067281 w 5220574"/>
                <a:gd name="connsiteY5" fmla="*/ 1034421 h 1835244"/>
                <a:gd name="connsiteX6" fmla="*/ 4932534 w 5220574"/>
                <a:gd name="connsiteY6" fmla="*/ 1788970 h 1835244"/>
                <a:gd name="connsiteX7" fmla="*/ 1173461 w 5220574"/>
                <a:gd name="connsiteY7" fmla="*/ 1773562 h 1835244"/>
                <a:gd name="connsiteX8" fmla="*/ 487661 w 5220574"/>
                <a:gd name="connsiteY8" fmla="*/ 1552582 h 1835244"/>
                <a:gd name="connsiteX9" fmla="*/ 166532 w 5220574"/>
                <a:gd name="connsiteY9" fmla="*/ 1247950 h 1835244"/>
                <a:gd name="connsiteX10" fmla="*/ 1126652 w 5220574"/>
                <a:gd name="connsiteY10" fmla="*/ 482457 h 183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20574" h="1835244">
                  <a:moveTo>
                    <a:pt x="1126652" y="482457"/>
                  </a:moveTo>
                  <a:cubicBezTo>
                    <a:pt x="1322413" y="408769"/>
                    <a:pt x="1800660" y="5168"/>
                    <a:pt x="2461241" y="127642"/>
                  </a:cubicBezTo>
                  <a:cubicBezTo>
                    <a:pt x="3152302" y="-115644"/>
                    <a:pt x="3341351" y="46361"/>
                    <a:pt x="3642341" y="142881"/>
                  </a:cubicBezTo>
                  <a:cubicBezTo>
                    <a:pt x="4171931" y="87001"/>
                    <a:pt x="4227409" y="352985"/>
                    <a:pt x="4396721" y="401961"/>
                  </a:cubicBezTo>
                  <a:cubicBezTo>
                    <a:pt x="4699785" y="487213"/>
                    <a:pt x="4766630" y="633425"/>
                    <a:pt x="4757274" y="703437"/>
                  </a:cubicBezTo>
                  <a:cubicBezTo>
                    <a:pt x="4786950" y="854405"/>
                    <a:pt x="5037605" y="883453"/>
                    <a:pt x="5067281" y="1034421"/>
                  </a:cubicBezTo>
                  <a:cubicBezTo>
                    <a:pt x="5410985" y="1407857"/>
                    <a:pt x="5091750" y="1712714"/>
                    <a:pt x="4932534" y="1788970"/>
                  </a:cubicBezTo>
                  <a:cubicBezTo>
                    <a:pt x="4259434" y="1881680"/>
                    <a:pt x="1914273" y="1812960"/>
                    <a:pt x="1173461" y="1773562"/>
                  </a:cubicBezTo>
                  <a:cubicBezTo>
                    <a:pt x="432649" y="1734164"/>
                    <a:pt x="631352" y="1609704"/>
                    <a:pt x="487661" y="1552582"/>
                  </a:cubicBezTo>
                  <a:cubicBezTo>
                    <a:pt x="380618" y="1451038"/>
                    <a:pt x="128795" y="1494274"/>
                    <a:pt x="166532" y="1247950"/>
                  </a:cubicBezTo>
                  <a:cubicBezTo>
                    <a:pt x="-356708" y="863246"/>
                    <a:pt x="461172" y="516641"/>
                    <a:pt x="1126652" y="482457"/>
                  </a:cubicBezTo>
                  <a:close/>
                </a:path>
              </a:pathLst>
            </a:custGeom>
            <a:solidFill>
              <a:srgbClr val="98AFAC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E136BF7-7BE0-4578-22A0-E4537AB47E0D}"/>
                </a:ext>
              </a:extLst>
            </p:cNvPr>
            <p:cNvSpPr/>
            <p:nvPr/>
          </p:nvSpPr>
          <p:spPr>
            <a:xfrm>
              <a:off x="2858534" y="1758807"/>
              <a:ext cx="4938568" cy="1210569"/>
            </a:xfrm>
            <a:custGeom>
              <a:avLst/>
              <a:gdLst>
                <a:gd name="connsiteX0" fmla="*/ 3059275 w 4938568"/>
                <a:gd name="connsiteY0" fmla="*/ 101 h 1210569"/>
                <a:gd name="connsiteX1" fmla="*/ 3642341 w 4938568"/>
                <a:gd name="connsiteY1" fmla="*/ 142881 h 1210569"/>
                <a:gd name="connsiteX2" fmla="*/ 4396721 w 4938568"/>
                <a:gd name="connsiteY2" fmla="*/ 401961 h 1210569"/>
                <a:gd name="connsiteX3" fmla="*/ 4757274 w 4938568"/>
                <a:gd name="connsiteY3" fmla="*/ 703437 h 1210569"/>
                <a:gd name="connsiteX4" fmla="*/ 4912278 w 4938568"/>
                <a:gd name="connsiteY4" fmla="*/ 868929 h 1210569"/>
                <a:gd name="connsiteX5" fmla="*/ 4938568 w 4938568"/>
                <a:gd name="connsiteY5" fmla="*/ 886336 h 1210569"/>
                <a:gd name="connsiteX6" fmla="*/ 4871627 w 4938568"/>
                <a:gd name="connsiteY6" fmla="*/ 893402 h 1210569"/>
                <a:gd name="connsiteX7" fmla="*/ 4312900 w 4938568"/>
                <a:gd name="connsiteY7" fmla="*/ 859163 h 1210569"/>
                <a:gd name="connsiteX8" fmla="*/ 3832840 w 4938568"/>
                <a:gd name="connsiteY8" fmla="*/ 744863 h 1210569"/>
                <a:gd name="connsiteX9" fmla="*/ 3192760 w 4938568"/>
                <a:gd name="connsiteY9" fmla="*/ 638183 h 1210569"/>
                <a:gd name="connsiteX10" fmla="*/ 2697460 w 4938568"/>
                <a:gd name="connsiteY10" fmla="*/ 706763 h 1210569"/>
                <a:gd name="connsiteX11" fmla="*/ 1760200 w 4938568"/>
                <a:gd name="connsiteY11" fmla="*/ 782963 h 1210569"/>
                <a:gd name="connsiteX12" fmla="*/ 342880 w 4938568"/>
                <a:gd name="connsiteY12" fmla="*/ 904883 h 1210569"/>
                <a:gd name="connsiteX13" fmla="*/ 139055 w 4938568"/>
                <a:gd name="connsiteY13" fmla="*/ 1187201 h 1210569"/>
                <a:gd name="connsiteX14" fmla="*/ 119850 w 4938568"/>
                <a:gd name="connsiteY14" fmla="*/ 1210569 h 1210569"/>
                <a:gd name="connsiteX15" fmla="*/ 83776 w 4938568"/>
                <a:gd name="connsiteY15" fmla="*/ 1176331 h 1210569"/>
                <a:gd name="connsiteX16" fmla="*/ 1126652 w 4938568"/>
                <a:gd name="connsiteY16" fmla="*/ 482457 h 1210569"/>
                <a:gd name="connsiteX17" fmla="*/ 2461241 w 4938568"/>
                <a:gd name="connsiteY17" fmla="*/ 127642 h 1210569"/>
                <a:gd name="connsiteX18" fmla="*/ 3059275 w 4938568"/>
                <a:gd name="connsiteY18" fmla="*/ 101 h 121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938568" h="1210569">
                  <a:moveTo>
                    <a:pt x="3059275" y="101"/>
                  </a:moveTo>
                  <a:cubicBezTo>
                    <a:pt x="3309830" y="-3349"/>
                    <a:pt x="3454222" y="82556"/>
                    <a:pt x="3642341" y="142881"/>
                  </a:cubicBezTo>
                  <a:cubicBezTo>
                    <a:pt x="4171931" y="87001"/>
                    <a:pt x="4227409" y="352985"/>
                    <a:pt x="4396721" y="401961"/>
                  </a:cubicBezTo>
                  <a:cubicBezTo>
                    <a:pt x="4699785" y="487213"/>
                    <a:pt x="4766630" y="633425"/>
                    <a:pt x="4757274" y="703437"/>
                  </a:cubicBezTo>
                  <a:cubicBezTo>
                    <a:pt x="4772112" y="778921"/>
                    <a:pt x="4842195" y="823925"/>
                    <a:pt x="4912278" y="868929"/>
                  </a:cubicBezTo>
                  <a:lnTo>
                    <a:pt x="4938568" y="886336"/>
                  </a:lnTo>
                  <a:lnTo>
                    <a:pt x="4871627" y="893402"/>
                  </a:lnTo>
                  <a:cubicBezTo>
                    <a:pt x="4668947" y="906405"/>
                    <a:pt x="4456266" y="889071"/>
                    <a:pt x="4312900" y="859163"/>
                  </a:cubicBezTo>
                  <a:cubicBezTo>
                    <a:pt x="4026169" y="799347"/>
                    <a:pt x="4019530" y="785503"/>
                    <a:pt x="3832840" y="744863"/>
                  </a:cubicBezTo>
                  <a:cubicBezTo>
                    <a:pt x="3417550" y="795663"/>
                    <a:pt x="3322300" y="657233"/>
                    <a:pt x="3192760" y="638183"/>
                  </a:cubicBezTo>
                  <a:cubicBezTo>
                    <a:pt x="3009880" y="626753"/>
                    <a:pt x="2988290" y="756293"/>
                    <a:pt x="2697460" y="706763"/>
                  </a:cubicBezTo>
                  <a:cubicBezTo>
                    <a:pt x="2459970" y="954413"/>
                    <a:pt x="1939270" y="657233"/>
                    <a:pt x="1760200" y="782963"/>
                  </a:cubicBezTo>
                  <a:cubicBezTo>
                    <a:pt x="834370" y="1495433"/>
                    <a:pt x="646407" y="848877"/>
                    <a:pt x="342880" y="904883"/>
                  </a:cubicBezTo>
                  <a:cubicBezTo>
                    <a:pt x="273034" y="964699"/>
                    <a:pt x="206997" y="1093095"/>
                    <a:pt x="139055" y="1187201"/>
                  </a:cubicBezTo>
                  <a:lnTo>
                    <a:pt x="119850" y="1210569"/>
                  </a:lnTo>
                  <a:lnTo>
                    <a:pt x="83776" y="1176331"/>
                  </a:lnTo>
                  <a:cubicBezTo>
                    <a:pt x="-255068" y="821141"/>
                    <a:pt x="502765" y="514505"/>
                    <a:pt x="1126652" y="482457"/>
                  </a:cubicBezTo>
                  <a:cubicBezTo>
                    <a:pt x="1322413" y="408769"/>
                    <a:pt x="1800660" y="5168"/>
                    <a:pt x="2461241" y="127642"/>
                  </a:cubicBezTo>
                  <a:cubicBezTo>
                    <a:pt x="2720389" y="36410"/>
                    <a:pt x="2908941" y="2172"/>
                    <a:pt x="3059275" y="101"/>
                  </a:cubicBezTo>
                  <a:close/>
                </a:path>
              </a:pathLst>
            </a:custGeom>
            <a:solidFill>
              <a:srgbClr val="CEBE90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FF279E91-217B-D8D1-8EAF-179E56E6860F}"/>
                </a:ext>
              </a:extLst>
            </p:cNvPr>
            <p:cNvSpPr/>
            <p:nvPr/>
          </p:nvSpPr>
          <p:spPr>
            <a:xfrm>
              <a:off x="3259568" y="2923762"/>
              <a:ext cx="4875484" cy="3957475"/>
            </a:xfrm>
            <a:custGeom>
              <a:avLst/>
              <a:gdLst>
                <a:gd name="connsiteX0" fmla="*/ 0 w 2371241"/>
                <a:gd name="connsiteY0" fmla="*/ 0 h 836909"/>
                <a:gd name="connsiteX1" fmla="*/ 2371241 w 2371241"/>
                <a:gd name="connsiteY1" fmla="*/ 0 h 836909"/>
                <a:gd name="connsiteX2" fmla="*/ 2371241 w 2371241"/>
                <a:gd name="connsiteY2" fmla="*/ 836909 h 836909"/>
                <a:gd name="connsiteX3" fmla="*/ 0 w 2371241"/>
                <a:gd name="connsiteY3" fmla="*/ 836909 h 836909"/>
                <a:gd name="connsiteX4" fmla="*/ 0 w 2371241"/>
                <a:gd name="connsiteY4" fmla="*/ 0 h 836909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2371241 w 3115160"/>
                <a:gd name="connsiteY2" fmla="*/ 2262754 h 2262754"/>
                <a:gd name="connsiteX3" fmla="*/ 0 w 3115160"/>
                <a:gd name="connsiteY3" fmla="*/ 2262754 h 2262754"/>
                <a:gd name="connsiteX4" fmla="*/ 0 w 3115160"/>
                <a:gd name="connsiteY4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371241 w 3115160"/>
                <a:gd name="connsiteY3" fmla="*/ 2262754 h 2262754"/>
                <a:gd name="connsiteX4" fmla="*/ 0 w 3115160"/>
                <a:gd name="connsiteY4" fmla="*/ 2262754 h 2262754"/>
                <a:gd name="connsiteX5" fmla="*/ 0 w 3115160"/>
                <a:gd name="connsiteY5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820691 w 3115160"/>
                <a:gd name="connsiteY3" fmla="*/ 1534333 h 2262754"/>
                <a:gd name="connsiteX4" fmla="*/ 2371241 w 3115160"/>
                <a:gd name="connsiteY4" fmla="*/ 2262754 h 2262754"/>
                <a:gd name="connsiteX5" fmla="*/ 0 w 3115160"/>
                <a:gd name="connsiteY5" fmla="*/ 2262754 h 2262754"/>
                <a:gd name="connsiteX6" fmla="*/ 0 w 3115160"/>
                <a:gd name="connsiteY6" fmla="*/ 1425845 h 2262754"/>
                <a:gd name="connsiteX0" fmla="*/ 0 w 3115160"/>
                <a:gd name="connsiteY0" fmla="*/ 1425845 h 2293750"/>
                <a:gd name="connsiteX1" fmla="*/ 3115160 w 3115160"/>
                <a:gd name="connsiteY1" fmla="*/ 0 h 2293750"/>
                <a:gd name="connsiteX2" fmla="*/ 3053165 w 3115160"/>
                <a:gd name="connsiteY2" fmla="*/ 728421 h 2293750"/>
                <a:gd name="connsiteX3" fmla="*/ 2820691 w 3115160"/>
                <a:gd name="connsiteY3" fmla="*/ 1534333 h 2293750"/>
                <a:gd name="connsiteX4" fmla="*/ 1952787 w 3115160"/>
                <a:gd name="connsiteY4" fmla="*/ 2293750 h 2293750"/>
                <a:gd name="connsiteX5" fmla="*/ 0 w 3115160"/>
                <a:gd name="connsiteY5" fmla="*/ 2262754 h 2293750"/>
                <a:gd name="connsiteX6" fmla="*/ 0 w 3115160"/>
                <a:gd name="connsiteY6" fmla="*/ 1425845 h 2293750"/>
                <a:gd name="connsiteX0" fmla="*/ 0 w 3115160"/>
                <a:gd name="connsiteY0" fmla="*/ 1425845 h 2603953"/>
                <a:gd name="connsiteX1" fmla="*/ 3115160 w 3115160"/>
                <a:gd name="connsiteY1" fmla="*/ 0 h 2603953"/>
                <a:gd name="connsiteX2" fmla="*/ 3053165 w 3115160"/>
                <a:gd name="connsiteY2" fmla="*/ 728421 h 2603953"/>
                <a:gd name="connsiteX3" fmla="*/ 2820691 w 3115160"/>
                <a:gd name="connsiteY3" fmla="*/ 1534333 h 2603953"/>
                <a:gd name="connsiteX4" fmla="*/ 1952787 w 3115160"/>
                <a:gd name="connsiteY4" fmla="*/ 2293750 h 2603953"/>
                <a:gd name="connsiteX5" fmla="*/ 635429 w 3115160"/>
                <a:gd name="connsiteY5" fmla="*/ 2603716 h 2603953"/>
                <a:gd name="connsiteX6" fmla="*/ 0 w 3115160"/>
                <a:gd name="connsiteY6" fmla="*/ 2262754 h 2603953"/>
                <a:gd name="connsiteX7" fmla="*/ 0 w 3115160"/>
                <a:gd name="connsiteY7" fmla="*/ 1425845 h 2603953"/>
                <a:gd name="connsiteX0" fmla="*/ 263472 w 3378632"/>
                <a:gd name="connsiteY0" fmla="*/ 1425845 h 2603953"/>
                <a:gd name="connsiteX1" fmla="*/ 3378632 w 3378632"/>
                <a:gd name="connsiteY1" fmla="*/ 0 h 2603953"/>
                <a:gd name="connsiteX2" fmla="*/ 3316637 w 3378632"/>
                <a:gd name="connsiteY2" fmla="*/ 728421 h 2603953"/>
                <a:gd name="connsiteX3" fmla="*/ 3084163 w 3378632"/>
                <a:gd name="connsiteY3" fmla="*/ 1534333 h 2603953"/>
                <a:gd name="connsiteX4" fmla="*/ 2216259 w 3378632"/>
                <a:gd name="connsiteY4" fmla="*/ 2293750 h 2603953"/>
                <a:gd name="connsiteX5" fmla="*/ 898901 w 3378632"/>
                <a:gd name="connsiteY5" fmla="*/ 2603716 h 2603953"/>
                <a:gd name="connsiteX6" fmla="*/ 0 w 3378632"/>
                <a:gd name="connsiteY6" fmla="*/ 2092273 h 2603953"/>
                <a:gd name="connsiteX7" fmla="*/ 263472 w 3378632"/>
                <a:gd name="connsiteY7" fmla="*/ 1425845 h 2603953"/>
                <a:gd name="connsiteX0" fmla="*/ 0 w 3611106"/>
                <a:gd name="connsiteY0" fmla="*/ 1332855 h 2603953"/>
                <a:gd name="connsiteX1" fmla="*/ 3611106 w 3611106"/>
                <a:gd name="connsiteY1" fmla="*/ 0 h 2603953"/>
                <a:gd name="connsiteX2" fmla="*/ 3549111 w 3611106"/>
                <a:gd name="connsiteY2" fmla="*/ 728421 h 2603953"/>
                <a:gd name="connsiteX3" fmla="*/ 3316637 w 3611106"/>
                <a:gd name="connsiteY3" fmla="*/ 1534333 h 2603953"/>
                <a:gd name="connsiteX4" fmla="*/ 2448733 w 3611106"/>
                <a:gd name="connsiteY4" fmla="*/ 2293750 h 2603953"/>
                <a:gd name="connsiteX5" fmla="*/ 1131375 w 3611106"/>
                <a:gd name="connsiteY5" fmla="*/ 2603716 h 2603953"/>
                <a:gd name="connsiteX6" fmla="*/ 232474 w 3611106"/>
                <a:gd name="connsiteY6" fmla="*/ 2092273 h 2603953"/>
                <a:gd name="connsiteX7" fmla="*/ 0 w 3611106"/>
                <a:gd name="connsiteY7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3611106 w 3611106"/>
                <a:gd name="connsiteY2" fmla="*/ 0 h 2603953"/>
                <a:gd name="connsiteX3" fmla="*/ 3549111 w 3611106"/>
                <a:gd name="connsiteY3" fmla="*/ 728421 h 2603953"/>
                <a:gd name="connsiteX4" fmla="*/ 3316637 w 3611106"/>
                <a:gd name="connsiteY4" fmla="*/ 1534333 h 2603953"/>
                <a:gd name="connsiteX5" fmla="*/ 2448733 w 3611106"/>
                <a:gd name="connsiteY5" fmla="*/ 2293750 h 2603953"/>
                <a:gd name="connsiteX6" fmla="*/ 1131375 w 3611106"/>
                <a:gd name="connsiteY6" fmla="*/ 2603716 h 2603953"/>
                <a:gd name="connsiteX7" fmla="*/ 232474 w 3611106"/>
                <a:gd name="connsiteY7" fmla="*/ 2092273 h 2603953"/>
                <a:gd name="connsiteX8" fmla="*/ 0 w 3611106"/>
                <a:gd name="connsiteY8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2588216 w 3611106"/>
                <a:gd name="connsiteY2" fmla="*/ 154984 h 2603953"/>
                <a:gd name="connsiteX3" fmla="*/ 3611106 w 3611106"/>
                <a:gd name="connsiteY3" fmla="*/ 0 h 2603953"/>
                <a:gd name="connsiteX4" fmla="*/ 3549111 w 3611106"/>
                <a:gd name="connsiteY4" fmla="*/ 728421 h 2603953"/>
                <a:gd name="connsiteX5" fmla="*/ 3316637 w 3611106"/>
                <a:gd name="connsiteY5" fmla="*/ 1534333 h 2603953"/>
                <a:gd name="connsiteX6" fmla="*/ 2448733 w 3611106"/>
                <a:gd name="connsiteY6" fmla="*/ 2293750 h 2603953"/>
                <a:gd name="connsiteX7" fmla="*/ 1131375 w 3611106"/>
                <a:gd name="connsiteY7" fmla="*/ 2603716 h 2603953"/>
                <a:gd name="connsiteX8" fmla="*/ 232474 w 3611106"/>
                <a:gd name="connsiteY8" fmla="*/ 2092273 h 2603953"/>
                <a:gd name="connsiteX9" fmla="*/ 0 w 3611106"/>
                <a:gd name="connsiteY9" fmla="*/ 1332855 h 2603953"/>
                <a:gd name="connsiteX0" fmla="*/ 0 w 3611106"/>
                <a:gd name="connsiteY0" fmla="*/ 1431577 h 2702675"/>
                <a:gd name="connsiteX1" fmla="*/ 929898 w 3611106"/>
                <a:gd name="connsiteY1" fmla="*/ 765150 h 2702675"/>
                <a:gd name="connsiteX2" fmla="*/ 2588216 w 3611106"/>
                <a:gd name="connsiteY2" fmla="*/ 253706 h 2702675"/>
                <a:gd name="connsiteX3" fmla="*/ 3611106 w 3611106"/>
                <a:gd name="connsiteY3" fmla="*/ 98722 h 2702675"/>
                <a:gd name="connsiteX4" fmla="*/ 3549111 w 3611106"/>
                <a:gd name="connsiteY4" fmla="*/ 827143 h 2702675"/>
                <a:gd name="connsiteX5" fmla="*/ 3316637 w 3611106"/>
                <a:gd name="connsiteY5" fmla="*/ 1633055 h 2702675"/>
                <a:gd name="connsiteX6" fmla="*/ 2448733 w 3611106"/>
                <a:gd name="connsiteY6" fmla="*/ 2392472 h 2702675"/>
                <a:gd name="connsiteX7" fmla="*/ 1131375 w 3611106"/>
                <a:gd name="connsiteY7" fmla="*/ 2702438 h 2702675"/>
                <a:gd name="connsiteX8" fmla="*/ 232474 w 3611106"/>
                <a:gd name="connsiteY8" fmla="*/ 2190995 h 2702675"/>
                <a:gd name="connsiteX9" fmla="*/ 0 w 3611106"/>
                <a:gd name="connsiteY9" fmla="*/ 1431577 h 2702675"/>
                <a:gd name="connsiteX0" fmla="*/ 0 w 3611106"/>
                <a:gd name="connsiteY0" fmla="*/ 1451565 h 2722663"/>
                <a:gd name="connsiteX1" fmla="*/ 929898 w 3611106"/>
                <a:gd name="connsiteY1" fmla="*/ 785138 h 2722663"/>
                <a:gd name="connsiteX2" fmla="*/ 2588216 w 3611106"/>
                <a:gd name="connsiteY2" fmla="*/ 273694 h 2722663"/>
                <a:gd name="connsiteX3" fmla="*/ 3611106 w 3611106"/>
                <a:gd name="connsiteY3" fmla="*/ 118710 h 2722663"/>
                <a:gd name="connsiteX4" fmla="*/ 3549111 w 3611106"/>
                <a:gd name="connsiteY4" fmla="*/ 847131 h 2722663"/>
                <a:gd name="connsiteX5" fmla="*/ 3316637 w 3611106"/>
                <a:gd name="connsiteY5" fmla="*/ 1653043 h 2722663"/>
                <a:gd name="connsiteX6" fmla="*/ 2448733 w 3611106"/>
                <a:gd name="connsiteY6" fmla="*/ 2412460 h 2722663"/>
                <a:gd name="connsiteX7" fmla="*/ 1131375 w 3611106"/>
                <a:gd name="connsiteY7" fmla="*/ 2722426 h 2722663"/>
                <a:gd name="connsiteX8" fmla="*/ 232474 w 3611106"/>
                <a:gd name="connsiteY8" fmla="*/ 2210983 h 2722663"/>
                <a:gd name="connsiteX9" fmla="*/ 0 w 3611106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811556"/>
                <a:gd name="connsiteX1" fmla="*/ 929898 w 3736247"/>
                <a:gd name="connsiteY1" fmla="*/ 785138 h 2811556"/>
                <a:gd name="connsiteX2" fmla="*/ 2588216 w 3736247"/>
                <a:gd name="connsiteY2" fmla="*/ 273694 h 2811556"/>
                <a:gd name="connsiteX3" fmla="*/ 3611106 w 3736247"/>
                <a:gd name="connsiteY3" fmla="*/ 118710 h 2811556"/>
                <a:gd name="connsiteX4" fmla="*/ 3549111 w 3736247"/>
                <a:gd name="connsiteY4" fmla="*/ 847131 h 2811556"/>
                <a:gd name="connsiteX5" fmla="*/ 3316637 w 3736247"/>
                <a:gd name="connsiteY5" fmla="*/ 1653043 h 2811556"/>
                <a:gd name="connsiteX6" fmla="*/ 2448733 w 3736247"/>
                <a:gd name="connsiteY6" fmla="*/ 2412460 h 2811556"/>
                <a:gd name="connsiteX7" fmla="*/ 1131375 w 3736247"/>
                <a:gd name="connsiteY7" fmla="*/ 2722426 h 2811556"/>
                <a:gd name="connsiteX8" fmla="*/ 232474 w 3736247"/>
                <a:gd name="connsiteY8" fmla="*/ 2210983 h 2811556"/>
                <a:gd name="connsiteX9" fmla="*/ 0 w 3736247"/>
                <a:gd name="connsiteY9" fmla="*/ 1451565 h 2811556"/>
                <a:gd name="connsiteX0" fmla="*/ 0 w 3736247"/>
                <a:gd name="connsiteY0" fmla="*/ 1451565 h 2878493"/>
                <a:gd name="connsiteX1" fmla="*/ 929898 w 3736247"/>
                <a:gd name="connsiteY1" fmla="*/ 785138 h 2878493"/>
                <a:gd name="connsiteX2" fmla="*/ 2588216 w 3736247"/>
                <a:gd name="connsiteY2" fmla="*/ 273694 h 2878493"/>
                <a:gd name="connsiteX3" fmla="*/ 3611106 w 3736247"/>
                <a:gd name="connsiteY3" fmla="*/ 118710 h 2878493"/>
                <a:gd name="connsiteX4" fmla="*/ 3549111 w 3736247"/>
                <a:gd name="connsiteY4" fmla="*/ 847131 h 2878493"/>
                <a:gd name="connsiteX5" fmla="*/ 3316637 w 3736247"/>
                <a:gd name="connsiteY5" fmla="*/ 1653043 h 2878493"/>
                <a:gd name="connsiteX6" fmla="*/ 2448733 w 3736247"/>
                <a:gd name="connsiteY6" fmla="*/ 2412460 h 2878493"/>
                <a:gd name="connsiteX7" fmla="*/ 1131375 w 3736247"/>
                <a:gd name="connsiteY7" fmla="*/ 2722426 h 2878493"/>
                <a:gd name="connsiteX8" fmla="*/ 232474 w 3736247"/>
                <a:gd name="connsiteY8" fmla="*/ 2210983 h 2878493"/>
                <a:gd name="connsiteX9" fmla="*/ 0 w 3736247"/>
                <a:gd name="connsiteY9" fmla="*/ 1451565 h 2878493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210983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47130 w 3837981"/>
                <a:gd name="connsiteY1" fmla="*/ 847131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5742"/>
                <a:gd name="connsiteX1" fmla="*/ 1047130 w 3837981"/>
                <a:gd name="connsiteY1" fmla="*/ 847131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51565 h 2855742"/>
                <a:gd name="connsiteX1" fmla="*/ 811270 w 3837981"/>
                <a:gd name="connsiteY1" fmla="*/ 725135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87265 h 2891442"/>
                <a:gd name="connsiteX1" fmla="*/ 811270 w 3837981"/>
                <a:gd name="connsiteY1" fmla="*/ 760835 h 2891442"/>
                <a:gd name="connsiteX2" fmla="*/ 2567954 w 3837981"/>
                <a:gd name="connsiteY2" fmla="*/ 154866 h 2891442"/>
                <a:gd name="connsiteX3" fmla="*/ 3712840 w 3837981"/>
                <a:gd name="connsiteY3" fmla="*/ 154410 h 2891442"/>
                <a:gd name="connsiteX4" fmla="*/ 3650845 w 3837981"/>
                <a:gd name="connsiteY4" fmla="*/ 882831 h 2891442"/>
                <a:gd name="connsiteX5" fmla="*/ 3418371 w 3837981"/>
                <a:gd name="connsiteY5" fmla="*/ 1688743 h 2891442"/>
                <a:gd name="connsiteX6" fmla="*/ 2493317 w 3837981"/>
                <a:gd name="connsiteY6" fmla="*/ 2454510 h 2891442"/>
                <a:gd name="connsiteX7" fmla="*/ 1295102 w 3837981"/>
                <a:gd name="connsiteY7" fmla="*/ 2711631 h 2891442"/>
                <a:gd name="connsiteX8" fmla="*/ 334208 w 3837981"/>
                <a:gd name="connsiteY8" fmla="*/ 2200188 h 2891442"/>
                <a:gd name="connsiteX9" fmla="*/ 101734 w 3837981"/>
                <a:gd name="connsiteY9" fmla="*/ 1487265 h 2891442"/>
                <a:gd name="connsiteX0" fmla="*/ 101734 w 3837981"/>
                <a:gd name="connsiteY0" fmla="*/ 1516629 h 2920806"/>
                <a:gd name="connsiteX1" fmla="*/ 811270 w 3837981"/>
                <a:gd name="connsiteY1" fmla="*/ 790199 h 2920806"/>
                <a:gd name="connsiteX2" fmla="*/ 2567954 w 3837981"/>
                <a:gd name="connsiteY2" fmla="*/ 184230 h 2920806"/>
                <a:gd name="connsiteX3" fmla="*/ 3628753 w 3837981"/>
                <a:gd name="connsiteY3" fmla="*/ 0 h 2920806"/>
                <a:gd name="connsiteX4" fmla="*/ 3712840 w 3837981"/>
                <a:gd name="connsiteY4" fmla="*/ 183774 h 2920806"/>
                <a:gd name="connsiteX5" fmla="*/ 3650845 w 3837981"/>
                <a:gd name="connsiteY5" fmla="*/ 912195 h 2920806"/>
                <a:gd name="connsiteX6" fmla="*/ 3418371 w 3837981"/>
                <a:gd name="connsiteY6" fmla="*/ 1718107 h 2920806"/>
                <a:gd name="connsiteX7" fmla="*/ 2493317 w 3837981"/>
                <a:gd name="connsiteY7" fmla="*/ 2483874 h 2920806"/>
                <a:gd name="connsiteX8" fmla="*/ 1295102 w 3837981"/>
                <a:gd name="connsiteY8" fmla="*/ 2740995 h 2920806"/>
                <a:gd name="connsiteX9" fmla="*/ 334208 w 3837981"/>
                <a:gd name="connsiteY9" fmla="*/ 2229552 h 2920806"/>
                <a:gd name="connsiteX10" fmla="*/ 101734 w 3837981"/>
                <a:gd name="connsiteY10" fmla="*/ 1516629 h 2920806"/>
                <a:gd name="connsiteX0" fmla="*/ 101734 w 3837981"/>
                <a:gd name="connsiteY0" fmla="*/ 1416215 h 2820392"/>
                <a:gd name="connsiteX1" fmla="*/ 811270 w 3837981"/>
                <a:gd name="connsiteY1" fmla="*/ 689785 h 2820392"/>
                <a:gd name="connsiteX2" fmla="*/ 2567954 w 3837981"/>
                <a:gd name="connsiteY2" fmla="*/ 83816 h 2820392"/>
                <a:gd name="connsiteX3" fmla="*/ 3712840 w 3837981"/>
                <a:gd name="connsiteY3" fmla="*/ 83360 h 2820392"/>
                <a:gd name="connsiteX4" fmla="*/ 3650845 w 3837981"/>
                <a:gd name="connsiteY4" fmla="*/ 811781 h 2820392"/>
                <a:gd name="connsiteX5" fmla="*/ 3418371 w 3837981"/>
                <a:gd name="connsiteY5" fmla="*/ 1617693 h 2820392"/>
                <a:gd name="connsiteX6" fmla="*/ 2493317 w 3837981"/>
                <a:gd name="connsiteY6" fmla="*/ 2383460 h 2820392"/>
                <a:gd name="connsiteX7" fmla="*/ 1295102 w 3837981"/>
                <a:gd name="connsiteY7" fmla="*/ 2640581 h 2820392"/>
                <a:gd name="connsiteX8" fmla="*/ 334208 w 3837981"/>
                <a:gd name="connsiteY8" fmla="*/ 2129138 h 2820392"/>
                <a:gd name="connsiteX9" fmla="*/ 101734 w 3837981"/>
                <a:gd name="connsiteY9" fmla="*/ 1416215 h 2820392"/>
                <a:gd name="connsiteX0" fmla="*/ 101734 w 3791849"/>
                <a:gd name="connsiteY0" fmla="*/ 1556864 h 2961041"/>
                <a:gd name="connsiteX1" fmla="*/ 811270 w 3791849"/>
                <a:gd name="connsiteY1" fmla="*/ 830434 h 2961041"/>
                <a:gd name="connsiteX2" fmla="*/ 2567954 w 3791849"/>
                <a:gd name="connsiteY2" fmla="*/ 224465 h 2961041"/>
                <a:gd name="connsiteX3" fmla="*/ 3647775 w 3791849"/>
                <a:gd name="connsiteY3" fmla="*/ 36949 h 2961041"/>
                <a:gd name="connsiteX4" fmla="*/ 3650845 w 3791849"/>
                <a:gd name="connsiteY4" fmla="*/ 952430 h 2961041"/>
                <a:gd name="connsiteX5" fmla="*/ 3418371 w 3791849"/>
                <a:gd name="connsiteY5" fmla="*/ 1758342 h 2961041"/>
                <a:gd name="connsiteX6" fmla="*/ 2493317 w 3791849"/>
                <a:gd name="connsiteY6" fmla="*/ 2524109 h 2961041"/>
                <a:gd name="connsiteX7" fmla="*/ 1295102 w 3791849"/>
                <a:gd name="connsiteY7" fmla="*/ 2781230 h 2961041"/>
                <a:gd name="connsiteX8" fmla="*/ 334208 w 3791849"/>
                <a:gd name="connsiteY8" fmla="*/ 2269787 h 2961041"/>
                <a:gd name="connsiteX9" fmla="*/ 101734 w 3791849"/>
                <a:gd name="connsiteY9" fmla="*/ 1556864 h 2961041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418371 w 3791849"/>
                <a:gd name="connsiteY5" fmla="*/ 1809054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2411986 w 3791849"/>
                <a:gd name="connsiteY6" fmla="*/ 2753749 h 3110574"/>
                <a:gd name="connsiteX7" fmla="*/ 1295102 w 3791849"/>
                <a:gd name="connsiteY7" fmla="*/ 2831942 h 3110574"/>
                <a:gd name="connsiteX8" fmla="*/ 334208 w 3791849"/>
                <a:gd name="connsiteY8" fmla="*/ 2320499 h 3110574"/>
                <a:gd name="connsiteX9" fmla="*/ 101734 w 3791849"/>
                <a:gd name="connsiteY9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62269"/>
                <a:gd name="connsiteX1" fmla="*/ 811270 w 3791849"/>
                <a:gd name="connsiteY1" fmla="*/ 881146 h 3162269"/>
                <a:gd name="connsiteX2" fmla="*/ 2567954 w 3791849"/>
                <a:gd name="connsiteY2" fmla="*/ 275177 h 3162269"/>
                <a:gd name="connsiteX3" fmla="*/ 3647775 w 3791849"/>
                <a:gd name="connsiteY3" fmla="*/ 87661 h 3162269"/>
                <a:gd name="connsiteX4" fmla="*/ 3650845 w 3791849"/>
                <a:gd name="connsiteY4" fmla="*/ 1003142 h 3162269"/>
                <a:gd name="connsiteX5" fmla="*/ 3532234 w 3791849"/>
                <a:gd name="connsiteY5" fmla="*/ 1711457 h 3162269"/>
                <a:gd name="connsiteX6" fmla="*/ 3254632 w 3791849"/>
                <a:gd name="connsiteY6" fmla="*/ 2343809 h 3162269"/>
                <a:gd name="connsiteX7" fmla="*/ 2411986 w 3791849"/>
                <a:gd name="connsiteY7" fmla="*/ 2753749 h 3162269"/>
                <a:gd name="connsiteX8" fmla="*/ 1262570 w 3791849"/>
                <a:gd name="connsiteY8" fmla="*/ 2953938 h 3162269"/>
                <a:gd name="connsiteX9" fmla="*/ 334208 w 3791849"/>
                <a:gd name="connsiteY9" fmla="*/ 2320499 h 3162269"/>
                <a:gd name="connsiteX10" fmla="*/ 101734 w 3791849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38887 w 3837135"/>
                <a:gd name="connsiteY0" fmla="*/ 1566911 h 3162269"/>
                <a:gd name="connsiteX1" fmla="*/ 856556 w 3837135"/>
                <a:gd name="connsiteY1" fmla="*/ 881146 h 3162269"/>
                <a:gd name="connsiteX2" fmla="*/ 2613240 w 3837135"/>
                <a:gd name="connsiteY2" fmla="*/ 275177 h 3162269"/>
                <a:gd name="connsiteX3" fmla="*/ 3693061 w 3837135"/>
                <a:gd name="connsiteY3" fmla="*/ 87661 h 3162269"/>
                <a:gd name="connsiteX4" fmla="*/ 3696131 w 3837135"/>
                <a:gd name="connsiteY4" fmla="*/ 1003142 h 3162269"/>
                <a:gd name="connsiteX5" fmla="*/ 3577520 w 3837135"/>
                <a:gd name="connsiteY5" fmla="*/ 1711457 h 3162269"/>
                <a:gd name="connsiteX6" fmla="*/ 3299918 w 3837135"/>
                <a:gd name="connsiteY6" fmla="*/ 2343809 h 3162269"/>
                <a:gd name="connsiteX7" fmla="*/ 2457272 w 3837135"/>
                <a:gd name="connsiteY7" fmla="*/ 2753749 h 3162269"/>
                <a:gd name="connsiteX8" fmla="*/ 1307856 w 3837135"/>
                <a:gd name="connsiteY8" fmla="*/ 2953938 h 3162269"/>
                <a:gd name="connsiteX9" fmla="*/ 314430 w 3837135"/>
                <a:gd name="connsiteY9" fmla="*/ 2678355 h 3162269"/>
                <a:gd name="connsiteX10" fmla="*/ 138887 w 3837135"/>
                <a:gd name="connsiteY10" fmla="*/ 1566911 h 3162269"/>
                <a:gd name="connsiteX0" fmla="*/ 125755 w 3824003"/>
                <a:gd name="connsiteY0" fmla="*/ 1566911 h 3162269"/>
                <a:gd name="connsiteX1" fmla="*/ 843424 w 3824003"/>
                <a:gd name="connsiteY1" fmla="*/ 881146 h 3162269"/>
                <a:gd name="connsiteX2" fmla="*/ 2600108 w 3824003"/>
                <a:gd name="connsiteY2" fmla="*/ 275177 h 3162269"/>
                <a:gd name="connsiteX3" fmla="*/ 3679929 w 3824003"/>
                <a:gd name="connsiteY3" fmla="*/ 87661 h 3162269"/>
                <a:gd name="connsiteX4" fmla="*/ 3682999 w 3824003"/>
                <a:gd name="connsiteY4" fmla="*/ 1003142 h 3162269"/>
                <a:gd name="connsiteX5" fmla="*/ 3564388 w 3824003"/>
                <a:gd name="connsiteY5" fmla="*/ 1711457 h 3162269"/>
                <a:gd name="connsiteX6" fmla="*/ 3286786 w 3824003"/>
                <a:gd name="connsiteY6" fmla="*/ 2343809 h 3162269"/>
                <a:gd name="connsiteX7" fmla="*/ 2444140 w 3824003"/>
                <a:gd name="connsiteY7" fmla="*/ 2753749 h 3162269"/>
                <a:gd name="connsiteX8" fmla="*/ 1294724 w 3824003"/>
                <a:gd name="connsiteY8" fmla="*/ 2953938 h 3162269"/>
                <a:gd name="connsiteX9" fmla="*/ 301298 w 3824003"/>
                <a:gd name="connsiteY9" fmla="*/ 2678355 h 3162269"/>
                <a:gd name="connsiteX10" fmla="*/ 17290 w 3824003"/>
                <a:gd name="connsiteY10" fmla="*/ 2229946 h 3162269"/>
                <a:gd name="connsiteX11" fmla="*/ 125755 w 3824003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1036271 w 3881836"/>
                <a:gd name="connsiteY1" fmla="*/ 749527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1036271 w 3881836"/>
                <a:gd name="connsiteY1" fmla="*/ 749527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75374 h 3170732"/>
                <a:gd name="connsiteX1" fmla="*/ 1036271 w 3881836"/>
                <a:gd name="connsiteY1" fmla="*/ 757990 h 3170732"/>
                <a:gd name="connsiteX2" fmla="*/ 2575432 w 3881836"/>
                <a:gd name="connsiteY2" fmla="*/ 237186 h 3170732"/>
                <a:gd name="connsiteX3" fmla="*/ 3737762 w 3881836"/>
                <a:gd name="connsiteY3" fmla="*/ 96124 h 3170732"/>
                <a:gd name="connsiteX4" fmla="*/ 3740832 w 3881836"/>
                <a:gd name="connsiteY4" fmla="*/ 1011605 h 3170732"/>
                <a:gd name="connsiteX5" fmla="*/ 3622221 w 3881836"/>
                <a:gd name="connsiteY5" fmla="*/ 1719920 h 3170732"/>
                <a:gd name="connsiteX6" fmla="*/ 3344619 w 3881836"/>
                <a:gd name="connsiteY6" fmla="*/ 2352272 h 3170732"/>
                <a:gd name="connsiteX7" fmla="*/ 2501973 w 3881836"/>
                <a:gd name="connsiteY7" fmla="*/ 2762212 h 3170732"/>
                <a:gd name="connsiteX8" fmla="*/ 1352557 w 3881836"/>
                <a:gd name="connsiteY8" fmla="*/ 2962401 h 3170732"/>
                <a:gd name="connsiteX9" fmla="*/ 359131 w 3881836"/>
                <a:gd name="connsiteY9" fmla="*/ 2686818 h 3170732"/>
                <a:gd name="connsiteX10" fmla="*/ 75123 w 3881836"/>
                <a:gd name="connsiteY10" fmla="*/ 2238409 h 3170732"/>
                <a:gd name="connsiteX11" fmla="*/ 183588 w 3881836"/>
                <a:gd name="connsiteY11" fmla="*/ 1575374 h 3170732"/>
                <a:gd name="connsiteX0" fmla="*/ 157019 w 3892771"/>
                <a:gd name="connsiteY0" fmla="*/ 1428270 h 3170732"/>
                <a:gd name="connsiteX1" fmla="*/ 1047206 w 3892771"/>
                <a:gd name="connsiteY1" fmla="*/ 757990 h 3170732"/>
                <a:gd name="connsiteX2" fmla="*/ 2586367 w 3892771"/>
                <a:gd name="connsiteY2" fmla="*/ 237186 h 3170732"/>
                <a:gd name="connsiteX3" fmla="*/ 3748697 w 3892771"/>
                <a:gd name="connsiteY3" fmla="*/ 96124 h 3170732"/>
                <a:gd name="connsiteX4" fmla="*/ 3751767 w 3892771"/>
                <a:gd name="connsiteY4" fmla="*/ 1011605 h 3170732"/>
                <a:gd name="connsiteX5" fmla="*/ 3633156 w 3892771"/>
                <a:gd name="connsiteY5" fmla="*/ 1719920 h 3170732"/>
                <a:gd name="connsiteX6" fmla="*/ 3355554 w 3892771"/>
                <a:gd name="connsiteY6" fmla="*/ 2352272 h 3170732"/>
                <a:gd name="connsiteX7" fmla="*/ 2512908 w 3892771"/>
                <a:gd name="connsiteY7" fmla="*/ 2762212 h 3170732"/>
                <a:gd name="connsiteX8" fmla="*/ 1363492 w 3892771"/>
                <a:gd name="connsiteY8" fmla="*/ 2962401 h 3170732"/>
                <a:gd name="connsiteX9" fmla="*/ 370066 w 3892771"/>
                <a:gd name="connsiteY9" fmla="*/ 2686818 h 3170732"/>
                <a:gd name="connsiteX10" fmla="*/ 86058 w 3892771"/>
                <a:gd name="connsiteY10" fmla="*/ 2238409 h 3170732"/>
                <a:gd name="connsiteX11" fmla="*/ 157019 w 3892771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36402 w 3959107"/>
                <a:gd name="connsiteY9" fmla="*/ 2686818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36402 w 3959107"/>
                <a:gd name="connsiteY9" fmla="*/ 2686818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81406 w 3959107"/>
                <a:gd name="connsiteY9" fmla="*/ 2756499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81406 w 3959107"/>
                <a:gd name="connsiteY9" fmla="*/ 2756499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218661"/>
                <a:gd name="connsiteX1" fmla="*/ 1113542 w 3959107"/>
                <a:gd name="connsiteY1" fmla="*/ 757990 h 3218661"/>
                <a:gd name="connsiteX2" fmla="*/ 2652703 w 3959107"/>
                <a:gd name="connsiteY2" fmla="*/ 237186 h 3218661"/>
                <a:gd name="connsiteX3" fmla="*/ 3815033 w 3959107"/>
                <a:gd name="connsiteY3" fmla="*/ 96124 h 3218661"/>
                <a:gd name="connsiteX4" fmla="*/ 3818103 w 3959107"/>
                <a:gd name="connsiteY4" fmla="*/ 1011605 h 3218661"/>
                <a:gd name="connsiteX5" fmla="*/ 3699492 w 3959107"/>
                <a:gd name="connsiteY5" fmla="*/ 1719920 h 3218661"/>
                <a:gd name="connsiteX6" fmla="*/ 3421890 w 3959107"/>
                <a:gd name="connsiteY6" fmla="*/ 2352272 h 3218661"/>
                <a:gd name="connsiteX7" fmla="*/ 2579244 w 3959107"/>
                <a:gd name="connsiteY7" fmla="*/ 2762212 h 3218661"/>
                <a:gd name="connsiteX8" fmla="*/ 1452330 w 3959107"/>
                <a:gd name="connsiteY8" fmla="*/ 3055309 h 3218661"/>
                <a:gd name="connsiteX9" fmla="*/ 481406 w 3959107"/>
                <a:gd name="connsiteY9" fmla="*/ 2756499 h 3218661"/>
                <a:gd name="connsiteX10" fmla="*/ 152394 w 3959107"/>
                <a:gd name="connsiteY10" fmla="*/ 2238409 h 3218661"/>
                <a:gd name="connsiteX11" fmla="*/ 223355 w 3959107"/>
                <a:gd name="connsiteY11" fmla="*/ 1428270 h 3218661"/>
                <a:gd name="connsiteX0" fmla="*/ 223355 w 3959107"/>
                <a:gd name="connsiteY0" fmla="*/ 1428270 h 3271897"/>
                <a:gd name="connsiteX1" fmla="*/ 1113542 w 3959107"/>
                <a:gd name="connsiteY1" fmla="*/ 757990 h 3271897"/>
                <a:gd name="connsiteX2" fmla="*/ 2652703 w 3959107"/>
                <a:gd name="connsiteY2" fmla="*/ 237186 h 3271897"/>
                <a:gd name="connsiteX3" fmla="*/ 3815033 w 3959107"/>
                <a:gd name="connsiteY3" fmla="*/ 96124 h 3271897"/>
                <a:gd name="connsiteX4" fmla="*/ 3818103 w 3959107"/>
                <a:gd name="connsiteY4" fmla="*/ 1011605 h 3271897"/>
                <a:gd name="connsiteX5" fmla="*/ 3699492 w 3959107"/>
                <a:gd name="connsiteY5" fmla="*/ 1719920 h 3271897"/>
                <a:gd name="connsiteX6" fmla="*/ 3421890 w 3959107"/>
                <a:gd name="connsiteY6" fmla="*/ 2352272 h 3271897"/>
                <a:gd name="connsiteX7" fmla="*/ 2631749 w 3959107"/>
                <a:gd name="connsiteY7" fmla="*/ 2870604 h 3271897"/>
                <a:gd name="connsiteX8" fmla="*/ 1452330 w 3959107"/>
                <a:gd name="connsiteY8" fmla="*/ 3055309 h 3271897"/>
                <a:gd name="connsiteX9" fmla="*/ 481406 w 3959107"/>
                <a:gd name="connsiteY9" fmla="*/ 2756499 h 3271897"/>
                <a:gd name="connsiteX10" fmla="*/ 152394 w 3959107"/>
                <a:gd name="connsiteY10" fmla="*/ 2238409 h 3271897"/>
                <a:gd name="connsiteX11" fmla="*/ 223355 w 3959107"/>
                <a:gd name="connsiteY11" fmla="*/ 1428270 h 3271897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759498 w 3959107"/>
                <a:gd name="connsiteY5" fmla="*/ 1704435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60117"/>
                <a:gd name="connsiteY0" fmla="*/ 1428270 h 3236145"/>
                <a:gd name="connsiteX1" fmla="*/ 1113542 w 3960117"/>
                <a:gd name="connsiteY1" fmla="*/ 757990 h 3236145"/>
                <a:gd name="connsiteX2" fmla="*/ 2652703 w 3960117"/>
                <a:gd name="connsiteY2" fmla="*/ 237186 h 3236145"/>
                <a:gd name="connsiteX3" fmla="*/ 3815033 w 3960117"/>
                <a:gd name="connsiteY3" fmla="*/ 96124 h 3236145"/>
                <a:gd name="connsiteX4" fmla="*/ 3818103 w 3960117"/>
                <a:gd name="connsiteY4" fmla="*/ 1011605 h 3236145"/>
                <a:gd name="connsiteX5" fmla="*/ 3759498 w 3960117"/>
                <a:gd name="connsiteY5" fmla="*/ 1704435 h 3236145"/>
                <a:gd name="connsiteX6" fmla="*/ 3421890 w 3960117"/>
                <a:gd name="connsiteY6" fmla="*/ 2352272 h 3236145"/>
                <a:gd name="connsiteX7" fmla="*/ 2631749 w 3960117"/>
                <a:gd name="connsiteY7" fmla="*/ 2870604 h 3236145"/>
                <a:gd name="connsiteX8" fmla="*/ 1452330 w 3960117"/>
                <a:gd name="connsiteY8" fmla="*/ 3055309 h 3236145"/>
                <a:gd name="connsiteX9" fmla="*/ 481406 w 3960117"/>
                <a:gd name="connsiteY9" fmla="*/ 2756499 h 3236145"/>
                <a:gd name="connsiteX10" fmla="*/ 152394 w 3960117"/>
                <a:gd name="connsiteY10" fmla="*/ 2238409 h 3236145"/>
                <a:gd name="connsiteX11" fmla="*/ 223355 w 3960117"/>
                <a:gd name="connsiteY11" fmla="*/ 1428270 h 3236145"/>
                <a:gd name="connsiteX0" fmla="*/ 223355 w 3960117"/>
                <a:gd name="connsiteY0" fmla="*/ 1428270 h 3236145"/>
                <a:gd name="connsiteX1" fmla="*/ 1113542 w 3960117"/>
                <a:gd name="connsiteY1" fmla="*/ 757990 h 3236145"/>
                <a:gd name="connsiteX2" fmla="*/ 2652703 w 3960117"/>
                <a:gd name="connsiteY2" fmla="*/ 237186 h 3236145"/>
                <a:gd name="connsiteX3" fmla="*/ 3815033 w 3960117"/>
                <a:gd name="connsiteY3" fmla="*/ 96124 h 3236145"/>
                <a:gd name="connsiteX4" fmla="*/ 3818103 w 3960117"/>
                <a:gd name="connsiteY4" fmla="*/ 1011605 h 3236145"/>
                <a:gd name="connsiteX5" fmla="*/ 3759498 w 3960117"/>
                <a:gd name="connsiteY5" fmla="*/ 1704435 h 3236145"/>
                <a:gd name="connsiteX6" fmla="*/ 3421890 w 3960117"/>
                <a:gd name="connsiteY6" fmla="*/ 2352272 h 3236145"/>
                <a:gd name="connsiteX7" fmla="*/ 2631749 w 3960117"/>
                <a:gd name="connsiteY7" fmla="*/ 2870604 h 3236145"/>
                <a:gd name="connsiteX8" fmla="*/ 1452330 w 3960117"/>
                <a:gd name="connsiteY8" fmla="*/ 3055309 h 3236145"/>
                <a:gd name="connsiteX9" fmla="*/ 481406 w 3960117"/>
                <a:gd name="connsiteY9" fmla="*/ 2756499 h 3236145"/>
                <a:gd name="connsiteX10" fmla="*/ 152394 w 3960117"/>
                <a:gd name="connsiteY10" fmla="*/ 2238409 h 3236145"/>
                <a:gd name="connsiteX11" fmla="*/ 223355 w 3960117"/>
                <a:gd name="connsiteY11" fmla="*/ 1428270 h 3236145"/>
                <a:gd name="connsiteX0" fmla="*/ 223355 w 3960117"/>
                <a:gd name="connsiteY0" fmla="*/ 1428270 h 3236145"/>
                <a:gd name="connsiteX1" fmla="*/ 1113542 w 3960117"/>
                <a:gd name="connsiteY1" fmla="*/ 757990 h 3236145"/>
                <a:gd name="connsiteX2" fmla="*/ 2652703 w 3960117"/>
                <a:gd name="connsiteY2" fmla="*/ 237186 h 3236145"/>
                <a:gd name="connsiteX3" fmla="*/ 3815033 w 3960117"/>
                <a:gd name="connsiteY3" fmla="*/ 96124 h 3236145"/>
                <a:gd name="connsiteX4" fmla="*/ 3818103 w 3960117"/>
                <a:gd name="connsiteY4" fmla="*/ 1011605 h 3236145"/>
                <a:gd name="connsiteX5" fmla="*/ 3759498 w 3960117"/>
                <a:gd name="connsiteY5" fmla="*/ 1704435 h 3236145"/>
                <a:gd name="connsiteX6" fmla="*/ 3421890 w 3960117"/>
                <a:gd name="connsiteY6" fmla="*/ 2352272 h 3236145"/>
                <a:gd name="connsiteX7" fmla="*/ 2631749 w 3960117"/>
                <a:gd name="connsiteY7" fmla="*/ 2870604 h 3236145"/>
                <a:gd name="connsiteX8" fmla="*/ 1452330 w 3960117"/>
                <a:gd name="connsiteY8" fmla="*/ 3055309 h 3236145"/>
                <a:gd name="connsiteX9" fmla="*/ 481406 w 3960117"/>
                <a:gd name="connsiteY9" fmla="*/ 2756499 h 3236145"/>
                <a:gd name="connsiteX10" fmla="*/ 152394 w 3960117"/>
                <a:gd name="connsiteY10" fmla="*/ 2238409 h 3236145"/>
                <a:gd name="connsiteX11" fmla="*/ 223355 w 3960117"/>
                <a:gd name="connsiteY11" fmla="*/ 1428270 h 3236145"/>
                <a:gd name="connsiteX0" fmla="*/ 229262 w 3966024"/>
                <a:gd name="connsiteY0" fmla="*/ 1428270 h 3236145"/>
                <a:gd name="connsiteX1" fmla="*/ 1119449 w 3966024"/>
                <a:gd name="connsiteY1" fmla="*/ 757990 h 3236145"/>
                <a:gd name="connsiteX2" fmla="*/ 2658610 w 3966024"/>
                <a:gd name="connsiteY2" fmla="*/ 237186 h 3236145"/>
                <a:gd name="connsiteX3" fmla="*/ 3820940 w 3966024"/>
                <a:gd name="connsiteY3" fmla="*/ 96124 h 3236145"/>
                <a:gd name="connsiteX4" fmla="*/ 3824010 w 3966024"/>
                <a:gd name="connsiteY4" fmla="*/ 1011605 h 3236145"/>
                <a:gd name="connsiteX5" fmla="*/ 3765405 w 3966024"/>
                <a:gd name="connsiteY5" fmla="*/ 1704435 h 3236145"/>
                <a:gd name="connsiteX6" fmla="*/ 3427797 w 3966024"/>
                <a:gd name="connsiteY6" fmla="*/ 2352272 h 3236145"/>
                <a:gd name="connsiteX7" fmla="*/ 2637656 w 3966024"/>
                <a:gd name="connsiteY7" fmla="*/ 2870604 h 3236145"/>
                <a:gd name="connsiteX8" fmla="*/ 1458237 w 3966024"/>
                <a:gd name="connsiteY8" fmla="*/ 3055309 h 3236145"/>
                <a:gd name="connsiteX9" fmla="*/ 487313 w 3966024"/>
                <a:gd name="connsiteY9" fmla="*/ 2756499 h 3236145"/>
                <a:gd name="connsiteX10" fmla="*/ 158301 w 3966024"/>
                <a:gd name="connsiteY10" fmla="*/ 2238409 h 3236145"/>
                <a:gd name="connsiteX11" fmla="*/ 886 w 3966024"/>
                <a:gd name="connsiteY11" fmla="*/ 2245600 h 3236145"/>
                <a:gd name="connsiteX12" fmla="*/ 229262 w 3966024"/>
                <a:gd name="connsiteY12" fmla="*/ 1428270 h 3236145"/>
                <a:gd name="connsiteX0" fmla="*/ 111969 w 3848731"/>
                <a:gd name="connsiteY0" fmla="*/ 1428270 h 3236145"/>
                <a:gd name="connsiteX1" fmla="*/ 1002156 w 3848731"/>
                <a:gd name="connsiteY1" fmla="*/ 757990 h 3236145"/>
                <a:gd name="connsiteX2" fmla="*/ 2541317 w 3848731"/>
                <a:gd name="connsiteY2" fmla="*/ 237186 h 3236145"/>
                <a:gd name="connsiteX3" fmla="*/ 3703647 w 3848731"/>
                <a:gd name="connsiteY3" fmla="*/ 96124 h 3236145"/>
                <a:gd name="connsiteX4" fmla="*/ 3706717 w 3848731"/>
                <a:gd name="connsiteY4" fmla="*/ 1011605 h 3236145"/>
                <a:gd name="connsiteX5" fmla="*/ 3648112 w 3848731"/>
                <a:gd name="connsiteY5" fmla="*/ 1704435 h 3236145"/>
                <a:gd name="connsiteX6" fmla="*/ 3310504 w 3848731"/>
                <a:gd name="connsiteY6" fmla="*/ 2352272 h 3236145"/>
                <a:gd name="connsiteX7" fmla="*/ 2520363 w 3848731"/>
                <a:gd name="connsiteY7" fmla="*/ 2870604 h 3236145"/>
                <a:gd name="connsiteX8" fmla="*/ 1340944 w 3848731"/>
                <a:gd name="connsiteY8" fmla="*/ 3055309 h 3236145"/>
                <a:gd name="connsiteX9" fmla="*/ 370020 w 3848731"/>
                <a:gd name="connsiteY9" fmla="*/ 2756499 h 3236145"/>
                <a:gd name="connsiteX10" fmla="*/ 41008 w 3848731"/>
                <a:gd name="connsiteY10" fmla="*/ 2238409 h 3236145"/>
                <a:gd name="connsiteX11" fmla="*/ 111969 w 3848731"/>
                <a:gd name="connsiteY11" fmla="*/ 1428270 h 3236145"/>
                <a:gd name="connsiteX0" fmla="*/ 259119 w 3995881"/>
                <a:gd name="connsiteY0" fmla="*/ 1428270 h 3236145"/>
                <a:gd name="connsiteX1" fmla="*/ 1149306 w 3995881"/>
                <a:gd name="connsiteY1" fmla="*/ 757990 h 3236145"/>
                <a:gd name="connsiteX2" fmla="*/ 2688467 w 3995881"/>
                <a:gd name="connsiteY2" fmla="*/ 237186 h 3236145"/>
                <a:gd name="connsiteX3" fmla="*/ 3850797 w 3995881"/>
                <a:gd name="connsiteY3" fmla="*/ 96124 h 3236145"/>
                <a:gd name="connsiteX4" fmla="*/ 3853867 w 3995881"/>
                <a:gd name="connsiteY4" fmla="*/ 1011605 h 3236145"/>
                <a:gd name="connsiteX5" fmla="*/ 3795262 w 3995881"/>
                <a:gd name="connsiteY5" fmla="*/ 1704435 h 3236145"/>
                <a:gd name="connsiteX6" fmla="*/ 3457654 w 3995881"/>
                <a:gd name="connsiteY6" fmla="*/ 2352272 h 3236145"/>
                <a:gd name="connsiteX7" fmla="*/ 2667513 w 3995881"/>
                <a:gd name="connsiteY7" fmla="*/ 2870604 h 3236145"/>
                <a:gd name="connsiteX8" fmla="*/ 1488094 w 3995881"/>
                <a:gd name="connsiteY8" fmla="*/ 3055309 h 3236145"/>
                <a:gd name="connsiteX9" fmla="*/ 517170 w 3995881"/>
                <a:gd name="connsiteY9" fmla="*/ 2756499 h 3236145"/>
                <a:gd name="connsiteX10" fmla="*/ 8140 w 3995881"/>
                <a:gd name="connsiteY10" fmla="*/ 2261636 h 3236145"/>
                <a:gd name="connsiteX11" fmla="*/ 259119 w 3995881"/>
                <a:gd name="connsiteY11" fmla="*/ 1428270 h 3236145"/>
                <a:gd name="connsiteX0" fmla="*/ 259119 w 3995881"/>
                <a:gd name="connsiteY0" fmla="*/ 1428270 h 3236145"/>
                <a:gd name="connsiteX1" fmla="*/ 1149306 w 3995881"/>
                <a:gd name="connsiteY1" fmla="*/ 757990 h 3236145"/>
                <a:gd name="connsiteX2" fmla="*/ 2688467 w 3995881"/>
                <a:gd name="connsiteY2" fmla="*/ 237186 h 3236145"/>
                <a:gd name="connsiteX3" fmla="*/ 3850797 w 3995881"/>
                <a:gd name="connsiteY3" fmla="*/ 96124 h 3236145"/>
                <a:gd name="connsiteX4" fmla="*/ 3853867 w 3995881"/>
                <a:gd name="connsiteY4" fmla="*/ 1011605 h 3236145"/>
                <a:gd name="connsiteX5" fmla="*/ 3795262 w 3995881"/>
                <a:gd name="connsiteY5" fmla="*/ 1704435 h 3236145"/>
                <a:gd name="connsiteX6" fmla="*/ 3457654 w 3995881"/>
                <a:gd name="connsiteY6" fmla="*/ 2352272 h 3236145"/>
                <a:gd name="connsiteX7" fmla="*/ 2667513 w 3995881"/>
                <a:gd name="connsiteY7" fmla="*/ 2870604 h 3236145"/>
                <a:gd name="connsiteX8" fmla="*/ 1488094 w 3995881"/>
                <a:gd name="connsiteY8" fmla="*/ 3055309 h 3236145"/>
                <a:gd name="connsiteX9" fmla="*/ 517170 w 3995881"/>
                <a:gd name="connsiteY9" fmla="*/ 2756499 h 3236145"/>
                <a:gd name="connsiteX10" fmla="*/ 8140 w 3995881"/>
                <a:gd name="connsiteY10" fmla="*/ 2261636 h 3236145"/>
                <a:gd name="connsiteX11" fmla="*/ 259119 w 3995881"/>
                <a:gd name="connsiteY11" fmla="*/ 1428270 h 3236145"/>
                <a:gd name="connsiteX0" fmla="*/ 33530 w 3770292"/>
                <a:gd name="connsiteY0" fmla="*/ 1428270 h 3236145"/>
                <a:gd name="connsiteX1" fmla="*/ 923717 w 3770292"/>
                <a:gd name="connsiteY1" fmla="*/ 757990 h 3236145"/>
                <a:gd name="connsiteX2" fmla="*/ 2462878 w 3770292"/>
                <a:gd name="connsiteY2" fmla="*/ 237186 h 3236145"/>
                <a:gd name="connsiteX3" fmla="*/ 3625208 w 3770292"/>
                <a:gd name="connsiteY3" fmla="*/ 96124 h 3236145"/>
                <a:gd name="connsiteX4" fmla="*/ 3628278 w 3770292"/>
                <a:gd name="connsiteY4" fmla="*/ 1011605 h 3236145"/>
                <a:gd name="connsiteX5" fmla="*/ 3569673 w 3770292"/>
                <a:gd name="connsiteY5" fmla="*/ 1704435 h 3236145"/>
                <a:gd name="connsiteX6" fmla="*/ 3232065 w 3770292"/>
                <a:gd name="connsiteY6" fmla="*/ 2352272 h 3236145"/>
                <a:gd name="connsiteX7" fmla="*/ 2441924 w 3770292"/>
                <a:gd name="connsiteY7" fmla="*/ 2870604 h 3236145"/>
                <a:gd name="connsiteX8" fmla="*/ 1262505 w 3770292"/>
                <a:gd name="connsiteY8" fmla="*/ 3055309 h 3236145"/>
                <a:gd name="connsiteX9" fmla="*/ 291581 w 3770292"/>
                <a:gd name="connsiteY9" fmla="*/ 2756499 h 3236145"/>
                <a:gd name="connsiteX10" fmla="*/ 33530 w 3770292"/>
                <a:gd name="connsiteY10" fmla="*/ 1428270 h 3236145"/>
                <a:gd name="connsiteX0" fmla="*/ 28027 w 3764789"/>
                <a:gd name="connsiteY0" fmla="*/ 1428270 h 3236145"/>
                <a:gd name="connsiteX1" fmla="*/ 918214 w 3764789"/>
                <a:gd name="connsiteY1" fmla="*/ 757990 h 3236145"/>
                <a:gd name="connsiteX2" fmla="*/ 2457375 w 3764789"/>
                <a:gd name="connsiteY2" fmla="*/ 237186 h 3236145"/>
                <a:gd name="connsiteX3" fmla="*/ 3619705 w 3764789"/>
                <a:gd name="connsiteY3" fmla="*/ 96124 h 3236145"/>
                <a:gd name="connsiteX4" fmla="*/ 3622775 w 3764789"/>
                <a:gd name="connsiteY4" fmla="*/ 1011605 h 3236145"/>
                <a:gd name="connsiteX5" fmla="*/ 3564170 w 3764789"/>
                <a:gd name="connsiteY5" fmla="*/ 1704435 h 3236145"/>
                <a:gd name="connsiteX6" fmla="*/ 3226562 w 3764789"/>
                <a:gd name="connsiteY6" fmla="*/ 2352272 h 3236145"/>
                <a:gd name="connsiteX7" fmla="*/ 2436421 w 3764789"/>
                <a:gd name="connsiteY7" fmla="*/ 2870604 h 3236145"/>
                <a:gd name="connsiteX8" fmla="*/ 1257002 w 3764789"/>
                <a:gd name="connsiteY8" fmla="*/ 3055309 h 3236145"/>
                <a:gd name="connsiteX9" fmla="*/ 338584 w 3764789"/>
                <a:gd name="connsiteY9" fmla="*/ 2702303 h 3236145"/>
                <a:gd name="connsiteX10" fmla="*/ 28027 w 3764789"/>
                <a:gd name="connsiteY10" fmla="*/ 1428270 h 3236145"/>
                <a:gd name="connsiteX0" fmla="*/ 31767 w 3768529"/>
                <a:gd name="connsiteY0" fmla="*/ 1428270 h 3236145"/>
                <a:gd name="connsiteX1" fmla="*/ 921954 w 3768529"/>
                <a:gd name="connsiteY1" fmla="*/ 757990 h 3236145"/>
                <a:gd name="connsiteX2" fmla="*/ 2461115 w 3768529"/>
                <a:gd name="connsiteY2" fmla="*/ 237186 h 3236145"/>
                <a:gd name="connsiteX3" fmla="*/ 3623445 w 3768529"/>
                <a:gd name="connsiteY3" fmla="*/ 96124 h 3236145"/>
                <a:gd name="connsiteX4" fmla="*/ 3626515 w 3768529"/>
                <a:gd name="connsiteY4" fmla="*/ 1011605 h 3236145"/>
                <a:gd name="connsiteX5" fmla="*/ 3567910 w 3768529"/>
                <a:gd name="connsiteY5" fmla="*/ 1704435 h 3236145"/>
                <a:gd name="connsiteX6" fmla="*/ 3230302 w 3768529"/>
                <a:gd name="connsiteY6" fmla="*/ 2352272 h 3236145"/>
                <a:gd name="connsiteX7" fmla="*/ 2440161 w 3768529"/>
                <a:gd name="connsiteY7" fmla="*/ 2870604 h 3236145"/>
                <a:gd name="connsiteX8" fmla="*/ 1260742 w 3768529"/>
                <a:gd name="connsiteY8" fmla="*/ 3055309 h 3236145"/>
                <a:gd name="connsiteX9" fmla="*/ 304820 w 3768529"/>
                <a:gd name="connsiteY9" fmla="*/ 2686819 h 3236145"/>
                <a:gd name="connsiteX10" fmla="*/ 31767 w 3768529"/>
                <a:gd name="connsiteY10" fmla="*/ 1428270 h 3236145"/>
                <a:gd name="connsiteX0" fmla="*/ 31767 w 3768529"/>
                <a:gd name="connsiteY0" fmla="*/ 1428270 h 3264647"/>
                <a:gd name="connsiteX1" fmla="*/ 921954 w 3768529"/>
                <a:gd name="connsiteY1" fmla="*/ 757990 h 3264647"/>
                <a:gd name="connsiteX2" fmla="*/ 2461115 w 3768529"/>
                <a:gd name="connsiteY2" fmla="*/ 237186 h 3264647"/>
                <a:gd name="connsiteX3" fmla="*/ 3623445 w 3768529"/>
                <a:gd name="connsiteY3" fmla="*/ 96124 h 3264647"/>
                <a:gd name="connsiteX4" fmla="*/ 3626515 w 3768529"/>
                <a:gd name="connsiteY4" fmla="*/ 1011605 h 3264647"/>
                <a:gd name="connsiteX5" fmla="*/ 3567910 w 3768529"/>
                <a:gd name="connsiteY5" fmla="*/ 1704435 h 3264647"/>
                <a:gd name="connsiteX6" fmla="*/ 3230302 w 3768529"/>
                <a:gd name="connsiteY6" fmla="*/ 2352272 h 3264647"/>
                <a:gd name="connsiteX7" fmla="*/ 2267643 w 3768529"/>
                <a:gd name="connsiteY7" fmla="*/ 2924800 h 3264647"/>
                <a:gd name="connsiteX8" fmla="*/ 1260742 w 3768529"/>
                <a:gd name="connsiteY8" fmla="*/ 3055309 h 3264647"/>
                <a:gd name="connsiteX9" fmla="*/ 304820 w 3768529"/>
                <a:gd name="connsiteY9" fmla="*/ 2686819 h 3264647"/>
                <a:gd name="connsiteX10" fmla="*/ 31767 w 3768529"/>
                <a:gd name="connsiteY10" fmla="*/ 1428270 h 3264647"/>
                <a:gd name="connsiteX0" fmla="*/ 31767 w 3768529"/>
                <a:gd name="connsiteY0" fmla="*/ 1428270 h 3264647"/>
                <a:gd name="connsiteX1" fmla="*/ 921954 w 3768529"/>
                <a:gd name="connsiteY1" fmla="*/ 757990 h 3264647"/>
                <a:gd name="connsiteX2" fmla="*/ 2461115 w 3768529"/>
                <a:gd name="connsiteY2" fmla="*/ 237186 h 3264647"/>
                <a:gd name="connsiteX3" fmla="*/ 3623445 w 3768529"/>
                <a:gd name="connsiteY3" fmla="*/ 96124 h 3264647"/>
                <a:gd name="connsiteX4" fmla="*/ 3626515 w 3768529"/>
                <a:gd name="connsiteY4" fmla="*/ 1011605 h 3264647"/>
                <a:gd name="connsiteX5" fmla="*/ 3567910 w 3768529"/>
                <a:gd name="connsiteY5" fmla="*/ 1704435 h 3264647"/>
                <a:gd name="connsiteX6" fmla="*/ 3140293 w 3768529"/>
                <a:gd name="connsiteY6" fmla="*/ 2414210 h 3264647"/>
                <a:gd name="connsiteX7" fmla="*/ 2267643 w 3768529"/>
                <a:gd name="connsiteY7" fmla="*/ 2924800 h 3264647"/>
                <a:gd name="connsiteX8" fmla="*/ 1260742 w 3768529"/>
                <a:gd name="connsiteY8" fmla="*/ 3055309 h 3264647"/>
                <a:gd name="connsiteX9" fmla="*/ 304820 w 3768529"/>
                <a:gd name="connsiteY9" fmla="*/ 2686819 h 3264647"/>
                <a:gd name="connsiteX10" fmla="*/ 31767 w 3768529"/>
                <a:gd name="connsiteY10" fmla="*/ 1428270 h 3264647"/>
                <a:gd name="connsiteX0" fmla="*/ 31767 w 3826462"/>
                <a:gd name="connsiteY0" fmla="*/ 1428270 h 3264647"/>
                <a:gd name="connsiteX1" fmla="*/ 921954 w 3826462"/>
                <a:gd name="connsiteY1" fmla="*/ 757990 h 3264647"/>
                <a:gd name="connsiteX2" fmla="*/ 2461115 w 3826462"/>
                <a:gd name="connsiteY2" fmla="*/ 237186 h 3264647"/>
                <a:gd name="connsiteX3" fmla="*/ 3623445 w 3826462"/>
                <a:gd name="connsiteY3" fmla="*/ 96124 h 3264647"/>
                <a:gd name="connsiteX4" fmla="*/ 3626515 w 3826462"/>
                <a:gd name="connsiteY4" fmla="*/ 1011605 h 3264647"/>
                <a:gd name="connsiteX5" fmla="*/ 3680421 w 3826462"/>
                <a:gd name="connsiteY5" fmla="*/ 1634755 h 3264647"/>
                <a:gd name="connsiteX6" fmla="*/ 3140293 w 3826462"/>
                <a:gd name="connsiteY6" fmla="*/ 2414210 h 3264647"/>
                <a:gd name="connsiteX7" fmla="*/ 2267643 w 3826462"/>
                <a:gd name="connsiteY7" fmla="*/ 2924800 h 3264647"/>
                <a:gd name="connsiteX8" fmla="*/ 1260742 w 3826462"/>
                <a:gd name="connsiteY8" fmla="*/ 3055309 h 3264647"/>
                <a:gd name="connsiteX9" fmla="*/ 304820 w 3826462"/>
                <a:gd name="connsiteY9" fmla="*/ 2686819 h 3264647"/>
                <a:gd name="connsiteX10" fmla="*/ 31767 w 3826462"/>
                <a:gd name="connsiteY10" fmla="*/ 1428270 h 3264647"/>
                <a:gd name="connsiteX0" fmla="*/ 31767 w 3885415"/>
                <a:gd name="connsiteY0" fmla="*/ 1428270 h 3264647"/>
                <a:gd name="connsiteX1" fmla="*/ 921954 w 3885415"/>
                <a:gd name="connsiteY1" fmla="*/ 757990 h 3264647"/>
                <a:gd name="connsiteX2" fmla="*/ 2461115 w 3885415"/>
                <a:gd name="connsiteY2" fmla="*/ 237186 h 3264647"/>
                <a:gd name="connsiteX3" fmla="*/ 3623445 w 3885415"/>
                <a:gd name="connsiteY3" fmla="*/ 96124 h 3264647"/>
                <a:gd name="connsiteX4" fmla="*/ 3746528 w 3885415"/>
                <a:gd name="connsiteY4" fmla="*/ 918697 h 3264647"/>
                <a:gd name="connsiteX5" fmla="*/ 3680421 w 3885415"/>
                <a:gd name="connsiteY5" fmla="*/ 1634755 h 3264647"/>
                <a:gd name="connsiteX6" fmla="*/ 3140293 w 3885415"/>
                <a:gd name="connsiteY6" fmla="*/ 2414210 h 3264647"/>
                <a:gd name="connsiteX7" fmla="*/ 2267643 w 3885415"/>
                <a:gd name="connsiteY7" fmla="*/ 2924800 h 3264647"/>
                <a:gd name="connsiteX8" fmla="*/ 1260742 w 3885415"/>
                <a:gd name="connsiteY8" fmla="*/ 3055309 h 3264647"/>
                <a:gd name="connsiteX9" fmla="*/ 304820 w 3885415"/>
                <a:gd name="connsiteY9" fmla="*/ 2686819 h 3264647"/>
                <a:gd name="connsiteX10" fmla="*/ 31767 w 3885415"/>
                <a:gd name="connsiteY10" fmla="*/ 1428270 h 3264647"/>
                <a:gd name="connsiteX0" fmla="*/ 31767 w 3879429"/>
                <a:gd name="connsiteY0" fmla="*/ 1428270 h 3264647"/>
                <a:gd name="connsiteX1" fmla="*/ 921954 w 3879429"/>
                <a:gd name="connsiteY1" fmla="*/ 757990 h 3264647"/>
                <a:gd name="connsiteX2" fmla="*/ 2461115 w 3879429"/>
                <a:gd name="connsiteY2" fmla="*/ 237186 h 3264647"/>
                <a:gd name="connsiteX3" fmla="*/ 3623445 w 3879429"/>
                <a:gd name="connsiteY3" fmla="*/ 96124 h 3264647"/>
                <a:gd name="connsiteX4" fmla="*/ 3746528 w 3879429"/>
                <a:gd name="connsiteY4" fmla="*/ 918697 h 3264647"/>
                <a:gd name="connsiteX5" fmla="*/ 3665420 w 3879429"/>
                <a:gd name="connsiteY5" fmla="*/ 1596043 h 3264647"/>
                <a:gd name="connsiteX6" fmla="*/ 3140293 w 3879429"/>
                <a:gd name="connsiteY6" fmla="*/ 2414210 h 3264647"/>
                <a:gd name="connsiteX7" fmla="*/ 2267643 w 3879429"/>
                <a:gd name="connsiteY7" fmla="*/ 2924800 h 3264647"/>
                <a:gd name="connsiteX8" fmla="*/ 1260742 w 3879429"/>
                <a:gd name="connsiteY8" fmla="*/ 3055309 h 3264647"/>
                <a:gd name="connsiteX9" fmla="*/ 304820 w 3879429"/>
                <a:gd name="connsiteY9" fmla="*/ 2686819 h 3264647"/>
                <a:gd name="connsiteX10" fmla="*/ 31767 w 3879429"/>
                <a:gd name="connsiteY10" fmla="*/ 1428270 h 3264647"/>
                <a:gd name="connsiteX0" fmla="*/ 31767 w 3839360"/>
                <a:gd name="connsiteY0" fmla="*/ 1428270 h 3264647"/>
                <a:gd name="connsiteX1" fmla="*/ 921954 w 3839360"/>
                <a:gd name="connsiteY1" fmla="*/ 757990 h 3264647"/>
                <a:gd name="connsiteX2" fmla="*/ 2461115 w 3839360"/>
                <a:gd name="connsiteY2" fmla="*/ 237186 h 3264647"/>
                <a:gd name="connsiteX3" fmla="*/ 3623445 w 3839360"/>
                <a:gd name="connsiteY3" fmla="*/ 96124 h 3264647"/>
                <a:gd name="connsiteX4" fmla="*/ 3746528 w 3839360"/>
                <a:gd name="connsiteY4" fmla="*/ 918697 h 3264647"/>
                <a:gd name="connsiteX5" fmla="*/ 3665420 w 3839360"/>
                <a:gd name="connsiteY5" fmla="*/ 1596043 h 3264647"/>
                <a:gd name="connsiteX6" fmla="*/ 3140293 w 3839360"/>
                <a:gd name="connsiteY6" fmla="*/ 2414210 h 3264647"/>
                <a:gd name="connsiteX7" fmla="*/ 2267643 w 3839360"/>
                <a:gd name="connsiteY7" fmla="*/ 2924800 h 3264647"/>
                <a:gd name="connsiteX8" fmla="*/ 1260742 w 3839360"/>
                <a:gd name="connsiteY8" fmla="*/ 3055309 h 3264647"/>
                <a:gd name="connsiteX9" fmla="*/ 304820 w 3839360"/>
                <a:gd name="connsiteY9" fmla="*/ 2686819 h 3264647"/>
                <a:gd name="connsiteX10" fmla="*/ 31767 w 3839360"/>
                <a:gd name="connsiteY10" fmla="*/ 1428270 h 3264647"/>
                <a:gd name="connsiteX0" fmla="*/ 31767 w 3839360"/>
                <a:gd name="connsiteY0" fmla="*/ 1428270 h 3264647"/>
                <a:gd name="connsiteX1" fmla="*/ 921954 w 3839360"/>
                <a:gd name="connsiteY1" fmla="*/ 757990 h 3264647"/>
                <a:gd name="connsiteX2" fmla="*/ 2461115 w 3839360"/>
                <a:gd name="connsiteY2" fmla="*/ 237186 h 3264647"/>
                <a:gd name="connsiteX3" fmla="*/ 3548437 w 3839360"/>
                <a:gd name="connsiteY3" fmla="*/ 96124 h 3264647"/>
                <a:gd name="connsiteX4" fmla="*/ 3746528 w 3839360"/>
                <a:gd name="connsiteY4" fmla="*/ 918697 h 3264647"/>
                <a:gd name="connsiteX5" fmla="*/ 3665420 w 3839360"/>
                <a:gd name="connsiteY5" fmla="*/ 1596043 h 3264647"/>
                <a:gd name="connsiteX6" fmla="*/ 3140293 w 3839360"/>
                <a:gd name="connsiteY6" fmla="*/ 2414210 h 3264647"/>
                <a:gd name="connsiteX7" fmla="*/ 2267643 w 3839360"/>
                <a:gd name="connsiteY7" fmla="*/ 2924800 h 3264647"/>
                <a:gd name="connsiteX8" fmla="*/ 1260742 w 3839360"/>
                <a:gd name="connsiteY8" fmla="*/ 3055309 h 3264647"/>
                <a:gd name="connsiteX9" fmla="*/ 304820 w 3839360"/>
                <a:gd name="connsiteY9" fmla="*/ 2686819 h 3264647"/>
                <a:gd name="connsiteX10" fmla="*/ 31767 w 3839360"/>
                <a:gd name="connsiteY10" fmla="*/ 1428270 h 3264647"/>
                <a:gd name="connsiteX0" fmla="*/ 31767 w 3839360"/>
                <a:gd name="connsiteY0" fmla="*/ 1428270 h 3251442"/>
                <a:gd name="connsiteX1" fmla="*/ 921954 w 3839360"/>
                <a:gd name="connsiteY1" fmla="*/ 757990 h 3251442"/>
                <a:gd name="connsiteX2" fmla="*/ 2461115 w 3839360"/>
                <a:gd name="connsiteY2" fmla="*/ 237186 h 3251442"/>
                <a:gd name="connsiteX3" fmla="*/ 3548437 w 3839360"/>
                <a:gd name="connsiteY3" fmla="*/ 96124 h 3251442"/>
                <a:gd name="connsiteX4" fmla="*/ 3746528 w 3839360"/>
                <a:gd name="connsiteY4" fmla="*/ 918697 h 3251442"/>
                <a:gd name="connsiteX5" fmla="*/ 3665420 w 3839360"/>
                <a:gd name="connsiteY5" fmla="*/ 1596043 h 3251442"/>
                <a:gd name="connsiteX6" fmla="*/ 3140293 w 3839360"/>
                <a:gd name="connsiteY6" fmla="*/ 2414210 h 3251442"/>
                <a:gd name="connsiteX7" fmla="*/ 2267643 w 3839360"/>
                <a:gd name="connsiteY7" fmla="*/ 2924800 h 3251442"/>
                <a:gd name="connsiteX8" fmla="*/ 1260742 w 3839360"/>
                <a:gd name="connsiteY8" fmla="*/ 3055309 h 3251442"/>
                <a:gd name="connsiteX9" fmla="*/ 304820 w 3839360"/>
                <a:gd name="connsiteY9" fmla="*/ 2686819 h 3251442"/>
                <a:gd name="connsiteX10" fmla="*/ 31767 w 3839360"/>
                <a:gd name="connsiteY10" fmla="*/ 1428270 h 3251442"/>
                <a:gd name="connsiteX0" fmla="*/ 31767 w 3839360"/>
                <a:gd name="connsiteY0" fmla="*/ 1428270 h 3205306"/>
                <a:gd name="connsiteX1" fmla="*/ 921954 w 3839360"/>
                <a:gd name="connsiteY1" fmla="*/ 757990 h 3205306"/>
                <a:gd name="connsiteX2" fmla="*/ 2461115 w 3839360"/>
                <a:gd name="connsiteY2" fmla="*/ 237186 h 3205306"/>
                <a:gd name="connsiteX3" fmla="*/ 3548437 w 3839360"/>
                <a:gd name="connsiteY3" fmla="*/ 96124 h 3205306"/>
                <a:gd name="connsiteX4" fmla="*/ 3746528 w 3839360"/>
                <a:gd name="connsiteY4" fmla="*/ 918697 h 3205306"/>
                <a:gd name="connsiteX5" fmla="*/ 3665420 w 3839360"/>
                <a:gd name="connsiteY5" fmla="*/ 1596043 h 3205306"/>
                <a:gd name="connsiteX6" fmla="*/ 3140293 w 3839360"/>
                <a:gd name="connsiteY6" fmla="*/ 2414210 h 3205306"/>
                <a:gd name="connsiteX7" fmla="*/ 2267643 w 3839360"/>
                <a:gd name="connsiteY7" fmla="*/ 2924800 h 3205306"/>
                <a:gd name="connsiteX8" fmla="*/ 1260742 w 3839360"/>
                <a:gd name="connsiteY8" fmla="*/ 3055309 h 3205306"/>
                <a:gd name="connsiteX9" fmla="*/ 304820 w 3839360"/>
                <a:gd name="connsiteY9" fmla="*/ 2686819 h 3205306"/>
                <a:gd name="connsiteX10" fmla="*/ 31767 w 3839360"/>
                <a:gd name="connsiteY10" fmla="*/ 1428270 h 3205306"/>
                <a:gd name="connsiteX0" fmla="*/ 31767 w 3839360"/>
                <a:gd name="connsiteY0" fmla="*/ 1428270 h 3216790"/>
                <a:gd name="connsiteX1" fmla="*/ 921954 w 3839360"/>
                <a:gd name="connsiteY1" fmla="*/ 757990 h 3216790"/>
                <a:gd name="connsiteX2" fmla="*/ 2461115 w 3839360"/>
                <a:gd name="connsiteY2" fmla="*/ 237186 h 3216790"/>
                <a:gd name="connsiteX3" fmla="*/ 3548437 w 3839360"/>
                <a:gd name="connsiteY3" fmla="*/ 96124 h 3216790"/>
                <a:gd name="connsiteX4" fmla="*/ 3746528 w 3839360"/>
                <a:gd name="connsiteY4" fmla="*/ 918697 h 3216790"/>
                <a:gd name="connsiteX5" fmla="*/ 3665420 w 3839360"/>
                <a:gd name="connsiteY5" fmla="*/ 1596043 h 3216790"/>
                <a:gd name="connsiteX6" fmla="*/ 3140293 w 3839360"/>
                <a:gd name="connsiteY6" fmla="*/ 2414210 h 3216790"/>
                <a:gd name="connsiteX7" fmla="*/ 2267643 w 3839360"/>
                <a:gd name="connsiteY7" fmla="*/ 2924800 h 3216790"/>
                <a:gd name="connsiteX8" fmla="*/ 1260742 w 3839360"/>
                <a:gd name="connsiteY8" fmla="*/ 3055309 h 3216790"/>
                <a:gd name="connsiteX9" fmla="*/ 304820 w 3839360"/>
                <a:gd name="connsiteY9" fmla="*/ 2686819 h 3216790"/>
                <a:gd name="connsiteX10" fmla="*/ 31767 w 3839360"/>
                <a:gd name="connsiteY10" fmla="*/ 1428270 h 3216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39360" h="3216790">
                  <a:moveTo>
                    <a:pt x="31767" y="1428270"/>
                  </a:moveTo>
                  <a:cubicBezTo>
                    <a:pt x="-25060" y="854832"/>
                    <a:pt x="523866" y="796880"/>
                    <a:pt x="921954" y="757990"/>
                  </a:cubicBezTo>
                  <a:cubicBezTo>
                    <a:pt x="1605026" y="383089"/>
                    <a:pt x="1920558" y="395303"/>
                    <a:pt x="2461115" y="237186"/>
                  </a:cubicBezTo>
                  <a:cubicBezTo>
                    <a:pt x="2944710" y="136115"/>
                    <a:pt x="3083298" y="-147199"/>
                    <a:pt x="3548437" y="96124"/>
                  </a:cubicBezTo>
                  <a:cubicBezTo>
                    <a:pt x="3827406" y="380260"/>
                    <a:pt x="3824020" y="712053"/>
                    <a:pt x="3746528" y="918697"/>
                  </a:cubicBezTo>
                  <a:cubicBezTo>
                    <a:pt x="3863362" y="1143580"/>
                    <a:pt x="3903060" y="1317073"/>
                    <a:pt x="3665420" y="1596043"/>
                  </a:cubicBezTo>
                  <a:cubicBezTo>
                    <a:pt x="3602096" y="1826265"/>
                    <a:pt x="3742793" y="2190914"/>
                    <a:pt x="3140293" y="2414210"/>
                  </a:cubicBezTo>
                  <a:cubicBezTo>
                    <a:pt x="2978442" y="2833872"/>
                    <a:pt x="2911974" y="2803768"/>
                    <a:pt x="2267643" y="2924800"/>
                  </a:cubicBezTo>
                  <a:cubicBezTo>
                    <a:pt x="1764245" y="3356355"/>
                    <a:pt x="1599670" y="3228380"/>
                    <a:pt x="1260742" y="3055309"/>
                  </a:cubicBezTo>
                  <a:cubicBezTo>
                    <a:pt x="247173" y="3364821"/>
                    <a:pt x="478723" y="2833669"/>
                    <a:pt x="304820" y="2686819"/>
                  </a:cubicBezTo>
                  <a:cubicBezTo>
                    <a:pt x="99991" y="2415646"/>
                    <a:pt x="-73589" y="1761355"/>
                    <a:pt x="31767" y="1428270"/>
                  </a:cubicBezTo>
                  <a:close/>
                </a:path>
              </a:pathLst>
            </a:custGeom>
            <a:solidFill>
              <a:srgbClr val="98AFAC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7">
              <a:extLst>
                <a:ext uri="{FF2B5EF4-FFF2-40B4-BE49-F238E27FC236}">
                  <a16:creationId xmlns:a16="http://schemas.microsoft.com/office/drawing/2014/main" id="{CE366F7D-AB35-97D2-3464-4B6C5F4B5D90}"/>
                </a:ext>
              </a:extLst>
            </p:cNvPr>
            <p:cNvSpPr/>
            <p:nvPr/>
          </p:nvSpPr>
          <p:spPr>
            <a:xfrm>
              <a:off x="2811529" y="2588177"/>
              <a:ext cx="5028829" cy="3981287"/>
            </a:xfrm>
            <a:custGeom>
              <a:avLst/>
              <a:gdLst>
                <a:gd name="connsiteX0" fmla="*/ 0 w 2371241"/>
                <a:gd name="connsiteY0" fmla="*/ 0 h 836909"/>
                <a:gd name="connsiteX1" fmla="*/ 2371241 w 2371241"/>
                <a:gd name="connsiteY1" fmla="*/ 0 h 836909"/>
                <a:gd name="connsiteX2" fmla="*/ 2371241 w 2371241"/>
                <a:gd name="connsiteY2" fmla="*/ 836909 h 836909"/>
                <a:gd name="connsiteX3" fmla="*/ 0 w 2371241"/>
                <a:gd name="connsiteY3" fmla="*/ 836909 h 836909"/>
                <a:gd name="connsiteX4" fmla="*/ 0 w 2371241"/>
                <a:gd name="connsiteY4" fmla="*/ 0 h 836909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2371241 w 3115160"/>
                <a:gd name="connsiteY2" fmla="*/ 2262754 h 2262754"/>
                <a:gd name="connsiteX3" fmla="*/ 0 w 3115160"/>
                <a:gd name="connsiteY3" fmla="*/ 2262754 h 2262754"/>
                <a:gd name="connsiteX4" fmla="*/ 0 w 3115160"/>
                <a:gd name="connsiteY4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371241 w 3115160"/>
                <a:gd name="connsiteY3" fmla="*/ 2262754 h 2262754"/>
                <a:gd name="connsiteX4" fmla="*/ 0 w 3115160"/>
                <a:gd name="connsiteY4" fmla="*/ 2262754 h 2262754"/>
                <a:gd name="connsiteX5" fmla="*/ 0 w 3115160"/>
                <a:gd name="connsiteY5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820691 w 3115160"/>
                <a:gd name="connsiteY3" fmla="*/ 1534333 h 2262754"/>
                <a:gd name="connsiteX4" fmla="*/ 2371241 w 3115160"/>
                <a:gd name="connsiteY4" fmla="*/ 2262754 h 2262754"/>
                <a:gd name="connsiteX5" fmla="*/ 0 w 3115160"/>
                <a:gd name="connsiteY5" fmla="*/ 2262754 h 2262754"/>
                <a:gd name="connsiteX6" fmla="*/ 0 w 3115160"/>
                <a:gd name="connsiteY6" fmla="*/ 1425845 h 2262754"/>
                <a:gd name="connsiteX0" fmla="*/ 0 w 3115160"/>
                <a:gd name="connsiteY0" fmla="*/ 1425845 h 2293750"/>
                <a:gd name="connsiteX1" fmla="*/ 3115160 w 3115160"/>
                <a:gd name="connsiteY1" fmla="*/ 0 h 2293750"/>
                <a:gd name="connsiteX2" fmla="*/ 3053165 w 3115160"/>
                <a:gd name="connsiteY2" fmla="*/ 728421 h 2293750"/>
                <a:gd name="connsiteX3" fmla="*/ 2820691 w 3115160"/>
                <a:gd name="connsiteY3" fmla="*/ 1534333 h 2293750"/>
                <a:gd name="connsiteX4" fmla="*/ 1952787 w 3115160"/>
                <a:gd name="connsiteY4" fmla="*/ 2293750 h 2293750"/>
                <a:gd name="connsiteX5" fmla="*/ 0 w 3115160"/>
                <a:gd name="connsiteY5" fmla="*/ 2262754 h 2293750"/>
                <a:gd name="connsiteX6" fmla="*/ 0 w 3115160"/>
                <a:gd name="connsiteY6" fmla="*/ 1425845 h 2293750"/>
                <a:gd name="connsiteX0" fmla="*/ 0 w 3115160"/>
                <a:gd name="connsiteY0" fmla="*/ 1425845 h 2603953"/>
                <a:gd name="connsiteX1" fmla="*/ 3115160 w 3115160"/>
                <a:gd name="connsiteY1" fmla="*/ 0 h 2603953"/>
                <a:gd name="connsiteX2" fmla="*/ 3053165 w 3115160"/>
                <a:gd name="connsiteY2" fmla="*/ 728421 h 2603953"/>
                <a:gd name="connsiteX3" fmla="*/ 2820691 w 3115160"/>
                <a:gd name="connsiteY3" fmla="*/ 1534333 h 2603953"/>
                <a:gd name="connsiteX4" fmla="*/ 1952787 w 3115160"/>
                <a:gd name="connsiteY4" fmla="*/ 2293750 h 2603953"/>
                <a:gd name="connsiteX5" fmla="*/ 635429 w 3115160"/>
                <a:gd name="connsiteY5" fmla="*/ 2603716 h 2603953"/>
                <a:gd name="connsiteX6" fmla="*/ 0 w 3115160"/>
                <a:gd name="connsiteY6" fmla="*/ 2262754 h 2603953"/>
                <a:gd name="connsiteX7" fmla="*/ 0 w 3115160"/>
                <a:gd name="connsiteY7" fmla="*/ 1425845 h 2603953"/>
                <a:gd name="connsiteX0" fmla="*/ 263472 w 3378632"/>
                <a:gd name="connsiteY0" fmla="*/ 1425845 h 2603953"/>
                <a:gd name="connsiteX1" fmla="*/ 3378632 w 3378632"/>
                <a:gd name="connsiteY1" fmla="*/ 0 h 2603953"/>
                <a:gd name="connsiteX2" fmla="*/ 3316637 w 3378632"/>
                <a:gd name="connsiteY2" fmla="*/ 728421 h 2603953"/>
                <a:gd name="connsiteX3" fmla="*/ 3084163 w 3378632"/>
                <a:gd name="connsiteY3" fmla="*/ 1534333 h 2603953"/>
                <a:gd name="connsiteX4" fmla="*/ 2216259 w 3378632"/>
                <a:gd name="connsiteY4" fmla="*/ 2293750 h 2603953"/>
                <a:gd name="connsiteX5" fmla="*/ 898901 w 3378632"/>
                <a:gd name="connsiteY5" fmla="*/ 2603716 h 2603953"/>
                <a:gd name="connsiteX6" fmla="*/ 0 w 3378632"/>
                <a:gd name="connsiteY6" fmla="*/ 2092273 h 2603953"/>
                <a:gd name="connsiteX7" fmla="*/ 263472 w 3378632"/>
                <a:gd name="connsiteY7" fmla="*/ 1425845 h 2603953"/>
                <a:gd name="connsiteX0" fmla="*/ 0 w 3611106"/>
                <a:gd name="connsiteY0" fmla="*/ 1332855 h 2603953"/>
                <a:gd name="connsiteX1" fmla="*/ 3611106 w 3611106"/>
                <a:gd name="connsiteY1" fmla="*/ 0 h 2603953"/>
                <a:gd name="connsiteX2" fmla="*/ 3549111 w 3611106"/>
                <a:gd name="connsiteY2" fmla="*/ 728421 h 2603953"/>
                <a:gd name="connsiteX3" fmla="*/ 3316637 w 3611106"/>
                <a:gd name="connsiteY3" fmla="*/ 1534333 h 2603953"/>
                <a:gd name="connsiteX4" fmla="*/ 2448733 w 3611106"/>
                <a:gd name="connsiteY4" fmla="*/ 2293750 h 2603953"/>
                <a:gd name="connsiteX5" fmla="*/ 1131375 w 3611106"/>
                <a:gd name="connsiteY5" fmla="*/ 2603716 h 2603953"/>
                <a:gd name="connsiteX6" fmla="*/ 232474 w 3611106"/>
                <a:gd name="connsiteY6" fmla="*/ 2092273 h 2603953"/>
                <a:gd name="connsiteX7" fmla="*/ 0 w 3611106"/>
                <a:gd name="connsiteY7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3611106 w 3611106"/>
                <a:gd name="connsiteY2" fmla="*/ 0 h 2603953"/>
                <a:gd name="connsiteX3" fmla="*/ 3549111 w 3611106"/>
                <a:gd name="connsiteY3" fmla="*/ 728421 h 2603953"/>
                <a:gd name="connsiteX4" fmla="*/ 3316637 w 3611106"/>
                <a:gd name="connsiteY4" fmla="*/ 1534333 h 2603953"/>
                <a:gd name="connsiteX5" fmla="*/ 2448733 w 3611106"/>
                <a:gd name="connsiteY5" fmla="*/ 2293750 h 2603953"/>
                <a:gd name="connsiteX6" fmla="*/ 1131375 w 3611106"/>
                <a:gd name="connsiteY6" fmla="*/ 2603716 h 2603953"/>
                <a:gd name="connsiteX7" fmla="*/ 232474 w 3611106"/>
                <a:gd name="connsiteY7" fmla="*/ 2092273 h 2603953"/>
                <a:gd name="connsiteX8" fmla="*/ 0 w 3611106"/>
                <a:gd name="connsiteY8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2588216 w 3611106"/>
                <a:gd name="connsiteY2" fmla="*/ 154984 h 2603953"/>
                <a:gd name="connsiteX3" fmla="*/ 3611106 w 3611106"/>
                <a:gd name="connsiteY3" fmla="*/ 0 h 2603953"/>
                <a:gd name="connsiteX4" fmla="*/ 3549111 w 3611106"/>
                <a:gd name="connsiteY4" fmla="*/ 728421 h 2603953"/>
                <a:gd name="connsiteX5" fmla="*/ 3316637 w 3611106"/>
                <a:gd name="connsiteY5" fmla="*/ 1534333 h 2603953"/>
                <a:gd name="connsiteX6" fmla="*/ 2448733 w 3611106"/>
                <a:gd name="connsiteY6" fmla="*/ 2293750 h 2603953"/>
                <a:gd name="connsiteX7" fmla="*/ 1131375 w 3611106"/>
                <a:gd name="connsiteY7" fmla="*/ 2603716 h 2603953"/>
                <a:gd name="connsiteX8" fmla="*/ 232474 w 3611106"/>
                <a:gd name="connsiteY8" fmla="*/ 2092273 h 2603953"/>
                <a:gd name="connsiteX9" fmla="*/ 0 w 3611106"/>
                <a:gd name="connsiteY9" fmla="*/ 1332855 h 2603953"/>
                <a:gd name="connsiteX0" fmla="*/ 0 w 3611106"/>
                <a:gd name="connsiteY0" fmla="*/ 1431577 h 2702675"/>
                <a:gd name="connsiteX1" fmla="*/ 929898 w 3611106"/>
                <a:gd name="connsiteY1" fmla="*/ 765150 h 2702675"/>
                <a:gd name="connsiteX2" fmla="*/ 2588216 w 3611106"/>
                <a:gd name="connsiteY2" fmla="*/ 253706 h 2702675"/>
                <a:gd name="connsiteX3" fmla="*/ 3611106 w 3611106"/>
                <a:gd name="connsiteY3" fmla="*/ 98722 h 2702675"/>
                <a:gd name="connsiteX4" fmla="*/ 3549111 w 3611106"/>
                <a:gd name="connsiteY4" fmla="*/ 827143 h 2702675"/>
                <a:gd name="connsiteX5" fmla="*/ 3316637 w 3611106"/>
                <a:gd name="connsiteY5" fmla="*/ 1633055 h 2702675"/>
                <a:gd name="connsiteX6" fmla="*/ 2448733 w 3611106"/>
                <a:gd name="connsiteY6" fmla="*/ 2392472 h 2702675"/>
                <a:gd name="connsiteX7" fmla="*/ 1131375 w 3611106"/>
                <a:gd name="connsiteY7" fmla="*/ 2702438 h 2702675"/>
                <a:gd name="connsiteX8" fmla="*/ 232474 w 3611106"/>
                <a:gd name="connsiteY8" fmla="*/ 2190995 h 2702675"/>
                <a:gd name="connsiteX9" fmla="*/ 0 w 3611106"/>
                <a:gd name="connsiteY9" fmla="*/ 1431577 h 2702675"/>
                <a:gd name="connsiteX0" fmla="*/ 0 w 3611106"/>
                <a:gd name="connsiteY0" fmla="*/ 1451565 h 2722663"/>
                <a:gd name="connsiteX1" fmla="*/ 929898 w 3611106"/>
                <a:gd name="connsiteY1" fmla="*/ 785138 h 2722663"/>
                <a:gd name="connsiteX2" fmla="*/ 2588216 w 3611106"/>
                <a:gd name="connsiteY2" fmla="*/ 273694 h 2722663"/>
                <a:gd name="connsiteX3" fmla="*/ 3611106 w 3611106"/>
                <a:gd name="connsiteY3" fmla="*/ 118710 h 2722663"/>
                <a:gd name="connsiteX4" fmla="*/ 3549111 w 3611106"/>
                <a:gd name="connsiteY4" fmla="*/ 847131 h 2722663"/>
                <a:gd name="connsiteX5" fmla="*/ 3316637 w 3611106"/>
                <a:gd name="connsiteY5" fmla="*/ 1653043 h 2722663"/>
                <a:gd name="connsiteX6" fmla="*/ 2448733 w 3611106"/>
                <a:gd name="connsiteY6" fmla="*/ 2412460 h 2722663"/>
                <a:gd name="connsiteX7" fmla="*/ 1131375 w 3611106"/>
                <a:gd name="connsiteY7" fmla="*/ 2722426 h 2722663"/>
                <a:gd name="connsiteX8" fmla="*/ 232474 w 3611106"/>
                <a:gd name="connsiteY8" fmla="*/ 2210983 h 2722663"/>
                <a:gd name="connsiteX9" fmla="*/ 0 w 3611106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811556"/>
                <a:gd name="connsiteX1" fmla="*/ 929898 w 3736247"/>
                <a:gd name="connsiteY1" fmla="*/ 785138 h 2811556"/>
                <a:gd name="connsiteX2" fmla="*/ 2588216 w 3736247"/>
                <a:gd name="connsiteY2" fmla="*/ 273694 h 2811556"/>
                <a:gd name="connsiteX3" fmla="*/ 3611106 w 3736247"/>
                <a:gd name="connsiteY3" fmla="*/ 118710 h 2811556"/>
                <a:gd name="connsiteX4" fmla="*/ 3549111 w 3736247"/>
                <a:gd name="connsiteY4" fmla="*/ 847131 h 2811556"/>
                <a:gd name="connsiteX5" fmla="*/ 3316637 w 3736247"/>
                <a:gd name="connsiteY5" fmla="*/ 1653043 h 2811556"/>
                <a:gd name="connsiteX6" fmla="*/ 2448733 w 3736247"/>
                <a:gd name="connsiteY6" fmla="*/ 2412460 h 2811556"/>
                <a:gd name="connsiteX7" fmla="*/ 1131375 w 3736247"/>
                <a:gd name="connsiteY7" fmla="*/ 2722426 h 2811556"/>
                <a:gd name="connsiteX8" fmla="*/ 232474 w 3736247"/>
                <a:gd name="connsiteY8" fmla="*/ 2210983 h 2811556"/>
                <a:gd name="connsiteX9" fmla="*/ 0 w 3736247"/>
                <a:gd name="connsiteY9" fmla="*/ 1451565 h 2811556"/>
                <a:gd name="connsiteX0" fmla="*/ 0 w 3736247"/>
                <a:gd name="connsiteY0" fmla="*/ 1451565 h 2878493"/>
                <a:gd name="connsiteX1" fmla="*/ 929898 w 3736247"/>
                <a:gd name="connsiteY1" fmla="*/ 785138 h 2878493"/>
                <a:gd name="connsiteX2" fmla="*/ 2588216 w 3736247"/>
                <a:gd name="connsiteY2" fmla="*/ 273694 h 2878493"/>
                <a:gd name="connsiteX3" fmla="*/ 3611106 w 3736247"/>
                <a:gd name="connsiteY3" fmla="*/ 118710 h 2878493"/>
                <a:gd name="connsiteX4" fmla="*/ 3549111 w 3736247"/>
                <a:gd name="connsiteY4" fmla="*/ 847131 h 2878493"/>
                <a:gd name="connsiteX5" fmla="*/ 3316637 w 3736247"/>
                <a:gd name="connsiteY5" fmla="*/ 1653043 h 2878493"/>
                <a:gd name="connsiteX6" fmla="*/ 2448733 w 3736247"/>
                <a:gd name="connsiteY6" fmla="*/ 2412460 h 2878493"/>
                <a:gd name="connsiteX7" fmla="*/ 1131375 w 3736247"/>
                <a:gd name="connsiteY7" fmla="*/ 2722426 h 2878493"/>
                <a:gd name="connsiteX8" fmla="*/ 232474 w 3736247"/>
                <a:gd name="connsiteY8" fmla="*/ 2210983 h 2878493"/>
                <a:gd name="connsiteX9" fmla="*/ 0 w 3736247"/>
                <a:gd name="connsiteY9" fmla="*/ 1451565 h 2878493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210983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47130 w 3837981"/>
                <a:gd name="connsiteY1" fmla="*/ 847131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5742"/>
                <a:gd name="connsiteX1" fmla="*/ 1047130 w 3837981"/>
                <a:gd name="connsiteY1" fmla="*/ 847131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51565 h 2855742"/>
                <a:gd name="connsiteX1" fmla="*/ 811270 w 3837981"/>
                <a:gd name="connsiteY1" fmla="*/ 725135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87265 h 2891442"/>
                <a:gd name="connsiteX1" fmla="*/ 811270 w 3837981"/>
                <a:gd name="connsiteY1" fmla="*/ 760835 h 2891442"/>
                <a:gd name="connsiteX2" fmla="*/ 2567954 w 3837981"/>
                <a:gd name="connsiteY2" fmla="*/ 154866 h 2891442"/>
                <a:gd name="connsiteX3" fmla="*/ 3712840 w 3837981"/>
                <a:gd name="connsiteY3" fmla="*/ 154410 h 2891442"/>
                <a:gd name="connsiteX4" fmla="*/ 3650845 w 3837981"/>
                <a:gd name="connsiteY4" fmla="*/ 882831 h 2891442"/>
                <a:gd name="connsiteX5" fmla="*/ 3418371 w 3837981"/>
                <a:gd name="connsiteY5" fmla="*/ 1688743 h 2891442"/>
                <a:gd name="connsiteX6" fmla="*/ 2493317 w 3837981"/>
                <a:gd name="connsiteY6" fmla="*/ 2454510 h 2891442"/>
                <a:gd name="connsiteX7" fmla="*/ 1295102 w 3837981"/>
                <a:gd name="connsiteY7" fmla="*/ 2711631 h 2891442"/>
                <a:gd name="connsiteX8" fmla="*/ 334208 w 3837981"/>
                <a:gd name="connsiteY8" fmla="*/ 2200188 h 2891442"/>
                <a:gd name="connsiteX9" fmla="*/ 101734 w 3837981"/>
                <a:gd name="connsiteY9" fmla="*/ 1487265 h 2891442"/>
                <a:gd name="connsiteX0" fmla="*/ 101734 w 3837981"/>
                <a:gd name="connsiteY0" fmla="*/ 1516629 h 2920806"/>
                <a:gd name="connsiteX1" fmla="*/ 811270 w 3837981"/>
                <a:gd name="connsiteY1" fmla="*/ 790199 h 2920806"/>
                <a:gd name="connsiteX2" fmla="*/ 2567954 w 3837981"/>
                <a:gd name="connsiteY2" fmla="*/ 184230 h 2920806"/>
                <a:gd name="connsiteX3" fmla="*/ 3628753 w 3837981"/>
                <a:gd name="connsiteY3" fmla="*/ 0 h 2920806"/>
                <a:gd name="connsiteX4" fmla="*/ 3712840 w 3837981"/>
                <a:gd name="connsiteY4" fmla="*/ 183774 h 2920806"/>
                <a:gd name="connsiteX5" fmla="*/ 3650845 w 3837981"/>
                <a:gd name="connsiteY5" fmla="*/ 912195 h 2920806"/>
                <a:gd name="connsiteX6" fmla="*/ 3418371 w 3837981"/>
                <a:gd name="connsiteY6" fmla="*/ 1718107 h 2920806"/>
                <a:gd name="connsiteX7" fmla="*/ 2493317 w 3837981"/>
                <a:gd name="connsiteY7" fmla="*/ 2483874 h 2920806"/>
                <a:gd name="connsiteX8" fmla="*/ 1295102 w 3837981"/>
                <a:gd name="connsiteY8" fmla="*/ 2740995 h 2920806"/>
                <a:gd name="connsiteX9" fmla="*/ 334208 w 3837981"/>
                <a:gd name="connsiteY9" fmla="*/ 2229552 h 2920806"/>
                <a:gd name="connsiteX10" fmla="*/ 101734 w 3837981"/>
                <a:gd name="connsiteY10" fmla="*/ 1516629 h 2920806"/>
                <a:gd name="connsiteX0" fmla="*/ 101734 w 3837981"/>
                <a:gd name="connsiteY0" fmla="*/ 1416215 h 2820392"/>
                <a:gd name="connsiteX1" fmla="*/ 811270 w 3837981"/>
                <a:gd name="connsiteY1" fmla="*/ 689785 h 2820392"/>
                <a:gd name="connsiteX2" fmla="*/ 2567954 w 3837981"/>
                <a:gd name="connsiteY2" fmla="*/ 83816 h 2820392"/>
                <a:gd name="connsiteX3" fmla="*/ 3712840 w 3837981"/>
                <a:gd name="connsiteY3" fmla="*/ 83360 h 2820392"/>
                <a:gd name="connsiteX4" fmla="*/ 3650845 w 3837981"/>
                <a:gd name="connsiteY4" fmla="*/ 811781 h 2820392"/>
                <a:gd name="connsiteX5" fmla="*/ 3418371 w 3837981"/>
                <a:gd name="connsiteY5" fmla="*/ 1617693 h 2820392"/>
                <a:gd name="connsiteX6" fmla="*/ 2493317 w 3837981"/>
                <a:gd name="connsiteY6" fmla="*/ 2383460 h 2820392"/>
                <a:gd name="connsiteX7" fmla="*/ 1295102 w 3837981"/>
                <a:gd name="connsiteY7" fmla="*/ 2640581 h 2820392"/>
                <a:gd name="connsiteX8" fmla="*/ 334208 w 3837981"/>
                <a:gd name="connsiteY8" fmla="*/ 2129138 h 2820392"/>
                <a:gd name="connsiteX9" fmla="*/ 101734 w 3837981"/>
                <a:gd name="connsiteY9" fmla="*/ 1416215 h 2820392"/>
                <a:gd name="connsiteX0" fmla="*/ 101734 w 3791849"/>
                <a:gd name="connsiteY0" fmla="*/ 1556864 h 2961041"/>
                <a:gd name="connsiteX1" fmla="*/ 811270 w 3791849"/>
                <a:gd name="connsiteY1" fmla="*/ 830434 h 2961041"/>
                <a:gd name="connsiteX2" fmla="*/ 2567954 w 3791849"/>
                <a:gd name="connsiteY2" fmla="*/ 224465 h 2961041"/>
                <a:gd name="connsiteX3" fmla="*/ 3647775 w 3791849"/>
                <a:gd name="connsiteY3" fmla="*/ 36949 h 2961041"/>
                <a:gd name="connsiteX4" fmla="*/ 3650845 w 3791849"/>
                <a:gd name="connsiteY4" fmla="*/ 952430 h 2961041"/>
                <a:gd name="connsiteX5" fmla="*/ 3418371 w 3791849"/>
                <a:gd name="connsiteY5" fmla="*/ 1758342 h 2961041"/>
                <a:gd name="connsiteX6" fmla="*/ 2493317 w 3791849"/>
                <a:gd name="connsiteY6" fmla="*/ 2524109 h 2961041"/>
                <a:gd name="connsiteX7" fmla="*/ 1295102 w 3791849"/>
                <a:gd name="connsiteY7" fmla="*/ 2781230 h 2961041"/>
                <a:gd name="connsiteX8" fmla="*/ 334208 w 3791849"/>
                <a:gd name="connsiteY8" fmla="*/ 2269787 h 2961041"/>
                <a:gd name="connsiteX9" fmla="*/ 101734 w 3791849"/>
                <a:gd name="connsiteY9" fmla="*/ 1556864 h 2961041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418371 w 3791849"/>
                <a:gd name="connsiteY5" fmla="*/ 1809054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2411986 w 3791849"/>
                <a:gd name="connsiteY6" fmla="*/ 2753749 h 3110574"/>
                <a:gd name="connsiteX7" fmla="*/ 1295102 w 3791849"/>
                <a:gd name="connsiteY7" fmla="*/ 2831942 h 3110574"/>
                <a:gd name="connsiteX8" fmla="*/ 334208 w 3791849"/>
                <a:gd name="connsiteY8" fmla="*/ 2320499 h 3110574"/>
                <a:gd name="connsiteX9" fmla="*/ 101734 w 3791849"/>
                <a:gd name="connsiteY9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62269"/>
                <a:gd name="connsiteX1" fmla="*/ 811270 w 3791849"/>
                <a:gd name="connsiteY1" fmla="*/ 881146 h 3162269"/>
                <a:gd name="connsiteX2" fmla="*/ 2567954 w 3791849"/>
                <a:gd name="connsiteY2" fmla="*/ 275177 h 3162269"/>
                <a:gd name="connsiteX3" fmla="*/ 3647775 w 3791849"/>
                <a:gd name="connsiteY3" fmla="*/ 87661 h 3162269"/>
                <a:gd name="connsiteX4" fmla="*/ 3650845 w 3791849"/>
                <a:gd name="connsiteY4" fmla="*/ 1003142 h 3162269"/>
                <a:gd name="connsiteX5" fmla="*/ 3532234 w 3791849"/>
                <a:gd name="connsiteY5" fmla="*/ 1711457 h 3162269"/>
                <a:gd name="connsiteX6" fmla="*/ 3254632 w 3791849"/>
                <a:gd name="connsiteY6" fmla="*/ 2343809 h 3162269"/>
                <a:gd name="connsiteX7" fmla="*/ 2411986 w 3791849"/>
                <a:gd name="connsiteY7" fmla="*/ 2753749 h 3162269"/>
                <a:gd name="connsiteX8" fmla="*/ 1262570 w 3791849"/>
                <a:gd name="connsiteY8" fmla="*/ 2953938 h 3162269"/>
                <a:gd name="connsiteX9" fmla="*/ 334208 w 3791849"/>
                <a:gd name="connsiteY9" fmla="*/ 2320499 h 3162269"/>
                <a:gd name="connsiteX10" fmla="*/ 101734 w 3791849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38887 w 3837135"/>
                <a:gd name="connsiteY0" fmla="*/ 1566911 h 3162269"/>
                <a:gd name="connsiteX1" fmla="*/ 856556 w 3837135"/>
                <a:gd name="connsiteY1" fmla="*/ 881146 h 3162269"/>
                <a:gd name="connsiteX2" fmla="*/ 2613240 w 3837135"/>
                <a:gd name="connsiteY2" fmla="*/ 275177 h 3162269"/>
                <a:gd name="connsiteX3" fmla="*/ 3693061 w 3837135"/>
                <a:gd name="connsiteY3" fmla="*/ 87661 h 3162269"/>
                <a:gd name="connsiteX4" fmla="*/ 3696131 w 3837135"/>
                <a:gd name="connsiteY4" fmla="*/ 1003142 h 3162269"/>
                <a:gd name="connsiteX5" fmla="*/ 3577520 w 3837135"/>
                <a:gd name="connsiteY5" fmla="*/ 1711457 h 3162269"/>
                <a:gd name="connsiteX6" fmla="*/ 3299918 w 3837135"/>
                <a:gd name="connsiteY6" fmla="*/ 2343809 h 3162269"/>
                <a:gd name="connsiteX7" fmla="*/ 2457272 w 3837135"/>
                <a:gd name="connsiteY7" fmla="*/ 2753749 h 3162269"/>
                <a:gd name="connsiteX8" fmla="*/ 1307856 w 3837135"/>
                <a:gd name="connsiteY8" fmla="*/ 2953938 h 3162269"/>
                <a:gd name="connsiteX9" fmla="*/ 314430 w 3837135"/>
                <a:gd name="connsiteY9" fmla="*/ 2678355 h 3162269"/>
                <a:gd name="connsiteX10" fmla="*/ 138887 w 3837135"/>
                <a:gd name="connsiteY10" fmla="*/ 1566911 h 3162269"/>
                <a:gd name="connsiteX0" fmla="*/ 125755 w 3824003"/>
                <a:gd name="connsiteY0" fmla="*/ 1566911 h 3162269"/>
                <a:gd name="connsiteX1" fmla="*/ 843424 w 3824003"/>
                <a:gd name="connsiteY1" fmla="*/ 881146 h 3162269"/>
                <a:gd name="connsiteX2" fmla="*/ 2600108 w 3824003"/>
                <a:gd name="connsiteY2" fmla="*/ 275177 h 3162269"/>
                <a:gd name="connsiteX3" fmla="*/ 3679929 w 3824003"/>
                <a:gd name="connsiteY3" fmla="*/ 87661 h 3162269"/>
                <a:gd name="connsiteX4" fmla="*/ 3682999 w 3824003"/>
                <a:gd name="connsiteY4" fmla="*/ 1003142 h 3162269"/>
                <a:gd name="connsiteX5" fmla="*/ 3564388 w 3824003"/>
                <a:gd name="connsiteY5" fmla="*/ 1711457 h 3162269"/>
                <a:gd name="connsiteX6" fmla="*/ 3286786 w 3824003"/>
                <a:gd name="connsiteY6" fmla="*/ 2343809 h 3162269"/>
                <a:gd name="connsiteX7" fmla="*/ 2444140 w 3824003"/>
                <a:gd name="connsiteY7" fmla="*/ 2753749 h 3162269"/>
                <a:gd name="connsiteX8" fmla="*/ 1294724 w 3824003"/>
                <a:gd name="connsiteY8" fmla="*/ 2953938 h 3162269"/>
                <a:gd name="connsiteX9" fmla="*/ 301298 w 3824003"/>
                <a:gd name="connsiteY9" fmla="*/ 2678355 h 3162269"/>
                <a:gd name="connsiteX10" fmla="*/ 17290 w 3824003"/>
                <a:gd name="connsiteY10" fmla="*/ 2229946 h 3162269"/>
                <a:gd name="connsiteX11" fmla="*/ 125755 w 3824003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1036271 w 3881836"/>
                <a:gd name="connsiteY1" fmla="*/ 749527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1036271 w 3881836"/>
                <a:gd name="connsiteY1" fmla="*/ 749527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75374 h 3170732"/>
                <a:gd name="connsiteX1" fmla="*/ 1036271 w 3881836"/>
                <a:gd name="connsiteY1" fmla="*/ 757990 h 3170732"/>
                <a:gd name="connsiteX2" fmla="*/ 2575432 w 3881836"/>
                <a:gd name="connsiteY2" fmla="*/ 237186 h 3170732"/>
                <a:gd name="connsiteX3" fmla="*/ 3737762 w 3881836"/>
                <a:gd name="connsiteY3" fmla="*/ 96124 h 3170732"/>
                <a:gd name="connsiteX4" fmla="*/ 3740832 w 3881836"/>
                <a:gd name="connsiteY4" fmla="*/ 1011605 h 3170732"/>
                <a:gd name="connsiteX5" fmla="*/ 3622221 w 3881836"/>
                <a:gd name="connsiteY5" fmla="*/ 1719920 h 3170732"/>
                <a:gd name="connsiteX6" fmla="*/ 3344619 w 3881836"/>
                <a:gd name="connsiteY6" fmla="*/ 2352272 h 3170732"/>
                <a:gd name="connsiteX7" fmla="*/ 2501973 w 3881836"/>
                <a:gd name="connsiteY7" fmla="*/ 2762212 h 3170732"/>
                <a:gd name="connsiteX8" fmla="*/ 1352557 w 3881836"/>
                <a:gd name="connsiteY8" fmla="*/ 2962401 h 3170732"/>
                <a:gd name="connsiteX9" fmla="*/ 359131 w 3881836"/>
                <a:gd name="connsiteY9" fmla="*/ 2686818 h 3170732"/>
                <a:gd name="connsiteX10" fmla="*/ 75123 w 3881836"/>
                <a:gd name="connsiteY10" fmla="*/ 2238409 h 3170732"/>
                <a:gd name="connsiteX11" fmla="*/ 183588 w 3881836"/>
                <a:gd name="connsiteY11" fmla="*/ 1575374 h 3170732"/>
                <a:gd name="connsiteX0" fmla="*/ 157019 w 3892771"/>
                <a:gd name="connsiteY0" fmla="*/ 1428270 h 3170732"/>
                <a:gd name="connsiteX1" fmla="*/ 1047206 w 3892771"/>
                <a:gd name="connsiteY1" fmla="*/ 757990 h 3170732"/>
                <a:gd name="connsiteX2" fmla="*/ 2586367 w 3892771"/>
                <a:gd name="connsiteY2" fmla="*/ 237186 h 3170732"/>
                <a:gd name="connsiteX3" fmla="*/ 3748697 w 3892771"/>
                <a:gd name="connsiteY3" fmla="*/ 96124 h 3170732"/>
                <a:gd name="connsiteX4" fmla="*/ 3751767 w 3892771"/>
                <a:gd name="connsiteY4" fmla="*/ 1011605 h 3170732"/>
                <a:gd name="connsiteX5" fmla="*/ 3633156 w 3892771"/>
                <a:gd name="connsiteY5" fmla="*/ 1719920 h 3170732"/>
                <a:gd name="connsiteX6" fmla="*/ 3355554 w 3892771"/>
                <a:gd name="connsiteY6" fmla="*/ 2352272 h 3170732"/>
                <a:gd name="connsiteX7" fmla="*/ 2512908 w 3892771"/>
                <a:gd name="connsiteY7" fmla="*/ 2762212 h 3170732"/>
                <a:gd name="connsiteX8" fmla="*/ 1363492 w 3892771"/>
                <a:gd name="connsiteY8" fmla="*/ 2962401 h 3170732"/>
                <a:gd name="connsiteX9" fmla="*/ 370066 w 3892771"/>
                <a:gd name="connsiteY9" fmla="*/ 2686818 h 3170732"/>
                <a:gd name="connsiteX10" fmla="*/ 86058 w 3892771"/>
                <a:gd name="connsiteY10" fmla="*/ 2238409 h 3170732"/>
                <a:gd name="connsiteX11" fmla="*/ 157019 w 3892771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36402 w 3959107"/>
                <a:gd name="connsiteY9" fmla="*/ 2686818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36402 w 3959107"/>
                <a:gd name="connsiteY9" fmla="*/ 2686818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81406 w 3959107"/>
                <a:gd name="connsiteY9" fmla="*/ 2756499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170732"/>
                <a:gd name="connsiteX1" fmla="*/ 1113542 w 3959107"/>
                <a:gd name="connsiteY1" fmla="*/ 757990 h 3170732"/>
                <a:gd name="connsiteX2" fmla="*/ 2652703 w 3959107"/>
                <a:gd name="connsiteY2" fmla="*/ 237186 h 3170732"/>
                <a:gd name="connsiteX3" fmla="*/ 3815033 w 3959107"/>
                <a:gd name="connsiteY3" fmla="*/ 96124 h 3170732"/>
                <a:gd name="connsiteX4" fmla="*/ 3818103 w 3959107"/>
                <a:gd name="connsiteY4" fmla="*/ 1011605 h 3170732"/>
                <a:gd name="connsiteX5" fmla="*/ 3699492 w 3959107"/>
                <a:gd name="connsiteY5" fmla="*/ 1719920 h 3170732"/>
                <a:gd name="connsiteX6" fmla="*/ 3421890 w 3959107"/>
                <a:gd name="connsiteY6" fmla="*/ 2352272 h 3170732"/>
                <a:gd name="connsiteX7" fmla="*/ 2579244 w 3959107"/>
                <a:gd name="connsiteY7" fmla="*/ 2762212 h 3170732"/>
                <a:gd name="connsiteX8" fmla="*/ 1429828 w 3959107"/>
                <a:gd name="connsiteY8" fmla="*/ 2962401 h 3170732"/>
                <a:gd name="connsiteX9" fmla="*/ 481406 w 3959107"/>
                <a:gd name="connsiteY9" fmla="*/ 2756499 h 3170732"/>
                <a:gd name="connsiteX10" fmla="*/ 152394 w 3959107"/>
                <a:gd name="connsiteY10" fmla="*/ 2238409 h 3170732"/>
                <a:gd name="connsiteX11" fmla="*/ 223355 w 3959107"/>
                <a:gd name="connsiteY11" fmla="*/ 1428270 h 3170732"/>
                <a:gd name="connsiteX0" fmla="*/ 223355 w 3959107"/>
                <a:gd name="connsiteY0" fmla="*/ 1428270 h 3218661"/>
                <a:gd name="connsiteX1" fmla="*/ 1113542 w 3959107"/>
                <a:gd name="connsiteY1" fmla="*/ 757990 h 3218661"/>
                <a:gd name="connsiteX2" fmla="*/ 2652703 w 3959107"/>
                <a:gd name="connsiteY2" fmla="*/ 237186 h 3218661"/>
                <a:gd name="connsiteX3" fmla="*/ 3815033 w 3959107"/>
                <a:gd name="connsiteY3" fmla="*/ 96124 h 3218661"/>
                <a:gd name="connsiteX4" fmla="*/ 3818103 w 3959107"/>
                <a:gd name="connsiteY4" fmla="*/ 1011605 h 3218661"/>
                <a:gd name="connsiteX5" fmla="*/ 3699492 w 3959107"/>
                <a:gd name="connsiteY5" fmla="*/ 1719920 h 3218661"/>
                <a:gd name="connsiteX6" fmla="*/ 3421890 w 3959107"/>
                <a:gd name="connsiteY6" fmla="*/ 2352272 h 3218661"/>
                <a:gd name="connsiteX7" fmla="*/ 2579244 w 3959107"/>
                <a:gd name="connsiteY7" fmla="*/ 2762212 h 3218661"/>
                <a:gd name="connsiteX8" fmla="*/ 1452330 w 3959107"/>
                <a:gd name="connsiteY8" fmla="*/ 3055309 h 3218661"/>
                <a:gd name="connsiteX9" fmla="*/ 481406 w 3959107"/>
                <a:gd name="connsiteY9" fmla="*/ 2756499 h 3218661"/>
                <a:gd name="connsiteX10" fmla="*/ 152394 w 3959107"/>
                <a:gd name="connsiteY10" fmla="*/ 2238409 h 3218661"/>
                <a:gd name="connsiteX11" fmla="*/ 223355 w 3959107"/>
                <a:gd name="connsiteY11" fmla="*/ 1428270 h 3218661"/>
                <a:gd name="connsiteX0" fmla="*/ 223355 w 3959107"/>
                <a:gd name="connsiteY0" fmla="*/ 1428270 h 3271897"/>
                <a:gd name="connsiteX1" fmla="*/ 1113542 w 3959107"/>
                <a:gd name="connsiteY1" fmla="*/ 757990 h 3271897"/>
                <a:gd name="connsiteX2" fmla="*/ 2652703 w 3959107"/>
                <a:gd name="connsiteY2" fmla="*/ 237186 h 3271897"/>
                <a:gd name="connsiteX3" fmla="*/ 3815033 w 3959107"/>
                <a:gd name="connsiteY3" fmla="*/ 96124 h 3271897"/>
                <a:gd name="connsiteX4" fmla="*/ 3818103 w 3959107"/>
                <a:gd name="connsiteY4" fmla="*/ 1011605 h 3271897"/>
                <a:gd name="connsiteX5" fmla="*/ 3699492 w 3959107"/>
                <a:gd name="connsiteY5" fmla="*/ 1719920 h 3271897"/>
                <a:gd name="connsiteX6" fmla="*/ 3421890 w 3959107"/>
                <a:gd name="connsiteY6" fmla="*/ 2352272 h 3271897"/>
                <a:gd name="connsiteX7" fmla="*/ 2631749 w 3959107"/>
                <a:gd name="connsiteY7" fmla="*/ 2870604 h 3271897"/>
                <a:gd name="connsiteX8" fmla="*/ 1452330 w 3959107"/>
                <a:gd name="connsiteY8" fmla="*/ 3055309 h 3271897"/>
                <a:gd name="connsiteX9" fmla="*/ 481406 w 3959107"/>
                <a:gd name="connsiteY9" fmla="*/ 2756499 h 3271897"/>
                <a:gd name="connsiteX10" fmla="*/ 152394 w 3959107"/>
                <a:gd name="connsiteY10" fmla="*/ 2238409 h 3271897"/>
                <a:gd name="connsiteX11" fmla="*/ 223355 w 3959107"/>
                <a:gd name="connsiteY11" fmla="*/ 1428270 h 3271897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699492 w 3959107"/>
                <a:gd name="connsiteY5" fmla="*/ 1719920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59107"/>
                <a:gd name="connsiteY0" fmla="*/ 1428270 h 3236145"/>
                <a:gd name="connsiteX1" fmla="*/ 1113542 w 3959107"/>
                <a:gd name="connsiteY1" fmla="*/ 757990 h 3236145"/>
                <a:gd name="connsiteX2" fmla="*/ 2652703 w 3959107"/>
                <a:gd name="connsiteY2" fmla="*/ 237186 h 3236145"/>
                <a:gd name="connsiteX3" fmla="*/ 3815033 w 3959107"/>
                <a:gd name="connsiteY3" fmla="*/ 96124 h 3236145"/>
                <a:gd name="connsiteX4" fmla="*/ 3818103 w 3959107"/>
                <a:gd name="connsiteY4" fmla="*/ 1011605 h 3236145"/>
                <a:gd name="connsiteX5" fmla="*/ 3759498 w 3959107"/>
                <a:gd name="connsiteY5" fmla="*/ 1704435 h 3236145"/>
                <a:gd name="connsiteX6" fmla="*/ 3421890 w 3959107"/>
                <a:gd name="connsiteY6" fmla="*/ 2352272 h 3236145"/>
                <a:gd name="connsiteX7" fmla="*/ 2631749 w 3959107"/>
                <a:gd name="connsiteY7" fmla="*/ 2870604 h 3236145"/>
                <a:gd name="connsiteX8" fmla="*/ 1452330 w 3959107"/>
                <a:gd name="connsiteY8" fmla="*/ 3055309 h 3236145"/>
                <a:gd name="connsiteX9" fmla="*/ 481406 w 3959107"/>
                <a:gd name="connsiteY9" fmla="*/ 2756499 h 3236145"/>
                <a:gd name="connsiteX10" fmla="*/ 152394 w 3959107"/>
                <a:gd name="connsiteY10" fmla="*/ 2238409 h 3236145"/>
                <a:gd name="connsiteX11" fmla="*/ 223355 w 3959107"/>
                <a:gd name="connsiteY11" fmla="*/ 1428270 h 3236145"/>
                <a:gd name="connsiteX0" fmla="*/ 223355 w 3960117"/>
                <a:gd name="connsiteY0" fmla="*/ 1428270 h 3236145"/>
                <a:gd name="connsiteX1" fmla="*/ 1113542 w 3960117"/>
                <a:gd name="connsiteY1" fmla="*/ 757990 h 3236145"/>
                <a:gd name="connsiteX2" fmla="*/ 2652703 w 3960117"/>
                <a:gd name="connsiteY2" fmla="*/ 237186 h 3236145"/>
                <a:gd name="connsiteX3" fmla="*/ 3815033 w 3960117"/>
                <a:gd name="connsiteY3" fmla="*/ 96124 h 3236145"/>
                <a:gd name="connsiteX4" fmla="*/ 3818103 w 3960117"/>
                <a:gd name="connsiteY4" fmla="*/ 1011605 h 3236145"/>
                <a:gd name="connsiteX5" fmla="*/ 3759498 w 3960117"/>
                <a:gd name="connsiteY5" fmla="*/ 1704435 h 3236145"/>
                <a:gd name="connsiteX6" fmla="*/ 3421890 w 3960117"/>
                <a:gd name="connsiteY6" fmla="*/ 2352272 h 3236145"/>
                <a:gd name="connsiteX7" fmla="*/ 2631749 w 3960117"/>
                <a:gd name="connsiteY7" fmla="*/ 2870604 h 3236145"/>
                <a:gd name="connsiteX8" fmla="*/ 1452330 w 3960117"/>
                <a:gd name="connsiteY8" fmla="*/ 3055309 h 3236145"/>
                <a:gd name="connsiteX9" fmla="*/ 481406 w 3960117"/>
                <a:gd name="connsiteY9" fmla="*/ 2756499 h 3236145"/>
                <a:gd name="connsiteX10" fmla="*/ 152394 w 3960117"/>
                <a:gd name="connsiteY10" fmla="*/ 2238409 h 3236145"/>
                <a:gd name="connsiteX11" fmla="*/ 223355 w 3960117"/>
                <a:gd name="connsiteY11" fmla="*/ 1428270 h 3236145"/>
                <a:gd name="connsiteX0" fmla="*/ 223355 w 3960117"/>
                <a:gd name="connsiteY0" fmla="*/ 1428270 h 3236145"/>
                <a:gd name="connsiteX1" fmla="*/ 1113542 w 3960117"/>
                <a:gd name="connsiteY1" fmla="*/ 757990 h 3236145"/>
                <a:gd name="connsiteX2" fmla="*/ 2652703 w 3960117"/>
                <a:gd name="connsiteY2" fmla="*/ 237186 h 3236145"/>
                <a:gd name="connsiteX3" fmla="*/ 3815033 w 3960117"/>
                <a:gd name="connsiteY3" fmla="*/ 96124 h 3236145"/>
                <a:gd name="connsiteX4" fmla="*/ 3818103 w 3960117"/>
                <a:gd name="connsiteY4" fmla="*/ 1011605 h 3236145"/>
                <a:gd name="connsiteX5" fmla="*/ 3759498 w 3960117"/>
                <a:gd name="connsiteY5" fmla="*/ 1704435 h 3236145"/>
                <a:gd name="connsiteX6" fmla="*/ 3421890 w 3960117"/>
                <a:gd name="connsiteY6" fmla="*/ 2352272 h 3236145"/>
                <a:gd name="connsiteX7" fmla="*/ 2631749 w 3960117"/>
                <a:gd name="connsiteY7" fmla="*/ 2870604 h 3236145"/>
                <a:gd name="connsiteX8" fmla="*/ 1452330 w 3960117"/>
                <a:gd name="connsiteY8" fmla="*/ 3055309 h 3236145"/>
                <a:gd name="connsiteX9" fmla="*/ 481406 w 3960117"/>
                <a:gd name="connsiteY9" fmla="*/ 2756499 h 3236145"/>
                <a:gd name="connsiteX10" fmla="*/ 152394 w 3960117"/>
                <a:gd name="connsiteY10" fmla="*/ 2238409 h 3236145"/>
                <a:gd name="connsiteX11" fmla="*/ 223355 w 3960117"/>
                <a:gd name="connsiteY11" fmla="*/ 1428270 h 3236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60117" h="3236145">
                  <a:moveTo>
                    <a:pt x="223355" y="1428270"/>
                  </a:moveTo>
                  <a:cubicBezTo>
                    <a:pt x="166528" y="854832"/>
                    <a:pt x="715454" y="796880"/>
                    <a:pt x="1113542" y="757990"/>
                  </a:cubicBezTo>
                  <a:cubicBezTo>
                    <a:pt x="1796614" y="383089"/>
                    <a:pt x="2112146" y="395303"/>
                    <a:pt x="2652703" y="237186"/>
                  </a:cubicBezTo>
                  <a:cubicBezTo>
                    <a:pt x="3136298" y="136115"/>
                    <a:pt x="3349894" y="-147199"/>
                    <a:pt x="3815033" y="96124"/>
                  </a:cubicBezTo>
                  <a:cubicBezTo>
                    <a:pt x="4094002" y="380260"/>
                    <a:pt x="3895595" y="804961"/>
                    <a:pt x="3818103" y="1011605"/>
                  </a:cubicBezTo>
                  <a:cubicBezTo>
                    <a:pt x="4032447" y="1251972"/>
                    <a:pt x="3997138" y="1425465"/>
                    <a:pt x="3759498" y="1704435"/>
                  </a:cubicBezTo>
                  <a:cubicBezTo>
                    <a:pt x="3696174" y="1934657"/>
                    <a:pt x="4024390" y="2128976"/>
                    <a:pt x="3421890" y="2352272"/>
                  </a:cubicBezTo>
                  <a:cubicBezTo>
                    <a:pt x="3260039" y="2771934"/>
                    <a:pt x="3276080" y="2749572"/>
                    <a:pt x="2631749" y="2870604"/>
                  </a:cubicBezTo>
                  <a:cubicBezTo>
                    <a:pt x="2038342" y="3418293"/>
                    <a:pt x="1963775" y="3236123"/>
                    <a:pt x="1452330" y="3055309"/>
                  </a:cubicBezTo>
                  <a:cubicBezTo>
                    <a:pt x="438761" y="3364821"/>
                    <a:pt x="655309" y="2903349"/>
                    <a:pt x="481406" y="2756499"/>
                  </a:cubicBezTo>
                  <a:cubicBezTo>
                    <a:pt x="260367" y="2667768"/>
                    <a:pt x="-121541" y="2650913"/>
                    <a:pt x="152394" y="2238409"/>
                  </a:cubicBezTo>
                  <a:cubicBezTo>
                    <a:pt x="-6992" y="1963705"/>
                    <a:pt x="-117487" y="1746942"/>
                    <a:pt x="223355" y="1428270"/>
                  </a:cubicBezTo>
                  <a:close/>
                </a:path>
              </a:pathLst>
            </a:custGeom>
            <a:solidFill>
              <a:srgbClr val="CEBE90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7">
              <a:extLst>
                <a:ext uri="{FF2B5EF4-FFF2-40B4-BE49-F238E27FC236}">
                  <a16:creationId xmlns:a16="http://schemas.microsoft.com/office/drawing/2014/main" id="{2D2FF6A9-BF12-98B9-4AB0-B066EDF22EBE}"/>
                </a:ext>
              </a:extLst>
            </p:cNvPr>
            <p:cNvSpPr/>
            <p:nvPr/>
          </p:nvSpPr>
          <p:spPr>
            <a:xfrm>
              <a:off x="3160045" y="2598589"/>
              <a:ext cx="4546188" cy="3703470"/>
            </a:xfrm>
            <a:custGeom>
              <a:avLst/>
              <a:gdLst>
                <a:gd name="connsiteX0" fmla="*/ 0 w 2371241"/>
                <a:gd name="connsiteY0" fmla="*/ 0 h 836909"/>
                <a:gd name="connsiteX1" fmla="*/ 2371241 w 2371241"/>
                <a:gd name="connsiteY1" fmla="*/ 0 h 836909"/>
                <a:gd name="connsiteX2" fmla="*/ 2371241 w 2371241"/>
                <a:gd name="connsiteY2" fmla="*/ 836909 h 836909"/>
                <a:gd name="connsiteX3" fmla="*/ 0 w 2371241"/>
                <a:gd name="connsiteY3" fmla="*/ 836909 h 836909"/>
                <a:gd name="connsiteX4" fmla="*/ 0 w 2371241"/>
                <a:gd name="connsiteY4" fmla="*/ 0 h 836909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2371241 w 3115160"/>
                <a:gd name="connsiteY2" fmla="*/ 2262754 h 2262754"/>
                <a:gd name="connsiteX3" fmla="*/ 0 w 3115160"/>
                <a:gd name="connsiteY3" fmla="*/ 2262754 h 2262754"/>
                <a:gd name="connsiteX4" fmla="*/ 0 w 3115160"/>
                <a:gd name="connsiteY4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371241 w 3115160"/>
                <a:gd name="connsiteY3" fmla="*/ 2262754 h 2262754"/>
                <a:gd name="connsiteX4" fmla="*/ 0 w 3115160"/>
                <a:gd name="connsiteY4" fmla="*/ 2262754 h 2262754"/>
                <a:gd name="connsiteX5" fmla="*/ 0 w 3115160"/>
                <a:gd name="connsiteY5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820691 w 3115160"/>
                <a:gd name="connsiteY3" fmla="*/ 1534333 h 2262754"/>
                <a:gd name="connsiteX4" fmla="*/ 2371241 w 3115160"/>
                <a:gd name="connsiteY4" fmla="*/ 2262754 h 2262754"/>
                <a:gd name="connsiteX5" fmla="*/ 0 w 3115160"/>
                <a:gd name="connsiteY5" fmla="*/ 2262754 h 2262754"/>
                <a:gd name="connsiteX6" fmla="*/ 0 w 3115160"/>
                <a:gd name="connsiteY6" fmla="*/ 1425845 h 2262754"/>
                <a:gd name="connsiteX0" fmla="*/ 0 w 3115160"/>
                <a:gd name="connsiteY0" fmla="*/ 1425845 h 2293750"/>
                <a:gd name="connsiteX1" fmla="*/ 3115160 w 3115160"/>
                <a:gd name="connsiteY1" fmla="*/ 0 h 2293750"/>
                <a:gd name="connsiteX2" fmla="*/ 3053165 w 3115160"/>
                <a:gd name="connsiteY2" fmla="*/ 728421 h 2293750"/>
                <a:gd name="connsiteX3" fmla="*/ 2820691 w 3115160"/>
                <a:gd name="connsiteY3" fmla="*/ 1534333 h 2293750"/>
                <a:gd name="connsiteX4" fmla="*/ 1952787 w 3115160"/>
                <a:gd name="connsiteY4" fmla="*/ 2293750 h 2293750"/>
                <a:gd name="connsiteX5" fmla="*/ 0 w 3115160"/>
                <a:gd name="connsiteY5" fmla="*/ 2262754 h 2293750"/>
                <a:gd name="connsiteX6" fmla="*/ 0 w 3115160"/>
                <a:gd name="connsiteY6" fmla="*/ 1425845 h 2293750"/>
                <a:gd name="connsiteX0" fmla="*/ 0 w 3115160"/>
                <a:gd name="connsiteY0" fmla="*/ 1425845 h 2603953"/>
                <a:gd name="connsiteX1" fmla="*/ 3115160 w 3115160"/>
                <a:gd name="connsiteY1" fmla="*/ 0 h 2603953"/>
                <a:gd name="connsiteX2" fmla="*/ 3053165 w 3115160"/>
                <a:gd name="connsiteY2" fmla="*/ 728421 h 2603953"/>
                <a:gd name="connsiteX3" fmla="*/ 2820691 w 3115160"/>
                <a:gd name="connsiteY3" fmla="*/ 1534333 h 2603953"/>
                <a:gd name="connsiteX4" fmla="*/ 1952787 w 3115160"/>
                <a:gd name="connsiteY4" fmla="*/ 2293750 h 2603953"/>
                <a:gd name="connsiteX5" fmla="*/ 635429 w 3115160"/>
                <a:gd name="connsiteY5" fmla="*/ 2603716 h 2603953"/>
                <a:gd name="connsiteX6" fmla="*/ 0 w 3115160"/>
                <a:gd name="connsiteY6" fmla="*/ 2262754 h 2603953"/>
                <a:gd name="connsiteX7" fmla="*/ 0 w 3115160"/>
                <a:gd name="connsiteY7" fmla="*/ 1425845 h 2603953"/>
                <a:gd name="connsiteX0" fmla="*/ 263472 w 3378632"/>
                <a:gd name="connsiteY0" fmla="*/ 1425845 h 2603953"/>
                <a:gd name="connsiteX1" fmla="*/ 3378632 w 3378632"/>
                <a:gd name="connsiteY1" fmla="*/ 0 h 2603953"/>
                <a:gd name="connsiteX2" fmla="*/ 3316637 w 3378632"/>
                <a:gd name="connsiteY2" fmla="*/ 728421 h 2603953"/>
                <a:gd name="connsiteX3" fmla="*/ 3084163 w 3378632"/>
                <a:gd name="connsiteY3" fmla="*/ 1534333 h 2603953"/>
                <a:gd name="connsiteX4" fmla="*/ 2216259 w 3378632"/>
                <a:gd name="connsiteY4" fmla="*/ 2293750 h 2603953"/>
                <a:gd name="connsiteX5" fmla="*/ 898901 w 3378632"/>
                <a:gd name="connsiteY5" fmla="*/ 2603716 h 2603953"/>
                <a:gd name="connsiteX6" fmla="*/ 0 w 3378632"/>
                <a:gd name="connsiteY6" fmla="*/ 2092273 h 2603953"/>
                <a:gd name="connsiteX7" fmla="*/ 263472 w 3378632"/>
                <a:gd name="connsiteY7" fmla="*/ 1425845 h 2603953"/>
                <a:gd name="connsiteX0" fmla="*/ 0 w 3611106"/>
                <a:gd name="connsiteY0" fmla="*/ 1332855 h 2603953"/>
                <a:gd name="connsiteX1" fmla="*/ 3611106 w 3611106"/>
                <a:gd name="connsiteY1" fmla="*/ 0 h 2603953"/>
                <a:gd name="connsiteX2" fmla="*/ 3549111 w 3611106"/>
                <a:gd name="connsiteY2" fmla="*/ 728421 h 2603953"/>
                <a:gd name="connsiteX3" fmla="*/ 3316637 w 3611106"/>
                <a:gd name="connsiteY3" fmla="*/ 1534333 h 2603953"/>
                <a:gd name="connsiteX4" fmla="*/ 2448733 w 3611106"/>
                <a:gd name="connsiteY4" fmla="*/ 2293750 h 2603953"/>
                <a:gd name="connsiteX5" fmla="*/ 1131375 w 3611106"/>
                <a:gd name="connsiteY5" fmla="*/ 2603716 h 2603953"/>
                <a:gd name="connsiteX6" fmla="*/ 232474 w 3611106"/>
                <a:gd name="connsiteY6" fmla="*/ 2092273 h 2603953"/>
                <a:gd name="connsiteX7" fmla="*/ 0 w 3611106"/>
                <a:gd name="connsiteY7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3611106 w 3611106"/>
                <a:gd name="connsiteY2" fmla="*/ 0 h 2603953"/>
                <a:gd name="connsiteX3" fmla="*/ 3549111 w 3611106"/>
                <a:gd name="connsiteY3" fmla="*/ 728421 h 2603953"/>
                <a:gd name="connsiteX4" fmla="*/ 3316637 w 3611106"/>
                <a:gd name="connsiteY4" fmla="*/ 1534333 h 2603953"/>
                <a:gd name="connsiteX5" fmla="*/ 2448733 w 3611106"/>
                <a:gd name="connsiteY5" fmla="*/ 2293750 h 2603953"/>
                <a:gd name="connsiteX6" fmla="*/ 1131375 w 3611106"/>
                <a:gd name="connsiteY6" fmla="*/ 2603716 h 2603953"/>
                <a:gd name="connsiteX7" fmla="*/ 232474 w 3611106"/>
                <a:gd name="connsiteY7" fmla="*/ 2092273 h 2603953"/>
                <a:gd name="connsiteX8" fmla="*/ 0 w 3611106"/>
                <a:gd name="connsiteY8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2588216 w 3611106"/>
                <a:gd name="connsiteY2" fmla="*/ 154984 h 2603953"/>
                <a:gd name="connsiteX3" fmla="*/ 3611106 w 3611106"/>
                <a:gd name="connsiteY3" fmla="*/ 0 h 2603953"/>
                <a:gd name="connsiteX4" fmla="*/ 3549111 w 3611106"/>
                <a:gd name="connsiteY4" fmla="*/ 728421 h 2603953"/>
                <a:gd name="connsiteX5" fmla="*/ 3316637 w 3611106"/>
                <a:gd name="connsiteY5" fmla="*/ 1534333 h 2603953"/>
                <a:gd name="connsiteX6" fmla="*/ 2448733 w 3611106"/>
                <a:gd name="connsiteY6" fmla="*/ 2293750 h 2603953"/>
                <a:gd name="connsiteX7" fmla="*/ 1131375 w 3611106"/>
                <a:gd name="connsiteY7" fmla="*/ 2603716 h 2603953"/>
                <a:gd name="connsiteX8" fmla="*/ 232474 w 3611106"/>
                <a:gd name="connsiteY8" fmla="*/ 2092273 h 2603953"/>
                <a:gd name="connsiteX9" fmla="*/ 0 w 3611106"/>
                <a:gd name="connsiteY9" fmla="*/ 1332855 h 2603953"/>
                <a:gd name="connsiteX0" fmla="*/ 0 w 3611106"/>
                <a:gd name="connsiteY0" fmla="*/ 1431577 h 2702675"/>
                <a:gd name="connsiteX1" fmla="*/ 929898 w 3611106"/>
                <a:gd name="connsiteY1" fmla="*/ 765150 h 2702675"/>
                <a:gd name="connsiteX2" fmla="*/ 2588216 w 3611106"/>
                <a:gd name="connsiteY2" fmla="*/ 253706 h 2702675"/>
                <a:gd name="connsiteX3" fmla="*/ 3611106 w 3611106"/>
                <a:gd name="connsiteY3" fmla="*/ 98722 h 2702675"/>
                <a:gd name="connsiteX4" fmla="*/ 3549111 w 3611106"/>
                <a:gd name="connsiteY4" fmla="*/ 827143 h 2702675"/>
                <a:gd name="connsiteX5" fmla="*/ 3316637 w 3611106"/>
                <a:gd name="connsiteY5" fmla="*/ 1633055 h 2702675"/>
                <a:gd name="connsiteX6" fmla="*/ 2448733 w 3611106"/>
                <a:gd name="connsiteY6" fmla="*/ 2392472 h 2702675"/>
                <a:gd name="connsiteX7" fmla="*/ 1131375 w 3611106"/>
                <a:gd name="connsiteY7" fmla="*/ 2702438 h 2702675"/>
                <a:gd name="connsiteX8" fmla="*/ 232474 w 3611106"/>
                <a:gd name="connsiteY8" fmla="*/ 2190995 h 2702675"/>
                <a:gd name="connsiteX9" fmla="*/ 0 w 3611106"/>
                <a:gd name="connsiteY9" fmla="*/ 1431577 h 2702675"/>
                <a:gd name="connsiteX0" fmla="*/ 0 w 3611106"/>
                <a:gd name="connsiteY0" fmla="*/ 1451565 h 2722663"/>
                <a:gd name="connsiteX1" fmla="*/ 929898 w 3611106"/>
                <a:gd name="connsiteY1" fmla="*/ 785138 h 2722663"/>
                <a:gd name="connsiteX2" fmla="*/ 2588216 w 3611106"/>
                <a:gd name="connsiteY2" fmla="*/ 273694 h 2722663"/>
                <a:gd name="connsiteX3" fmla="*/ 3611106 w 3611106"/>
                <a:gd name="connsiteY3" fmla="*/ 118710 h 2722663"/>
                <a:gd name="connsiteX4" fmla="*/ 3549111 w 3611106"/>
                <a:gd name="connsiteY4" fmla="*/ 847131 h 2722663"/>
                <a:gd name="connsiteX5" fmla="*/ 3316637 w 3611106"/>
                <a:gd name="connsiteY5" fmla="*/ 1653043 h 2722663"/>
                <a:gd name="connsiteX6" fmla="*/ 2448733 w 3611106"/>
                <a:gd name="connsiteY6" fmla="*/ 2412460 h 2722663"/>
                <a:gd name="connsiteX7" fmla="*/ 1131375 w 3611106"/>
                <a:gd name="connsiteY7" fmla="*/ 2722426 h 2722663"/>
                <a:gd name="connsiteX8" fmla="*/ 232474 w 3611106"/>
                <a:gd name="connsiteY8" fmla="*/ 2210983 h 2722663"/>
                <a:gd name="connsiteX9" fmla="*/ 0 w 3611106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811556"/>
                <a:gd name="connsiteX1" fmla="*/ 929898 w 3736247"/>
                <a:gd name="connsiteY1" fmla="*/ 785138 h 2811556"/>
                <a:gd name="connsiteX2" fmla="*/ 2588216 w 3736247"/>
                <a:gd name="connsiteY2" fmla="*/ 273694 h 2811556"/>
                <a:gd name="connsiteX3" fmla="*/ 3611106 w 3736247"/>
                <a:gd name="connsiteY3" fmla="*/ 118710 h 2811556"/>
                <a:gd name="connsiteX4" fmla="*/ 3549111 w 3736247"/>
                <a:gd name="connsiteY4" fmla="*/ 847131 h 2811556"/>
                <a:gd name="connsiteX5" fmla="*/ 3316637 w 3736247"/>
                <a:gd name="connsiteY5" fmla="*/ 1653043 h 2811556"/>
                <a:gd name="connsiteX6" fmla="*/ 2448733 w 3736247"/>
                <a:gd name="connsiteY6" fmla="*/ 2412460 h 2811556"/>
                <a:gd name="connsiteX7" fmla="*/ 1131375 w 3736247"/>
                <a:gd name="connsiteY7" fmla="*/ 2722426 h 2811556"/>
                <a:gd name="connsiteX8" fmla="*/ 232474 w 3736247"/>
                <a:gd name="connsiteY8" fmla="*/ 2210983 h 2811556"/>
                <a:gd name="connsiteX9" fmla="*/ 0 w 3736247"/>
                <a:gd name="connsiteY9" fmla="*/ 1451565 h 2811556"/>
                <a:gd name="connsiteX0" fmla="*/ 0 w 3736247"/>
                <a:gd name="connsiteY0" fmla="*/ 1451565 h 2878493"/>
                <a:gd name="connsiteX1" fmla="*/ 929898 w 3736247"/>
                <a:gd name="connsiteY1" fmla="*/ 785138 h 2878493"/>
                <a:gd name="connsiteX2" fmla="*/ 2588216 w 3736247"/>
                <a:gd name="connsiteY2" fmla="*/ 273694 h 2878493"/>
                <a:gd name="connsiteX3" fmla="*/ 3611106 w 3736247"/>
                <a:gd name="connsiteY3" fmla="*/ 118710 h 2878493"/>
                <a:gd name="connsiteX4" fmla="*/ 3549111 w 3736247"/>
                <a:gd name="connsiteY4" fmla="*/ 847131 h 2878493"/>
                <a:gd name="connsiteX5" fmla="*/ 3316637 w 3736247"/>
                <a:gd name="connsiteY5" fmla="*/ 1653043 h 2878493"/>
                <a:gd name="connsiteX6" fmla="*/ 2448733 w 3736247"/>
                <a:gd name="connsiteY6" fmla="*/ 2412460 h 2878493"/>
                <a:gd name="connsiteX7" fmla="*/ 1131375 w 3736247"/>
                <a:gd name="connsiteY7" fmla="*/ 2722426 h 2878493"/>
                <a:gd name="connsiteX8" fmla="*/ 232474 w 3736247"/>
                <a:gd name="connsiteY8" fmla="*/ 2210983 h 2878493"/>
                <a:gd name="connsiteX9" fmla="*/ 0 w 3736247"/>
                <a:gd name="connsiteY9" fmla="*/ 1451565 h 2878493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210983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47130 w 3837981"/>
                <a:gd name="connsiteY1" fmla="*/ 847131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5742"/>
                <a:gd name="connsiteX1" fmla="*/ 1047130 w 3837981"/>
                <a:gd name="connsiteY1" fmla="*/ 847131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51565 h 2855742"/>
                <a:gd name="connsiteX1" fmla="*/ 811270 w 3837981"/>
                <a:gd name="connsiteY1" fmla="*/ 725135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  <a:gd name="connsiteX0" fmla="*/ 101734 w 3837981"/>
                <a:gd name="connsiteY0" fmla="*/ 1487265 h 2891442"/>
                <a:gd name="connsiteX1" fmla="*/ 811270 w 3837981"/>
                <a:gd name="connsiteY1" fmla="*/ 760835 h 2891442"/>
                <a:gd name="connsiteX2" fmla="*/ 2567954 w 3837981"/>
                <a:gd name="connsiteY2" fmla="*/ 154866 h 2891442"/>
                <a:gd name="connsiteX3" fmla="*/ 3712840 w 3837981"/>
                <a:gd name="connsiteY3" fmla="*/ 154410 h 2891442"/>
                <a:gd name="connsiteX4" fmla="*/ 3650845 w 3837981"/>
                <a:gd name="connsiteY4" fmla="*/ 882831 h 2891442"/>
                <a:gd name="connsiteX5" fmla="*/ 3418371 w 3837981"/>
                <a:gd name="connsiteY5" fmla="*/ 1688743 h 2891442"/>
                <a:gd name="connsiteX6" fmla="*/ 2493317 w 3837981"/>
                <a:gd name="connsiteY6" fmla="*/ 2454510 h 2891442"/>
                <a:gd name="connsiteX7" fmla="*/ 1295102 w 3837981"/>
                <a:gd name="connsiteY7" fmla="*/ 2711631 h 2891442"/>
                <a:gd name="connsiteX8" fmla="*/ 334208 w 3837981"/>
                <a:gd name="connsiteY8" fmla="*/ 2200188 h 2891442"/>
                <a:gd name="connsiteX9" fmla="*/ 101734 w 3837981"/>
                <a:gd name="connsiteY9" fmla="*/ 1487265 h 2891442"/>
                <a:gd name="connsiteX0" fmla="*/ 101734 w 3837981"/>
                <a:gd name="connsiteY0" fmla="*/ 1516629 h 2920806"/>
                <a:gd name="connsiteX1" fmla="*/ 811270 w 3837981"/>
                <a:gd name="connsiteY1" fmla="*/ 790199 h 2920806"/>
                <a:gd name="connsiteX2" fmla="*/ 2567954 w 3837981"/>
                <a:gd name="connsiteY2" fmla="*/ 184230 h 2920806"/>
                <a:gd name="connsiteX3" fmla="*/ 3628753 w 3837981"/>
                <a:gd name="connsiteY3" fmla="*/ 0 h 2920806"/>
                <a:gd name="connsiteX4" fmla="*/ 3712840 w 3837981"/>
                <a:gd name="connsiteY4" fmla="*/ 183774 h 2920806"/>
                <a:gd name="connsiteX5" fmla="*/ 3650845 w 3837981"/>
                <a:gd name="connsiteY5" fmla="*/ 912195 h 2920806"/>
                <a:gd name="connsiteX6" fmla="*/ 3418371 w 3837981"/>
                <a:gd name="connsiteY6" fmla="*/ 1718107 h 2920806"/>
                <a:gd name="connsiteX7" fmla="*/ 2493317 w 3837981"/>
                <a:gd name="connsiteY7" fmla="*/ 2483874 h 2920806"/>
                <a:gd name="connsiteX8" fmla="*/ 1295102 w 3837981"/>
                <a:gd name="connsiteY8" fmla="*/ 2740995 h 2920806"/>
                <a:gd name="connsiteX9" fmla="*/ 334208 w 3837981"/>
                <a:gd name="connsiteY9" fmla="*/ 2229552 h 2920806"/>
                <a:gd name="connsiteX10" fmla="*/ 101734 w 3837981"/>
                <a:gd name="connsiteY10" fmla="*/ 1516629 h 2920806"/>
                <a:gd name="connsiteX0" fmla="*/ 101734 w 3837981"/>
                <a:gd name="connsiteY0" fmla="*/ 1416215 h 2820392"/>
                <a:gd name="connsiteX1" fmla="*/ 811270 w 3837981"/>
                <a:gd name="connsiteY1" fmla="*/ 689785 h 2820392"/>
                <a:gd name="connsiteX2" fmla="*/ 2567954 w 3837981"/>
                <a:gd name="connsiteY2" fmla="*/ 83816 h 2820392"/>
                <a:gd name="connsiteX3" fmla="*/ 3712840 w 3837981"/>
                <a:gd name="connsiteY3" fmla="*/ 83360 h 2820392"/>
                <a:gd name="connsiteX4" fmla="*/ 3650845 w 3837981"/>
                <a:gd name="connsiteY4" fmla="*/ 811781 h 2820392"/>
                <a:gd name="connsiteX5" fmla="*/ 3418371 w 3837981"/>
                <a:gd name="connsiteY5" fmla="*/ 1617693 h 2820392"/>
                <a:gd name="connsiteX6" fmla="*/ 2493317 w 3837981"/>
                <a:gd name="connsiteY6" fmla="*/ 2383460 h 2820392"/>
                <a:gd name="connsiteX7" fmla="*/ 1295102 w 3837981"/>
                <a:gd name="connsiteY7" fmla="*/ 2640581 h 2820392"/>
                <a:gd name="connsiteX8" fmla="*/ 334208 w 3837981"/>
                <a:gd name="connsiteY8" fmla="*/ 2129138 h 2820392"/>
                <a:gd name="connsiteX9" fmla="*/ 101734 w 3837981"/>
                <a:gd name="connsiteY9" fmla="*/ 1416215 h 2820392"/>
                <a:gd name="connsiteX0" fmla="*/ 101734 w 3791849"/>
                <a:gd name="connsiteY0" fmla="*/ 1556864 h 2961041"/>
                <a:gd name="connsiteX1" fmla="*/ 811270 w 3791849"/>
                <a:gd name="connsiteY1" fmla="*/ 830434 h 2961041"/>
                <a:gd name="connsiteX2" fmla="*/ 2567954 w 3791849"/>
                <a:gd name="connsiteY2" fmla="*/ 224465 h 2961041"/>
                <a:gd name="connsiteX3" fmla="*/ 3647775 w 3791849"/>
                <a:gd name="connsiteY3" fmla="*/ 36949 h 2961041"/>
                <a:gd name="connsiteX4" fmla="*/ 3650845 w 3791849"/>
                <a:gd name="connsiteY4" fmla="*/ 952430 h 2961041"/>
                <a:gd name="connsiteX5" fmla="*/ 3418371 w 3791849"/>
                <a:gd name="connsiteY5" fmla="*/ 1758342 h 2961041"/>
                <a:gd name="connsiteX6" fmla="*/ 2493317 w 3791849"/>
                <a:gd name="connsiteY6" fmla="*/ 2524109 h 2961041"/>
                <a:gd name="connsiteX7" fmla="*/ 1295102 w 3791849"/>
                <a:gd name="connsiteY7" fmla="*/ 2781230 h 2961041"/>
                <a:gd name="connsiteX8" fmla="*/ 334208 w 3791849"/>
                <a:gd name="connsiteY8" fmla="*/ 2269787 h 2961041"/>
                <a:gd name="connsiteX9" fmla="*/ 101734 w 3791849"/>
                <a:gd name="connsiteY9" fmla="*/ 1556864 h 2961041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418371 w 3791849"/>
                <a:gd name="connsiteY5" fmla="*/ 1809054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011753"/>
                <a:gd name="connsiteX1" fmla="*/ 811270 w 3791849"/>
                <a:gd name="connsiteY1" fmla="*/ 881146 h 3011753"/>
                <a:gd name="connsiteX2" fmla="*/ 2567954 w 3791849"/>
                <a:gd name="connsiteY2" fmla="*/ 275177 h 3011753"/>
                <a:gd name="connsiteX3" fmla="*/ 3647775 w 3791849"/>
                <a:gd name="connsiteY3" fmla="*/ 87661 h 3011753"/>
                <a:gd name="connsiteX4" fmla="*/ 3650845 w 3791849"/>
                <a:gd name="connsiteY4" fmla="*/ 1003142 h 3011753"/>
                <a:gd name="connsiteX5" fmla="*/ 3532234 w 3791849"/>
                <a:gd name="connsiteY5" fmla="*/ 1711457 h 3011753"/>
                <a:gd name="connsiteX6" fmla="*/ 2493317 w 3791849"/>
                <a:gd name="connsiteY6" fmla="*/ 2574821 h 3011753"/>
                <a:gd name="connsiteX7" fmla="*/ 1295102 w 3791849"/>
                <a:gd name="connsiteY7" fmla="*/ 2831942 h 3011753"/>
                <a:gd name="connsiteX8" fmla="*/ 334208 w 3791849"/>
                <a:gd name="connsiteY8" fmla="*/ 2320499 h 3011753"/>
                <a:gd name="connsiteX9" fmla="*/ 101734 w 3791849"/>
                <a:gd name="connsiteY9" fmla="*/ 1607576 h 3011753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2411986 w 3791849"/>
                <a:gd name="connsiteY6" fmla="*/ 2753749 h 3110574"/>
                <a:gd name="connsiteX7" fmla="*/ 1295102 w 3791849"/>
                <a:gd name="connsiteY7" fmla="*/ 2831942 h 3110574"/>
                <a:gd name="connsiteX8" fmla="*/ 334208 w 3791849"/>
                <a:gd name="connsiteY8" fmla="*/ 2320499 h 3110574"/>
                <a:gd name="connsiteX9" fmla="*/ 101734 w 3791849"/>
                <a:gd name="connsiteY9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10574"/>
                <a:gd name="connsiteX1" fmla="*/ 811270 w 3791849"/>
                <a:gd name="connsiteY1" fmla="*/ 881146 h 3110574"/>
                <a:gd name="connsiteX2" fmla="*/ 2567954 w 3791849"/>
                <a:gd name="connsiteY2" fmla="*/ 275177 h 3110574"/>
                <a:gd name="connsiteX3" fmla="*/ 3647775 w 3791849"/>
                <a:gd name="connsiteY3" fmla="*/ 87661 h 3110574"/>
                <a:gd name="connsiteX4" fmla="*/ 3650845 w 3791849"/>
                <a:gd name="connsiteY4" fmla="*/ 1003142 h 3110574"/>
                <a:gd name="connsiteX5" fmla="*/ 3532234 w 3791849"/>
                <a:gd name="connsiteY5" fmla="*/ 1711457 h 3110574"/>
                <a:gd name="connsiteX6" fmla="*/ 3254632 w 3791849"/>
                <a:gd name="connsiteY6" fmla="*/ 2343809 h 3110574"/>
                <a:gd name="connsiteX7" fmla="*/ 2411986 w 3791849"/>
                <a:gd name="connsiteY7" fmla="*/ 2753749 h 3110574"/>
                <a:gd name="connsiteX8" fmla="*/ 1295102 w 3791849"/>
                <a:gd name="connsiteY8" fmla="*/ 2831942 h 3110574"/>
                <a:gd name="connsiteX9" fmla="*/ 334208 w 3791849"/>
                <a:gd name="connsiteY9" fmla="*/ 2320499 h 3110574"/>
                <a:gd name="connsiteX10" fmla="*/ 101734 w 3791849"/>
                <a:gd name="connsiteY10" fmla="*/ 1607576 h 3110574"/>
                <a:gd name="connsiteX0" fmla="*/ 101734 w 3791849"/>
                <a:gd name="connsiteY0" fmla="*/ 1607576 h 3162269"/>
                <a:gd name="connsiteX1" fmla="*/ 811270 w 3791849"/>
                <a:gd name="connsiteY1" fmla="*/ 881146 h 3162269"/>
                <a:gd name="connsiteX2" fmla="*/ 2567954 w 3791849"/>
                <a:gd name="connsiteY2" fmla="*/ 275177 h 3162269"/>
                <a:gd name="connsiteX3" fmla="*/ 3647775 w 3791849"/>
                <a:gd name="connsiteY3" fmla="*/ 87661 h 3162269"/>
                <a:gd name="connsiteX4" fmla="*/ 3650845 w 3791849"/>
                <a:gd name="connsiteY4" fmla="*/ 1003142 h 3162269"/>
                <a:gd name="connsiteX5" fmla="*/ 3532234 w 3791849"/>
                <a:gd name="connsiteY5" fmla="*/ 1711457 h 3162269"/>
                <a:gd name="connsiteX6" fmla="*/ 3254632 w 3791849"/>
                <a:gd name="connsiteY6" fmla="*/ 2343809 h 3162269"/>
                <a:gd name="connsiteX7" fmla="*/ 2411986 w 3791849"/>
                <a:gd name="connsiteY7" fmla="*/ 2753749 h 3162269"/>
                <a:gd name="connsiteX8" fmla="*/ 1262570 w 3791849"/>
                <a:gd name="connsiteY8" fmla="*/ 2953938 h 3162269"/>
                <a:gd name="connsiteX9" fmla="*/ 334208 w 3791849"/>
                <a:gd name="connsiteY9" fmla="*/ 2320499 h 3162269"/>
                <a:gd name="connsiteX10" fmla="*/ 101734 w 3791849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44386 w 3834501"/>
                <a:gd name="connsiteY0" fmla="*/ 1607576 h 3162269"/>
                <a:gd name="connsiteX1" fmla="*/ 853922 w 3834501"/>
                <a:gd name="connsiteY1" fmla="*/ 881146 h 3162269"/>
                <a:gd name="connsiteX2" fmla="*/ 2610606 w 3834501"/>
                <a:gd name="connsiteY2" fmla="*/ 275177 h 3162269"/>
                <a:gd name="connsiteX3" fmla="*/ 3690427 w 3834501"/>
                <a:gd name="connsiteY3" fmla="*/ 87661 h 3162269"/>
                <a:gd name="connsiteX4" fmla="*/ 3693497 w 3834501"/>
                <a:gd name="connsiteY4" fmla="*/ 1003142 h 3162269"/>
                <a:gd name="connsiteX5" fmla="*/ 3574886 w 3834501"/>
                <a:gd name="connsiteY5" fmla="*/ 1711457 h 3162269"/>
                <a:gd name="connsiteX6" fmla="*/ 3297284 w 3834501"/>
                <a:gd name="connsiteY6" fmla="*/ 2343809 h 3162269"/>
                <a:gd name="connsiteX7" fmla="*/ 2454638 w 3834501"/>
                <a:gd name="connsiteY7" fmla="*/ 2753749 h 3162269"/>
                <a:gd name="connsiteX8" fmla="*/ 1305222 w 3834501"/>
                <a:gd name="connsiteY8" fmla="*/ 2953938 h 3162269"/>
                <a:gd name="connsiteX9" fmla="*/ 311796 w 3834501"/>
                <a:gd name="connsiteY9" fmla="*/ 2678355 h 3162269"/>
                <a:gd name="connsiteX10" fmla="*/ 144386 w 3834501"/>
                <a:gd name="connsiteY10" fmla="*/ 1607576 h 3162269"/>
                <a:gd name="connsiteX0" fmla="*/ 138887 w 3837135"/>
                <a:gd name="connsiteY0" fmla="*/ 1566911 h 3162269"/>
                <a:gd name="connsiteX1" fmla="*/ 856556 w 3837135"/>
                <a:gd name="connsiteY1" fmla="*/ 881146 h 3162269"/>
                <a:gd name="connsiteX2" fmla="*/ 2613240 w 3837135"/>
                <a:gd name="connsiteY2" fmla="*/ 275177 h 3162269"/>
                <a:gd name="connsiteX3" fmla="*/ 3693061 w 3837135"/>
                <a:gd name="connsiteY3" fmla="*/ 87661 h 3162269"/>
                <a:gd name="connsiteX4" fmla="*/ 3696131 w 3837135"/>
                <a:gd name="connsiteY4" fmla="*/ 1003142 h 3162269"/>
                <a:gd name="connsiteX5" fmla="*/ 3577520 w 3837135"/>
                <a:gd name="connsiteY5" fmla="*/ 1711457 h 3162269"/>
                <a:gd name="connsiteX6" fmla="*/ 3299918 w 3837135"/>
                <a:gd name="connsiteY6" fmla="*/ 2343809 h 3162269"/>
                <a:gd name="connsiteX7" fmla="*/ 2457272 w 3837135"/>
                <a:gd name="connsiteY7" fmla="*/ 2753749 h 3162269"/>
                <a:gd name="connsiteX8" fmla="*/ 1307856 w 3837135"/>
                <a:gd name="connsiteY8" fmla="*/ 2953938 h 3162269"/>
                <a:gd name="connsiteX9" fmla="*/ 314430 w 3837135"/>
                <a:gd name="connsiteY9" fmla="*/ 2678355 h 3162269"/>
                <a:gd name="connsiteX10" fmla="*/ 138887 w 3837135"/>
                <a:gd name="connsiteY10" fmla="*/ 1566911 h 3162269"/>
                <a:gd name="connsiteX0" fmla="*/ 125755 w 3824003"/>
                <a:gd name="connsiteY0" fmla="*/ 1566911 h 3162269"/>
                <a:gd name="connsiteX1" fmla="*/ 843424 w 3824003"/>
                <a:gd name="connsiteY1" fmla="*/ 881146 h 3162269"/>
                <a:gd name="connsiteX2" fmla="*/ 2600108 w 3824003"/>
                <a:gd name="connsiteY2" fmla="*/ 275177 h 3162269"/>
                <a:gd name="connsiteX3" fmla="*/ 3679929 w 3824003"/>
                <a:gd name="connsiteY3" fmla="*/ 87661 h 3162269"/>
                <a:gd name="connsiteX4" fmla="*/ 3682999 w 3824003"/>
                <a:gd name="connsiteY4" fmla="*/ 1003142 h 3162269"/>
                <a:gd name="connsiteX5" fmla="*/ 3564388 w 3824003"/>
                <a:gd name="connsiteY5" fmla="*/ 1711457 h 3162269"/>
                <a:gd name="connsiteX6" fmla="*/ 3286786 w 3824003"/>
                <a:gd name="connsiteY6" fmla="*/ 2343809 h 3162269"/>
                <a:gd name="connsiteX7" fmla="*/ 2444140 w 3824003"/>
                <a:gd name="connsiteY7" fmla="*/ 2753749 h 3162269"/>
                <a:gd name="connsiteX8" fmla="*/ 1294724 w 3824003"/>
                <a:gd name="connsiteY8" fmla="*/ 2953938 h 3162269"/>
                <a:gd name="connsiteX9" fmla="*/ 301298 w 3824003"/>
                <a:gd name="connsiteY9" fmla="*/ 2678355 h 3162269"/>
                <a:gd name="connsiteX10" fmla="*/ 17290 w 3824003"/>
                <a:gd name="connsiteY10" fmla="*/ 2229946 h 3162269"/>
                <a:gd name="connsiteX11" fmla="*/ 125755 w 3824003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  <a:gd name="connsiteX0" fmla="*/ 183588 w 3881836"/>
                <a:gd name="connsiteY0" fmla="*/ 1566911 h 3162269"/>
                <a:gd name="connsiteX1" fmla="*/ 901257 w 3881836"/>
                <a:gd name="connsiteY1" fmla="*/ 881146 h 3162269"/>
                <a:gd name="connsiteX2" fmla="*/ 2657941 w 3881836"/>
                <a:gd name="connsiteY2" fmla="*/ 275177 h 3162269"/>
                <a:gd name="connsiteX3" fmla="*/ 3737762 w 3881836"/>
                <a:gd name="connsiteY3" fmla="*/ 87661 h 3162269"/>
                <a:gd name="connsiteX4" fmla="*/ 3740832 w 3881836"/>
                <a:gd name="connsiteY4" fmla="*/ 1003142 h 3162269"/>
                <a:gd name="connsiteX5" fmla="*/ 3622221 w 3881836"/>
                <a:gd name="connsiteY5" fmla="*/ 1711457 h 3162269"/>
                <a:gd name="connsiteX6" fmla="*/ 3344619 w 3881836"/>
                <a:gd name="connsiteY6" fmla="*/ 2343809 h 3162269"/>
                <a:gd name="connsiteX7" fmla="*/ 2501973 w 3881836"/>
                <a:gd name="connsiteY7" fmla="*/ 2753749 h 3162269"/>
                <a:gd name="connsiteX8" fmla="*/ 1352557 w 3881836"/>
                <a:gd name="connsiteY8" fmla="*/ 2953938 h 3162269"/>
                <a:gd name="connsiteX9" fmla="*/ 359131 w 3881836"/>
                <a:gd name="connsiteY9" fmla="*/ 2678355 h 3162269"/>
                <a:gd name="connsiteX10" fmla="*/ 75123 w 3881836"/>
                <a:gd name="connsiteY10" fmla="*/ 2229946 h 3162269"/>
                <a:gd name="connsiteX11" fmla="*/ 183588 w 3881836"/>
                <a:gd name="connsiteY11" fmla="*/ 1566911 h 3162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81836" h="3162269">
                  <a:moveTo>
                    <a:pt x="183588" y="1566911"/>
                  </a:moveTo>
                  <a:cubicBezTo>
                    <a:pt x="126761" y="993473"/>
                    <a:pt x="338152" y="1082624"/>
                    <a:pt x="901257" y="881146"/>
                  </a:cubicBezTo>
                  <a:lnTo>
                    <a:pt x="2657941" y="275177"/>
                  </a:lnTo>
                  <a:cubicBezTo>
                    <a:pt x="3141536" y="174106"/>
                    <a:pt x="3272623" y="-155662"/>
                    <a:pt x="3737762" y="87661"/>
                  </a:cubicBezTo>
                  <a:cubicBezTo>
                    <a:pt x="4016731" y="371797"/>
                    <a:pt x="3818324" y="796498"/>
                    <a:pt x="3740832" y="1003142"/>
                  </a:cubicBezTo>
                  <a:cubicBezTo>
                    <a:pt x="3797659" y="1406097"/>
                    <a:pt x="3859861" y="1432487"/>
                    <a:pt x="3622221" y="1711457"/>
                  </a:cubicBezTo>
                  <a:cubicBezTo>
                    <a:pt x="3558897" y="1941679"/>
                    <a:pt x="3669590" y="2105029"/>
                    <a:pt x="3344619" y="2343809"/>
                  </a:cubicBezTo>
                  <a:cubicBezTo>
                    <a:pt x="2995249" y="2802182"/>
                    <a:pt x="2831272" y="2679171"/>
                    <a:pt x="2501973" y="2753749"/>
                  </a:cubicBezTo>
                  <a:cubicBezTo>
                    <a:pt x="1773552" y="3394346"/>
                    <a:pt x="1864002" y="3134752"/>
                    <a:pt x="1352557" y="2953938"/>
                  </a:cubicBezTo>
                  <a:cubicBezTo>
                    <a:pt x="338988" y="3263450"/>
                    <a:pt x="533034" y="2825205"/>
                    <a:pt x="359131" y="2678355"/>
                  </a:cubicBezTo>
                  <a:cubicBezTo>
                    <a:pt x="138092" y="2550912"/>
                    <a:pt x="63715" y="2472119"/>
                    <a:pt x="75123" y="2229946"/>
                  </a:cubicBezTo>
                  <a:cubicBezTo>
                    <a:pt x="-84263" y="1955242"/>
                    <a:pt x="37766" y="1784933"/>
                    <a:pt x="183588" y="1566911"/>
                  </a:cubicBezTo>
                  <a:close/>
                </a:path>
              </a:pathLst>
            </a:custGeom>
            <a:solidFill>
              <a:srgbClr val="FEFFE8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7">
              <a:extLst>
                <a:ext uri="{FF2B5EF4-FFF2-40B4-BE49-F238E27FC236}">
                  <a16:creationId xmlns:a16="http://schemas.microsoft.com/office/drawing/2014/main" id="{EB2E47E2-F891-41ED-D939-C083A5D604D2}"/>
                </a:ext>
              </a:extLst>
            </p:cNvPr>
            <p:cNvSpPr/>
            <p:nvPr/>
          </p:nvSpPr>
          <p:spPr>
            <a:xfrm>
              <a:off x="3617860" y="2934456"/>
              <a:ext cx="3837981" cy="2855742"/>
            </a:xfrm>
            <a:custGeom>
              <a:avLst/>
              <a:gdLst>
                <a:gd name="connsiteX0" fmla="*/ 0 w 2371241"/>
                <a:gd name="connsiteY0" fmla="*/ 0 h 836909"/>
                <a:gd name="connsiteX1" fmla="*/ 2371241 w 2371241"/>
                <a:gd name="connsiteY1" fmla="*/ 0 h 836909"/>
                <a:gd name="connsiteX2" fmla="*/ 2371241 w 2371241"/>
                <a:gd name="connsiteY2" fmla="*/ 836909 h 836909"/>
                <a:gd name="connsiteX3" fmla="*/ 0 w 2371241"/>
                <a:gd name="connsiteY3" fmla="*/ 836909 h 836909"/>
                <a:gd name="connsiteX4" fmla="*/ 0 w 2371241"/>
                <a:gd name="connsiteY4" fmla="*/ 0 h 836909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2371241 w 3115160"/>
                <a:gd name="connsiteY2" fmla="*/ 2262754 h 2262754"/>
                <a:gd name="connsiteX3" fmla="*/ 0 w 3115160"/>
                <a:gd name="connsiteY3" fmla="*/ 2262754 h 2262754"/>
                <a:gd name="connsiteX4" fmla="*/ 0 w 3115160"/>
                <a:gd name="connsiteY4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371241 w 3115160"/>
                <a:gd name="connsiteY3" fmla="*/ 2262754 h 2262754"/>
                <a:gd name="connsiteX4" fmla="*/ 0 w 3115160"/>
                <a:gd name="connsiteY4" fmla="*/ 2262754 h 2262754"/>
                <a:gd name="connsiteX5" fmla="*/ 0 w 3115160"/>
                <a:gd name="connsiteY5" fmla="*/ 1425845 h 2262754"/>
                <a:gd name="connsiteX0" fmla="*/ 0 w 3115160"/>
                <a:gd name="connsiteY0" fmla="*/ 1425845 h 2262754"/>
                <a:gd name="connsiteX1" fmla="*/ 3115160 w 3115160"/>
                <a:gd name="connsiteY1" fmla="*/ 0 h 2262754"/>
                <a:gd name="connsiteX2" fmla="*/ 3053165 w 3115160"/>
                <a:gd name="connsiteY2" fmla="*/ 728421 h 2262754"/>
                <a:gd name="connsiteX3" fmla="*/ 2820691 w 3115160"/>
                <a:gd name="connsiteY3" fmla="*/ 1534333 h 2262754"/>
                <a:gd name="connsiteX4" fmla="*/ 2371241 w 3115160"/>
                <a:gd name="connsiteY4" fmla="*/ 2262754 h 2262754"/>
                <a:gd name="connsiteX5" fmla="*/ 0 w 3115160"/>
                <a:gd name="connsiteY5" fmla="*/ 2262754 h 2262754"/>
                <a:gd name="connsiteX6" fmla="*/ 0 w 3115160"/>
                <a:gd name="connsiteY6" fmla="*/ 1425845 h 2262754"/>
                <a:gd name="connsiteX0" fmla="*/ 0 w 3115160"/>
                <a:gd name="connsiteY0" fmla="*/ 1425845 h 2293750"/>
                <a:gd name="connsiteX1" fmla="*/ 3115160 w 3115160"/>
                <a:gd name="connsiteY1" fmla="*/ 0 h 2293750"/>
                <a:gd name="connsiteX2" fmla="*/ 3053165 w 3115160"/>
                <a:gd name="connsiteY2" fmla="*/ 728421 h 2293750"/>
                <a:gd name="connsiteX3" fmla="*/ 2820691 w 3115160"/>
                <a:gd name="connsiteY3" fmla="*/ 1534333 h 2293750"/>
                <a:gd name="connsiteX4" fmla="*/ 1952787 w 3115160"/>
                <a:gd name="connsiteY4" fmla="*/ 2293750 h 2293750"/>
                <a:gd name="connsiteX5" fmla="*/ 0 w 3115160"/>
                <a:gd name="connsiteY5" fmla="*/ 2262754 h 2293750"/>
                <a:gd name="connsiteX6" fmla="*/ 0 w 3115160"/>
                <a:gd name="connsiteY6" fmla="*/ 1425845 h 2293750"/>
                <a:gd name="connsiteX0" fmla="*/ 0 w 3115160"/>
                <a:gd name="connsiteY0" fmla="*/ 1425845 h 2603953"/>
                <a:gd name="connsiteX1" fmla="*/ 3115160 w 3115160"/>
                <a:gd name="connsiteY1" fmla="*/ 0 h 2603953"/>
                <a:gd name="connsiteX2" fmla="*/ 3053165 w 3115160"/>
                <a:gd name="connsiteY2" fmla="*/ 728421 h 2603953"/>
                <a:gd name="connsiteX3" fmla="*/ 2820691 w 3115160"/>
                <a:gd name="connsiteY3" fmla="*/ 1534333 h 2603953"/>
                <a:gd name="connsiteX4" fmla="*/ 1952787 w 3115160"/>
                <a:gd name="connsiteY4" fmla="*/ 2293750 h 2603953"/>
                <a:gd name="connsiteX5" fmla="*/ 635429 w 3115160"/>
                <a:gd name="connsiteY5" fmla="*/ 2603716 h 2603953"/>
                <a:gd name="connsiteX6" fmla="*/ 0 w 3115160"/>
                <a:gd name="connsiteY6" fmla="*/ 2262754 h 2603953"/>
                <a:gd name="connsiteX7" fmla="*/ 0 w 3115160"/>
                <a:gd name="connsiteY7" fmla="*/ 1425845 h 2603953"/>
                <a:gd name="connsiteX0" fmla="*/ 263472 w 3378632"/>
                <a:gd name="connsiteY0" fmla="*/ 1425845 h 2603953"/>
                <a:gd name="connsiteX1" fmla="*/ 3378632 w 3378632"/>
                <a:gd name="connsiteY1" fmla="*/ 0 h 2603953"/>
                <a:gd name="connsiteX2" fmla="*/ 3316637 w 3378632"/>
                <a:gd name="connsiteY2" fmla="*/ 728421 h 2603953"/>
                <a:gd name="connsiteX3" fmla="*/ 3084163 w 3378632"/>
                <a:gd name="connsiteY3" fmla="*/ 1534333 h 2603953"/>
                <a:gd name="connsiteX4" fmla="*/ 2216259 w 3378632"/>
                <a:gd name="connsiteY4" fmla="*/ 2293750 h 2603953"/>
                <a:gd name="connsiteX5" fmla="*/ 898901 w 3378632"/>
                <a:gd name="connsiteY5" fmla="*/ 2603716 h 2603953"/>
                <a:gd name="connsiteX6" fmla="*/ 0 w 3378632"/>
                <a:gd name="connsiteY6" fmla="*/ 2092273 h 2603953"/>
                <a:gd name="connsiteX7" fmla="*/ 263472 w 3378632"/>
                <a:gd name="connsiteY7" fmla="*/ 1425845 h 2603953"/>
                <a:gd name="connsiteX0" fmla="*/ 0 w 3611106"/>
                <a:gd name="connsiteY0" fmla="*/ 1332855 h 2603953"/>
                <a:gd name="connsiteX1" fmla="*/ 3611106 w 3611106"/>
                <a:gd name="connsiteY1" fmla="*/ 0 h 2603953"/>
                <a:gd name="connsiteX2" fmla="*/ 3549111 w 3611106"/>
                <a:gd name="connsiteY2" fmla="*/ 728421 h 2603953"/>
                <a:gd name="connsiteX3" fmla="*/ 3316637 w 3611106"/>
                <a:gd name="connsiteY3" fmla="*/ 1534333 h 2603953"/>
                <a:gd name="connsiteX4" fmla="*/ 2448733 w 3611106"/>
                <a:gd name="connsiteY4" fmla="*/ 2293750 h 2603953"/>
                <a:gd name="connsiteX5" fmla="*/ 1131375 w 3611106"/>
                <a:gd name="connsiteY5" fmla="*/ 2603716 h 2603953"/>
                <a:gd name="connsiteX6" fmla="*/ 232474 w 3611106"/>
                <a:gd name="connsiteY6" fmla="*/ 2092273 h 2603953"/>
                <a:gd name="connsiteX7" fmla="*/ 0 w 3611106"/>
                <a:gd name="connsiteY7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3611106 w 3611106"/>
                <a:gd name="connsiteY2" fmla="*/ 0 h 2603953"/>
                <a:gd name="connsiteX3" fmla="*/ 3549111 w 3611106"/>
                <a:gd name="connsiteY3" fmla="*/ 728421 h 2603953"/>
                <a:gd name="connsiteX4" fmla="*/ 3316637 w 3611106"/>
                <a:gd name="connsiteY4" fmla="*/ 1534333 h 2603953"/>
                <a:gd name="connsiteX5" fmla="*/ 2448733 w 3611106"/>
                <a:gd name="connsiteY5" fmla="*/ 2293750 h 2603953"/>
                <a:gd name="connsiteX6" fmla="*/ 1131375 w 3611106"/>
                <a:gd name="connsiteY6" fmla="*/ 2603716 h 2603953"/>
                <a:gd name="connsiteX7" fmla="*/ 232474 w 3611106"/>
                <a:gd name="connsiteY7" fmla="*/ 2092273 h 2603953"/>
                <a:gd name="connsiteX8" fmla="*/ 0 w 3611106"/>
                <a:gd name="connsiteY8" fmla="*/ 1332855 h 2603953"/>
                <a:gd name="connsiteX0" fmla="*/ 0 w 3611106"/>
                <a:gd name="connsiteY0" fmla="*/ 1332855 h 2603953"/>
                <a:gd name="connsiteX1" fmla="*/ 929898 w 3611106"/>
                <a:gd name="connsiteY1" fmla="*/ 666428 h 2603953"/>
                <a:gd name="connsiteX2" fmla="*/ 2588216 w 3611106"/>
                <a:gd name="connsiteY2" fmla="*/ 154984 h 2603953"/>
                <a:gd name="connsiteX3" fmla="*/ 3611106 w 3611106"/>
                <a:gd name="connsiteY3" fmla="*/ 0 h 2603953"/>
                <a:gd name="connsiteX4" fmla="*/ 3549111 w 3611106"/>
                <a:gd name="connsiteY4" fmla="*/ 728421 h 2603953"/>
                <a:gd name="connsiteX5" fmla="*/ 3316637 w 3611106"/>
                <a:gd name="connsiteY5" fmla="*/ 1534333 h 2603953"/>
                <a:gd name="connsiteX6" fmla="*/ 2448733 w 3611106"/>
                <a:gd name="connsiteY6" fmla="*/ 2293750 h 2603953"/>
                <a:gd name="connsiteX7" fmla="*/ 1131375 w 3611106"/>
                <a:gd name="connsiteY7" fmla="*/ 2603716 h 2603953"/>
                <a:gd name="connsiteX8" fmla="*/ 232474 w 3611106"/>
                <a:gd name="connsiteY8" fmla="*/ 2092273 h 2603953"/>
                <a:gd name="connsiteX9" fmla="*/ 0 w 3611106"/>
                <a:gd name="connsiteY9" fmla="*/ 1332855 h 2603953"/>
                <a:gd name="connsiteX0" fmla="*/ 0 w 3611106"/>
                <a:gd name="connsiteY0" fmla="*/ 1431577 h 2702675"/>
                <a:gd name="connsiteX1" fmla="*/ 929898 w 3611106"/>
                <a:gd name="connsiteY1" fmla="*/ 765150 h 2702675"/>
                <a:gd name="connsiteX2" fmla="*/ 2588216 w 3611106"/>
                <a:gd name="connsiteY2" fmla="*/ 253706 h 2702675"/>
                <a:gd name="connsiteX3" fmla="*/ 3611106 w 3611106"/>
                <a:gd name="connsiteY3" fmla="*/ 98722 h 2702675"/>
                <a:gd name="connsiteX4" fmla="*/ 3549111 w 3611106"/>
                <a:gd name="connsiteY4" fmla="*/ 827143 h 2702675"/>
                <a:gd name="connsiteX5" fmla="*/ 3316637 w 3611106"/>
                <a:gd name="connsiteY5" fmla="*/ 1633055 h 2702675"/>
                <a:gd name="connsiteX6" fmla="*/ 2448733 w 3611106"/>
                <a:gd name="connsiteY6" fmla="*/ 2392472 h 2702675"/>
                <a:gd name="connsiteX7" fmla="*/ 1131375 w 3611106"/>
                <a:gd name="connsiteY7" fmla="*/ 2702438 h 2702675"/>
                <a:gd name="connsiteX8" fmla="*/ 232474 w 3611106"/>
                <a:gd name="connsiteY8" fmla="*/ 2190995 h 2702675"/>
                <a:gd name="connsiteX9" fmla="*/ 0 w 3611106"/>
                <a:gd name="connsiteY9" fmla="*/ 1431577 h 2702675"/>
                <a:gd name="connsiteX0" fmla="*/ 0 w 3611106"/>
                <a:gd name="connsiteY0" fmla="*/ 1451565 h 2722663"/>
                <a:gd name="connsiteX1" fmla="*/ 929898 w 3611106"/>
                <a:gd name="connsiteY1" fmla="*/ 785138 h 2722663"/>
                <a:gd name="connsiteX2" fmla="*/ 2588216 w 3611106"/>
                <a:gd name="connsiteY2" fmla="*/ 273694 h 2722663"/>
                <a:gd name="connsiteX3" fmla="*/ 3611106 w 3611106"/>
                <a:gd name="connsiteY3" fmla="*/ 118710 h 2722663"/>
                <a:gd name="connsiteX4" fmla="*/ 3549111 w 3611106"/>
                <a:gd name="connsiteY4" fmla="*/ 847131 h 2722663"/>
                <a:gd name="connsiteX5" fmla="*/ 3316637 w 3611106"/>
                <a:gd name="connsiteY5" fmla="*/ 1653043 h 2722663"/>
                <a:gd name="connsiteX6" fmla="*/ 2448733 w 3611106"/>
                <a:gd name="connsiteY6" fmla="*/ 2412460 h 2722663"/>
                <a:gd name="connsiteX7" fmla="*/ 1131375 w 3611106"/>
                <a:gd name="connsiteY7" fmla="*/ 2722426 h 2722663"/>
                <a:gd name="connsiteX8" fmla="*/ 232474 w 3611106"/>
                <a:gd name="connsiteY8" fmla="*/ 2210983 h 2722663"/>
                <a:gd name="connsiteX9" fmla="*/ 0 w 3611106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722663"/>
                <a:gd name="connsiteX1" fmla="*/ 929898 w 3736247"/>
                <a:gd name="connsiteY1" fmla="*/ 785138 h 2722663"/>
                <a:gd name="connsiteX2" fmla="*/ 2588216 w 3736247"/>
                <a:gd name="connsiteY2" fmla="*/ 273694 h 2722663"/>
                <a:gd name="connsiteX3" fmla="*/ 3611106 w 3736247"/>
                <a:gd name="connsiteY3" fmla="*/ 118710 h 2722663"/>
                <a:gd name="connsiteX4" fmla="*/ 3549111 w 3736247"/>
                <a:gd name="connsiteY4" fmla="*/ 847131 h 2722663"/>
                <a:gd name="connsiteX5" fmla="*/ 3316637 w 3736247"/>
                <a:gd name="connsiteY5" fmla="*/ 1653043 h 2722663"/>
                <a:gd name="connsiteX6" fmla="*/ 2448733 w 3736247"/>
                <a:gd name="connsiteY6" fmla="*/ 2412460 h 2722663"/>
                <a:gd name="connsiteX7" fmla="*/ 1131375 w 3736247"/>
                <a:gd name="connsiteY7" fmla="*/ 2722426 h 2722663"/>
                <a:gd name="connsiteX8" fmla="*/ 232474 w 3736247"/>
                <a:gd name="connsiteY8" fmla="*/ 2210983 h 2722663"/>
                <a:gd name="connsiteX9" fmla="*/ 0 w 3736247"/>
                <a:gd name="connsiteY9" fmla="*/ 1451565 h 2722663"/>
                <a:gd name="connsiteX0" fmla="*/ 0 w 3736247"/>
                <a:gd name="connsiteY0" fmla="*/ 1451565 h 2811556"/>
                <a:gd name="connsiteX1" fmla="*/ 929898 w 3736247"/>
                <a:gd name="connsiteY1" fmla="*/ 785138 h 2811556"/>
                <a:gd name="connsiteX2" fmla="*/ 2588216 w 3736247"/>
                <a:gd name="connsiteY2" fmla="*/ 273694 h 2811556"/>
                <a:gd name="connsiteX3" fmla="*/ 3611106 w 3736247"/>
                <a:gd name="connsiteY3" fmla="*/ 118710 h 2811556"/>
                <a:gd name="connsiteX4" fmla="*/ 3549111 w 3736247"/>
                <a:gd name="connsiteY4" fmla="*/ 847131 h 2811556"/>
                <a:gd name="connsiteX5" fmla="*/ 3316637 w 3736247"/>
                <a:gd name="connsiteY5" fmla="*/ 1653043 h 2811556"/>
                <a:gd name="connsiteX6" fmla="*/ 2448733 w 3736247"/>
                <a:gd name="connsiteY6" fmla="*/ 2412460 h 2811556"/>
                <a:gd name="connsiteX7" fmla="*/ 1131375 w 3736247"/>
                <a:gd name="connsiteY7" fmla="*/ 2722426 h 2811556"/>
                <a:gd name="connsiteX8" fmla="*/ 232474 w 3736247"/>
                <a:gd name="connsiteY8" fmla="*/ 2210983 h 2811556"/>
                <a:gd name="connsiteX9" fmla="*/ 0 w 3736247"/>
                <a:gd name="connsiteY9" fmla="*/ 1451565 h 2811556"/>
                <a:gd name="connsiteX0" fmla="*/ 0 w 3736247"/>
                <a:gd name="connsiteY0" fmla="*/ 1451565 h 2878493"/>
                <a:gd name="connsiteX1" fmla="*/ 929898 w 3736247"/>
                <a:gd name="connsiteY1" fmla="*/ 785138 h 2878493"/>
                <a:gd name="connsiteX2" fmla="*/ 2588216 w 3736247"/>
                <a:gd name="connsiteY2" fmla="*/ 273694 h 2878493"/>
                <a:gd name="connsiteX3" fmla="*/ 3611106 w 3736247"/>
                <a:gd name="connsiteY3" fmla="*/ 118710 h 2878493"/>
                <a:gd name="connsiteX4" fmla="*/ 3549111 w 3736247"/>
                <a:gd name="connsiteY4" fmla="*/ 847131 h 2878493"/>
                <a:gd name="connsiteX5" fmla="*/ 3316637 w 3736247"/>
                <a:gd name="connsiteY5" fmla="*/ 1653043 h 2878493"/>
                <a:gd name="connsiteX6" fmla="*/ 2448733 w 3736247"/>
                <a:gd name="connsiteY6" fmla="*/ 2412460 h 2878493"/>
                <a:gd name="connsiteX7" fmla="*/ 1131375 w 3736247"/>
                <a:gd name="connsiteY7" fmla="*/ 2722426 h 2878493"/>
                <a:gd name="connsiteX8" fmla="*/ 232474 w 3736247"/>
                <a:gd name="connsiteY8" fmla="*/ 2210983 h 2878493"/>
                <a:gd name="connsiteX9" fmla="*/ 0 w 3736247"/>
                <a:gd name="connsiteY9" fmla="*/ 1451565 h 2878493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0 w 3736247"/>
                <a:gd name="connsiteY0" fmla="*/ 1451565 h 2852746"/>
                <a:gd name="connsiteX1" fmla="*/ 929898 w 3736247"/>
                <a:gd name="connsiteY1" fmla="*/ 785138 h 2852746"/>
                <a:gd name="connsiteX2" fmla="*/ 2588216 w 3736247"/>
                <a:gd name="connsiteY2" fmla="*/ 273694 h 2852746"/>
                <a:gd name="connsiteX3" fmla="*/ 3611106 w 3736247"/>
                <a:gd name="connsiteY3" fmla="*/ 118710 h 2852746"/>
                <a:gd name="connsiteX4" fmla="*/ 3549111 w 3736247"/>
                <a:gd name="connsiteY4" fmla="*/ 847131 h 2852746"/>
                <a:gd name="connsiteX5" fmla="*/ 3316637 w 3736247"/>
                <a:gd name="connsiteY5" fmla="*/ 1653043 h 2852746"/>
                <a:gd name="connsiteX6" fmla="*/ 2448733 w 3736247"/>
                <a:gd name="connsiteY6" fmla="*/ 2412460 h 2852746"/>
                <a:gd name="connsiteX7" fmla="*/ 1193368 w 3736247"/>
                <a:gd name="connsiteY7" fmla="*/ 2675931 h 2852746"/>
                <a:gd name="connsiteX8" fmla="*/ 232474 w 3736247"/>
                <a:gd name="connsiteY8" fmla="*/ 2210983 h 2852746"/>
                <a:gd name="connsiteX9" fmla="*/ 0 w 3736247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210983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31632 w 3837981"/>
                <a:gd name="connsiteY1" fmla="*/ 785138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2746"/>
                <a:gd name="connsiteX1" fmla="*/ 1047130 w 3837981"/>
                <a:gd name="connsiteY1" fmla="*/ 847131 h 2852746"/>
                <a:gd name="connsiteX2" fmla="*/ 2689950 w 3837981"/>
                <a:gd name="connsiteY2" fmla="*/ 273694 h 2852746"/>
                <a:gd name="connsiteX3" fmla="*/ 3712840 w 3837981"/>
                <a:gd name="connsiteY3" fmla="*/ 118710 h 2852746"/>
                <a:gd name="connsiteX4" fmla="*/ 3650845 w 3837981"/>
                <a:gd name="connsiteY4" fmla="*/ 847131 h 2852746"/>
                <a:gd name="connsiteX5" fmla="*/ 3418371 w 3837981"/>
                <a:gd name="connsiteY5" fmla="*/ 1653043 h 2852746"/>
                <a:gd name="connsiteX6" fmla="*/ 2550467 w 3837981"/>
                <a:gd name="connsiteY6" fmla="*/ 2412460 h 2852746"/>
                <a:gd name="connsiteX7" fmla="*/ 1295102 w 3837981"/>
                <a:gd name="connsiteY7" fmla="*/ 2675931 h 2852746"/>
                <a:gd name="connsiteX8" fmla="*/ 334208 w 3837981"/>
                <a:gd name="connsiteY8" fmla="*/ 2164488 h 2852746"/>
                <a:gd name="connsiteX9" fmla="*/ 101734 w 3837981"/>
                <a:gd name="connsiteY9" fmla="*/ 1451565 h 2852746"/>
                <a:gd name="connsiteX0" fmla="*/ 101734 w 3837981"/>
                <a:gd name="connsiteY0" fmla="*/ 1451565 h 2855742"/>
                <a:gd name="connsiteX1" fmla="*/ 1047130 w 3837981"/>
                <a:gd name="connsiteY1" fmla="*/ 847131 h 2855742"/>
                <a:gd name="connsiteX2" fmla="*/ 2689950 w 3837981"/>
                <a:gd name="connsiteY2" fmla="*/ 273694 h 2855742"/>
                <a:gd name="connsiteX3" fmla="*/ 3712840 w 3837981"/>
                <a:gd name="connsiteY3" fmla="*/ 118710 h 2855742"/>
                <a:gd name="connsiteX4" fmla="*/ 3650845 w 3837981"/>
                <a:gd name="connsiteY4" fmla="*/ 847131 h 2855742"/>
                <a:gd name="connsiteX5" fmla="*/ 3418371 w 3837981"/>
                <a:gd name="connsiteY5" fmla="*/ 1653043 h 2855742"/>
                <a:gd name="connsiteX6" fmla="*/ 2493317 w 3837981"/>
                <a:gd name="connsiteY6" fmla="*/ 2418810 h 2855742"/>
                <a:gd name="connsiteX7" fmla="*/ 1295102 w 3837981"/>
                <a:gd name="connsiteY7" fmla="*/ 2675931 h 2855742"/>
                <a:gd name="connsiteX8" fmla="*/ 334208 w 3837981"/>
                <a:gd name="connsiteY8" fmla="*/ 2164488 h 2855742"/>
                <a:gd name="connsiteX9" fmla="*/ 101734 w 3837981"/>
                <a:gd name="connsiteY9" fmla="*/ 1451565 h 285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37981" h="2855742">
                  <a:moveTo>
                    <a:pt x="101734" y="1451565"/>
                  </a:moveTo>
                  <a:cubicBezTo>
                    <a:pt x="44907" y="878127"/>
                    <a:pt x="484025" y="1048609"/>
                    <a:pt x="1047130" y="847131"/>
                  </a:cubicBezTo>
                  <a:cubicBezTo>
                    <a:pt x="1656730" y="697314"/>
                    <a:pt x="2080350" y="423511"/>
                    <a:pt x="2689950" y="273694"/>
                  </a:cubicBezTo>
                  <a:cubicBezTo>
                    <a:pt x="3030913" y="222033"/>
                    <a:pt x="3402873" y="-201588"/>
                    <a:pt x="3712840" y="118710"/>
                  </a:cubicBezTo>
                  <a:cubicBezTo>
                    <a:pt x="3991809" y="402846"/>
                    <a:pt x="3728337" y="640487"/>
                    <a:pt x="3650845" y="847131"/>
                  </a:cubicBezTo>
                  <a:cubicBezTo>
                    <a:pt x="3707672" y="1250086"/>
                    <a:pt x="3656011" y="1374073"/>
                    <a:pt x="3418371" y="1653043"/>
                  </a:cubicBezTo>
                  <a:cubicBezTo>
                    <a:pt x="3129070" y="1906182"/>
                    <a:pt x="3681520" y="2150173"/>
                    <a:pt x="2493317" y="2418810"/>
                  </a:cubicBezTo>
                  <a:cubicBezTo>
                    <a:pt x="1764896" y="3059407"/>
                    <a:pt x="1806547" y="2856745"/>
                    <a:pt x="1295102" y="2675931"/>
                  </a:cubicBezTo>
                  <a:cubicBezTo>
                    <a:pt x="29407" y="2830914"/>
                    <a:pt x="654506" y="2319471"/>
                    <a:pt x="334208" y="2164488"/>
                  </a:cubicBezTo>
                  <a:cubicBezTo>
                    <a:pt x="-301222" y="1771864"/>
                    <a:pt x="179225" y="1704704"/>
                    <a:pt x="101734" y="1451565"/>
                  </a:cubicBezTo>
                  <a:close/>
                </a:path>
              </a:pathLst>
            </a:custGeom>
            <a:solidFill>
              <a:srgbClr val="FFABA9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CEA10DF-C2B7-0720-BBC0-058765489E31}"/>
                </a:ext>
              </a:extLst>
            </p:cNvPr>
            <p:cNvSpPr/>
            <p:nvPr/>
          </p:nvSpPr>
          <p:spPr>
            <a:xfrm>
              <a:off x="4456790" y="2588177"/>
              <a:ext cx="2372651" cy="2372651"/>
            </a:xfrm>
            <a:prstGeom prst="ellipse">
              <a:avLst/>
            </a:prstGeom>
            <a:solidFill>
              <a:srgbClr val="FEFFE8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22">
              <a:extLst>
                <a:ext uri="{FF2B5EF4-FFF2-40B4-BE49-F238E27FC236}">
                  <a16:creationId xmlns:a16="http://schemas.microsoft.com/office/drawing/2014/main" id="{0B69BAC1-276B-FB27-429E-84CD450D0151}"/>
                </a:ext>
              </a:extLst>
            </p:cNvPr>
            <p:cNvSpPr/>
            <p:nvPr/>
          </p:nvSpPr>
          <p:spPr>
            <a:xfrm>
              <a:off x="7326406" y="2511217"/>
              <a:ext cx="700257" cy="411612"/>
            </a:xfrm>
            <a:custGeom>
              <a:avLst/>
              <a:gdLst>
                <a:gd name="connsiteX0" fmla="*/ 0 w 827257"/>
                <a:gd name="connsiteY0" fmla="*/ 0 h 772106"/>
                <a:gd name="connsiteX1" fmla="*/ 827257 w 827257"/>
                <a:gd name="connsiteY1" fmla="*/ 0 h 772106"/>
                <a:gd name="connsiteX2" fmla="*/ 827257 w 827257"/>
                <a:gd name="connsiteY2" fmla="*/ 772106 h 772106"/>
                <a:gd name="connsiteX3" fmla="*/ 0 w 827257"/>
                <a:gd name="connsiteY3" fmla="*/ 772106 h 772106"/>
                <a:gd name="connsiteX4" fmla="*/ 0 w 827257"/>
                <a:gd name="connsiteY4" fmla="*/ 0 h 772106"/>
                <a:gd name="connsiteX0" fmla="*/ 190500 w 1017757"/>
                <a:gd name="connsiteY0" fmla="*/ 0 h 772106"/>
                <a:gd name="connsiteX1" fmla="*/ 1017757 w 1017757"/>
                <a:gd name="connsiteY1" fmla="*/ 0 h 772106"/>
                <a:gd name="connsiteX2" fmla="*/ 1017757 w 1017757"/>
                <a:gd name="connsiteY2" fmla="*/ 772106 h 772106"/>
                <a:gd name="connsiteX3" fmla="*/ 0 w 1017757"/>
                <a:gd name="connsiteY3" fmla="*/ 321256 h 772106"/>
                <a:gd name="connsiteX4" fmla="*/ 190500 w 1017757"/>
                <a:gd name="connsiteY4" fmla="*/ 0 h 772106"/>
                <a:gd name="connsiteX0" fmla="*/ 190500 w 1017757"/>
                <a:gd name="connsiteY0" fmla="*/ 0 h 435556"/>
                <a:gd name="connsiteX1" fmla="*/ 1017757 w 1017757"/>
                <a:gd name="connsiteY1" fmla="*/ 0 h 435556"/>
                <a:gd name="connsiteX2" fmla="*/ 700257 w 1017757"/>
                <a:gd name="connsiteY2" fmla="*/ 435556 h 435556"/>
                <a:gd name="connsiteX3" fmla="*/ 0 w 1017757"/>
                <a:gd name="connsiteY3" fmla="*/ 321256 h 435556"/>
                <a:gd name="connsiteX4" fmla="*/ 190500 w 1017757"/>
                <a:gd name="connsiteY4" fmla="*/ 0 h 435556"/>
                <a:gd name="connsiteX0" fmla="*/ 190500 w 1017757"/>
                <a:gd name="connsiteY0" fmla="*/ 0 h 551131"/>
                <a:gd name="connsiteX1" fmla="*/ 1017757 w 1017757"/>
                <a:gd name="connsiteY1" fmla="*/ 0 h 551131"/>
                <a:gd name="connsiteX2" fmla="*/ 700257 w 1017757"/>
                <a:gd name="connsiteY2" fmla="*/ 435556 h 551131"/>
                <a:gd name="connsiteX3" fmla="*/ 0 w 1017757"/>
                <a:gd name="connsiteY3" fmla="*/ 321256 h 551131"/>
                <a:gd name="connsiteX4" fmla="*/ 190500 w 1017757"/>
                <a:gd name="connsiteY4" fmla="*/ 0 h 551131"/>
                <a:gd name="connsiteX0" fmla="*/ 190500 w 1017757"/>
                <a:gd name="connsiteY0" fmla="*/ 0 h 553912"/>
                <a:gd name="connsiteX1" fmla="*/ 1017757 w 1017757"/>
                <a:gd name="connsiteY1" fmla="*/ 0 h 553912"/>
                <a:gd name="connsiteX2" fmla="*/ 700257 w 1017757"/>
                <a:gd name="connsiteY2" fmla="*/ 435556 h 553912"/>
                <a:gd name="connsiteX3" fmla="*/ 0 w 1017757"/>
                <a:gd name="connsiteY3" fmla="*/ 321256 h 553912"/>
                <a:gd name="connsiteX4" fmla="*/ 190500 w 1017757"/>
                <a:gd name="connsiteY4" fmla="*/ 0 h 553912"/>
                <a:gd name="connsiteX0" fmla="*/ 190500 w 1017757"/>
                <a:gd name="connsiteY0" fmla="*/ 0 h 566315"/>
                <a:gd name="connsiteX1" fmla="*/ 1017757 w 1017757"/>
                <a:gd name="connsiteY1" fmla="*/ 0 h 566315"/>
                <a:gd name="connsiteX2" fmla="*/ 700257 w 1017757"/>
                <a:gd name="connsiteY2" fmla="*/ 435556 h 566315"/>
                <a:gd name="connsiteX3" fmla="*/ 0 w 1017757"/>
                <a:gd name="connsiteY3" fmla="*/ 321256 h 566315"/>
                <a:gd name="connsiteX4" fmla="*/ 190500 w 1017757"/>
                <a:gd name="connsiteY4" fmla="*/ 0 h 566315"/>
                <a:gd name="connsiteX0" fmla="*/ 190500 w 700257"/>
                <a:gd name="connsiteY0" fmla="*/ 0 h 566315"/>
                <a:gd name="connsiteX1" fmla="*/ 700257 w 700257"/>
                <a:gd name="connsiteY1" fmla="*/ 435556 h 566315"/>
                <a:gd name="connsiteX2" fmla="*/ 0 w 700257"/>
                <a:gd name="connsiteY2" fmla="*/ 321256 h 566315"/>
                <a:gd name="connsiteX3" fmla="*/ 190500 w 700257"/>
                <a:gd name="connsiteY3" fmla="*/ 0 h 566315"/>
                <a:gd name="connsiteX0" fmla="*/ 0 w 700257"/>
                <a:gd name="connsiteY0" fmla="*/ 0 h 245059"/>
                <a:gd name="connsiteX1" fmla="*/ 700257 w 700257"/>
                <a:gd name="connsiteY1" fmla="*/ 114300 h 245059"/>
                <a:gd name="connsiteX2" fmla="*/ 0 w 700257"/>
                <a:gd name="connsiteY2" fmla="*/ 0 h 245059"/>
                <a:gd name="connsiteX0" fmla="*/ 0 w 700257"/>
                <a:gd name="connsiteY0" fmla="*/ 46001 h 291060"/>
                <a:gd name="connsiteX1" fmla="*/ 168238 w 700257"/>
                <a:gd name="connsiteY1" fmla="*/ 1550 h 291060"/>
                <a:gd name="connsiteX2" fmla="*/ 700257 w 700257"/>
                <a:gd name="connsiteY2" fmla="*/ 160301 h 291060"/>
                <a:gd name="connsiteX3" fmla="*/ 0 w 700257"/>
                <a:gd name="connsiteY3" fmla="*/ 46001 h 291060"/>
                <a:gd name="connsiteX0" fmla="*/ 0 w 700257"/>
                <a:gd name="connsiteY0" fmla="*/ 190804 h 435863"/>
                <a:gd name="connsiteX1" fmla="*/ 168238 w 700257"/>
                <a:gd name="connsiteY1" fmla="*/ 146353 h 435863"/>
                <a:gd name="connsiteX2" fmla="*/ 700257 w 700257"/>
                <a:gd name="connsiteY2" fmla="*/ 305104 h 435863"/>
                <a:gd name="connsiteX3" fmla="*/ 0 w 700257"/>
                <a:gd name="connsiteY3" fmla="*/ 190804 h 435863"/>
                <a:gd name="connsiteX0" fmla="*/ 0 w 767924"/>
                <a:gd name="connsiteY0" fmla="*/ 239598 h 484657"/>
                <a:gd name="connsiteX1" fmla="*/ 168238 w 767924"/>
                <a:gd name="connsiteY1" fmla="*/ 195147 h 484657"/>
                <a:gd name="connsiteX2" fmla="*/ 700257 w 767924"/>
                <a:gd name="connsiteY2" fmla="*/ 353898 h 484657"/>
                <a:gd name="connsiteX3" fmla="*/ 0 w 767924"/>
                <a:gd name="connsiteY3" fmla="*/ 239598 h 484657"/>
                <a:gd name="connsiteX0" fmla="*/ 0 w 700257"/>
                <a:gd name="connsiteY0" fmla="*/ 0 h 245059"/>
                <a:gd name="connsiteX1" fmla="*/ 700257 w 700257"/>
                <a:gd name="connsiteY1" fmla="*/ 114300 h 245059"/>
                <a:gd name="connsiteX2" fmla="*/ 0 w 700257"/>
                <a:gd name="connsiteY2" fmla="*/ 0 h 245059"/>
                <a:gd name="connsiteX0" fmla="*/ 0 w 700257"/>
                <a:gd name="connsiteY0" fmla="*/ 100741 h 345800"/>
                <a:gd name="connsiteX1" fmla="*/ 700257 w 700257"/>
                <a:gd name="connsiteY1" fmla="*/ 215041 h 345800"/>
                <a:gd name="connsiteX2" fmla="*/ 0 w 700257"/>
                <a:gd name="connsiteY2" fmla="*/ 100741 h 345800"/>
                <a:gd name="connsiteX0" fmla="*/ 0 w 700257"/>
                <a:gd name="connsiteY0" fmla="*/ 109130 h 354189"/>
                <a:gd name="connsiteX1" fmla="*/ 700257 w 700257"/>
                <a:gd name="connsiteY1" fmla="*/ 223430 h 354189"/>
                <a:gd name="connsiteX2" fmla="*/ 0 w 700257"/>
                <a:gd name="connsiteY2" fmla="*/ 109130 h 354189"/>
                <a:gd name="connsiteX0" fmla="*/ 0 w 700257"/>
                <a:gd name="connsiteY0" fmla="*/ 133977 h 379036"/>
                <a:gd name="connsiteX1" fmla="*/ 700257 w 700257"/>
                <a:gd name="connsiteY1" fmla="*/ 248277 h 379036"/>
                <a:gd name="connsiteX2" fmla="*/ 0 w 700257"/>
                <a:gd name="connsiteY2" fmla="*/ 133977 h 379036"/>
                <a:gd name="connsiteX0" fmla="*/ 0 w 700257"/>
                <a:gd name="connsiteY0" fmla="*/ 133977 h 411612"/>
                <a:gd name="connsiteX1" fmla="*/ 700257 w 700257"/>
                <a:gd name="connsiteY1" fmla="*/ 248277 h 411612"/>
                <a:gd name="connsiteX2" fmla="*/ 0 w 700257"/>
                <a:gd name="connsiteY2" fmla="*/ 133977 h 411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0257" h="411612">
                  <a:moveTo>
                    <a:pt x="0" y="133977"/>
                  </a:moveTo>
                  <a:cubicBezTo>
                    <a:pt x="547744" y="-132723"/>
                    <a:pt x="638288" y="48252"/>
                    <a:pt x="700257" y="248277"/>
                  </a:cubicBezTo>
                  <a:cubicBezTo>
                    <a:pt x="698613" y="359402"/>
                    <a:pt x="55619" y="603877"/>
                    <a:pt x="0" y="133977"/>
                  </a:cubicBezTo>
                  <a:close/>
                </a:path>
              </a:pathLst>
            </a:custGeom>
            <a:solidFill>
              <a:srgbClr val="CEBE90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13978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08424CE-E0C9-DF30-6E1F-10A315E701BA}"/>
              </a:ext>
            </a:extLst>
          </p:cNvPr>
          <p:cNvSpPr/>
          <p:nvPr/>
        </p:nvSpPr>
        <p:spPr>
          <a:xfrm>
            <a:off x="1190171" y="682171"/>
            <a:ext cx="2656115" cy="5225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Coral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A74942-1770-E640-0965-AEDDA12EA59F}"/>
              </a:ext>
            </a:extLst>
          </p:cNvPr>
          <p:cNvSpPr/>
          <p:nvPr/>
        </p:nvSpPr>
        <p:spPr>
          <a:xfrm>
            <a:off x="-1767611" y="682171"/>
            <a:ext cx="7558812" cy="4208519"/>
          </a:xfrm>
          <a:custGeom>
            <a:avLst/>
            <a:gdLst>
              <a:gd name="connsiteX0" fmla="*/ 0 w 914400"/>
              <a:gd name="connsiteY0" fmla="*/ 0 h 666750"/>
              <a:gd name="connsiteX1" fmla="*/ 914400 w 914400"/>
              <a:gd name="connsiteY1" fmla="*/ 0 h 666750"/>
              <a:gd name="connsiteX2" fmla="*/ 914400 w 914400"/>
              <a:gd name="connsiteY2" fmla="*/ 666750 h 666750"/>
              <a:gd name="connsiteX3" fmla="*/ 0 w 914400"/>
              <a:gd name="connsiteY3" fmla="*/ 666750 h 666750"/>
              <a:gd name="connsiteX4" fmla="*/ 0 w 914400"/>
              <a:gd name="connsiteY4" fmla="*/ 0 h 666750"/>
              <a:gd name="connsiteX0" fmla="*/ 0 w 1619250"/>
              <a:gd name="connsiteY0" fmla="*/ 209550 h 876300"/>
              <a:gd name="connsiteX1" fmla="*/ 1619250 w 1619250"/>
              <a:gd name="connsiteY1" fmla="*/ 0 h 876300"/>
              <a:gd name="connsiteX2" fmla="*/ 914400 w 1619250"/>
              <a:gd name="connsiteY2" fmla="*/ 876300 h 876300"/>
              <a:gd name="connsiteX3" fmla="*/ 0 w 1619250"/>
              <a:gd name="connsiteY3" fmla="*/ 876300 h 876300"/>
              <a:gd name="connsiteX4" fmla="*/ 0 w 1619250"/>
              <a:gd name="connsiteY4" fmla="*/ 209550 h 876300"/>
              <a:gd name="connsiteX0" fmla="*/ 0 w 1619250"/>
              <a:gd name="connsiteY0" fmla="*/ 209550 h 1028700"/>
              <a:gd name="connsiteX1" fmla="*/ 1619250 w 1619250"/>
              <a:gd name="connsiteY1" fmla="*/ 0 h 1028700"/>
              <a:gd name="connsiteX2" fmla="*/ 628650 w 1619250"/>
              <a:gd name="connsiteY2" fmla="*/ 1028700 h 1028700"/>
              <a:gd name="connsiteX3" fmla="*/ 0 w 1619250"/>
              <a:gd name="connsiteY3" fmla="*/ 876300 h 1028700"/>
              <a:gd name="connsiteX4" fmla="*/ 0 w 1619250"/>
              <a:gd name="connsiteY4" fmla="*/ 209550 h 1028700"/>
              <a:gd name="connsiteX0" fmla="*/ 0 w 3771900"/>
              <a:gd name="connsiteY0" fmla="*/ 190500 h 1028700"/>
              <a:gd name="connsiteX1" fmla="*/ 3771900 w 3771900"/>
              <a:gd name="connsiteY1" fmla="*/ 0 h 1028700"/>
              <a:gd name="connsiteX2" fmla="*/ 2781300 w 3771900"/>
              <a:gd name="connsiteY2" fmla="*/ 1028700 h 1028700"/>
              <a:gd name="connsiteX3" fmla="*/ 2152650 w 3771900"/>
              <a:gd name="connsiteY3" fmla="*/ 876300 h 1028700"/>
              <a:gd name="connsiteX4" fmla="*/ 0 w 3771900"/>
              <a:gd name="connsiteY4" fmla="*/ 190500 h 1028700"/>
              <a:gd name="connsiteX0" fmla="*/ 0 w 3771900"/>
              <a:gd name="connsiteY0" fmla="*/ 190500 h 1028700"/>
              <a:gd name="connsiteX1" fmla="*/ 3771900 w 3771900"/>
              <a:gd name="connsiteY1" fmla="*/ 0 h 1028700"/>
              <a:gd name="connsiteX2" fmla="*/ 2781300 w 3771900"/>
              <a:gd name="connsiteY2" fmla="*/ 1028700 h 1028700"/>
              <a:gd name="connsiteX3" fmla="*/ 1828800 w 3771900"/>
              <a:gd name="connsiteY3" fmla="*/ 323850 h 1028700"/>
              <a:gd name="connsiteX4" fmla="*/ 0 w 3771900"/>
              <a:gd name="connsiteY4" fmla="*/ 190500 h 1028700"/>
              <a:gd name="connsiteX0" fmla="*/ 0 w 3771900"/>
              <a:gd name="connsiteY0" fmla="*/ 190500 h 1028700"/>
              <a:gd name="connsiteX1" fmla="*/ 1123950 w 3771900"/>
              <a:gd name="connsiteY1" fmla="*/ 152400 h 1028700"/>
              <a:gd name="connsiteX2" fmla="*/ 3771900 w 3771900"/>
              <a:gd name="connsiteY2" fmla="*/ 0 h 1028700"/>
              <a:gd name="connsiteX3" fmla="*/ 2781300 w 3771900"/>
              <a:gd name="connsiteY3" fmla="*/ 1028700 h 1028700"/>
              <a:gd name="connsiteX4" fmla="*/ 1828800 w 3771900"/>
              <a:gd name="connsiteY4" fmla="*/ 323850 h 1028700"/>
              <a:gd name="connsiteX5" fmla="*/ 0 w 3771900"/>
              <a:gd name="connsiteY5" fmla="*/ 190500 h 102870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4690927 w 4690927"/>
              <a:gd name="connsiteY3" fmla="*/ 2266950 h 3295650"/>
              <a:gd name="connsiteX4" fmla="*/ 3700327 w 4690927"/>
              <a:gd name="connsiteY4" fmla="*/ 3295650 h 3295650"/>
              <a:gd name="connsiteX5" fmla="*/ 2747827 w 4690927"/>
              <a:gd name="connsiteY5" fmla="*/ 2590800 h 3295650"/>
              <a:gd name="connsiteX6" fmla="*/ 919027 w 4690927"/>
              <a:gd name="connsiteY6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4690927 w 4690927"/>
              <a:gd name="connsiteY4" fmla="*/ 2266950 h 3295650"/>
              <a:gd name="connsiteX5" fmla="*/ 3700327 w 4690927"/>
              <a:gd name="connsiteY5" fmla="*/ 3295650 h 3295650"/>
              <a:gd name="connsiteX6" fmla="*/ 2747827 w 4690927"/>
              <a:gd name="connsiteY6" fmla="*/ 2590800 h 3295650"/>
              <a:gd name="connsiteX7" fmla="*/ 919027 w 4690927"/>
              <a:gd name="connsiteY7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4690927 w 4690927"/>
              <a:gd name="connsiteY5" fmla="*/ 2266950 h 3295650"/>
              <a:gd name="connsiteX6" fmla="*/ 3700327 w 4690927"/>
              <a:gd name="connsiteY6" fmla="*/ 3295650 h 3295650"/>
              <a:gd name="connsiteX7" fmla="*/ 2747827 w 4690927"/>
              <a:gd name="connsiteY7" fmla="*/ 2590800 h 3295650"/>
              <a:gd name="connsiteX8" fmla="*/ 919027 w 4690927"/>
              <a:gd name="connsiteY8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4690927 w 4690927"/>
              <a:gd name="connsiteY6" fmla="*/ 2266950 h 3295650"/>
              <a:gd name="connsiteX7" fmla="*/ 3700327 w 4690927"/>
              <a:gd name="connsiteY7" fmla="*/ 3295650 h 3295650"/>
              <a:gd name="connsiteX8" fmla="*/ 2747827 w 4690927"/>
              <a:gd name="connsiteY8" fmla="*/ 2590800 h 3295650"/>
              <a:gd name="connsiteX9" fmla="*/ 919027 w 4690927"/>
              <a:gd name="connsiteY9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4690927 w 4690927"/>
              <a:gd name="connsiteY7" fmla="*/ 2266950 h 3295650"/>
              <a:gd name="connsiteX8" fmla="*/ 3700327 w 4690927"/>
              <a:gd name="connsiteY8" fmla="*/ 3295650 h 3295650"/>
              <a:gd name="connsiteX9" fmla="*/ 2747827 w 4690927"/>
              <a:gd name="connsiteY9" fmla="*/ 2590800 h 3295650"/>
              <a:gd name="connsiteX10" fmla="*/ 919027 w 4690927"/>
              <a:gd name="connsiteY10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4690927 w 4690927"/>
              <a:gd name="connsiteY8" fmla="*/ 2266950 h 3295650"/>
              <a:gd name="connsiteX9" fmla="*/ 3700327 w 4690927"/>
              <a:gd name="connsiteY9" fmla="*/ 3295650 h 3295650"/>
              <a:gd name="connsiteX10" fmla="*/ 2747827 w 4690927"/>
              <a:gd name="connsiteY10" fmla="*/ 2590800 h 3295650"/>
              <a:gd name="connsiteX11" fmla="*/ 919027 w 4690927"/>
              <a:gd name="connsiteY11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4690927 w 4690927"/>
              <a:gd name="connsiteY9" fmla="*/ 2266950 h 3295650"/>
              <a:gd name="connsiteX10" fmla="*/ 3700327 w 4690927"/>
              <a:gd name="connsiteY10" fmla="*/ 3295650 h 3295650"/>
              <a:gd name="connsiteX11" fmla="*/ 2747827 w 4690927"/>
              <a:gd name="connsiteY11" fmla="*/ 2590800 h 3295650"/>
              <a:gd name="connsiteX12" fmla="*/ 919027 w 4690927"/>
              <a:gd name="connsiteY12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3262178 w 4690927"/>
              <a:gd name="connsiteY9" fmla="*/ 2133600 h 3295650"/>
              <a:gd name="connsiteX10" fmla="*/ 4690927 w 4690927"/>
              <a:gd name="connsiteY10" fmla="*/ 2266950 h 3295650"/>
              <a:gd name="connsiteX11" fmla="*/ 3700327 w 4690927"/>
              <a:gd name="connsiteY11" fmla="*/ 3295650 h 3295650"/>
              <a:gd name="connsiteX12" fmla="*/ 2747827 w 4690927"/>
              <a:gd name="connsiteY12" fmla="*/ 2590800 h 3295650"/>
              <a:gd name="connsiteX13" fmla="*/ 919027 w 4690927"/>
              <a:gd name="connsiteY13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3262178 w 4690927"/>
              <a:gd name="connsiteY9" fmla="*/ 2133600 h 3295650"/>
              <a:gd name="connsiteX10" fmla="*/ 3109778 w 4690927"/>
              <a:gd name="connsiteY10" fmla="*/ 990600 h 3295650"/>
              <a:gd name="connsiteX11" fmla="*/ 4690927 w 4690927"/>
              <a:gd name="connsiteY11" fmla="*/ 2266950 h 3295650"/>
              <a:gd name="connsiteX12" fmla="*/ 3700327 w 4690927"/>
              <a:gd name="connsiteY12" fmla="*/ 3295650 h 3295650"/>
              <a:gd name="connsiteX13" fmla="*/ 2747827 w 4690927"/>
              <a:gd name="connsiteY13" fmla="*/ 2590800 h 3295650"/>
              <a:gd name="connsiteX14" fmla="*/ 919027 w 4690927"/>
              <a:gd name="connsiteY14" fmla="*/ 2457450 h 3295650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4690927 w 4690927"/>
              <a:gd name="connsiteY12" fmla="*/ 2668587 h 3697287"/>
              <a:gd name="connsiteX13" fmla="*/ 3700327 w 4690927"/>
              <a:gd name="connsiteY13" fmla="*/ 3697287 h 3697287"/>
              <a:gd name="connsiteX14" fmla="*/ 2747827 w 4690927"/>
              <a:gd name="connsiteY14" fmla="*/ 2992437 h 3697287"/>
              <a:gd name="connsiteX15" fmla="*/ 919027 w 4690927"/>
              <a:gd name="connsiteY15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4690927 w 4690927"/>
              <a:gd name="connsiteY13" fmla="*/ 2668587 h 3697287"/>
              <a:gd name="connsiteX14" fmla="*/ 3700327 w 4690927"/>
              <a:gd name="connsiteY14" fmla="*/ 3697287 h 3697287"/>
              <a:gd name="connsiteX15" fmla="*/ 2747827 w 4690927"/>
              <a:gd name="connsiteY15" fmla="*/ 2992437 h 3697287"/>
              <a:gd name="connsiteX16" fmla="*/ 919027 w 4690927"/>
              <a:gd name="connsiteY16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3738428 w 4690927"/>
              <a:gd name="connsiteY13" fmla="*/ 1525588 h 3697287"/>
              <a:gd name="connsiteX14" fmla="*/ 4690927 w 4690927"/>
              <a:gd name="connsiteY14" fmla="*/ 2668587 h 3697287"/>
              <a:gd name="connsiteX15" fmla="*/ 3700327 w 4690927"/>
              <a:gd name="connsiteY15" fmla="*/ 3697287 h 3697287"/>
              <a:gd name="connsiteX16" fmla="*/ 2747827 w 4690927"/>
              <a:gd name="connsiteY16" fmla="*/ 2992437 h 3697287"/>
              <a:gd name="connsiteX17" fmla="*/ 919027 w 4690927"/>
              <a:gd name="connsiteY17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3738428 w 4690927"/>
              <a:gd name="connsiteY13" fmla="*/ 1525588 h 3697287"/>
              <a:gd name="connsiteX14" fmla="*/ 4443278 w 4690927"/>
              <a:gd name="connsiteY14" fmla="*/ 820738 h 3697287"/>
              <a:gd name="connsiteX15" fmla="*/ 4690927 w 4690927"/>
              <a:gd name="connsiteY15" fmla="*/ 2668587 h 3697287"/>
              <a:gd name="connsiteX16" fmla="*/ 3700327 w 4690927"/>
              <a:gd name="connsiteY16" fmla="*/ 3697287 h 3697287"/>
              <a:gd name="connsiteX17" fmla="*/ 2747827 w 4690927"/>
              <a:gd name="connsiteY17" fmla="*/ 2992437 h 3697287"/>
              <a:gd name="connsiteX18" fmla="*/ 919027 w 4690927"/>
              <a:gd name="connsiteY18" fmla="*/ 2859087 h 3697287"/>
              <a:gd name="connsiteX0" fmla="*/ 919027 w 4690927"/>
              <a:gd name="connsiteY0" fmla="*/ 2980508 h 3818708"/>
              <a:gd name="connsiteX1" fmla="*/ 2042977 w 4690927"/>
              <a:gd name="connsiteY1" fmla="*/ 2942408 h 3818708"/>
              <a:gd name="connsiteX2" fmla="*/ 4627 w 4690927"/>
              <a:gd name="connsiteY2" fmla="*/ 523058 h 3818708"/>
              <a:gd name="connsiteX3" fmla="*/ 576128 w 4690927"/>
              <a:gd name="connsiteY3" fmla="*/ 1513658 h 3818708"/>
              <a:gd name="connsiteX4" fmla="*/ 1109528 w 4690927"/>
              <a:gd name="connsiteY4" fmla="*/ 694508 h 3818708"/>
              <a:gd name="connsiteX5" fmla="*/ 1871528 w 4690927"/>
              <a:gd name="connsiteY5" fmla="*/ 2237558 h 3818708"/>
              <a:gd name="connsiteX6" fmla="*/ 1833428 w 4690927"/>
              <a:gd name="connsiteY6" fmla="*/ 1056458 h 3818708"/>
              <a:gd name="connsiteX7" fmla="*/ 2271578 w 4690927"/>
              <a:gd name="connsiteY7" fmla="*/ 1647008 h 3818708"/>
              <a:gd name="connsiteX8" fmla="*/ 2385878 w 4690927"/>
              <a:gd name="connsiteY8" fmla="*/ 2447108 h 3818708"/>
              <a:gd name="connsiteX9" fmla="*/ 3262178 w 4690927"/>
              <a:gd name="connsiteY9" fmla="*/ 2656658 h 3818708"/>
              <a:gd name="connsiteX10" fmla="*/ 3109778 w 4690927"/>
              <a:gd name="connsiteY10" fmla="*/ 1513658 h 3818708"/>
              <a:gd name="connsiteX11" fmla="*/ 2500178 w 4690927"/>
              <a:gd name="connsiteY11" fmla="*/ 123008 h 3818708"/>
              <a:gd name="connsiteX12" fmla="*/ 3071678 w 4690927"/>
              <a:gd name="connsiteY12" fmla="*/ 1094559 h 3818708"/>
              <a:gd name="connsiteX13" fmla="*/ 3738428 w 4690927"/>
              <a:gd name="connsiteY13" fmla="*/ 1647009 h 3818708"/>
              <a:gd name="connsiteX14" fmla="*/ 4443278 w 4690927"/>
              <a:gd name="connsiteY14" fmla="*/ 942159 h 3818708"/>
              <a:gd name="connsiteX15" fmla="*/ 3357428 w 4690927"/>
              <a:gd name="connsiteY15" fmla="*/ 8709 h 3818708"/>
              <a:gd name="connsiteX16" fmla="*/ 4690927 w 4690927"/>
              <a:gd name="connsiteY16" fmla="*/ 2790008 h 3818708"/>
              <a:gd name="connsiteX17" fmla="*/ 3700327 w 4690927"/>
              <a:gd name="connsiteY17" fmla="*/ 3818708 h 3818708"/>
              <a:gd name="connsiteX18" fmla="*/ 2747827 w 4690927"/>
              <a:gd name="connsiteY18" fmla="*/ 3113858 h 3818708"/>
              <a:gd name="connsiteX19" fmla="*/ 919027 w 4690927"/>
              <a:gd name="connsiteY19" fmla="*/ 2980508 h 3818708"/>
              <a:gd name="connsiteX0" fmla="*/ 919027 w 4690927"/>
              <a:gd name="connsiteY0" fmla="*/ 2980508 h 3818708"/>
              <a:gd name="connsiteX1" fmla="*/ 2042977 w 4690927"/>
              <a:gd name="connsiteY1" fmla="*/ 2942408 h 3818708"/>
              <a:gd name="connsiteX2" fmla="*/ 4627 w 4690927"/>
              <a:gd name="connsiteY2" fmla="*/ 523058 h 3818708"/>
              <a:gd name="connsiteX3" fmla="*/ 576128 w 4690927"/>
              <a:gd name="connsiteY3" fmla="*/ 1513658 h 3818708"/>
              <a:gd name="connsiteX4" fmla="*/ 1109528 w 4690927"/>
              <a:gd name="connsiteY4" fmla="*/ 694508 h 3818708"/>
              <a:gd name="connsiteX5" fmla="*/ 1871528 w 4690927"/>
              <a:gd name="connsiteY5" fmla="*/ 2237558 h 3818708"/>
              <a:gd name="connsiteX6" fmla="*/ 1833428 w 4690927"/>
              <a:gd name="connsiteY6" fmla="*/ 1056458 h 3818708"/>
              <a:gd name="connsiteX7" fmla="*/ 2271578 w 4690927"/>
              <a:gd name="connsiteY7" fmla="*/ 1647008 h 3818708"/>
              <a:gd name="connsiteX8" fmla="*/ 2385878 w 4690927"/>
              <a:gd name="connsiteY8" fmla="*/ 2447108 h 3818708"/>
              <a:gd name="connsiteX9" fmla="*/ 3262178 w 4690927"/>
              <a:gd name="connsiteY9" fmla="*/ 2656658 h 3818708"/>
              <a:gd name="connsiteX10" fmla="*/ 3109778 w 4690927"/>
              <a:gd name="connsiteY10" fmla="*/ 1513658 h 3818708"/>
              <a:gd name="connsiteX11" fmla="*/ 2500178 w 4690927"/>
              <a:gd name="connsiteY11" fmla="*/ 123008 h 3818708"/>
              <a:gd name="connsiteX12" fmla="*/ 3071678 w 4690927"/>
              <a:gd name="connsiteY12" fmla="*/ 1094559 h 3818708"/>
              <a:gd name="connsiteX13" fmla="*/ 3738428 w 4690927"/>
              <a:gd name="connsiteY13" fmla="*/ 1647009 h 3818708"/>
              <a:gd name="connsiteX14" fmla="*/ 4443278 w 4690927"/>
              <a:gd name="connsiteY14" fmla="*/ 942159 h 3818708"/>
              <a:gd name="connsiteX15" fmla="*/ 3357428 w 4690927"/>
              <a:gd name="connsiteY15" fmla="*/ 8709 h 3818708"/>
              <a:gd name="connsiteX16" fmla="*/ 4424228 w 4690927"/>
              <a:gd name="connsiteY16" fmla="*/ 313509 h 3818708"/>
              <a:gd name="connsiteX17" fmla="*/ 4690927 w 4690927"/>
              <a:gd name="connsiteY17" fmla="*/ 2790008 h 3818708"/>
              <a:gd name="connsiteX18" fmla="*/ 3700327 w 4690927"/>
              <a:gd name="connsiteY18" fmla="*/ 3818708 h 3818708"/>
              <a:gd name="connsiteX19" fmla="*/ 2747827 w 4690927"/>
              <a:gd name="connsiteY19" fmla="*/ 3113858 h 3818708"/>
              <a:gd name="connsiteX20" fmla="*/ 919027 w 4690927"/>
              <a:gd name="connsiteY20" fmla="*/ 2980508 h 3818708"/>
              <a:gd name="connsiteX0" fmla="*/ 919027 w 4690927"/>
              <a:gd name="connsiteY0" fmla="*/ 3417289 h 4255489"/>
              <a:gd name="connsiteX1" fmla="*/ 2042977 w 4690927"/>
              <a:gd name="connsiteY1" fmla="*/ 3379189 h 4255489"/>
              <a:gd name="connsiteX2" fmla="*/ 4627 w 4690927"/>
              <a:gd name="connsiteY2" fmla="*/ 959839 h 4255489"/>
              <a:gd name="connsiteX3" fmla="*/ 576128 w 4690927"/>
              <a:gd name="connsiteY3" fmla="*/ 1950439 h 4255489"/>
              <a:gd name="connsiteX4" fmla="*/ 1109528 w 4690927"/>
              <a:gd name="connsiteY4" fmla="*/ 1131289 h 4255489"/>
              <a:gd name="connsiteX5" fmla="*/ 1871528 w 4690927"/>
              <a:gd name="connsiteY5" fmla="*/ 2674339 h 4255489"/>
              <a:gd name="connsiteX6" fmla="*/ 1833428 w 4690927"/>
              <a:gd name="connsiteY6" fmla="*/ 1493239 h 4255489"/>
              <a:gd name="connsiteX7" fmla="*/ 2271578 w 4690927"/>
              <a:gd name="connsiteY7" fmla="*/ 2083789 h 4255489"/>
              <a:gd name="connsiteX8" fmla="*/ 2385878 w 4690927"/>
              <a:gd name="connsiteY8" fmla="*/ 2883889 h 4255489"/>
              <a:gd name="connsiteX9" fmla="*/ 3262178 w 4690927"/>
              <a:gd name="connsiteY9" fmla="*/ 3093439 h 4255489"/>
              <a:gd name="connsiteX10" fmla="*/ 3109778 w 4690927"/>
              <a:gd name="connsiteY10" fmla="*/ 1950439 h 4255489"/>
              <a:gd name="connsiteX11" fmla="*/ 2500178 w 4690927"/>
              <a:gd name="connsiteY11" fmla="*/ 559789 h 4255489"/>
              <a:gd name="connsiteX12" fmla="*/ 3071678 w 4690927"/>
              <a:gd name="connsiteY12" fmla="*/ 1531340 h 4255489"/>
              <a:gd name="connsiteX13" fmla="*/ 3738428 w 4690927"/>
              <a:gd name="connsiteY13" fmla="*/ 2083790 h 4255489"/>
              <a:gd name="connsiteX14" fmla="*/ 4443278 w 4690927"/>
              <a:gd name="connsiteY14" fmla="*/ 1378940 h 4255489"/>
              <a:gd name="connsiteX15" fmla="*/ 3357428 w 4690927"/>
              <a:gd name="connsiteY15" fmla="*/ 445490 h 4255489"/>
              <a:gd name="connsiteX16" fmla="*/ 4424228 w 4690927"/>
              <a:gd name="connsiteY16" fmla="*/ 750290 h 4255489"/>
              <a:gd name="connsiteX17" fmla="*/ 4595678 w 4690927"/>
              <a:gd name="connsiteY17" fmla="*/ 64490 h 4255489"/>
              <a:gd name="connsiteX18" fmla="*/ 4690927 w 4690927"/>
              <a:gd name="connsiteY18" fmla="*/ 3226789 h 4255489"/>
              <a:gd name="connsiteX19" fmla="*/ 3700327 w 4690927"/>
              <a:gd name="connsiteY19" fmla="*/ 4255489 h 4255489"/>
              <a:gd name="connsiteX20" fmla="*/ 2747827 w 4690927"/>
              <a:gd name="connsiteY20" fmla="*/ 3550639 h 4255489"/>
              <a:gd name="connsiteX21" fmla="*/ 919027 w 4690927"/>
              <a:gd name="connsiteY21" fmla="*/ 3417289 h 4255489"/>
              <a:gd name="connsiteX0" fmla="*/ 919027 w 4862378"/>
              <a:gd name="connsiteY0" fmla="*/ 3417289 h 4255489"/>
              <a:gd name="connsiteX1" fmla="*/ 2042977 w 4862378"/>
              <a:gd name="connsiteY1" fmla="*/ 3379189 h 4255489"/>
              <a:gd name="connsiteX2" fmla="*/ 4627 w 4862378"/>
              <a:gd name="connsiteY2" fmla="*/ 959839 h 4255489"/>
              <a:gd name="connsiteX3" fmla="*/ 576128 w 4862378"/>
              <a:gd name="connsiteY3" fmla="*/ 1950439 h 4255489"/>
              <a:gd name="connsiteX4" fmla="*/ 1109528 w 4862378"/>
              <a:gd name="connsiteY4" fmla="*/ 1131289 h 4255489"/>
              <a:gd name="connsiteX5" fmla="*/ 1871528 w 4862378"/>
              <a:gd name="connsiteY5" fmla="*/ 2674339 h 4255489"/>
              <a:gd name="connsiteX6" fmla="*/ 1833428 w 4862378"/>
              <a:gd name="connsiteY6" fmla="*/ 1493239 h 4255489"/>
              <a:gd name="connsiteX7" fmla="*/ 2271578 w 4862378"/>
              <a:gd name="connsiteY7" fmla="*/ 2083789 h 4255489"/>
              <a:gd name="connsiteX8" fmla="*/ 2385878 w 4862378"/>
              <a:gd name="connsiteY8" fmla="*/ 2883889 h 4255489"/>
              <a:gd name="connsiteX9" fmla="*/ 3262178 w 4862378"/>
              <a:gd name="connsiteY9" fmla="*/ 3093439 h 4255489"/>
              <a:gd name="connsiteX10" fmla="*/ 3109778 w 4862378"/>
              <a:gd name="connsiteY10" fmla="*/ 1950439 h 4255489"/>
              <a:gd name="connsiteX11" fmla="*/ 2500178 w 4862378"/>
              <a:gd name="connsiteY11" fmla="*/ 559789 h 4255489"/>
              <a:gd name="connsiteX12" fmla="*/ 3071678 w 4862378"/>
              <a:gd name="connsiteY12" fmla="*/ 1531340 h 4255489"/>
              <a:gd name="connsiteX13" fmla="*/ 3738428 w 4862378"/>
              <a:gd name="connsiteY13" fmla="*/ 2083790 h 4255489"/>
              <a:gd name="connsiteX14" fmla="*/ 4443278 w 4862378"/>
              <a:gd name="connsiteY14" fmla="*/ 1378940 h 4255489"/>
              <a:gd name="connsiteX15" fmla="*/ 3357428 w 4862378"/>
              <a:gd name="connsiteY15" fmla="*/ 445490 h 4255489"/>
              <a:gd name="connsiteX16" fmla="*/ 4424228 w 4862378"/>
              <a:gd name="connsiteY16" fmla="*/ 750290 h 4255489"/>
              <a:gd name="connsiteX17" fmla="*/ 4595678 w 4862378"/>
              <a:gd name="connsiteY17" fmla="*/ 64490 h 4255489"/>
              <a:gd name="connsiteX18" fmla="*/ 4862378 w 4862378"/>
              <a:gd name="connsiteY18" fmla="*/ 1455141 h 4255489"/>
              <a:gd name="connsiteX19" fmla="*/ 4690927 w 4862378"/>
              <a:gd name="connsiteY19" fmla="*/ 3226789 h 4255489"/>
              <a:gd name="connsiteX20" fmla="*/ 3700327 w 4862378"/>
              <a:gd name="connsiteY20" fmla="*/ 4255489 h 4255489"/>
              <a:gd name="connsiteX21" fmla="*/ 2747827 w 4862378"/>
              <a:gd name="connsiteY21" fmla="*/ 3550639 h 4255489"/>
              <a:gd name="connsiteX22" fmla="*/ 919027 w 4862378"/>
              <a:gd name="connsiteY22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690927 w 5757857"/>
              <a:gd name="connsiteY20" fmla="*/ 3226789 h 4255489"/>
              <a:gd name="connsiteX21" fmla="*/ 3700327 w 5757857"/>
              <a:gd name="connsiteY21" fmla="*/ 4255489 h 4255489"/>
              <a:gd name="connsiteX22" fmla="*/ 2747827 w 5757857"/>
              <a:gd name="connsiteY22" fmla="*/ 3550639 h 4255489"/>
              <a:gd name="connsiteX23" fmla="*/ 919027 w 5757857"/>
              <a:gd name="connsiteY23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690927 w 5757857"/>
              <a:gd name="connsiteY21" fmla="*/ 3226789 h 4255489"/>
              <a:gd name="connsiteX22" fmla="*/ 3700327 w 5757857"/>
              <a:gd name="connsiteY22" fmla="*/ 4255489 h 4255489"/>
              <a:gd name="connsiteX23" fmla="*/ 2747827 w 5757857"/>
              <a:gd name="connsiteY23" fmla="*/ 3550639 h 4255489"/>
              <a:gd name="connsiteX24" fmla="*/ 919027 w 5757857"/>
              <a:gd name="connsiteY24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805227 w 5757857"/>
              <a:gd name="connsiteY21" fmla="*/ 2502891 h 4255489"/>
              <a:gd name="connsiteX22" fmla="*/ 4690927 w 5757857"/>
              <a:gd name="connsiteY22" fmla="*/ 3226789 h 4255489"/>
              <a:gd name="connsiteX23" fmla="*/ 3700327 w 5757857"/>
              <a:gd name="connsiteY23" fmla="*/ 4255489 h 4255489"/>
              <a:gd name="connsiteX24" fmla="*/ 2747827 w 5757857"/>
              <a:gd name="connsiteY24" fmla="*/ 3550639 h 4255489"/>
              <a:gd name="connsiteX25" fmla="*/ 919027 w 5757857"/>
              <a:gd name="connsiteY25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805227 w 5757857"/>
              <a:gd name="connsiteY21" fmla="*/ 2502891 h 4255489"/>
              <a:gd name="connsiteX22" fmla="*/ 5452927 w 5757857"/>
              <a:gd name="connsiteY22" fmla="*/ 2121891 h 4255489"/>
              <a:gd name="connsiteX23" fmla="*/ 4690927 w 5757857"/>
              <a:gd name="connsiteY23" fmla="*/ 3226789 h 4255489"/>
              <a:gd name="connsiteX24" fmla="*/ 3700327 w 5757857"/>
              <a:gd name="connsiteY24" fmla="*/ 4255489 h 4255489"/>
              <a:gd name="connsiteX25" fmla="*/ 2747827 w 5757857"/>
              <a:gd name="connsiteY25" fmla="*/ 3550639 h 4255489"/>
              <a:gd name="connsiteX26" fmla="*/ 919027 w 5757857"/>
              <a:gd name="connsiteY26" fmla="*/ 3417289 h 4255489"/>
              <a:gd name="connsiteX0" fmla="*/ 919027 w 5857570"/>
              <a:gd name="connsiteY0" fmla="*/ 3417289 h 4255489"/>
              <a:gd name="connsiteX1" fmla="*/ 2042977 w 5857570"/>
              <a:gd name="connsiteY1" fmla="*/ 3379189 h 4255489"/>
              <a:gd name="connsiteX2" fmla="*/ 4627 w 5857570"/>
              <a:gd name="connsiteY2" fmla="*/ 959839 h 4255489"/>
              <a:gd name="connsiteX3" fmla="*/ 576128 w 5857570"/>
              <a:gd name="connsiteY3" fmla="*/ 1950439 h 4255489"/>
              <a:gd name="connsiteX4" fmla="*/ 1109528 w 5857570"/>
              <a:gd name="connsiteY4" fmla="*/ 1131289 h 4255489"/>
              <a:gd name="connsiteX5" fmla="*/ 1871528 w 5857570"/>
              <a:gd name="connsiteY5" fmla="*/ 2674339 h 4255489"/>
              <a:gd name="connsiteX6" fmla="*/ 1833428 w 5857570"/>
              <a:gd name="connsiteY6" fmla="*/ 1493239 h 4255489"/>
              <a:gd name="connsiteX7" fmla="*/ 2271578 w 5857570"/>
              <a:gd name="connsiteY7" fmla="*/ 2083789 h 4255489"/>
              <a:gd name="connsiteX8" fmla="*/ 2385878 w 5857570"/>
              <a:gd name="connsiteY8" fmla="*/ 2883889 h 4255489"/>
              <a:gd name="connsiteX9" fmla="*/ 3262178 w 5857570"/>
              <a:gd name="connsiteY9" fmla="*/ 3093439 h 4255489"/>
              <a:gd name="connsiteX10" fmla="*/ 3109778 w 5857570"/>
              <a:gd name="connsiteY10" fmla="*/ 1950439 h 4255489"/>
              <a:gd name="connsiteX11" fmla="*/ 2500178 w 5857570"/>
              <a:gd name="connsiteY11" fmla="*/ 559789 h 4255489"/>
              <a:gd name="connsiteX12" fmla="*/ 3071678 w 5857570"/>
              <a:gd name="connsiteY12" fmla="*/ 1531340 h 4255489"/>
              <a:gd name="connsiteX13" fmla="*/ 3738428 w 5857570"/>
              <a:gd name="connsiteY13" fmla="*/ 2083790 h 4255489"/>
              <a:gd name="connsiteX14" fmla="*/ 4443278 w 5857570"/>
              <a:gd name="connsiteY14" fmla="*/ 1378940 h 4255489"/>
              <a:gd name="connsiteX15" fmla="*/ 3357428 w 5857570"/>
              <a:gd name="connsiteY15" fmla="*/ 445490 h 4255489"/>
              <a:gd name="connsiteX16" fmla="*/ 4424228 w 5857570"/>
              <a:gd name="connsiteY16" fmla="*/ 750290 h 4255489"/>
              <a:gd name="connsiteX17" fmla="*/ 4595678 w 5857570"/>
              <a:gd name="connsiteY17" fmla="*/ 64490 h 4255489"/>
              <a:gd name="connsiteX18" fmla="*/ 4862378 w 5857570"/>
              <a:gd name="connsiteY18" fmla="*/ 1455141 h 4255489"/>
              <a:gd name="connsiteX19" fmla="*/ 5757727 w 5857570"/>
              <a:gd name="connsiteY19" fmla="*/ 597891 h 4255489"/>
              <a:gd name="connsiteX20" fmla="*/ 4043227 w 5857570"/>
              <a:gd name="connsiteY20" fmla="*/ 2560041 h 4255489"/>
              <a:gd name="connsiteX21" fmla="*/ 4805227 w 5857570"/>
              <a:gd name="connsiteY21" fmla="*/ 2502891 h 4255489"/>
              <a:gd name="connsiteX22" fmla="*/ 5452927 w 5857570"/>
              <a:gd name="connsiteY22" fmla="*/ 2121891 h 4255489"/>
              <a:gd name="connsiteX23" fmla="*/ 5833927 w 5857570"/>
              <a:gd name="connsiteY23" fmla="*/ 2655291 h 4255489"/>
              <a:gd name="connsiteX24" fmla="*/ 4690927 w 5857570"/>
              <a:gd name="connsiteY24" fmla="*/ 3226789 h 4255489"/>
              <a:gd name="connsiteX25" fmla="*/ 3700327 w 5857570"/>
              <a:gd name="connsiteY25" fmla="*/ 4255489 h 4255489"/>
              <a:gd name="connsiteX26" fmla="*/ 2747827 w 5857570"/>
              <a:gd name="connsiteY26" fmla="*/ 3550639 h 4255489"/>
              <a:gd name="connsiteX27" fmla="*/ 919027 w 5857570"/>
              <a:gd name="connsiteY27" fmla="*/ 3417289 h 4255489"/>
              <a:gd name="connsiteX0" fmla="*/ 919027 w 6563716"/>
              <a:gd name="connsiteY0" fmla="*/ 3417289 h 4255489"/>
              <a:gd name="connsiteX1" fmla="*/ 2042977 w 6563716"/>
              <a:gd name="connsiteY1" fmla="*/ 3379189 h 4255489"/>
              <a:gd name="connsiteX2" fmla="*/ 4627 w 6563716"/>
              <a:gd name="connsiteY2" fmla="*/ 959839 h 4255489"/>
              <a:gd name="connsiteX3" fmla="*/ 576128 w 6563716"/>
              <a:gd name="connsiteY3" fmla="*/ 1950439 h 4255489"/>
              <a:gd name="connsiteX4" fmla="*/ 1109528 w 6563716"/>
              <a:gd name="connsiteY4" fmla="*/ 1131289 h 4255489"/>
              <a:gd name="connsiteX5" fmla="*/ 1871528 w 6563716"/>
              <a:gd name="connsiteY5" fmla="*/ 2674339 h 4255489"/>
              <a:gd name="connsiteX6" fmla="*/ 1833428 w 6563716"/>
              <a:gd name="connsiteY6" fmla="*/ 1493239 h 4255489"/>
              <a:gd name="connsiteX7" fmla="*/ 2271578 w 6563716"/>
              <a:gd name="connsiteY7" fmla="*/ 2083789 h 4255489"/>
              <a:gd name="connsiteX8" fmla="*/ 2385878 w 6563716"/>
              <a:gd name="connsiteY8" fmla="*/ 2883889 h 4255489"/>
              <a:gd name="connsiteX9" fmla="*/ 3262178 w 6563716"/>
              <a:gd name="connsiteY9" fmla="*/ 3093439 h 4255489"/>
              <a:gd name="connsiteX10" fmla="*/ 3109778 w 6563716"/>
              <a:gd name="connsiteY10" fmla="*/ 1950439 h 4255489"/>
              <a:gd name="connsiteX11" fmla="*/ 2500178 w 6563716"/>
              <a:gd name="connsiteY11" fmla="*/ 559789 h 4255489"/>
              <a:gd name="connsiteX12" fmla="*/ 3071678 w 6563716"/>
              <a:gd name="connsiteY12" fmla="*/ 1531340 h 4255489"/>
              <a:gd name="connsiteX13" fmla="*/ 3738428 w 6563716"/>
              <a:gd name="connsiteY13" fmla="*/ 2083790 h 4255489"/>
              <a:gd name="connsiteX14" fmla="*/ 4443278 w 6563716"/>
              <a:gd name="connsiteY14" fmla="*/ 1378940 h 4255489"/>
              <a:gd name="connsiteX15" fmla="*/ 3357428 w 6563716"/>
              <a:gd name="connsiteY15" fmla="*/ 445490 h 4255489"/>
              <a:gd name="connsiteX16" fmla="*/ 4424228 w 6563716"/>
              <a:gd name="connsiteY16" fmla="*/ 750290 h 4255489"/>
              <a:gd name="connsiteX17" fmla="*/ 4595678 w 6563716"/>
              <a:gd name="connsiteY17" fmla="*/ 64490 h 4255489"/>
              <a:gd name="connsiteX18" fmla="*/ 4862378 w 6563716"/>
              <a:gd name="connsiteY18" fmla="*/ 1455141 h 4255489"/>
              <a:gd name="connsiteX19" fmla="*/ 5757727 w 6563716"/>
              <a:gd name="connsiteY19" fmla="*/ 597891 h 4255489"/>
              <a:gd name="connsiteX20" fmla="*/ 4043227 w 6563716"/>
              <a:gd name="connsiteY20" fmla="*/ 2560041 h 4255489"/>
              <a:gd name="connsiteX21" fmla="*/ 4805227 w 6563716"/>
              <a:gd name="connsiteY21" fmla="*/ 2502891 h 4255489"/>
              <a:gd name="connsiteX22" fmla="*/ 5452927 w 6563716"/>
              <a:gd name="connsiteY22" fmla="*/ 2121891 h 4255489"/>
              <a:gd name="connsiteX23" fmla="*/ 5833927 w 6563716"/>
              <a:gd name="connsiteY23" fmla="*/ 2655291 h 4255489"/>
              <a:gd name="connsiteX24" fmla="*/ 6538776 w 6563716"/>
              <a:gd name="connsiteY24" fmla="*/ 1131291 h 4255489"/>
              <a:gd name="connsiteX25" fmla="*/ 4690927 w 6563716"/>
              <a:gd name="connsiteY25" fmla="*/ 3226789 h 4255489"/>
              <a:gd name="connsiteX26" fmla="*/ 3700327 w 6563716"/>
              <a:gd name="connsiteY26" fmla="*/ 4255489 h 4255489"/>
              <a:gd name="connsiteX27" fmla="*/ 2747827 w 6563716"/>
              <a:gd name="connsiteY27" fmla="*/ 3550639 h 4255489"/>
              <a:gd name="connsiteX28" fmla="*/ 919027 w 6563716"/>
              <a:gd name="connsiteY28" fmla="*/ 3417289 h 4255489"/>
              <a:gd name="connsiteX0" fmla="*/ 919027 w 6563716"/>
              <a:gd name="connsiteY0" fmla="*/ 3417289 h 4255489"/>
              <a:gd name="connsiteX1" fmla="*/ 2042977 w 6563716"/>
              <a:gd name="connsiteY1" fmla="*/ 3379189 h 4255489"/>
              <a:gd name="connsiteX2" fmla="*/ 4627 w 6563716"/>
              <a:gd name="connsiteY2" fmla="*/ 959839 h 4255489"/>
              <a:gd name="connsiteX3" fmla="*/ 576128 w 6563716"/>
              <a:gd name="connsiteY3" fmla="*/ 1950439 h 4255489"/>
              <a:gd name="connsiteX4" fmla="*/ 1109528 w 6563716"/>
              <a:gd name="connsiteY4" fmla="*/ 1131289 h 4255489"/>
              <a:gd name="connsiteX5" fmla="*/ 1871528 w 6563716"/>
              <a:gd name="connsiteY5" fmla="*/ 2674339 h 4255489"/>
              <a:gd name="connsiteX6" fmla="*/ 1833428 w 6563716"/>
              <a:gd name="connsiteY6" fmla="*/ 1493239 h 4255489"/>
              <a:gd name="connsiteX7" fmla="*/ 2271578 w 6563716"/>
              <a:gd name="connsiteY7" fmla="*/ 2083789 h 4255489"/>
              <a:gd name="connsiteX8" fmla="*/ 2385878 w 6563716"/>
              <a:gd name="connsiteY8" fmla="*/ 2883889 h 4255489"/>
              <a:gd name="connsiteX9" fmla="*/ 3262178 w 6563716"/>
              <a:gd name="connsiteY9" fmla="*/ 3093439 h 4255489"/>
              <a:gd name="connsiteX10" fmla="*/ 3109778 w 6563716"/>
              <a:gd name="connsiteY10" fmla="*/ 1950439 h 4255489"/>
              <a:gd name="connsiteX11" fmla="*/ 2500178 w 6563716"/>
              <a:gd name="connsiteY11" fmla="*/ 559789 h 4255489"/>
              <a:gd name="connsiteX12" fmla="*/ 3071678 w 6563716"/>
              <a:gd name="connsiteY12" fmla="*/ 1531340 h 4255489"/>
              <a:gd name="connsiteX13" fmla="*/ 3738428 w 6563716"/>
              <a:gd name="connsiteY13" fmla="*/ 2083790 h 4255489"/>
              <a:gd name="connsiteX14" fmla="*/ 4443278 w 6563716"/>
              <a:gd name="connsiteY14" fmla="*/ 1378940 h 4255489"/>
              <a:gd name="connsiteX15" fmla="*/ 3357428 w 6563716"/>
              <a:gd name="connsiteY15" fmla="*/ 445490 h 4255489"/>
              <a:gd name="connsiteX16" fmla="*/ 4424228 w 6563716"/>
              <a:gd name="connsiteY16" fmla="*/ 750290 h 4255489"/>
              <a:gd name="connsiteX17" fmla="*/ 4595678 w 6563716"/>
              <a:gd name="connsiteY17" fmla="*/ 64490 h 4255489"/>
              <a:gd name="connsiteX18" fmla="*/ 4862378 w 6563716"/>
              <a:gd name="connsiteY18" fmla="*/ 1455141 h 4255489"/>
              <a:gd name="connsiteX19" fmla="*/ 5757727 w 6563716"/>
              <a:gd name="connsiteY19" fmla="*/ 597891 h 4255489"/>
              <a:gd name="connsiteX20" fmla="*/ 4043227 w 6563716"/>
              <a:gd name="connsiteY20" fmla="*/ 2560041 h 4255489"/>
              <a:gd name="connsiteX21" fmla="*/ 4805227 w 6563716"/>
              <a:gd name="connsiteY21" fmla="*/ 2502891 h 4255489"/>
              <a:gd name="connsiteX22" fmla="*/ 5452927 w 6563716"/>
              <a:gd name="connsiteY22" fmla="*/ 2121891 h 4255489"/>
              <a:gd name="connsiteX23" fmla="*/ 5833927 w 6563716"/>
              <a:gd name="connsiteY23" fmla="*/ 2655291 h 4255489"/>
              <a:gd name="connsiteX24" fmla="*/ 6538776 w 6563716"/>
              <a:gd name="connsiteY24" fmla="*/ 1131291 h 4255489"/>
              <a:gd name="connsiteX25" fmla="*/ 6253026 w 6563716"/>
              <a:gd name="connsiteY25" fmla="*/ 2617191 h 4255489"/>
              <a:gd name="connsiteX26" fmla="*/ 4690927 w 6563716"/>
              <a:gd name="connsiteY26" fmla="*/ 3226789 h 4255489"/>
              <a:gd name="connsiteX27" fmla="*/ 3700327 w 6563716"/>
              <a:gd name="connsiteY27" fmla="*/ 4255489 h 4255489"/>
              <a:gd name="connsiteX28" fmla="*/ 2747827 w 6563716"/>
              <a:gd name="connsiteY28" fmla="*/ 3550639 h 4255489"/>
              <a:gd name="connsiteX29" fmla="*/ 919027 w 6563716"/>
              <a:gd name="connsiteY29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4690927 w 7386271"/>
              <a:gd name="connsiteY27" fmla="*/ 3226789 h 4255489"/>
              <a:gd name="connsiteX28" fmla="*/ 3700327 w 7386271"/>
              <a:gd name="connsiteY28" fmla="*/ 4255489 h 4255489"/>
              <a:gd name="connsiteX29" fmla="*/ 2747827 w 7386271"/>
              <a:gd name="connsiteY29" fmla="*/ 3550639 h 4255489"/>
              <a:gd name="connsiteX30" fmla="*/ 919027 w 7386271"/>
              <a:gd name="connsiteY30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4690927 w 7386271"/>
              <a:gd name="connsiteY28" fmla="*/ 3226789 h 4255489"/>
              <a:gd name="connsiteX29" fmla="*/ 3700327 w 7386271"/>
              <a:gd name="connsiteY29" fmla="*/ 4255489 h 4255489"/>
              <a:gd name="connsiteX30" fmla="*/ 2747827 w 7386271"/>
              <a:gd name="connsiteY30" fmla="*/ 3550639 h 4255489"/>
              <a:gd name="connsiteX31" fmla="*/ 919027 w 7386271"/>
              <a:gd name="connsiteY31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4690927 w 7386271"/>
              <a:gd name="connsiteY29" fmla="*/ 3226789 h 4255489"/>
              <a:gd name="connsiteX30" fmla="*/ 3700327 w 7386271"/>
              <a:gd name="connsiteY30" fmla="*/ 4255489 h 4255489"/>
              <a:gd name="connsiteX31" fmla="*/ 2747827 w 7386271"/>
              <a:gd name="connsiteY31" fmla="*/ 3550639 h 4255489"/>
              <a:gd name="connsiteX32" fmla="*/ 919027 w 7386271"/>
              <a:gd name="connsiteY32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4690927 w 7386271"/>
              <a:gd name="connsiteY29" fmla="*/ 3226789 h 4255489"/>
              <a:gd name="connsiteX30" fmla="*/ 3700327 w 7386271"/>
              <a:gd name="connsiteY30" fmla="*/ 4255489 h 4255489"/>
              <a:gd name="connsiteX31" fmla="*/ 2747827 w 7386271"/>
              <a:gd name="connsiteY31" fmla="*/ 3550639 h 4255489"/>
              <a:gd name="connsiteX32" fmla="*/ 919027 w 7386271"/>
              <a:gd name="connsiteY32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900726 w 7386271"/>
              <a:gd name="connsiteY28" fmla="*/ 32267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948351 w 7386271"/>
              <a:gd name="connsiteY28" fmla="*/ 33029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6757851 w 7386271"/>
              <a:gd name="connsiteY27" fmla="*/ 2826741 h 4255489"/>
              <a:gd name="connsiteX28" fmla="*/ 5757726 w 7386271"/>
              <a:gd name="connsiteY28" fmla="*/ 3169641 h 4255489"/>
              <a:gd name="connsiteX29" fmla="*/ 6367326 w 7386271"/>
              <a:gd name="connsiteY29" fmla="*/ 3322041 h 4255489"/>
              <a:gd name="connsiteX30" fmla="*/ 6853101 w 7386271"/>
              <a:gd name="connsiteY30" fmla="*/ 3074391 h 4255489"/>
              <a:gd name="connsiteX31" fmla="*/ 6062526 w 7386271"/>
              <a:gd name="connsiteY31" fmla="*/ 3703041 h 4255489"/>
              <a:gd name="connsiteX32" fmla="*/ 4690927 w 7386271"/>
              <a:gd name="connsiteY32" fmla="*/ 3226789 h 4255489"/>
              <a:gd name="connsiteX33" fmla="*/ 3700327 w 7386271"/>
              <a:gd name="connsiteY33" fmla="*/ 4255489 h 4255489"/>
              <a:gd name="connsiteX34" fmla="*/ 2747827 w 7386271"/>
              <a:gd name="connsiteY34" fmla="*/ 3550639 h 4255489"/>
              <a:gd name="connsiteX35" fmla="*/ 919027 w 7386271"/>
              <a:gd name="connsiteY35" fmla="*/ 3417289 h 4255489"/>
              <a:gd name="connsiteX0" fmla="*/ 919027 w 7359518"/>
              <a:gd name="connsiteY0" fmla="*/ 3417289 h 4255489"/>
              <a:gd name="connsiteX1" fmla="*/ 2042977 w 7359518"/>
              <a:gd name="connsiteY1" fmla="*/ 3379189 h 4255489"/>
              <a:gd name="connsiteX2" fmla="*/ 4627 w 7359518"/>
              <a:gd name="connsiteY2" fmla="*/ 959839 h 4255489"/>
              <a:gd name="connsiteX3" fmla="*/ 576128 w 7359518"/>
              <a:gd name="connsiteY3" fmla="*/ 1950439 h 4255489"/>
              <a:gd name="connsiteX4" fmla="*/ 1109528 w 7359518"/>
              <a:gd name="connsiteY4" fmla="*/ 1131289 h 4255489"/>
              <a:gd name="connsiteX5" fmla="*/ 1871528 w 7359518"/>
              <a:gd name="connsiteY5" fmla="*/ 2674339 h 4255489"/>
              <a:gd name="connsiteX6" fmla="*/ 1833428 w 7359518"/>
              <a:gd name="connsiteY6" fmla="*/ 1493239 h 4255489"/>
              <a:gd name="connsiteX7" fmla="*/ 2271578 w 7359518"/>
              <a:gd name="connsiteY7" fmla="*/ 2083789 h 4255489"/>
              <a:gd name="connsiteX8" fmla="*/ 2385878 w 7359518"/>
              <a:gd name="connsiteY8" fmla="*/ 2883889 h 4255489"/>
              <a:gd name="connsiteX9" fmla="*/ 3262178 w 7359518"/>
              <a:gd name="connsiteY9" fmla="*/ 3093439 h 4255489"/>
              <a:gd name="connsiteX10" fmla="*/ 3109778 w 7359518"/>
              <a:gd name="connsiteY10" fmla="*/ 1950439 h 4255489"/>
              <a:gd name="connsiteX11" fmla="*/ 2500178 w 7359518"/>
              <a:gd name="connsiteY11" fmla="*/ 559789 h 4255489"/>
              <a:gd name="connsiteX12" fmla="*/ 3071678 w 7359518"/>
              <a:gd name="connsiteY12" fmla="*/ 1531340 h 4255489"/>
              <a:gd name="connsiteX13" fmla="*/ 3738428 w 7359518"/>
              <a:gd name="connsiteY13" fmla="*/ 2083790 h 4255489"/>
              <a:gd name="connsiteX14" fmla="*/ 4443278 w 7359518"/>
              <a:gd name="connsiteY14" fmla="*/ 1378940 h 4255489"/>
              <a:gd name="connsiteX15" fmla="*/ 3357428 w 7359518"/>
              <a:gd name="connsiteY15" fmla="*/ 445490 h 4255489"/>
              <a:gd name="connsiteX16" fmla="*/ 4424228 w 7359518"/>
              <a:gd name="connsiteY16" fmla="*/ 750290 h 4255489"/>
              <a:gd name="connsiteX17" fmla="*/ 4595678 w 7359518"/>
              <a:gd name="connsiteY17" fmla="*/ 64490 h 4255489"/>
              <a:gd name="connsiteX18" fmla="*/ 4862378 w 7359518"/>
              <a:gd name="connsiteY18" fmla="*/ 1455141 h 4255489"/>
              <a:gd name="connsiteX19" fmla="*/ 5757727 w 7359518"/>
              <a:gd name="connsiteY19" fmla="*/ 597891 h 4255489"/>
              <a:gd name="connsiteX20" fmla="*/ 4043227 w 7359518"/>
              <a:gd name="connsiteY20" fmla="*/ 2560041 h 4255489"/>
              <a:gd name="connsiteX21" fmla="*/ 4805227 w 7359518"/>
              <a:gd name="connsiteY21" fmla="*/ 2502891 h 4255489"/>
              <a:gd name="connsiteX22" fmla="*/ 5452927 w 7359518"/>
              <a:gd name="connsiteY22" fmla="*/ 2121891 h 4255489"/>
              <a:gd name="connsiteX23" fmla="*/ 5833927 w 7359518"/>
              <a:gd name="connsiteY23" fmla="*/ 2655291 h 4255489"/>
              <a:gd name="connsiteX24" fmla="*/ 6538776 w 7359518"/>
              <a:gd name="connsiteY24" fmla="*/ 1131291 h 4255489"/>
              <a:gd name="connsiteX25" fmla="*/ 6253026 w 7359518"/>
              <a:gd name="connsiteY25" fmla="*/ 2617191 h 4255489"/>
              <a:gd name="connsiteX26" fmla="*/ 7357926 w 7359518"/>
              <a:gd name="connsiteY26" fmla="*/ 2140941 h 4255489"/>
              <a:gd name="connsiteX27" fmla="*/ 6757851 w 7359518"/>
              <a:gd name="connsiteY27" fmla="*/ 2826741 h 4255489"/>
              <a:gd name="connsiteX28" fmla="*/ 5757726 w 7359518"/>
              <a:gd name="connsiteY28" fmla="*/ 3169641 h 4255489"/>
              <a:gd name="connsiteX29" fmla="*/ 6367326 w 7359518"/>
              <a:gd name="connsiteY29" fmla="*/ 3322041 h 4255489"/>
              <a:gd name="connsiteX30" fmla="*/ 6853101 w 7359518"/>
              <a:gd name="connsiteY30" fmla="*/ 3074391 h 4255489"/>
              <a:gd name="connsiteX31" fmla="*/ 6062526 w 7359518"/>
              <a:gd name="connsiteY31" fmla="*/ 3703041 h 4255489"/>
              <a:gd name="connsiteX32" fmla="*/ 4690927 w 7359518"/>
              <a:gd name="connsiteY32" fmla="*/ 3226789 h 4255489"/>
              <a:gd name="connsiteX33" fmla="*/ 3700327 w 7359518"/>
              <a:gd name="connsiteY33" fmla="*/ 4255489 h 4255489"/>
              <a:gd name="connsiteX34" fmla="*/ 2747827 w 7359518"/>
              <a:gd name="connsiteY34" fmla="*/ 3550639 h 4255489"/>
              <a:gd name="connsiteX35" fmla="*/ 919027 w 7359518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05352 w 7408160"/>
              <a:gd name="connsiteY23" fmla="*/ 26171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05352 w 7408160"/>
              <a:gd name="connsiteY23" fmla="*/ 26171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58861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58861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548051 w 7408160"/>
              <a:gd name="connsiteY20" fmla="*/ 1950441 h 4255489"/>
              <a:gd name="connsiteX21" fmla="*/ 4100377 w 7408160"/>
              <a:gd name="connsiteY21" fmla="*/ 2560041 h 4255489"/>
              <a:gd name="connsiteX22" fmla="*/ 4805227 w 7408160"/>
              <a:gd name="connsiteY22" fmla="*/ 2502891 h 4255489"/>
              <a:gd name="connsiteX23" fmla="*/ 5433877 w 7408160"/>
              <a:gd name="connsiteY23" fmla="*/ 2188566 h 4255489"/>
              <a:gd name="connsiteX24" fmla="*/ 5824402 w 7408160"/>
              <a:gd name="connsiteY24" fmla="*/ 2645766 h 4255489"/>
              <a:gd name="connsiteX25" fmla="*/ 6367326 w 7408160"/>
              <a:gd name="connsiteY25" fmla="*/ 1474191 h 4255489"/>
              <a:gd name="connsiteX26" fmla="*/ 6538776 w 7408160"/>
              <a:gd name="connsiteY26" fmla="*/ 1131291 h 4255489"/>
              <a:gd name="connsiteX27" fmla="*/ 6253026 w 7408160"/>
              <a:gd name="connsiteY27" fmla="*/ 2617191 h 4255489"/>
              <a:gd name="connsiteX28" fmla="*/ 7357926 w 7408160"/>
              <a:gd name="connsiteY28" fmla="*/ 2140941 h 4255489"/>
              <a:gd name="connsiteX29" fmla="*/ 6757851 w 7408160"/>
              <a:gd name="connsiteY29" fmla="*/ 2826741 h 4255489"/>
              <a:gd name="connsiteX30" fmla="*/ 5757726 w 7408160"/>
              <a:gd name="connsiteY30" fmla="*/ 3169641 h 4255489"/>
              <a:gd name="connsiteX31" fmla="*/ 6367326 w 7408160"/>
              <a:gd name="connsiteY31" fmla="*/ 3322041 h 4255489"/>
              <a:gd name="connsiteX32" fmla="*/ 6853101 w 7408160"/>
              <a:gd name="connsiteY32" fmla="*/ 3074391 h 4255489"/>
              <a:gd name="connsiteX33" fmla="*/ 6062526 w 7408160"/>
              <a:gd name="connsiteY33" fmla="*/ 3703041 h 4255489"/>
              <a:gd name="connsiteX34" fmla="*/ 4690927 w 7408160"/>
              <a:gd name="connsiteY34" fmla="*/ 3226789 h 4255489"/>
              <a:gd name="connsiteX35" fmla="*/ 3700327 w 7408160"/>
              <a:gd name="connsiteY35" fmla="*/ 4255489 h 4255489"/>
              <a:gd name="connsiteX36" fmla="*/ 2747827 w 7408160"/>
              <a:gd name="connsiteY36" fmla="*/ 3550639 h 4255489"/>
              <a:gd name="connsiteX37" fmla="*/ 919027 w 7408160"/>
              <a:gd name="connsiteY37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07516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07516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370861 h 4209061"/>
              <a:gd name="connsiteX1" fmla="*/ 2042977 w 7408160"/>
              <a:gd name="connsiteY1" fmla="*/ 3332761 h 4209061"/>
              <a:gd name="connsiteX2" fmla="*/ 4627 w 7408160"/>
              <a:gd name="connsiteY2" fmla="*/ 913411 h 4209061"/>
              <a:gd name="connsiteX3" fmla="*/ 576128 w 7408160"/>
              <a:gd name="connsiteY3" fmla="*/ 1904011 h 4209061"/>
              <a:gd name="connsiteX4" fmla="*/ 1109528 w 7408160"/>
              <a:gd name="connsiteY4" fmla="*/ 1084861 h 4209061"/>
              <a:gd name="connsiteX5" fmla="*/ 1871528 w 7408160"/>
              <a:gd name="connsiteY5" fmla="*/ 2627911 h 4209061"/>
              <a:gd name="connsiteX6" fmla="*/ 1833428 w 7408160"/>
              <a:gd name="connsiteY6" fmla="*/ 1446811 h 4209061"/>
              <a:gd name="connsiteX7" fmla="*/ 2271578 w 7408160"/>
              <a:gd name="connsiteY7" fmla="*/ 2037361 h 4209061"/>
              <a:gd name="connsiteX8" fmla="*/ 2385878 w 7408160"/>
              <a:gd name="connsiteY8" fmla="*/ 2837461 h 4209061"/>
              <a:gd name="connsiteX9" fmla="*/ 3262178 w 7408160"/>
              <a:gd name="connsiteY9" fmla="*/ 3047011 h 4209061"/>
              <a:gd name="connsiteX10" fmla="*/ 3109778 w 7408160"/>
              <a:gd name="connsiteY10" fmla="*/ 1904011 h 4209061"/>
              <a:gd name="connsiteX11" fmla="*/ 2500178 w 7408160"/>
              <a:gd name="connsiteY11" fmla="*/ 513361 h 4209061"/>
              <a:gd name="connsiteX12" fmla="*/ 3071678 w 7408160"/>
              <a:gd name="connsiteY12" fmla="*/ 1484912 h 4209061"/>
              <a:gd name="connsiteX13" fmla="*/ 3738428 w 7408160"/>
              <a:gd name="connsiteY13" fmla="*/ 2037362 h 4209061"/>
              <a:gd name="connsiteX14" fmla="*/ 4443278 w 7408160"/>
              <a:gd name="connsiteY14" fmla="*/ 1332512 h 4209061"/>
              <a:gd name="connsiteX15" fmla="*/ 3357428 w 7408160"/>
              <a:gd name="connsiteY15" fmla="*/ 399062 h 4209061"/>
              <a:gd name="connsiteX16" fmla="*/ 4424228 w 7408160"/>
              <a:gd name="connsiteY16" fmla="*/ 703862 h 4209061"/>
              <a:gd name="connsiteX17" fmla="*/ 4595678 w 7408160"/>
              <a:gd name="connsiteY17" fmla="*/ 18062 h 4209061"/>
              <a:gd name="connsiteX18" fmla="*/ 4862378 w 7408160"/>
              <a:gd name="connsiteY18" fmla="*/ 1361088 h 4209061"/>
              <a:gd name="connsiteX19" fmla="*/ 5433876 w 7408160"/>
              <a:gd name="connsiteY19" fmla="*/ 1132488 h 4209061"/>
              <a:gd name="connsiteX20" fmla="*/ 5757727 w 7408160"/>
              <a:gd name="connsiteY20" fmla="*/ 551463 h 4209061"/>
              <a:gd name="connsiteX21" fmla="*/ 5672001 w 7408160"/>
              <a:gd name="connsiteY21" fmla="*/ 1475388 h 4209061"/>
              <a:gd name="connsiteX22" fmla="*/ 4548051 w 7408160"/>
              <a:gd name="connsiteY22" fmla="*/ 1904013 h 4209061"/>
              <a:gd name="connsiteX23" fmla="*/ 4100377 w 7408160"/>
              <a:gd name="connsiteY23" fmla="*/ 2513613 h 4209061"/>
              <a:gd name="connsiteX24" fmla="*/ 4805227 w 7408160"/>
              <a:gd name="connsiteY24" fmla="*/ 2456463 h 4209061"/>
              <a:gd name="connsiteX25" fmla="*/ 5433877 w 7408160"/>
              <a:gd name="connsiteY25" fmla="*/ 2142138 h 4209061"/>
              <a:gd name="connsiteX26" fmla="*/ 5824402 w 7408160"/>
              <a:gd name="connsiteY26" fmla="*/ 2599338 h 4209061"/>
              <a:gd name="connsiteX27" fmla="*/ 6367326 w 7408160"/>
              <a:gd name="connsiteY27" fmla="*/ 1427763 h 4209061"/>
              <a:gd name="connsiteX28" fmla="*/ 6538776 w 7408160"/>
              <a:gd name="connsiteY28" fmla="*/ 1084863 h 4209061"/>
              <a:gd name="connsiteX29" fmla="*/ 6253026 w 7408160"/>
              <a:gd name="connsiteY29" fmla="*/ 2570763 h 4209061"/>
              <a:gd name="connsiteX30" fmla="*/ 7357926 w 7408160"/>
              <a:gd name="connsiteY30" fmla="*/ 2094513 h 4209061"/>
              <a:gd name="connsiteX31" fmla="*/ 6757851 w 7408160"/>
              <a:gd name="connsiteY31" fmla="*/ 2780313 h 4209061"/>
              <a:gd name="connsiteX32" fmla="*/ 5757726 w 7408160"/>
              <a:gd name="connsiteY32" fmla="*/ 3123213 h 4209061"/>
              <a:gd name="connsiteX33" fmla="*/ 6367326 w 7408160"/>
              <a:gd name="connsiteY33" fmla="*/ 3275613 h 4209061"/>
              <a:gd name="connsiteX34" fmla="*/ 6853101 w 7408160"/>
              <a:gd name="connsiteY34" fmla="*/ 3027963 h 4209061"/>
              <a:gd name="connsiteX35" fmla="*/ 6062526 w 7408160"/>
              <a:gd name="connsiteY35" fmla="*/ 3656613 h 4209061"/>
              <a:gd name="connsiteX36" fmla="*/ 4690927 w 7408160"/>
              <a:gd name="connsiteY36" fmla="*/ 3180361 h 4209061"/>
              <a:gd name="connsiteX37" fmla="*/ 3700327 w 7408160"/>
              <a:gd name="connsiteY37" fmla="*/ 4209061 h 4209061"/>
              <a:gd name="connsiteX38" fmla="*/ 2747827 w 7408160"/>
              <a:gd name="connsiteY38" fmla="*/ 3504211 h 4209061"/>
              <a:gd name="connsiteX39" fmla="*/ 919027 w 7408160"/>
              <a:gd name="connsiteY39" fmla="*/ 3370861 h 4209061"/>
              <a:gd name="connsiteX0" fmla="*/ 919027 w 7408160"/>
              <a:gd name="connsiteY0" fmla="*/ 3370861 h 4209061"/>
              <a:gd name="connsiteX1" fmla="*/ 2042977 w 7408160"/>
              <a:gd name="connsiteY1" fmla="*/ 3332761 h 4209061"/>
              <a:gd name="connsiteX2" fmla="*/ 4627 w 7408160"/>
              <a:gd name="connsiteY2" fmla="*/ 913411 h 4209061"/>
              <a:gd name="connsiteX3" fmla="*/ 576128 w 7408160"/>
              <a:gd name="connsiteY3" fmla="*/ 1904011 h 4209061"/>
              <a:gd name="connsiteX4" fmla="*/ 1109528 w 7408160"/>
              <a:gd name="connsiteY4" fmla="*/ 1084861 h 4209061"/>
              <a:gd name="connsiteX5" fmla="*/ 1871528 w 7408160"/>
              <a:gd name="connsiteY5" fmla="*/ 2627911 h 4209061"/>
              <a:gd name="connsiteX6" fmla="*/ 1833428 w 7408160"/>
              <a:gd name="connsiteY6" fmla="*/ 1446811 h 4209061"/>
              <a:gd name="connsiteX7" fmla="*/ 2271578 w 7408160"/>
              <a:gd name="connsiteY7" fmla="*/ 2037361 h 4209061"/>
              <a:gd name="connsiteX8" fmla="*/ 2385878 w 7408160"/>
              <a:gd name="connsiteY8" fmla="*/ 2837461 h 4209061"/>
              <a:gd name="connsiteX9" fmla="*/ 3262178 w 7408160"/>
              <a:gd name="connsiteY9" fmla="*/ 3047011 h 4209061"/>
              <a:gd name="connsiteX10" fmla="*/ 3109778 w 7408160"/>
              <a:gd name="connsiteY10" fmla="*/ 1904011 h 4209061"/>
              <a:gd name="connsiteX11" fmla="*/ 2500178 w 7408160"/>
              <a:gd name="connsiteY11" fmla="*/ 513361 h 4209061"/>
              <a:gd name="connsiteX12" fmla="*/ 3071678 w 7408160"/>
              <a:gd name="connsiteY12" fmla="*/ 1484912 h 4209061"/>
              <a:gd name="connsiteX13" fmla="*/ 3738428 w 7408160"/>
              <a:gd name="connsiteY13" fmla="*/ 2037362 h 4209061"/>
              <a:gd name="connsiteX14" fmla="*/ 4443278 w 7408160"/>
              <a:gd name="connsiteY14" fmla="*/ 1332512 h 4209061"/>
              <a:gd name="connsiteX15" fmla="*/ 3357428 w 7408160"/>
              <a:gd name="connsiteY15" fmla="*/ 399062 h 4209061"/>
              <a:gd name="connsiteX16" fmla="*/ 4424228 w 7408160"/>
              <a:gd name="connsiteY16" fmla="*/ 703862 h 4209061"/>
              <a:gd name="connsiteX17" fmla="*/ 4595678 w 7408160"/>
              <a:gd name="connsiteY17" fmla="*/ 18062 h 4209061"/>
              <a:gd name="connsiteX18" fmla="*/ 4862378 w 7408160"/>
              <a:gd name="connsiteY18" fmla="*/ 1361088 h 4209061"/>
              <a:gd name="connsiteX19" fmla="*/ 5433876 w 7408160"/>
              <a:gd name="connsiteY19" fmla="*/ 1132488 h 4209061"/>
              <a:gd name="connsiteX20" fmla="*/ 5757727 w 7408160"/>
              <a:gd name="connsiteY20" fmla="*/ 551463 h 4209061"/>
              <a:gd name="connsiteX21" fmla="*/ 5672001 w 7408160"/>
              <a:gd name="connsiteY21" fmla="*/ 1475388 h 4209061"/>
              <a:gd name="connsiteX22" fmla="*/ 4548051 w 7408160"/>
              <a:gd name="connsiteY22" fmla="*/ 1904013 h 4209061"/>
              <a:gd name="connsiteX23" fmla="*/ 4100377 w 7408160"/>
              <a:gd name="connsiteY23" fmla="*/ 2513613 h 4209061"/>
              <a:gd name="connsiteX24" fmla="*/ 4805227 w 7408160"/>
              <a:gd name="connsiteY24" fmla="*/ 2456463 h 4209061"/>
              <a:gd name="connsiteX25" fmla="*/ 5433877 w 7408160"/>
              <a:gd name="connsiteY25" fmla="*/ 2142138 h 4209061"/>
              <a:gd name="connsiteX26" fmla="*/ 5824402 w 7408160"/>
              <a:gd name="connsiteY26" fmla="*/ 2599338 h 4209061"/>
              <a:gd name="connsiteX27" fmla="*/ 6367326 w 7408160"/>
              <a:gd name="connsiteY27" fmla="*/ 1427763 h 4209061"/>
              <a:gd name="connsiteX28" fmla="*/ 6538776 w 7408160"/>
              <a:gd name="connsiteY28" fmla="*/ 1084863 h 4209061"/>
              <a:gd name="connsiteX29" fmla="*/ 6253026 w 7408160"/>
              <a:gd name="connsiteY29" fmla="*/ 2570763 h 4209061"/>
              <a:gd name="connsiteX30" fmla="*/ 7357926 w 7408160"/>
              <a:gd name="connsiteY30" fmla="*/ 2094513 h 4209061"/>
              <a:gd name="connsiteX31" fmla="*/ 6757851 w 7408160"/>
              <a:gd name="connsiteY31" fmla="*/ 2780313 h 4209061"/>
              <a:gd name="connsiteX32" fmla="*/ 5757726 w 7408160"/>
              <a:gd name="connsiteY32" fmla="*/ 3123213 h 4209061"/>
              <a:gd name="connsiteX33" fmla="*/ 6367326 w 7408160"/>
              <a:gd name="connsiteY33" fmla="*/ 3275613 h 4209061"/>
              <a:gd name="connsiteX34" fmla="*/ 6853101 w 7408160"/>
              <a:gd name="connsiteY34" fmla="*/ 3027963 h 4209061"/>
              <a:gd name="connsiteX35" fmla="*/ 6062526 w 7408160"/>
              <a:gd name="connsiteY35" fmla="*/ 3656613 h 4209061"/>
              <a:gd name="connsiteX36" fmla="*/ 4690927 w 7408160"/>
              <a:gd name="connsiteY36" fmla="*/ 3180361 h 4209061"/>
              <a:gd name="connsiteX37" fmla="*/ 3700327 w 7408160"/>
              <a:gd name="connsiteY37" fmla="*/ 4209061 h 4209061"/>
              <a:gd name="connsiteX38" fmla="*/ 2747827 w 7408160"/>
              <a:gd name="connsiteY38" fmla="*/ 3504211 h 4209061"/>
              <a:gd name="connsiteX39" fmla="*/ 919027 w 7408160"/>
              <a:gd name="connsiteY39" fmla="*/ 3370861 h 4209061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8572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8572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1064362 w 7553495"/>
              <a:gd name="connsiteY0" fmla="*/ 3360795 h 4208519"/>
              <a:gd name="connsiteX1" fmla="*/ 2188312 w 7553495"/>
              <a:gd name="connsiteY1" fmla="*/ 3322695 h 4208519"/>
              <a:gd name="connsiteX2" fmla="*/ 149962 w 7553495"/>
              <a:gd name="connsiteY2" fmla="*/ 903345 h 4208519"/>
              <a:gd name="connsiteX3" fmla="*/ 721463 w 7553495"/>
              <a:gd name="connsiteY3" fmla="*/ 1893945 h 4208519"/>
              <a:gd name="connsiteX4" fmla="*/ 1254863 w 7553495"/>
              <a:gd name="connsiteY4" fmla="*/ 1074795 h 4208519"/>
              <a:gd name="connsiteX5" fmla="*/ 1273911 w 7553495"/>
              <a:gd name="connsiteY5" fmla="*/ 1951097 h 4208519"/>
              <a:gd name="connsiteX6" fmla="*/ 2016863 w 7553495"/>
              <a:gd name="connsiteY6" fmla="*/ 2617845 h 4208519"/>
              <a:gd name="connsiteX7" fmla="*/ 1978763 w 7553495"/>
              <a:gd name="connsiteY7" fmla="*/ 1436745 h 4208519"/>
              <a:gd name="connsiteX8" fmla="*/ 2416913 w 7553495"/>
              <a:gd name="connsiteY8" fmla="*/ 2027295 h 4208519"/>
              <a:gd name="connsiteX9" fmla="*/ 2531213 w 7553495"/>
              <a:gd name="connsiteY9" fmla="*/ 2827395 h 4208519"/>
              <a:gd name="connsiteX10" fmla="*/ 3407513 w 7553495"/>
              <a:gd name="connsiteY10" fmla="*/ 3036945 h 4208519"/>
              <a:gd name="connsiteX11" fmla="*/ 3255113 w 7553495"/>
              <a:gd name="connsiteY11" fmla="*/ 1893945 h 4208519"/>
              <a:gd name="connsiteX12" fmla="*/ 2645513 w 7553495"/>
              <a:gd name="connsiteY12" fmla="*/ 503295 h 4208519"/>
              <a:gd name="connsiteX13" fmla="*/ 3217013 w 7553495"/>
              <a:gd name="connsiteY13" fmla="*/ 1474846 h 4208519"/>
              <a:gd name="connsiteX14" fmla="*/ 3883763 w 7553495"/>
              <a:gd name="connsiteY14" fmla="*/ 2027296 h 4208519"/>
              <a:gd name="connsiteX15" fmla="*/ 4588613 w 7553495"/>
              <a:gd name="connsiteY15" fmla="*/ 1322446 h 4208519"/>
              <a:gd name="connsiteX16" fmla="*/ 3836136 w 7553495"/>
              <a:gd name="connsiteY16" fmla="*/ 950972 h 4208519"/>
              <a:gd name="connsiteX17" fmla="*/ 3502763 w 7553495"/>
              <a:gd name="connsiteY17" fmla="*/ 388996 h 4208519"/>
              <a:gd name="connsiteX18" fmla="*/ 4569563 w 7553495"/>
              <a:gd name="connsiteY18" fmla="*/ 693796 h 4208519"/>
              <a:gd name="connsiteX19" fmla="*/ 4741013 w 7553495"/>
              <a:gd name="connsiteY19" fmla="*/ 7996 h 4208519"/>
              <a:gd name="connsiteX20" fmla="*/ 5007713 w 7553495"/>
              <a:gd name="connsiteY20" fmla="*/ 1351022 h 4208519"/>
              <a:gd name="connsiteX21" fmla="*/ 5579211 w 7553495"/>
              <a:gd name="connsiteY21" fmla="*/ 1122422 h 4208519"/>
              <a:gd name="connsiteX22" fmla="*/ 5903062 w 7553495"/>
              <a:gd name="connsiteY22" fmla="*/ 541397 h 4208519"/>
              <a:gd name="connsiteX23" fmla="*/ 5817336 w 7553495"/>
              <a:gd name="connsiteY23" fmla="*/ 1465322 h 4208519"/>
              <a:gd name="connsiteX24" fmla="*/ 4693386 w 7553495"/>
              <a:gd name="connsiteY24" fmla="*/ 1893947 h 4208519"/>
              <a:gd name="connsiteX25" fmla="*/ 4245712 w 7553495"/>
              <a:gd name="connsiteY25" fmla="*/ 2503547 h 4208519"/>
              <a:gd name="connsiteX26" fmla="*/ 4950562 w 7553495"/>
              <a:gd name="connsiteY26" fmla="*/ 2446397 h 4208519"/>
              <a:gd name="connsiteX27" fmla="*/ 5579212 w 7553495"/>
              <a:gd name="connsiteY27" fmla="*/ 2132072 h 4208519"/>
              <a:gd name="connsiteX28" fmla="*/ 5969737 w 7553495"/>
              <a:gd name="connsiteY28" fmla="*/ 2589272 h 4208519"/>
              <a:gd name="connsiteX29" fmla="*/ 6512661 w 7553495"/>
              <a:gd name="connsiteY29" fmla="*/ 1417697 h 4208519"/>
              <a:gd name="connsiteX30" fmla="*/ 6684111 w 7553495"/>
              <a:gd name="connsiteY30" fmla="*/ 1074797 h 4208519"/>
              <a:gd name="connsiteX31" fmla="*/ 6398361 w 7553495"/>
              <a:gd name="connsiteY31" fmla="*/ 2560697 h 4208519"/>
              <a:gd name="connsiteX32" fmla="*/ 7503261 w 7553495"/>
              <a:gd name="connsiteY32" fmla="*/ 2084447 h 4208519"/>
              <a:gd name="connsiteX33" fmla="*/ 6903186 w 7553495"/>
              <a:gd name="connsiteY33" fmla="*/ 2770247 h 4208519"/>
              <a:gd name="connsiteX34" fmla="*/ 5903061 w 7553495"/>
              <a:gd name="connsiteY34" fmla="*/ 3113147 h 4208519"/>
              <a:gd name="connsiteX35" fmla="*/ 6512661 w 7553495"/>
              <a:gd name="connsiteY35" fmla="*/ 3265547 h 4208519"/>
              <a:gd name="connsiteX36" fmla="*/ 6998436 w 7553495"/>
              <a:gd name="connsiteY36" fmla="*/ 3017897 h 4208519"/>
              <a:gd name="connsiteX37" fmla="*/ 6207861 w 7553495"/>
              <a:gd name="connsiteY37" fmla="*/ 3646547 h 4208519"/>
              <a:gd name="connsiteX38" fmla="*/ 4836262 w 7553495"/>
              <a:gd name="connsiteY38" fmla="*/ 3170295 h 4208519"/>
              <a:gd name="connsiteX39" fmla="*/ 3845662 w 7553495"/>
              <a:gd name="connsiteY39" fmla="*/ 4198995 h 4208519"/>
              <a:gd name="connsiteX40" fmla="*/ 2893162 w 7553495"/>
              <a:gd name="connsiteY40" fmla="*/ 3494145 h 4208519"/>
              <a:gd name="connsiteX41" fmla="*/ 1064362 w 7553495"/>
              <a:gd name="connsiteY41" fmla="*/ 3360795 h 4208519"/>
              <a:gd name="connsiteX0" fmla="*/ 914757 w 7403890"/>
              <a:gd name="connsiteY0" fmla="*/ 3360795 h 4208519"/>
              <a:gd name="connsiteX1" fmla="*/ 2038707 w 7403890"/>
              <a:gd name="connsiteY1" fmla="*/ 3322695 h 4208519"/>
              <a:gd name="connsiteX2" fmla="*/ 743307 w 7403890"/>
              <a:gd name="connsiteY2" fmla="*/ 2398772 h 4208519"/>
              <a:gd name="connsiteX3" fmla="*/ 357 w 7403890"/>
              <a:gd name="connsiteY3" fmla="*/ 903345 h 4208519"/>
              <a:gd name="connsiteX4" fmla="*/ 571858 w 7403890"/>
              <a:gd name="connsiteY4" fmla="*/ 1893945 h 4208519"/>
              <a:gd name="connsiteX5" fmla="*/ 1105258 w 7403890"/>
              <a:gd name="connsiteY5" fmla="*/ 1074795 h 4208519"/>
              <a:gd name="connsiteX6" fmla="*/ 1124306 w 7403890"/>
              <a:gd name="connsiteY6" fmla="*/ 1951097 h 4208519"/>
              <a:gd name="connsiteX7" fmla="*/ 1867258 w 7403890"/>
              <a:gd name="connsiteY7" fmla="*/ 2617845 h 4208519"/>
              <a:gd name="connsiteX8" fmla="*/ 1829158 w 7403890"/>
              <a:gd name="connsiteY8" fmla="*/ 1436745 h 4208519"/>
              <a:gd name="connsiteX9" fmla="*/ 2267308 w 7403890"/>
              <a:gd name="connsiteY9" fmla="*/ 2027295 h 4208519"/>
              <a:gd name="connsiteX10" fmla="*/ 2381608 w 7403890"/>
              <a:gd name="connsiteY10" fmla="*/ 2827395 h 4208519"/>
              <a:gd name="connsiteX11" fmla="*/ 3257908 w 7403890"/>
              <a:gd name="connsiteY11" fmla="*/ 3036945 h 4208519"/>
              <a:gd name="connsiteX12" fmla="*/ 3105508 w 7403890"/>
              <a:gd name="connsiteY12" fmla="*/ 1893945 h 4208519"/>
              <a:gd name="connsiteX13" fmla="*/ 2495908 w 7403890"/>
              <a:gd name="connsiteY13" fmla="*/ 503295 h 4208519"/>
              <a:gd name="connsiteX14" fmla="*/ 3067408 w 7403890"/>
              <a:gd name="connsiteY14" fmla="*/ 1474846 h 4208519"/>
              <a:gd name="connsiteX15" fmla="*/ 3734158 w 7403890"/>
              <a:gd name="connsiteY15" fmla="*/ 2027296 h 4208519"/>
              <a:gd name="connsiteX16" fmla="*/ 4439008 w 7403890"/>
              <a:gd name="connsiteY16" fmla="*/ 1322446 h 4208519"/>
              <a:gd name="connsiteX17" fmla="*/ 3686531 w 7403890"/>
              <a:gd name="connsiteY17" fmla="*/ 950972 h 4208519"/>
              <a:gd name="connsiteX18" fmla="*/ 3353158 w 7403890"/>
              <a:gd name="connsiteY18" fmla="*/ 388996 h 4208519"/>
              <a:gd name="connsiteX19" fmla="*/ 4419958 w 7403890"/>
              <a:gd name="connsiteY19" fmla="*/ 693796 h 4208519"/>
              <a:gd name="connsiteX20" fmla="*/ 4591408 w 7403890"/>
              <a:gd name="connsiteY20" fmla="*/ 7996 h 4208519"/>
              <a:gd name="connsiteX21" fmla="*/ 4858108 w 7403890"/>
              <a:gd name="connsiteY21" fmla="*/ 1351022 h 4208519"/>
              <a:gd name="connsiteX22" fmla="*/ 5429606 w 7403890"/>
              <a:gd name="connsiteY22" fmla="*/ 1122422 h 4208519"/>
              <a:gd name="connsiteX23" fmla="*/ 5753457 w 7403890"/>
              <a:gd name="connsiteY23" fmla="*/ 541397 h 4208519"/>
              <a:gd name="connsiteX24" fmla="*/ 5667731 w 7403890"/>
              <a:gd name="connsiteY24" fmla="*/ 1465322 h 4208519"/>
              <a:gd name="connsiteX25" fmla="*/ 4543781 w 7403890"/>
              <a:gd name="connsiteY25" fmla="*/ 1893947 h 4208519"/>
              <a:gd name="connsiteX26" fmla="*/ 4096107 w 7403890"/>
              <a:gd name="connsiteY26" fmla="*/ 2503547 h 4208519"/>
              <a:gd name="connsiteX27" fmla="*/ 4800957 w 7403890"/>
              <a:gd name="connsiteY27" fmla="*/ 2446397 h 4208519"/>
              <a:gd name="connsiteX28" fmla="*/ 5429607 w 7403890"/>
              <a:gd name="connsiteY28" fmla="*/ 2132072 h 4208519"/>
              <a:gd name="connsiteX29" fmla="*/ 5820132 w 7403890"/>
              <a:gd name="connsiteY29" fmla="*/ 2589272 h 4208519"/>
              <a:gd name="connsiteX30" fmla="*/ 6363056 w 7403890"/>
              <a:gd name="connsiteY30" fmla="*/ 1417697 h 4208519"/>
              <a:gd name="connsiteX31" fmla="*/ 6534506 w 7403890"/>
              <a:gd name="connsiteY31" fmla="*/ 1074797 h 4208519"/>
              <a:gd name="connsiteX32" fmla="*/ 6248756 w 7403890"/>
              <a:gd name="connsiteY32" fmla="*/ 2560697 h 4208519"/>
              <a:gd name="connsiteX33" fmla="*/ 7353656 w 7403890"/>
              <a:gd name="connsiteY33" fmla="*/ 2084447 h 4208519"/>
              <a:gd name="connsiteX34" fmla="*/ 6753581 w 7403890"/>
              <a:gd name="connsiteY34" fmla="*/ 2770247 h 4208519"/>
              <a:gd name="connsiteX35" fmla="*/ 5753456 w 7403890"/>
              <a:gd name="connsiteY35" fmla="*/ 3113147 h 4208519"/>
              <a:gd name="connsiteX36" fmla="*/ 6363056 w 7403890"/>
              <a:gd name="connsiteY36" fmla="*/ 3265547 h 4208519"/>
              <a:gd name="connsiteX37" fmla="*/ 6848831 w 7403890"/>
              <a:gd name="connsiteY37" fmla="*/ 3017897 h 4208519"/>
              <a:gd name="connsiteX38" fmla="*/ 6058256 w 7403890"/>
              <a:gd name="connsiteY38" fmla="*/ 3646547 h 4208519"/>
              <a:gd name="connsiteX39" fmla="*/ 4686657 w 7403890"/>
              <a:gd name="connsiteY39" fmla="*/ 3170295 h 4208519"/>
              <a:gd name="connsiteX40" fmla="*/ 3696057 w 7403890"/>
              <a:gd name="connsiteY40" fmla="*/ 4198995 h 4208519"/>
              <a:gd name="connsiteX41" fmla="*/ 2743557 w 7403890"/>
              <a:gd name="connsiteY41" fmla="*/ 3494145 h 4208519"/>
              <a:gd name="connsiteX42" fmla="*/ 914757 w 7403890"/>
              <a:gd name="connsiteY42" fmla="*/ 3360795 h 4208519"/>
              <a:gd name="connsiteX0" fmla="*/ 1049251 w 7538384"/>
              <a:gd name="connsiteY0" fmla="*/ 3360795 h 4208519"/>
              <a:gd name="connsiteX1" fmla="*/ 2173201 w 7538384"/>
              <a:gd name="connsiteY1" fmla="*/ 3322695 h 4208519"/>
              <a:gd name="connsiteX2" fmla="*/ 877801 w 7538384"/>
              <a:gd name="connsiteY2" fmla="*/ 2398772 h 4208519"/>
              <a:gd name="connsiteX3" fmla="*/ 134851 w 7538384"/>
              <a:gd name="connsiteY3" fmla="*/ 903345 h 4208519"/>
              <a:gd name="connsiteX4" fmla="*/ 706352 w 7538384"/>
              <a:gd name="connsiteY4" fmla="*/ 1893945 h 4208519"/>
              <a:gd name="connsiteX5" fmla="*/ 1239752 w 7538384"/>
              <a:gd name="connsiteY5" fmla="*/ 1074795 h 4208519"/>
              <a:gd name="connsiteX6" fmla="*/ 1258800 w 7538384"/>
              <a:gd name="connsiteY6" fmla="*/ 1951097 h 4208519"/>
              <a:gd name="connsiteX7" fmla="*/ 2001752 w 7538384"/>
              <a:gd name="connsiteY7" fmla="*/ 2617845 h 4208519"/>
              <a:gd name="connsiteX8" fmla="*/ 1963652 w 7538384"/>
              <a:gd name="connsiteY8" fmla="*/ 1436745 h 4208519"/>
              <a:gd name="connsiteX9" fmla="*/ 2401802 w 7538384"/>
              <a:gd name="connsiteY9" fmla="*/ 2027295 h 4208519"/>
              <a:gd name="connsiteX10" fmla="*/ 2516102 w 7538384"/>
              <a:gd name="connsiteY10" fmla="*/ 2827395 h 4208519"/>
              <a:gd name="connsiteX11" fmla="*/ 3392402 w 7538384"/>
              <a:gd name="connsiteY11" fmla="*/ 3036945 h 4208519"/>
              <a:gd name="connsiteX12" fmla="*/ 3240002 w 7538384"/>
              <a:gd name="connsiteY12" fmla="*/ 1893945 h 4208519"/>
              <a:gd name="connsiteX13" fmla="*/ 2630402 w 7538384"/>
              <a:gd name="connsiteY13" fmla="*/ 503295 h 4208519"/>
              <a:gd name="connsiteX14" fmla="*/ 3201902 w 7538384"/>
              <a:gd name="connsiteY14" fmla="*/ 1474846 h 4208519"/>
              <a:gd name="connsiteX15" fmla="*/ 3868652 w 7538384"/>
              <a:gd name="connsiteY15" fmla="*/ 2027296 h 4208519"/>
              <a:gd name="connsiteX16" fmla="*/ 4573502 w 7538384"/>
              <a:gd name="connsiteY16" fmla="*/ 1322446 h 4208519"/>
              <a:gd name="connsiteX17" fmla="*/ 3821025 w 7538384"/>
              <a:gd name="connsiteY17" fmla="*/ 950972 h 4208519"/>
              <a:gd name="connsiteX18" fmla="*/ 3487652 w 7538384"/>
              <a:gd name="connsiteY18" fmla="*/ 388996 h 4208519"/>
              <a:gd name="connsiteX19" fmla="*/ 4554452 w 7538384"/>
              <a:gd name="connsiteY19" fmla="*/ 693796 h 4208519"/>
              <a:gd name="connsiteX20" fmla="*/ 4725902 w 7538384"/>
              <a:gd name="connsiteY20" fmla="*/ 7996 h 4208519"/>
              <a:gd name="connsiteX21" fmla="*/ 4992602 w 7538384"/>
              <a:gd name="connsiteY21" fmla="*/ 1351022 h 4208519"/>
              <a:gd name="connsiteX22" fmla="*/ 5564100 w 7538384"/>
              <a:gd name="connsiteY22" fmla="*/ 1122422 h 4208519"/>
              <a:gd name="connsiteX23" fmla="*/ 5887951 w 7538384"/>
              <a:gd name="connsiteY23" fmla="*/ 541397 h 4208519"/>
              <a:gd name="connsiteX24" fmla="*/ 5802225 w 7538384"/>
              <a:gd name="connsiteY24" fmla="*/ 1465322 h 4208519"/>
              <a:gd name="connsiteX25" fmla="*/ 4678275 w 7538384"/>
              <a:gd name="connsiteY25" fmla="*/ 1893947 h 4208519"/>
              <a:gd name="connsiteX26" fmla="*/ 4230601 w 7538384"/>
              <a:gd name="connsiteY26" fmla="*/ 2503547 h 4208519"/>
              <a:gd name="connsiteX27" fmla="*/ 4935451 w 7538384"/>
              <a:gd name="connsiteY27" fmla="*/ 2446397 h 4208519"/>
              <a:gd name="connsiteX28" fmla="*/ 5564101 w 7538384"/>
              <a:gd name="connsiteY28" fmla="*/ 2132072 h 4208519"/>
              <a:gd name="connsiteX29" fmla="*/ 5954626 w 7538384"/>
              <a:gd name="connsiteY29" fmla="*/ 2589272 h 4208519"/>
              <a:gd name="connsiteX30" fmla="*/ 6497550 w 7538384"/>
              <a:gd name="connsiteY30" fmla="*/ 1417697 h 4208519"/>
              <a:gd name="connsiteX31" fmla="*/ 6669000 w 7538384"/>
              <a:gd name="connsiteY31" fmla="*/ 1074797 h 4208519"/>
              <a:gd name="connsiteX32" fmla="*/ 6383250 w 7538384"/>
              <a:gd name="connsiteY32" fmla="*/ 2560697 h 4208519"/>
              <a:gd name="connsiteX33" fmla="*/ 7488150 w 7538384"/>
              <a:gd name="connsiteY33" fmla="*/ 2084447 h 4208519"/>
              <a:gd name="connsiteX34" fmla="*/ 6888075 w 7538384"/>
              <a:gd name="connsiteY34" fmla="*/ 2770247 h 4208519"/>
              <a:gd name="connsiteX35" fmla="*/ 5887950 w 7538384"/>
              <a:gd name="connsiteY35" fmla="*/ 3113147 h 4208519"/>
              <a:gd name="connsiteX36" fmla="*/ 6497550 w 7538384"/>
              <a:gd name="connsiteY36" fmla="*/ 3265547 h 4208519"/>
              <a:gd name="connsiteX37" fmla="*/ 6983325 w 7538384"/>
              <a:gd name="connsiteY37" fmla="*/ 3017897 h 4208519"/>
              <a:gd name="connsiteX38" fmla="*/ 6192750 w 7538384"/>
              <a:gd name="connsiteY38" fmla="*/ 3646547 h 4208519"/>
              <a:gd name="connsiteX39" fmla="*/ 4821151 w 7538384"/>
              <a:gd name="connsiteY39" fmla="*/ 3170295 h 4208519"/>
              <a:gd name="connsiteX40" fmla="*/ 3830551 w 7538384"/>
              <a:gd name="connsiteY40" fmla="*/ 4198995 h 4208519"/>
              <a:gd name="connsiteX41" fmla="*/ 2878051 w 7538384"/>
              <a:gd name="connsiteY41" fmla="*/ 3494145 h 4208519"/>
              <a:gd name="connsiteX42" fmla="*/ 1049251 w 7538384"/>
              <a:gd name="connsiteY42" fmla="*/ 3360795 h 4208519"/>
              <a:gd name="connsiteX0" fmla="*/ 1111160 w 7600293"/>
              <a:gd name="connsiteY0" fmla="*/ 3360795 h 4208519"/>
              <a:gd name="connsiteX1" fmla="*/ 2235110 w 7600293"/>
              <a:gd name="connsiteY1" fmla="*/ 3322695 h 4208519"/>
              <a:gd name="connsiteX2" fmla="*/ 939710 w 7600293"/>
              <a:gd name="connsiteY2" fmla="*/ 2398772 h 4208519"/>
              <a:gd name="connsiteX3" fmla="*/ 196760 w 7600293"/>
              <a:gd name="connsiteY3" fmla="*/ 903345 h 4208519"/>
              <a:gd name="connsiteX4" fmla="*/ 768261 w 7600293"/>
              <a:gd name="connsiteY4" fmla="*/ 1893945 h 4208519"/>
              <a:gd name="connsiteX5" fmla="*/ 1301661 w 7600293"/>
              <a:gd name="connsiteY5" fmla="*/ 1074795 h 4208519"/>
              <a:gd name="connsiteX6" fmla="*/ 1320709 w 7600293"/>
              <a:gd name="connsiteY6" fmla="*/ 1951097 h 4208519"/>
              <a:gd name="connsiteX7" fmla="*/ 2063661 w 7600293"/>
              <a:gd name="connsiteY7" fmla="*/ 2617845 h 4208519"/>
              <a:gd name="connsiteX8" fmla="*/ 2025561 w 7600293"/>
              <a:gd name="connsiteY8" fmla="*/ 1436745 h 4208519"/>
              <a:gd name="connsiteX9" fmla="*/ 2463711 w 7600293"/>
              <a:gd name="connsiteY9" fmla="*/ 2027295 h 4208519"/>
              <a:gd name="connsiteX10" fmla="*/ 2578011 w 7600293"/>
              <a:gd name="connsiteY10" fmla="*/ 2827395 h 4208519"/>
              <a:gd name="connsiteX11" fmla="*/ 3454311 w 7600293"/>
              <a:gd name="connsiteY11" fmla="*/ 3036945 h 4208519"/>
              <a:gd name="connsiteX12" fmla="*/ 3301911 w 7600293"/>
              <a:gd name="connsiteY12" fmla="*/ 1893945 h 4208519"/>
              <a:gd name="connsiteX13" fmla="*/ 2692311 w 7600293"/>
              <a:gd name="connsiteY13" fmla="*/ 503295 h 4208519"/>
              <a:gd name="connsiteX14" fmla="*/ 3263811 w 7600293"/>
              <a:gd name="connsiteY14" fmla="*/ 1474846 h 4208519"/>
              <a:gd name="connsiteX15" fmla="*/ 3930561 w 7600293"/>
              <a:gd name="connsiteY15" fmla="*/ 2027296 h 4208519"/>
              <a:gd name="connsiteX16" fmla="*/ 4635411 w 7600293"/>
              <a:gd name="connsiteY16" fmla="*/ 1322446 h 4208519"/>
              <a:gd name="connsiteX17" fmla="*/ 3882934 w 7600293"/>
              <a:gd name="connsiteY17" fmla="*/ 950972 h 4208519"/>
              <a:gd name="connsiteX18" fmla="*/ 3549561 w 7600293"/>
              <a:gd name="connsiteY18" fmla="*/ 388996 h 4208519"/>
              <a:gd name="connsiteX19" fmla="*/ 4616361 w 7600293"/>
              <a:gd name="connsiteY19" fmla="*/ 693796 h 4208519"/>
              <a:gd name="connsiteX20" fmla="*/ 4787811 w 7600293"/>
              <a:gd name="connsiteY20" fmla="*/ 7996 h 4208519"/>
              <a:gd name="connsiteX21" fmla="*/ 5054511 w 7600293"/>
              <a:gd name="connsiteY21" fmla="*/ 1351022 h 4208519"/>
              <a:gd name="connsiteX22" fmla="*/ 5626009 w 7600293"/>
              <a:gd name="connsiteY22" fmla="*/ 1122422 h 4208519"/>
              <a:gd name="connsiteX23" fmla="*/ 5949860 w 7600293"/>
              <a:gd name="connsiteY23" fmla="*/ 541397 h 4208519"/>
              <a:gd name="connsiteX24" fmla="*/ 5864134 w 7600293"/>
              <a:gd name="connsiteY24" fmla="*/ 1465322 h 4208519"/>
              <a:gd name="connsiteX25" fmla="*/ 4740184 w 7600293"/>
              <a:gd name="connsiteY25" fmla="*/ 1893947 h 4208519"/>
              <a:gd name="connsiteX26" fmla="*/ 4292510 w 7600293"/>
              <a:gd name="connsiteY26" fmla="*/ 2503547 h 4208519"/>
              <a:gd name="connsiteX27" fmla="*/ 4997360 w 7600293"/>
              <a:gd name="connsiteY27" fmla="*/ 2446397 h 4208519"/>
              <a:gd name="connsiteX28" fmla="*/ 5626010 w 7600293"/>
              <a:gd name="connsiteY28" fmla="*/ 2132072 h 4208519"/>
              <a:gd name="connsiteX29" fmla="*/ 6016535 w 7600293"/>
              <a:gd name="connsiteY29" fmla="*/ 2589272 h 4208519"/>
              <a:gd name="connsiteX30" fmla="*/ 6559459 w 7600293"/>
              <a:gd name="connsiteY30" fmla="*/ 1417697 h 4208519"/>
              <a:gd name="connsiteX31" fmla="*/ 6730909 w 7600293"/>
              <a:gd name="connsiteY31" fmla="*/ 1074797 h 4208519"/>
              <a:gd name="connsiteX32" fmla="*/ 6445159 w 7600293"/>
              <a:gd name="connsiteY32" fmla="*/ 2560697 h 4208519"/>
              <a:gd name="connsiteX33" fmla="*/ 7550059 w 7600293"/>
              <a:gd name="connsiteY33" fmla="*/ 2084447 h 4208519"/>
              <a:gd name="connsiteX34" fmla="*/ 6949984 w 7600293"/>
              <a:gd name="connsiteY34" fmla="*/ 2770247 h 4208519"/>
              <a:gd name="connsiteX35" fmla="*/ 5949859 w 7600293"/>
              <a:gd name="connsiteY35" fmla="*/ 3113147 h 4208519"/>
              <a:gd name="connsiteX36" fmla="*/ 6559459 w 7600293"/>
              <a:gd name="connsiteY36" fmla="*/ 3265547 h 4208519"/>
              <a:gd name="connsiteX37" fmla="*/ 7045234 w 7600293"/>
              <a:gd name="connsiteY37" fmla="*/ 3017897 h 4208519"/>
              <a:gd name="connsiteX38" fmla="*/ 6254659 w 7600293"/>
              <a:gd name="connsiteY38" fmla="*/ 3646547 h 4208519"/>
              <a:gd name="connsiteX39" fmla="*/ 4883060 w 7600293"/>
              <a:gd name="connsiteY39" fmla="*/ 3170295 h 4208519"/>
              <a:gd name="connsiteX40" fmla="*/ 3892460 w 7600293"/>
              <a:gd name="connsiteY40" fmla="*/ 4198995 h 4208519"/>
              <a:gd name="connsiteX41" fmla="*/ 2939960 w 7600293"/>
              <a:gd name="connsiteY41" fmla="*/ 3494145 h 4208519"/>
              <a:gd name="connsiteX42" fmla="*/ 1111160 w 7600293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69679 w 7558812"/>
              <a:gd name="connsiteY43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69679 w 7558812"/>
              <a:gd name="connsiteY43" fmla="*/ 3360795 h 4208519"/>
              <a:gd name="connsiteX0" fmla="*/ 1088729 w 7558812"/>
              <a:gd name="connsiteY0" fmla="*/ 3351270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88729 w 7558812"/>
              <a:gd name="connsiteY43" fmla="*/ 3351270 h 4208519"/>
              <a:gd name="connsiteX0" fmla="*/ 1088729 w 7558812"/>
              <a:gd name="connsiteY0" fmla="*/ 3351270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88729 w 7558812"/>
              <a:gd name="connsiteY43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465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465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846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846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558812" h="4208519">
                <a:moveTo>
                  <a:pt x="1088729" y="3351270"/>
                </a:moveTo>
                <a:cubicBezTo>
                  <a:pt x="1287167" y="3135370"/>
                  <a:pt x="1542753" y="3489384"/>
                  <a:pt x="1726903" y="3484622"/>
                </a:cubicBezTo>
                <a:cubicBezTo>
                  <a:pt x="1911053" y="3479860"/>
                  <a:pt x="2146004" y="3463983"/>
                  <a:pt x="2193629" y="3322695"/>
                </a:cubicBezTo>
                <a:cubicBezTo>
                  <a:pt x="1522117" y="3214745"/>
                  <a:pt x="1237954" y="2801997"/>
                  <a:pt x="898229" y="2398772"/>
                </a:cubicBezTo>
                <a:cubicBezTo>
                  <a:pt x="-298746" y="1995547"/>
                  <a:pt x="-11409" y="944620"/>
                  <a:pt x="155279" y="903345"/>
                </a:cubicBezTo>
                <a:cubicBezTo>
                  <a:pt x="536279" y="862070"/>
                  <a:pt x="145755" y="1725670"/>
                  <a:pt x="726780" y="1893945"/>
                </a:cubicBezTo>
                <a:cubicBezTo>
                  <a:pt x="917280" y="1951095"/>
                  <a:pt x="898230" y="808095"/>
                  <a:pt x="1260180" y="1074795"/>
                </a:cubicBezTo>
                <a:cubicBezTo>
                  <a:pt x="1571330" y="1170045"/>
                  <a:pt x="1152228" y="1693922"/>
                  <a:pt x="1279228" y="1951097"/>
                </a:cubicBezTo>
                <a:cubicBezTo>
                  <a:pt x="1406228" y="2208272"/>
                  <a:pt x="1638005" y="2674995"/>
                  <a:pt x="2022180" y="2617845"/>
                </a:cubicBezTo>
                <a:cubicBezTo>
                  <a:pt x="2396830" y="2160645"/>
                  <a:pt x="1514180" y="1665345"/>
                  <a:pt x="1984080" y="1436745"/>
                </a:cubicBezTo>
                <a:cubicBezTo>
                  <a:pt x="2288880" y="1420870"/>
                  <a:pt x="2250780" y="1938395"/>
                  <a:pt x="2422230" y="2027295"/>
                </a:cubicBezTo>
                <a:cubicBezTo>
                  <a:pt x="2568280" y="2078095"/>
                  <a:pt x="2390480" y="2776595"/>
                  <a:pt x="2536530" y="2827395"/>
                </a:cubicBezTo>
                <a:cubicBezTo>
                  <a:pt x="2911180" y="2871845"/>
                  <a:pt x="3038180" y="2992495"/>
                  <a:pt x="3412830" y="3036945"/>
                </a:cubicBezTo>
                <a:cubicBezTo>
                  <a:pt x="3717630" y="3068695"/>
                  <a:pt x="3755730" y="2243195"/>
                  <a:pt x="3260430" y="1893945"/>
                </a:cubicBezTo>
                <a:cubicBezTo>
                  <a:pt x="2647655" y="1722495"/>
                  <a:pt x="2387305" y="503295"/>
                  <a:pt x="2650830" y="503295"/>
                </a:cubicBezTo>
                <a:cubicBezTo>
                  <a:pt x="2955630" y="338195"/>
                  <a:pt x="2917530" y="1125596"/>
                  <a:pt x="3222330" y="1474846"/>
                </a:cubicBezTo>
                <a:cubicBezTo>
                  <a:pt x="3489030" y="1747896"/>
                  <a:pt x="3622380" y="1754246"/>
                  <a:pt x="3889080" y="2027296"/>
                </a:cubicBezTo>
                <a:cubicBezTo>
                  <a:pt x="4041480" y="2198746"/>
                  <a:pt x="4317705" y="1722496"/>
                  <a:pt x="4593930" y="1322446"/>
                </a:cubicBezTo>
                <a:cubicBezTo>
                  <a:pt x="4532017" y="812859"/>
                  <a:pt x="4022428" y="1106547"/>
                  <a:pt x="3841453" y="950972"/>
                </a:cubicBezTo>
                <a:cubicBezTo>
                  <a:pt x="3450928" y="804922"/>
                  <a:pt x="3408067" y="406459"/>
                  <a:pt x="3508080" y="388996"/>
                </a:cubicBezTo>
                <a:cubicBezTo>
                  <a:pt x="3708105" y="96896"/>
                  <a:pt x="3793830" y="871596"/>
                  <a:pt x="4574880" y="693796"/>
                </a:cubicBezTo>
                <a:cubicBezTo>
                  <a:pt x="4590755" y="550921"/>
                  <a:pt x="4501855" y="-77729"/>
                  <a:pt x="4746330" y="7996"/>
                </a:cubicBezTo>
                <a:cubicBezTo>
                  <a:pt x="5073355" y="7996"/>
                  <a:pt x="4886030" y="836672"/>
                  <a:pt x="5013030" y="1351022"/>
                </a:cubicBezTo>
                <a:cubicBezTo>
                  <a:pt x="5125742" y="1490722"/>
                  <a:pt x="5473403" y="1303397"/>
                  <a:pt x="5584528" y="1122422"/>
                </a:cubicBezTo>
                <a:cubicBezTo>
                  <a:pt x="5733753" y="979547"/>
                  <a:pt x="5517854" y="590610"/>
                  <a:pt x="5908379" y="541397"/>
                </a:cubicBezTo>
                <a:cubicBezTo>
                  <a:pt x="5994104" y="562035"/>
                  <a:pt x="6186191" y="1001772"/>
                  <a:pt x="5822653" y="1465322"/>
                </a:cubicBezTo>
                <a:cubicBezTo>
                  <a:pt x="5621040" y="1690747"/>
                  <a:pt x="5044778" y="1701860"/>
                  <a:pt x="4698703" y="1893947"/>
                </a:cubicBezTo>
                <a:cubicBezTo>
                  <a:pt x="4400253" y="2105084"/>
                  <a:pt x="4233566" y="2411472"/>
                  <a:pt x="4251029" y="2503547"/>
                </a:cubicBezTo>
                <a:cubicBezTo>
                  <a:pt x="4305004" y="2694047"/>
                  <a:pt x="4454229" y="2960747"/>
                  <a:pt x="4955879" y="2446397"/>
                </a:cubicBezTo>
                <a:cubicBezTo>
                  <a:pt x="4936829" y="2586097"/>
                  <a:pt x="5213054" y="1697097"/>
                  <a:pt x="5584529" y="2132072"/>
                </a:cubicBezTo>
                <a:cubicBezTo>
                  <a:pt x="5321004" y="2401947"/>
                  <a:pt x="5143204" y="2862322"/>
                  <a:pt x="5975054" y="2589272"/>
                </a:cubicBezTo>
                <a:cubicBezTo>
                  <a:pt x="5995691" y="2454334"/>
                  <a:pt x="6219528" y="1900297"/>
                  <a:pt x="6517978" y="1417697"/>
                </a:cubicBezTo>
                <a:cubicBezTo>
                  <a:pt x="6568778" y="1316097"/>
                  <a:pt x="6548140" y="1085910"/>
                  <a:pt x="6689428" y="1074797"/>
                </a:cubicBezTo>
                <a:cubicBezTo>
                  <a:pt x="7368878" y="1262122"/>
                  <a:pt x="6219528" y="2278122"/>
                  <a:pt x="6403678" y="2560697"/>
                </a:cubicBezTo>
                <a:cubicBezTo>
                  <a:pt x="6667203" y="2713097"/>
                  <a:pt x="7502228" y="1865372"/>
                  <a:pt x="7508578" y="2084447"/>
                </a:cubicBezTo>
                <a:cubicBezTo>
                  <a:pt x="7727653" y="2303522"/>
                  <a:pt x="7175203" y="2598797"/>
                  <a:pt x="6908503" y="2770247"/>
                </a:cubicBezTo>
                <a:cubicBezTo>
                  <a:pt x="6641803" y="2941697"/>
                  <a:pt x="5917903" y="2995672"/>
                  <a:pt x="5908378" y="3113147"/>
                </a:cubicBezTo>
                <a:cubicBezTo>
                  <a:pt x="5746453" y="3297297"/>
                  <a:pt x="6306841" y="3376672"/>
                  <a:pt x="6517978" y="3265547"/>
                </a:cubicBezTo>
                <a:cubicBezTo>
                  <a:pt x="6700540" y="3249672"/>
                  <a:pt x="6876753" y="2941697"/>
                  <a:pt x="7003753" y="3017897"/>
                </a:cubicBezTo>
                <a:cubicBezTo>
                  <a:pt x="7289503" y="3402072"/>
                  <a:pt x="6575128" y="3627497"/>
                  <a:pt x="6213178" y="3646547"/>
                </a:cubicBezTo>
                <a:cubicBezTo>
                  <a:pt x="5851228" y="3665597"/>
                  <a:pt x="5219404" y="3030595"/>
                  <a:pt x="4841579" y="3170295"/>
                </a:cubicBezTo>
                <a:cubicBezTo>
                  <a:pt x="4301829" y="3198870"/>
                  <a:pt x="4371679" y="4322820"/>
                  <a:pt x="3850979" y="4198995"/>
                </a:cubicBezTo>
                <a:cubicBezTo>
                  <a:pt x="3381079" y="4268845"/>
                  <a:pt x="3273129" y="3490970"/>
                  <a:pt x="2898479" y="3494145"/>
                </a:cubicBezTo>
                <a:cubicBezTo>
                  <a:pt x="2585741" y="3403658"/>
                  <a:pt x="2184103" y="3878322"/>
                  <a:pt x="1879303" y="3856097"/>
                </a:cubicBezTo>
                <a:cubicBezTo>
                  <a:pt x="1574503" y="3833872"/>
                  <a:pt x="966491" y="3644958"/>
                  <a:pt x="1088729" y="33512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077A61-694D-12B9-BF40-42776D78F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103" y="351786"/>
            <a:ext cx="513624" cy="330385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EB477759-BA1D-E66F-1209-9B3AE8192091}"/>
              </a:ext>
            </a:extLst>
          </p:cNvPr>
          <p:cNvSpPr/>
          <p:nvPr/>
        </p:nvSpPr>
        <p:spPr>
          <a:xfrm>
            <a:off x="368731" y="943428"/>
            <a:ext cx="7558812" cy="4208519"/>
          </a:xfrm>
          <a:custGeom>
            <a:avLst/>
            <a:gdLst>
              <a:gd name="connsiteX0" fmla="*/ 0 w 914400"/>
              <a:gd name="connsiteY0" fmla="*/ 0 h 666750"/>
              <a:gd name="connsiteX1" fmla="*/ 914400 w 914400"/>
              <a:gd name="connsiteY1" fmla="*/ 0 h 666750"/>
              <a:gd name="connsiteX2" fmla="*/ 914400 w 914400"/>
              <a:gd name="connsiteY2" fmla="*/ 666750 h 666750"/>
              <a:gd name="connsiteX3" fmla="*/ 0 w 914400"/>
              <a:gd name="connsiteY3" fmla="*/ 666750 h 666750"/>
              <a:gd name="connsiteX4" fmla="*/ 0 w 914400"/>
              <a:gd name="connsiteY4" fmla="*/ 0 h 666750"/>
              <a:gd name="connsiteX0" fmla="*/ 0 w 1619250"/>
              <a:gd name="connsiteY0" fmla="*/ 209550 h 876300"/>
              <a:gd name="connsiteX1" fmla="*/ 1619250 w 1619250"/>
              <a:gd name="connsiteY1" fmla="*/ 0 h 876300"/>
              <a:gd name="connsiteX2" fmla="*/ 914400 w 1619250"/>
              <a:gd name="connsiteY2" fmla="*/ 876300 h 876300"/>
              <a:gd name="connsiteX3" fmla="*/ 0 w 1619250"/>
              <a:gd name="connsiteY3" fmla="*/ 876300 h 876300"/>
              <a:gd name="connsiteX4" fmla="*/ 0 w 1619250"/>
              <a:gd name="connsiteY4" fmla="*/ 209550 h 876300"/>
              <a:gd name="connsiteX0" fmla="*/ 0 w 1619250"/>
              <a:gd name="connsiteY0" fmla="*/ 209550 h 1028700"/>
              <a:gd name="connsiteX1" fmla="*/ 1619250 w 1619250"/>
              <a:gd name="connsiteY1" fmla="*/ 0 h 1028700"/>
              <a:gd name="connsiteX2" fmla="*/ 628650 w 1619250"/>
              <a:gd name="connsiteY2" fmla="*/ 1028700 h 1028700"/>
              <a:gd name="connsiteX3" fmla="*/ 0 w 1619250"/>
              <a:gd name="connsiteY3" fmla="*/ 876300 h 1028700"/>
              <a:gd name="connsiteX4" fmla="*/ 0 w 1619250"/>
              <a:gd name="connsiteY4" fmla="*/ 209550 h 1028700"/>
              <a:gd name="connsiteX0" fmla="*/ 0 w 3771900"/>
              <a:gd name="connsiteY0" fmla="*/ 190500 h 1028700"/>
              <a:gd name="connsiteX1" fmla="*/ 3771900 w 3771900"/>
              <a:gd name="connsiteY1" fmla="*/ 0 h 1028700"/>
              <a:gd name="connsiteX2" fmla="*/ 2781300 w 3771900"/>
              <a:gd name="connsiteY2" fmla="*/ 1028700 h 1028700"/>
              <a:gd name="connsiteX3" fmla="*/ 2152650 w 3771900"/>
              <a:gd name="connsiteY3" fmla="*/ 876300 h 1028700"/>
              <a:gd name="connsiteX4" fmla="*/ 0 w 3771900"/>
              <a:gd name="connsiteY4" fmla="*/ 190500 h 1028700"/>
              <a:gd name="connsiteX0" fmla="*/ 0 w 3771900"/>
              <a:gd name="connsiteY0" fmla="*/ 190500 h 1028700"/>
              <a:gd name="connsiteX1" fmla="*/ 3771900 w 3771900"/>
              <a:gd name="connsiteY1" fmla="*/ 0 h 1028700"/>
              <a:gd name="connsiteX2" fmla="*/ 2781300 w 3771900"/>
              <a:gd name="connsiteY2" fmla="*/ 1028700 h 1028700"/>
              <a:gd name="connsiteX3" fmla="*/ 1828800 w 3771900"/>
              <a:gd name="connsiteY3" fmla="*/ 323850 h 1028700"/>
              <a:gd name="connsiteX4" fmla="*/ 0 w 3771900"/>
              <a:gd name="connsiteY4" fmla="*/ 190500 h 1028700"/>
              <a:gd name="connsiteX0" fmla="*/ 0 w 3771900"/>
              <a:gd name="connsiteY0" fmla="*/ 190500 h 1028700"/>
              <a:gd name="connsiteX1" fmla="*/ 1123950 w 3771900"/>
              <a:gd name="connsiteY1" fmla="*/ 152400 h 1028700"/>
              <a:gd name="connsiteX2" fmla="*/ 3771900 w 3771900"/>
              <a:gd name="connsiteY2" fmla="*/ 0 h 1028700"/>
              <a:gd name="connsiteX3" fmla="*/ 2781300 w 3771900"/>
              <a:gd name="connsiteY3" fmla="*/ 1028700 h 1028700"/>
              <a:gd name="connsiteX4" fmla="*/ 1828800 w 3771900"/>
              <a:gd name="connsiteY4" fmla="*/ 323850 h 1028700"/>
              <a:gd name="connsiteX5" fmla="*/ 0 w 3771900"/>
              <a:gd name="connsiteY5" fmla="*/ 190500 h 102870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4690927 w 4690927"/>
              <a:gd name="connsiteY3" fmla="*/ 2266950 h 3295650"/>
              <a:gd name="connsiteX4" fmla="*/ 3700327 w 4690927"/>
              <a:gd name="connsiteY4" fmla="*/ 3295650 h 3295650"/>
              <a:gd name="connsiteX5" fmla="*/ 2747827 w 4690927"/>
              <a:gd name="connsiteY5" fmla="*/ 2590800 h 3295650"/>
              <a:gd name="connsiteX6" fmla="*/ 919027 w 4690927"/>
              <a:gd name="connsiteY6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4690927 w 4690927"/>
              <a:gd name="connsiteY4" fmla="*/ 2266950 h 3295650"/>
              <a:gd name="connsiteX5" fmla="*/ 3700327 w 4690927"/>
              <a:gd name="connsiteY5" fmla="*/ 3295650 h 3295650"/>
              <a:gd name="connsiteX6" fmla="*/ 2747827 w 4690927"/>
              <a:gd name="connsiteY6" fmla="*/ 2590800 h 3295650"/>
              <a:gd name="connsiteX7" fmla="*/ 919027 w 4690927"/>
              <a:gd name="connsiteY7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4690927 w 4690927"/>
              <a:gd name="connsiteY5" fmla="*/ 2266950 h 3295650"/>
              <a:gd name="connsiteX6" fmla="*/ 3700327 w 4690927"/>
              <a:gd name="connsiteY6" fmla="*/ 3295650 h 3295650"/>
              <a:gd name="connsiteX7" fmla="*/ 2747827 w 4690927"/>
              <a:gd name="connsiteY7" fmla="*/ 2590800 h 3295650"/>
              <a:gd name="connsiteX8" fmla="*/ 919027 w 4690927"/>
              <a:gd name="connsiteY8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4690927 w 4690927"/>
              <a:gd name="connsiteY6" fmla="*/ 2266950 h 3295650"/>
              <a:gd name="connsiteX7" fmla="*/ 3700327 w 4690927"/>
              <a:gd name="connsiteY7" fmla="*/ 3295650 h 3295650"/>
              <a:gd name="connsiteX8" fmla="*/ 2747827 w 4690927"/>
              <a:gd name="connsiteY8" fmla="*/ 2590800 h 3295650"/>
              <a:gd name="connsiteX9" fmla="*/ 919027 w 4690927"/>
              <a:gd name="connsiteY9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4690927 w 4690927"/>
              <a:gd name="connsiteY7" fmla="*/ 2266950 h 3295650"/>
              <a:gd name="connsiteX8" fmla="*/ 3700327 w 4690927"/>
              <a:gd name="connsiteY8" fmla="*/ 3295650 h 3295650"/>
              <a:gd name="connsiteX9" fmla="*/ 2747827 w 4690927"/>
              <a:gd name="connsiteY9" fmla="*/ 2590800 h 3295650"/>
              <a:gd name="connsiteX10" fmla="*/ 919027 w 4690927"/>
              <a:gd name="connsiteY10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4690927 w 4690927"/>
              <a:gd name="connsiteY8" fmla="*/ 2266950 h 3295650"/>
              <a:gd name="connsiteX9" fmla="*/ 3700327 w 4690927"/>
              <a:gd name="connsiteY9" fmla="*/ 3295650 h 3295650"/>
              <a:gd name="connsiteX10" fmla="*/ 2747827 w 4690927"/>
              <a:gd name="connsiteY10" fmla="*/ 2590800 h 3295650"/>
              <a:gd name="connsiteX11" fmla="*/ 919027 w 4690927"/>
              <a:gd name="connsiteY11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4690927 w 4690927"/>
              <a:gd name="connsiteY9" fmla="*/ 2266950 h 3295650"/>
              <a:gd name="connsiteX10" fmla="*/ 3700327 w 4690927"/>
              <a:gd name="connsiteY10" fmla="*/ 3295650 h 3295650"/>
              <a:gd name="connsiteX11" fmla="*/ 2747827 w 4690927"/>
              <a:gd name="connsiteY11" fmla="*/ 2590800 h 3295650"/>
              <a:gd name="connsiteX12" fmla="*/ 919027 w 4690927"/>
              <a:gd name="connsiteY12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3262178 w 4690927"/>
              <a:gd name="connsiteY9" fmla="*/ 2133600 h 3295650"/>
              <a:gd name="connsiteX10" fmla="*/ 4690927 w 4690927"/>
              <a:gd name="connsiteY10" fmla="*/ 2266950 h 3295650"/>
              <a:gd name="connsiteX11" fmla="*/ 3700327 w 4690927"/>
              <a:gd name="connsiteY11" fmla="*/ 3295650 h 3295650"/>
              <a:gd name="connsiteX12" fmla="*/ 2747827 w 4690927"/>
              <a:gd name="connsiteY12" fmla="*/ 2590800 h 3295650"/>
              <a:gd name="connsiteX13" fmla="*/ 919027 w 4690927"/>
              <a:gd name="connsiteY13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3262178 w 4690927"/>
              <a:gd name="connsiteY9" fmla="*/ 2133600 h 3295650"/>
              <a:gd name="connsiteX10" fmla="*/ 3109778 w 4690927"/>
              <a:gd name="connsiteY10" fmla="*/ 990600 h 3295650"/>
              <a:gd name="connsiteX11" fmla="*/ 4690927 w 4690927"/>
              <a:gd name="connsiteY11" fmla="*/ 2266950 h 3295650"/>
              <a:gd name="connsiteX12" fmla="*/ 3700327 w 4690927"/>
              <a:gd name="connsiteY12" fmla="*/ 3295650 h 3295650"/>
              <a:gd name="connsiteX13" fmla="*/ 2747827 w 4690927"/>
              <a:gd name="connsiteY13" fmla="*/ 2590800 h 3295650"/>
              <a:gd name="connsiteX14" fmla="*/ 919027 w 4690927"/>
              <a:gd name="connsiteY14" fmla="*/ 2457450 h 3295650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4690927 w 4690927"/>
              <a:gd name="connsiteY12" fmla="*/ 2668587 h 3697287"/>
              <a:gd name="connsiteX13" fmla="*/ 3700327 w 4690927"/>
              <a:gd name="connsiteY13" fmla="*/ 3697287 h 3697287"/>
              <a:gd name="connsiteX14" fmla="*/ 2747827 w 4690927"/>
              <a:gd name="connsiteY14" fmla="*/ 2992437 h 3697287"/>
              <a:gd name="connsiteX15" fmla="*/ 919027 w 4690927"/>
              <a:gd name="connsiteY15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4690927 w 4690927"/>
              <a:gd name="connsiteY13" fmla="*/ 2668587 h 3697287"/>
              <a:gd name="connsiteX14" fmla="*/ 3700327 w 4690927"/>
              <a:gd name="connsiteY14" fmla="*/ 3697287 h 3697287"/>
              <a:gd name="connsiteX15" fmla="*/ 2747827 w 4690927"/>
              <a:gd name="connsiteY15" fmla="*/ 2992437 h 3697287"/>
              <a:gd name="connsiteX16" fmla="*/ 919027 w 4690927"/>
              <a:gd name="connsiteY16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3738428 w 4690927"/>
              <a:gd name="connsiteY13" fmla="*/ 1525588 h 3697287"/>
              <a:gd name="connsiteX14" fmla="*/ 4690927 w 4690927"/>
              <a:gd name="connsiteY14" fmla="*/ 2668587 h 3697287"/>
              <a:gd name="connsiteX15" fmla="*/ 3700327 w 4690927"/>
              <a:gd name="connsiteY15" fmla="*/ 3697287 h 3697287"/>
              <a:gd name="connsiteX16" fmla="*/ 2747827 w 4690927"/>
              <a:gd name="connsiteY16" fmla="*/ 2992437 h 3697287"/>
              <a:gd name="connsiteX17" fmla="*/ 919027 w 4690927"/>
              <a:gd name="connsiteY17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3738428 w 4690927"/>
              <a:gd name="connsiteY13" fmla="*/ 1525588 h 3697287"/>
              <a:gd name="connsiteX14" fmla="*/ 4443278 w 4690927"/>
              <a:gd name="connsiteY14" fmla="*/ 820738 h 3697287"/>
              <a:gd name="connsiteX15" fmla="*/ 4690927 w 4690927"/>
              <a:gd name="connsiteY15" fmla="*/ 2668587 h 3697287"/>
              <a:gd name="connsiteX16" fmla="*/ 3700327 w 4690927"/>
              <a:gd name="connsiteY16" fmla="*/ 3697287 h 3697287"/>
              <a:gd name="connsiteX17" fmla="*/ 2747827 w 4690927"/>
              <a:gd name="connsiteY17" fmla="*/ 2992437 h 3697287"/>
              <a:gd name="connsiteX18" fmla="*/ 919027 w 4690927"/>
              <a:gd name="connsiteY18" fmla="*/ 2859087 h 3697287"/>
              <a:gd name="connsiteX0" fmla="*/ 919027 w 4690927"/>
              <a:gd name="connsiteY0" fmla="*/ 2980508 h 3818708"/>
              <a:gd name="connsiteX1" fmla="*/ 2042977 w 4690927"/>
              <a:gd name="connsiteY1" fmla="*/ 2942408 h 3818708"/>
              <a:gd name="connsiteX2" fmla="*/ 4627 w 4690927"/>
              <a:gd name="connsiteY2" fmla="*/ 523058 h 3818708"/>
              <a:gd name="connsiteX3" fmla="*/ 576128 w 4690927"/>
              <a:gd name="connsiteY3" fmla="*/ 1513658 h 3818708"/>
              <a:gd name="connsiteX4" fmla="*/ 1109528 w 4690927"/>
              <a:gd name="connsiteY4" fmla="*/ 694508 h 3818708"/>
              <a:gd name="connsiteX5" fmla="*/ 1871528 w 4690927"/>
              <a:gd name="connsiteY5" fmla="*/ 2237558 h 3818708"/>
              <a:gd name="connsiteX6" fmla="*/ 1833428 w 4690927"/>
              <a:gd name="connsiteY6" fmla="*/ 1056458 h 3818708"/>
              <a:gd name="connsiteX7" fmla="*/ 2271578 w 4690927"/>
              <a:gd name="connsiteY7" fmla="*/ 1647008 h 3818708"/>
              <a:gd name="connsiteX8" fmla="*/ 2385878 w 4690927"/>
              <a:gd name="connsiteY8" fmla="*/ 2447108 h 3818708"/>
              <a:gd name="connsiteX9" fmla="*/ 3262178 w 4690927"/>
              <a:gd name="connsiteY9" fmla="*/ 2656658 h 3818708"/>
              <a:gd name="connsiteX10" fmla="*/ 3109778 w 4690927"/>
              <a:gd name="connsiteY10" fmla="*/ 1513658 h 3818708"/>
              <a:gd name="connsiteX11" fmla="*/ 2500178 w 4690927"/>
              <a:gd name="connsiteY11" fmla="*/ 123008 h 3818708"/>
              <a:gd name="connsiteX12" fmla="*/ 3071678 w 4690927"/>
              <a:gd name="connsiteY12" fmla="*/ 1094559 h 3818708"/>
              <a:gd name="connsiteX13" fmla="*/ 3738428 w 4690927"/>
              <a:gd name="connsiteY13" fmla="*/ 1647009 h 3818708"/>
              <a:gd name="connsiteX14" fmla="*/ 4443278 w 4690927"/>
              <a:gd name="connsiteY14" fmla="*/ 942159 h 3818708"/>
              <a:gd name="connsiteX15" fmla="*/ 3357428 w 4690927"/>
              <a:gd name="connsiteY15" fmla="*/ 8709 h 3818708"/>
              <a:gd name="connsiteX16" fmla="*/ 4690927 w 4690927"/>
              <a:gd name="connsiteY16" fmla="*/ 2790008 h 3818708"/>
              <a:gd name="connsiteX17" fmla="*/ 3700327 w 4690927"/>
              <a:gd name="connsiteY17" fmla="*/ 3818708 h 3818708"/>
              <a:gd name="connsiteX18" fmla="*/ 2747827 w 4690927"/>
              <a:gd name="connsiteY18" fmla="*/ 3113858 h 3818708"/>
              <a:gd name="connsiteX19" fmla="*/ 919027 w 4690927"/>
              <a:gd name="connsiteY19" fmla="*/ 2980508 h 3818708"/>
              <a:gd name="connsiteX0" fmla="*/ 919027 w 4690927"/>
              <a:gd name="connsiteY0" fmla="*/ 2980508 h 3818708"/>
              <a:gd name="connsiteX1" fmla="*/ 2042977 w 4690927"/>
              <a:gd name="connsiteY1" fmla="*/ 2942408 h 3818708"/>
              <a:gd name="connsiteX2" fmla="*/ 4627 w 4690927"/>
              <a:gd name="connsiteY2" fmla="*/ 523058 h 3818708"/>
              <a:gd name="connsiteX3" fmla="*/ 576128 w 4690927"/>
              <a:gd name="connsiteY3" fmla="*/ 1513658 h 3818708"/>
              <a:gd name="connsiteX4" fmla="*/ 1109528 w 4690927"/>
              <a:gd name="connsiteY4" fmla="*/ 694508 h 3818708"/>
              <a:gd name="connsiteX5" fmla="*/ 1871528 w 4690927"/>
              <a:gd name="connsiteY5" fmla="*/ 2237558 h 3818708"/>
              <a:gd name="connsiteX6" fmla="*/ 1833428 w 4690927"/>
              <a:gd name="connsiteY6" fmla="*/ 1056458 h 3818708"/>
              <a:gd name="connsiteX7" fmla="*/ 2271578 w 4690927"/>
              <a:gd name="connsiteY7" fmla="*/ 1647008 h 3818708"/>
              <a:gd name="connsiteX8" fmla="*/ 2385878 w 4690927"/>
              <a:gd name="connsiteY8" fmla="*/ 2447108 h 3818708"/>
              <a:gd name="connsiteX9" fmla="*/ 3262178 w 4690927"/>
              <a:gd name="connsiteY9" fmla="*/ 2656658 h 3818708"/>
              <a:gd name="connsiteX10" fmla="*/ 3109778 w 4690927"/>
              <a:gd name="connsiteY10" fmla="*/ 1513658 h 3818708"/>
              <a:gd name="connsiteX11" fmla="*/ 2500178 w 4690927"/>
              <a:gd name="connsiteY11" fmla="*/ 123008 h 3818708"/>
              <a:gd name="connsiteX12" fmla="*/ 3071678 w 4690927"/>
              <a:gd name="connsiteY12" fmla="*/ 1094559 h 3818708"/>
              <a:gd name="connsiteX13" fmla="*/ 3738428 w 4690927"/>
              <a:gd name="connsiteY13" fmla="*/ 1647009 h 3818708"/>
              <a:gd name="connsiteX14" fmla="*/ 4443278 w 4690927"/>
              <a:gd name="connsiteY14" fmla="*/ 942159 h 3818708"/>
              <a:gd name="connsiteX15" fmla="*/ 3357428 w 4690927"/>
              <a:gd name="connsiteY15" fmla="*/ 8709 h 3818708"/>
              <a:gd name="connsiteX16" fmla="*/ 4424228 w 4690927"/>
              <a:gd name="connsiteY16" fmla="*/ 313509 h 3818708"/>
              <a:gd name="connsiteX17" fmla="*/ 4690927 w 4690927"/>
              <a:gd name="connsiteY17" fmla="*/ 2790008 h 3818708"/>
              <a:gd name="connsiteX18" fmla="*/ 3700327 w 4690927"/>
              <a:gd name="connsiteY18" fmla="*/ 3818708 h 3818708"/>
              <a:gd name="connsiteX19" fmla="*/ 2747827 w 4690927"/>
              <a:gd name="connsiteY19" fmla="*/ 3113858 h 3818708"/>
              <a:gd name="connsiteX20" fmla="*/ 919027 w 4690927"/>
              <a:gd name="connsiteY20" fmla="*/ 2980508 h 3818708"/>
              <a:gd name="connsiteX0" fmla="*/ 919027 w 4690927"/>
              <a:gd name="connsiteY0" fmla="*/ 3417289 h 4255489"/>
              <a:gd name="connsiteX1" fmla="*/ 2042977 w 4690927"/>
              <a:gd name="connsiteY1" fmla="*/ 3379189 h 4255489"/>
              <a:gd name="connsiteX2" fmla="*/ 4627 w 4690927"/>
              <a:gd name="connsiteY2" fmla="*/ 959839 h 4255489"/>
              <a:gd name="connsiteX3" fmla="*/ 576128 w 4690927"/>
              <a:gd name="connsiteY3" fmla="*/ 1950439 h 4255489"/>
              <a:gd name="connsiteX4" fmla="*/ 1109528 w 4690927"/>
              <a:gd name="connsiteY4" fmla="*/ 1131289 h 4255489"/>
              <a:gd name="connsiteX5" fmla="*/ 1871528 w 4690927"/>
              <a:gd name="connsiteY5" fmla="*/ 2674339 h 4255489"/>
              <a:gd name="connsiteX6" fmla="*/ 1833428 w 4690927"/>
              <a:gd name="connsiteY6" fmla="*/ 1493239 h 4255489"/>
              <a:gd name="connsiteX7" fmla="*/ 2271578 w 4690927"/>
              <a:gd name="connsiteY7" fmla="*/ 2083789 h 4255489"/>
              <a:gd name="connsiteX8" fmla="*/ 2385878 w 4690927"/>
              <a:gd name="connsiteY8" fmla="*/ 2883889 h 4255489"/>
              <a:gd name="connsiteX9" fmla="*/ 3262178 w 4690927"/>
              <a:gd name="connsiteY9" fmla="*/ 3093439 h 4255489"/>
              <a:gd name="connsiteX10" fmla="*/ 3109778 w 4690927"/>
              <a:gd name="connsiteY10" fmla="*/ 1950439 h 4255489"/>
              <a:gd name="connsiteX11" fmla="*/ 2500178 w 4690927"/>
              <a:gd name="connsiteY11" fmla="*/ 559789 h 4255489"/>
              <a:gd name="connsiteX12" fmla="*/ 3071678 w 4690927"/>
              <a:gd name="connsiteY12" fmla="*/ 1531340 h 4255489"/>
              <a:gd name="connsiteX13" fmla="*/ 3738428 w 4690927"/>
              <a:gd name="connsiteY13" fmla="*/ 2083790 h 4255489"/>
              <a:gd name="connsiteX14" fmla="*/ 4443278 w 4690927"/>
              <a:gd name="connsiteY14" fmla="*/ 1378940 h 4255489"/>
              <a:gd name="connsiteX15" fmla="*/ 3357428 w 4690927"/>
              <a:gd name="connsiteY15" fmla="*/ 445490 h 4255489"/>
              <a:gd name="connsiteX16" fmla="*/ 4424228 w 4690927"/>
              <a:gd name="connsiteY16" fmla="*/ 750290 h 4255489"/>
              <a:gd name="connsiteX17" fmla="*/ 4595678 w 4690927"/>
              <a:gd name="connsiteY17" fmla="*/ 64490 h 4255489"/>
              <a:gd name="connsiteX18" fmla="*/ 4690927 w 4690927"/>
              <a:gd name="connsiteY18" fmla="*/ 3226789 h 4255489"/>
              <a:gd name="connsiteX19" fmla="*/ 3700327 w 4690927"/>
              <a:gd name="connsiteY19" fmla="*/ 4255489 h 4255489"/>
              <a:gd name="connsiteX20" fmla="*/ 2747827 w 4690927"/>
              <a:gd name="connsiteY20" fmla="*/ 3550639 h 4255489"/>
              <a:gd name="connsiteX21" fmla="*/ 919027 w 4690927"/>
              <a:gd name="connsiteY21" fmla="*/ 3417289 h 4255489"/>
              <a:gd name="connsiteX0" fmla="*/ 919027 w 4862378"/>
              <a:gd name="connsiteY0" fmla="*/ 3417289 h 4255489"/>
              <a:gd name="connsiteX1" fmla="*/ 2042977 w 4862378"/>
              <a:gd name="connsiteY1" fmla="*/ 3379189 h 4255489"/>
              <a:gd name="connsiteX2" fmla="*/ 4627 w 4862378"/>
              <a:gd name="connsiteY2" fmla="*/ 959839 h 4255489"/>
              <a:gd name="connsiteX3" fmla="*/ 576128 w 4862378"/>
              <a:gd name="connsiteY3" fmla="*/ 1950439 h 4255489"/>
              <a:gd name="connsiteX4" fmla="*/ 1109528 w 4862378"/>
              <a:gd name="connsiteY4" fmla="*/ 1131289 h 4255489"/>
              <a:gd name="connsiteX5" fmla="*/ 1871528 w 4862378"/>
              <a:gd name="connsiteY5" fmla="*/ 2674339 h 4255489"/>
              <a:gd name="connsiteX6" fmla="*/ 1833428 w 4862378"/>
              <a:gd name="connsiteY6" fmla="*/ 1493239 h 4255489"/>
              <a:gd name="connsiteX7" fmla="*/ 2271578 w 4862378"/>
              <a:gd name="connsiteY7" fmla="*/ 2083789 h 4255489"/>
              <a:gd name="connsiteX8" fmla="*/ 2385878 w 4862378"/>
              <a:gd name="connsiteY8" fmla="*/ 2883889 h 4255489"/>
              <a:gd name="connsiteX9" fmla="*/ 3262178 w 4862378"/>
              <a:gd name="connsiteY9" fmla="*/ 3093439 h 4255489"/>
              <a:gd name="connsiteX10" fmla="*/ 3109778 w 4862378"/>
              <a:gd name="connsiteY10" fmla="*/ 1950439 h 4255489"/>
              <a:gd name="connsiteX11" fmla="*/ 2500178 w 4862378"/>
              <a:gd name="connsiteY11" fmla="*/ 559789 h 4255489"/>
              <a:gd name="connsiteX12" fmla="*/ 3071678 w 4862378"/>
              <a:gd name="connsiteY12" fmla="*/ 1531340 h 4255489"/>
              <a:gd name="connsiteX13" fmla="*/ 3738428 w 4862378"/>
              <a:gd name="connsiteY13" fmla="*/ 2083790 h 4255489"/>
              <a:gd name="connsiteX14" fmla="*/ 4443278 w 4862378"/>
              <a:gd name="connsiteY14" fmla="*/ 1378940 h 4255489"/>
              <a:gd name="connsiteX15" fmla="*/ 3357428 w 4862378"/>
              <a:gd name="connsiteY15" fmla="*/ 445490 h 4255489"/>
              <a:gd name="connsiteX16" fmla="*/ 4424228 w 4862378"/>
              <a:gd name="connsiteY16" fmla="*/ 750290 h 4255489"/>
              <a:gd name="connsiteX17" fmla="*/ 4595678 w 4862378"/>
              <a:gd name="connsiteY17" fmla="*/ 64490 h 4255489"/>
              <a:gd name="connsiteX18" fmla="*/ 4862378 w 4862378"/>
              <a:gd name="connsiteY18" fmla="*/ 1455141 h 4255489"/>
              <a:gd name="connsiteX19" fmla="*/ 4690927 w 4862378"/>
              <a:gd name="connsiteY19" fmla="*/ 3226789 h 4255489"/>
              <a:gd name="connsiteX20" fmla="*/ 3700327 w 4862378"/>
              <a:gd name="connsiteY20" fmla="*/ 4255489 h 4255489"/>
              <a:gd name="connsiteX21" fmla="*/ 2747827 w 4862378"/>
              <a:gd name="connsiteY21" fmla="*/ 3550639 h 4255489"/>
              <a:gd name="connsiteX22" fmla="*/ 919027 w 4862378"/>
              <a:gd name="connsiteY22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690927 w 5757857"/>
              <a:gd name="connsiteY20" fmla="*/ 3226789 h 4255489"/>
              <a:gd name="connsiteX21" fmla="*/ 3700327 w 5757857"/>
              <a:gd name="connsiteY21" fmla="*/ 4255489 h 4255489"/>
              <a:gd name="connsiteX22" fmla="*/ 2747827 w 5757857"/>
              <a:gd name="connsiteY22" fmla="*/ 3550639 h 4255489"/>
              <a:gd name="connsiteX23" fmla="*/ 919027 w 5757857"/>
              <a:gd name="connsiteY23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690927 w 5757857"/>
              <a:gd name="connsiteY21" fmla="*/ 3226789 h 4255489"/>
              <a:gd name="connsiteX22" fmla="*/ 3700327 w 5757857"/>
              <a:gd name="connsiteY22" fmla="*/ 4255489 h 4255489"/>
              <a:gd name="connsiteX23" fmla="*/ 2747827 w 5757857"/>
              <a:gd name="connsiteY23" fmla="*/ 3550639 h 4255489"/>
              <a:gd name="connsiteX24" fmla="*/ 919027 w 5757857"/>
              <a:gd name="connsiteY24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805227 w 5757857"/>
              <a:gd name="connsiteY21" fmla="*/ 2502891 h 4255489"/>
              <a:gd name="connsiteX22" fmla="*/ 4690927 w 5757857"/>
              <a:gd name="connsiteY22" fmla="*/ 3226789 h 4255489"/>
              <a:gd name="connsiteX23" fmla="*/ 3700327 w 5757857"/>
              <a:gd name="connsiteY23" fmla="*/ 4255489 h 4255489"/>
              <a:gd name="connsiteX24" fmla="*/ 2747827 w 5757857"/>
              <a:gd name="connsiteY24" fmla="*/ 3550639 h 4255489"/>
              <a:gd name="connsiteX25" fmla="*/ 919027 w 5757857"/>
              <a:gd name="connsiteY25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805227 w 5757857"/>
              <a:gd name="connsiteY21" fmla="*/ 2502891 h 4255489"/>
              <a:gd name="connsiteX22" fmla="*/ 5452927 w 5757857"/>
              <a:gd name="connsiteY22" fmla="*/ 2121891 h 4255489"/>
              <a:gd name="connsiteX23" fmla="*/ 4690927 w 5757857"/>
              <a:gd name="connsiteY23" fmla="*/ 3226789 h 4255489"/>
              <a:gd name="connsiteX24" fmla="*/ 3700327 w 5757857"/>
              <a:gd name="connsiteY24" fmla="*/ 4255489 h 4255489"/>
              <a:gd name="connsiteX25" fmla="*/ 2747827 w 5757857"/>
              <a:gd name="connsiteY25" fmla="*/ 3550639 h 4255489"/>
              <a:gd name="connsiteX26" fmla="*/ 919027 w 5757857"/>
              <a:gd name="connsiteY26" fmla="*/ 3417289 h 4255489"/>
              <a:gd name="connsiteX0" fmla="*/ 919027 w 5857570"/>
              <a:gd name="connsiteY0" fmla="*/ 3417289 h 4255489"/>
              <a:gd name="connsiteX1" fmla="*/ 2042977 w 5857570"/>
              <a:gd name="connsiteY1" fmla="*/ 3379189 h 4255489"/>
              <a:gd name="connsiteX2" fmla="*/ 4627 w 5857570"/>
              <a:gd name="connsiteY2" fmla="*/ 959839 h 4255489"/>
              <a:gd name="connsiteX3" fmla="*/ 576128 w 5857570"/>
              <a:gd name="connsiteY3" fmla="*/ 1950439 h 4255489"/>
              <a:gd name="connsiteX4" fmla="*/ 1109528 w 5857570"/>
              <a:gd name="connsiteY4" fmla="*/ 1131289 h 4255489"/>
              <a:gd name="connsiteX5" fmla="*/ 1871528 w 5857570"/>
              <a:gd name="connsiteY5" fmla="*/ 2674339 h 4255489"/>
              <a:gd name="connsiteX6" fmla="*/ 1833428 w 5857570"/>
              <a:gd name="connsiteY6" fmla="*/ 1493239 h 4255489"/>
              <a:gd name="connsiteX7" fmla="*/ 2271578 w 5857570"/>
              <a:gd name="connsiteY7" fmla="*/ 2083789 h 4255489"/>
              <a:gd name="connsiteX8" fmla="*/ 2385878 w 5857570"/>
              <a:gd name="connsiteY8" fmla="*/ 2883889 h 4255489"/>
              <a:gd name="connsiteX9" fmla="*/ 3262178 w 5857570"/>
              <a:gd name="connsiteY9" fmla="*/ 3093439 h 4255489"/>
              <a:gd name="connsiteX10" fmla="*/ 3109778 w 5857570"/>
              <a:gd name="connsiteY10" fmla="*/ 1950439 h 4255489"/>
              <a:gd name="connsiteX11" fmla="*/ 2500178 w 5857570"/>
              <a:gd name="connsiteY11" fmla="*/ 559789 h 4255489"/>
              <a:gd name="connsiteX12" fmla="*/ 3071678 w 5857570"/>
              <a:gd name="connsiteY12" fmla="*/ 1531340 h 4255489"/>
              <a:gd name="connsiteX13" fmla="*/ 3738428 w 5857570"/>
              <a:gd name="connsiteY13" fmla="*/ 2083790 h 4255489"/>
              <a:gd name="connsiteX14" fmla="*/ 4443278 w 5857570"/>
              <a:gd name="connsiteY14" fmla="*/ 1378940 h 4255489"/>
              <a:gd name="connsiteX15" fmla="*/ 3357428 w 5857570"/>
              <a:gd name="connsiteY15" fmla="*/ 445490 h 4255489"/>
              <a:gd name="connsiteX16" fmla="*/ 4424228 w 5857570"/>
              <a:gd name="connsiteY16" fmla="*/ 750290 h 4255489"/>
              <a:gd name="connsiteX17" fmla="*/ 4595678 w 5857570"/>
              <a:gd name="connsiteY17" fmla="*/ 64490 h 4255489"/>
              <a:gd name="connsiteX18" fmla="*/ 4862378 w 5857570"/>
              <a:gd name="connsiteY18" fmla="*/ 1455141 h 4255489"/>
              <a:gd name="connsiteX19" fmla="*/ 5757727 w 5857570"/>
              <a:gd name="connsiteY19" fmla="*/ 597891 h 4255489"/>
              <a:gd name="connsiteX20" fmla="*/ 4043227 w 5857570"/>
              <a:gd name="connsiteY20" fmla="*/ 2560041 h 4255489"/>
              <a:gd name="connsiteX21" fmla="*/ 4805227 w 5857570"/>
              <a:gd name="connsiteY21" fmla="*/ 2502891 h 4255489"/>
              <a:gd name="connsiteX22" fmla="*/ 5452927 w 5857570"/>
              <a:gd name="connsiteY22" fmla="*/ 2121891 h 4255489"/>
              <a:gd name="connsiteX23" fmla="*/ 5833927 w 5857570"/>
              <a:gd name="connsiteY23" fmla="*/ 2655291 h 4255489"/>
              <a:gd name="connsiteX24" fmla="*/ 4690927 w 5857570"/>
              <a:gd name="connsiteY24" fmla="*/ 3226789 h 4255489"/>
              <a:gd name="connsiteX25" fmla="*/ 3700327 w 5857570"/>
              <a:gd name="connsiteY25" fmla="*/ 4255489 h 4255489"/>
              <a:gd name="connsiteX26" fmla="*/ 2747827 w 5857570"/>
              <a:gd name="connsiteY26" fmla="*/ 3550639 h 4255489"/>
              <a:gd name="connsiteX27" fmla="*/ 919027 w 5857570"/>
              <a:gd name="connsiteY27" fmla="*/ 3417289 h 4255489"/>
              <a:gd name="connsiteX0" fmla="*/ 919027 w 6563716"/>
              <a:gd name="connsiteY0" fmla="*/ 3417289 h 4255489"/>
              <a:gd name="connsiteX1" fmla="*/ 2042977 w 6563716"/>
              <a:gd name="connsiteY1" fmla="*/ 3379189 h 4255489"/>
              <a:gd name="connsiteX2" fmla="*/ 4627 w 6563716"/>
              <a:gd name="connsiteY2" fmla="*/ 959839 h 4255489"/>
              <a:gd name="connsiteX3" fmla="*/ 576128 w 6563716"/>
              <a:gd name="connsiteY3" fmla="*/ 1950439 h 4255489"/>
              <a:gd name="connsiteX4" fmla="*/ 1109528 w 6563716"/>
              <a:gd name="connsiteY4" fmla="*/ 1131289 h 4255489"/>
              <a:gd name="connsiteX5" fmla="*/ 1871528 w 6563716"/>
              <a:gd name="connsiteY5" fmla="*/ 2674339 h 4255489"/>
              <a:gd name="connsiteX6" fmla="*/ 1833428 w 6563716"/>
              <a:gd name="connsiteY6" fmla="*/ 1493239 h 4255489"/>
              <a:gd name="connsiteX7" fmla="*/ 2271578 w 6563716"/>
              <a:gd name="connsiteY7" fmla="*/ 2083789 h 4255489"/>
              <a:gd name="connsiteX8" fmla="*/ 2385878 w 6563716"/>
              <a:gd name="connsiteY8" fmla="*/ 2883889 h 4255489"/>
              <a:gd name="connsiteX9" fmla="*/ 3262178 w 6563716"/>
              <a:gd name="connsiteY9" fmla="*/ 3093439 h 4255489"/>
              <a:gd name="connsiteX10" fmla="*/ 3109778 w 6563716"/>
              <a:gd name="connsiteY10" fmla="*/ 1950439 h 4255489"/>
              <a:gd name="connsiteX11" fmla="*/ 2500178 w 6563716"/>
              <a:gd name="connsiteY11" fmla="*/ 559789 h 4255489"/>
              <a:gd name="connsiteX12" fmla="*/ 3071678 w 6563716"/>
              <a:gd name="connsiteY12" fmla="*/ 1531340 h 4255489"/>
              <a:gd name="connsiteX13" fmla="*/ 3738428 w 6563716"/>
              <a:gd name="connsiteY13" fmla="*/ 2083790 h 4255489"/>
              <a:gd name="connsiteX14" fmla="*/ 4443278 w 6563716"/>
              <a:gd name="connsiteY14" fmla="*/ 1378940 h 4255489"/>
              <a:gd name="connsiteX15" fmla="*/ 3357428 w 6563716"/>
              <a:gd name="connsiteY15" fmla="*/ 445490 h 4255489"/>
              <a:gd name="connsiteX16" fmla="*/ 4424228 w 6563716"/>
              <a:gd name="connsiteY16" fmla="*/ 750290 h 4255489"/>
              <a:gd name="connsiteX17" fmla="*/ 4595678 w 6563716"/>
              <a:gd name="connsiteY17" fmla="*/ 64490 h 4255489"/>
              <a:gd name="connsiteX18" fmla="*/ 4862378 w 6563716"/>
              <a:gd name="connsiteY18" fmla="*/ 1455141 h 4255489"/>
              <a:gd name="connsiteX19" fmla="*/ 5757727 w 6563716"/>
              <a:gd name="connsiteY19" fmla="*/ 597891 h 4255489"/>
              <a:gd name="connsiteX20" fmla="*/ 4043227 w 6563716"/>
              <a:gd name="connsiteY20" fmla="*/ 2560041 h 4255489"/>
              <a:gd name="connsiteX21" fmla="*/ 4805227 w 6563716"/>
              <a:gd name="connsiteY21" fmla="*/ 2502891 h 4255489"/>
              <a:gd name="connsiteX22" fmla="*/ 5452927 w 6563716"/>
              <a:gd name="connsiteY22" fmla="*/ 2121891 h 4255489"/>
              <a:gd name="connsiteX23" fmla="*/ 5833927 w 6563716"/>
              <a:gd name="connsiteY23" fmla="*/ 2655291 h 4255489"/>
              <a:gd name="connsiteX24" fmla="*/ 6538776 w 6563716"/>
              <a:gd name="connsiteY24" fmla="*/ 1131291 h 4255489"/>
              <a:gd name="connsiteX25" fmla="*/ 4690927 w 6563716"/>
              <a:gd name="connsiteY25" fmla="*/ 3226789 h 4255489"/>
              <a:gd name="connsiteX26" fmla="*/ 3700327 w 6563716"/>
              <a:gd name="connsiteY26" fmla="*/ 4255489 h 4255489"/>
              <a:gd name="connsiteX27" fmla="*/ 2747827 w 6563716"/>
              <a:gd name="connsiteY27" fmla="*/ 3550639 h 4255489"/>
              <a:gd name="connsiteX28" fmla="*/ 919027 w 6563716"/>
              <a:gd name="connsiteY28" fmla="*/ 3417289 h 4255489"/>
              <a:gd name="connsiteX0" fmla="*/ 919027 w 6563716"/>
              <a:gd name="connsiteY0" fmla="*/ 3417289 h 4255489"/>
              <a:gd name="connsiteX1" fmla="*/ 2042977 w 6563716"/>
              <a:gd name="connsiteY1" fmla="*/ 3379189 h 4255489"/>
              <a:gd name="connsiteX2" fmla="*/ 4627 w 6563716"/>
              <a:gd name="connsiteY2" fmla="*/ 959839 h 4255489"/>
              <a:gd name="connsiteX3" fmla="*/ 576128 w 6563716"/>
              <a:gd name="connsiteY3" fmla="*/ 1950439 h 4255489"/>
              <a:gd name="connsiteX4" fmla="*/ 1109528 w 6563716"/>
              <a:gd name="connsiteY4" fmla="*/ 1131289 h 4255489"/>
              <a:gd name="connsiteX5" fmla="*/ 1871528 w 6563716"/>
              <a:gd name="connsiteY5" fmla="*/ 2674339 h 4255489"/>
              <a:gd name="connsiteX6" fmla="*/ 1833428 w 6563716"/>
              <a:gd name="connsiteY6" fmla="*/ 1493239 h 4255489"/>
              <a:gd name="connsiteX7" fmla="*/ 2271578 w 6563716"/>
              <a:gd name="connsiteY7" fmla="*/ 2083789 h 4255489"/>
              <a:gd name="connsiteX8" fmla="*/ 2385878 w 6563716"/>
              <a:gd name="connsiteY8" fmla="*/ 2883889 h 4255489"/>
              <a:gd name="connsiteX9" fmla="*/ 3262178 w 6563716"/>
              <a:gd name="connsiteY9" fmla="*/ 3093439 h 4255489"/>
              <a:gd name="connsiteX10" fmla="*/ 3109778 w 6563716"/>
              <a:gd name="connsiteY10" fmla="*/ 1950439 h 4255489"/>
              <a:gd name="connsiteX11" fmla="*/ 2500178 w 6563716"/>
              <a:gd name="connsiteY11" fmla="*/ 559789 h 4255489"/>
              <a:gd name="connsiteX12" fmla="*/ 3071678 w 6563716"/>
              <a:gd name="connsiteY12" fmla="*/ 1531340 h 4255489"/>
              <a:gd name="connsiteX13" fmla="*/ 3738428 w 6563716"/>
              <a:gd name="connsiteY13" fmla="*/ 2083790 h 4255489"/>
              <a:gd name="connsiteX14" fmla="*/ 4443278 w 6563716"/>
              <a:gd name="connsiteY14" fmla="*/ 1378940 h 4255489"/>
              <a:gd name="connsiteX15" fmla="*/ 3357428 w 6563716"/>
              <a:gd name="connsiteY15" fmla="*/ 445490 h 4255489"/>
              <a:gd name="connsiteX16" fmla="*/ 4424228 w 6563716"/>
              <a:gd name="connsiteY16" fmla="*/ 750290 h 4255489"/>
              <a:gd name="connsiteX17" fmla="*/ 4595678 w 6563716"/>
              <a:gd name="connsiteY17" fmla="*/ 64490 h 4255489"/>
              <a:gd name="connsiteX18" fmla="*/ 4862378 w 6563716"/>
              <a:gd name="connsiteY18" fmla="*/ 1455141 h 4255489"/>
              <a:gd name="connsiteX19" fmla="*/ 5757727 w 6563716"/>
              <a:gd name="connsiteY19" fmla="*/ 597891 h 4255489"/>
              <a:gd name="connsiteX20" fmla="*/ 4043227 w 6563716"/>
              <a:gd name="connsiteY20" fmla="*/ 2560041 h 4255489"/>
              <a:gd name="connsiteX21" fmla="*/ 4805227 w 6563716"/>
              <a:gd name="connsiteY21" fmla="*/ 2502891 h 4255489"/>
              <a:gd name="connsiteX22" fmla="*/ 5452927 w 6563716"/>
              <a:gd name="connsiteY22" fmla="*/ 2121891 h 4255489"/>
              <a:gd name="connsiteX23" fmla="*/ 5833927 w 6563716"/>
              <a:gd name="connsiteY23" fmla="*/ 2655291 h 4255489"/>
              <a:gd name="connsiteX24" fmla="*/ 6538776 w 6563716"/>
              <a:gd name="connsiteY24" fmla="*/ 1131291 h 4255489"/>
              <a:gd name="connsiteX25" fmla="*/ 6253026 w 6563716"/>
              <a:gd name="connsiteY25" fmla="*/ 2617191 h 4255489"/>
              <a:gd name="connsiteX26" fmla="*/ 4690927 w 6563716"/>
              <a:gd name="connsiteY26" fmla="*/ 3226789 h 4255489"/>
              <a:gd name="connsiteX27" fmla="*/ 3700327 w 6563716"/>
              <a:gd name="connsiteY27" fmla="*/ 4255489 h 4255489"/>
              <a:gd name="connsiteX28" fmla="*/ 2747827 w 6563716"/>
              <a:gd name="connsiteY28" fmla="*/ 3550639 h 4255489"/>
              <a:gd name="connsiteX29" fmla="*/ 919027 w 6563716"/>
              <a:gd name="connsiteY29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4690927 w 7386271"/>
              <a:gd name="connsiteY27" fmla="*/ 3226789 h 4255489"/>
              <a:gd name="connsiteX28" fmla="*/ 3700327 w 7386271"/>
              <a:gd name="connsiteY28" fmla="*/ 4255489 h 4255489"/>
              <a:gd name="connsiteX29" fmla="*/ 2747827 w 7386271"/>
              <a:gd name="connsiteY29" fmla="*/ 3550639 h 4255489"/>
              <a:gd name="connsiteX30" fmla="*/ 919027 w 7386271"/>
              <a:gd name="connsiteY30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4690927 w 7386271"/>
              <a:gd name="connsiteY28" fmla="*/ 3226789 h 4255489"/>
              <a:gd name="connsiteX29" fmla="*/ 3700327 w 7386271"/>
              <a:gd name="connsiteY29" fmla="*/ 4255489 h 4255489"/>
              <a:gd name="connsiteX30" fmla="*/ 2747827 w 7386271"/>
              <a:gd name="connsiteY30" fmla="*/ 3550639 h 4255489"/>
              <a:gd name="connsiteX31" fmla="*/ 919027 w 7386271"/>
              <a:gd name="connsiteY31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4690927 w 7386271"/>
              <a:gd name="connsiteY29" fmla="*/ 3226789 h 4255489"/>
              <a:gd name="connsiteX30" fmla="*/ 3700327 w 7386271"/>
              <a:gd name="connsiteY30" fmla="*/ 4255489 h 4255489"/>
              <a:gd name="connsiteX31" fmla="*/ 2747827 w 7386271"/>
              <a:gd name="connsiteY31" fmla="*/ 3550639 h 4255489"/>
              <a:gd name="connsiteX32" fmla="*/ 919027 w 7386271"/>
              <a:gd name="connsiteY32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4690927 w 7386271"/>
              <a:gd name="connsiteY29" fmla="*/ 3226789 h 4255489"/>
              <a:gd name="connsiteX30" fmla="*/ 3700327 w 7386271"/>
              <a:gd name="connsiteY30" fmla="*/ 4255489 h 4255489"/>
              <a:gd name="connsiteX31" fmla="*/ 2747827 w 7386271"/>
              <a:gd name="connsiteY31" fmla="*/ 3550639 h 4255489"/>
              <a:gd name="connsiteX32" fmla="*/ 919027 w 7386271"/>
              <a:gd name="connsiteY32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900726 w 7386271"/>
              <a:gd name="connsiteY28" fmla="*/ 32267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948351 w 7386271"/>
              <a:gd name="connsiteY28" fmla="*/ 33029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6757851 w 7386271"/>
              <a:gd name="connsiteY27" fmla="*/ 2826741 h 4255489"/>
              <a:gd name="connsiteX28" fmla="*/ 5757726 w 7386271"/>
              <a:gd name="connsiteY28" fmla="*/ 3169641 h 4255489"/>
              <a:gd name="connsiteX29" fmla="*/ 6367326 w 7386271"/>
              <a:gd name="connsiteY29" fmla="*/ 3322041 h 4255489"/>
              <a:gd name="connsiteX30" fmla="*/ 6853101 w 7386271"/>
              <a:gd name="connsiteY30" fmla="*/ 3074391 h 4255489"/>
              <a:gd name="connsiteX31" fmla="*/ 6062526 w 7386271"/>
              <a:gd name="connsiteY31" fmla="*/ 3703041 h 4255489"/>
              <a:gd name="connsiteX32" fmla="*/ 4690927 w 7386271"/>
              <a:gd name="connsiteY32" fmla="*/ 3226789 h 4255489"/>
              <a:gd name="connsiteX33" fmla="*/ 3700327 w 7386271"/>
              <a:gd name="connsiteY33" fmla="*/ 4255489 h 4255489"/>
              <a:gd name="connsiteX34" fmla="*/ 2747827 w 7386271"/>
              <a:gd name="connsiteY34" fmla="*/ 3550639 h 4255489"/>
              <a:gd name="connsiteX35" fmla="*/ 919027 w 7386271"/>
              <a:gd name="connsiteY35" fmla="*/ 3417289 h 4255489"/>
              <a:gd name="connsiteX0" fmla="*/ 919027 w 7359518"/>
              <a:gd name="connsiteY0" fmla="*/ 3417289 h 4255489"/>
              <a:gd name="connsiteX1" fmla="*/ 2042977 w 7359518"/>
              <a:gd name="connsiteY1" fmla="*/ 3379189 h 4255489"/>
              <a:gd name="connsiteX2" fmla="*/ 4627 w 7359518"/>
              <a:gd name="connsiteY2" fmla="*/ 959839 h 4255489"/>
              <a:gd name="connsiteX3" fmla="*/ 576128 w 7359518"/>
              <a:gd name="connsiteY3" fmla="*/ 1950439 h 4255489"/>
              <a:gd name="connsiteX4" fmla="*/ 1109528 w 7359518"/>
              <a:gd name="connsiteY4" fmla="*/ 1131289 h 4255489"/>
              <a:gd name="connsiteX5" fmla="*/ 1871528 w 7359518"/>
              <a:gd name="connsiteY5" fmla="*/ 2674339 h 4255489"/>
              <a:gd name="connsiteX6" fmla="*/ 1833428 w 7359518"/>
              <a:gd name="connsiteY6" fmla="*/ 1493239 h 4255489"/>
              <a:gd name="connsiteX7" fmla="*/ 2271578 w 7359518"/>
              <a:gd name="connsiteY7" fmla="*/ 2083789 h 4255489"/>
              <a:gd name="connsiteX8" fmla="*/ 2385878 w 7359518"/>
              <a:gd name="connsiteY8" fmla="*/ 2883889 h 4255489"/>
              <a:gd name="connsiteX9" fmla="*/ 3262178 w 7359518"/>
              <a:gd name="connsiteY9" fmla="*/ 3093439 h 4255489"/>
              <a:gd name="connsiteX10" fmla="*/ 3109778 w 7359518"/>
              <a:gd name="connsiteY10" fmla="*/ 1950439 h 4255489"/>
              <a:gd name="connsiteX11" fmla="*/ 2500178 w 7359518"/>
              <a:gd name="connsiteY11" fmla="*/ 559789 h 4255489"/>
              <a:gd name="connsiteX12" fmla="*/ 3071678 w 7359518"/>
              <a:gd name="connsiteY12" fmla="*/ 1531340 h 4255489"/>
              <a:gd name="connsiteX13" fmla="*/ 3738428 w 7359518"/>
              <a:gd name="connsiteY13" fmla="*/ 2083790 h 4255489"/>
              <a:gd name="connsiteX14" fmla="*/ 4443278 w 7359518"/>
              <a:gd name="connsiteY14" fmla="*/ 1378940 h 4255489"/>
              <a:gd name="connsiteX15" fmla="*/ 3357428 w 7359518"/>
              <a:gd name="connsiteY15" fmla="*/ 445490 h 4255489"/>
              <a:gd name="connsiteX16" fmla="*/ 4424228 w 7359518"/>
              <a:gd name="connsiteY16" fmla="*/ 750290 h 4255489"/>
              <a:gd name="connsiteX17" fmla="*/ 4595678 w 7359518"/>
              <a:gd name="connsiteY17" fmla="*/ 64490 h 4255489"/>
              <a:gd name="connsiteX18" fmla="*/ 4862378 w 7359518"/>
              <a:gd name="connsiteY18" fmla="*/ 1455141 h 4255489"/>
              <a:gd name="connsiteX19" fmla="*/ 5757727 w 7359518"/>
              <a:gd name="connsiteY19" fmla="*/ 597891 h 4255489"/>
              <a:gd name="connsiteX20" fmla="*/ 4043227 w 7359518"/>
              <a:gd name="connsiteY20" fmla="*/ 2560041 h 4255489"/>
              <a:gd name="connsiteX21" fmla="*/ 4805227 w 7359518"/>
              <a:gd name="connsiteY21" fmla="*/ 2502891 h 4255489"/>
              <a:gd name="connsiteX22" fmla="*/ 5452927 w 7359518"/>
              <a:gd name="connsiteY22" fmla="*/ 2121891 h 4255489"/>
              <a:gd name="connsiteX23" fmla="*/ 5833927 w 7359518"/>
              <a:gd name="connsiteY23" fmla="*/ 2655291 h 4255489"/>
              <a:gd name="connsiteX24" fmla="*/ 6538776 w 7359518"/>
              <a:gd name="connsiteY24" fmla="*/ 1131291 h 4255489"/>
              <a:gd name="connsiteX25" fmla="*/ 6253026 w 7359518"/>
              <a:gd name="connsiteY25" fmla="*/ 2617191 h 4255489"/>
              <a:gd name="connsiteX26" fmla="*/ 7357926 w 7359518"/>
              <a:gd name="connsiteY26" fmla="*/ 2140941 h 4255489"/>
              <a:gd name="connsiteX27" fmla="*/ 6757851 w 7359518"/>
              <a:gd name="connsiteY27" fmla="*/ 2826741 h 4255489"/>
              <a:gd name="connsiteX28" fmla="*/ 5757726 w 7359518"/>
              <a:gd name="connsiteY28" fmla="*/ 3169641 h 4255489"/>
              <a:gd name="connsiteX29" fmla="*/ 6367326 w 7359518"/>
              <a:gd name="connsiteY29" fmla="*/ 3322041 h 4255489"/>
              <a:gd name="connsiteX30" fmla="*/ 6853101 w 7359518"/>
              <a:gd name="connsiteY30" fmla="*/ 3074391 h 4255489"/>
              <a:gd name="connsiteX31" fmla="*/ 6062526 w 7359518"/>
              <a:gd name="connsiteY31" fmla="*/ 3703041 h 4255489"/>
              <a:gd name="connsiteX32" fmla="*/ 4690927 w 7359518"/>
              <a:gd name="connsiteY32" fmla="*/ 3226789 h 4255489"/>
              <a:gd name="connsiteX33" fmla="*/ 3700327 w 7359518"/>
              <a:gd name="connsiteY33" fmla="*/ 4255489 h 4255489"/>
              <a:gd name="connsiteX34" fmla="*/ 2747827 w 7359518"/>
              <a:gd name="connsiteY34" fmla="*/ 3550639 h 4255489"/>
              <a:gd name="connsiteX35" fmla="*/ 919027 w 7359518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05352 w 7408160"/>
              <a:gd name="connsiteY23" fmla="*/ 26171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05352 w 7408160"/>
              <a:gd name="connsiteY23" fmla="*/ 26171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58861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58861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548051 w 7408160"/>
              <a:gd name="connsiteY20" fmla="*/ 1950441 h 4255489"/>
              <a:gd name="connsiteX21" fmla="*/ 4100377 w 7408160"/>
              <a:gd name="connsiteY21" fmla="*/ 2560041 h 4255489"/>
              <a:gd name="connsiteX22" fmla="*/ 4805227 w 7408160"/>
              <a:gd name="connsiteY22" fmla="*/ 2502891 h 4255489"/>
              <a:gd name="connsiteX23" fmla="*/ 5433877 w 7408160"/>
              <a:gd name="connsiteY23" fmla="*/ 2188566 h 4255489"/>
              <a:gd name="connsiteX24" fmla="*/ 5824402 w 7408160"/>
              <a:gd name="connsiteY24" fmla="*/ 2645766 h 4255489"/>
              <a:gd name="connsiteX25" fmla="*/ 6367326 w 7408160"/>
              <a:gd name="connsiteY25" fmla="*/ 1474191 h 4255489"/>
              <a:gd name="connsiteX26" fmla="*/ 6538776 w 7408160"/>
              <a:gd name="connsiteY26" fmla="*/ 1131291 h 4255489"/>
              <a:gd name="connsiteX27" fmla="*/ 6253026 w 7408160"/>
              <a:gd name="connsiteY27" fmla="*/ 2617191 h 4255489"/>
              <a:gd name="connsiteX28" fmla="*/ 7357926 w 7408160"/>
              <a:gd name="connsiteY28" fmla="*/ 2140941 h 4255489"/>
              <a:gd name="connsiteX29" fmla="*/ 6757851 w 7408160"/>
              <a:gd name="connsiteY29" fmla="*/ 2826741 h 4255489"/>
              <a:gd name="connsiteX30" fmla="*/ 5757726 w 7408160"/>
              <a:gd name="connsiteY30" fmla="*/ 3169641 h 4255489"/>
              <a:gd name="connsiteX31" fmla="*/ 6367326 w 7408160"/>
              <a:gd name="connsiteY31" fmla="*/ 3322041 h 4255489"/>
              <a:gd name="connsiteX32" fmla="*/ 6853101 w 7408160"/>
              <a:gd name="connsiteY32" fmla="*/ 3074391 h 4255489"/>
              <a:gd name="connsiteX33" fmla="*/ 6062526 w 7408160"/>
              <a:gd name="connsiteY33" fmla="*/ 3703041 h 4255489"/>
              <a:gd name="connsiteX34" fmla="*/ 4690927 w 7408160"/>
              <a:gd name="connsiteY34" fmla="*/ 3226789 h 4255489"/>
              <a:gd name="connsiteX35" fmla="*/ 3700327 w 7408160"/>
              <a:gd name="connsiteY35" fmla="*/ 4255489 h 4255489"/>
              <a:gd name="connsiteX36" fmla="*/ 2747827 w 7408160"/>
              <a:gd name="connsiteY36" fmla="*/ 3550639 h 4255489"/>
              <a:gd name="connsiteX37" fmla="*/ 919027 w 7408160"/>
              <a:gd name="connsiteY37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07516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07516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370861 h 4209061"/>
              <a:gd name="connsiteX1" fmla="*/ 2042977 w 7408160"/>
              <a:gd name="connsiteY1" fmla="*/ 3332761 h 4209061"/>
              <a:gd name="connsiteX2" fmla="*/ 4627 w 7408160"/>
              <a:gd name="connsiteY2" fmla="*/ 913411 h 4209061"/>
              <a:gd name="connsiteX3" fmla="*/ 576128 w 7408160"/>
              <a:gd name="connsiteY3" fmla="*/ 1904011 h 4209061"/>
              <a:gd name="connsiteX4" fmla="*/ 1109528 w 7408160"/>
              <a:gd name="connsiteY4" fmla="*/ 1084861 h 4209061"/>
              <a:gd name="connsiteX5" fmla="*/ 1871528 w 7408160"/>
              <a:gd name="connsiteY5" fmla="*/ 2627911 h 4209061"/>
              <a:gd name="connsiteX6" fmla="*/ 1833428 w 7408160"/>
              <a:gd name="connsiteY6" fmla="*/ 1446811 h 4209061"/>
              <a:gd name="connsiteX7" fmla="*/ 2271578 w 7408160"/>
              <a:gd name="connsiteY7" fmla="*/ 2037361 h 4209061"/>
              <a:gd name="connsiteX8" fmla="*/ 2385878 w 7408160"/>
              <a:gd name="connsiteY8" fmla="*/ 2837461 h 4209061"/>
              <a:gd name="connsiteX9" fmla="*/ 3262178 w 7408160"/>
              <a:gd name="connsiteY9" fmla="*/ 3047011 h 4209061"/>
              <a:gd name="connsiteX10" fmla="*/ 3109778 w 7408160"/>
              <a:gd name="connsiteY10" fmla="*/ 1904011 h 4209061"/>
              <a:gd name="connsiteX11" fmla="*/ 2500178 w 7408160"/>
              <a:gd name="connsiteY11" fmla="*/ 513361 h 4209061"/>
              <a:gd name="connsiteX12" fmla="*/ 3071678 w 7408160"/>
              <a:gd name="connsiteY12" fmla="*/ 1484912 h 4209061"/>
              <a:gd name="connsiteX13" fmla="*/ 3738428 w 7408160"/>
              <a:gd name="connsiteY13" fmla="*/ 2037362 h 4209061"/>
              <a:gd name="connsiteX14" fmla="*/ 4443278 w 7408160"/>
              <a:gd name="connsiteY14" fmla="*/ 1332512 h 4209061"/>
              <a:gd name="connsiteX15" fmla="*/ 3357428 w 7408160"/>
              <a:gd name="connsiteY15" fmla="*/ 399062 h 4209061"/>
              <a:gd name="connsiteX16" fmla="*/ 4424228 w 7408160"/>
              <a:gd name="connsiteY16" fmla="*/ 703862 h 4209061"/>
              <a:gd name="connsiteX17" fmla="*/ 4595678 w 7408160"/>
              <a:gd name="connsiteY17" fmla="*/ 18062 h 4209061"/>
              <a:gd name="connsiteX18" fmla="*/ 4862378 w 7408160"/>
              <a:gd name="connsiteY18" fmla="*/ 1361088 h 4209061"/>
              <a:gd name="connsiteX19" fmla="*/ 5433876 w 7408160"/>
              <a:gd name="connsiteY19" fmla="*/ 1132488 h 4209061"/>
              <a:gd name="connsiteX20" fmla="*/ 5757727 w 7408160"/>
              <a:gd name="connsiteY20" fmla="*/ 551463 h 4209061"/>
              <a:gd name="connsiteX21" fmla="*/ 5672001 w 7408160"/>
              <a:gd name="connsiteY21" fmla="*/ 1475388 h 4209061"/>
              <a:gd name="connsiteX22" fmla="*/ 4548051 w 7408160"/>
              <a:gd name="connsiteY22" fmla="*/ 1904013 h 4209061"/>
              <a:gd name="connsiteX23" fmla="*/ 4100377 w 7408160"/>
              <a:gd name="connsiteY23" fmla="*/ 2513613 h 4209061"/>
              <a:gd name="connsiteX24" fmla="*/ 4805227 w 7408160"/>
              <a:gd name="connsiteY24" fmla="*/ 2456463 h 4209061"/>
              <a:gd name="connsiteX25" fmla="*/ 5433877 w 7408160"/>
              <a:gd name="connsiteY25" fmla="*/ 2142138 h 4209061"/>
              <a:gd name="connsiteX26" fmla="*/ 5824402 w 7408160"/>
              <a:gd name="connsiteY26" fmla="*/ 2599338 h 4209061"/>
              <a:gd name="connsiteX27" fmla="*/ 6367326 w 7408160"/>
              <a:gd name="connsiteY27" fmla="*/ 1427763 h 4209061"/>
              <a:gd name="connsiteX28" fmla="*/ 6538776 w 7408160"/>
              <a:gd name="connsiteY28" fmla="*/ 1084863 h 4209061"/>
              <a:gd name="connsiteX29" fmla="*/ 6253026 w 7408160"/>
              <a:gd name="connsiteY29" fmla="*/ 2570763 h 4209061"/>
              <a:gd name="connsiteX30" fmla="*/ 7357926 w 7408160"/>
              <a:gd name="connsiteY30" fmla="*/ 2094513 h 4209061"/>
              <a:gd name="connsiteX31" fmla="*/ 6757851 w 7408160"/>
              <a:gd name="connsiteY31" fmla="*/ 2780313 h 4209061"/>
              <a:gd name="connsiteX32" fmla="*/ 5757726 w 7408160"/>
              <a:gd name="connsiteY32" fmla="*/ 3123213 h 4209061"/>
              <a:gd name="connsiteX33" fmla="*/ 6367326 w 7408160"/>
              <a:gd name="connsiteY33" fmla="*/ 3275613 h 4209061"/>
              <a:gd name="connsiteX34" fmla="*/ 6853101 w 7408160"/>
              <a:gd name="connsiteY34" fmla="*/ 3027963 h 4209061"/>
              <a:gd name="connsiteX35" fmla="*/ 6062526 w 7408160"/>
              <a:gd name="connsiteY35" fmla="*/ 3656613 h 4209061"/>
              <a:gd name="connsiteX36" fmla="*/ 4690927 w 7408160"/>
              <a:gd name="connsiteY36" fmla="*/ 3180361 h 4209061"/>
              <a:gd name="connsiteX37" fmla="*/ 3700327 w 7408160"/>
              <a:gd name="connsiteY37" fmla="*/ 4209061 h 4209061"/>
              <a:gd name="connsiteX38" fmla="*/ 2747827 w 7408160"/>
              <a:gd name="connsiteY38" fmla="*/ 3504211 h 4209061"/>
              <a:gd name="connsiteX39" fmla="*/ 919027 w 7408160"/>
              <a:gd name="connsiteY39" fmla="*/ 3370861 h 4209061"/>
              <a:gd name="connsiteX0" fmla="*/ 919027 w 7408160"/>
              <a:gd name="connsiteY0" fmla="*/ 3370861 h 4209061"/>
              <a:gd name="connsiteX1" fmla="*/ 2042977 w 7408160"/>
              <a:gd name="connsiteY1" fmla="*/ 3332761 h 4209061"/>
              <a:gd name="connsiteX2" fmla="*/ 4627 w 7408160"/>
              <a:gd name="connsiteY2" fmla="*/ 913411 h 4209061"/>
              <a:gd name="connsiteX3" fmla="*/ 576128 w 7408160"/>
              <a:gd name="connsiteY3" fmla="*/ 1904011 h 4209061"/>
              <a:gd name="connsiteX4" fmla="*/ 1109528 w 7408160"/>
              <a:gd name="connsiteY4" fmla="*/ 1084861 h 4209061"/>
              <a:gd name="connsiteX5" fmla="*/ 1871528 w 7408160"/>
              <a:gd name="connsiteY5" fmla="*/ 2627911 h 4209061"/>
              <a:gd name="connsiteX6" fmla="*/ 1833428 w 7408160"/>
              <a:gd name="connsiteY6" fmla="*/ 1446811 h 4209061"/>
              <a:gd name="connsiteX7" fmla="*/ 2271578 w 7408160"/>
              <a:gd name="connsiteY7" fmla="*/ 2037361 h 4209061"/>
              <a:gd name="connsiteX8" fmla="*/ 2385878 w 7408160"/>
              <a:gd name="connsiteY8" fmla="*/ 2837461 h 4209061"/>
              <a:gd name="connsiteX9" fmla="*/ 3262178 w 7408160"/>
              <a:gd name="connsiteY9" fmla="*/ 3047011 h 4209061"/>
              <a:gd name="connsiteX10" fmla="*/ 3109778 w 7408160"/>
              <a:gd name="connsiteY10" fmla="*/ 1904011 h 4209061"/>
              <a:gd name="connsiteX11" fmla="*/ 2500178 w 7408160"/>
              <a:gd name="connsiteY11" fmla="*/ 513361 h 4209061"/>
              <a:gd name="connsiteX12" fmla="*/ 3071678 w 7408160"/>
              <a:gd name="connsiteY12" fmla="*/ 1484912 h 4209061"/>
              <a:gd name="connsiteX13" fmla="*/ 3738428 w 7408160"/>
              <a:gd name="connsiteY13" fmla="*/ 2037362 h 4209061"/>
              <a:gd name="connsiteX14" fmla="*/ 4443278 w 7408160"/>
              <a:gd name="connsiteY14" fmla="*/ 1332512 h 4209061"/>
              <a:gd name="connsiteX15" fmla="*/ 3357428 w 7408160"/>
              <a:gd name="connsiteY15" fmla="*/ 399062 h 4209061"/>
              <a:gd name="connsiteX16" fmla="*/ 4424228 w 7408160"/>
              <a:gd name="connsiteY16" fmla="*/ 703862 h 4209061"/>
              <a:gd name="connsiteX17" fmla="*/ 4595678 w 7408160"/>
              <a:gd name="connsiteY17" fmla="*/ 18062 h 4209061"/>
              <a:gd name="connsiteX18" fmla="*/ 4862378 w 7408160"/>
              <a:gd name="connsiteY18" fmla="*/ 1361088 h 4209061"/>
              <a:gd name="connsiteX19" fmla="*/ 5433876 w 7408160"/>
              <a:gd name="connsiteY19" fmla="*/ 1132488 h 4209061"/>
              <a:gd name="connsiteX20" fmla="*/ 5757727 w 7408160"/>
              <a:gd name="connsiteY20" fmla="*/ 551463 h 4209061"/>
              <a:gd name="connsiteX21" fmla="*/ 5672001 w 7408160"/>
              <a:gd name="connsiteY21" fmla="*/ 1475388 h 4209061"/>
              <a:gd name="connsiteX22" fmla="*/ 4548051 w 7408160"/>
              <a:gd name="connsiteY22" fmla="*/ 1904013 h 4209061"/>
              <a:gd name="connsiteX23" fmla="*/ 4100377 w 7408160"/>
              <a:gd name="connsiteY23" fmla="*/ 2513613 h 4209061"/>
              <a:gd name="connsiteX24" fmla="*/ 4805227 w 7408160"/>
              <a:gd name="connsiteY24" fmla="*/ 2456463 h 4209061"/>
              <a:gd name="connsiteX25" fmla="*/ 5433877 w 7408160"/>
              <a:gd name="connsiteY25" fmla="*/ 2142138 h 4209061"/>
              <a:gd name="connsiteX26" fmla="*/ 5824402 w 7408160"/>
              <a:gd name="connsiteY26" fmla="*/ 2599338 h 4209061"/>
              <a:gd name="connsiteX27" fmla="*/ 6367326 w 7408160"/>
              <a:gd name="connsiteY27" fmla="*/ 1427763 h 4209061"/>
              <a:gd name="connsiteX28" fmla="*/ 6538776 w 7408160"/>
              <a:gd name="connsiteY28" fmla="*/ 1084863 h 4209061"/>
              <a:gd name="connsiteX29" fmla="*/ 6253026 w 7408160"/>
              <a:gd name="connsiteY29" fmla="*/ 2570763 h 4209061"/>
              <a:gd name="connsiteX30" fmla="*/ 7357926 w 7408160"/>
              <a:gd name="connsiteY30" fmla="*/ 2094513 h 4209061"/>
              <a:gd name="connsiteX31" fmla="*/ 6757851 w 7408160"/>
              <a:gd name="connsiteY31" fmla="*/ 2780313 h 4209061"/>
              <a:gd name="connsiteX32" fmla="*/ 5757726 w 7408160"/>
              <a:gd name="connsiteY32" fmla="*/ 3123213 h 4209061"/>
              <a:gd name="connsiteX33" fmla="*/ 6367326 w 7408160"/>
              <a:gd name="connsiteY33" fmla="*/ 3275613 h 4209061"/>
              <a:gd name="connsiteX34" fmla="*/ 6853101 w 7408160"/>
              <a:gd name="connsiteY34" fmla="*/ 3027963 h 4209061"/>
              <a:gd name="connsiteX35" fmla="*/ 6062526 w 7408160"/>
              <a:gd name="connsiteY35" fmla="*/ 3656613 h 4209061"/>
              <a:gd name="connsiteX36" fmla="*/ 4690927 w 7408160"/>
              <a:gd name="connsiteY36" fmla="*/ 3180361 h 4209061"/>
              <a:gd name="connsiteX37" fmla="*/ 3700327 w 7408160"/>
              <a:gd name="connsiteY37" fmla="*/ 4209061 h 4209061"/>
              <a:gd name="connsiteX38" fmla="*/ 2747827 w 7408160"/>
              <a:gd name="connsiteY38" fmla="*/ 3504211 h 4209061"/>
              <a:gd name="connsiteX39" fmla="*/ 919027 w 7408160"/>
              <a:gd name="connsiteY39" fmla="*/ 3370861 h 4209061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8572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8572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1064362 w 7553495"/>
              <a:gd name="connsiteY0" fmla="*/ 3360795 h 4208519"/>
              <a:gd name="connsiteX1" fmla="*/ 2188312 w 7553495"/>
              <a:gd name="connsiteY1" fmla="*/ 3322695 h 4208519"/>
              <a:gd name="connsiteX2" fmla="*/ 149962 w 7553495"/>
              <a:gd name="connsiteY2" fmla="*/ 903345 h 4208519"/>
              <a:gd name="connsiteX3" fmla="*/ 721463 w 7553495"/>
              <a:gd name="connsiteY3" fmla="*/ 1893945 h 4208519"/>
              <a:gd name="connsiteX4" fmla="*/ 1254863 w 7553495"/>
              <a:gd name="connsiteY4" fmla="*/ 1074795 h 4208519"/>
              <a:gd name="connsiteX5" fmla="*/ 1273911 w 7553495"/>
              <a:gd name="connsiteY5" fmla="*/ 1951097 h 4208519"/>
              <a:gd name="connsiteX6" fmla="*/ 2016863 w 7553495"/>
              <a:gd name="connsiteY6" fmla="*/ 2617845 h 4208519"/>
              <a:gd name="connsiteX7" fmla="*/ 1978763 w 7553495"/>
              <a:gd name="connsiteY7" fmla="*/ 1436745 h 4208519"/>
              <a:gd name="connsiteX8" fmla="*/ 2416913 w 7553495"/>
              <a:gd name="connsiteY8" fmla="*/ 2027295 h 4208519"/>
              <a:gd name="connsiteX9" fmla="*/ 2531213 w 7553495"/>
              <a:gd name="connsiteY9" fmla="*/ 2827395 h 4208519"/>
              <a:gd name="connsiteX10" fmla="*/ 3407513 w 7553495"/>
              <a:gd name="connsiteY10" fmla="*/ 3036945 h 4208519"/>
              <a:gd name="connsiteX11" fmla="*/ 3255113 w 7553495"/>
              <a:gd name="connsiteY11" fmla="*/ 1893945 h 4208519"/>
              <a:gd name="connsiteX12" fmla="*/ 2645513 w 7553495"/>
              <a:gd name="connsiteY12" fmla="*/ 503295 h 4208519"/>
              <a:gd name="connsiteX13" fmla="*/ 3217013 w 7553495"/>
              <a:gd name="connsiteY13" fmla="*/ 1474846 h 4208519"/>
              <a:gd name="connsiteX14" fmla="*/ 3883763 w 7553495"/>
              <a:gd name="connsiteY14" fmla="*/ 2027296 h 4208519"/>
              <a:gd name="connsiteX15" fmla="*/ 4588613 w 7553495"/>
              <a:gd name="connsiteY15" fmla="*/ 1322446 h 4208519"/>
              <a:gd name="connsiteX16" fmla="*/ 3836136 w 7553495"/>
              <a:gd name="connsiteY16" fmla="*/ 950972 h 4208519"/>
              <a:gd name="connsiteX17" fmla="*/ 3502763 w 7553495"/>
              <a:gd name="connsiteY17" fmla="*/ 388996 h 4208519"/>
              <a:gd name="connsiteX18" fmla="*/ 4569563 w 7553495"/>
              <a:gd name="connsiteY18" fmla="*/ 693796 h 4208519"/>
              <a:gd name="connsiteX19" fmla="*/ 4741013 w 7553495"/>
              <a:gd name="connsiteY19" fmla="*/ 7996 h 4208519"/>
              <a:gd name="connsiteX20" fmla="*/ 5007713 w 7553495"/>
              <a:gd name="connsiteY20" fmla="*/ 1351022 h 4208519"/>
              <a:gd name="connsiteX21" fmla="*/ 5579211 w 7553495"/>
              <a:gd name="connsiteY21" fmla="*/ 1122422 h 4208519"/>
              <a:gd name="connsiteX22" fmla="*/ 5903062 w 7553495"/>
              <a:gd name="connsiteY22" fmla="*/ 541397 h 4208519"/>
              <a:gd name="connsiteX23" fmla="*/ 5817336 w 7553495"/>
              <a:gd name="connsiteY23" fmla="*/ 1465322 h 4208519"/>
              <a:gd name="connsiteX24" fmla="*/ 4693386 w 7553495"/>
              <a:gd name="connsiteY24" fmla="*/ 1893947 h 4208519"/>
              <a:gd name="connsiteX25" fmla="*/ 4245712 w 7553495"/>
              <a:gd name="connsiteY25" fmla="*/ 2503547 h 4208519"/>
              <a:gd name="connsiteX26" fmla="*/ 4950562 w 7553495"/>
              <a:gd name="connsiteY26" fmla="*/ 2446397 h 4208519"/>
              <a:gd name="connsiteX27" fmla="*/ 5579212 w 7553495"/>
              <a:gd name="connsiteY27" fmla="*/ 2132072 h 4208519"/>
              <a:gd name="connsiteX28" fmla="*/ 5969737 w 7553495"/>
              <a:gd name="connsiteY28" fmla="*/ 2589272 h 4208519"/>
              <a:gd name="connsiteX29" fmla="*/ 6512661 w 7553495"/>
              <a:gd name="connsiteY29" fmla="*/ 1417697 h 4208519"/>
              <a:gd name="connsiteX30" fmla="*/ 6684111 w 7553495"/>
              <a:gd name="connsiteY30" fmla="*/ 1074797 h 4208519"/>
              <a:gd name="connsiteX31" fmla="*/ 6398361 w 7553495"/>
              <a:gd name="connsiteY31" fmla="*/ 2560697 h 4208519"/>
              <a:gd name="connsiteX32" fmla="*/ 7503261 w 7553495"/>
              <a:gd name="connsiteY32" fmla="*/ 2084447 h 4208519"/>
              <a:gd name="connsiteX33" fmla="*/ 6903186 w 7553495"/>
              <a:gd name="connsiteY33" fmla="*/ 2770247 h 4208519"/>
              <a:gd name="connsiteX34" fmla="*/ 5903061 w 7553495"/>
              <a:gd name="connsiteY34" fmla="*/ 3113147 h 4208519"/>
              <a:gd name="connsiteX35" fmla="*/ 6512661 w 7553495"/>
              <a:gd name="connsiteY35" fmla="*/ 3265547 h 4208519"/>
              <a:gd name="connsiteX36" fmla="*/ 6998436 w 7553495"/>
              <a:gd name="connsiteY36" fmla="*/ 3017897 h 4208519"/>
              <a:gd name="connsiteX37" fmla="*/ 6207861 w 7553495"/>
              <a:gd name="connsiteY37" fmla="*/ 3646547 h 4208519"/>
              <a:gd name="connsiteX38" fmla="*/ 4836262 w 7553495"/>
              <a:gd name="connsiteY38" fmla="*/ 3170295 h 4208519"/>
              <a:gd name="connsiteX39" fmla="*/ 3845662 w 7553495"/>
              <a:gd name="connsiteY39" fmla="*/ 4198995 h 4208519"/>
              <a:gd name="connsiteX40" fmla="*/ 2893162 w 7553495"/>
              <a:gd name="connsiteY40" fmla="*/ 3494145 h 4208519"/>
              <a:gd name="connsiteX41" fmla="*/ 1064362 w 7553495"/>
              <a:gd name="connsiteY41" fmla="*/ 3360795 h 4208519"/>
              <a:gd name="connsiteX0" fmla="*/ 914757 w 7403890"/>
              <a:gd name="connsiteY0" fmla="*/ 3360795 h 4208519"/>
              <a:gd name="connsiteX1" fmla="*/ 2038707 w 7403890"/>
              <a:gd name="connsiteY1" fmla="*/ 3322695 h 4208519"/>
              <a:gd name="connsiteX2" fmla="*/ 743307 w 7403890"/>
              <a:gd name="connsiteY2" fmla="*/ 2398772 h 4208519"/>
              <a:gd name="connsiteX3" fmla="*/ 357 w 7403890"/>
              <a:gd name="connsiteY3" fmla="*/ 903345 h 4208519"/>
              <a:gd name="connsiteX4" fmla="*/ 571858 w 7403890"/>
              <a:gd name="connsiteY4" fmla="*/ 1893945 h 4208519"/>
              <a:gd name="connsiteX5" fmla="*/ 1105258 w 7403890"/>
              <a:gd name="connsiteY5" fmla="*/ 1074795 h 4208519"/>
              <a:gd name="connsiteX6" fmla="*/ 1124306 w 7403890"/>
              <a:gd name="connsiteY6" fmla="*/ 1951097 h 4208519"/>
              <a:gd name="connsiteX7" fmla="*/ 1867258 w 7403890"/>
              <a:gd name="connsiteY7" fmla="*/ 2617845 h 4208519"/>
              <a:gd name="connsiteX8" fmla="*/ 1829158 w 7403890"/>
              <a:gd name="connsiteY8" fmla="*/ 1436745 h 4208519"/>
              <a:gd name="connsiteX9" fmla="*/ 2267308 w 7403890"/>
              <a:gd name="connsiteY9" fmla="*/ 2027295 h 4208519"/>
              <a:gd name="connsiteX10" fmla="*/ 2381608 w 7403890"/>
              <a:gd name="connsiteY10" fmla="*/ 2827395 h 4208519"/>
              <a:gd name="connsiteX11" fmla="*/ 3257908 w 7403890"/>
              <a:gd name="connsiteY11" fmla="*/ 3036945 h 4208519"/>
              <a:gd name="connsiteX12" fmla="*/ 3105508 w 7403890"/>
              <a:gd name="connsiteY12" fmla="*/ 1893945 h 4208519"/>
              <a:gd name="connsiteX13" fmla="*/ 2495908 w 7403890"/>
              <a:gd name="connsiteY13" fmla="*/ 503295 h 4208519"/>
              <a:gd name="connsiteX14" fmla="*/ 3067408 w 7403890"/>
              <a:gd name="connsiteY14" fmla="*/ 1474846 h 4208519"/>
              <a:gd name="connsiteX15" fmla="*/ 3734158 w 7403890"/>
              <a:gd name="connsiteY15" fmla="*/ 2027296 h 4208519"/>
              <a:gd name="connsiteX16" fmla="*/ 4439008 w 7403890"/>
              <a:gd name="connsiteY16" fmla="*/ 1322446 h 4208519"/>
              <a:gd name="connsiteX17" fmla="*/ 3686531 w 7403890"/>
              <a:gd name="connsiteY17" fmla="*/ 950972 h 4208519"/>
              <a:gd name="connsiteX18" fmla="*/ 3353158 w 7403890"/>
              <a:gd name="connsiteY18" fmla="*/ 388996 h 4208519"/>
              <a:gd name="connsiteX19" fmla="*/ 4419958 w 7403890"/>
              <a:gd name="connsiteY19" fmla="*/ 693796 h 4208519"/>
              <a:gd name="connsiteX20" fmla="*/ 4591408 w 7403890"/>
              <a:gd name="connsiteY20" fmla="*/ 7996 h 4208519"/>
              <a:gd name="connsiteX21" fmla="*/ 4858108 w 7403890"/>
              <a:gd name="connsiteY21" fmla="*/ 1351022 h 4208519"/>
              <a:gd name="connsiteX22" fmla="*/ 5429606 w 7403890"/>
              <a:gd name="connsiteY22" fmla="*/ 1122422 h 4208519"/>
              <a:gd name="connsiteX23" fmla="*/ 5753457 w 7403890"/>
              <a:gd name="connsiteY23" fmla="*/ 541397 h 4208519"/>
              <a:gd name="connsiteX24" fmla="*/ 5667731 w 7403890"/>
              <a:gd name="connsiteY24" fmla="*/ 1465322 h 4208519"/>
              <a:gd name="connsiteX25" fmla="*/ 4543781 w 7403890"/>
              <a:gd name="connsiteY25" fmla="*/ 1893947 h 4208519"/>
              <a:gd name="connsiteX26" fmla="*/ 4096107 w 7403890"/>
              <a:gd name="connsiteY26" fmla="*/ 2503547 h 4208519"/>
              <a:gd name="connsiteX27" fmla="*/ 4800957 w 7403890"/>
              <a:gd name="connsiteY27" fmla="*/ 2446397 h 4208519"/>
              <a:gd name="connsiteX28" fmla="*/ 5429607 w 7403890"/>
              <a:gd name="connsiteY28" fmla="*/ 2132072 h 4208519"/>
              <a:gd name="connsiteX29" fmla="*/ 5820132 w 7403890"/>
              <a:gd name="connsiteY29" fmla="*/ 2589272 h 4208519"/>
              <a:gd name="connsiteX30" fmla="*/ 6363056 w 7403890"/>
              <a:gd name="connsiteY30" fmla="*/ 1417697 h 4208519"/>
              <a:gd name="connsiteX31" fmla="*/ 6534506 w 7403890"/>
              <a:gd name="connsiteY31" fmla="*/ 1074797 h 4208519"/>
              <a:gd name="connsiteX32" fmla="*/ 6248756 w 7403890"/>
              <a:gd name="connsiteY32" fmla="*/ 2560697 h 4208519"/>
              <a:gd name="connsiteX33" fmla="*/ 7353656 w 7403890"/>
              <a:gd name="connsiteY33" fmla="*/ 2084447 h 4208519"/>
              <a:gd name="connsiteX34" fmla="*/ 6753581 w 7403890"/>
              <a:gd name="connsiteY34" fmla="*/ 2770247 h 4208519"/>
              <a:gd name="connsiteX35" fmla="*/ 5753456 w 7403890"/>
              <a:gd name="connsiteY35" fmla="*/ 3113147 h 4208519"/>
              <a:gd name="connsiteX36" fmla="*/ 6363056 w 7403890"/>
              <a:gd name="connsiteY36" fmla="*/ 3265547 h 4208519"/>
              <a:gd name="connsiteX37" fmla="*/ 6848831 w 7403890"/>
              <a:gd name="connsiteY37" fmla="*/ 3017897 h 4208519"/>
              <a:gd name="connsiteX38" fmla="*/ 6058256 w 7403890"/>
              <a:gd name="connsiteY38" fmla="*/ 3646547 h 4208519"/>
              <a:gd name="connsiteX39" fmla="*/ 4686657 w 7403890"/>
              <a:gd name="connsiteY39" fmla="*/ 3170295 h 4208519"/>
              <a:gd name="connsiteX40" fmla="*/ 3696057 w 7403890"/>
              <a:gd name="connsiteY40" fmla="*/ 4198995 h 4208519"/>
              <a:gd name="connsiteX41" fmla="*/ 2743557 w 7403890"/>
              <a:gd name="connsiteY41" fmla="*/ 3494145 h 4208519"/>
              <a:gd name="connsiteX42" fmla="*/ 914757 w 7403890"/>
              <a:gd name="connsiteY42" fmla="*/ 3360795 h 4208519"/>
              <a:gd name="connsiteX0" fmla="*/ 1049251 w 7538384"/>
              <a:gd name="connsiteY0" fmla="*/ 3360795 h 4208519"/>
              <a:gd name="connsiteX1" fmla="*/ 2173201 w 7538384"/>
              <a:gd name="connsiteY1" fmla="*/ 3322695 h 4208519"/>
              <a:gd name="connsiteX2" fmla="*/ 877801 w 7538384"/>
              <a:gd name="connsiteY2" fmla="*/ 2398772 h 4208519"/>
              <a:gd name="connsiteX3" fmla="*/ 134851 w 7538384"/>
              <a:gd name="connsiteY3" fmla="*/ 903345 h 4208519"/>
              <a:gd name="connsiteX4" fmla="*/ 706352 w 7538384"/>
              <a:gd name="connsiteY4" fmla="*/ 1893945 h 4208519"/>
              <a:gd name="connsiteX5" fmla="*/ 1239752 w 7538384"/>
              <a:gd name="connsiteY5" fmla="*/ 1074795 h 4208519"/>
              <a:gd name="connsiteX6" fmla="*/ 1258800 w 7538384"/>
              <a:gd name="connsiteY6" fmla="*/ 1951097 h 4208519"/>
              <a:gd name="connsiteX7" fmla="*/ 2001752 w 7538384"/>
              <a:gd name="connsiteY7" fmla="*/ 2617845 h 4208519"/>
              <a:gd name="connsiteX8" fmla="*/ 1963652 w 7538384"/>
              <a:gd name="connsiteY8" fmla="*/ 1436745 h 4208519"/>
              <a:gd name="connsiteX9" fmla="*/ 2401802 w 7538384"/>
              <a:gd name="connsiteY9" fmla="*/ 2027295 h 4208519"/>
              <a:gd name="connsiteX10" fmla="*/ 2516102 w 7538384"/>
              <a:gd name="connsiteY10" fmla="*/ 2827395 h 4208519"/>
              <a:gd name="connsiteX11" fmla="*/ 3392402 w 7538384"/>
              <a:gd name="connsiteY11" fmla="*/ 3036945 h 4208519"/>
              <a:gd name="connsiteX12" fmla="*/ 3240002 w 7538384"/>
              <a:gd name="connsiteY12" fmla="*/ 1893945 h 4208519"/>
              <a:gd name="connsiteX13" fmla="*/ 2630402 w 7538384"/>
              <a:gd name="connsiteY13" fmla="*/ 503295 h 4208519"/>
              <a:gd name="connsiteX14" fmla="*/ 3201902 w 7538384"/>
              <a:gd name="connsiteY14" fmla="*/ 1474846 h 4208519"/>
              <a:gd name="connsiteX15" fmla="*/ 3868652 w 7538384"/>
              <a:gd name="connsiteY15" fmla="*/ 2027296 h 4208519"/>
              <a:gd name="connsiteX16" fmla="*/ 4573502 w 7538384"/>
              <a:gd name="connsiteY16" fmla="*/ 1322446 h 4208519"/>
              <a:gd name="connsiteX17" fmla="*/ 3821025 w 7538384"/>
              <a:gd name="connsiteY17" fmla="*/ 950972 h 4208519"/>
              <a:gd name="connsiteX18" fmla="*/ 3487652 w 7538384"/>
              <a:gd name="connsiteY18" fmla="*/ 388996 h 4208519"/>
              <a:gd name="connsiteX19" fmla="*/ 4554452 w 7538384"/>
              <a:gd name="connsiteY19" fmla="*/ 693796 h 4208519"/>
              <a:gd name="connsiteX20" fmla="*/ 4725902 w 7538384"/>
              <a:gd name="connsiteY20" fmla="*/ 7996 h 4208519"/>
              <a:gd name="connsiteX21" fmla="*/ 4992602 w 7538384"/>
              <a:gd name="connsiteY21" fmla="*/ 1351022 h 4208519"/>
              <a:gd name="connsiteX22" fmla="*/ 5564100 w 7538384"/>
              <a:gd name="connsiteY22" fmla="*/ 1122422 h 4208519"/>
              <a:gd name="connsiteX23" fmla="*/ 5887951 w 7538384"/>
              <a:gd name="connsiteY23" fmla="*/ 541397 h 4208519"/>
              <a:gd name="connsiteX24" fmla="*/ 5802225 w 7538384"/>
              <a:gd name="connsiteY24" fmla="*/ 1465322 h 4208519"/>
              <a:gd name="connsiteX25" fmla="*/ 4678275 w 7538384"/>
              <a:gd name="connsiteY25" fmla="*/ 1893947 h 4208519"/>
              <a:gd name="connsiteX26" fmla="*/ 4230601 w 7538384"/>
              <a:gd name="connsiteY26" fmla="*/ 2503547 h 4208519"/>
              <a:gd name="connsiteX27" fmla="*/ 4935451 w 7538384"/>
              <a:gd name="connsiteY27" fmla="*/ 2446397 h 4208519"/>
              <a:gd name="connsiteX28" fmla="*/ 5564101 w 7538384"/>
              <a:gd name="connsiteY28" fmla="*/ 2132072 h 4208519"/>
              <a:gd name="connsiteX29" fmla="*/ 5954626 w 7538384"/>
              <a:gd name="connsiteY29" fmla="*/ 2589272 h 4208519"/>
              <a:gd name="connsiteX30" fmla="*/ 6497550 w 7538384"/>
              <a:gd name="connsiteY30" fmla="*/ 1417697 h 4208519"/>
              <a:gd name="connsiteX31" fmla="*/ 6669000 w 7538384"/>
              <a:gd name="connsiteY31" fmla="*/ 1074797 h 4208519"/>
              <a:gd name="connsiteX32" fmla="*/ 6383250 w 7538384"/>
              <a:gd name="connsiteY32" fmla="*/ 2560697 h 4208519"/>
              <a:gd name="connsiteX33" fmla="*/ 7488150 w 7538384"/>
              <a:gd name="connsiteY33" fmla="*/ 2084447 h 4208519"/>
              <a:gd name="connsiteX34" fmla="*/ 6888075 w 7538384"/>
              <a:gd name="connsiteY34" fmla="*/ 2770247 h 4208519"/>
              <a:gd name="connsiteX35" fmla="*/ 5887950 w 7538384"/>
              <a:gd name="connsiteY35" fmla="*/ 3113147 h 4208519"/>
              <a:gd name="connsiteX36" fmla="*/ 6497550 w 7538384"/>
              <a:gd name="connsiteY36" fmla="*/ 3265547 h 4208519"/>
              <a:gd name="connsiteX37" fmla="*/ 6983325 w 7538384"/>
              <a:gd name="connsiteY37" fmla="*/ 3017897 h 4208519"/>
              <a:gd name="connsiteX38" fmla="*/ 6192750 w 7538384"/>
              <a:gd name="connsiteY38" fmla="*/ 3646547 h 4208519"/>
              <a:gd name="connsiteX39" fmla="*/ 4821151 w 7538384"/>
              <a:gd name="connsiteY39" fmla="*/ 3170295 h 4208519"/>
              <a:gd name="connsiteX40" fmla="*/ 3830551 w 7538384"/>
              <a:gd name="connsiteY40" fmla="*/ 4198995 h 4208519"/>
              <a:gd name="connsiteX41" fmla="*/ 2878051 w 7538384"/>
              <a:gd name="connsiteY41" fmla="*/ 3494145 h 4208519"/>
              <a:gd name="connsiteX42" fmla="*/ 1049251 w 7538384"/>
              <a:gd name="connsiteY42" fmla="*/ 3360795 h 4208519"/>
              <a:gd name="connsiteX0" fmla="*/ 1111160 w 7600293"/>
              <a:gd name="connsiteY0" fmla="*/ 3360795 h 4208519"/>
              <a:gd name="connsiteX1" fmla="*/ 2235110 w 7600293"/>
              <a:gd name="connsiteY1" fmla="*/ 3322695 h 4208519"/>
              <a:gd name="connsiteX2" fmla="*/ 939710 w 7600293"/>
              <a:gd name="connsiteY2" fmla="*/ 2398772 h 4208519"/>
              <a:gd name="connsiteX3" fmla="*/ 196760 w 7600293"/>
              <a:gd name="connsiteY3" fmla="*/ 903345 h 4208519"/>
              <a:gd name="connsiteX4" fmla="*/ 768261 w 7600293"/>
              <a:gd name="connsiteY4" fmla="*/ 1893945 h 4208519"/>
              <a:gd name="connsiteX5" fmla="*/ 1301661 w 7600293"/>
              <a:gd name="connsiteY5" fmla="*/ 1074795 h 4208519"/>
              <a:gd name="connsiteX6" fmla="*/ 1320709 w 7600293"/>
              <a:gd name="connsiteY6" fmla="*/ 1951097 h 4208519"/>
              <a:gd name="connsiteX7" fmla="*/ 2063661 w 7600293"/>
              <a:gd name="connsiteY7" fmla="*/ 2617845 h 4208519"/>
              <a:gd name="connsiteX8" fmla="*/ 2025561 w 7600293"/>
              <a:gd name="connsiteY8" fmla="*/ 1436745 h 4208519"/>
              <a:gd name="connsiteX9" fmla="*/ 2463711 w 7600293"/>
              <a:gd name="connsiteY9" fmla="*/ 2027295 h 4208519"/>
              <a:gd name="connsiteX10" fmla="*/ 2578011 w 7600293"/>
              <a:gd name="connsiteY10" fmla="*/ 2827395 h 4208519"/>
              <a:gd name="connsiteX11" fmla="*/ 3454311 w 7600293"/>
              <a:gd name="connsiteY11" fmla="*/ 3036945 h 4208519"/>
              <a:gd name="connsiteX12" fmla="*/ 3301911 w 7600293"/>
              <a:gd name="connsiteY12" fmla="*/ 1893945 h 4208519"/>
              <a:gd name="connsiteX13" fmla="*/ 2692311 w 7600293"/>
              <a:gd name="connsiteY13" fmla="*/ 503295 h 4208519"/>
              <a:gd name="connsiteX14" fmla="*/ 3263811 w 7600293"/>
              <a:gd name="connsiteY14" fmla="*/ 1474846 h 4208519"/>
              <a:gd name="connsiteX15" fmla="*/ 3930561 w 7600293"/>
              <a:gd name="connsiteY15" fmla="*/ 2027296 h 4208519"/>
              <a:gd name="connsiteX16" fmla="*/ 4635411 w 7600293"/>
              <a:gd name="connsiteY16" fmla="*/ 1322446 h 4208519"/>
              <a:gd name="connsiteX17" fmla="*/ 3882934 w 7600293"/>
              <a:gd name="connsiteY17" fmla="*/ 950972 h 4208519"/>
              <a:gd name="connsiteX18" fmla="*/ 3549561 w 7600293"/>
              <a:gd name="connsiteY18" fmla="*/ 388996 h 4208519"/>
              <a:gd name="connsiteX19" fmla="*/ 4616361 w 7600293"/>
              <a:gd name="connsiteY19" fmla="*/ 693796 h 4208519"/>
              <a:gd name="connsiteX20" fmla="*/ 4787811 w 7600293"/>
              <a:gd name="connsiteY20" fmla="*/ 7996 h 4208519"/>
              <a:gd name="connsiteX21" fmla="*/ 5054511 w 7600293"/>
              <a:gd name="connsiteY21" fmla="*/ 1351022 h 4208519"/>
              <a:gd name="connsiteX22" fmla="*/ 5626009 w 7600293"/>
              <a:gd name="connsiteY22" fmla="*/ 1122422 h 4208519"/>
              <a:gd name="connsiteX23" fmla="*/ 5949860 w 7600293"/>
              <a:gd name="connsiteY23" fmla="*/ 541397 h 4208519"/>
              <a:gd name="connsiteX24" fmla="*/ 5864134 w 7600293"/>
              <a:gd name="connsiteY24" fmla="*/ 1465322 h 4208519"/>
              <a:gd name="connsiteX25" fmla="*/ 4740184 w 7600293"/>
              <a:gd name="connsiteY25" fmla="*/ 1893947 h 4208519"/>
              <a:gd name="connsiteX26" fmla="*/ 4292510 w 7600293"/>
              <a:gd name="connsiteY26" fmla="*/ 2503547 h 4208519"/>
              <a:gd name="connsiteX27" fmla="*/ 4997360 w 7600293"/>
              <a:gd name="connsiteY27" fmla="*/ 2446397 h 4208519"/>
              <a:gd name="connsiteX28" fmla="*/ 5626010 w 7600293"/>
              <a:gd name="connsiteY28" fmla="*/ 2132072 h 4208519"/>
              <a:gd name="connsiteX29" fmla="*/ 6016535 w 7600293"/>
              <a:gd name="connsiteY29" fmla="*/ 2589272 h 4208519"/>
              <a:gd name="connsiteX30" fmla="*/ 6559459 w 7600293"/>
              <a:gd name="connsiteY30" fmla="*/ 1417697 h 4208519"/>
              <a:gd name="connsiteX31" fmla="*/ 6730909 w 7600293"/>
              <a:gd name="connsiteY31" fmla="*/ 1074797 h 4208519"/>
              <a:gd name="connsiteX32" fmla="*/ 6445159 w 7600293"/>
              <a:gd name="connsiteY32" fmla="*/ 2560697 h 4208519"/>
              <a:gd name="connsiteX33" fmla="*/ 7550059 w 7600293"/>
              <a:gd name="connsiteY33" fmla="*/ 2084447 h 4208519"/>
              <a:gd name="connsiteX34" fmla="*/ 6949984 w 7600293"/>
              <a:gd name="connsiteY34" fmla="*/ 2770247 h 4208519"/>
              <a:gd name="connsiteX35" fmla="*/ 5949859 w 7600293"/>
              <a:gd name="connsiteY35" fmla="*/ 3113147 h 4208519"/>
              <a:gd name="connsiteX36" fmla="*/ 6559459 w 7600293"/>
              <a:gd name="connsiteY36" fmla="*/ 3265547 h 4208519"/>
              <a:gd name="connsiteX37" fmla="*/ 7045234 w 7600293"/>
              <a:gd name="connsiteY37" fmla="*/ 3017897 h 4208519"/>
              <a:gd name="connsiteX38" fmla="*/ 6254659 w 7600293"/>
              <a:gd name="connsiteY38" fmla="*/ 3646547 h 4208519"/>
              <a:gd name="connsiteX39" fmla="*/ 4883060 w 7600293"/>
              <a:gd name="connsiteY39" fmla="*/ 3170295 h 4208519"/>
              <a:gd name="connsiteX40" fmla="*/ 3892460 w 7600293"/>
              <a:gd name="connsiteY40" fmla="*/ 4198995 h 4208519"/>
              <a:gd name="connsiteX41" fmla="*/ 2939960 w 7600293"/>
              <a:gd name="connsiteY41" fmla="*/ 3494145 h 4208519"/>
              <a:gd name="connsiteX42" fmla="*/ 1111160 w 7600293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69679 w 7558812"/>
              <a:gd name="connsiteY43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69679 w 7558812"/>
              <a:gd name="connsiteY43" fmla="*/ 3360795 h 4208519"/>
              <a:gd name="connsiteX0" fmla="*/ 1088729 w 7558812"/>
              <a:gd name="connsiteY0" fmla="*/ 3351270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88729 w 7558812"/>
              <a:gd name="connsiteY43" fmla="*/ 3351270 h 4208519"/>
              <a:gd name="connsiteX0" fmla="*/ 1088729 w 7558812"/>
              <a:gd name="connsiteY0" fmla="*/ 3351270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88729 w 7558812"/>
              <a:gd name="connsiteY43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465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465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846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846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558812" h="4208519">
                <a:moveTo>
                  <a:pt x="1088729" y="3351270"/>
                </a:moveTo>
                <a:cubicBezTo>
                  <a:pt x="1287167" y="3135370"/>
                  <a:pt x="1542753" y="3489384"/>
                  <a:pt x="1726903" y="3484622"/>
                </a:cubicBezTo>
                <a:cubicBezTo>
                  <a:pt x="1911053" y="3479860"/>
                  <a:pt x="2146004" y="3463983"/>
                  <a:pt x="2193629" y="3322695"/>
                </a:cubicBezTo>
                <a:cubicBezTo>
                  <a:pt x="1522117" y="3214745"/>
                  <a:pt x="1237954" y="2801997"/>
                  <a:pt x="898229" y="2398772"/>
                </a:cubicBezTo>
                <a:cubicBezTo>
                  <a:pt x="-298746" y="1995547"/>
                  <a:pt x="-11409" y="944620"/>
                  <a:pt x="155279" y="903345"/>
                </a:cubicBezTo>
                <a:cubicBezTo>
                  <a:pt x="536279" y="862070"/>
                  <a:pt x="145755" y="1725670"/>
                  <a:pt x="726780" y="1893945"/>
                </a:cubicBezTo>
                <a:cubicBezTo>
                  <a:pt x="917280" y="1951095"/>
                  <a:pt x="898230" y="808095"/>
                  <a:pt x="1260180" y="1074795"/>
                </a:cubicBezTo>
                <a:cubicBezTo>
                  <a:pt x="1571330" y="1170045"/>
                  <a:pt x="1152228" y="1693922"/>
                  <a:pt x="1279228" y="1951097"/>
                </a:cubicBezTo>
                <a:cubicBezTo>
                  <a:pt x="1406228" y="2208272"/>
                  <a:pt x="1638005" y="2674995"/>
                  <a:pt x="2022180" y="2617845"/>
                </a:cubicBezTo>
                <a:cubicBezTo>
                  <a:pt x="2396830" y="2160645"/>
                  <a:pt x="1514180" y="1665345"/>
                  <a:pt x="1984080" y="1436745"/>
                </a:cubicBezTo>
                <a:cubicBezTo>
                  <a:pt x="2288880" y="1420870"/>
                  <a:pt x="2250780" y="1938395"/>
                  <a:pt x="2422230" y="2027295"/>
                </a:cubicBezTo>
                <a:cubicBezTo>
                  <a:pt x="2568280" y="2078095"/>
                  <a:pt x="2390480" y="2776595"/>
                  <a:pt x="2536530" y="2827395"/>
                </a:cubicBezTo>
                <a:cubicBezTo>
                  <a:pt x="2911180" y="2871845"/>
                  <a:pt x="3038180" y="2992495"/>
                  <a:pt x="3412830" y="3036945"/>
                </a:cubicBezTo>
                <a:cubicBezTo>
                  <a:pt x="3717630" y="3068695"/>
                  <a:pt x="3755730" y="2243195"/>
                  <a:pt x="3260430" y="1893945"/>
                </a:cubicBezTo>
                <a:cubicBezTo>
                  <a:pt x="2647655" y="1722495"/>
                  <a:pt x="2387305" y="503295"/>
                  <a:pt x="2650830" y="503295"/>
                </a:cubicBezTo>
                <a:cubicBezTo>
                  <a:pt x="2955630" y="338195"/>
                  <a:pt x="2917530" y="1125596"/>
                  <a:pt x="3222330" y="1474846"/>
                </a:cubicBezTo>
                <a:cubicBezTo>
                  <a:pt x="3489030" y="1747896"/>
                  <a:pt x="3622380" y="1754246"/>
                  <a:pt x="3889080" y="2027296"/>
                </a:cubicBezTo>
                <a:cubicBezTo>
                  <a:pt x="4041480" y="2198746"/>
                  <a:pt x="4317705" y="1722496"/>
                  <a:pt x="4593930" y="1322446"/>
                </a:cubicBezTo>
                <a:cubicBezTo>
                  <a:pt x="4532017" y="812859"/>
                  <a:pt x="4022428" y="1106547"/>
                  <a:pt x="3841453" y="950972"/>
                </a:cubicBezTo>
                <a:cubicBezTo>
                  <a:pt x="3450928" y="804922"/>
                  <a:pt x="3408067" y="406459"/>
                  <a:pt x="3508080" y="388996"/>
                </a:cubicBezTo>
                <a:cubicBezTo>
                  <a:pt x="3708105" y="96896"/>
                  <a:pt x="3793830" y="871596"/>
                  <a:pt x="4574880" y="693796"/>
                </a:cubicBezTo>
                <a:cubicBezTo>
                  <a:pt x="4590755" y="550921"/>
                  <a:pt x="4501855" y="-77729"/>
                  <a:pt x="4746330" y="7996"/>
                </a:cubicBezTo>
                <a:cubicBezTo>
                  <a:pt x="5073355" y="7996"/>
                  <a:pt x="4886030" y="836672"/>
                  <a:pt x="5013030" y="1351022"/>
                </a:cubicBezTo>
                <a:cubicBezTo>
                  <a:pt x="5125742" y="1490722"/>
                  <a:pt x="5473403" y="1303397"/>
                  <a:pt x="5584528" y="1122422"/>
                </a:cubicBezTo>
                <a:cubicBezTo>
                  <a:pt x="5733753" y="979547"/>
                  <a:pt x="5517854" y="590610"/>
                  <a:pt x="5908379" y="541397"/>
                </a:cubicBezTo>
                <a:cubicBezTo>
                  <a:pt x="5994104" y="562035"/>
                  <a:pt x="6186191" y="1001772"/>
                  <a:pt x="5822653" y="1465322"/>
                </a:cubicBezTo>
                <a:cubicBezTo>
                  <a:pt x="5621040" y="1690747"/>
                  <a:pt x="5044778" y="1701860"/>
                  <a:pt x="4698703" y="1893947"/>
                </a:cubicBezTo>
                <a:cubicBezTo>
                  <a:pt x="4400253" y="2105084"/>
                  <a:pt x="4233566" y="2411472"/>
                  <a:pt x="4251029" y="2503547"/>
                </a:cubicBezTo>
                <a:cubicBezTo>
                  <a:pt x="4305004" y="2694047"/>
                  <a:pt x="4454229" y="2960747"/>
                  <a:pt x="4955879" y="2446397"/>
                </a:cubicBezTo>
                <a:cubicBezTo>
                  <a:pt x="4936829" y="2586097"/>
                  <a:pt x="5213054" y="1697097"/>
                  <a:pt x="5584529" y="2132072"/>
                </a:cubicBezTo>
                <a:cubicBezTo>
                  <a:pt x="5321004" y="2401947"/>
                  <a:pt x="5143204" y="2862322"/>
                  <a:pt x="5975054" y="2589272"/>
                </a:cubicBezTo>
                <a:cubicBezTo>
                  <a:pt x="5995691" y="2454334"/>
                  <a:pt x="6219528" y="1900297"/>
                  <a:pt x="6517978" y="1417697"/>
                </a:cubicBezTo>
                <a:cubicBezTo>
                  <a:pt x="6568778" y="1316097"/>
                  <a:pt x="6548140" y="1085910"/>
                  <a:pt x="6689428" y="1074797"/>
                </a:cubicBezTo>
                <a:cubicBezTo>
                  <a:pt x="7368878" y="1262122"/>
                  <a:pt x="6219528" y="2278122"/>
                  <a:pt x="6403678" y="2560697"/>
                </a:cubicBezTo>
                <a:cubicBezTo>
                  <a:pt x="6667203" y="2713097"/>
                  <a:pt x="7502228" y="1865372"/>
                  <a:pt x="7508578" y="2084447"/>
                </a:cubicBezTo>
                <a:cubicBezTo>
                  <a:pt x="7727653" y="2303522"/>
                  <a:pt x="7175203" y="2598797"/>
                  <a:pt x="6908503" y="2770247"/>
                </a:cubicBezTo>
                <a:cubicBezTo>
                  <a:pt x="6641803" y="2941697"/>
                  <a:pt x="5917903" y="2995672"/>
                  <a:pt x="5908378" y="3113147"/>
                </a:cubicBezTo>
                <a:cubicBezTo>
                  <a:pt x="5746453" y="3297297"/>
                  <a:pt x="6306841" y="3376672"/>
                  <a:pt x="6517978" y="3265547"/>
                </a:cubicBezTo>
                <a:cubicBezTo>
                  <a:pt x="6700540" y="3249672"/>
                  <a:pt x="6876753" y="2941697"/>
                  <a:pt x="7003753" y="3017897"/>
                </a:cubicBezTo>
                <a:cubicBezTo>
                  <a:pt x="7289503" y="3402072"/>
                  <a:pt x="6575128" y="3627497"/>
                  <a:pt x="6213178" y="3646547"/>
                </a:cubicBezTo>
                <a:cubicBezTo>
                  <a:pt x="5851228" y="3665597"/>
                  <a:pt x="5219404" y="3030595"/>
                  <a:pt x="4841579" y="3170295"/>
                </a:cubicBezTo>
                <a:cubicBezTo>
                  <a:pt x="4301829" y="3198870"/>
                  <a:pt x="4371679" y="4322820"/>
                  <a:pt x="3850979" y="4198995"/>
                </a:cubicBezTo>
                <a:cubicBezTo>
                  <a:pt x="3381079" y="4268845"/>
                  <a:pt x="3273129" y="3490970"/>
                  <a:pt x="2898479" y="3494145"/>
                </a:cubicBezTo>
                <a:cubicBezTo>
                  <a:pt x="2585741" y="3403658"/>
                  <a:pt x="2184103" y="3878322"/>
                  <a:pt x="1879303" y="3856097"/>
                </a:cubicBezTo>
                <a:cubicBezTo>
                  <a:pt x="1574503" y="3833872"/>
                  <a:pt x="966491" y="3644958"/>
                  <a:pt x="1088729" y="3351270"/>
                </a:cubicBezTo>
                <a:close/>
              </a:path>
            </a:pathLst>
          </a:custGeom>
          <a:solidFill>
            <a:srgbClr val="FF7F5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F14EE4A-C286-20B6-E6BD-246F9356C990}"/>
              </a:ext>
            </a:extLst>
          </p:cNvPr>
          <p:cNvSpPr/>
          <p:nvPr/>
        </p:nvSpPr>
        <p:spPr>
          <a:xfrm>
            <a:off x="3443018" y="1520683"/>
            <a:ext cx="7558812" cy="4208519"/>
          </a:xfrm>
          <a:custGeom>
            <a:avLst/>
            <a:gdLst>
              <a:gd name="connsiteX0" fmla="*/ 0 w 914400"/>
              <a:gd name="connsiteY0" fmla="*/ 0 h 666750"/>
              <a:gd name="connsiteX1" fmla="*/ 914400 w 914400"/>
              <a:gd name="connsiteY1" fmla="*/ 0 h 666750"/>
              <a:gd name="connsiteX2" fmla="*/ 914400 w 914400"/>
              <a:gd name="connsiteY2" fmla="*/ 666750 h 666750"/>
              <a:gd name="connsiteX3" fmla="*/ 0 w 914400"/>
              <a:gd name="connsiteY3" fmla="*/ 666750 h 666750"/>
              <a:gd name="connsiteX4" fmla="*/ 0 w 914400"/>
              <a:gd name="connsiteY4" fmla="*/ 0 h 666750"/>
              <a:gd name="connsiteX0" fmla="*/ 0 w 1619250"/>
              <a:gd name="connsiteY0" fmla="*/ 209550 h 876300"/>
              <a:gd name="connsiteX1" fmla="*/ 1619250 w 1619250"/>
              <a:gd name="connsiteY1" fmla="*/ 0 h 876300"/>
              <a:gd name="connsiteX2" fmla="*/ 914400 w 1619250"/>
              <a:gd name="connsiteY2" fmla="*/ 876300 h 876300"/>
              <a:gd name="connsiteX3" fmla="*/ 0 w 1619250"/>
              <a:gd name="connsiteY3" fmla="*/ 876300 h 876300"/>
              <a:gd name="connsiteX4" fmla="*/ 0 w 1619250"/>
              <a:gd name="connsiteY4" fmla="*/ 209550 h 876300"/>
              <a:gd name="connsiteX0" fmla="*/ 0 w 1619250"/>
              <a:gd name="connsiteY0" fmla="*/ 209550 h 1028700"/>
              <a:gd name="connsiteX1" fmla="*/ 1619250 w 1619250"/>
              <a:gd name="connsiteY1" fmla="*/ 0 h 1028700"/>
              <a:gd name="connsiteX2" fmla="*/ 628650 w 1619250"/>
              <a:gd name="connsiteY2" fmla="*/ 1028700 h 1028700"/>
              <a:gd name="connsiteX3" fmla="*/ 0 w 1619250"/>
              <a:gd name="connsiteY3" fmla="*/ 876300 h 1028700"/>
              <a:gd name="connsiteX4" fmla="*/ 0 w 1619250"/>
              <a:gd name="connsiteY4" fmla="*/ 209550 h 1028700"/>
              <a:gd name="connsiteX0" fmla="*/ 0 w 3771900"/>
              <a:gd name="connsiteY0" fmla="*/ 190500 h 1028700"/>
              <a:gd name="connsiteX1" fmla="*/ 3771900 w 3771900"/>
              <a:gd name="connsiteY1" fmla="*/ 0 h 1028700"/>
              <a:gd name="connsiteX2" fmla="*/ 2781300 w 3771900"/>
              <a:gd name="connsiteY2" fmla="*/ 1028700 h 1028700"/>
              <a:gd name="connsiteX3" fmla="*/ 2152650 w 3771900"/>
              <a:gd name="connsiteY3" fmla="*/ 876300 h 1028700"/>
              <a:gd name="connsiteX4" fmla="*/ 0 w 3771900"/>
              <a:gd name="connsiteY4" fmla="*/ 190500 h 1028700"/>
              <a:gd name="connsiteX0" fmla="*/ 0 w 3771900"/>
              <a:gd name="connsiteY0" fmla="*/ 190500 h 1028700"/>
              <a:gd name="connsiteX1" fmla="*/ 3771900 w 3771900"/>
              <a:gd name="connsiteY1" fmla="*/ 0 h 1028700"/>
              <a:gd name="connsiteX2" fmla="*/ 2781300 w 3771900"/>
              <a:gd name="connsiteY2" fmla="*/ 1028700 h 1028700"/>
              <a:gd name="connsiteX3" fmla="*/ 1828800 w 3771900"/>
              <a:gd name="connsiteY3" fmla="*/ 323850 h 1028700"/>
              <a:gd name="connsiteX4" fmla="*/ 0 w 3771900"/>
              <a:gd name="connsiteY4" fmla="*/ 190500 h 1028700"/>
              <a:gd name="connsiteX0" fmla="*/ 0 w 3771900"/>
              <a:gd name="connsiteY0" fmla="*/ 190500 h 1028700"/>
              <a:gd name="connsiteX1" fmla="*/ 1123950 w 3771900"/>
              <a:gd name="connsiteY1" fmla="*/ 152400 h 1028700"/>
              <a:gd name="connsiteX2" fmla="*/ 3771900 w 3771900"/>
              <a:gd name="connsiteY2" fmla="*/ 0 h 1028700"/>
              <a:gd name="connsiteX3" fmla="*/ 2781300 w 3771900"/>
              <a:gd name="connsiteY3" fmla="*/ 1028700 h 1028700"/>
              <a:gd name="connsiteX4" fmla="*/ 1828800 w 3771900"/>
              <a:gd name="connsiteY4" fmla="*/ 323850 h 1028700"/>
              <a:gd name="connsiteX5" fmla="*/ 0 w 3771900"/>
              <a:gd name="connsiteY5" fmla="*/ 190500 h 102870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4690927 w 4690927"/>
              <a:gd name="connsiteY3" fmla="*/ 2266950 h 3295650"/>
              <a:gd name="connsiteX4" fmla="*/ 3700327 w 4690927"/>
              <a:gd name="connsiteY4" fmla="*/ 3295650 h 3295650"/>
              <a:gd name="connsiteX5" fmla="*/ 2747827 w 4690927"/>
              <a:gd name="connsiteY5" fmla="*/ 2590800 h 3295650"/>
              <a:gd name="connsiteX6" fmla="*/ 919027 w 4690927"/>
              <a:gd name="connsiteY6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4690927 w 4690927"/>
              <a:gd name="connsiteY4" fmla="*/ 2266950 h 3295650"/>
              <a:gd name="connsiteX5" fmla="*/ 3700327 w 4690927"/>
              <a:gd name="connsiteY5" fmla="*/ 3295650 h 3295650"/>
              <a:gd name="connsiteX6" fmla="*/ 2747827 w 4690927"/>
              <a:gd name="connsiteY6" fmla="*/ 2590800 h 3295650"/>
              <a:gd name="connsiteX7" fmla="*/ 919027 w 4690927"/>
              <a:gd name="connsiteY7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4690927 w 4690927"/>
              <a:gd name="connsiteY5" fmla="*/ 2266950 h 3295650"/>
              <a:gd name="connsiteX6" fmla="*/ 3700327 w 4690927"/>
              <a:gd name="connsiteY6" fmla="*/ 3295650 h 3295650"/>
              <a:gd name="connsiteX7" fmla="*/ 2747827 w 4690927"/>
              <a:gd name="connsiteY7" fmla="*/ 2590800 h 3295650"/>
              <a:gd name="connsiteX8" fmla="*/ 919027 w 4690927"/>
              <a:gd name="connsiteY8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4690927 w 4690927"/>
              <a:gd name="connsiteY6" fmla="*/ 2266950 h 3295650"/>
              <a:gd name="connsiteX7" fmla="*/ 3700327 w 4690927"/>
              <a:gd name="connsiteY7" fmla="*/ 3295650 h 3295650"/>
              <a:gd name="connsiteX8" fmla="*/ 2747827 w 4690927"/>
              <a:gd name="connsiteY8" fmla="*/ 2590800 h 3295650"/>
              <a:gd name="connsiteX9" fmla="*/ 919027 w 4690927"/>
              <a:gd name="connsiteY9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4690927 w 4690927"/>
              <a:gd name="connsiteY7" fmla="*/ 2266950 h 3295650"/>
              <a:gd name="connsiteX8" fmla="*/ 3700327 w 4690927"/>
              <a:gd name="connsiteY8" fmla="*/ 3295650 h 3295650"/>
              <a:gd name="connsiteX9" fmla="*/ 2747827 w 4690927"/>
              <a:gd name="connsiteY9" fmla="*/ 2590800 h 3295650"/>
              <a:gd name="connsiteX10" fmla="*/ 919027 w 4690927"/>
              <a:gd name="connsiteY10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4690927 w 4690927"/>
              <a:gd name="connsiteY8" fmla="*/ 2266950 h 3295650"/>
              <a:gd name="connsiteX9" fmla="*/ 3700327 w 4690927"/>
              <a:gd name="connsiteY9" fmla="*/ 3295650 h 3295650"/>
              <a:gd name="connsiteX10" fmla="*/ 2747827 w 4690927"/>
              <a:gd name="connsiteY10" fmla="*/ 2590800 h 3295650"/>
              <a:gd name="connsiteX11" fmla="*/ 919027 w 4690927"/>
              <a:gd name="connsiteY11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4690927 w 4690927"/>
              <a:gd name="connsiteY9" fmla="*/ 2266950 h 3295650"/>
              <a:gd name="connsiteX10" fmla="*/ 3700327 w 4690927"/>
              <a:gd name="connsiteY10" fmla="*/ 3295650 h 3295650"/>
              <a:gd name="connsiteX11" fmla="*/ 2747827 w 4690927"/>
              <a:gd name="connsiteY11" fmla="*/ 2590800 h 3295650"/>
              <a:gd name="connsiteX12" fmla="*/ 919027 w 4690927"/>
              <a:gd name="connsiteY12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3262178 w 4690927"/>
              <a:gd name="connsiteY9" fmla="*/ 2133600 h 3295650"/>
              <a:gd name="connsiteX10" fmla="*/ 4690927 w 4690927"/>
              <a:gd name="connsiteY10" fmla="*/ 2266950 h 3295650"/>
              <a:gd name="connsiteX11" fmla="*/ 3700327 w 4690927"/>
              <a:gd name="connsiteY11" fmla="*/ 3295650 h 3295650"/>
              <a:gd name="connsiteX12" fmla="*/ 2747827 w 4690927"/>
              <a:gd name="connsiteY12" fmla="*/ 2590800 h 3295650"/>
              <a:gd name="connsiteX13" fmla="*/ 919027 w 4690927"/>
              <a:gd name="connsiteY13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3262178 w 4690927"/>
              <a:gd name="connsiteY9" fmla="*/ 2133600 h 3295650"/>
              <a:gd name="connsiteX10" fmla="*/ 3109778 w 4690927"/>
              <a:gd name="connsiteY10" fmla="*/ 990600 h 3295650"/>
              <a:gd name="connsiteX11" fmla="*/ 4690927 w 4690927"/>
              <a:gd name="connsiteY11" fmla="*/ 2266950 h 3295650"/>
              <a:gd name="connsiteX12" fmla="*/ 3700327 w 4690927"/>
              <a:gd name="connsiteY12" fmla="*/ 3295650 h 3295650"/>
              <a:gd name="connsiteX13" fmla="*/ 2747827 w 4690927"/>
              <a:gd name="connsiteY13" fmla="*/ 2590800 h 3295650"/>
              <a:gd name="connsiteX14" fmla="*/ 919027 w 4690927"/>
              <a:gd name="connsiteY14" fmla="*/ 2457450 h 3295650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4690927 w 4690927"/>
              <a:gd name="connsiteY12" fmla="*/ 2668587 h 3697287"/>
              <a:gd name="connsiteX13" fmla="*/ 3700327 w 4690927"/>
              <a:gd name="connsiteY13" fmla="*/ 3697287 h 3697287"/>
              <a:gd name="connsiteX14" fmla="*/ 2747827 w 4690927"/>
              <a:gd name="connsiteY14" fmla="*/ 2992437 h 3697287"/>
              <a:gd name="connsiteX15" fmla="*/ 919027 w 4690927"/>
              <a:gd name="connsiteY15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4690927 w 4690927"/>
              <a:gd name="connsiteY13" fmla="*/ 2668587 h 3697287"/>
              <a:gd name="connsiteX14" fmla="*/ 3700327 w 4690927"/>
              <a:gd name="connsiteY14" fmla="*/ 3697287 h 3697287"/>
              <a:gd name="connsiteX15" fmla="*/ 2747827 w 4690927"/>
              <a:gd name="connsiteY15" fmla="*/ 2992437 h 3697287"/>
              <a:gd name="connsiteX16" fmla="*/ 919027 w 4690927"/>
              <a:gd name="connsiteY16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3738428 w 4690927"/>
              <a:gd name="connsiteY13" fmla="*/ 1525588 h 3697287"/>
              <a:gd name="connsiteX14" fmla="*/ 4690927 w 4690927"/>
              <a:gd name="connsiteY14" fmla="*/ 2668587 h 3697287"/>
              <a:gd name="connsiteX15" fmla="*/ 3700327 w 4690927"/>
              <a:gd name="connsiteY15" fmla="*/ 3697287 h 3697287"/>
              <a:gd name="connsiteX16" fmla="*/ 2747827 w 4690927"/>
              <a:gd name="connsiteY16" fmla="*/ 2992437 h 3697287"/>
              <a:gd name="connsiteX17" fmla="*/ 919027 w 4690927"/>
              <a:gd name="connsiteY17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3738428 w 4690927"/>
              <a:gd name="connsiteY13" fmla="*/ 1525588 h 3697287"/>
              <a:gd name="connsiteX14" fmla="*/ 4443278 w 4690927"/>
              <a:gd name="connsiteY14" fmla="*/ 820738 h 3697287"/>
              <a:gd name="connsiteX15" fmla="*/ 4690927 w 4690927"/>
              <a:gd name="connsiteY15" fmla="*/ 2668587 h 3697287"/>
              <a:gd name="connsiteX16" fmla="*/ 3700327 w 4690927"/>
              <a:gd name="connsiteY16" fmla="*/ 3697287 h 3697287"/>
              <a:gd name="connsiteX17" fmla="*/ 2747827 w 4690927"/>
              <a:gd name="connsiteY17" fmla="*/ 2992437 h 3697287"/>
              <a:gd name="connsiteX18" fmla="*/ 919027 w 4690927"/>
              <a:gd name="connsiteY18" fmla="*/ 2859087 h 3697287"/>
              <a:gd name="connsiteX0" fmla="*/ 919027 w 4690927"/>
              <a:gd name="connsiteY0" fmla="*/ 2980508 h 3818708"/>
              <a:gd name="connsiteX1" fmla="*/ 2042977 w 4690927"/>
              <a:gd name="connsiteY1" fmla="*/ 2942408 h 3818708"/>
              <a:gd name="connsiteX2" fmla="*/ 4627 w 4690927"/>
              <a:gd name="connsiteY2" fmla="*/ 523058 h 3818708"/>
              <a:gd name="connsiteX3" fmla="*/ 576128 w 4690927"/>
              <a:gd name="connsiteY3" fmla="*/ 1513658 h 3818708"/>
              <a:gd name="connsiteX4" fmla="*/ 1109528 w 4690927"/>
              <a:gd name="connsiteY4" fmla="*/ 694508 h 3818708"/>
              <a:gd name="connsiteX5" fmla="*/ 1871528 w 4690927"/>
              <a:gd name="connsiteY5" fmla="*/ 2237558 h 3818708"/>
              <a:gd name="connsiteX6" fmla="*/ 1833428 w 4690927"/>
              <a:gd name="connsiteY6" fmla="*/ 1056458 h 3818708"/>
              <a:gd name="connsiteX7" fmla="*/ 2271578 w 4690927"/>
              <a:gd name="connsiteY7" fmla="*/ 1647008 h 3818708"/>
              <a:gd name="connsiteX8" fmla="*/ 2385878 w 4690927"/>
              <a:gd name="connsiteY8" fmla="*/ 2447108 h 3818708"/>
              <a:gd name="connsiteX9" fmla="*/ 3262178 w 4690927"/>
              <a:gd name="connsiteY9" fmla="*/ 2656658 h 3818708"/>
              <a:gd name="connsiteX10" fmla="*/ 3109778 w 4690927"/>
              <a:gd name="connsiteY10" fmla="*/ 1513658 h 3818708"/>
              <a:gd name="connsiteX11" fmla="*/ 2500178 w 4690927"/>
              <a:gd name="connsiteY11" fmla="*/ 123008 h 3818708"/>
              <a:gd name="connsiteX12" fmla="*/ 3071678 w 4690927"/>
              <a:gd name="connsiteY12" fmla="*/ 1094559 h 3818708"/>
              <a:gd name="connsiteX13" fmla="*/ 3738428 w 4690927"/>
              <a:gd name="connsiteY13" fmla="*/ 1647009 h 3818708"/>
              <a:gd name="connsiteX14" fmla="*/ 4443278 w 4690927"/>
              <a:gd name="connsiteY14" fmla="*/ 942159 h 3818708"/>
              <a:gd name="connsiteX15" fmla="*/ 3357428 w 4690927"/>
              <a:gd name="connsiteY15" fmla="*/ 8709 h 3818708"/>
              <a:gd name="connsiteX16" fmla="*/ 4690927 w 4690927"/>
              <a:gd name="connsiteY16" fmla="*/ 2790008 h 3818708"/>
              <a:gd name="connsiteX17" fmla="*/ 3700327 w 4690927"/>
              <a:gd name="connsiteY17" fmla="*/ 3818708 h 3818708"/>
              <a:gd name="connsiteX18" fmla="*/ 2747827 w 4690927"/>
              <a:gd name="connsiteY18" fmla="*/ 3113858 h 3818708"/>
              <a:gd name="connsiteX19" fmla="*/ 919027 w 4690927"/>
              <a:gd name="connsiteY19" fmla="*/ 2980508 h 3818708"/>
              <a:gd name="connsiteX0" fmla="*/ 919027 w 4690927"/>
              <a:gd name="connsiteY0" fmla="*/ 2980508 h 3818708"/>
              <a:gd name="connsiteX1" fmla="*/ 2042977 w 4690927"/>
              <a:gd name="connsiteY1" fmla="*/ 2942408 h 3818708"/>
              <a:gd name="connsiteX2" fmla="*/ 4627 w 4690927"/>
              <a:gd name="connsiteY2" fmla="*/ 523058 h 3818708"/>
              <a:gd name="connsiteX3" fmla="*/ 576128 w 4690927"/>
              <a:gd name="connsiteY3" fmla="*/ 1513658 h 3818708"/>
              <a:gd name="connsiteX4" fmla="*/ 1109528 w 4690927"/>
              <a:gd name="connsiteY4" fmla="*/ 694508 h 3818708"/>
              <a:gd name="connsiteX5" fmla="*/ 1871528 w 4690927"/>
              <a:gd name="connsiteY5" fmla="*/ 2237558 h 3818708"/>
              <a:gd name="connsiteX6" fmla="*/ 1833428 w 4690927"/>
              <a:gd name="connsiteY6" fmla="*/ 1056458 h 3818708"/>
              <a:gd name="connsiteX7" fmla="*/ 2271578 w 4690927"/>
              <a:gd name="connsiteY7" fmla="*/ 1647008 h 3818708"/>
              <a:gd name="connsiteX8" fmla="*/ 2385878 w 4690927"/>
              <a:gd name="connsiteY8" fmla="*/ 2447108 h 3818708"/>
              <a:gd name="connsiteX9" fmla="*/ 3262178 w 4690927"/>
              <a:gd name="connsiteY9" fmla="*/ 2656658 h 3818708"/>
              <a:gd name="connsiteX10" fmla="*/ 3109778 w 4690927"/>
              <a:gd name="connsiteY10" fmla="*/ 1513658 h 3818708"/>
              <a:gd name="connsiteX11" fmla="*/ 2500178 w 4690927"/>
              <a:gd name="connsiteY11" fmla="*/ 123008 h 3818708"/>
              <a:gd name="connsiteX12" fmla="*/ 3071678 w 4690927"/>
              <a:gd name="connsiteY12" fmla="*/ 1094559 h 3818708"/>
              <a:gd name="connsiteX13" fmla="*/ 3738428 w 4690927"/>
              <a:gd name="connsiteY13" fmla="*/ 1647009 h 3818708"/>
              <a:gd name="connsiteX14" fmla="*/ 4443278 w 4690927"/>
              <a:gd name="connsiteY14" fmla="*/ 942159 h 3818708"/>
              <a:gd name="connsiteX15" fmla="*/ 3357428 w 4690927"/>
              <a:gd name="connsiteY15" fmla="*/ 8709 h 3818708"/>
              <a:gd name="connsiteX16" fmla="*/ 4424228 w 4690927"/>
              <a:gd name="connsiteY16" fmla="*/ 313509 h 3818708"/>
              <a:gd name="connsiteX17" fmla="*/ 4690927 w 4690927"/>
              <a:gd name="connsiteY17" fmla="*/ 2790008 h 3818708"/>
              <a:gd name="connsiteX18" fmla="*/ 3700327 w 4690927"/>
              <a:gd name="connsiteY18" fmla="*/ 3818708 h 3818708"/>
              <a:gd name="connsiteX19" fmla="*/ 2747827 w 4690927"/>
              <a:gd name="connsiteY19" fmla="*/ 3113858 h 3818708"/>
              <a:gd name="connsiteX20" fmla="*/ 919027 w 4690927"/>
              <a:gd name="connsiteY20" fmla="*/ 2980508 h 3818708"/>
              <a:gd name="connsiteX0" fmla="*/ 919027 w 4690927"/>
              <a:gd name="connsiteY0" fmla="*/ 3417289 h 4255489"/>
              <a:gd name="connsiteX1" fmla="*/ 2042977 w 4690927"/>
              <a:gd name="connsiteY1" fmla="*/ 3379189 h 4255489"/>
              <a:gd name="connsiteX2" fmla="*/ 4627 w 4690927"/>
              <a:gd name="connsiteY2" fmla="*/ 959839 h 4255489"/>
              <a:gd name="connsiteX3" fmla="*/ 576128 w 4690927"/>
              <a:gd name="connsiteY3" fmla="*/ 1950439 h 4255489"/>
              <a:gd name="connsiteX4" fmla="*/ 1109528 w 4690927"/>
              <a:gd name="connsiteY4" fmla="*/ 1131289 h 4255489"/>
              <a:gd name="connsiteX5" fmla="*/ 1871528 w 4690927"/>
              <a:gd name="connsiteY5" fmla="*/ 2674339 h 4255489"/>
              <a:gd name="connsiteX6" fmla="*/ 1833428 w 4690927"/>
              <a:gd name="connsiteY6" fmla="*/ 1493239 h 4255489"/>
              <a:gd name="connsiteX7" fmla="*/ 2271578 w 4690927"/>
              <a:gd name="connsiteY7" fmla="*/ 2083789 h 4255489"/>
              <a:gd name="connsiteX8" fmla="*/ 2385878 w 4690927"/>
              <a:gd name="connsiteY8" fmla="*/ 2883889 h 4255489"/>
              <a:gd name="connsiteX9" fmla="*/ 3262178 w 4690927"/>
              <a:gd name="connsiteY9" fmla="*/ 3093439 h 4255489"/>
              <a:gd name="connsiteX10" fmla="*/ 3109778 w 4690927"/>
              <a:gd name="connsiteY10" fmla="*/ 1950439 h 4255489"/>
              <a:gd name="connsiteX11" fmla="*/ 2500178 w 4690927"/>
              <a:gd name="connsiteY11" fmla="*/ 559789 h 4255489"/>
              <a:gd name="connsiteX12" fmla="*/ 3071678 w 4690927"/>
              <a:gd name="connsiteY12" fmla="*/ 1531340 h 4255489"/>
              <a:gd name="connsiteX13" fmla="*/ 3738428 w 4690927"/>
              <a:gd name="connsiteY13" fmla="*/ 2083790 h 4255489"/>
              <a:gd name="connsiteX14" fmla="*/ 4443278 w 4690927"/>
              <a:gd name="connsiteY14" fmla="*/ 1378940 h 4255489"/>
              <a:gd name="connsiteX15" fmla="*/ 3357428 w 4690927"/>
              <a:gd name="connsiteY15" fmla="*/ 445490 h 4255489"/>
              <a:gd name="connsiteX16" fmla="*/ 4424228 w 4690927"/>
              <a:gd name="connsiteY16" fmla="*/ 750290 h 4255489"/>
              <a:gd name="connsiteX17" fmla="*/ 4595678 w 4690927"/>
              <a:gd name="connsiteY17" fmla="*/ 64490 h 4255489"/>
              <a:gd name="connsiteX18" fmla="*/ 4690927 w 4690927"/>
              <a:gd name="connsiteY18" fmla="*/ 3226789 h 4255489"/>
              <a:gd name="connsiteX19" fmla="*/ 3700327 w 4690927"/>
              <a:gd name="connsiteY19" fmla="*/ 4255489 h 4255489"/>
              <a:gd name="connsiteX20" fmla="*/ 2747827 w 4690927"/>
              <a:gd name="connsiteY20" fmla="*/ 3550639 h 4255489"/>
              <a:gd name="connsiteX21" fmla="*/ 919027 w 4690927"/>
              <a:gd name="connsiteY21" fmla="*/ 3417289 h 4255489"/>
              <a:gd name="connsiteX0" fmla="*/ 919027 w 4862378"/>
              <a:gd name="connsiteY0" fmla="*/ 3417289 h 4255489"/>
              <a:gd name="connsiteX1" fmla="*/ 2042977 w 4862378"/>
              <a:gd name="connsiteY1" fmla="*/ 3379189 h 4255489"/>
              <a:gd name="connsiteX2" fmla="*/ 4627 w 4862378"/>
              <a:gd name="connsiteY2" fmla="*/ 959839 h 4255489"/>
              <a:gd name="connsiteX3" fmla="*/ 576128 w 4862378"/>
              <a:gd name="connsiteY3" fmla="*/ 1950439 h 4255489"/>
              <a:gd name="connsiteX4" fmla="*/ 1109528 w 4862378"/>
              <a:gd name="connsiteY4" fmla="*/ 1131289 h 4255489"/>
              <a:gd name="connsiteX5" fmla="*/ 1871528 w 4862378"/>
              <a:gd name="connsiteY5" fmla="*/ 2674339 h 4255489"/>
              <a:gd name="connsiteX6" fmla="*/ 1833428 w 4862378"/>
              <a:gd name="connsiteY6" fmla="*/ 1493239 h 4255489"/>
              <a:gd name="connsiteX7" fmla="*/ 2271578 w 4862378"/>
              <a:gd name="connsiteY7" fmla="*/ 2083789 h 4255489"/>
              <a:gd name="connsiteX8" fmla="*/ 2385878 w 4862378"/>
              <a:gd name="connsiteY8" fmla="*/ 2883889 h 4255489"/>
              <a:gd name="connsiteX9" fmla="*/ 3262178 w 4862378"/>
              <a:gd name="connsiteY9" fmla="*/ 3093439 h 4255489"/>
              <a:gd name="connsiteX10" fmla="*/ 3109778 w 4862378"/>
              <a:gd name="connsiteY10" fmla="*/ 1950439 h 4255489"/>
              <a:gd name="connsiteX11" fmla="*/ 2500178 w 4862378"/>
              <a:gd name="connsiteY11" fmla="*/ 559789 h 4255489"/>
              <a:gd name="connsiteX12" fmla="*/ 3071678 w 4862378"/>
              <a:gd name="connsiteY12" fmla="*/ 1531340 h 4255489"/>
              <a:gd name="connsiteX13" fmla="*/ 3738428 w 4862378"/>
              <a:gd name="connsiteY13" fmla="*/ 2083790 h 4255489"/>
              <a:gd name="connsiteX14" fmla="*/ 4443278 w 4862378"/>
              <a:gd name="connsiteY14" fmla="*/ 1378940 h 4255489"/>
              <a:gd name="connsiteX15" fmla="*/ 3357428 w 4862378"/>
              <a:gd name="connsiteY15" fmla="*/ 445490 h 4255489"/>
              <a:gd name="connsiteX16" fmla="*/ 4424228 w 4862378"/>
              <a:gd name="connsiteY16" fmla="*/ 750290 h 4255489"/>
              <a:gd name="connsiteX17" fmla="*/ 4595678 w 4862378"/>
              <a:gd name="connsiteY17" fmla="*/ 64490 h 4255489"/>
              <a:gd name="connsiteX18" fmla="*/ 4862378 w 4862378"/>
              <a:gd name="connsiteY18" fmla="*/ 1455141 h 4255489"/>
              <a:gd name="connsiteX19" fmla="*/ 4690927 w 4862378"/>
              <a:gd name="connsiteY19" fmla="*/ 3226789 h 4255489"/>
              <a:gd name="connsiteX20" fmla="*/ 3700327 w 4862378"/>
              <a:gd name="connsiteY20" fmla="*/ 4255489 h 4255489"/>
              <a:gd name="connsiteX21" fmla="*/ 2747827 w 4862378"/>
              <a:gd name="connsiteY21" fmla="*/ 3550639 h 4255489"/>
              <a:gd name="connsiteX22" fmla="*/ 919027 w 4862378"/>
              <a:gd name="connsiteY22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690927 w 5757857"/>
              <a:gd name="connsiteY20" fmla="*/ 3226789 h 4255489"/>
              <a:gd name="connsiteX21" fmla="*/ 3700327 w 5757857"/>
              <a:gd name="connsiteY21" fmla="*/ 4255489 h 4255489"/>
              <a:gd name="connsiteX22" fmla="*/ 2747827 w 5757857"/>
              <a:gd name="connsiteY22" fmla="*/ 3550639 h 4255489"/>
              <a:gd name="connsiteX23" fmla="*/ 919027 w 5757857"/>
              <a:gd name="connsiteY23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690927 w 5757857"/>
              <a:gd name="connsiteY21" fmla="*/ 3226789 h 4255489"/>
              <a:gd name="connsiteX22" fmla="*/ 3700327 w 5757857"/>
              <a:gd name="connsiteY22" fmla="*/ 4255489 h 4255489"/>
              <a:gd name="connsiteX23" fmla="*/ 2747827 w 5757857"/>
              <a:gd name="connsiteY23" fmla="*/ 3550639 h 4255489"/>
              <a:gd name="connsiteX24" fmla="*/ 919027 w 5757857"/>
              <a:gd name="connsiteY24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805227 w 5757857"/>
              <a:gd name="connsiteY21" fmla="*/ 2502891 h 4255489"/>
              <a:gd name="connsiteX22" fmla="*/ 4690927 w 5757857"/>
              <a:gd name="connsiteY22" fmla="*/ 3226789 h 4255489"/>
              <a:gd name="connsiteX23" fmla="*/ 3700327 w 5757857"/>
              <a:gd name="connsiteY23" fmla="*/ 4255489 h 4255489"/>
              <a:gd name="connsiteX24" fmla="*/ 2747827 w 5757857"/>
              <a:gd name="connsiteY24" fmla="*/ 3550639 h 4255489"/>
              <a:gd name="connsiteX25" fmla="*/ 919027 w 5757857"/>
              <a:gd name="connsiteY25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805227 w 5757857"/>
              <a:gd name="connsiteY21" fmla="*/ 2502891 h 4255489"/>
              <a:gd name="connsiteX22" fmla="*/ 5452927 w 5757857"/>
              <a:gd name="connsiteY22" fmla="*/ 2121891 h 4255489"/>
              <a:gd name="connsiteX23" fmla="*/ 4690927 w 5757857"/>
              <a:gd name="connsiteY23" fmla="*/ 3226789 h 4255489"/>
              <a:gd name="connsiteX24" fmla="*/ 3700327 w 5757857"/>
              <a:gd name="connsiteY24" fmla="*/ 4255489 h 4255489"/>
              <a:gd name="connsiteX25" fmla="*/ 2747827 w 5757857"/>
              <a:gd name="connsiteY25" fmla="*/ 3550639 h 4255489"/>
              <a:gd name="connsiteX26" fmla="*/ 919027 w 5757857"/>
              <a:gd name="connsiteY26" fmla="*/ 3417289 h 4255489"/>
              <a:gd name="connsiteX0" fmla="*/ 919027 w 5857570"/>
              <a:gd name="connsiteY0" fmla="*/ 3417289 h 4255489"/>
              <a:gd name="connsiteX1" fmla="*/ 2042977 w 5857570"/>
              <a:gd name="connsiteY1" fmla="*/ 3379189 h 4255489"/>
              <a:gd name="connsiteX2" fmla="*/ 4627 w 5857570"/>
              <a:gd name="connsiteY2" fmla="*/ 959839 h 4255489"/>
              <a:gd name="connsiteX3" fmla="*/ 576128 w 5857570"/>
              <a:gd name="connsiteY3" fmla="*/ 1950439 h 4255489"/>
              <a:gd name="connsiteX4" fmla="*/ 1109528 w 5857570"/>
              <a:gd name="connsiteY4" fmla="*/ 1131289 h 4255489"/>
              <a:gd name="connsiteX5" fmla="*/ 1871528 w 5857570"/>
              <a:gd name="connsiteY5" fmla="*/ 2674339 h 4255489"/>
              <a:gd name="connsiteX6" fmla="*/ 1833428 w 5857570"/>
              <a:gd name="connsiteY6" fmla="*/ 1493239 h 4255489"/>
              <a:gd name="connsiteX7" fmla="*/ 2271578 w 5857570"/>
              <a:gd name="connsiteY7" fmla="*/ 2083789 h 4255489"/>
              <a:gd name="connsiteX8" fmla="*/ 2385878 w 5857570"/>
              <a:gd name="connsiteY8" fmla="*/ 2883889 h 4255489"/>
              <a:gd name="connsiteX9" fmla="*/ 3262178 w 5857570"/>
              <a:gd name="connsiteY9" fmla="*/ 3093439 h 4255489"/>
              <a:gd name="connsiteX10" fmla="*/ 3109778 w 5857570"/>
              <a:gd name="connsiteY10" fmla="*/ 1950439 h 4255489"/>
              <a:gd name="connsiteX11" fmla="*/ 2500178 w 5857570"/>
              <a:gd name="connsiteY11" fmla="*/ 559789 h 4255489"/>
              <a:gd name="connsiteX12" fmla="*/ 3071678 w 5857570"/>
              <a:gd name="connsiteY12" fmla="*/ 1531340 h 4255489"/>
              <a:gd name="connsiteX13" fmla="*/ 3738428 w 5857570"/>
              <a:gd name="connsiteY13" fmla="*/ 2083790 h 4255489"/>
              <a:gd name="connsiteX14" fmla="*/ 4443278 w 5857570"/>
              <a:gd name="connsiteY14" fmla="*/ 1378940 h 4255489"/>
              <a:gd name="connsiteX15" fmla="*/ 3357428 w 5857570"/>
              <a:gd name="connsiteY15" fmla="*/ 445490 h 4255489"/>
              <a:gd name="connsiteX16" fmla="*/ 4424228 w 5857570"/>
              <a:gd name="connsiteY16" fmla="*/ 750290 h 4255489"/>
              <a:gd name="connsiteX17" fmla="*/ 4595678 w 5857570"/>
              <a:gd name="connsiteY17" fmla="*/ 64490 h 4255489"/>
              <a:gd name="connsiteX18" fmla="*/ 4862378 w 5857570"/>
              <a:gd name="connsiteY18" fmla="*/ 1455141 h 4255489"/>
              <a:gd name="connsiteX19" fmla="*/ 5757727 w 5857570"/>
              <a:gd name="connsiteY19" fmla="*/ 597891 h 4255489"/>
              <a:gd name="connsiteX20" fmla="*/ 4043227 w 5857570"/>
              <a:gd name="connsiteY20" fmla="*/ 2560041 h 4255489"/>
              <a:gd name="connsiteX21" fmla="*/ 4805227 w 5857570"/>
              <a:gd name="connsiteY21" fmla="*/ 2502891 h 4255489"/>
              <a:gd name="connsiteX22" fmla="*/ 5452927 w 5857570"/>
              <a:gd name="connsiteY22" fmla="*/ 2121891 h 4255489"/>
              <a:gd name="connsiteX23" fmla="*/ 5833927 w 5857570"/>
              <a:gd name="connsiteY23" fmla="*/ 2655291 h 4255489"/>
              <a:gd name="connsiteX24" fmla="*/ 4690927 w 5857570"/>
              <a:gd name="connsiteY24" fmla="*/ 3226789 h 4255489"/>
              <a:gd name="connsiteX25" fmla="*/ 3700327 w 5857570"/>
              <a:gd name="connsiteY25" fmla="*/ 4255489 h 4255489"/>
              <a:gd name="connsiteX26" fmla="*/ 2747827 w 5857570"/>
              <a:gd name="connsiteY26" fmla="*/ 3550639 h 4255489"/>
              <a:gd name="connsiteX27" fmla="*/ 919027 w 5857570"/>
              <a:gd name="connsiteY27" fmla="*/ 3417289 h 4255489"/>
              <a:gd name="connsiteX0" fmla="*/ 919027 w 6563716"/>
              <a:gd name="connsiteY0" fmla="*/ 3417289 h 4255489"/>
              <a:gd name="connsiteX1" fmla="*/ 2042977 w 6563716"/>
              <a:gd name="connsiteY1" fmla="*/ 3379189 h 4255489"/>
              <a:gd name="connsiteX2" fmla="*/ 4627 w 6563716"/>
              <a:gd name="connsiteY2" fmla="*/ 959839 h 4255489"/>
              <a:gd name="connsiteX3" fmla="*/ 576128 w 6563716"/>
              <a:gd name="connsiteY3" fmla="*/ 1950439 h 4255489"/>
              <a:gd name="connsiteX4" fmla="*/ 1109528 w 6563716"/>
              <a:gd name="connsiteY4" fmla="*/ 1131289 h 4255489"/>
              <a:gd name="connsiteX5" fmla="*/ 1871528 w 6563716"/>
              <a:gd name="connsiteY5" fmla="*/ 2674339 h 4255489"/>
              <a:gd name="connsiteX6" fmla="*/ 1833428 w 6563716"/>
              <a:gd name="connsiteY6" fmla="*/ 1493239 h 4255489"/>
              <a:gd name="connsiteX7" fmla="*/ 2271578 w 6563716"/>
              <a:gd name="connsiteY7" fmla="*/ 2083789 h 4255489"/>
              <a:gd name="connsiteX8" fmla="*/ 2385878 w 6563716"/>
              <a:gd name="connsiteY8" fmla="*/ 2883889 h 4255489"/>
              <a:gd name="connsiteX9" fmla="*/ 3262178 w 6563716"/>
              <a:gd name="connsiteY9" fmla="*/ 3093439 h 4255489"/>
              <a:gd name="connsiteX10" fmla="*/ 3109778 w 6563716"/>
              <a:gd name="connsiteY10" fmla="*/ 1950439 h 4255489"/>
              <a:gd name="connsiteX11" fmla="*/ 2500178 w 6563716"/>
              <a:gd name="connsiteY11" fmla="*/ 559789 h 4255489"/>
              <a:gd name="connsiteX12" fmla="*/ 3071678 w 6563716"/>
              <a:gd name="connsiteY12" fmla="*/ 1531340 h 4255489"/>
              <a:gd name="connsiteX13" fmla="*/ 3738428 w 6563716"/>
              <a:gd name="connsiteY13" fmla="*/ 2083790 h 4255489"/>
              <a:gd name="connsiteX14" fmla="*/ 4443278 w 6563716"/>
              <a:gd name="connsiteY14" fmla="*/ 1378940 h 4255489"/>
              <a:gd name="connsiteX15" fmla="*/ 3357428 w 6563716"/>
              <a:gd name="connsiteY15" fmla="*/ 445490 h 4255489"/>
              <a:gd name="connsiteX16" fmla="*/ 4424228 w 6563716"/>
              <a:gd name="connsiteY16" fmla="*/ 750290 h 4255489"/>
              <a:gd name="connsiteX17" fmla="*/ 4595678 w 6563716"/>
              <a:gd name="connsiteY17" fmla="*/ 64490 h 4255489"/>
              <a:gd name="connsiteX18" fmla="*/ 4862378 w 6563716"/>
              <a:gd name="connsiteY18" fmla="*/ 1455141 h 4255489"/>
              <a:gd name="connsiteX19" fmla="*/ 5757727 w 6563716"/>
              <a:gd name="connsiteY19" fmla="*/ 597891 h 4255489"/>
              <a:gd name="connsiteX20" fmla="*/ 4043227 w 6563716"/>
              <a:gd name="connsiteY20" fmla="*/ 2560041 h 4255489"/>
              <a:gd name="connsiteX21" fmla="*/ 4805227 w 6563716"/>
              <a:gd name="connsiteY21" fmla="*/ 2502891 h 4255489"/>
              <a:gd name="connsiteX22" fmla="*/ 5452927 w 6563716"/>
              <a:gd name="connsiteY22" fmla="*/ 2121891 h 4255489"/>
              <a:gd name="connsiteX23" fmla="*/ 5833927 w 6563716"/>
              <a:gd name="connsiteY23" fmla="*/ 2655291 h 4255489"/>
              <a:gd name="connsiteX24" fmla="*/ 6538776 w 6563716"/>
              <a:gd name="connsiteY24" fmla="*/ 1131291 h 4255489"/>
              <a:gd name="connsiteX25" fmla="*/ 4690927 w 6563716"/>
              <a:gd name="connsiteY25" fmla="*/ 3226789 h 4255489"/>
              <a:gd name="connsiteX26" fmla="*/ 3700327 w 6563716"/>
              <a:gd name="connsiteY26" fmla="*/ 4255489 h 4255489"/>
              <a:gd name="connsiteX27" fmla="*/ 2747827 w 6563716"/>
              <a:gd name="connsiteY27" fmla="*/ 3550639 h 4255489"/>
              <a:gd name="connsiteX28" fmla="*/ 919027 w 6563716"/>
              <a:gd name="connsiteY28" fmla="*/ 3417289 h 4255489"/>
              <a:gd name="connsiteX0" fmla="*/ 919027 w 6563716"/>
              <a:gd name="connsiteY0" fmla="*/ 3417289 h 4255489"/>
              <a:gd name="connsiteX1" fmla="*/ 2042977 w 6563716"/>
              <a:gd name="connsiteY1" fmla="*/ 3379189 h 4255489"/>
              <a:gd name="connsiteX2" fmla="*/ 4627 w 6563716"/>
              <a:gd name="connsiteY2" fmla="*/ 959839 h 4255489"/>
              <a:gd name="connsiteX3" fmla="*/ 576128 w 6563716"/>
              <a:gd name="connsiteY3" fmla="*/ 1950439 h 4255489"/>
              <a:gd name="connsiteX4" fmla="*/ 1109528 w 6563716"/>
              <a:gd name="connsiteY4" fmla="*/ 1131289 h 4255489"/>
              <a:gd name="connsiteX5" fmla="*/ 1871528 w 6563716"/>
              <a:gd name="connsiteY5" fmla="*/ 2674339 h 4255489"/>
              <a:gd name="connsiteX6" fmla="*/ 1833428 w 6563716"/>
              <a:gd name="connsiteY6" fmla="*/ 1493239 h 4255489"/>
              <a:gd name="connsiteX7" fmla="*/ 2271578 w 6563716"/>
              <a:gd name="connsiteY7" fmla="*/ 2083789 h 4255489"/>
              <a:gd name="connsiteX8" fmla="*/ 2385878 w 6563716"/>
              <a:gd name="connsiteY8" fmla="*/ 2883889 h 4255489"/>
              <a:gd name="connsiteX9" fmla="*/ 3262178 w 6563716"/>
              <a:gd name="connsiteY9" fmla="*/ 3093439 h 4255489"/>
              <a:gd name="connsiteX10" fmla="*/ 3109778 w 6563716"/>
              <a:gd name="connsiteY10" fmla="*/ 1950439 h 4255489"/>
              <a:gd name="connsiteX11" fmla="*/ 2500178 w 6563716"/>
              <a:gd name="connsiteY11" fmla="*/ 559789 h 4255489"/>
              <a:gd name="connsiteX12" fmla="*/ 3071678 w 6563716"/>
              <a:gd name="connsiteY12" fmla="*/ 1531340 h 4255489"/>
              <a:gd name="connsiteX13" fmla="*/ 3738428 w 6563716"/>
              <a:gd name="connsiteY13" fmla="*/ 2083790 h 4255489"/>
              <a:gd name="connsiteX14" fmla="*/ 4443278 w 6563716"/>
              <a:gd name="connsiteY14" fmla="*/ 1378940 h 4255489"/>
              <a:gd name="connsiteX15" fmla="*/ 3357428 w 6563716"/>
              <a:gd name="connsiteY15" fmla="*/ 445490 h 4255489"/>
              <a:gd name="connsiteX16" fmla="*/ 4424228 w 6563716"/>
              <a:gd name="connsiteY16" fmla="*/ 750290 h 4255489"/>
              <a:gd name="connsiteX17" fmla="*/ 4595678 w 6563716"/>
              <a:gd name="connsiteY17" fmla="*/ 64490 h 4255489"/>
              <a:gd name="connsiteX18" fmla="*/ 4862378 w 6563716"/>
              <a:gd name="connsiteY18" fmla="*/ 1455141 h 4255489"/>
              <a:gd name="connsiteX19" fmla="*/ 5757727 w 6563716"/>
              <a:gd name="connsiteY19" fmla="*/ 597891 h 4255489"/>
              <a:gd name="connsiteX20" fmla="*/ 4043227 w 6563716"/>
              <a:gd name="connsiteY20" fmla="*/ 2560041 h 4255489"/>
              <a:gd name="connsiteX21" fmla="*/ 4805227 w 6563716"/>
              <a:gd name="connsiteY21" fmla="*/ 2502891 h 4255489"/>
              <a:gd name="connsiteX22" fmla="*/ 5452927 w 6563716"/>
              <a:gd name="connsiteY22" fmla="*/ 2121891 h 4255489"/>
              <a:gd name="connsiteX23" fmla="*/ 5833927 w 6563716"/>
              <a:gd name="connsiteY23" fmla="*/ 2655291 h 4255489"/>
              <a:gd name="connsiteX24" fmla="*/ 6538776 w 6563716"/>
              <a:gd name="connsiteY24" fmla="*/ 1131291 h 4255489"/>
              <a:gd name="connsiteX25" fmla="*/ 6253026 w 6563716"/>
              <a:gd name="connsiteY25" fmla="*/ 2617191 h 4255489"/>
              <a:gd name="connsiteX26" fmla="*/ 4690927 w 6563716"/>
              <a:gd name="connsiteY26" fmla="*/ 3226789 h 4255489"/>
              <a:gd name="connsiteX27" fmla="*/ 3700327 w 6563716"/>
              <a:gd name="connsiteY27" fmla="*/ 4255489 h 4255489"/>
              <a:gd name="connsiteX28" fmla="*/ 2747827 w 6563716"/>
              <a:gd name="connsiteY28" fmla="*/ 3550639 h 4255489"/>
              <a:gd name="connsiteX29" fmla="*/ 919027 w 6563716"/>
              <a:gd name="connsiteY29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4690927 w 7386271"/>
              <a:gd name="connsiteY27" fmla="*/ 3226789 h 4255489"/>
              <a:gd name="connsiteX28" fmla="*/ 3700327 w 7386271"/>
              <a:gd name="connsiteY28" fmla="*/ 4255489 h 4255489"/>
              <a:gd name="connsiteX29" fmla="*/ 2747827 w 7386271"/>
              <a:gd name="connsiteY29" fmla="*/ 3550639 h 4255489"/>
              <a:gd name="connsiteX30" fmla="*/ 919027 w 7386271"/>
              <a:gd name="connsiteY30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4690927 w 7386271"/>
              <a:gd name="connsiteY28" fmla="*/ 3226789 h 4255489"/>
              <a:gd name="connsiteX29" fmla="*/ 3700327 w 7386271"/>
              <a:gd name="connsiteY29" fmla="*/ 4255489 h 4255489"/>
              <a:gd name="connsiteX30" fmla="*/ 2747827 w 7386271"/>
              <a:gd name="connsiteY30" fmla="*/ 3550639 h 4255489"/>
              <a:gd name="connsiteX31" fmla="*/ 919027 w 7386271"/>
              <a:gd name="connsiteY31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4690927 w 7386271"/>
              <a:gd name="connsiteY29" fmla="*/ 3226789 h 4255489"/>
              <a:gd name="connsiteX30" fmla="*/ 3700327 w 7386271"/>
              <a:gd name="connsiteY30" fmla="*/ 4255489 h 4255489"/>
              <a:gd name="connsiteX31" fmla="*/ 2747827 w 7386271"/>
              <a:gd name="connsiteY31" fmla="*/ 3550639 h 4255489"/>
              <a:gd name="connsiteX32" fmla="*/ 919027 w 7386271"/>
              <a:gd name="connsiteY32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4690927 w 7386271"/>
              <a:gd name="connsiteY29" fmla="*/ 3226789 h 4255489"/>
              <a:gd name="connsiteX30" fmla="*/ 3700327 w 7386271"/>
              <a:gd name="connsiteY30" fmla="*/ 4255489 h 4255489"/>
              <a:gd name="connsiteX31" fmla="*/ 2747827 w 7386271"/>
              <a:gd name="connsiteY31" fmla="*/ 3550639 h 4255489"/>
              <a:gd name="connsiteX32" fmla="*/ 919027 w 7386271"/>
              <a:gd name="connsiteY32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900726 w 7386271"/>
              <a:gd name="connsiteY28" fmla="*/ 32267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948351 w 7386271"/>
              <a:gd name="connsiteY28" fmla="*/ 33029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6757851 w 7386271"/>
              <a:gd name="connsiteY27" fmla="*/ 2826741 h 4255489"/>
              <a:gd name="connsiteX28" fmla="*/ 5757726 w 7386271"/>
              <a:gd name="connsiteY28" fmla="*/ 3169641 h 4255489"/>
              <a:gd name="connsiteX29" fmla="*/ 6367326 w 7386271"/>
              <a:gd name="connsiteY29" fmla="*/ 3322041 h 4255489"/>
              <a:gd name="connsiteX30" fmla="*/ 6853101 w 7386271"/>
              <a:gd name="connsiteY30" fmla="*/ 3074391 h 4255489"/>
              <a:gd name="connsiteX31" fmla="*/ 6062526 w 7386271"/>
              <a:gd name="connsiteY31" fmla="*/ 3703041 h 4255489"/>
              <a:gd name="connsiteX32" fmla="*/ 4690927 w 7386271"/>
              <a:gd name="connsiteY32" fmla="*/ 3226789 h 4255489"/>
              <a:gd name="connsiteX33" fmla="*/ 3700327 w 7386271"/>
              <a:gd name="connsiteY33" fmla="*/ 4255489 h 4255489"/>
              <a:gd name="connsiteX34" fmla="*/ 2747827 w 7386271"/>
              <a:gd name="connsiteY34" fmla="*/ 3550639 h 4255489"/>
              <a:gd name="connsiteX35" fmla="*/ 919027 w 7386271"/>
              <a:gd name="connsiteY35" fmla="*/ 3417289 h 4255489"/>
              <a:gd name="connsiteX0" fmla="*/ 919027 w 7359518"/>
              <a:gd name="connsiteY0" fmla="*/ 3417289 h 4255489"/>
              <a:gd name="connsiteX1" fmla="*/ 2042977 w 7359518"/>
              <a:gd name="connsiteY1" fmla="*/ 3379189 h 4255489"/>
              <a:gd name="connsiteX2" fmla="*/ 4627 w 7359518"/>
              <a:gd name="connsiteY2" fmla="*/ 959839 h 4255489"/>
              <a:gd name="connsiteX3" fmla="*/ 576128 w 7359518"/>
              <a:gd name="connsiteY3" fmla="*/ 1950439 h 4255489"/>
              <a:gd name="connsiteX4" fmla="*/ 1109528 w 7359518"/>
              <a:gd name="connsiteY4" fmla="*/ 1131289 h 4255489"/>
              <a:gd name="connsiteX5" fmla="*/ 1871528 w 7359518"/>
              <a:gd name="connsiteY5" fmla="*/ 2674339 h 4255489"/>
              <a:gd name="connsiteX6" fmla="*/ 1833428 w 7359518"/>
              <a:gd name="connsiteY6" fmla="*/ 1493239 h 4255489"/>
              <a:gd name="connsiteX7" fmla="*/ 2271578 w 7359518"/>
              <a:gd name="connsiteY7" fmla="*/ 2083789 h 4255489"/>
              <a:gd name="connsiteX8" fmla="*/ 2385878 w 7359518"/>
              <a:gd name="connsiteY8" fmla="*/ 2883889 h 4255489"/>
              <a:gd name="connsiteX9" fmla="*/ 3262178 w 7359518"/>
              <a:gd name="connsiteY9" fmla="*/ 3093439 h 4255489"/>
              <a:gd name="connsiteX10" fmla="*/ 3109778 w 7359518"/>
              <a:gd name="connsiteY10" fmla="*/ 1950439 h 4255489"/>
              <a:gd name="connsiteX11" fmla="*/ 2500178 w 7359518"/>
              <a:gd name="connsiteY11" fmla="*/ 559789 h 4255489"/>
              <a:gd name="connsiteX12" fmla="*/ 3071678 w 7359518"/>
              <a:gd name="connsiteY12" fmla="*/ 1531340 h 4255489"/>
              <a:gd name="connsiteX13" fmla="*/ 3738428 w 7359518"/>
              <a:gd name="connsiteY13" fmla="*/ 2083790 h 4255489"/>
              <a:gd name="connsiteX14" fmla="*/ 4443278 w 7359518"/>
              <a:gd name="connsiteY14" fmla="*/ 1378940 h 4255489"/>
              <a:gd name="connsiteX15" fmla="*/ 3357428 w 7359518"/>
              <a:gd name="connsiteY15" fmla="*/ 445490 h 4255489"/>
              <a:gd name="connsiteX16" fmla="*/ 4424228 w 7359518"/>
              <a:gd name="connsiteY16" fmla="*/ 750290 h 4255489"/>
              <a:gd name="connsiteX17" fmla="*/ 4595678 w 7359518"/>
              <a:gd name="connsiteY17" fmla="*/ 64490 h 4255489"/>
              <a:gd name="connsiteX18" fmla="*/ 4862378 w 7359518"/>
              <a:gd name="connsiteY18" fmla="*/ 1455141 h 4255489"/>
              <a:gd name="connsiteX19" fmla="*/ 5757727 w 7359518"/>
              <a:gd name="connsiteY19" fmla="*/ 597891 h 4255489"/>
              <a:gd name="connsiteX20" fmla="*/ 4043227 w 7359518"/>
              <a:gd name="connsiteY20" fmla="*/ 2560041 h 4255489"/>
              <a:gd name="connsiteX21" fmla="*/ 4805227 w 7359518"/>
              <a:gd name="connsiteY21" fmla="*/ 2502891 h 4255489"/>
              <a:gd name="connsiteX22" fmla="*/ 5452927 w 7359518"/>
              <a:gd name="connsiteY22" fmla="*/ 2121891 h 4255489"/>
              <a:gd name="connsiteX23" fmla="*/ 5833927 w 7359518"/>
              <a:gd name="connsiteY23" fmla="*/ 2655291 h 4255489"/>
              <a:gd name="connsiteX24" fmla="*/ 6538776 w 7359518"/>
              <a:gd name="connsiteY24" fmla="*/ 1131291 h 4255489"/>
              <a:gd name="connsiteX25" fmla="*/ 6253026 w 7359518"/>
              <a:gd name="connsiteY25" fmla="*/ 2617191 h 4255489"/>
              <a:gd name="connsiteX26" fmla="*/ 7357926 w 7359518"/>
              <a:gd name="connsiteY26" fmla="*/ 2140941 h 4255489"/>
              <a:gd name="connsiteX27" fmla="*/ 6757851 w 7359518"/>
              <a:gd name="connsiteY27" fmla="*/ 2826741 h 4255489"/>
              <a:gd name="connsiteX28" fmla="*/ 5757726 w 7359518"/>
              <a:gd name="connsiteY28" fmla="*/ 3169641 h 4255489"/>
              <a:gd name="connsiteX29" fmla="*/ 6367326 w 7359518"/>
              <a:gd name="connsiteY29" fmla="*/ 3322041 h 4255489"/>
              <a:gd name="connsiteX30" fmla="*/ 6853101 w 7359518"/>
              <a:gd name="connsiteY30" fmla="*/ 3074391 h 4255489"/>
              <a:gd name="connsiteX31" fmla="*/ 6062526 w 7359518"/>
              <a:gd name="connsiteY31" fmla="*/ 3703041 h 4255489"/>
              <a:gd name="connsiteX32" fmla="*/ 4690927 w 7359518"/>
              <a:gd name="connsiteY32" fmla="*/ 3226789 h 4255489"/>
              <a:gd name="connsiteX33" fmla="*/ 3700327 w 7359518"/>
              <a:gd name="connsiteY33" fmla="*/ 4255489 h 4255489"/>
              <a:gd name="connsiteX34" fmla="*/ 2747827 w 7359518"/>
              <a:gd name="connsiteY34" fmla="*/ 3550639 h 4255489"/>
              <a:gd name="connsiteX35" fmla="*/ 919027 w 7359518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05352 w 7408160"/>
              <a:gd name="connsiteY23" fmla="*/ 26171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05352 w 7408160"/>
              <a:gd name="connsiteY23" fmla="*/ 26171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58861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58861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548051 w 7408160"/>
              <a:gd name="connsiteY20" fmla="*/ 1950441 h 4255489"/>
              <a:gd name="connsiteX21" fmla="*/ 4100377 w 7408160"/>
              <a:gd name="connsiteY21" fmla="*/ 2560041 h 4255489"/>
              <a:gd name="connsiteX22" fmla="*/ 4805227 w 7408160"/>
              <a:gd name="connsiteY22" fmla="*/ 2502891 h 4255489"/>
              <a:gd name="connsiteX23" fmla="*/ 5433877 w 7408160"/>
              <a:gd name="connsiteY23" fmla="*/ 2188566 h 4255489"/>
              <a:gd name="connsiteX24" fmla="*/ 5824402 w 7408160"/>
              <a:gd name="connsiteY24" fmla="*/ 2645766 h 4255489"/>
              <a:gd name="connsiteX25" fmla="*/ 6367326 w 7408160"/>
              <a:gd name="connsiteY25" fmla="*/ 1474191 h 4255489"/>
              <a:gd name="connsiteX26" fmla="*/ 6538776 w 7408160"/>
              <a:gd name="connsiteY26" fmla="*/ 1131291 h 4255489"/>
              <a:gd name="connsiteX27" fmla="*/ 6253026 w 7408160"/>
              <a:gd name="connsiteY27" fmla="*/ 2617191 h 4255489"/>
              <a:gd name="connsiteX28" fmla="*/ 7357926 w 7408160"/>
              <a:gd name="connsiteY28" fmla="*/ 2140941 h 4255489"/>
              <a:gd name="connsiteX29" fmla="*/ 6757851 w 7408160"/>
              <a:gd name="connsiteY29" fmla="*/ 2826741 h 4255489"/>
              <a:gd name="connsiteX30" fmla="*/ 5757726 w 7408160"/>
              <a:gd name="connsiteY30" fmla="*/ 3169641 h 4255489"/>
              <a:gd name="connsiteX31" fmla="*/ 6367326 w 7408160"/>
              <a:gd name="connsiteY31" fmla="*/ 3322041 h 4255489"/>
              <a:gd name="connsiteX32" fmla="*/ 6853101 w 7408160"/>
              <a:gd name="connsiteY32" fmla="*/ 3074391 h 4255489"/>
              <a:gd name="connsiteX33" fmla="*/ 6062526 w 7408160"/>
              <a:gd name="connsiteY33" fmla="*/ 3703041 h 4255489"/>
              <a:gd name="connsiteX34" fmla="*/ 4690927 w 7408160"/>
              <a:gd name="connsiteY34" fmla="*/ 3226789 h 4255489"/>
              <a:gd name="connsiteX35" fmla="*/ 3700327 w 7408160"/>
              <a:gd name="connsiteY35" fmla="*/ 4255489 h 4255489"/>
              <a:gd name="connsiteX36" fmla="*/ 2747827 w 7408160"/>
              <a:gd name="connsiteY36" fmla="*/ 3550639 h 4255489"/>
              <a:gd name="connsiteX37" fmla="*/ 919027 w 7408160"/>
              <a:gd name="connsiteY37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07516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07516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370861 h 4209061"/>
              <a:gd name="connsiteX1" fmla="*/ 2042977 w 7408160"/>
              <a:gd name="connsiteY1" fmla="*/ 3332761 h 4209061"/>
              <a:gd name="connsiteX2" fmla="*/ 4627 w 7408160"/>
              <a:gd name="connsiteY2" fmla="*/ 913411 h 4209061"/>
              <a:gd name="connsiteX3" fmla="*/ 576128 w 7408160"/>
              <a:gd name="connsiteY3" fmla="*/ 1904011 h 4209061"/>
              <a:gd name="connsiteX4" fmla="*/ 1109528 w 7408160"/>
              <a:gd name="connsiteY4" fmla="*/ 1084861 h 4209061"/>
              <a:gd name="connsiteX5" fmla="*/ 1871528 w 7408160"/>
              <a:gd name="connsiteY5" fmla="*/ 2627911 h 4209061"/>
              <a:gd name="connsiteX6" fmla="*/ 1833428 w 7408160"/>
              <a:gd name="connsiteY6" fmla="*/ 1446811 h 4209061"/>
              <a:gd name="connsiteX7" fmla="*/ 2271578 w 7408160"/>
              <a:gd name="connsiteY7" fmla="*/ 2037361 h 4209061"/>
              <a:gd name="connsiteX8" fmla="*/ 2385878 w 7408160"/>
              <a:gd name="connsiteY8" fmla="*/ 2837461 h 4209061"/>
              <a:gd name="connsiteX9" fmla="*/ 3262178 w 7408160"/>
              <a:gd name="connsiteY9" fmla="*/ 3047011 h 4209061"/>
              <a:gd name="connsiteX10" fmla="*/ 3109778 w 7408160"/>
              <a:gd name="connsiteY10" fmla="*/ 1904011 h 4209061"/>
              <a:gd name="connsiteX11" fmla="*/ 2500178 w 7408160"/>
              <a:gd name="connsiteY11" fmla="*/ 513361 h 4209061"/>
              <a:gd name="connsiteX12" fmla="*/ 3071678 w 7408160"/>
              <a:gd name="connsiteY12" fmla="*/ 1484912 h 4209061"/>
              <a:gd name="connsiteX13" fmla="*/ 3738428 w 7408160"/>
              <a:gd name="connsiteY13" fmla="*/ 2037362 h 4209061"/>
              <a:gd name="connsiteX14" fmla="*/ 4443278 w 7408160"/>
              <a:gd name="connsiteY14" fmla="*/ 1332512 h 4209061"/>
              <a:gd name="connsiteX15" fmla="*/ 3357428 w 7408160"/>
              <a:gd name="connsiteY15" fmla="*/ 399062 h 4209061"/>
              <a:gd name="connsiteX16" fmla="*/ 4424228 w 7408160"/>
              <a:gd name="connsiteY16" fmla="*/ 703862 h 4209061"/>
              <a:gd name="connsiteX17" fmla="*/ 4595678 w 7408160"/>
              <a:gd name="connsiteY17" fmla="*/ 18062 h 4209061"/>
              <a:gd name="connsiteX18" fmla="*/ 4862378 w 7408160"/>
              <a:gd name="connsiteY18" fmla="*/ 1361088 h 4209061"/>
              <a:gd name="connsiteX19" fmla="*/ 5433876 w 7408160"/>
              <a:gd name="connsiteY19" fmla="*/ 1132488 h 4209061"/>
              <a:gd name="connsiteX20" fmla="*/ 5757727 w 7408160"/>
              <a:gd name="connsiteY20" fmla="*/ 551463 h 4209061"/>
              <a:gd name="connsiteX21" fmla="*/ 5672001 w 7408160"/>
              <a:gd name="connsiteY21" fmla="*/ 1475388 h 4209061"/>
              <a:gd name="connsiteX22" fmla="*/ 4548051 w 7408160"/>
              <a:gd name="connsiteY22" fmla="*/ 1904013 h 4209061"/>
              <a:gd name="connsiteX23" fmla="*/ 4100377 w 7408160"/>
              <a:gd name="connsiteY23" fmla="*/ 2513613 h 4209061"/>
              <a:gd name="connsiteX24" fmla="*/ 4805227 w 7408160"/>
              <a:gd name="connsiteY24" fmla="*/ 2456463 h 4209061"/>
              <a:gd name="connsiteX25" fmla="*/ 5433877 w 7408160"/>
              <a:gd name="connsiteY25" fmla="*/ 2142138 h 4209061"/>
              <a:gd name="connsiteX26" fmla="*/ 5824402 w 7408160"/>
              <a:gd name="connsiteY26" fmla="*/ 2599338 h 4209061"/>
              <a:gd name="connsiteX27" fmla="*/ 6367326 w 7408160"/>
              <a:gd name="connsiteY27" fmla="*/ 1427763 h 4209061"/>
              <a:gd name="connsiteX28" fmla="*/ 6538776 w 7408160"/>
              <a:gd name="connsiteY28" fmla="*/ 1084863 h 4209061"/>
              <a:gd name="connsiteX29" fmla="*/ 6253026 w 7408160"/>
              <a:gd name="connsiteY29" fmla="*/ 2570763 h 4209061"/>
              <a:gd name="connsiteX30" fmla="*/ 7357926 w 7408160"/>
              <a:gd name="connsiteY30" fmla="*/ 2094513 h 4209061"/>
              <a:gd name="connsiteX31" fmla="*/ 6757851 w 7408160"/>
              <a:gd name="connsiteY31" fmla="*/ 2780313 h 4209061"/>
              <a:gd name="connsiteX32" fmla="*/ 5757726 w 7408160"/>
              <a:gd name="connsiteY32" fmla="*/ 3123213 h 4209061"/>
              <a:gd name="connsiteX33" fmla="*/ 6367326 w 7408160"/>
              <a:gd name="connsiteY33" fmla="*/ 3275613 h 4209061"/>
              <a:gd name="connsiteX34" fmla="*/ 6853101 w 7408160"/>
              <a:gd name="connsiteY34" fmla="*/ 3027963 h 4209061"/>
              <a:gd name="connsiteX35" fmla="*/ 6062526 w 7408160"/>
              <a:gd name="connsiteY35" fmla="*/ 3656613 h 4209061"/>
              <a:gd name="connsiteX36" fmla="*/ 4690927 w 7408160"/>
              <a:gd name="connsiteY36" fmla="*/ 3180361 h 4209061"/>
              <a:gd name="connsiteX37" fmla="*/ 3700327 w 7408160"/>
              <a:gd name="connsiteY37" fmla="*/ 4209061 h 4209061"/>
              <a:gd name="connsiteX38" fmla="*/ 2747827 w 7408160"/>
              <a:gd name="connsiteY38" fmla="*/ 3504211 h 4209061"/>
              <a:gd name="connsiteX39" fmla="*/ 919027 w 7408160"/>
              <a:gd name="connsiteY39" fmla="*/ 3370861 h 4209061"/>
              <a:gd name="connsiteX0" fmla="*/ 919027 w 7408160"/>
              <a:gd name="connsiteY0" fmla="*/ 3370861 h 4209061"/>
              <a:gd name="connsiteX1" fmla="*/ 2042977 w 7408160"/>
              <a:gd name="connsiteY1" fmla="*/ 3332761 h 4209061"/>
              <a:gd name="connsiteX2" fmla="*/ 4627 w 7408160"/>
              <a:gd name="connsiteY2" fmla="*/ 913411 h 4209061"/>
              <a:gd name="connsiteX3" fmla="*/ 576128 w 7408160"/>
              <a:gd name="connsiteY3" fmla="*/ 1904011 h 4209061"/>
              <a:gd name="connsiteX4" fmla="*/ 1109528 w 7408160"/>
              <a:gd name="connsiteY4" fmla="*/ 1084861 h 4209061"/>
              <a:gd name="connsiteX5" fmla="*/ 1871528 w 7408160"/>
              <a:gd name="connsiteY5" fmla="*/ 2627911 h 4209061"/>
              <a:gd name="connsiteX6" fmla="*/ 1833428 w 7408160"/>
              <a:gd name="connsiteY6" fmla="*/ 1446811 h 4209061"/>
              <a:gd name="connsiteX7" fmla="*/ 2271578 w 7408160"/>
              <a:gd name="connsiteY7" fmla="*/ 2037361 h 4209061"/>
              <a:gd name="connsiteX8" fmla="*/ 2385878 w 7408160"/>
              <a:gd name="connsiteY8" fmla="*/ 2837461 h 4209061"/>
              <a:gd name="connsiteX9" fmla="*/ 3262178 w 7408160"/>
              <a:gd name="connsiteY9" fmla="*/ 3047011 h 4209061"/>
              <a:gd name="connsiteX10" fmla="*/ 3109778 w 7408160"/>
              <a:gd name="connsiteY10" fmla="*/ 1904011 h 4209061"/>
              <a:gd name="connsiteX11" fmla="*/ 2500178 w 7408160"/>
              <a:gd name="connsiteY11" fmla="*/ 513361 h 4209061"/>
              <a:gd name="connsiteX12" fmla="*/ 3071678 w 7408160"/>
              <a:gd name="connsiteY12" fmla="*/ 1484912 h 4209061"/>
              <a:gd name="connsiteX13" fmla="*/ 3738428 w 7408160"/>
              <a:gd name="connsiteY13" fmla="*/ 2037362 h 4209061"/>
              <a:gd name="connsiteX14" fmla="*/ 4443278 w 7408160"/>
              <a:gd name="connsiteY14" fmla="*/ 1332512 h 4209061"/>
              <a:gd name="connsiteX15" fmla="*/ 3357428 w 7408160"/>
              <a:gd name="connsiteY15" fmla="*/ 399062 h 4209061"/>
              <a:gd name="connsiteX16" fmla="*/ 4424228 w 7408160"/>
              <a:gd name="connsiteY16" fmla="*/ 703862 h 4209061"/>
              <a:gd name="connsiteX17" fmla="*/ 4595678 w 7408160"/>
              <a:gd name="connsiteY17" fmla="*/ 18062 h 4209061"/>
              <a:gd name="connsiteX18" fmla="*/ 4862378 w 7408160"/>
              <a:gd name="connsiteY18" fmla="*/ 1361088 h 4209061"/>
              <a:gd name="connsiteX19" fmla="*/ 5433876 w 7408160"/>
              <a:gd name="connsiteY19" fmla="*/ 1132488 h 4209061"/>
              <a:gd name="connsiteX20" fmla="*/ 5757727 w 7408160"/>
              <a:gd name="connsiteY20" fmla="*/ 551463 h 4209061"/>
              <a:gd name="connsiteX21" fmla="*/ 5672001 w 7408160"/>
              <a:gd name="connsiteY21" fmla="*/ 1475388 h 4209061"/>
              <a:gd name="connsiteX22" fmla="*/ 4548051 w 7408160"/>
              <a:gd name="connsiteY22" fmla="*/ 1904013 h 4209061"/>
              <a:gd name="connsiteX23" fmla="*/ 4100377 w 7408160"/>
              <a:gd name="connsiteY23" fmla="*/ 2513613 h 4209061"/>
              <a:gd name="connsiteX24" fmla="*/ 4805227 w 7408160"/>
              <a:gd name="connsiteY24" fmla="*/ 2456463 h 4209061"/>
              <a:gd name="connsiteX25" fmla="*/ 5433877 w 7408160"/>
              <a:gd name="connsiteY25" fmla="*/ 2142138 h 4209061"/>
              <a:gd name="connsiteX26" fmla="*/ 5824402 w 7408160"/>
              <a:gd name="connsiteY26" fmla="*/ 2599338 h 4209061"/>
              <a:gd name="connsiteX27" fmla="*/ 6367326 w 7408160"/>
              <a:gd name="connsiteY27" fmla="*/ 1427763 h 4209061"/>
              <a:gd name="connsiteX28" fmla="*/ 6538776 w 7408160"/>
              <a:gd name="connsiteY28" fmla="*/ 1084863 h 4209061"/>
              <a:gd name="connsiteX29" fmla="*/ 6253026 w 7408160"/>
              <a:gd name="connsiteY29" fmla="*/ 2570763 h 4209061"/>
              <a:gd name="connsiteX30" fmla="*/ 7357926 w 7408160"/>
              <a:gd name="connsiteY30" fmla="*/ 2094513 h 4209061"/>
              <a:gd name="connsiteX31" fmla="*/ 6757851 w 7408160"/>
              <a:gd name="connsiteY31" fmla="*/ 2780313 h 4209061"/>
              <a:gd name="connsiteX32" fmla="*/ 5757726 w 7408160"/>
              <a:gd name="connsiteY32" fmla="*/ 3123213 h 4209061"/>
              <a:gd name="connsiteX33" fmla="*/ 6367326 w 7408160"/>
              <a:gd name="connsiteY33" fmla="*/ 3275613 h 4209061"/>
              <a:gd name="connsiteX34" fmla="*/ 6853101 w 7408160"/>
              <a:gd name="connsiteY34" fmla="*/ 3027963 h 4209061"/>
              <a:gd name="connsiteX35" fmla="*/ 6062526 w 7408160"/>
              <a:gd name="connsiteY35" fmla="*/ 3656613 h 4209061"/>
              <a:gd name="connsiteX36" fmla="*/ 4690927 w 7408160"/>
              <a:gd name="connsiteY36" fmla="*/ 3180361 h 4209061"/>
              <a:gd name="connsiteX37" fmla="*/ 3700327 w 7408160"/>
              <a:gd name="connsiteY37" fmla="*/ 4209061 h 4209061"/>
              <a:gd name="connsiteX38" fmla="*/ 2747827 w 7408160"/>
              <a:gd name="connsiteY38" fmla="*/ 3504211 h 4209061"/>
              <a:gd name="connsiteX39" fmla="*/ 919027 w 7408160"/>
              <a:gd name="connsiteY39" fmla="*/ 3370861 h 4209061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8572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8572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1064362 w 7553495"/>
              <a:gd name="connsiteY0" fmla="*/ 3360795 h 4208519"/>
              <a:gd name="connsiteX1" fmla="*/ 2188312 w 7553495"/>
              <a:gd name="connsiteY1" fmla="*/ 3322695 h 4208519"/>
              <a:gd name="connsiteX2" fmla="*/ 149962 w 7553495"/>
              <a:gd name="connsiteY2" fmla="*/ 903345 h 4208519"/>
              <a:gd name="connsiteX3" fmla="*/ 721463 w 7553495"/>
              <a:gd name="connsiteY3" fmla="*/ 1893945 h 4208519"/>
              <a:gd name="connsiteX4" fmla="*/ 1254863 w 7553495"/>
              <a:gd name="connsiteY4" fmla="*/ 1074795 h 4208519"/>
              <a:gd name="connsiteX5" fmla="*/ 1273911 w 7553495"/>
              <a:gd name="connsiteY5" fmla="*/ 1951097 h 4208519"/>
              <a:gd name="connsiteX6" fmla="*/ 2016863 w 7553495"/>
              <a:gd name="connsiteY6" fmla="*/ 2617845 h 4208519"/>
              <a:gd name="connsiteX7" fmla="*/ 1978763 w 7553495"/>
              <a:gd name="connsiteY7" fmla="*/ 1436745 h 4208519"/>
              <a:gd name="connsiteX8" fmla="*/ 2416913 w 7553495"/>
              <a:gd name="connsiteY8" fmla="*/ 2027295 h 4208519"/>
              <a:gd name="connsiteX9" fmla="*/ 2531213 w 7553495"/>
              <a:gd name="connsiteY9" fmla="*/ 2827395 h 4208519"/>
              <a:gd name="connsiteX10" fmla="*/ 3407513 w 7553495"/>
              <a:gd name="connsiteY10" fmla="*/ 3036945 h 4208519"/>
              <a:gd name="connsiteX11" fmla="*/ 3255113 w 7553495"/>
              <a:gd name="connsiteY11" fmla="*/ 1893945 h 4208519"/>
              <a:gd name="connsiteX12" fmla="*/ 2645513 w 7553495"/>
              <a:gd name="connsiteY12" fmla="*/ 503295 h 4208519"/>
              <a:gd name="connsiteX13" fmla="*/ 3217013 w 7553495"/>
              <a:gd name="connsiteY13" fmla="*/ 1474846 h 4208519"/>
              <a:gd name="connsiteX14" fmla="*/ 3883763 w 7553495"/>
              <a:gd name="connsiteY14" fmla="*/ 2027296 h 4208519"/>
              <a:gd name="connsiteX15" fmla="*/ 4588613 w 7553495"/>
              <a:gd name="connsiteY15" fmla="*/ 1322446 h 4208519"/>
              <a:gd name="connsiteX16" fmla="*/ 3836136 w 7553495"/>
              <a:gd name="connsiteY16" fmla="*/ 950972 h 4208519"/>
              <a:gd name="connsiteX17" fmla="*/ 3502763 w 7553495"/>
              <a:gd name="connsiteY17" fmla="*/ 388996 h 4208519"/>
              <a:gd name="connsiteX18" fmla="*/ 4569563 w 7553495"/>
              <a:gd name="connsiteY18" fmla="*/ 693796 h 4208519"/>
              <a:gd name="connsiteX19" fmla="*/ 4741013 w 7553495"/>
              <a:gd name="connsiteY19" fmla="*/ 7996 h 4208519"/>
              <a:gd name="connsiteX20" fmla="*/ 5007713 w 7553495"/>
              <a:gd name="connsiteY20" fmla="*/ 1351022 h 4208519"/>
              <a:gd name="connsiteX21" fmla="*/ 5579211 w 7553495"/>
              <a:gd name="connsiteY21" fmla="*/ 1122422 h 4208519"/>
              <a:gd name="connsiteX22" fmla="*/ 5903062 w 7553495"/>
              <a:gd name="connsiteY22" fmla="*/ 541397 h 4208519"/>
              <a:gd name="connsiteX23" fmla="*/ 5817336 w 7553495"/>
              <a:gd name="connsiteY23" fmla="*/ 1465322 h 4208519"/>
              <a:gd name="connsiteX24" fmla="*/ 4693386 w 7553495"/>
              <a:gd name="connsiteY24" fmla="*/ 1893947 h 4208519"/>
              <a:gd name="connsiteX25" fmla="*/ 4245712 w 7553495"/>
              <a:gd name="connsiteY25" fmla="*/ 2503547 h 4208519"/>
              <a:gd name="connsiteX26" fmla="*/ 4950562 w 7553495"/>
              <a:gd name="connsiteY26" fmla="*/ 2446397 h 4208519"/>
              <a:gd name="connsiteX27" fmla="*/ 5579212 w 7553495"/>
              <a:gd name="connsiteY27" fmla="*/ 2132072 h 4208519"/>
              <a:gd name="connsiteX28" fmla="*/ 5969737 w 7553495"/>
              <a:gd name="connsiteY28" fmla="*/ 2589272 h 4208519"/>
              <a:gd name="connsiteX29" fmla="*/ 6512661 w 7553495"/>
              <a:gd name="connsiteY29" fmla="*/ 1417697 h 4208519"/>
              <a:gd name="connsiteX30" fmla="*/ 6684111 w 7553495"/>
              <a:gd name="connsiteY30" fmla="*/ 1074797 h 4208519"/>
              <a:gd name="connsiteX31" fmla="*/ 6398361 w 7553495"/>
              <a:gd name="connsiteY31" fmla="*/ 2560697 h 4208519"/>
              <a:gd name="connsiteX32" fmla="*/ 7503261 w 7553495"/>
              <a:gd name="connsiteY32" fmla="*/ 2084447 h 4208519"/>
              <a:gd name="connsiteX33" fmla="*/ 6903186 w 7553495"/>
              <a:gd name="connsiteY33" fmla="*/ 2770247 h 4208519"/>
              <a:gd name="connsiteX34" fmla="*/ 5903061 w 7553495"/>
              <a:gd name="connsiteY34" fmla="*/ 3113147 h 4208519"/>
              <a:gd name="connsiteX35" fmla="*/ 6512661 w 7553495"/>
              <a:gd name="connsiteY35" fmla="*/ 3265547 h 4208519"/>
              <a:gd name="connsiteX36" fmla="*/ 6998436 w 7553495"/>
              <a:gd name="connsiteY36" fmla="*/ 3017897 h 4208519"/>
              <a:gd name="connsiteX37" fmla="*/ 6207861 w 7553495"/>
              <a:gd name="connsiteY37" fmla="*/ 3646547 h 4208519"/>
              <a:gd name="connsiteX38" fmla="*/ 4836262 w 7553495"/>
              <a:gd name="connsiteY38" fmla="*/ 3170295 h 4208519"/>
              <a:gd name="connsiteX39" fmla="*/ 3845662 w 7553495"/>
              <a:gd name="connsiteY39" fmla="*/ 4198995 h 4208519"/>
              <a:gd name="connsiteX40" fmla="*/ 2893162 w 7553495"/>
              <a:gd name="connsiteY40" fmla="*/ 3494145 h 4208519"/>
              <a:gd name="connsiteX41" fmla="*/ 1064362 w 7553495"/>
              <a:gd name="connsiteY41" fmla="*/ 3360795 h 4208519"/>
              <a:gd name="connsiteX0" fmla="*/ 914757 w 7403890"/>
              <a:gd name="connsiteY0" fmla="*/ 3360795 h 4208519"/>
              <a:gd name="connsiteX1" fmla="*/ 2038707 w 7403890"/>
              <a:gd name="connsiteY1" fmla="*/ 3322695 h 4208519"/>
              <a:gd name="connsiteX2" fmla="*/ 743307 w 7403890"/>
              <a:gd name="connsiteY2" fmla="*/ 2398772 h 4208519"/>
              <a:gd name="connsiteX3" fmla="*/ 357 w 7403890"/>
              <a:gd name="connsiteY3" fmla="*/ 903345 h 4208519"/>
              <a:gd name="connsiteX4" fmla="*/ 571858 w 7403890"/>
              <a:gd name="connsiteY4" fmla="*/ 1893945 h 4208519"/>
              <a:gd name="connsiteX5" fmla="*/ 1105258 w 7403890"/>
              <a:gd name="connsiteY5" fmla="*/ 1074795 h 4208519"/>
              <a:gd name="connsiteX6" fmla="*/ 1124306 w 7403890"/>
              <a:gd name="connsiteY6" fmla="*/ 1951097 h 4208519"/>
              <a:gd name="connsiteX7" fmla="*/ 1867258 w 7403890"/>
              <a:gd name="connsiteY7" fmla="*/ 2617845 h 4208519"/>
              <a:gd name="connsiteX8" fmla="*/ 1829158 w 7403890"/>
              <a:gd name="connsiteY8" fmla="*/ 1436745 h 4208519"/>
              <a:gd name="connsiteX9" fmla="*/ 2267308 w 7403890"/>
              <a:gd name="connsiteY9" fmla="*/ 2027295 h 4208519"/>
              <a:gd name="connsiteX10" fmla="*/ 2381608 w 7403890"/>
              <a:gd name="connsiteY10" fmla="*/ 2827395 h 4208519"/>
              <a:gd name="connsiteX11" fmla="*/ 3257908 w 7403890"/>
              <a:gd name="connsiteY11" fmla="*/ 3036945 h 4208519"/>
              <a:gd name="connsiteX12" fmla="*/ 3105508 w 7403890"/>
              <a:gd name="connsiteY12" fmla="*/ 1893945 h 4208519"/>
              <a:gd name="connsiteX13" fmla="*/ 2495908 w 7403890"/>
              <a:gd name="connsiteY13" fmla="*/ 503295 h 4208519"/>
              <a:gd name="connsiteX14" fmla="*/ 3067408 w 7403890"/>
              <a:gd name="connsiteY14" fmla="*/ 1474846 h 4208519"/>
              <a:gd name="connsiteX15" fmla="*/ 3734158 w 7403890"/>
              <a:gd name="connsiteY15" fmla="*/ 2027296 h 4208519"/>
              <a:gd name="connsiteX16" fmla="*/ 4439008 w 7403890"/>
              <a:gd name="connsiteY16" fmla="*/ 1322446 h 4208519"/>
              <a:gd name="connsiteX17" fmla="*/ 3686531 w 7403890"/>
              <a:gd name="connsiteY17" fmla="*/ 950972 h 4208519"/>
              <a:gd name="connsiteX18" fmla="*/ 3353158 w 7403890"/>
              <a:gd name="connsiteY18" fmla="*/ 388996 h 4208519"/>
              <a:gd name="connsiteX19" fmla="*/ 4419958 w 7403890"/>
              <a:gd name="connsiteY19" fmla="*/ 693796 h 4208519"/>
              <a:gd name="connsiteX20" fmla="*/ 4591408 w 7403890"/>
              <a:gd name="connsiteY20" fmla="*/ 7996 h 4208519"/>
              <a:gd name="connsiteX21" fmla="*/ 4858108 w 7403890"/>
              <a:gd name="connsiteY21" fmla="*/ 1351022 h 4208519"/>
              <a:gd name="connsiteX22" fmla="*/ 5429606 w 7403890"/>
              <a:gd name="connsiteY22" fmla="*/ 1122422 h 4208519"/>
              <a:gd name="connsiteX23" fmla="*/ 5753457 w 7403890"/>
              <a:gd name="connsiteY23" fmla="*/ 541397 h 4208519"/>
              <a:gd name="connsiteX24" fmla="*/ 5667731 w 7403890"/>
              <a:gd name="connsiteY24" fmla="*/ 1465322 h 4208519"/>
              <a:gd name="connsiteX25" fmla="*/ 4543781 w 7403890"/>
              <a:gd name="connsiteY25" fmla="*/ 1893947 h 4208519"/>
              <a:gd name="connsiteX26" fmla="*/ 4096107 w 7403890"/>
              <a:gd name="connsiteY26" fmla="*/ 2503547 h 4208519"/>
              <a:gd name="connsiteX27" fmla="*/ 4800957 w 7403890"/>
              <a:gd name="connsiteY27" fmla="*/ 2446397 h 4208519"/>
              <a:gd name="connsiteX28" fmla="*/ 5429607 w 7403890"/>
              <a:gd name="connsiteY28" fmla="*/ 2132072 h 4208519"/>
              <a:gd name="connsiteX29" fmla="*/ 5820132 w 7403890"/>
              <a:gd name="connsiteY29" fmla="*/ 2589272 h 4208519"/>
              <a:gd name="connsiteX30" fmla="*/ 6363056 w 7403890"/>
              <a:gd name="connsiteY30" fmla="*/ 1417697 h 4208519"/>
              <a:gd name="connsiteX31" fmla="*/ 6534506 w 7403890"/>
              <a:gd name="connsiteY31" fmla="*/ 1074797 h 4208519"/>
              <a:gd name="connsiteX32" fmla="*/ 6248756 w 7403890"/>
              <a:gd name="connsiteY32" fmla="*/ 2560697 h 4208519"/>
              <a:gd name="connsiteX33" fmla="*/ 7353656 w 7403890"/>
              <a:gd name="connsiteY33" fmla="*/ 2084447 h 4208519"/>
              <a:gd name="connsiteX34" fmla="*/ 6753581 w 7403890"/>
              <a:gd name="connsiteY34" fmla="*/ 2770247 h 4208519"/>
              <a:gd name="connsiteX35" fmla="*/ 5753456 w 7403890"/>
              <a:gd name="connsiteY35" fmla="*/ 3113147 h 4208519"/>
              <a:gd name="connsiteX36" fmla="*/ 6363056 w 7403890"/>
              <a:gd name="connsiteY36" fmla="*/ 3265547 h 4208519"/>
              <a:gd name="connsiteX37" fmla="*/ 6848831 w 7403890"/>
              <a:gd name="connsiteY37" fmla="*/ 3017897 h 4208519"/>
              <a:gd name="connsiteX38" fmla="*/ 6058256 w 7403890"/>
              <a:gd name="connsiteY38" fmla="*/ 3646547 h 4208519"/>
              <a:gd name="connsiteX39" fmla="*/ 4686657 w 7403890"/>
              <a:gd name="connsiteY39" fmla="*/ 3170295 h 4208519"/>
              <a:gd name="connsiteX40" fmla="*/ 3696057 w 7403890"/>
              <a:gd name="connsiteY40" fmla="*/ 4198995 h 4208519"/>
              <a:gd name="connsiteX41" fmla="*/ 2743557 w 7403890"/>
              <a:gd name="connsiteY41" fmla="*/ 3494145 h 4208519"/>
              <a:gd name="connsiteX42" fmla="*/ 914757 w 7403890"/>
              <a:gd name="connsiteY42" fmla="*/ 3360795 h 4208519"/>
              <a:gd name="connsiteX0" fmla="*/ 1049251 w 7538384"/>
              <a:gd name="connsiteY0" fmla="*/ 3360795 h 4208519"/>
              <a:gd name="connsiteX1" fmla="*/ 2173201 w 7538384"/>
              <a:gd name="connsiteY1" fmla="*/ 3322695 h 4208519"/>
              <a:gd name="connsiteX2" fmla="*/ 877801 w 7538384"/>
              <a:gd name="connsiteY2" fmla="*/ 2398772 h 4208519"/>
              <a:gd name="connsiteX3" fmla="*/ 134851 w 7538384"/>
              <a:gd name="connsiteY3" fmla="*/ 903345 h 4208519"/>
              <a:gd name="connsiteX4" fmla="*/ 706352 w 7538384"/>
              <a:gd name="connsiteY4" fmla="*/ 1893945 h 4208519"/>
              <a:gd name="connsiteX5" fmla="*/ 1239752 w 7538384"/>
              <a:gd name="connsiteY5" fmla="*/ 1074795 h 4208519"/>
              <a:gd name="connsiteX6" fmla="*/ 1258800 w 7538384"/>
              <a:gd name="connsiteY6" fmla="*/ 1951097 h 4208519"/>
              <a:gd name="connsiteX7" fmla="*/ 2001752 w 7538384"/>
              <a:gd name="connsiteY7" fmla="*/ 2617845 h 4208519"/>
              <a:gd name="connsiteX8" fmla="*/ 1963652 w 7538384"/>
              <a:gd name="connsiteY8" fmla="*/ 1436745 h 4208519"/>
              <a:gd name="connsiteX9" fmla="*/ 2401802 w 7538384"/>
              <a:gd name="connsiteY9" fmla="*/ 2027295 h 4208519"/>
              <a:gd name="connsiteX10" fmla="*/ 2516102 w 7538384"/>
              <a:gd name="connsiteY10" fmla="*/ 2827395 h 4208519"/>
              <a:gd name="connsiteX11" fmla="*/ 3392402 w 7538384"/>
              <a:gd name="connsiteY11" fmla="*/ 3036945 h 4208519"/>
              <a:gd name="connsiteX12" fmla="*/ 3240002 w 7538384"/>
              <a:gd name="connsiteY12" fmla="*/ 1893945 h 4208519"/>
              <a:gd name="connsiteX13" fmla="*/ 2630402 w 7538384"/>
              <a:gd name="connsiteY13" fmla="*/ 503295 h 4208519"/>
              <a:gd name="connsiteX14" fmla="*/ 3201902 w 7538384"/>
              <a:gd name="connsiteY14" fmla="*/ 1474846 h 4208519"/>
              <a:gd name="connsiteX15" fmla="*/ 3868652 w 7538384"/>
              <a:gd name="connsiteY15" fmla="*/ 2027296 h 4208519"/>
              <a:gd name="connsiteX16" fmla="*/ 4573502 w 7538384"/>
              <a:gd name="connsiteY16" fmla="*/ 1322446 h 4208519"/>
              <a:gd name="connsiteX17" fmla="*/ 3821025 w 7538384"/>
              <a:gd name="connsiteY17" fmla="*/ 950972 h 4208519"/>
              <a:gd name="connsiteX18" fmla="*/ 3487652 w 7538384"/>
              <a:gd name="connsiteY18" fmla="*/ 388996 h 4208519"/>
              <a:gd name="connsiteX19" fmla="*/ 4554452 w 7538384"/>
              <a:gd name="connsiteY19" fmla="*/ 693796 h 4208519"/>
              <a:gd name="connsiteX20" fmla="*/ 4725902 w 7538384"/>
              <a:gd name="connsiteY20" fmla="*/ 7996 h 4208519"/>
              <a:gd name="connsiteX21" fmla="*/ 4992602 w 7538384"/>
              <a:gd name="connsiteY21" fmla="*/ 1351022 h 4208519"/>
              <a:gd name="connsiteX22" fmla="*/ 5564100 w 7538384"/>
              <a:gd name="connsiteY22" fmla="*/ 1122422 h 4208519"/>
              <a:gd name="connsiteX23" fmla="*/ 5887951 w 7538384"/>
              <a:gd name="connsiteY23" fmla="*/ 541397 h 4208519"/>
              <a:gd name="connsiteX24" fmla="*/ 5802225 w 7538384"/>
              <a:gd name="connsiteY24" fmla="*/ 1465322 h 4208519"/>
              <a:gd name="connsiteX25" fmla="*/ 4678275 w 7538384"/>
              <a:gd name="connsiteY25" fmla="*/ 1893947 h 4208519"/>
              <a:gd name="connsiteX26" fmla="*/ 4230601 w 7538384"/>
              <a:gd name="connsiteY26" fmla="*/ 2503547 h 4208519"/>
              <a:gd name="connsiteX27" fmla="*/ 4935451 w 7538384"/>
              <a:gd name="connsiteY27" fmla="*/ 2446397 h 4208519"/>
              <a:gd name="connsiteX28" fmla="*/ 5564101 w 7538384"/>
              <a:gd name="connsiteY28" fmla="*/ 2132072 h 4208519"/>
              <a:gd name="connsiteX29" fmla="*/ 5954626 w 7538384"/>
              <a:gd name="connsiteY29" fmla="*/ 2589272 h 4208519"/>
              <a:gd name="connsiteX30" fmla="*/ 6497550 w 7538384"/>
              <a:gd name="connsiteY30" fmla="*/ 1417697 h 4208519"/>
              <a:gd name="connsiteX31" fmla="*/ 6669000 w 7538384"/>
              <a:gd name="connsiteY31" fmla="*/ 1074797 h 4208519"/>
              <a:gd name="connsiteX32" fmla="*/ 6383250 w 7538384"/>
              <a:gd name="connsiteY32" fmla="*/ 2560697 h 4208519"/>
              <a:gd name="connsiteX33" fmla="*/ 7488150 w 7538384"/>
              <a:gd name="connsiteY33" fmla="*/ 2084447 h 4208519"/>
              <a:gd name="connsiteX34" fmla="*/ 6888075 w 7538384"/>
              <a:gd name="connsiteY34" fmla="*/ 2770247 h 4208519"/>
              <a:gd name="connsiteX35" fmla="*/ 5887950 w 7538384"/>
              <a:gd name="connsiteY35" fmla="*/ 3113147 h 4208519"/>
              <a:gd name="connsiteX36" fmla="*/ 6497550 w 7538384"/>
              <a:gd name="connsiteY36" fmla="*/ 3265547 h 4208519"/>
              <a:gd name="connsiteX37" fmla="*/ 6983325 w 7538384"/>
              <a:gd name="connsiteY37" fmla="*/ 3017897 h 4208519"/>
              <a:gd name="connsiteX38" fmla="*/ 6192750 w 7538384"/>
              <a:gd name="connsiteY38" fmla="*/ 3646547 h 4208519"/>
              <a:gd name="connsiteX39" fmla="*/ 4821151 w 7538384"/>
              <a:gd name="connsiteY39" fmla="*/ 3170295 h 4208519"/>
              <a:gd name="connsiteX40" fmla="*/ 3830551 w 7538384"/>
              <a:gd name="connsiteY40" fmla="*/ 4198995 h 4208519"/>
              <a:gd name="connsiteX41" fmla="*/ 2878051 w 7538384"/>
              <a:gd name="connsiteY41" fmla="*/ 3494145 h 4208519"/>
              <a:gd name="connsiteX42" fmla="*/ 1049251 w 7538384"/>
              <a:gd name="connsiteY42" fmla="*/ 3360795 h 4208519"/>
              <a:gd name="connsiteX0" fmla="*/ 1111160 w 7600293"/>
              <a:gd name="connsiteY0" fmla="*/ 3360795 h 4208519"/>
              <a:gd name="connsiteX1" fmla="*/ 2235110 w 7600293"/>
              <a:gd name="connsiteY1" fmla="*/ 3322695 h 4208519"/>
              <a:gd name="connsiteX2" fmla="*/ 939710 w 7600293"/>
              <a:gd name="connsiteY2" fmla="*/ 2398772 h 4208519"/>
              <a:gd name="connsiteX3" fmla="*/ 196760 w 7600293"/>
              <a:gd name="connsiteY3" fmla="*/ 903345 h 4208519"/>
              <a:gd name="connsiteX4" fmla="*/ 768261 w 7600293"/>
              <a:gd name="connsiteY4" fmla="*/ 1893945 h 4208519"/>
              <a:gd name="connsiteX5" fmla="*/ 1301661 w 7600293"/>
              <a:gd name="connsiteY5" fmla="*/ 1074795 h 4208519"/>
              <a:gd name="connsiteX6" fmla="*/ 1320709 w 7600293"/>
              <a:gd name="connsiteY6" fmla="*/ 1951097 h 4208519"/>
              <a:gd name="connsiteX7" fmla="*/ 2063661 w 7600293"/>
              <a:gd name="connsiteY7" fmla="*/ 2617845 h 4208519"/>
              <a:gd name="connsiteX8" fmla="*/ 2025561 w 7600293"/>
              <a:gd name="connsiteY8" fmla="*/ 1436745 h 4208519"/>
              <a:gd name="connsiteX9" fmla="*/ 2463711 w 7600293"/>
              <a:gd name="connsiteY9" fmla="*/ 2027295 h 4208519"/>
              <a:gd name="connsiteX10" fmla="*/ 2578011 w 7600293"/>
              <a:gd name="connsiteY10" fmla="*/ 2827395 h 4208519"/>
              <a:gd name="connsiteX11" fmla="*/ 3454311 w 7600293"/>
              <a:gd name="connsiteY11" fmla="*/ 3036945 h 4208519"/>
              <a:gd name="connsiteX12" fmla="*/ 3301911 w 7600293"/>
              <a:gd name="connsiteY12" fmla="*/ 1893945 h 4208519"/>
              <a:gd name="connsiteX13" fmla="*/ 2692311 w 7600293"/>
              <a:gd name="connsiteY13" fmla="*/ 503295 h 4208519"/>
              <a:gd name="connsiteX14" fmla="*/ 3263811 w 7600293"/>
              <a:gd name="connsiteY14" fmla="*/ 1474846 h 4208519"/>
              <a:gd name="connsiteX15" fmla="*/ 3930561 w 7600293"/>
              <a:gd name="connsiteY15" fmla="*/ 2027296 h 4208519"/>
              <a:gd name="connsiteX16" fmla="*/ 4635411 w 7600293"/>
              <a:gd name="connsiteY16" fmla="*/ 1322446 h 4208519"/>
              <a:gd name="connsiteX17" fmla="*/ 3882934 w 7600293"/>
              <a:gd name="connsiteY17" fmla="*/ 950972 h 4208519"/>
              <a:gd name="connsiteX18" fmla="*/ 3549561 w 7600293"/>
              <a:gd name="connsiteY18" fmla="*/ 388996 h 4208519"/>
              <a:gd name="connsiteX19" fmla="*/ 4616361 w 7600293"/>
              <a:gd name="connsiteY19" fmla="*/ 693796 h 4208519"/>
              <a:gd name="connsiteX20" fmla="*/ 4787811 w 7600293"/>
              <a:gd name="connsiteY20" fmla="*/ 7996 h 4208519"/>
              <a:gd name="connsiteX21" fmla="*/ 5054511 w 7600293"/>
              <a:gd name="connsiteY21" fmla="*/ 1351022 h 4208519"/>
              <a:gd name="connsiteX22" fmla="*/ 5626009 w 7600293"/>
              <a:gd name="connsiteY22" fmla="*/ 1122422 h 4208519"/>
              <a:gd name="connsiteX23" fmla="*/ 5949860 w 7600293"/>
              <a:gd name="connsiteY23" fmla="*/ 541397 h 4208519"/>
              <a:gd name="connsiteX24" fmla="*/ 5864134 w 7600293"/>
              <a:gd name="connsiteY24" fmla="*/ 1465322 h 4208519"/>
              <a:gd name="connsiteX25" fmla="*/ 4740184 w 7600293"/>
              <a:gd name="connsiteY25" fmla="*/ 1893947 h 4208519"/>
              <a:gd name="connsiteX26" fmla="*/ 4292510 w 7600293"/>
              <a:gd name="connsiteY26" fmla="*/ 2503547 h 4208519"/>
              <a:gd name="connsiteX27" fmla="*/ 4997360 w 7600293"/>
              <a:gd name="connsiteY27" fmla="*/ 2446397 h 4208519"/>
              <a:gd name="connsiteX28" fmla="*/ 5626010 w 7600293"/>
              <a:gd name="connsiteY28" fmla="*/ 2132072 h 4208519"/>
              <a:gd name="connsiteX29" fmla="*/ 6016535 w 7600293"/>
              <a:gd name="connsiteY29" fmla="*/ 2589272 h 4208519"/>
              <a:gd name="connsiteX30" fmla="*/ 6559459 w 7600293"/>
              <a:gd name="connsiteY30" fmla="*/ 1417697 h 4208519"/>
              <a:gd name="connsiteX31" fmla="*/ 6730909 w 7600293"/>
              <a:gd name="connsiteY31" fmla="*/ 1074797 h 4208519"/>
              <a:gd name="connsiteX32" fmla="*/ 6445159 w 7600293"/>
              <a:gd name="connsiteY32" fmla="*/ 2560697 h 4208519"/>
              <a:gd name="connsiteX33" fmla="*/ 7550059 w 7600293"/>
              <a:gd name="connsiteY33" fmla="*/ 2084447 h 4208519"/>
              <a:gd name="connsiteX34" fmla="*/ 6949984 w 7600293"/>
              <a:gd name="connsiteY34" fmla="*/ 2770247 h 4208519"/>
              <a:gd name="connsiteX35" fmla="*/ 5949859 w 7600293"/>
              <a:gd name="connsiteY35" fmla="*/ 3113147 h 4208519"/>
              <a:gd name="connsiteX36" fmla="*/ 6559459 w 7600293"/>
              <a:gd name="connsiteY36" fmla="*/ 3265547 h 4208519"/>
              <a:gd name="connsiteX37" fmla="*/ 7045234 w 7600293"/>
              <a:gd name="connsiteY37" fmla="*/ 3017897 h 4208519"/>
              <a:gd name="connsiteX38" fmla="*/ 6254659 w 7600293"/>
              <a:gd name="connsiteY38" fmla="*/ 3646547 h 4208519"/>
              <a:gd name="connsiteX39" fmla="*/ 4883060 w 7600293"/>
              <a:gd name="connsiteY39" fmla="*/ 3170295 h 4208519"/>
              <a:gd name="connsiteX40" fmla="*/ 3892460 w 7600293"/>
              <a:gd name="connsiteY40" fmla="*/ 4198995 h 4208519"/>
              <a:gd name="connsiteX41" fmla="*/ 2939960 w 7600293"/>
              <a:gd name="connsiteY41" fmla="*/ 3494145 h 4208519"/>
              <a:gd name="connsiteX42" fmla="*/ 1111160 w 7600293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69679 w 7558812"/>
              <a:gd name="connsiteY43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69679 w 7558812"/>
              <a:gd name="connsiteY43" fmla="*/ 3360795 h 4208519"/>
              <a:gd name="connsiteX0" fmla="*/ 1088729 w 7558812"/>
              <a:gd name="connsiteY0" fmla="*/ 3351270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88729 w 7558812"/>
              <a:gd name="connsiteY43" fmla="*/ 3351270 h 4208519"/>
              <a:gd name="connsiteX0" fmla="*/ 1088729 w 7558812"/>
              <a:gd name="connsiteY0" fmla="*/ 3351270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88729 w 7558812"/>
              <a:gd name="connsiteY43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465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465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846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846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558812" h="4208519">
                <a:moveTo>
                  <a:pt x="1088729" y="3351270"/>
                </a:moveTo>
                <a:cubicBezTo>
                  <a:pt x="1287167" y="3135370"/>
                  <a:pt x="1542753" y="3489384"/>
                  <a:pt x="1726903" y="3484622"/>
                </a:cubicBezTo>
                <a:cubicBezTo>
                  <a:pt x="1911053" y="3479860"/>
                  <a:pt x="2146004" y="3463983"/>
                  <a:pt x="2193629" y="3322695"/>
                </a:cubicBezTo>
                <a:cubicBezTo>
                  <a:pt x="1522117" y="3214745"/>
                  <a:pt x="1237954" y="2801997"/>
                  <a:pt x="898229" y="2398772"/>
                </a:cubicBezTo>
                <a:cubicBezTo>
                  <a:pt x="-298746" y="1995547"/>
                  <a:pt x="-11409" y="944620"/>
                  <a:pt x="155279" y="903345"/>
                </a:cubicBezTo>
                <a:cubicBezTo>
                  <a:pt x="536279" y="862070"/>
                  <a:pt x="145755" y="1725670"/>
                  <a:pt x="726780" y="1893945"/>
                </a:cubicBezTo>
                <a:cubicBezTo>
                  <a:pt x="917280" y="1951095"/>
                  <a:pt x="898230" y="808095"/>
                  <a:pt x="1260180" y="1074795"/>
                </a:cubicBezTo>
                <a:cubicBezTo>
                  <a:pt x="1571330" y="1170045"/>
                  <a:pt x="1152228" y="1693922"/>
                  <a:pt x="1279228" y="1951097"/>
                </a:cubicBezTo>
                <a:cubicBezTo>
                  <a:pt x="1406228" y="2208272"/>
                  <a:pt x="1638005" y="2674995"/>
                  <a:pt x="2022180" y="2617845"/>
                </a:cubicBezTo>
                <a:cubicBezTo>
                  <a:pt x="2396830" y="2160645"/>
                  <a:pt x="1514180" y="1665345"/>
                  <a:pt x="1984080" y="1436745"/>
                </a:cubicBezTo>
                <a:cubicBezTo>
                  <a:pt x="2288880" y="1420870"/>
                  <a:pt x="2250780" y="1938395"/>
                  <a:pt x="2422230" y="2027295"/>
                </a:cubicBezTo>
                <a:cubicBezTo>
                  <a:pt x="2568280" y="2078095"/>
                  <a:pt x="2390480" y="2776595"/>
                  <a:pt x="2536530" y="2827395"/>
                </a:cubicBezTo>
                <a:cubicBezTo>
                  <a:pt x="2911180" y="2871845"/>
                  <a:pt x="3038180" y="2992495"/>
                  <a:pt x="3412830" y="3036945"/>
                </a:cubicBezTo>
                <a:cubicBezTo>
                  <a:pt x="3717630" y="3068695"/>
                  <a:pt x="3755730" y="2243195"/>
                  <a:pt x="3260430" y="1893945"/>
                </a:cubicBezTo>
                <a:cubicBezTo>
                  <a:pt x="2647655" y="1722495"/>
                  <a:pt x="2387305" y="503295"/>
                  <a:pt x="2650830" y="503295"/>
                </a:cubicBezTo>
                <a:cubicBezTo>
                  <a:pt x="2955630" y="338195"/>
                  <a:pt x="2917530" y="1125596"/>
                  <a:pt x="3222330" y="1474846"/>
                </a:cubicBezTo>
                <a:cubicBezTo>
                  <a:pt x="3489030" y="1747896"/>
                  <a:pt x="3622380" y="1754246"/>
                  <a:pt x="3889080" y="2027296"/>
                </a:cubicBezTo>
                <a:cubicBezTo>
                  <a:pt x="4041480" y="2198746"/>
                  <a:pt x="4317705" y="1722496"/>
                  <a:pt x="4593930" y="1322446"/>
                </a:cubicBezTo>
                <a:cubicBezTo>
                  <a:pt x="4532017" y="812859"/>
                  <a:pt x="4022428" y="1106547"/>
                  <a:pt x="3841453" y="950972"/>
                </a:cubicBezTo>
                <a:cubicBezTo>
                  <a:pt x="3450928" y="804922"/>
                  <a:pt x="3408067" y="406459"/>
                  <a:pt x="3508080" y="388996"/>
                </a:cubicBezTo>
                <a:cubicBezTo>
                  <a:pt x="3708105" y="96896"/>
                  <a:pt x="3793830" y="871596"/>
                  <a:pt x="4574880" y="693796"/>
                </a:cubicBezTo>
                <a:cubicBezTo>
                  <a:pt x="4590755" y="550921"/>
                  <a:pt x="4501855" y="-77729"/>
                  <a:pt x="4746330" y="7996"/>
                </a:cubicBezTo>
                <a:cubicBezTo>
                  <a:pt x="5073355" y="7996"/>
                  <a:pt x="4886030" y="836672"/>
                  <a:pt x="5013030" y="1351022"/>
                </a:cubicBezTo>
                <a:cubicBezTo>
                  <a:pt x="5125742" y="1490722"/>
                  <a:pt x="5473403" y="1303397"/>
                  <a:pt x="5584528" y="1122422"/>
                </a:cubicBezTo>
                <a:cubicBezTo>
                  <a:pt x="5733753" y="979547"/>
                  <a:pt x="5517854" y="590610"/>
                  <a:pt x="5908379" y="541397"/>
                </a:cubicBezTo>
                <a:cubicBezTo>
                  <a:pt x="5994104" y="562035"/>
                  <a:pt x="6186191" y="1001772"/>
                  <a:pt x="5822653" y="1465322"/>
                </a:cubicBezTo>
                <a:cubicBezTo>
                  <a:pt x="5621040" y="1690747"/>
                  <a:pt x="5044778" y="1701860"/>
                  <a:pt x="4698703" y="1893947"/>
                </a:cubicBezTo>
                <a:cubicBezTo>
                  <a:pt x="4400253" y="2105084"/>
                  <a:pt x="4233566" y="2411472"/>
                  <a:pt x="4251029" y="2503547"/>
                </a:cubicBezTo>
                <a:cubicBezTo>
                  <a:pt x="4305004" y="2694047"/>
                  <a:pt x="4454229" y="2960747"/>
                  <a:pt x="4955879" y="2446397"/>
                </a:cubicBezTo>
                <a:cubicBezTo>
                  <a:pt x="4936829" y="2586097"/>
                  <a:pt x="5213054" y="1697097"/>
                  <a:pt x="5584529" y="2132072"/>
                </a:cubicBezTo>
                <a:cubicBezTo>
                  <a:pt x="5321004" y="2401947"/>
                  <a:pt x="5143204" y="2862322"/>
                  <a:pt x="5975054" y="2589272"/>
                </a:cubicBezTo>
                <a:cubicBezTo>
                  <a:pt x="5995691" y="2454334"/>
                  <a:pt x="6219528" y="1900297"/>
                  <a:pt x="6517978" y="1417697"/>
                </a:cubicBezTo>
                <a:cubicBezTo>
                  <a:pt x="6568778" y="1316097"/>
                  <a:pt x="6548140" y="1085910"/>
                  <a:pt x="6689428" y="1074797"/>
                </a:cubicBezTo>
                <a:cubicBezTo>
                  <a:pt x="7368878" y="1262122"/>
                  <a:pt x="6219528" y="2278122"/>
                  <a:pt x="6403678" y="2560697"/>
                </a:cubicBezTo>
                <a:cubicBezTo>
                  <a:pt x="6667203" y="2713097"/>
                  <a:pt x="7502228" y="1865372"/>
                  <a:pt x="7508578" y="2084447"/>
                </a:cubicBezTo>
                <a:cubicBezTo>
                  <a:pt x="7727653" y="2303522"/>
                  <a:pt x="7175203" y="2598797"/>
                  <a:pt x="6908503" y="2770247"/>
                </a:cubicBezTo>
                <a:cubicBezTo>
                  <a:pt x="6641803" y="2941697"/>
                  <a:pt x="5917903" y="2995672"/>
                  <a:pt x="5908378" y="3113147"/>
                </a:cubicBezTo>
                <a:cubicBezTo>
                  <a:pt x="5746453" y="3297297"/>
                  <a:pt x="6306841" y="3376672"/>
                  <a:pt x="6517978" y="3265547"/>
                </a:cubicBezTo>
                <a:cubicBezTo>
                  <a:pt x="6700540" y="3249672"/>
                  <a:pt x="6876753" y="2941697"/>
                  <a:pt x="7003753" y="3017897"/>
                </a:cubicBezTo>
                <a:cubicBezTo>
                  <a:pt x="7289503" y="3402072"/>
                  <a:pt x="6575128" y="3627497"/>
                  <a:pt x="6213178" y="3646547"/>
                </a:cubicBezTo>
                <a:cubicBezTo>
                  <a:pt x="5851228" y="3665597"/>
                  <a:pt x="5219404" y="3030595"/>
                  <a:pt x="4841579" y="3170295"/>
                </a:cubicBezTo>
                <a:cubicBezTo>
                  <a:pt x="4301829" y="3198870"/>
                  <a:pt x="4371679" y="4322820"/>
                  <a:pt x="3850979" y="4198995"/>
                </a:cubicBezTo>
                <a:cubicBezTo>
                  <a:pt x="3381079" y="4268845"/>
                  <a:pt x="3273129" y="3490970"/>
                  <a:pt x="2898479" y="3494145"/>
                </a:cubicBezTo>
                <a:cubicBezTo>
                  <a:pt x="2585741" y="3403658"/>
                  <a:pt x="2184103" y="3878322"/>
                  <a:pt x="1879303" y="3856097"/>
                </a:cubicBezTo>
                <a:cubicBezTo>
                  <a:pt x="1574503" y="3833872"/>
                  <a:pt x="966491" y="3644958"/>
                  <a:pt x="1088729" y="3351270"/>
                </a:cubicBezTo>
                <a:close/>
              </a:path>
            </a:pathLst>
          </a:cu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2F81085-8CED-1794-8690-698B2F1E4C47}"/>
              </a:ext>
            </a:extLst>
          </p:cNvPr>
          <p:cNvSpPr/>
          <p:nvPr/>
        </p:nvSpPr>
        <p:spPr>
          <a:xfrm>
            <a:off x="5579360" y="1781940"/>
            <a:ext cx="7558812" cy="4208519"/>
          </a:xfrm>
          <a:custGeom>
            <a:avLst/>
            <a:gdLst>
              <a:gd name="connsiteX0" fmla="*/ 0 w 914400"/>
              <a:gd name="connsiteY0" fmla="*/ 0 h 666750"/>
              <a:gd name="connsiteX1" fmla="*/ 914400 w 914400"/>
              <a:gd name="connsiteY1" fmla="*/ 0 h 666750"/>
              <a:gd name="connsiteX2" fmla="*/ 914400 w 914400"/>
              <a:gd name="connsiteY2" fmla="*/ 666750 h 666750"/>
              <a:gd name="connsiteX3" fmla="*/ 0 w 914400"/>
              <a:gd name="connsiteY3" fmla="*/ 666750 h 666750"/>
              <a:gd name="connsiteX4" fmla="*/ 0 w 914400"/>
              <a:gd name="connsiteY4" fmla="*/ 0 h 666750"/>
              <a:gd name="connsiteX0" fmla="*/ 0 w 1619250"/>
              <a:gd name="connsiteY0" fmla="*/ 209550 h 876300"/>
              <a:gd name="connsiteX1" fmla="*/ 1619250 w 1619250"/>
              <a:gd name="connsiteY1" fmla="*/ 0 h 876300"/>
              <a:gd name="connsiteX2" fmla="*/ 914400 w 1619250"/>
              <a:gd name="connsiteY2" fmla="*/ 876300 h 876300"/>
              <a:gd name="connsiteX3" fmla="*/ 0 w 1619250"/>
              <a:gd name="connsiteY3" fmla="*/ 876300 h 876300"/>
              <a:gd name="connsiteX4" fmla="*/ 0 w 1619250"/>
              <a:gd name="connsiteY4" fmla="*/ 209550 h 876300"/>
              <a:gd name="connsiteX0" fmla="*/ 0 w 1619250"/>
              <a:gd name="connsiteY0" fmla="*/ 209550 h 1028700"/>
              <a:gd name="connsiteX1" fmla="*/ 1619250 w 1619250"/>
              <a:gd name="connsiteY1" fmla="*/ 0 h 1028700"/>
              <a:gd name="connsiteX2" fmla="*/ 628650 w 1619250"/>
              <a:gd name="connsiteY2" fmla="*/ 1028700 h 1028700"/>
              <a:gd name="connsiteX3" fmla="*/ 0 w 1619250"/>
              <a:gd name="connsiteY3" fmla="*/ 876300 h 1028700"/>
              <a:gd name="connsiteX4" fmla="*/ 0 w 1619250"/>
              <a:gd name="connsiteY4" fmla="*/ 209550 h 1028700"/>
              <a:gd name="connsiteX0" fmla="*/ 0 w 3771900"/>
              <a:gd name="connsiteY0" fmla="*/ 190500 h 1028700"/>
              <a:gd name="connsiteX1" fmla="*/ 3771900 w 3771900"/>
              <a:gd name="connsiteY1" fmla="*/ 0 h 1028700"/>
              <a:gd name="connsiteX2" fmla="*/ 2781300 w 3771900"/>
              <a:gd name="connsiteY2" fmla="*/ 1028700 h 1028700"/>
              <a:gd name="connsiteX3" fmla="*/ 2152650 w 3771900"/>
              <a:gd name="connsiteY3" fmla="*/ 876300 h 1028700"/>
              <a:gd name="connsiteX4" fmla="*/ 0 w 3771900"/>
              <a:gd name="connsiteY4" fmla="*/ 190500 h 1028700"/>
              <a:gd name="connsiteX0" fmla="*/ 0 w 3771900"/>
              <a:gd name="connsiteY0" fmla="*/ 190500 h 1028700"/>
              <a:gd name="connsiteX1" fmla="*/ 3771900 w 3771900"/>
              <a:gd name="connsiteY1" fmla="*/ 0 h 1028700"/>
              <a:gd name="connsiteX2" fmla="*/ 2781300 w 3771900"/>
              <a:gd name="connsiteY2" fmla="*/ 1028700 h 1028700"/>
              <a:gd name="connsiteX3" fmla="*/ 1828800 w 3771900"/>
              <a:gd name="connsiteY3" fmla="*/ 323850 h 1028700"/>
              <a:gd name="connsiteX4" fmla="*/ 0 w 3771900"/>
              <a:gd name="connsiteY4" fmla="*/ 190500 h 1028700"/>
              <a:gd name="connsiteX0" fmla="*/ 0 w 3771900"/>
              <a:gd name="connsiteY0" fmla="*/ 190500 h 1028700"/>
              <a:gd name="connsiteX1" fmla="*/ 1123950 w 3771900"/>
              <a:gd name="connsiteY1" fmla="*/ 152400 h 1028700"/>
              <a:gd name="connsiteX2" fmla="*/ 3771900 w 3771900"/>
              <a:gd name="connsiteY2" fmla="*/ 0 h 1028700"/>
              <a:gd name="connsiteX3" fmla="*/ 2781300 w 3771900"/>
              <a:gd name="connsiteY3" fmla="*/ 1028700 h 1028700"/>
              <a:gd name="connsiteX4" fmla="*/ 1828800 w 3771900"/>
              <a:gd name="connsiteY4" fmla="*/ 323850 h 1028700"/>
              <a:gd name="connsiteX5" fmla="*/ 0 w 3771900"/>
              <a:gd name="connsiteY5" fmla="*/ 190500 h 102870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4690927 w 4690927"/>
              <a:gd name="connsiteY3" fmla="*/ 2266950 h 3295650"/>
              <a:gd name="connsiteX4" fmla="*/ 3700327 w 4690927"/>
              <a:gd name="connsiteY4" fmla="*/ 3295650 h 3295650"/>
              <a:gd name="connsiteX5" fmla="*/ 2747827 w 4690927"/>
              <a:gd name="connsiteY5" fmla="*/ 2590800 h 3295650"/>
              <a:gd name="connsiteX6" fmla="*/ 919027 w 4690927"/>
              <a:gd name="connsiteY6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4690927 w 4690927"/>
              <a:gd name="connsiteY4" fmla="*/ 2266950 h 3295650"/>
              <a:gd name="connsiteX5" fmla="*/ 3700327 w 4690927"/>
              <a:gd name="connsiteY5" fmla="*/ 3295650 h 3295650"/>
              <a:gd name="connsiteX6" fmla="*/ 2747827 w 4690927"/>
              <a:gd name="connsiteY6" fmla="*/ 2590800 h 3295650"/>
              <a:gd name="connsiteX7" fmla="*/ 919027 w 4690927"/>
              <a:gd name="connsiteY7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4690927 w 4690927"/>
              <a:gd name="connsiteY5" fmla="*/ 2266950 h 3295650"/>
              <a:gd name="connsiteX6" fmla="*/ 3700327 w 4690927"/>
              <a:gd name="connsiteY6" fmla="*/ 3295650 h 3295650"/>
              <a:gd name="connsiteX7" fmla="*/ 2747827 w 4690927"/>
              <a:gd name="connsiteY7" fmla="*/ 2590800 h 3295650"/>
              <a:gd name="connsiteX8" fmla="*/ 919027 w 4690927"/>
              <a:gd name="connsiteY8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4690927 w 4690927"/>
              <a:gd name="connsiteY6" fmla="*/ 2266950 h 3295650"/>
              <a:gd name="connsiteX7" fmla="*/ 3700327 w 4690927"/>
              <a:gd name="connsiteY7" fmla="*/ 3295650 h 3295650"/>
              <a:gd name="connsiteX8" fmla="*/ 2747827 w 4690927"/>
              <a:gd name="connsiteY8" fmla="*/ 2590800 h 3295650"/>
              <a:gd name="connsiteX9" fmla="*/ 919027 w 4690927"/>
              <a:gd name="connsiteY9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4690927 w 4690927"/>
              <a:gd name="connsiteY7" fmla="*/ 2266950 h 3295650"/>
              <a:gd name="connsiteX8" fmla="*/ 3700327 w 4690927"/>
              <a:gd name="connsiteY8" fmla="*/ 3295650 h 3295650"/>
              <a:gd name="connsiteX9" fmla="*/ 2747827 w 4690927"/>
              <a:gd name="connsiteY9" fmla="*/ 2590800 h 3295650"/>
              <a:gd name="connsiteX10" fmla="*/ 919027 w 4690927"/>
              <a:gd name="connsiteY10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4690927 w 4690927"/>
              <a:gd name="connsiteY8" fmla="*/ 2266950 h 3295650"/>
              <a:gd name="connsiteX9" fmla="*/ 3700327 w 4690927"/>
              <a:gd name="connsiteY9" fmla="*/ 3295650 h 3295650"/>
              <a:gd name="connsiteX10" fmla="*/ 2747827 w 4690927"/>
              <a:gd name="connsiteY10" fmla="*/ 2590800 h 3295650"/>
              <a:gd name="connsiteX11" fmla="*/ 919027 w 4690927"/>
              <a:gd name="connsiteY11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4690927 w 4690927"/>
              <a:gd name="connsiteY9" fmla="*/ 2266950 h 3295650"/>
              <a:gd name="connsiteX10" fmla="*/ 3700327 w 4690927"/>
              <a:gd name="connsiteY10" fmla="*/ 3295650 h 3295650"/>
              <a:gd name="connsiteX11" fmla="*/ 2747827 w 4690927"/>
              <a:gd name="connsiteY11" fmla="*/ 2590800 h 3295650"/>
              <a:gd name="connsiteX12" fmla="*/ 919027 w 4690927"/>
              <a:gd name="connsiteY12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3262178 w 4690927"/>
              <a:gd name="connsiteY9" fmla="*/ 2133600 h 3295650"/>
              <a:gd name="connsiteX10" fmla="*/ 4690927 w 4690927"/>
              <a:gd name="connsiteY10" fmla="*/ 2266950 h 3295650"/>
              <a:gd name="connsiteX11" fmla="*/ 3700327 w 4690927"/>
              <a:gd name="connsiteY11" fmla="*/ 3295650 h 3295650"/>
              <a:gd name="connsiteX12" fmla="*/ 2747827 w 4690927"/>
              <a:gd name="connsiteY12" fmla="*/ 2590800 h 3295650"/>
              <a:gd name="connsiteX13" fmla="*/ 919027 w 4690927"/>
              <a:gd name="connsiteY13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3262178 w 4690927"/>
              <a:gd name="connsiteY9" fmla="*/ 2133600 h 3295650"/>
              <a:gd name="connsiteX10" fmla="*/ 3109778 w 4690927"/>
              <a:gd name="connsiteY10" fmla="*/ 990600 h 3295650"/>
              <a:gd name="connsiteX11" fmla="*/ 4690927 w 4690927"/>
              <a:gd name="connsiteY11" fmla="*/ 2266950 h 3295650"/>
              <a:gd name="connsiteX12" fmla="*/ 3700327 w 4690927"/>
              <a:gd name="connsiteY12" fmla="*/ 3295650 h 3295650"/>
              <a:gd name="connsiteX13" fmla="*/ 2747827 w 4690927"/>
              <a:gd name="connsiteY13" fmla="*/ 2590800 h 3295650"/>
              <a:gd name="connsiteX14" fmla="*/ 919027 w 4690927"/>
              <a:gd name="connsiteY14" fmla="*/ 2457450 h 3295650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4690927 w 4690927"/>
              <a:gd name="connsiteY12" fmla="*/ 2668587 h 3697287"/>
              <a:gd name="connsiteX13" fmla="*/ 3700327 w 4690927"/>
              <a:gd name="connsiteY13" fmla="*/ 3697287 h 3697287"/>
              <a:gd name="connsiteX14" fmla="*/ 2747827 w 4690927"/>
              <a:gd name="connsiteY14" fmla="*/ 2992437 h 3697287"/>
              <a:gd name="connsiteX15" fmla="*/ 919027 w 4690927"/>
              <a:gd name="connsiteY15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4690927 w 4690927"/>
              <a:gd name="connsiteY13" fmla="*/ 2668587 h 3697287"/>
              <a:gd name="connsiteX14" fmla="*/ 3700327 w 4690927"/>
              <a:gd name="connsiteY14" fmla="*/ 3697287 h 3697287"/>
              <a:gd name="connsiteX15" fmla="*/ 2747827 w 4690927"/>
              <a:gd name="connsiteY15" fmla="*/ 2992437 h 3697287"/>
              <a:gd name="connsiteX16" fmla="*/ 919027 w 4690927"/>
              <a:gd name="connsiteY16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3738428 w 4690927"/>
              <a:gd name="connsiteY13" fmla="*/ 1525588 h 3697287"/>
              <a:gd name="connsiteX14" fmla="*/ 4690927 w 4690927"/>
              <a:gd name="connsiteY14" fmla="*/ 2668587 h 3697287"/>
              <a:gd name="connsiteX15" fmla="*/ 3700327 w 4690927"/>
              <a:gd name="connsiteY15" fmla="*/ 3697287 h 3697287"/>
              <a:gd name="connsiteX16" fmla="*/ 2747827 w 4690927"/>
              <a:gd name="connsiteY16" fmla="*/ 2992437 h 3697287"/>
              <a:gd name="connsiteX17" fmla="*/ 919027 w 4690927"/>
              <a:gd name="connsiteY17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3738428 w 4690927"/>
              <a:gd name="connsiteY13" fmla="*/ 1525588 h 3697287"/>
              <a:gd name="connsiteX14" fmla="*/ 4443278 w 4690927"/>
              <a:gd name="connsiteY14" fmla="*/ 820738 h 3697287"/>
              <a:gd name="connsiteX15" fmla="*/ 4690927 w 4690927"/>
              <a:gd name="connsiteY15" fmla="*/ 2668587 h 3697287"/>
              <a:gd name="connsiteX16" fmla="*/ 3700327 w 4690927"/>
              <a:gd name="connsiteY16" fmla="*/ 3697287 h 3697287"/>
              <a:gd name="connsiteX17" fmla="*/ 2747827 w 4690927"/>
              <a:gd name="connsiteY17" fmla="*/ 2992437 h 3697287"/>
              <a:gd name="connsiteX18" fmla="*/ 919027 w 4690927"/>
              <a:gd name="connsiteY18" fmla="*/ 2859087 h 3697287"/>
              <a:gd name="connsiteX0" fmla="*/ 919027 w 4690927"/>
              <a:gd name="connsiteY0" fmla="*/ 2980508 h 3818708"/>
              <a:gd name="connsiteX1" fmla="*/ 2042977 w 4690927"/>
              <a:gd name="connsiteY1" fmla="*/ 2942408 h 3818708"/>
              <a:gd name="connsiteX2" fmla="*/ 4627 w 4690927"/>
              <a:gd name="connsiteY2" fmla="*/ 523058 h 3818708"/>
              <a:gd name="connsiteX3" fmla="*/ 576128 w 4690927"/>
              <a:gd name="connsiteY3" fmla="*/ 1513658 h 3818708"/>
              <a:gd name="connsiteX4" fmla="*/ 1109528 w 4690927"/>
              <a:gd name="connsiteY4" fmla="*/ 694508 h 3818708"/>
              <a:gd name="connsiteX5" fmla="*/ 1871528 w 4690927"/>
              <a:gd name="connsiteY5" fmla="*/ 2237558 h 3818708"/>
              <a:gd name="connsiteX6" fmla="*/ 1833428 w 4690927"/>
              <a:gd name="connsiteY6" fmla="*/ 1056458 h 3818708"/>
              <a:gd name="connsiteX7" fmla="*/ 2271578 w 4690927"/>
              <a:gd name="connsiteY7" fmla="*/ 1647008 h 3818708"/>
              <a:gd name="connsiteX8" fmla="*/ 2385878 w 4690927"/>
              <a:gd name="connsiteY8" fmla="*/ 2447108 h 3818708"/>
              <a:gd name="connsiteX9" fmla="*/ 3262178 w 4690927"/>
              <a:gd name="connsiteY9" fmla="*/ 2656658 h 3818708"/>
              <a:gd name="connsiteX10" fmla="*/ 3109778 w 4690927"/>
              <a:gd name="connsiteY10" fmla="*/ 1513658 h 3818708"/>
              <a:gd name="connsiteX11" fmla="*/ 2500178 w 4690927"/>
              <a:gd name="connsiteY11" fmla="*/ 123008 h 3818708"/>
              <a:gd name="connsiteX12" fmla="*/ 3071678 w 4690927"/>
              <a:gd name="connsiteY12" fmla="*/ 1094559 h 3818708"/>
              <a:gd name="connsiteX13" fmla="*/ 3738428 w 4690927"/>
              <a:gd name="connsiteY13" fmla="*/ 1647009 h 3818708"/>
              <a:gd name="connsiteX14" fmla="*/ 4443278 w 4690927"/>
              <a:gd name="connsiteY14" fmla="*/ 942159 h 3818708"/>
              <a:gd name="connsiteX15" fmla="*/ 3357428 w 4690927"/>
              <a:gd name="connsiteY15" fmla="*/ 8709 h 3818708"/>
              <a:gd name="connsiteX16" fmla="*/ 4690927 w 4690927"/>
              <a:gd name="connsiteY16" fmla="*/ 2790008 h 3818708"/>
              <a:gd name="connsiteX17" fmla="*/ 3700327 w 4690927"/>
              <a:gd name="connsiteY17" fmla="*/ 3818708 h 3818708"/>
              <a:gd name="connsiteX18" fmla="*/ 2747827 w 4690927"/>
              <a:gd name="connsiteY18" fmla="*/ 3113858 h 3818708"/>
              <a:gd name="connsiteX19" fmla="*/ 919027 w 4690927"/>
              <a:gd name="connsiteY19" fmla="*/ 2980508 h 3818708"/>
              <a:gd name="connsiteX0" fmla="*/ 919027 w 4690927"/>
              <a:gd name="connsiteY0" fmla="*/ 2980508 h 3818708"/>
              <a:gd name="connsiteX1" fmla="*/ 2042977 w 4690927"/>
              <a:gd name="connsiteY1" fmla="*/ 2942408 h 3818708"/>
              <a:gd name="connsiteX2" fmla="*/ 4627 w 4690927"/>
              <a:gd name="connsiteY2" fmla="*/ 523058 h 3818708"/>
              <a:gd name="connsiteX3" fmla="*/ 576128 w 4690927"/>
              <a:gd name="connsiteY3" fmla="*/ 1513658 h 3818708"/>
              <a:gd name="connsiteX4" fmla="*/ 1109528 w 4690927"/>
              <a:gd name="connsiteY4" fmla="*/ 694508 h 3818708"/>
              <a:gd name="connsiteX5" fmla="*/ 1871528 w 4690927"/>
              <a:gd name="connsiteY5" fmla="*/ 2237558 h 3818708"/>
              <a:gd name="connsiteX6" fmla="*/ 1833428 w 4690927"/>
              <a:gd name="connsiteY6" fmla="*/ 1056458 h 3818708"/>
              <a:gd name="connsiteX7" fmla="*/ 2271578 w 4690927"/>
              <a:gd name="connsiteY7" fmla="*/ 1647008 h 3818708"/>
              <a:gd name="connsiteX8" fmla="*/ 2385878 w 4690927"/>
              <a:gd name="connsiteY8" fmla="*/ 2447108 h 3818708"/>
              <a:gd name="connsiteX9" fmla="*/ 3262178 w 4690927"/>
              <a:gd name="connsiteY9" fmla="*/ 2656658 h 3818708"/>
              <a:gd name="connsiteX10" fmla="*/ 3109778 w 4690927"/>
              <a:gd name="connsiteY10" fmla="*/ 1513658 h 3818708"/>
              <a:gd name="connsiteX11" fmla="*/ 2500178 w 4690927"/>
              <a:gd name="connsiteY11" fmla="*/ 123008 h 3818708"/>
              <a:gd name="connsiteX12" fmla="*/ 3071678 w 4690927"/>
              <a:gd name="connsiteY12" fmla="*/ 1094559 h 3818708"/>
              <a:gd name="connsiteX13" fmla="*/ 3738428 w 4690927"/>
              <a:gd name="connsiteY13" fmla="*/ 1647009 h 3818708"/>
              <a:gd name="connsiteX14" fmla="*/ 4443278 w 4690927"/>
              <a:gd name="connsiteY14" fmla="*/ 942159 h 3818708"/>
              <a:gd name="connsiteX15" fmla="*/ 3357428 w 4690927"/>
              <a:gd name="connsiteY15" fmla="*/ 8709 h 3818708"/>
              <a:gd name="connsiteX16" fmla="*/ 4424228 w 4690927"/>
              <a:gd name="connsiteY16" fmla="*/ 313509 h 3818708"/>
              <a:gd name="connsiteX17" fmla="*/ 4690927 w 4690927"/>
              <a:gd name="connsiteY17" fmla="*/ 2790008 h 3818708"/>
              <a:gd name="connsiteX18" fmla="*/ 3700327 w 4690927"/>
              <a:gd name="connsiteY18" fmla="*/ 3818708 h 3818708"/>
              <a:gd name="connsiteX19" fmla="*/ 2747827 w 4690927"/>
              <a:gd name="connsiteY19" fmla="*/ 3113858 h 3818708"/>
              <a:gd name="connsiteX20" fmla="*/ 919027 w 4690927"/>
              <a:gd name="connsiteY20" fmla="*/ 2980508 h 3818708"/>
              <a:gd name="connsiteX0" fmla="*/ 919027 w 4690927"/>
              <a:gd name="connsiteY0" fmla="*/ 3417289 h 4255489"/>
              <a:gd name="connsiteX1" fmla="*/ 2042977 w 4690927"/>
              <a:gd name="connsiteY1" fmla="*/ 3379189 h 4255489"/>
              <a:gd name="connsiteX2" fmla="*/ 4627 w 4690927"/>
              <a:gd name="connsiteY2" fmla="*/ 959839 h 4255489"/>
              <a:gd name="connsiteX3" fmla="*/ 576128 w 4690927"/>
              <a:gd name="connsiteY3" fmla="*/ 1950439 h 4255489"/>
              <a:gd name="connsiteX4" fmla="*/ 1109528 w 4690927"/>
              <a:gd name="connsiteY4" fmla="*/ 1131289 h 4255489"/>
              <a:gd name="connsiteX5" fmla="*/ 1871528 w 4690927"/>
              <a:gd name="connsiteY5" fmla="*/ 2674339 h 4255489"/>
              <a:gd name="connsiteX6" fmla="*/ 1833428 w 4690927"/>
              <a:gd name="connsiteY6" fmla="*/ 1493239 h 4255489"/>
              <a:gd name="connsiteX7" fmla="*/ 2271578 w 4690927"/>
              <a:gd name="connsiteY7" fmla="*/ 2083789 h 4255489"/>
              <a:gd name="connsiteX8" fmla="*/ 2385878 w 4690927"/>
              <a:gd name="connsiteY8" fmla="*/ 2883889 h 4255489"/>
              <a:gd name="connsiteX9" fmla="*/ 3262178 w 4690927"/>
              <a:gd name="connsiteY9" fmla="*/ 3093439 h 4255489"/>
              <a:gd name="connsiteX10" fmla="*/ 3109778 w 4690927"/>
              <a:gd name="connsiteY10" fmla="*/ 1950439 h 4255489"/>
              <a:gd name="connsiteX11" fmla="*/ 2500178 w 4690927"/>
              <a:gd name="connsiteY11" fmla="*/ 559789 h 4255489"/>
              <a:gd name="connsiteX12" fmla="*/ 3071678 w 4690927"/>
              <a:gd name="connsiteY12" fmla="*/ 1531340 h 4255489"/>
              <a:gd name="connsiteX13" fmla="*/ 3738428 w 4690927"/>
              <a:gd name="connsiteY13" fmla="*/ 2083790 h 4255489"/>
              <a:gd name="connsiteX14" fmla="*/ 4443278 w 4690927"/>
              <a:gd name="connsiteY14" fmla="*/ 1378940 h 4255489"/>
              <a:gd name="connsiteX15" fmla="*/ 3357428 w 4690927"/>
              <a:gd name="connsiteY15" fmla="*/ 445490 h 4255489"/>
              <a:gd name="connsiteX16" fmla="*/ 4424228 w 4690927"/>
              <a:gd name="connsiteY16" fmla="*/ 750290 h 4255489"/>
              <a:gd name="connsiteX17" fmla="*/ 4595678 w 4690927"/>
              <a:gd name="connsiteY17" fmla="*/ 64490 h 4255489"/>
              <a:gd name="connsiteX18" fmla="*/ 4690927 w 4690927"/>
              <a:gd name="connsiteY18" fmla="*/ 3226789 h 4255489"/>
              <a:gd name="connsiteX19" fmla="*/ 3700327 w 4690927"/>
              <a:gd name="connsiteY19" fmla="*/ 4255489 h 4255489"/>
              <a:gd name="connsiteX20" fmla="*/ 2747827 w 4690927"/>
              <a:gd name="connsiteY20" fmla="*/ 3550639 h 4255489"/>
              <a:gd name="connsiteX21" fmla="*/ 919027 w 4690927"/>
              <a:gd name="connsiteY21" fmla="*/ 3417289 h 4255489"/>
              <a:gd name="connsiteX0" fmla="*/ 919027 w 4862378"/>
              <a:gd name="connsiteY0" fmla="*/ 3417289 h 4255489"/>
              <a:gd name="connsiteX1" fmla="*/ 2042977 w 4862378"/>
              <a:gd name="connsiteY1" fmla="*/ 3379189 h 4255489"/>
              <a:gd name="connsiteX2" fmla="*/ 4627 w 4862378"/>
              <a:gd name="connsiteY2" fmla="*/ 959839 h 4255489"/>
              <a:gd name="connsiteX3" fmla="*/ 576128 w 4862378"/>
              <a:gd name="connsiteY3" fmla="*/ 1950439 h 4255489"/>
              <a:gd name="connsiteX4" fmla="*/ 1109528 w 4862378"/>
              <a:gd name="connsiteY4" fmla="*/ 1131289 h 4255489"/>
              <a:gd name="connsiteX5" fmla="*/ 1871528 w 4862378"/>
              <a:gd name="connsiteY5" fmla="*/ 2674339 h 4255489"/>
              <a:gd name="connsiteX6" fmla="*/ 1833428 w 4862378"/>
              <a:gd name="connsiteY6" fmla="*/ 1493239 h 4255489"/>
              <a:gd name="connsiteX7" fmla="*/ 2271578 w 4862378"/>
              <a:gd name="connsiteY7" fmla="*/ 2083789 h 4255489"/>
              <a:gd name="connsiteX8" fmla="*/ 2385878 w 4862378"/>
              <a:gd name="connsiteY8" fmla="*/ 2883889 h 4255489"/>
              <a:gd name="connsiteX9" fmla="*/ 3262178 w 4862378"/>
              <a:gd name="connsiteY9" fmla="*/ 3093439 h 4255489"/>
              <a:gd name="connsiteX10" fmla="*/ 3109778 w 4862378"/>
              <a:gd name="connsiteY10" fmla="*/ 1950439 h 4255489"/>
              <a:gd name="connsiteX11" fmla="*/ 2500178 w 4862378"/>
              <a:gd name="connsiteY11" fmla="*/ 559789 h 4255489"/>
              <a:gd name="connsiteX12" fmla="*/ 3071678 w 4862378"/>
              <a:gd name="connsiteY12" fmla="*/ 1531340 h 4255489"/>
              <a:gd name="connsiteX13" fmla="*/ 3738428 w 4862378"/>
              <a:gd name="connsiteY13" fmla="*/ 2083790 h 4255489"/>
              <a:gd name="connsiteX14" fmla="*/ 4443278 w 4862378"/>
              <a:gd name="connsiteY14" fmla="*/ 1378940 h 4255489"/>
              <a:gd name="connsiteX15" fmla="*/ 3357428 w 4862378"/>
              <a:gd name="connsiteY15" fmla="*/ 445490 h 4255489"/>
              <a:gd name="connsiteX16" fmla="*/ 4424228 w 4862378"/>
              <a:gd name="connsiteY16" fmla="*/ 750290 h 4255489"/>
              <a:gd name="connsiteX17" fmla="*/ 4595678 w 4862378"/>
              <a:gd name="connsiteY17" fmla="*/ 64490 h 4255489"/>
              <a:gd name="connsiteX18" fmla="*/ 4862378 w 4862378"/>
              <a:gd name="connsiteY18" fmla="*/ 1455141 h 4255489"/>
              <a:gd name="connsiteX19" fmla="*/ 4690927 w 4862378"/>
              <a:gd name="connsiteY19" fmla="*/ 3226789 h 4255489"/>
              <a:gd name="connsiteX20" fmla="*/ 3700327 w 4862378"/>
              <a:gd name="connsiteY20" fmla="*/ 4255489 h 4255489"/>
              <a:gd name="connsiteX21" fmla="*/ 2747827 w 4862378"/>
              <a:gd name="connsiteY21" fmla="*/ 3550639 h 4255489"/>
              <a:gd name="connsiteX22" fmla="*/ 919027 w 4862378"/>
              <a:gd name="connsiteY22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690927 w 5757857"/>
              <a:gd name="connsiteY20" fmla="*/ 3226789 h 4255489"/>
              <a:gd name="connsiteX21" fmla="*/ 3700327 w 5757857"/>
              <a:gd name="connsiteY21" fmla="*/ 4255489 h 4255489"/>
              <a:gd name="connsiteX22" fmla="*/ 2747827 w 5757857"/>
              <a:gd name="connsiteY22" fmla="*/ 3550639 h 4255489"/>
              <a:gd name="connsiteX23" fmla="*/ 919027 w 5757857"/>
              <a:gd name="connsiteY23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690927 w 5757857"/>
              <a:gd name="connsiteY21" fmla="*/ 3226789 h 4255489"/>
              <a:gd name="connsiteX22" fmla="*/ 3700327 w 5757857"/>
              <a:gd name="connsiteY22" fmla="*/ 4255489 h 4255489"/>
              <a:gd name="connsiteX23" fmla="*/ 2747827 w 5757857"/>
              <a:gd name="connsiteY23" fmla="*/ 3550639 h 4255489"/>
              <a:gd name="connsiteX24" fmla="*/ 919027 w 5757857"/>
              <a:gd name="connsiteY24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805227 w 5757857"/>
              <a:gd name="connsiteY21" fmla="*/ 2502891 h 4255489"/>
              <a:gd name="connsiteX22" fmla="*/ 4690927 w 5757857"/>
              <a:gd name="connsiteY22" fmla="*/ 3226789 h 4255489"/>
              <a:gd name="connsiteX23" fmla="*/ 3700327 w 5757857"/>
              <a:gd name="connsiteY23" fmla="*/ 4255489 h 4255489"/>
              <a:gd name="connsiteX24" fmla="*/ 2747827 w 5757857"/>
              <a:gd name="connsiteY24" fmla="*/ 3550639 h 4255489"/>
              <a:gd name="connsiteX25" fmla="*/ 919027 w 5757857"/>
              <a:gd name="connsiteY25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805227 w 5757857"/>
              <a:gd name="connsiteY21" fmla="*/ 2502891 h 4255489"/>
              <a:gd name="connsiteX22" fmla="*/ 5452927 w 5757857"/>
              <a:gd name="connsiteY22" fmla="*/ 2121891 h 4255489"/>
              <a:gd name="connsiteX23" fmla="*/ 4690927 w 5757857"/>
              <a:gd name="connsiteY23" fmla="*/ 3226789 h 4255489"/>
              <a:gd name="connsiteX24" fmla="*/ 3700327 w 5757857"/>
              <a:gd name="connsiteY24" fmla="*/ 4255489 h 4255489"/>
              <a:gd name="connsiteX25" fmla="*/ 2747827 w 5757857"/>
              <a:gd name="connsiteY25" fmla="*/ 3550639 h 4255489"/>
              <a:gd name="connsiteX26" fmla="*/ 919027 w 5757857"/>
              <a:gd name="connsiteY26" fmla="*/ 3417289 h 4255489"/>
              <a:gd name="connsiteX0" fmla="*/ 919027 w 5857570"/>
              <a:gd name="connsiteY0" fmla="*/ 3417289 h 4255489"/>
              <a:gd name="connsiteX1" fmla="*/ 2042977 w 5857570"/>
              <a:gd name="connsiteY1" fmla="*/ 3379189 h 4255489"/>
              <a:gd name="connsiteX2" fmla="*/ 4627 w 5857570"/>
              <a:gd name="connsiteY2" fmla="*/ 959839 h 4255489"/>
              <a:gd name="connsiteX3" fmla="*/ 576128 w 5857570"/>
              <a:gd name="connsiteY3" fmla="*/ 1950439 h 4255489"/>
              <a:gd name="connsiteX4" fmla="*/ 1109528 w 5857570"/>
              <a:gd name="connsiteY4" fmla="*/ 1131289 h 4255489"/>
              <a:gd name="connsiteX5" fmla="*/ 1871528 w 5857570"/>
              <a:gd name="connsiteY5" fmla="*/ 2674339 h 4255489"/>
              <a:gd name="connsiteX6" fmla="*/ 1833428 w 5857570"/>
              <a:gd name="connsiteY6" fmla="*/ 1493239 h 4255489"/>
              <a:gd name="connsiteX7" fmla="*/ 2271578 w 5857570"/>
              <a:gd name="connsiteY7" fmla="*/ 2083789 h 4255489"/>
              <a:gd name="connsiteX8" fmla="*/ 2385878 w 5857570"/>
              <a:gd name="connsiteY8" fmla="*/ 2883889 h 4255489"/>
              <a:gd name="connsiteX9" fmla="*/ 3262178 w 5857570"/>
              <a:gd name="connsiteY9" fmla="*/ 3093439 h 4255489"/>
              <a:gd name="connsiteX10" fmla="*/ 3109778 w 5857570"/>
              <a:gd name="connsiteY10" fmla="*/ 1950439 h 4255489"/>
              <a:gd name="connsiteX11" fmla="*/ 2500178 w 5857570"/>
              <a:gd name="connsiteY11" fmla="*/ 559789 h 4255489"/>
              <a:gd name="connsiteX12" fmla="*/ 3071678 w 5857570"/>
              <a:gd name="connsiteY12" fmla="*/ 1531340 h 4255489"/>
              <a:gd name="connsiteX13" fmla="*/ 3738428 w 5857570"/>
              <a:gd name="connsiteY13" fmla="*/ 2083790 h 4255489"/>
              <a:gd name="connsiteX14" fmla="*/ 4443278 w 5857570"/>
              <a:gd name="connsiteY14" fmla="*/ 1378940 h 4255489"/>
              <a:gd name="connsiteX15" fmla="*/ 3357428 w 5857570"/>
              <a:gd name="connsiteY15" fmla="*/ 445490 h 4255489"/>
              <a:gd name="connsiteX16" fmla="*/ 4424228 w 5857570"/>
              <a:gd name="connsiteY16" fmla="*/ 750290 h 4255489"/>
              <a:gd name="connsiteX17" fmla="*/ 4595678 w 5857570"/>
              <a:gd name="connsiteY17" fmla="*/ 64490 h 4255489"/>
              <a:gd name="connsiteX18" fmla="*/ 4862378 w 5857570"/>
              <a:gd name="connsiteY18" fmla="*/ 1455141 h 4255489"/>
              <a:gd name="connsiteX19" fmla="*/ 5757727 w 5857570"/>
              <a:gd name="connsiteY19" fmla="*/ 597891 h 4255489"/>
              <a:gd name="connsiteX20" fmla="*/ 4043227 w 5857570"/>
              <a:gd name="connsiteY20" fmla="*/ 2560041 h 4255489"/>
              <a:gd name="connsiteX21" fmla="*/ 4805227 w 5857570"/>
              <a:gd name="connsiteY21" fmla="*/ 2502891 h 4255489"/>
              <a:gd name="connsiteX22" fmla="*/ 5452927 w 5857570"/>
              <a:gd name="connsiteY22" fmla="*/ 2121891 h 4255489"/>
              <a:gd name="connsiteX23" fmla="*/ 5833927 w 5857570"/>
              <a:gd name="connsiteY23" fmla="*/ 2655291 h 4255489"/>
              <a:gd name="connsiteX24" fmla="*/ 4690927 w 5857570"/>
              <a:gd name="connsiteY24" fmla="*/ 3226789 h 4255489"/>
              <a:gd name="connsiteX25" fmla="*/ 3700327 w 5857570"/>
              <a:gd name="connsiteY25" fmla="*/ 4255489 h 4255489"/>
              <a:gd name="connsiteX26" fmla="*/ 2747827 w 5857570"/>
              <a:gd name="connsiteY26" fmla="*/ 3550639 h 4255489"/>
              <a:gd name="connsiteX27" fmla="*/ 919027 w 5857570"/>
              <a:gd name="connsiteY27" fmla="*/ 3417289 h 4255489"/>
              <a:gd name="connsiteX0" fmla="*/ 919027 w 6563716"/>
              <a:gd name="connsiteY0" fmla="*/ 3417289 h 4255489"/>
              <a:gd name="connsiteX1" fmla="*/ 2042977 w 6563716"/>
              <a:gd name="connsiteY1" fmla="*/ 3379189 h 4255489"/>
              <a:gd name="connsiteX2" fmla="*/ 4627 w 6563716"/>
              <a:gd name="connsiteY2" fmla="*/ 959839 h 4255489"/>
              <a:gd name="connsiteX3" fmla="*/ 576128 w 6563716"/>
              <a:gd name="connsiteY3" fmla="*/ 1950439 h 4255489"/>
              <a:gd name="connsiteX4" fmla="*/ 1109528 w 6563716"/>
              <a:gd name="connsiteY4" fmla="*/ 1131289 h 4255489"/>
              <a:gd name="connsiteX5" fmla="*/ 1871528 w 6563716"/>
              <a:gd name="connsiteY5" fmla="*/ 2674339 h 4255489"/>
              <a:gd name="connsiteX6" fmla="*/ 1833428 w 6563716"/>
              <a:gd name="connsiteY6" fmla="*/ 1493239 h 4255489"/>
              <a:gd name="connsiteX7" fmla="*/ 2271578 w 6563716"/>
              <a:gd name="connsiteY7" fmla="*/ 2083789 h 4255489"/>
              <a:gd name="connsiteX8" fmla="*/ 2385878 w 6563716"/>
              <a:gd name="connsiteY8" fmla="*/ 2883889 h 4255489"/>
              <a:gd name="connsiteX9" fmla="*/ 3262178 w 6563716"/>
              <a:gd name="connsiteY9" fmla="*/ 3093439 h 4255489"/>
              <a:gd name="connsiteX10" fmla="*/ 3109778 w 6563716"/>
              <a:gd name="connsiteY10" fmla="*/ 1950439 h 4255489"/>
              <a:gd name="connsiteX11" fmla="*/ 2500178 w 6563716"/>
              <a:gd name="connsiteY11" fmla="*/ 559789 h 4255489"/>
              <a:gd name="connsiteX12" fmla="*/ 3071678 w 6563716"/>
              <a:gd name="connsiteY12" fmla="*/ 1531340 h 4255489"/>
              <a:gd name="connsiteX13" fmla="*/ 3738428 w 6563716"/>
              <a:gd name="connsiteY13" fmla="*/ 2083790 h 4255489"/>
              <a:gd name="connsiteX14" fmla="*/ 4443278 w 6563716"/>
              <a:gd name="connsiteY14" fmla="*/ 1378940 h 4255489"/>
              <a:gd name="connsiteX15" fmla="*/ 3357428 w 6563716"/>
              <a:gd name="connsiteY15" fmla="*/ 445490 h 4255489"/>
              <a:gd name="connsiteX16" fmla="*/ 4424228 w 6563716"/>
              <a:gd name="connsiteY16" fmla="*/ 750290 h 4255489"/>
              <a:gd name="connsiteX17" fmla="*/ 4595678 w 6563716"/>
              <a:gd name="connsiteY17" fmla="*/ 64490 h 4255489"/>
              <a:gd name="connsiteX18" fmla="*/ 4862378 w 6563716"/>
              <a:gd name="connsiteY18" fmla="*/ 1455141 h 4255489"/>
              <a:gd name="connsiteX19" fmla="*/ 5757727 w 6563716"/>
              <a:gd name="connsiteY19" fmla="*/ 597891 h 4255489"/>
              <a:gd name="connsiteX20" fmla="*/ 4043227 w 6563716"/>
              <a:gd name="connsiteY20" fmla="*/ 2560041 h 4255489"/>
              <a:gd name="connsiteX21" fmla="*/ 4805227 w 6563716"/>
              <a:gd name="connsiteY21" fmla="*/ 2502891 h 4255489"/>
              <a:gd name="connsiteX22" fmla="*/ 5452927 w 6563716"/>
              <a:gd name="connsiteY22" fmla="*/ 2121891 h 4255489"/>
              <a:gd name="connsiteX23" fmla="*/ 5833927 w 6563716"/>
              <a:gd name="connsiteY23" fmla="*/ 2655291 h 4255489"/>
              <a:gd name="connsiteX24" fmla="*/ 6538776 w 6563716"/>
              <a:gd name="connsiteY24" fmla="*/ 1131291 h 4255489"/>
              <a:gd name="connsiteX25" fmla="*/ 4690927 w 6563716"/>
              <a:gd name="connsiteY25" fmla="*/ 3226789 h 4255489"/>
              <a:gd name="connsiteX26" fmla="*/ 3700327 w 6563716"/>
              <a:gd name="connsiteY26" fmla="*/ 4255489 h 4255489"/>
              <a:gd name="connsiteX27" fmla="*/ 2747827 w 6563716"/>
              <a:gd name="connsiteY27" fmla="*/ 3550639 h 4255489"/>
              <a:gd name="connsiteX28" fmla="*/ 919027 w 6563716"/>
              <a:gd name="connsiteY28" fmla="*/ 3417289 h 4255489"/>
              <a:gd name="connsiteX0" fmla="*/ 919027 w 6563716"/>
              <a:gd name="connsiteY0" fmla="*/ 3417289 h 4255489"/>
              <a:gd name="connsiteX1" fmla="*/ 2042977 w 6563716"/>
              <a:gd name="connsiteY1" fmla="*/ 3379189 h 4255489"/>
              <a:gd name="connsiteX2" fmla="*/ 4627 w 6563716"/>
              <a:gd name="connsiteY2" fmla="*/ 959839 h 4255489"/>
              <a:gd name="connsiteX3" fmla="*/ 576128 w 6563716"/>
              <a:gd name="connsiteY3" fmla="*/ 1950439 h 4255489"/>
              <a:gd name="connsiteX4" fmla="*/ 1109528 w 6563716"/>
              <a:gd name="connsiteY4" fmla="*/ 1131289 h 4255489"/>
              <a:gd name="connsiteX5" fmla="*/ 1871528 w 6563716"/>
              <a:gd name="connsiteY5" fmla="*/ 2674339 h 4255489"/>
              <a:gd name="connsiteX6" fmla="*/ 1833428 w 6563716"/>
              <a:gd name="connsiteY6" fmla="*/ 1493239 h 4255489"/>
              <a:gd name="connsiteX7" fmla="*/ 2271578 w 6563716"/>
              <a:gd name="connsiteY7" fmla="*/ 2083789 h 4255489"/>
              <a:gd name="connsiteX8" fmla="*/ 2385878 w 6563716"/>
              <a:gd name="connsiteY8" fmla="*/ 2883889 h 4255489"/>
              <a:gd name="connsiteX9" fmla="*/ 3262178 w 6563716"/>
              <a:gd name="connsiteY9" fmla="*/ 3093439 h 4255489"/>
              <a:gd name="connsiteX10" fmla="*/ 3109778 w 6563716"/>
              <a:gd name="connsiteY10" fmla="*/ 1950439 h 4255489"/>
              <a:gd name="connsiteX11" fmla="*/ 2500178 w 6563716"/>
              <a:gd name="connsiteY11" fmla="*/ 559789 h 4255489"/>
              <a:gd name="connsiteX12" fmla="*/ 3071678 w 6563716"/>
              <a:gd name="connsiteY12" fmla="*/ 1531340 h 4255489"/>
              <a:gd name="connsiteX13" fmla="*/ 3738428 w 6563716"/>
              <a:gd name="connsiteY13" fmla="*/ 2083790 h 4255489"/>
              <a:gd name="connsiteX14" fmla="*/ 4443278 w 6563716"/>
              <a:gd name="connsiteY14" fmla="*/ 1378940 h 4255489"/>
              <a:gd name="connsiteX15" fmla="*/ 3357428 w 6563716"/>
              <a:gd name="connsiteY15" fmla="*/ 445490 h 4255489"/>
              <a:gd name="connsiteX16" fmla="*/ 4424228 w 6563716"/>
              <a:gd name="connsiteY16" fmla="*/ 750290 h 4255489"/>
              <a:gd name="connsiteX17" fmla="*/ 4595678 w 6563716"/>
              <a:gd name="connsiteY17" fmla="*/ 64490 h 4255489"/>
              <a:gd name="connsiteX18" fmla="*/ 4862378 w 6563716"/>
              <a:gd name="connsiteY18" fmla="*/ 1455141 h 4255489"/>
              <a:gd name="connsiteX19" fmla="*/ 5757727 w 6563716"/>
              <a:gd name="connsiteY19" fmla="*/ 597891 h 4255489"/>
              <a:gd name="connsiteX20" fmla="*/ 4043227 w 6563716"/>
              <a:gd name="connsiteY20" fmla="*/ 2560041 h 4255489"/>
              <a:gd name="connsiteX21" fmla="*/ 4805227 w 6563716"/>
              <a:gd name="connsiteY21" fmla="*/ 2502891 h 4255489"/>
              <a:gd name="connsiteX22" fmla="*/ 5452927 w 6563716"/>
              <a:gd name="connsiteY22" fmla="*/ 2121891 h 4255489"/>
              <a:gd name="connsiteX23" fmla="*/ 5833927 w 6563716"/>
              <a:gd name="connsiteY23" fmla="*/ 2655291 h 4255489"/>
              <a:gd name="connsiteX24" fmla="*/ 6538776 w 6563716"/>
              <a:gd name="connsiteY24" fmla="*/ 1131291 h 4255489"/>
              <a:gd name="connsiteX25" fmla="*/ 6253026 w 6563716"/>
              <a:gd name="connsiteY25" fmla="*/ 2617191 h 4255489"/>
              <a:gd name="connsiteX26" fmla="*/ 4690927 w 6563716"/>
              <a:gd name="connsiteY26" fmla="*/ 3226789 h 4255489"/>
              <a:gd name="connsiteX27" fmla="*/ 3700327 w 6563716"/>
              <a:gd name="connsiteY27" fmla="*/ 4255489 h 4255489"/>
              <a:gd name="connsiteX28" fmla="*/ 2747827 w 6563716"/>
              <a:gd name="connsiteY28" fmla="*/ 3550639 h 4255489"/>
              <a:gd name="connsiteX29" fmla="*/ 919027 w 6563716"/>
              <a:gd name="connsiteY29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4690927 w 7386271"/>
              <a:gd name="connsiteY27" fmla="*/ 3226789 h 4255489"/>
              <a:gd name="connsiteX28" fmla="*/ 3700327 w 7386271"/>
              <a:gd name="connsiteY28" fmla="*/ 4255489 h 4255489"/>
              <a:gd name="connsiteX29" fmla="*/ 2747827 w 7386271"/>
              <a:gd name="connsiteY29" fmla="*/ 3550639 h 4255489"/>
              <a:gd name="connsiteX30" fmla="*/ 919027 w 7386271"/>
              <a:gd name="connsiteY30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4690927 w 7386271"/>
              <a:gd name="connsiteY28" fmla="*/ 3226789 h 4255489"/>
              <a:gd name="connsiteX29" fmla="*/ 3700327 w 7386271"/>
              <a:gd name="connsiteY29" fmla="*/ 4255489 h 4255489"/>
              <a:gd name="connsiteX30" fmla="*/ 2747827 w 7386271"/>
              <a:gd name="connsiteY30" fmla="*/ 3550639 h 4255489"/>
              <a:gd name="connsiteX31" fmla="*/ 919027 w 7386271"/>
              <a:gd name="connsiteY31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4690927 w 7386271"/>
              <a:gd name="connsiteY29" fmla="*/ 3226789 h 4255489"/>
              <a:gd name="connsiteX30" fmla="*/ 3700327 w 7386271"/>
              <a:gd name="connsiteY30" fmla="*/ 4255489 h 4255489"/>
              <a:gd name="connsiteX31" fmla="*/ 2747827 w 7386271"/>
              <a:gd name="connsiteY31" fmla="*/ 3550639 h 4255489"/>
              <a:gd name="connsiteX32" fmla="*/ 919027 w 7386271"/>
              <a:gd name="connsiteY32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4690927 w 7386271"/>
              <a:gd name="connsiteY29" fmla="*/ 3226789 h 4255489"/>
              <a:gd name="connsiteX30" fmla="*/ 3700327 w 7386271"/>
              <a:gd name="connsiteY30" fmla="*/ 4255489 h 4255489"/>
              <a:gd name="connsiteX31" fmla="*/ 2747827 w 7386271"/>
              <a:gd name="connsiteY31" fmla="*/ 3550639 h 4255489"/>
              <a:gd name="connsiteX32" fmla="*/ 919027 w 7386271"/>
              <a:gd name="connsiteY32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900726 w 7386271"/>
              <a:gd name="connsiteY28" fmla="*/ 32267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948351 w 7386271"/>
              <a:gd name="connsiteY28" fmla="*/ 33029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6757851 w 7386271"/>
              <a:gd name="connsiteY27" fmla="*/ 2826741 h 4255489"/>
              <a:gd name="connsiteX28" fmla="*/ 5757726 w 7386271"/>
              <a:gd name="connsiteY28" fmla="*/ 3169641 h 4255489"/>
              <a:gd name="connsiteX29" fmla="*/ 6367326 w 7386271"/>
              <a:gd name="connsiteY29" fmla="*/ 3322041 h 4255489"/>
              <a:gd name="connsiteX30" fmla="*/ 6853101 w 7386271"/>
              <a:gd name="connsiteY30" fmla="*/ 3074391 h 4255489"/>
              <a:gd name="connsiteX31" fmla="*/ 6062526 w 7386271"/>
              <a:gd name="connsiteY31" fmla="*/ 3703041 h 4255489"/>
              <a:gd name="connsiteX32" fmla="*/ 4690927 w 7386271"/>
              <a:gd name="connsiteY32" fmla="*/ 3226789 h 4255489"/>
              <a:gd name="connsiteX33" fmla="*/ 3700327 w 7386271"/>
              <a:gd name="connsiteY33" fmla="*/ 4255489 h 4255489"/>
              <a:gd name="connsiteX34" fmla="*/ 2747827 w 7386271"/>
              <a:gd name="connsiteY34" fmla="*/ 3550639 h 4255489"/>
              <a:gd name="connsiteX35" fmla="*/ 919027 w 7386271"/>
              <a:gd name="connsiteY35" fmla="*/ 3417289 h 4255489"/>
              <a:gd name="connsiteX0" fmla="*/ 919027 w 7359518"/>
              <a:gd name="connsiteY0" fmla="*/ 3417289 h 4255489"/>
              <a:gd name="connsiteX1" fmla="*/ 2042977 w 7359518"/>
              <a:gd name="connsiteY1" fmla="*/ 3379189 h 4255489"/>
              <a:gd name="connsiteX2" fmla="*/ 4627 w 7359518"/>
              <a:gd name="connsiteY2" fmla="*/ 959839 h 4255489"/>
              <a:gd name="connsiteX3" fmla="*/ 576128 w 7359518"/>
              <a:gd name="connsiteY3" fmla="*/ 1950439 h 4255489"/>
              <a:gd name="connsiteX4" fmla="*/ 1109528 w 7359518"/>
              <a:gd name="connsiteY4" fmla="*/ 1131289 h 4255489"/>
              <a:gd name="connsiteX5" fmla="*/ 1871528 w 7359518"/>
              <a:gd name="connsiteY5" fmla="*/ 2674339 h 4255489"/>
              <a:gd name="connsiteX6" fmla="*/ 1833428 w 7359518"/>
              <a:gd name="connsiteY6" fmla="*/ 1493239 h 4255489"/>
              <a:gd name="connsiteX7" fmla="*/ 2271578 w 7359518"/>
              <a:gd name="connsiteY7" fmla="*/ 2083789 h 4255489"/>
              <a:gd name="connsiteX8" fmla="*/ 2385878 w 7359518"/>
              <a:gd name="connsiteY8" fmla="*/ 2883889 h 4255489"/>
              <a:gd name="connsiteX9" fmla="*/ 3262178 w 7359518"/>
              <a:gd name="connsiteY9" fmla="*/ 3093439 h 4255489"/>
              <a:gd name="connsiteX10" fmla="*/ 3109778 w 7359518"/>
              <a:gd name="connsiteY10" fmla="*/ 1950439 h 4255489"/>
              <a:gd name="connsiteX11" fmla="*/ 2500178 w 7359518"/>
              <a:gd name="connsiteY11" fmla="*/ 559789 h 4255489"/>
              <a:gd name="connsiteX12" fmla="*/ 3071678 w 7359518"/>
              <a:gd name="connsiteY12" fmla="*/ 1531340 h 4255489"/>
              <a:gd name="connsiteX13" fmla="*/ 3738428 w 7359518"/>
              <a:gd name="connsiteY13" fmla="*/ 2083790 h 4255489"/>
              <a:gd name="connsiteX14" fmla="*/ 4443278 w 7359518"/>
              <a:gd name="connsiteY14" fmla="*/ 1378940 h 4255489"/>
              <a:gd name="connsiteX15" fmla="*/ 3357428 w 7359518"/>
              <a:gd name="connsiteY15" fmla="*/ 445490 h 4255489"/>
              <a:gd name="connsiteX16" fmla="*/ 4424228 w 7359518"/>
              <a:gd name="connsiteY16" fmla="*/ 750290 h 4255489"/>
              <a:gd name="connsiteX17" fmla="*/ 4595678 w 7359518"/>
              <a:gd name="connsiteY17" fmla="*/ 64490 h 4255489"/>
              <a:gd name="connsiteX18" fmla="*/ 4862378 w 7359518"/>
              <a:gd name="connsiteY18" fmla="*/ 1455141 h 4255489"/>
              <a:gd name="connsiteX19" fmla="*/ 5757727 w 7359518"/>
              <a:gd name="connsiteY19" fmla="*/ 597891 h 4255489"/>
              <a:gd name="connsiteX20" fmla="*/ 4043227 w 7359518"/>
              <a:gd name="connsiteY20" fmla="*/ 2560041 h 4255489"/>
              <a:gd name="connsiteX21" fmla="*/ 4805227 w 7359518"/>
              <a:gd name="connsiteY21" fmla="*/ 2502891 h 4255489"/>
              <a:gd name="connsiteX22" fmla="*/ 5452927 w 7359518"/>
              <a:gd name="connsiteY22" fmla="*/ 2121891 h 4255489"/>
              <a:gd name="connsiteX23" fmla="*/ 5833927 w 7359518"/>
              <a:gd name="connsiteY23" fmla="*/ 2655291 h 4255489"/>
              <a:gd name="connsiteX24" fmla="*/ 6538776 w 7359518"/>
              <a:gd name="connsiteY24" fmla="*/ 1131291 h 4255489"/>
              <a:gd name="connsiteX25" fmla="*/ 6253026 w 7359518"/>
              <a:gd name="connsiteY25" fmla="*/ 2617191 h 4255489"/>
              <a:gd name="connsiteX26" fmla="*/ 7357926 w 7359518"/>
              <a:gd name="connsiteY26" fmla="*/ 2140941 h 4255489"/>
              <a:gd name="connsiteX27" fmla="*/ 6757851 w 7359518"/>
              <a:gd name="connsiteY27" fmla="*/ 2826741 h 4255489"/>
              <a:gd name="connsiteX28" fmla="*/ 5757726 w 7359518"/>
              <a:gd name="connsiteY28" fmla="*/ 3169641 h 4255489"/>
              <a:gd name="connsiteX29" fmla="*/ 6367326 w 7359518"/>
              <a:gd name="connsiteY29" fmla="*/ 3322041 h 4255489"/>
              <a:gd name="connsiteX30" fmla="*/ 6853101 w 7359518"/>
              <a:gd name="connsiteY30" fmla="*/ 3074391 h 4255489"/>
              <a:gd name="connsiteX31" fmla="*/ 6062526 w 7359518"/>
              <a:gd name="connsiteY31" fmla="*/ 3703041 h 4255489"/>
              <a:gd name="connsiteX32" fmla="*/ 4690927 w 7359518"/>
              <a:gd name="connsiteY32" fmla="*/ 3226789 h 4255489"/>
              <a:gd name="connsiteX33" fmla="*/ 3700327 w 7359518"/>
              <a:gd name="connsiteY33" fmla="*/ 4255489 h 4255489"/>
              <a:gd name="connsiteX34" fmla="*/ 2747827 w 7359518"/>
              <a:gd name="connsiteY34" fmla="*/ 3550639 h 4255489"/>
              <a:gd name="connsiteX35" fmla="*/ 919027 w 7359518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05352 w 7408160"/>
              <a:gd name="connsiteY23" fmla="*/ 26171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05352 w 7408160"/>
              <a:gd name="connsiteY23" fmla="*/ 26171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58861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58861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548051 w 7408160"/>
              <a:gd name="connsiteY20" fmla="*/ 1950441 h 4255489"/>
              <a:gd name="connsiteX21" fmla="*/ 4100377 w 7408160"/>
              <a:gd name="connsiteY21" fmla="*/ 2560041 h 4255489"/>
              <a:gd name="connsiteX22" fmla="*/ 4805227 w 7408160"/>
              <a:gd name="connsiteY22" fmla="*/ 2502891 h 4255489"/>
              <a:gd name="connsiteX23" fmla="*/ 5433877 w 7408160"/>
              <a:gd name="connsiteY23" fmla="*/ 2188566 h 4255489"/>
              <a:gd name="connsiteX24" fmla="*/ 5824402 w 7408160"/>
              <a:gd name="connsiteY24" fmla="*/ 2645766 h 4255489"/>
              <a:gd name="connsiteX25" fmla="*/ 6367326 w 7408160"/>
              <a:gd name="connsiteY25" fmla="*/ 1474191 h 4255489"/>
              <a:gd name="connsiteX26" fmla="*/ 6538776 w 7408160"/>
              <a:gd name="connsiteY26" fmla="*/ 1131291 h 4255489"/>
              <a:gd name="connsiteX27" fmla="*/ 6253026 w 7408160"/>
              <a:gd name="connsiteY27" fmla="*/ 2617191 h 4255489"/>
              <a:gd name="connsiteX28" fmla="*/ 7357926 w 7408160"/>
              <a:gd name="connsiteY28" fmla="*/ 2140941 h 4255489"/>
              <a:gd name="connsiteX29" fmla="*/ 6757851 w 7408160"/>
              <a:gd name="connsiteY29" fmla="*/ 2826741 h 4255489"/>
              <a:gd name="connsiteX30" fmla="*/ 5757726 w 7408160"/>
              <a:gd name="connsiteY30" fmla="*/ 3169641 h 4255489"/>
              <a:gd name="connsiteX31" fmla="*/ 6367326 w 7408160"/>
              <a:gd name="connsiteY31" fmla="*/ 3322041 h 4255489"/>
              <a:gd name="connsiteX32" fmla="*/ 6853101 w 7408160"/>
              <a:gd name="connsiteY32" fmla="*/ 3074391 h 4255489"/>
              <a:gd name="connsiteX33" fmla="*/ 6062526 w 7408160"/>
              <a:gd name="connsiteY33" fmla="*/ 3703041 h 4255489"/>
              <a:gd name="connsiteX34" fmla="*/ 4690927 w 7408160"/>
              <a:gd name="connsiteY34" fmla="*/ 3226789 h 4255489"/>
              <a:gd name="connsiteX35" fmla="*/ 3700327 w 7408160"/>
              <a:gd name="connsiteY35" fmla="*/ 4255489 h 4255489"/>
              <a:gd name="connsiteX36" fmla="*/ 2747827 w 7408160"/>
              <a:gd name="connsiteY36" fmla="*/ 3550639 h 4255489"/>
              <a:gd name="connsiteX37" fmla="*/ 919027 w 7408160"/>
              <a:gd name="connsiteY37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07516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07516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370861 h 4209061"/>
              <a:gd name="connsiteX1" fmla="*/ 2042977 w 7408160"/>
              <a:gd name="connsiteY1" fmla="*/ 3332761 h 4209061"/>
              <a:gd name="connsiteX2" fmla="*/ 4627 w 7408160"/>
              <a:gd name="connsiteY2" fmla="*/ 913411 h 4209061"/>
              <a:gd name="connsiteX3" fmla="*/ 576128 w 7408160"/>
              <a:gd name="connsiteY3" fmla="*/ 1904011 h 4209061"/>
              <a:gd name="connsiteX4" fmla="*/ 1109528 w 7408160"/>
              <a:gd name="connsiteY4" fmla="*/ 1084861 h 4209061"/>
              <a:gd name="connsiteX5" fmla="*/ 1871528 w 7408160"/>
              <a:gd name="connsiteY5" fmla="*/ 2627911 h 4209061"/>
              <a:gd name="connsiteX6" fmla="*/ 1833428 w 7408160"/>
              <a:gd name="connsiteY6" fmla="*/ 1446811 h 4209061"/>
              <a:gd name="connsiteX7" fmla="*/ 2271578 w 7408160"/>
              <a:gd name="connsiteY7" fmla="*/ 2037361 h 4209061"/>
              <a:gd name="connsiteX8" fmla="*/ 2385878 w 7408160"/>
              <a:gd name="connsiteY8" fmla="*/ 2837461 h 4209061"/>
              <a:gd name="connsiteX9" fmla="*/ 3262178 w 7408160"/>
              <a:gd name="connsiteY9" fmla="*/ 3047011 h 4209061"/>
              <a:gd name="connsiteX10" fmla="*/ 3109778 w 7408160"/>
              <a:gd name="connsiteY10" fmla="*/ 1904011 h 4209061"/>
              <a:gd name="connsiteX11" fmla="*/ 2500178 w 7408160"/>
              <a:gd name="connsiteY11" fmla="*/ 513361 h 4209061"/>
              <a:gd name="connsiteX12" fmla="*/ 3071678 w 7408160"/>
              <a:gd name="connsiteY12" fmla="*/ 1484912 h 4209061"/>
              <a:gd name="connsiteX13" fmla="*/ 3738428 w 7408160"/>
              <a:gd name="connsiteY13" fmla="*/ 2037362 h 4209061"/>
              <a:gd name="connsiteX14" fmla="*/ 4443278 w 7408160"/>
              <a:gd name="connsiteY14" fmla="*/ 1332512 h 4209061"/>
              <a:gd name="connsiteX15" fmla="*/ 3357428 w 7408160"/>
              <a:gd name="connsiteY15" fmla="*/ 399062 h 4209061"/>
              <a:gd name="connsiteX16" fmla="*/ 4424228 w 7408160"/>
              <a:gd name="connsiteY16" fmla="*/ 703862 h 4209061"/>
              <a:gd name="connsiteX17" fmla="*/ 4595678 w 7408160"/>
              <a:gd name="connsiteY17" fmla="*/ 18062 h 4209061"/>
              <a:gd name="connsiteX18" fmla="*/ 4862378 w 7408160"/>
              <a:gd name="connsiteY18" fmla="*/ 1361088 h 4209061"/>
              <a:gd name="connsiteX19" fmla="*/ 5433876 w 7408160"/>
              <a:gd name="connsiteY19" fmla="*/ 1132488 h 4209061"/>
              <a:gd name="connsiteX20" fmla="*/ 5757727 w 7408160"/>
              <a:gd name="connsiteY20" fmla="*/ 551463 h 4209061"/>
              <a:gd name="connsiteX21" fmla="*/ 5672001 w 7408160"/>
              <a:gd name="connsiteY21" fmla="*/ 1475388 h 4209061"/>
              <a:gd name="connsiteX22" fmla="*/ 4548051 w 7408160"/>
              <a:gd name="connsiteY22" fmla="*/ 1904013 h 4209061"/>
              <a:gd name="connsiteX23" fmla="*/ 4100377 w 7408160"/>
              <a:gd name="connsiteY23" fmla="*/ 2513613 h 4209061"/>
              <a:gd name="connsiteX24" fmla="*/ 4805227 w 7408160"/>
              <a:gd name="connsiteY24" fmla="*/ 2456463 h 4209061"/>
              <a:gd name="connsiteX25" fmla="*/ 5433877 w 7408160"/>
              <a:gd name="connsiteY25" fmla="*/ 2142138 h 4209061"/>
              <a:gd name="connsiteX26" fmla="*/ 5824402 w 7408160"/>
              <a:gd name="connsiteY26" fmla="*/ 2599338 h 4209061"/>
              <a:gd name="connsiteX27" fmla="*/ 6367326 w 7408160"/>
              <a:gd name="connsiteY27" fmla="*/ 1427763 h 4209061"/>
              <a:gd name="connsiteX28" fmla="*/ 6538776 w 7408160"/>
              <a:gd name="connsiteY28" fmla="*/ 1084863 h 4209061"/>
              <a:gd name="connsiteX29" fmla="*/ 6253026 w 7408160"/>
              <a:gd name="connsiteY29" fmla="*/ 2570763 h 4209061"/>
              <a:gd name="connsiteX30" fmla="*/ 7357926 w 7408160"/>
              <a:gd name="connsiteY30" fmla="*/ 2094513 h 4209061"/>
              <a:gd name="connsiteX31" fmla="*/ 6757851 w 7408160"/>
              <a:gd name="connsiteY31" fmla="*/ 2780313 h 4209061"/>
              <a:gd name="connsiteX32" fmla="*/ 5757726 w 7408160"/>
              <a:gd name="connsiteY32" fmla="*/ 3123213 h 4209061"/>
              <a:gd name="connsiteX33" fmla="*/ 6367326 w 7408160"/>
              <a:gd name="connsiteY33" fmla="*/ 3275613 h 4209061"/>
              <a:gd name="connsiteX34" fmla="*/ 6853101 w 7408160"/>
              <a:gd name="connsiteY34" fmla="*/ 3027963 h 4209061"/>
              <a:gd name="connsiteX35" fmla="*/ 6062526 w 7408160"/>
              <a:gd name="connsiteY35" fmla="*/ 3656613 h 4209061"/>
              <a:gd name="connsiteX36" fmla="*/ 4690927 w 7408160"/>
              <a:gd name="connsiteY36" fmla="*/ 3180361 h 4209061"/>
              <a:gd name="connsiteX37" fmla="*/ 3700327 w 7408160"/>
              <a:gd name="connsiteY37" fmla="*/ 4209061 h 4209061"/>
              <a:gd name="connsiteX38" fmla="*/ 2747827 w 7408160"/>
              <a:gd name="connsiteY38" fmla="*/ 3504211 h 4209061"/>
              <a:gd name="connsiteX39" fmla="*/ 919027 w 7408160"/>
              <a:gd name="connsiteY39" fmla="*/ 3370861 h 4209061"/>
              <a:gd name="connsiteX0" fmla="*/ 919027 w 7408160"/>
              <a:gd name="connsiteY0" fmla="*/ 3370861 h 4209061"/>
              <a:gd name="connsiteX1" fmla="*/ 2042977 w 7408160"/>
              <a:gd name="connsiteY1" fmla="*/ 3332761 h 4209061"/>
              <a:gd name="connsiteX2" fmla="*/ 4627 w 7408160"/>
              <a:gd name="connsiteY2" fmla="*/ 913411 h 4209061"/>
              <a:gd name="connsiteX3" fmla="*/ 576128 w 7408160"/>
              <a:gd name="connsiteY3" fmla="*/ 1904011 h 4209061"/>
              <a:gd name="connsiteX4" fmla="*/ 1109528 w 7408160"/>
              <a:gd name="connsiteY4" fmla="*/ 1084861 h 4209061"/>
              <a:gd name="connsiteX5" fmla="*/ 1871528 w 7408160"/>
              <a:gd name="connsiteY5" fmla="*/ 2627911 h 4209061"/>
              <a:gd name="connsiteX6" fmla="*/ 1833428 w 7408160"/>
              <a:gd name="connsiteY6" fmla="*/ 1446811 h 4209061"/>
              <a:gd name="connsiteX7" fmla="*/ 2271578 w 7408160"/>
              <a:gd name="connsiteY7" fmla="*/ 2037361 h 4209061"/>
              <a:gd name="connsiteX8" fmla="*/ 2385878 w 7408160"/>
              <a:gd name="connsiteY8" fmla="*/ 2837461 h 4209061"/>
              <a:gd name="connsiteX9" fmla="*/ 3262178 w 7408160"/>
              <a:gd name="connsiteY9" fmla="*/ 3047011 h 4209061"/>
              <a:gd name="connsiteX10" fmla="*/ 3109778 w 7408160"/>
              <a:gd name="connsiteY10" fmla="*/ 1904011 h 4209061"/>
              <a:gd name="connsiteX11" fmla="*/ 2500178 w 7408160"/>
              <a:gd name="connsiteY11" fmla="*/ 513361 h 4209061"/>
              <a:gd name="connsiteX12" fmla="*/ 3071678 w 7408160"/>
              <a:gd name="connsiteY12" fmla="*/ 1484912 h 4209061"/>
              <a:gd name="connsiteX13" fmla="*/ 3738428 w 7408160"/>
              <a:gd name="connsiteY13" fmla="*/ 2037362 h 4209061"/>
              <a:gd name="connsiteX14" fmla="*/ 4443278 w 7408160"/>
              <a:gd name="connsiteY14" fmla="*/ 1332512 h 4209061"/>
              <a:gd name="connsiteX15" fmla="*/ 3357428 w 7408160"/>
              <a:gd name="connsiteY15" fmla="*/ 399062 h 4209061"/>
              <a:gd name="connsiteX16" fmla="*/ 4424228 w 7408160"/>
              <a:gd name="connsiteY16" fmla="*/ 703862 h 4209061"/>
              <a:gd name="connsiteX17" fmla="*/ 4595678 w 7408160"/>
              <a:gd name="connsiteY17" fmla="*/ 18062 h 4209061"/>
              <a:gd name="connsiteX18" fmla="*/ 4862378 w 7408160"/>
              <a:gd name="connsiteY18" fmla="*/ 1361088 h 4209061"/>
              <a:gd name="connsiteX19" fmla="*/ 5433876 w 7408160"/>
              <a:gd name="connsiteY19" fmla="*/ 1132488 h 4209061"/>
              <a:gd name="connsiteX20" fmla="*/ 5757727 w 7408160"/>
              <a:gd name="connsiteY20" fmla="*/ 551463 h 4209061"/>
              <a:gd name="connsiteX21" fmla="*/ 5672001 w 7408160"/>
              <a:gd name="connsiteY21" fmla="*/ 1475388 h 4209061"/>
              <a:gd name="connsiteX22" fmla="*/ 4548051 w 7408160"/>
              <a:gd name="connsiteY22" fmla="*/ 1904013 h 4209061"/>
              <a:gd name="connsiteX23" fmla="*/ 4100377 w 7408160"/>
              <a:gd name="connsiteY23" fmla="*/ 2513613 h 4209061"/>
              <a:gd name="connsiteX24" fmla="*/ 4805227 w 7408160"/>
              <a:gd name="connsiteY24" fmla="*/ 2456463 h 4209061"/>
              <a:gd name="connsiteX25" fmla="*/ 5433877 w 7408160"/>
              <a:gd name="connsiteY25" fmla="*/ 2142138 h 4209061"/>
              <a:gd name="connsiteX26" fmla="*/ 5824402 w 7408160"/>
              <a:gd name="connsiteY26" fmla="*/ 2599338 h 4209061"/>
              <a:gd name="connsiteX27" fmla="*/ 6367326 w 7408160"/>
              <a:gd name="connsiteY27" fmla="*/ 1427763 h 4209061"/>
              <a:gd name="connsiteX28" fmla="*/ 6538776 w 7408160"/>
              <a:gd name="connsiteY28" fmla="*/ 1084863 h 4209061"/>
              <a:gd name="connsiteX29" fmla="*/ 6253026 w 7408160"/>
              <a:gd name="connsiteY29" fmla="*/ 2570763 h 4209061"/>
              <a:gd name="connsiteX30" fmla="*/ 7357926 w 7408160"/>
              <a:gd name="connsiteY30" fmla="*/ 2094513 h 4209061"/>
              <a:gd name="connsiteX31" fmla="*/ 6757851 w 7408160"/>
              <a:gd name="connsiteY31" fmla="*/ 2780313 h 4209061"/>
              <a:gd name="connsiteX32" fmla="*/ 5757726 w 7408160"/>
              <a:gd name="connsiteY32" fmla="*/ 3123213 h 4209061"/>
              <a:gd name="connsiteX33" fmla="*/ 6367326 w 7408160"/>
              <a:gd name="connsiteY33" fmla="*/ 3275613 h 4209061"/>
              <a:gd name="connsiteX34" fmla="*/ 6853101 w 7408160"/>
              <a:gd name="connsiteY34" fmla="*/ 3027963 h 4209061"/>
              <a:gd name="connsiteX35" fmla="*/ 6062526 w 7408160"/>
              <a:gd name="connsiteY35" fmla="*/ 3656613 h 4209061"/>
              <a:gd name="connsiteX36" fmla="*/ 4690927 w 7408160"/>
              <a:gd name="connsiteY36" fmla="*/ 3180361 h 4209061"/>
              <a:gd name="connsiteX37" fmla="*/ 3700327 w 7408160"/>
              <a:gd name="connsiteY37" fmla="*/ 4209061 h 4209061"/>
              <a:gd name="connsiteX38" fmla="*/ 2747827 w 7408160"/>
              <a:gd name="connsiteY38" fmla="*/ 3504211 h 4209061"/>
              <a:gd name="connsiteX39" fmla="*/ 919027 w 7408160"/>
              <a:gd name="connsiteY39" fmla="*/ 3370861 h 4209061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8572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8572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1064362 w 7553495"/>
              <a:gd name="connsiteY0" fmla="*/ 3360795 h 4208519"/>
              <a:gd name="connsiteX1" fmla="*/ 2188312 w 7553495"/>
              <a:gd name="connsiteY1" fmla="*/ 3322695 h 4208519"/>
              <a:gd name="connsiteX2" fmla="*/ 149962 w 7553495"/>
              <a:gd name="connsiteY2" fmla="*/ 903345 h 4208519"/>
              <a:gd name="connsiteX3" fmla="*/ 721463 w 7553495"/>
              <a:gd name="connsiteY3" fmla="*/ 1893945 h 4208519"/>
              <a:gd name="connsiteX4" fmla="*/ 1254863 w 7553495"/>
              <a:gd name="connsiteY4" fmla="*/ 1074795 h 4208519"/>
              <a:gd name="connsiteX5" fmla="*/ 1273911 w 7553495"/>
              <a:gd name="connsiteY5" fmla="*/ 1951097 h 4208519"/>
              <a:gd name="connsiteX6" fmla="*/ 2016863 w 7553495"/>
              <a:gd name="connsiteY6" fmla="*/ 2617845 h 4208519"/>
              <a:gd name="connsiteX7" fmla="*/ 1978763 w 7553495"/>
              <a:gd name="connsiteY7" fmla="*/ 1436745 h 4208519"/>
              <a:gd name="connsiteX8" fmla="*/ 2416913 w 7553495"/>
              <a:gd name="connsiteY8" fmla="*/ 2027295 h 4208519"/>
              <a:gd name="connsiteX9" fmla="*/ 2531213 w 7553495"/>
              <a:gd name="connsiteY9" fmla="*/ 2827395 h 4208519"/>
              <a:gd name="connsiteX10" fmla="*/ 3407513 w 7553495"/>
              <a:gd name="connsiteY10" fmla="*/ 3036945 h 4208519"/>
              <a:gd name="connsiteX11" fmla="*/ 3255113 w 7553495"/>
              <a:gd name="connsiteY11" fmla="*/ 1893945 h 4208519"/>
              <a:gd name="connsiteX12" fmla="*/ 2645513 w 7553495"/>
              <a:gd name="connsiteY12" fmla="*/ 503295 h 4208519"/>
              <a:gd name="connsiteX13" fmla="*/ 3217013 w 7553495"/>
              <a:gd name="connsiteY13" fmla="*/ 1474846 h 4208519"/>
              <a:gd name="connsiteX14" fmla="*/ 3883763 w 7553495"/>
              <a:gd name="connsiteY14" fmla="*/ 2027296 h 4208519"/>
              <a:gd name="connsiteX15" fmla="*/ 4588613 w 7553495"/>
              <a:gd name="connsiteY15" fmla="*/ 1322446 h 4208519"/>
              <a:gd name="connsiteX16" fmla="*/ 3836136 w 7553495"/>
              <a:gd name="connsiteY16" fmla="*/ 950972 h 4208519"/>
              <a:gd name="connsiteX17" fmla="*/ 3502763 w 7553495"/>
              <a:gd name="connsiteY17" fmla="*/ 388996 h 4208519"/>
              <a:gd name="connsiteX18" fmla="*/ 4569563 w 7553495"/>
              <a:gd name="connsiteY18" fmla="*/ 693796 h 4208519"/>
              <a:gd name="connsiteX19" fmla="*/ 4741013 w 7553495"/>
              <a:gd name="connsiteY19" fmla="*/ 7996 h 4208519"/>
              <a:gd name="connsiteX20" fmla="*/ 5007713 w 7553495"/>
              <a:gd name="connsiteY20" fmla="*/ 1351022 h 4208519"/>
              <a:gd name="connsiteX21" fmla="*/ 5579211 w 7553495"/>
              <a:gd name="connsiteY21" fmla="*/ 1122422 h 4208519"/>
              <a:gd name="connsiteX22" fmla="*/ 5903062 w 7553495"/>
              <a:gd name="connsiteY22" fmla="*/ 541397 h 4208519"/>
              <a:gd name="connsiteX23" fmla="*/ 5817336 w 7553495"/>
              <a:gd name="connsiteY23" fmla="*/ 1465322 h 4208519"/>
              <a:gd name="connsiteX24" fmla="*/ 4693386 w 7553495"/>
              <a:gd name="connsiteY24" fmla="*/ 1893947 h 4208519"/>
              <a:gd name="connsiteX25" fmla="*/ 4245712 w 7553495"/>
              <a:gd name="connsiteY25" fmla="*/ 2503547 h 4208519"/>
              <a:gd name="connsiteX26" fmla="*/ 4950562 w 7553495"/>
              <a:gd name="connsiteY26" fmla="*/ 2446397 h 4208519"/>
              <a:gd name="connsiteX27" fmla="*/ 5579212 w 7553495"/>
              <a:gd name="connsiteY27" fmla="*/ 2132072 h 4208519"/>
              <a:gd name="connsiteX28" fmla="*/ 5969737 w 7553495"/>
              <a:gd name="connsiteY28" fmla="*/ 2589272 h 4208519"/>
              <a:gd name="connsiteX29" fmla="*/ 6512661 w 7553495"/>
              <a:gd name="connsiteY29" fmla="*/ 1417697 h 4208519"/>
              <a:gd name="connsiteX30" fmla="*/ 6684111 w 7553495"/>
              <a:gd name="connsiteY30" fmla="*/ 1074797 h 4208519"/>
              <a:gd name="connsiteX31" fmla="*/ 6398361 w 7553495"/>
              <a:gd name="connsiteY31" fmla="*/ 2560697 h 4208519"/>
              <a:gd name="connsiteX32" fmla="*/ 7503261 w 7553495"/>
              <a:gd name="connsiteY32" fmla="*/ 2084447 h 4208519"/>
              <a:gd name="connsiteX33" fmla="*/ 6903186 w 7553495"/>
              <a:gd name="connsiteY33" fmla="*/ 2770247 h 4208519"/>
              <a:gd name="connsiteX34" fmla="*/ 5903061 w 7553495"/>
              <a:gd name="connsiteY34" fmla="*/ 3113147 h 4208519"/>
              <a:gd name="connsiteX35" fmla="*/ 6512661 w 7553495"/>
              <a:gd name="connsiteY35" fmla="*/ 3265547 h 4208519"/>
              <a:gd name="connsiteX36" fmla="*/ 6998436 w 7553495"/>
              <a:gd name="connsiteY36" fmla="*/ 3017897 h 4208519"/>
              <a:gd name="connsiteX37" fmla="*/ 6207861 w 7553495"/>
              <a:gd name="connsiteY37" fmla="*/ 3646547 h 4208519"/>
              <a:gd name="connsiteX38" fmla="*/ 4836262 w 7553495"/>
              <a:gd name="connsiteY38" fmla="*/ 3170295 h 4208519"/>
              <a:gd name="connsiteX39" fmla="*/ 3845662 w 7553495"/>
              <a:gd name="connsiteY39" fmla="*/ 4198995 h 4208519"/>
              <a:gd name="connsiteX40" fmla="*/ 2893162 w 7553495"/>
              <a:gd name="connsiteY40" fmla="*/ 3494145 h 4208519"/>
              <a:gd name="connsiteX41" fmla="*/ 1064362 w 7553495"/>
              <a:gd name="connsiteY41" fmla="*/ 3360795 h 4208519"/>
              <a:gd name="connsiteX0" fmla="*/ 914757 w 7403890"/>
              <a:gd name="connsiteY0" fmla="*/ 3360795 h 4208519"/>
              <a:gd name="connsiteX1" fmla="*/ 2038707 w 7403890"/>
              <a:gd name="connsiteY1" fmla="*/ 3322695 h 4208519"/>
              <a:gd name="connsiteX2" fmla="*/ 743307 w 7403890"/>
              <a:gd name="connsiteY2" fmla="*/ 2398772 h 4208519"/>
              <a:gd name="connsiteX3" fmla="*/ 357 w 7403890"/>
              <a:gd name="connsiteY3" fmla="*/ 903345 h 4208519"/>
              <a:gd name="connsiteX4" fmla="*/ 571858 w 7403890"/>
              <a:gd name="connsiteY4" fmla="*/ 1893945 h 4208519"/>
              <a:gd name="connsiteX5" fmla="*/ 1105258 w 7403890"/>
              <a:gd name="connsiteY5" fmla="*/ 1074795 h 4208519"/>
              <a:gd name="connsiteX6" fmla="*/ 1124306 w 7403890"/>
              <a:gd name="connsiteY6" fmla="*/ 1951097 h 4208519"/>
              <a:gd name="connsiteX7" fmla="*/ 1867258 w 7403890"/>
              <a:gd name="connsiteY7" fmla="*/ 2617845 h 4208519"/>
              <a:gd name="connsiteX8" fmla="*/ 1829158 w 7403890"/>
              <a:gd name="connsiteY8" fmla="*/ 1436745 h 4208519"/>
              <a:gd name="connsiteX9" fmla="*/ 2267308 w 7403890"/>
              <a:gd name="connsiteY9" fmla="*/ 2027295 h 4208519"/>
              <a:gd name="connsiteX10" fmla="*/ 2381608 w 7403890"/>
              <a:gd name="connsiteY10" fmla="*/ 2827395 h 4208519"/>
              <a:gd name="connsiteX11" fmla="*/ 3257908 w 7403890"/>
              <a:gd name="connsiteY11" fmla="*/ 3036945 h 4208519"/>
              <a:gd name="connsiteX12" fmla="*/ 3105508 w 7403890"/>
              <a:gd name="connsiteY12" fmla="*/ 1893945 h 4208519"/>
              <a:gd name="connsiteX13" fmla="*/ 2495908 w 7403890"/>
              <a:gd name="connsiteY13" fmla="*/ 503295 h 4208519"/>
              <a:gd name="connsiteX14" fmla="*/ 3067408 w 7403890"/>
              <a:gd name="connsiteY14" fmla="*/ 1474846 h 4208519"/>
              <a:gd name="connsiteX15" fmla="*/ 3734158 w 7403890"/>
              <a:gd name="connsiteY15" fmla="*/ 2027296 h 4208519"/>
              <a:gd name="connsiteX16" fmla="*/ 4439008 w 7403890"/>
              <a:gd name="connsiteY16" fmla="*/ 1322446 h 4208519"/>
              <a:gd name="connsiteX17" fmla="*/ 3686531 w 7403890"/>
              <a:gd name="connsiteY17" fmla="*/ 950972 h 4208519"/>
              <a:gd name="connsiteX18" fmla="*/ 3353158 w 7403890"/>
              <a:gd name="connsiteY18" fmla="*/ 388996 h 4208519"/>
              <a:gd name="connsiteX19" fmla="*/ 4419958 w 7403890"/>
              <a:gd name="connsiteY19" fmla="*/ 693796 h 4208519"/>
              <a:gd name="connsiteX20" fmla="*/ 4591408 w 7403890"/>
              <a:gd name="connsiteY20" fmla="*/ 7996 h 4208519"/>
              <a:gd name="connsiteX21" fmla="*/ 4858108 w 7403890"/>
              <a:gd name="connsiteY21" fmla="*/ 1351022 h 4208519"/>
              <a:gd name="connsiteX22" fmla="*/ 5429606 w 7403890"/>
              <a:gd name="connsiteY22" fmla="*/ 1122422 h 4208519"/>
              <a:gd name="connsiteX23" fmla="*/ 5753457 w 7403890"/>
              <a:gd name="connsiteY23" fmla="*/ 541397 h 4208519"/>
              <a:gd name="connsiteX24" fmla="*/ 5667731 w 7403890"/>
              <a:gd name="connsiteY24" fmla="*/ 1465322 h 4208519"/>
              <a:gd name="connsiteX25" fmla="*/ 4543781 w 7403890"/>
              <a:gd name="connsiteY25" fmla="*/ 1893947 h 4208519"/>
              <a:gd name="connsiteX26" fmla="*/ 4096107 w 7403890"/>
              <a:gd name="connsiteY26" fmla="*/ 2503547 h 4208519"/>
              <a:gd name="connsiteX27" fmla="*/ 4800957 w 7403890"/>
              <a:gd name="connsiteY27" fmla="*/ 2446397 h 4208519"/>
              <a:gd name="connsiteX28" fmla="*/ 5429607 w 7403890"/>
              <a:gd name="connsiteY28" fmla="*/ 2132072 h 4208519"/>
              <a:gd name="connsiteX29" fmla="*/ 5820132 w 7403890"/>
              <a:gd name="connsiteY29" fmla="*/ 2589272 h 4208519"/>
              <a:gd name="connsiteX30" fmla="*/ 6363056 w 7403890"/>
              <a:gd name="connsiteY30" fmla="*/ 1417697 h 4208519"/>
              <a:gd name="connsiteX31" fmla="*/ 6534506 w 7403890"/>
              <a:gd name="connsiteY31" fmla="*/ 1074797 h 4208519"/>
              <a:gd name="connsiteX32" fmla="*/ 6248756 w 7403890"/>
              <a:gd name="connsiteY32" fmla="*/ 2560697 h 4208519"/>
              <a:gd name="connsiteX33" fmla="*/ 7353656 w 7403890"/>
              <a:gd name="connsiteY33" fmla="*/ 2084447 h 4208519"/>
              <a:gd name="connsiteX34" fmla="*/ 6753581 w 7403890"/>
              <a:gd name="connsiteY34" fmla="*/ 2770247 h 4208519"/>
              <a:gd name="connsiteX35" fmla="*/ 5753456 w 7403890"/>
              <a:gd name="connsiteY35" fmla="*/ 3113147 h 4208519"/>
              <a:gd name="connsiteX36" fmla="*/ 6363056 w 7403890"/>
              <a:gd name="connsiteY36" fmla="*/ 3265547 h 4208519"/>
              <a:gd name="connsiteX37" fmla="*/ 6848831 w 7403890"/>
              <a:gd name="connsiteY37" fmla="*/ 3017897 h 4208519"/>
              <a:gd name="connsiteX38" fmla="*/ 6058256 w 7403890"/>
              <a:gd name="connsiteY38" fmla="*/ 3646547 h 4208519"/>
              <a:gd name="connsiteX39" fmla="*/ 4686657 w 7403890"/>
              <a:gd name="connsiteY39" fmla="*/ 3170295 h 4208519"/>
              <a:gd name="connsiteX40" fmla="*/ 3696057 w 7403890"/>
              <a:gd name="connsiteY40" fmla="*/ 4198995 h 4208519"/>
              <a:gd name="connsiteX41" fmla="*/ 2743557 w 7403890"/>
              <a:gd name="connsiteY41" fmla="*/ 3494145 h 4208519"/>
              <a:gd name="connsiteX42" fmla="*/ 914757 w 7403890"/>
              <a:gd name="connsiteY42" fmla="*/ 3360795 h 4208519"/>
              <a:gd name="connsiteX0" fmla="*/ 1049251 w 7538384"/>
              <a:gd name="connsiteY0" fmla="*/ 3360795 h 4208519"/>
              <a:gd name="connsiteX1" fmla="*/ 2173201 w 7538384"/>
              <a:gd name="connsiteY1" fmla="*/ 3322695 h 4208519"/>
              <a:gd name="connsiteX2" fmla="*/ 877801 w 7538384"/>
              <a:gd name="connsiteY2" fmla="*/ 2398772 h 4208519"/>
              <a:gd name="connsiteX3" fmla="*/ 134851 w 7538384"/>
              <a:gd name="connsiteY3" fmla="*/ 903345 h 4208519"/>
              <a:gd name="connsiteX4" fmla="*/ 706352 w 7538384"/>
              <a:gd name="connsiteY4" fmla="*/ 1893945 h 4208519"/>
              <a:gd name="connsiteX5" fmla="*/ 1239752 w 7538384"/>
              <a:gd name="connsiteY5" fmla="*/ 1074795 h 4208519"/>
              <a:gd name="connsiteX6" fmla="*/ 1258800 w 7538384"/>
              <a:gd name="connsiteY6" fmla="*/ 1951097 h 4208519"/>
              <a:gd name="connsiteX7" fmla="*/ 2001752 w 7538384"/>
              <a:gd name="connsiteY7" fmla="*/ 2617845 h 4208519"/>
              <a:gd name="connsiteX8" fmla="*/ 1963652 w 7538384"/>
              <a:gd name="connsiteY8" fmla="*/ 1436745 h 4208519"/>
              <a:gd name="connsiteX9" fmla="*/ 2401802 w 7538384"/>
              <a:gd name="connsiteY9" fmla="*/ 2027295 h 4208519"/>
              <a:gd name="connsiteX10" fmla="*/ 2516102 w 7538384"/>
              <a:gd name="connsiteY10" fmla="*/ 2827395 h 4208519"/>
              <a:gd name="connsiteX11" fmla="*/ 3392402 w 7538384"/>
              <a:gd name="connsiteY11" fmla="*/ 3036945 h 4208519"/>
              <a:gd name="connsiteX12" fmla="*/ 3240002 w 7538384"/>
              <a:gd name="connsiteY12" fmla="*/ 1893945 h 4208519"/>
              <a:gd name="connsiteX13" fmla="*/ 2630402 w 7538384"/>
              <a:gd name="connsiteY13" fmla="*/ 503295 h 4208519"/>
              <a:gd name="connsiteX14" fmla="*/ 3201902 w 7538384"/>
              <a:gd name="connsiteY14" fmla="*/ 1474846 h 4208519"/>
              <a:gd name="connsiteX15" fmla="*/ 3868652 w 7538384"/>
              <a:gd name="connsiteY15" fmla="*/ 2027296 h 4208519"/>
              <a:gd name="connsiteX16" fmla="*/ 4573502 w 7538384"/>
              <a:gd name="connsiteY16" fmla="*/ 1322446 h 4208519"/>
              <a:gd name="connsiteX17" fmla="*/ 3821025 w 7538384"/>
              <a:gd name="connsiteY17" fmla="*/ 950972 h 4208519"/>
              <a:gd name="connsiteX18" fmla="*/ 3487652 w 7538384"/>
              <a:gd name="connsiteY18" fmla="*/ 388996 h 4208519"/>
              <a:gd name="connsiteX19" fmla="*/ 4554452 w 7538384"/>
              <a:gd name="connsiteY19" fmla="*/ 693796 h 4208519"/>
              <a:gd name="connsiteX20" fmla="*/ 4725902 w 7538384"/>
              <a:gd name="connsiteY20" fmla="*/ 7996 h 4208519"/>
              <a:gd name="connsiteX21" fmla="*/ 4992602 w 7538384"/>
              <a:gd name="connsiteY21" fmla="*/ 1351022 h 4208519"/>
              <a:gd name="connsiteX22" fmla="*/ 5564100 w 7538384"/>
              <a:gd name="connsiteY22" fmla="*/ 1122422 h 4208519"/>
              <a:gd name="connsiteX23" fmla="*/ 5887951 w 7538384"/>
              <a:gd name="connsiteY23" fmla="*/ 541397 h 4208519"/>
              <a:gd name="connsiteX24" fmla="*/ 5802225 w 7538384"/>
              <a:gd name="connsiteY24" fmla="*/ 1465322 h 4208519"/>
              <a:gd name="connsiteX25" fmla="*/ 4678275 w 7538384"/>
              <a:gd name="connsiteY25" fmla="*/ 1893947 h 4208519"/>
              <a:gd name="connsiteX26" fmla="*/ 4230601 w 7538384"/>
              <a:gd name="connsiteY26" fmla="*/ 2503547 h 4208519"/>
              <a:gd name="connsiteX27" fmla="*/ 4935451 w 7538384"/>
              <a:gd name="connsiteY27" fmla="*/ 2446397 h 4208519"/>
              <a:gd name="connsiteX28" fmla="*/ 5564101 w 7538384"/>
              <a:gd name="connsiteY28" fmla="*/ 2132072 h 4208519"/>
              <a:gd name="connsiteX29" fmla="*/ 5954626 w 7538384"/>
              <a:gd name="connsiteY29" fmla="*/ 2589272 h 4208519"/>
              <a:gd name="connsiteX30" fmla="*/ 6497550 w 7538384"/>
              <a:gd name="connsiteY30" fmla="*/ 1417697 h 4208519"/>
              <a:gd name="connsiteX31" fmla="*/ 6669000 w 7538384"/>
              <a:gd name="connsiteY31" fmla="*/ 1074797 h 4208519"/>
              <a:gd name="connsiteX32" fmla="*/ 6383250 w 7538384"/>
              <a:gd name="connsiteY32" fmla="*/ 2560697 h 4208519"/>
              <a:gd name="connsiteX33" fmla="*/ 7488150 w 7538384"/>
              <a:gd name="connsiteY33" fmla="*/ 2084447 h 4208519"/>
              <a:gd name="connsiteX34" fmla="*/ 6888075 w 7538384"/>
              <a:gd name="connsiteY34" fmla="*/ 2770247 h 4208519"/>
              <a:gd name="connsiteX35" fmla="*/ 5887950 w 7538384"/>
              <a:gd name="connsiteY35" fmla="*/ 3113147 h 4208519"/>
              <a:gd name="connsiteX36" fmla="*/ 6497550 w 7538384"/>
              <a:gd name="connsiteY36" fmla="*/ 3265547 h 4208519"/>
              <a:gd name="connsiteX37" fmla="*/ 6983325 w 7538384"/>
              <a:gd name="connsiteY37" fmla="*/ 3017897 h 4208519"/>
              <a:gd name="connsiteX38" fmla="*/ 6192750 w 7538384"/>
              <a:gd name="connsiteY38" fmla="*/ 3646547 h 4208519"/>
              <a:gd name="connsiteX39" fmla="*/ 4821151 w 7538384"/>
              <a:gd name="connsiteY39" fmla="*/ 3170295 h 4208519"/>
              <a:gd name="connsiteX40" fmla="*/ 3830551 w 7538384"/>
              <a:gd name="connsiteY40" fmla="*/ 4198995 h 4208519"/>
              <a:gd name="connsiteX41" fmla="*/ 2878051 w 7538384"/>
              <a:gd name="connsiteY41" fmla="*/ 3494145 h 4208519"/>
              <a:gd name="connsiteX42" fmla="*/ 1049251 w 7538384"/>
              <a:gd name="connsiteY42" fmla="*/ 3360795 h 4208519"/>
              <a:gd name="connsiteX0" fmla="*/ 1111160 w 7600293"/>
              <a:gd name="connsiteY0" fmla="*/ 3360795 h 4208519"/>
              <a:gd name="connsiteX1" fmla="*/ 2235110 w 7600293"/>
              <a:gd name="connsiteY1" fmla="*/ 3322695 h 4208519"/>
              <a:gd name="connsiteX2" fmla="*/ 939710 w 7600293"/>
              <a:gd name="connsiteY2" fmla="*/ 2398772 h 4208519"/>
              <a:gd name="connsiteX3" fmla="*/ 196760 w 7600293"/>
              <a:gd name="connsiteY3" fmla="*/ 903345 h 4208519"/>
              <a:gd name="connsiteX4" fmla="*/ 768261 w 7600293"/>
              <a:gd name="connsiteY4" fmla="*/ 1893945 h 4208519"/>
              <a:gd name="connsiteX5" fmla="*/ 1301661 w 7600293"/>
              <a:gd name="connsiteY5" fmla="*/ 1074795 h 4208519"/>
              <a:gd name="connsiteX6" fmla="*/ 1320709 w 7600293"/>
              <a:gd name="connsiteY6" fmla="*/ 1951097 h 4208519"/>
              <a:gd name="connsiteX7" fmla="*/ 2063661 w 7600293"/>
              <a:gd name="connsiteY7" fmla="*/ 2617845 h 4208519"/>
              <a:gd name="connsiteX8" fmla="*/ 2025561 w 7600293"/>
              <a:gd name="connsiteY8" fmla="*/ 1436745 h 4208519"/>
              <a:gd name="connsiteX9" fmla="*/ 2463711 w 7600293"/>
              <a:gd name="connsiteY9" fmla="*/ 2027295 h 4208519"/>
              <a:gd name="connsiteX10" fmla="*/ 2578011 w 7600293"/>
              <a:gd name="connsiteY10" fmla="*/ 2827395 h 4208519"/>
              <a:gd name="connsiteX11" fmla="*/ 3454311 w 7600293"/>
              <a:gd name="connsiteY11" fmla="*/ 3036945 h 4208519"/>
              <a:gd name="connsiteX12" fmla="*/ 3301911 w 7600293"/>
              <a:gd name="connsiteY12" fmla="*/ 1893945 h 4208519"/>
              <a:gd name="connsiteX13" fmla="*/ 2692311 w 7600293"/>
              <a:gd name="connsiteY13" fmla="*/ 503295 h 4208519"/>
              <a:gd name="connsiteX14" fmla="*/ 3263811 w 7600293"/>
              <a:gd name="connsiteY14" fmla="*/ 1474846 h 4208519"/>
              <a:gd name="connsiteX15" fmla="*/ 3930561 w 7600293"/>
              <a:gd name="connsiteY15" fmla="*/ 2027296 h 4208519"/>
              <a:gd name="connsiteX16" fmla="*/ 4635411 w 7600293"/>
              <a:gd name="connsiteY16" fmla="*/ 1322446 h 4208519"/>
              <a:gd name="connsiteX17" fmla="*/ 3882934 w 7600293"/>
              <a:gd name="connsiteY17" fmla="*/ 950972 h 4208519"/>
              <a:gd name="connsiteX18" fmla="*/ 3549561 w 7600293"/>
              <a:gd name="connsiteY18" fmla="*/ 388996 h 4208519"/>
              <a:gd name="connsiteX19" fmla="*/ 4616361 w 7600293"/>
              <a:gd name="connsiteY19" fmla="*/ 693796 h 4208519"/>
              <a:gd name="connsiteX20" fmla="*/ 4787811 w 7600293"/>
              <a:gd name="connsiteY20" fmla="*/ 7996 h 4208519"/>
              <a:gd name="connsiteX21" fmla="*/ 5054511 w 7600293"/>
              <a:gd name="connsiteY21" fmla="*/ 1351022 h 4208519"/>
              <a:gd name="connsiteX22" fmla="*/ 5626009 w 7600293"/>
              <a:gd name="connsiteY22" fmla="*/ 1122422 h 4208519"/>
              <a:gd name="connsiteX23" fmla="*/ 5949860 w 7600293"/>
              <a:gd name="connsiteY23" fmla="*/ 541397 h 4208519"/>
              <a:gd name="connsiteX24" fmla="*/ 5864134 w 7600293"/>
              <a:gd name="connsiteY24" fmla="*/ 1465322 h 4208519"/>
              <a:gd name="connsiteX25" fmla="*/ 4740184 w 7600293"/>
              <a:gd name="connsiteY25" fmla="*/ 1893947 h 4208519"/>
              <a:gd name="connsiteX26" fmla="*/ 4292510 w 7600293"/>
              <a:gd name="connsiteY26" fmla="*/ 2503547 h 4208519"/>
              <a:gd name="connsiteX27" fmla="*/ 4997360 w 7600293"/>
              <a:gd name="connsiteY27" fmla="*/ 2446397 h 4208519"/>
              <a:gd name="connsiteX28" fmla="*/ 5626010 w 7600293"/>
              <a:gd name="connsiteY28" fmla="*/ 2132072 h 4208519"/>
              <a:gd name="connsiteX29" fmla="*/ 6016535 w 7600293"/>
              <a:gd name="connsiteY29" fmla="*/ 2589272 h 4208519"/>
              <a:gd name="connsiteX30" fmla="*/ 6559459 w 7600293"/>
              <a:gd name="connsiteY30" fmla="*/ 1417697 h 4208519"/>
              <a:gd name="connsiteX31" fmla="*/ 6730909 w 7600293"/>
              <a:gd name="connsiteY31" fmla="*/ 1074797 h 4208519"/>
              <a:gd name="connsiteX32" fmla="*/ 6445159 w 7600293"/>
              <a:gd name="connsiteY32" fmla="*/ 2560697 h 4208519"/>
              <a:gd name="connsiteX33" fmla="*/ 7550059 w 7600293"/>
              <a:gd name="connsiteY33" fmla="*/ 2084447 h 4208519"/>
              <a:gd name="connsiteX34" fmla="*/ 6949984 w 7600293"/>
              <a:gd name="connsiteY34" fmla="*/ 2770247 h 4208519"/>
              <a:gd name="connsiteX35" fmla="*/ 5949859 w 7600293"/>
              <a:gd name="connsiteY35" fmla="*/ 3113147 h 4208519"/>
              <a:gd name="connsiteX36" fmla="*/ 6559459 w 7600293"/>
              <a:gd name="connsiteY36" fmla="*/ 3265547 h 4208519"/>
              <a:gd name="connsiteX37" fmla="*/ 7045234 w 7600293"/>
              <a:gd name="connsiteY37" fmla="*/ 3017897 h 4208519"/>
              <a:gd name="connsiteX38" fmla="*/ 6254659 w 7600293"/>
              <a:gd name="connsiteY38" fmla="*/ 3646547 h 4208519"/>
              <a:gd name="connsiteX39" fmla="*/ 4883060 w 7600293"/>
              <a:gd name="connsiteY39" fmla="*/ 3170295 h 4208519"/>
              <a:gd name="connsiteX40" fmla="*/ 3892460 w 7600293"/>
              <a:gd name="connsiteY40" fmla="*/ 4198995 h 4208519"/>
              <a:gd name="connsiteX41" fmla="*/ 2939960 w 7600293"/>
              <a:gd name="connsiteY41" fmla="*/ 3494145 h 4208519"/>
              <a:gd name="connsiteX42" fmla="*/ 1111160 w 7600293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69679 w 7558812"/>
              <a:gd name="connsiteY43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69679 w 7558812"/>
              <a:gd name="connsiteY43" fmla="*/ 3360795 h 4208519"/>
              <a:gd name="connsiteX0" fmla="*/ 1088729 w 7558812"/>
              <a:gd name="connsiteY0" fmla="*/ 3351270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88729 w 7558812"/>
              <a:gd name="connsiteY43" fmla="*/ 3351270 h 4208519"/>
              <a:gd name="connsiteX0" fmla="*/ 1088729 w 7558812"/>
              <a:gd name="connsiteY0" fmla="*/ 3351270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88729 w 7558812"/>
              <a:gd name="connsiteY43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465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465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846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846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558812" h="4208519">
                <a:moveTo>
                  <a:pt x="1088729" y="3351270"/>
                </a:moveTo>
                <a:cubicBezTo>
                  <a:pt x="1287167" y="3135370"/>
                  <a:pt x="1542753" y="3489384"/>
                  <a:pt x="1726903" y="3484622"/>
                </a:cubicBezTo>
                <a:cubicBezTo>
                  <a:pt x="1911053" y="3479860"/>
                  <a:pt x="2146004" y="3463983"/>
                  <a:pt x="2193629" y="3322695"/>
                </a:cubicBezTo>
                <a:cubicBezTo>
                  <a:pt x="1522117" y="3214745"/>
                  <a:pt x="1237954" y="2801997"/>
                  <a:pt x="898229" y="2398772"/>
                </a:cubicBezTo>
                <a:cubicBezTo>
                  <a:pt x="-298746" y="1995547"/>
                  <a:pt x="-11409" y="944620"/>
                  <a:pt x="155279" y="903345"/>
                </a:cubicBezTo>
                <a:cubicBezTo>
                  <a:pt x="536279" y="862070"/>
                  <a:pt x="145755" y="1725670"/>
                  <a:pt x="726780" y="1893945"/>
                </a:cubicBezTo>
                <a:cubicBezTo>
                  <a:pt x="917280" y="1951095"/>
                  <a:pt x="898230" y="808095"/>
                  <a:pt x="1260180" y="1074795"/>
                </a:cubicBezTo>
                <a:cubicBezTo>
                  <a:pt x="1571330" y="1170045"/>
                  <a:pt x="1152228" y="1693922"/>
                  <a:pt x="1279228" y="1951097"/>
                </a:cubicBezTo>
                <a:cubicBezTo>
                  <a:pt x="1406228" y="2208272"/>
                  <a:pt x="1638005" y="2674995"/>
                  <a:pt x="2022180" y="2617845"/>
                </a:cubicBezTo>
                <a:cubicBezTo>
                  <a:pt x="2396830" y="2160645"/>
                  <a:pt x="1514180" y="1665345"/>
                  <a:pt x="1984080" y="1436745"/>
                </a:cubicBezTo>
                <a:cubicBezTo>
                  <a:pt x="2288880" y="1420870"/>
                  <a:pt x="2250780" y="1938395"/>
                  <a:pt x="2422230" y="2027295"/>
                </a:cubicBezTo>
                <a:cubicBezTo>
                  <a:pt x="2568280" y="2078095"/>
                  <a:pt x="2390480" y="2776595"/>
                  <a:pt x="2536530" y="2827395"/>
                </a:cubicBezTo>
                <a:cubicBezTo>
                  <a:pt x="2911180" y="2871845"/>
                  <a:pt x="3038180" y="2992495"/>
                  <a:pt x="3412830" y="3036945"/>
                </a:cubicBezTo>
                <a:cubicBezTo>
                  <a:pt x="3717630" y="3068695"/>
                  <a:pt x="3755730" y="2243195"/>
                  <a:pt x="3260430" y="1893945"/>
                </a:cubicBezTo>
                <a:cubicBezTo>
                  <a:pt x="2647655" y="1722495"/>
                  <a:pt x="2387305" y="503295"/>
                  <a:pt x="2650830" y="503295"/>
                </a:cubicBezTo>
                <a:cubicBezTo>
                  <a:pt x="2955630" y="338195"/>
                  <a:pt x="2917530" y="1125596"/>
                  <a:pt x="3222330" y="1474846"/>
                </a:cubicBezTo>
                <a:cubicBezTo>
                  <a:pt x="3489030" y="1747896"/>
                  <a:pt x="3622380" y="1754246"/>
                  <a:pt x="3889080" y="2027296"/>
                </a:cubicBezTo>
                <a:cubicBezTo>
                  <a:pt x="4041480" y="2198746"/>
                  <a:pt x="4317705" y="1722496"/>
                  <a:pt x="4593930" y="1322446"/>
                </a:cubicBezTo>
                <a:cubicBezTo>
                  <a:pt x="4532017" y="812859"/>
                  <a:pt x="4022428" y="1106547"/>
                  <a:pt x="3841453" y="950972"/>
                </a:cubicBezTo>
                <a:cubicBezTo>
                  <a:pt x="3450928" y="804922"/>
                  <a:pt x="3408067" y="406459"/>
                  <a:pt x="3508080" y="388996"/>
                </a:cubicBezTo>
                <a:cubicBezTo>
                  <a:pt x="3708105" y="96896"/>
                  <a:pt x="3793830" y="871596"/>
                  <a:pt x="4574880" y="693796"/>
                </a:cubicBezTo>
                <a:cubicBezTo>
                  <a:pt x="4590755" y="550921"/>
                  <a:pt x="4501855" y="-77729"/>
                  <a:pt x="4746330" y="7996"/>
                </a:cubicBezTo>
                <a:cubicBezTo>
                  <a:pt x="5073355" y="7996"/>
                  <a:pt x="4886030" y="836672"/>
                  <a:pt x="5013030" y="1351022"/>
                </a:cubicBezTo>
                <a:cubicBezTo>
                  <a:pt x="5125742" y="1490722"/>
                  <a:pt x="5473403" y="1303397"/>
                  <a:pt x="5584528" y="1122422"/>
                </a:cubicBezTo>
                <a:cubicBezTo>
                  <a:pt x="5733753" y="979547"/>
                  <a:pt x="5517854" y="590610"/>
                  <a:pt x="5908379" y="541397"/>
                </a:cubicBezTo>
                <a:cubicBezTo>
                  <a:pt x="5994104" y="562035"/>
                  <a:pt x="6186191" y="1001772"/>
                  <a:pt x="5822653" y="1465322"/>
                </a:cubicBezTo>
                <a:cubicBezTo>
                  <a:pt x="5621040" y="1690747"/>
                  <a:pt x="5044778" y="1701860"/>
                  <a:pt x="4698703" y="1893947"/>
                </a:cubicBezTo>
                <a:cubicBezTo>
                  <a:pt x="4400253" y="2105084"/>
                  <a:pt x="4233566" y="2411472"/>
                  <a:pt x="4251029" y="2503547"/>
                </a:cubicBezTo>
                <a:cubicBezTo>
                  <a:pt x="4305004" y="2694047"/>
                  <a:pt x="4454229" y="2960747"/>
                  <a:pt x="4955879" y="2446397"/>
                </a:cubicBezTo>
                <a:cubicBezTo>
                  <a:pt x="4936829" y="2586097"/>
                  <a:pt x="5213054" y="1697097"/>
                  <a:pt x="5584529" y="2132072"/>
                </a:cubicBezTo>
                <a:cubicBezTo>
                  <a:pt x="5321004" y="2401947"/>
                  <a:pt x="5143204" y="2862322"/>
                  <a:pt x="5975054" y="2589272"/>
                </a:cubicBezTo>
                <a:cubicBezTo>
                  <a:pt x="5995691" y="2454334"/>
                  <a:pt x="6219528" y="1900297"/>
                  <a:pt x="6517978" y="1417697"/>
                </a:cubicBezTo>
                <a:cubicBezTo>
                  <a:pt x="6568778" y="1316097"/>
                  <a:pt x="6548140" y="1085910"/>
                  <a:pt x="6689428" y="1074797"/>
                </a:cubicBezTo>
                <a:cubicBezTo>
                  <a:pt x="7368878" y="1262122"/>
                  <a:pt x="6219528" y="2278122"/>
                  <a:pt x="6403678" y="2560697"/>
                </a:cubicBezTo>
                <a:cubicBezTo>
                  <a:pt x="6667203" y="2713097"/>
                  <a:pt x="7502228" y="1865372"/>
                  <a:pt x="7508578" y="2084447"/>
                </a:cubicBezTo>
                <a:cubicBezTo>
                  <a:pt x="7727653" y="2303522"/>
                  <a:pt x="7175203" y="2598797"/>
                  <a:pt x="6908503" y="2770247"/>
                </a:cubicBezTo>
                <a:cubicBezTo>
                  <a:pt x="6641803" y="2941697"/>
                  <a:pt x="5917903" y="2995672"/>
                  <a:pt x="5908378" y="3113147"/>
                </a:cubicBezTo>
                <a:cubicBezTo>
                  <a:pt x="5746453" y="3297297"/>
                  <a:pt x="6306841" y="3376672"/>
                  <a:pt x="6517978" y="3265547"/>
                </a:cubicBezTo>
                <a:cubicBezTo>
                  <a:pt x="6700540" y="3249672"/>
                  <a:pt x="6876753" y="2941697"/>
                  <a:pt x="7003753" y="3017897"/>
                </a:cubicBezTo>
                <a:cubicBezTo>
                  <a:pt x="7289503" y="3402072"/>
                  <a:pt x="6575128" y="3627497"/>
                  <a:pt x="6213178" y="3646547"/>
                </a:cubicBezTo>
                <a:cubicBezTo>
                  <a:pt x="5851228" y="3665597"/>
                  <a:pt x="5219404" y="3030595"/>
                  <a:pt x="4841579" y="3170295"/>
                </a:cubicBezTo>
                <a:cubicBezTo>
                  <a:pt x="4301829" y="3198870"/>
                  <a:pt x="4371679" y="4322820"/>
                  <a:pt x="3850979" y="4198995"/>
                </a:cubicBezTo>
                <a:cubicBezTo>
                  <a:pt x="3381079" y="4268845"/>
                  <a:pt x="3273129" y="3490970"/>
                  <a:pt x="2898479" y="3494145"/>
                </a:cubicBezTo>
                <a:cubicBezTo>
                  <a:pt x="2585741" y="3403658"/>
                  <a:pt x="2184103" y="3878322"/>
                  <a:pt x="1879303" y="3856097"/>
                </a:cubicBezTo>
                <a:cubicBezTo>
                  <a:pt x="1574503" y="3833872"/>
                  <a:pt x="966491" y="3644958"/>
                  <a:pt x="1088729" y="3351270"/>
                </a:cubicBezTo>
                <a:close/>
              </a:path>
            </a:pathLst>
          </a:cu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7318DB9-2D1F-5742-2BC9-43B21B80EEA4}"/>
              </a:ext>
            </a:extLst>
          </p:cNvPr>
          <p:cNvSpPr/>
          <p:nvPr/>
        </p:nvSpPr>
        <p:spPr>
          <a:xfrm>
            <a:off x="-1390240" y="2881710"/>
            <a:ext cx="7558812" cy="4208519"/>
          </a:xfrm>
          <a:custGeom>
            <a:avLst/>
            <a:gdLst>
              <a:gd name="connsiteX0" fmla="*/ 0 w 914400"/>
              <a:gd name="connsiteY0" fmla="*/ 0 h 666750"/>
              <a:gd name="connsiteX1" fmla="*/ 914400 w 914400"/>
              <a:gd name="connsiteY1" fmla="*/ 0 h 666750"/>
              <a:gd name="connsiteX2" fmla="*/ 914400 w 914400"/>
              <a:gd name="connsiteY2" fmla="*/ 666750 h 666750"/>
              <a:gd name="connsiteX3" fmla="*/ 0 w 914400"/>
              <a:gd name="connsiteY3" fmla="*/ 666750 h 666750"/>
              <a:gd name="connsiteX4" fmla="*/ 0 w 914400"/>
              <a:gd name="connsiteY4" fmla="*/ 0 h 666750"/>
              <a:gd name="connsiteX0" fmla="*/ 0 w 1619250"/>
              <a:gd name="connsiteY0" fmla="*/ 209550 h 876300"/>
              <a:gd name="connsiteX1" fmla="*/ 1619250 w 1619250"/>
              <a:gd name="connsiteY1" fmla="*/ 0 h 876300"/>
              <a:gd name="connsiteX2" fmla="*/ 914400 w 1619250"/>
              <a:gd name="connsiteY2" fmla="*/ 876300 h 876300"/>
              <a:gd name="connsiteX3" fmla="*/ 0 w 1619250"/>
              <a:gd name="connsiteY3" fmla="*/ 876300 h 876300"/>
              <a:gd name="connsiteX4" fmla="*/ 0 w 1619250"/>
              <a:gd name="connsiteY4" fmla="*/ 209550 h 876300"/>
              <a:gd name="connsiteX0" fmla="*/ 0 w 1619250"/>
              <a:gd name="connsiteY0" fmla="*/ 209550 h 1028700"/>
              <a:gd name="connsiteX1" fmla="*/ 1619250 w 1619250"/>
              <a:gd name="connsiteY1" fmla="*/ 0 h 1028700"/>
              <a:gd name="connsiteX2" fmla="*/ 628650 w 1619250"/>
              <a:gd name="connsiteY2" fmla="*/ 1028700 h 1028700"/>
              <a:gd name="connsiteX3" fmla="*/ 0 w 1619250"/>
              <a:gd name="connsiteY3" fmla="*/ 876300 h 1028700"/>
              <a:gd name="connsiteX4" fmla="*/ 0 w 1619250"/>
              <a:gd name="connsiteY4" fmla="*/ 209550 h 1028700"/>
              <a:gd name="connsiteX0" fmla="*/ 0 w 3771900"/>
              <a:gd name="connsiteY0" fmla="*/ 190500 h 1028700"/>
              <a:gd name="connsiteX1" fmla="*/ 3771900 w 3771900"/>
              <a:gd name="connsiteY1" fmla="*/ 0 h 1028700"/>
              <a:gd name="connsiteX2" fmla="*/ 2781300 w 3771900"/>
              <a:gd name="connsiteY2" fmla="*/ 1028700 h 1028700"/>
              <a:gd name="connsiteX3" fmla="*/ 2152650 w 3771900"/>
              <a:gd name="connsiteY3" fmla="*/ 876300 h 1028700"/>
              <a:gd name="connsiteX4" fmla="*/ 0 w 3771900"/>
              <a:gd name="connsiteY4" fmla="*/ 190500 h 1028700"/>
              <a:gd name="connsiteX0" fmla="*/ 0 w 3771900"/>
              <a:gd name="connsiteY0" fmla="*/ 190500 h 1028700"/>
              <a:gd name="connsiteX1" fmla="*/ 3771900 w 3771900"/>
              <a:gd name="connsiteY1" fmla="*/ 0 h 1028700"/>
              <a:gd name="connsiteX2" fmla="*/ 2781300 w 3771900"/>
              <a:gd name="connsiteY2" fmla="*/ 1028700 h 1028700"/>
              <a:gd name="connsiteX3" fmla="*/ 1828800 w 3771900"/>
              <a:gd name="connsiteY3" fmla="*/ 323850 h 1028700"/>
              <a:gd name="connsiteX4" fmla="*/ 0 w 3771900"/>
              <a:gd name="connsiteY4" fmla="*/ 190500 h 1028700"/>
              <a:gd name="connsiteX0" fmla="*/ 0 w 3771900"/>
              <a:gd name="connsiteY0" fmla="*/ 190500 h 1028700"/>
              <a:gd name="connsiteX1" fmla="*/ 1123950 w 3771900"/>
              <a:gd name="connsiteY1" fmla="*/ 152400 h 1028700"/>
              <a:gd name="connsiteX2" fmla="*/ 3771900 w 3771900"/>
              <a:gd name="connsiteY2" fmla="*/ 0 h 1028700"/>
              <a:gd name="connsiteX3" fmla="*/ 2781300 w 3771900"/>
              <a:gd name="connsiteY3" fmla="*/ 1028700 h 1028700"/>
              <a:gd name="connsiteX4" fmla="*/ 1828800 w 3771900"/>
              <a:gd name="connsiteY4" fmla="*/ 323850 h 1028700"/>
              <a:gd name="connsiteX5" fmla="*/ 0 w 3771900"/>
              <a:gd name="connsiteY5" fmla="*/ 190500 h 102870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4690927 w 4690927"/>
              <a:gd name="connsiteY3" fmla="*/ 2266950 h 3295650"/>
              <a:gd name="connsiteX4" fmla="*/ 3700327 w 4690927"/>
              <a:gd name="connsiteY4" fmla="*/ 3295650 h 3295650"/>
              <a:gd name="connsiteX5" fmla="*/ 2747827 w 4690927"/>
              <a:gd name="connsiteY5" fmla="*/ 2590800 h 3295650"/>
              <a:gd name="connsiteX6" fmla="*/ 919027 w 4690927"/>
              <a:gd name="connsiteY6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4690927 w 4690927"/>
              <a:gd name="connsiteY4" fmla="*/ 2266950 h 3295650"/>
              <a:gd name="connsiteX5" fmla="*/ 3700327 w 4690927"/>
              <a:gd name="connsiteY5" fmla="*/ 3295650 h 3295650"/>
              <a:gd name="connsiteX6" fmla="*/ 2747827 w 4690927"/>
              <a:gd name="connsiteY6" fmla="*/ 2590800 h 3295650"/>
              <a:gd name="connsiteX7" fmla="*/ 919027 w 4690927"/>
              <a:gd name="connsiteY7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4690927 w 4690927"/>
              <a:gd name="connsiteY5" fmla="*/ 2266950 h 3295650"/>
              <a:gd name="connsiteX6" fmla="*/ 3700327 w 4690927"/>
              <a:gd name="connsiteY6" fmla="*/ 3295650 h 3295650"/>
              <a:gd name="connsiteX7" fmla="*/ 2747827 w 4690927"/>
              <a:gd name="connsiteY7" fmla="*/ 2590800 h 3295650"/>
              <a:gd name="connsiteX8" fmla="*/ 919027 w 4690927"/>
              <a:gd name="connsiteY8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4690927 w 4690927"/>
              <a:gd name="connsiteY6" fmla="*/ 2266950 h 3295650"/>
              <a:gd name="connsiteX7" fmla="*/ 3700327 w 4690927"/>
              <a:gd name="connsiteY7" fmla="*/ 3295650 h 3295650"/>
              <a:gd name="connsiteX8" fmla="*/ 2747827 w 4690927"/>
              <a:gd name="connsiteY8" fmla="*/ 2590800 h 3295650"/>
              <a:gd name="connsiteX9" fmla="*/ 919027 w 4690927"/>
              <a:gd name="connsiteY9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4690927 w 4690927"/>
              <a:gd name="connsiteY7" fmla="*/ 2266950 h 3295650"/>
              <a:gd name="connsiteX8" fmla="*/ 3700327 w 4690927"/>
              <a:gd name="connsiteY8" fmla="*/ 3295650 h 3295650"/>
              <a:gd name="connsiteX9" fmla="*/ 2747827 w 4690927"/>
              <a:gd name="connsiteY9" fmla="*/ 2590800 h 3295650"/>
              <a:gd name="connsiteX10" fmla="*/ 919027 w 4690927"/>
              <a:gd name="connsiteY10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4690927 w 4690927"/>
              <a:gd name="connsiteY8" fmla="*/ 2266950 h 3295650"/>
              <a:gd name="connsiteX9" fmla="*/ 3700327 w 4690927"/>
              <a:gd name="connsiteY9" fmla="*/ 3295650 h 3295650"/>
              <a:gd name="connsiteX10" fmla="*/ 2747827 w 4690927"/>
              <a:gd name="connsiteY10" fmla="*/ 2590800 h 3295650"/>
              <a:gd name="connsiteX11" fmla="*/ 919027 w 4690927"/>
              <a:gd name="connsiteY11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4690927 w 4690927"/>
              <a:gd name="connsiteY9" fmla="*/ 2266950 h 3295650"/>
              <a:gd name="connsiteX10" fmla="*/ 3700327 w 4690927"/>
              <a:gd name="connsiteY10" fmla="*/ 3295650 h 3295650"/>
              <a:gd name="connsiteX11" fmla="*/ 2747827 w 4690927"/>
              <a:gd name="connsiteY11" fmla="*/ 2590800 h 3295650"/>
              <a:gd name="connsiteX12" fmla="*/ 919027 w 4690927"/>
              <a:gd name="connsiteY12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3262178 w 4690927"/>
              <a:gd name="connsiteY9" fmla="*/ 2133600 h 3295650"/>
              <a:gd name="connsiteX10" fmla="*/ 4690927 w 4690927"/>
              <a:gd name="connsiteY10" fmla="*/ 2266950 h 3295650"/>
              <a:gd name="connsiteX11" fmla="*/ 3700327 w 4690927"/>
              <a:gd name="connsiteY11" fmla="*/ 3295650 h 3295650"/>
              <a:gd name="connsiteX12" fmla="*/ 2747827 w 4690927"/>
              <a:gd name="connsiteY12" fmla="*/ 2590800 h 3295650"/>
              <a:gd name="connsiteX13" fmla="*/ 919027 w 4690927"/>
              <a:gd name="connsiteY13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3262178 w 4690927"/>
              <a:gd name="connsiteY9" fmla="*/ 2133600 h 3295650"/>
              <a:gd name="connsiteX10" fmla="*/ 3109778 w 4690927"/>
              <a:gd name="connsiteY10" fmla="*/ 990600 h 3295650"/>
              <a:gd name="connsiteX11" fmla="*/ 4690927 w 4690927"/>
              <a:gd name="connsiteY11" fmla="*/ 2266950 h 3295650"/>
              <a:gd name="connsiteX12" fmla="*/ 3700327 w 4690927"/>
              <a:gd name="connsiteY12" fmla="*/ 3295650 h 3295650"/>
              <a:gd name="connsiteX13" fmla="*/ 2747827 w 4690927"/>
              <a:gd name="connsiteY13" fmla="*/ 2590800 h 3295650"/>
              <a:gd name="connsiteX14" fmla="*/ 919027 w 4690927"/>
              <a:gd name="connsiteY14" fmla="*/ 2457450 h 3295650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4690927 w 4690927"/>
              <a:gd name="connsiteY12" fmla="*/ 2668587 h 3697287"/>
              <a:gd name="connsiteX13" fmla="*/ 3700327 w 4690927"/>
              <a:gd name="connsiteY13" fmla="*/ 3697287 h 3697287"/>
              <a:gd name="connsiteX14" fmla="*/ 2747827 w 4690927"/>
              <a:gd name="connsiteY14" fmla="*/ 2992437 h 3697287"/>
              <a:gd name="connsiteX15" fmla="*/ 919027 w 4690927"/>
              <a:gd name="connsiteY15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4690927 w 4690927"/>
              <a:gd name="connsiteY13" fmla="*/ 2668587 h 3697287"/>
              <a:gd name="connsiteX14" fmla="*/ 3700327 w 4690927"/>
              <a:gd name="connsiteY14" fmla="*/ 3697287 h 3697287"/>
              <a:gd name="connsiteX15" fmla="*/ 2747827 w 4690927"/>
              <a:gd name="connsiteY15" fmla="*/ 2992437 h 3697287"/>
              <a:gd name="connsiteX16" fmla="*/ 919027 w 4690927"/>
              <a:gd name="connsiteY16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3738428 w 4690927"/>
              <a:gd name="connsiteY13" fmla="*/ 1525588 h 3697287"/>
              <a:gd name="connsiteX14" fmla="*/ 4690927 w 4690927"/>
              <a:gd name="connsiteY14" fmla="*/ 2668587 h 3697287"/>
              <a:gd name="connsiteX15" fmla="*/ 3700327 w 4690927"/>
              <a:gd name="connsiteY15" fmla="*/ 3697287 h 3697287"/>
              <a:gd name="connsiteX16" fmla="*/ 2747827 w 4690927"/>
              <a:gd name="connsiteY16" fmla="*/ 2992437 h 3697287"/>
              <a:gd name="connsiteX17" fmla="*/ 919027 w 4690927"/>
              <a:gd name="connsiteY17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3738428 w 4690927"/>
              <a:gd name="connsiteY13" fmla="*/ 1525588 h 3697287"/>
              <a:gd name="connsiteX14" fmla="*/ 4443278 w 4690927"/>
              <a:gd name="connsiteY14" fmla="*/ 820738 h 3697287"/>
              <a:gd name="connsiteX15" fmla="*/ 4690927 w 4690927"/>
              <a:gd name="connsiteY15" fmla="*/ 2668587 h 3697287"/>
              <a:gd name="connsiteX16" fmla="*/ 3700327 w 4690927"/>
              <a:gd name="connsiteY16" fmla="*/ 3697287 h 3697287"/>
              <a:gd name="connsiteX17" fmla="*/ 2747827 w 4690927"/>
              <a:gd name="connsiteY17" fmla="*/ 2992437 h 3697287"/>
              <a:gd name="connsiteX18" fmla="*/ 919027 w 4690927"/>
              <a:gd name="connsiteY18" fmla="*/ 2859087 h 3697287"/>
              <a:gd name="connsiteX0" fmla="*/ 919027 w 4690927"/>
              <a:gd name="connsiteY0" fmla="*/ 2980508 h 3818708"/>
              <a:gd name="connsiteX1" fmla="*/ 2042977 w 4690927"/>
              <a:gd name="connsiteY1" fmla="*/ 2942408 h 3818708"/>
              <a:gd name="connsiteX2" fmla="*/ 4627 w 4690927"/>
              <a:gd name="connsiteY2" fmla="*/ 523058 h 3818708"/>
              <a:gd name="connsiteX3" fmla="*/ 576128 w 4690927"/>
              <a:gd name="connsiteY3" fmla="*/ 1513658 h 3818708"/>
              <a:gd name="connsiteX4" fmla="*/ 1109528 w 4690927"/>
              <a:gd name="connsiteY4" fmla="*/ 694508 h 3818708"/>
              <a:gd name="connsiteX5" fmla="*/ 1871528 w 4690927"/>
              <a:gd name="connsiteY5" fmla="*/ 2237558 h 3818708"/>
              <a:gd name="connsiteX6" fmla="*/ 1833428 w 4690927"/>
              <a:gd name="connsiteY6" fmla="*/ 1056458 h 3818708"/>
              <a:gd name="connsiteX7" fmla="*/ 2271578 w 4690927"/>
              <a:gd name="connsiteY7" fmla="*/ 1647008 h 3818708"/>
              <a:gd name="connsiteX8" fmla="*/ 2385878 w 4690927"/>
              <a:gd name="connsiteY8" fmla="*/ 2447108 h 3818708"/>
              <a:gd name="connsiteX9" fmla="*/ 3262178 w 4690927"/>
              <a:gd name="connsiteY9" fmla="*/ 2656658 h 3818708"/>
              <a:gd name="connsiteX10" fmla="*/ 3109778 w 4690927"/>
              <a:gd name="connsiteY10" fmla="*/ 1513658 h 3818708"/>
              <a:gd name="connsiteX11" fmla="*/ 2500178 w 4690927"/>
              <a:gd name="connsiteY11" fmla="*/ 123008 h 3818708"/>
              <a:gd name="connsiteX12" fmla="*/ 3071678 w 4690927"/>
              <a:gd name="connsiteY12" fmla="*/ 1094559 h 3818708"/>
              <a:gd name="connsiteX13" fmla="*/ 3738428 w 4690927"/>
              <a:gd name="connsiteY13" fmla="*/ 1647009 h 3818708"/>
              <a:gd name="connsiteX14" fmla="*/ 4443278 w 4690927"/>
              <a:gd name="connsiteY14" fmla="*/ 942159 h 3818708"/>
              <a:gd name="connsiteX15" fmla="*/ 3357428 w 4690927"/>
              <a:gd name="connsiteY15" fmla="*/ 8709 h 3818708"/>
              <a:gd name="connsiteX16" fmla="*/ 4690927 w 4690927"/>
              <a:gd name="connsiteY16" fmla="*/ 2790008 h 3818708"/>
              <a:gd name="connsiteX17" fmla="*/ 3700327 w 4690927"/>
              <a:gd name="connsiteY17" fmla="*/ 3818708 h 3818708"/>
              <a:gd name="connsiteX18" fmla="*/ 2747827 w 4690927"/>
              <a:gd name="connsiteY18" fmla="*/ 3113858 h 3818708"/>
              <a:gd name="connsiteX19" fmla="*/ 919027 w 4690927"/>
              <a:gd name="connsiteY19" fmla="*/ 2980508 h 3818708"/>
              <a:gd name="connsiteX0" fmla="*/ 919027 w 4690927"/>
              <a:gd name="connsiteY0" fmla="*/ 2980508 h 3818708"/>
              <a:gd name="connsiteX1" fmla="*/ 2042977 w 4690927"/>
              <a:gd name="connsiteY1" fmla="*/ 2942408 h 3818708"/>
              <a:gd name="connsiteX2" fmla="*/ 4627 w 4690927"/>
              <a:gd name="connsiteY2" fmla="*/ 523058 h 3818708"/>
              <a:gd name="connsiteX3" fmla="*/ 576128 w 4690927"/>
              <a:gd name="connsiteY3" fmla="*/ 1513658 h 3818708"/>
              <a:gd name="connsiteX4" fmla="*/ 1109528 w 4690927"/>
              <a:gd name="connsiteY4" fmla="*/ 694508 h 3818708"/>
              <a:gd name="connsiteX5" fmla="*/ 1871528 w 4690927"/>
              <a:gd name="connsiteY5" fmla="*/ 2237558 h 3818708"/>
              <a:gd name="connsiteX6" fmla="*/ 1833428 w 4690927"/>
              <a:gd name="connsiteY6" fmla="*/ 1056458 h 3818708"/>
              <a:gd name="connsiteX7" fmla="*/ 2271578 w 4690927"/>
              <a:gd name="connsiteY7" fmla="*/ 1647008 h 3818708"/>
              <a:gd name="connsiteX8" fmla="*/ 2385878 w 4690927"/>
              <a:gd name="connsiteY8" fmla="*/ 2447108 h 3818708"/>
              <a:gd name="connsiteX9" fmla="*/ 3262178 w 4690927"/>
              <a:gd name="connsiteY9" fmla="*/ 2656658 h 3818708"/>
              <a:gd name="connsiteX10" fmla="*/ 3109778 w 4690927"/>
              <a:gd name="connsiteY10" fmla="*/ 1513658 h 3818708"/>
              <a:gd name="connsiteX11" fmla="*/ 2500178 w 4690927"/>
              <a:gd name="connsiteY11" fmla="*/ 123008 h 3818708"/>
              <a:gd name="connsiteX12" fmla="*/ 3071678 w 4690927"/>
              <a:gd name="connsiteY12" fmla="*/ 1094559 h 3818708"/>
              <a:gd name="connsiteX13" fmla="*/ 3738428 w 4690927"/>
              <a:gd name="connsiteY13" fmla="*/ 1647009 h 3818708"/>
              <a:gd name="connsiteX14" fmla="*/ 4443278 w 4690927"/>
              <a:gd name="connsiteY14" fmla="*/ 942159 h 3818708"/>
              <a:gd name="connsiteX15" fmla="*/ 3357428 w 4690927"/>
              <a:gd name="connsiteY15" fmla="*/ 8709 h 3818708"/>
              <a:gd name="connsiteX16" fmla="*/ 4424228 w 4690927"/>
              <a:gd name="connsiteY16" fmla="*/ 313509 h 3818708"/>
              <a:gd name="connsiteX17" fmla="*/ 4690927 w 4690927"/>
              <a:gd name="connsiteY17" fmla="*/ 2790008 h 3818708"/>
              <a:gd name="connsiteX18" fmla="*/ 3700327 w 4690927"/>
              <a:gd name="connsiteY18" fmla="*/ 3818708 h 3818708"/>
              <a:gd name="connsiteX19" fmla="*/ 2747827 w 4690927"/>
              <a:gd name="connsiteY19" fmla="*/ 3113858 h 3818708"/>
              <a:gd name="connsiteX20" fmla="*/ 919027 w 4690927"/>
              <a:gd name="connsiteY20" fmla="*/ 2980508 h 3818708"/>
              <a:gd name="connsiteX0" fmla="*/ 919027 w 4690927"/>
              <a:gd name="connsiteY0" fmla="*/ 3417289 h 4255489"/>
              <a:gd name="connsiteX1" fmla="*/ 2042977 w 4690927"/>
              <a:gd name="connsiteY1" fmla="*/ 3379189 h 4255489"/>
              <a:gd name="connsiteX2" fmla="*/ 4627 w 4690927"/>
              <a:gd name="connsiteY2" fmla="*/ 959839 h 4255489"/>
              <a:gd name="connsiteX3" fmla="*/ 576128 w 4690927"/>
              <a:gd name="connsiteY3" fmla="*/ 1950439 h 4255489"/>
              <a:gd name="connsiteX4" fmla="*/ 1109528 w 4690927"/>
              <a:gd name="connsiteY4" fmla="*/ 1131289 h 4255489"/>
              <a:gd name="connsiteX5" fmla="*/ 1871528 w 4690927"/>
              <a:gd name="connsiteY5" fmla="*/ 2674339 h 4255489"/>
              <a:gd name="connsiteX6" fmla="*/ 1833428 w 4690927"/>
              <a:gd name="connsiteY6" fmla="*/ 1493239 h 4255489"/>
              <a:gd name="connsiteX7" fmla="*/ 2271578 w 4690927"/>
              <a:gd name="connsiteY7" fmla="*/ 2083789 h 4255489"/>
              <a:gd name="connsiteX8" fmla="*/ 2385878 w 4690927"/>
              <a:gd name="connsiteY8" fmla="*/ 2883889 h 4255489"/>
              <a:gd name="connsiteX9" fmla="*/ 3262178 w 4690927"/>
              <a:gd name="connsiteY9" fmla="*/ 3093439 h 4255489"/>
              <a:gd name="connsiteX10" fmla="*/ 3109778 w 4690927"/>
              <a:gd name="connsiteY10" fmla="*/ 1950439 h 4255489"/>
              <a:gd name="connsiteX11" fmla="*/ 2500178 w 4690927"/>
              <a:gd name="connsiteY11" fmla="*/ 559789 h 4255489"/>
              <a:gd name="connsiteX12" fmla="*/ 3071678 w 4690927"/>
              <a:gd name="connsiteY12" fmla="*/ 1531340 h 4255489"/>
              <a:gd name="connsiteX13" fmla="*/ 3738428 w 4690927"/>
              <a:gd name="connsiteY13" fmla="*/ 2083790 h 4255489"/>
              <a:gd name="connsiteX14" fmla="*/ 4443278 w 4690927"/>
              <a:gd name="connsiteY14" fmla="*/ 1378940 h 4255489"/>
              <a:gd name="connsiteX15" fmla="*/ 3357428 w 4690927"/>
              <a:gd name="connsiteY15" fmla="*/ 445490 h 4255489"/>
              <a:gd name="connsiteX16" fmla="*/ 4424228 w 4690927"/>
              <a:gd name="connsiteY16" fmla="*/ 750290 h 4255489"/>
              <a:gd name="connsiteX17" fmla="*/ 4595678 w 4690927"/>
              <a:gd name="connsiteY17" fmla="*/ 64490 h 4255489"/>
              <a:gd name="connsiteX18" fmla="*/ 4690927 w 4690927"/>
              <a:gd name="connsiteY18" fmla="*/ 3226789 h 4255489"/>
              <a:gd name="connsiteX19" fmla="*/ 3700327 w 4690927"/>
              <a:gd name="connsiteY19" fmla="*/ 4255489 h 4255489"/>
              <a:gd name="connsiteX20" fmla="*/ 2747827 w 4690927"/>
              <a:gd name="connsiteY20" fmla="*/ 3550639 h 4255489"/>
              <a:gd name="connsiteX21" fmla="*/ 919027 w 4690927"/>
              <a:gd name="connsiteY21" fmla="*/ 3417289 h 4255489"/>
              <a:gd name="connsiteX0" fmla="*/ 919027 w 4862378"/>
              <a:gd name="connsiteY0" fmla="*/ 3417289 h 4255489"/>
              <a:gd name="connsiteX1" fmla="*/ 2042977 w 4862378"/>
              <a:gd name="connsiteY1" fmla="*/ 3379189 h 4255489"/>
              <a:gd name="connsiteX2" fmla="*/ 4627 w 4862378"/>
              <a:gd name="connsiteY2" fmla="*/ 959839 h 4255489"/>
              <a:gd name="connsiteX3" fmla="*/ 576128 w 4862378"/>
              <a:gd name="connsiteY3" fmla="*/ 1950439 h 4255489"/>
              <a:gd name="connsiteX4" fmla="*/ 1109528 w 4862378"/>
              <a:gd name="connsiteY4" fmla="*/ 1131289 h 4255489"/>
              <a:gd name="connsiteX5" fmla="*/ 1871528 w 4862378"/>
              <a:gd name="connsiteY5" fmla="*/ 2674339 h 4255489"/>
              <a:gd name="connsiteX6" fmla="*/ 1833428 w 4862378"/>
              <a:gd name="connsiteY6" fmla="*/ 1493239 h 4255489"/>
              <a:gd name="connsiteX7" fmla="*/ 2271578 w 4862378"/>
              <a:gd name="connsiteY7" fmla="*/ 2083789 h 4255489"/>
              <a:gd name="connsiteX8" fmla="*/ 2385878 w 4862378"/>
              <a:gd name="connsiteY8" fmla="*/ 2883889 h 4255489"/>
              <a:gd name="connsiteX9" fmla="*/ 3262178 w 4862378"/>
              <a:gd name="connsiteY9" fmla="*/ 3093439 h 4255489"/>
              <a:gd name="connsiteX10" fmla="*/ 3109778 w 4862378"/>
              <a:gd name="connsiteY10" fmla="*/ 1950439 h 4255489"/>
              <a:gd name="connsiteX11" fmla="*/ 2500178 w 4862378"/>
              <a:gd name="connsiteY11" fmla="*/ 559789 h 4255489"/>
              <a:gd name="connsiteX12" fmla="*/ 3071678 w 4862378"/>
              <a:gd name="connsiteY12" fmla="*/ 1531340 h 4255489"/>
              <a:gd name="connsiteX13" fmla="*/ 3738428 w 4862378"/>
              <a:gd name="connsiteY13" fmla="*/ 2083790 h 4255489"/>
              <a:gd name="connsiteX14" fmla="*/ 4443278 w 4862378"/>
              <a:gd name="connsiteY14" fmla="*/ 1378940 h 4255489"/>
              <a:gd name="connsiteX15" fmla="*/ 3357428 w 4862378"/>
              <a:gd name="connsiteY15" fmla="*/ 445490 h 4255489"/>
              <a:gd name="connsiteX16" fmla="*/ 4424228 w 4862378"/>
              <a:gd name="connsiteY16" fmla="*/ 750290 h 4255489"/>
              <a:gd name="connsiteX17" fmla="*/ 4595678 w 4862378"/>
              <a:gd name="connsiteY17" fmla="*/ 64490 h 4255489"/>
              <a:gd name="connsiteX18" fmla="*/ 4862378 w 4862378"/>
              <a:gd name="connsiteY18" fmla="*/ 1455141 h 4255489"/>
              <a:gd name="connsiteX19" fmla="*/ 4690927 w 4862378"/>
              <a:gd name="connsiteY19" fmla="*/ 3226789 h 4255489"/>
              <a:gd name="connsiteX20" fmla="*/ 3700327 w 4862378"/>
              <a:gd name="connsiteY20" fmla="*/ 4255489 h 4255489"/>
              <a:gd name="connsiteX21" fmla="*/ 2747827 w 4862378"/>
              <a:gd name="connsiteY21" fmla="*/ 3550639 h 4255489"/>
              <a:gd name="connsiteX22" fmla="*/ 919027 w 4862378"/>
              <a:gd name="connsiteY22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690927 w 5757857"/>
              <a:gd name="connsiteY20" fmla="*/ 3226789 h 4255489"/>
              <a:gd name="connsiteX21" fmla="*/ 3700327 w 5757857"/>
              <a:gd name="connsiteY21" fmla="*/ 4255489 h 4255489"/>
              <a:gd name="connsiteX22" fmla="*/ 2747827 w 5757857"/>
              <a:gd name="connsiteY22" fmla="*/ 3550639 h 4255489"/>
              <a:gd name="connsiteX23" fmla="*/ 919027 w 5757857"/>
              <a:gd name="connsiteY23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690927 w 5757857"/>
              <a:gd name="connsiteY21" fmla="*/ 3226789 h 4255489"/>
              <a:gd name="connsiteX22" fmla="*/ 3700327 w 5757857"/>
              <a:gd name="connsiteY22" fmla="*/ 4255489 h 4255489"/>
              <a:gd name="connsiteX23" fmla="*/ 2747827 w 5757857"/>
              <a:gd name="connsiteY23" fmla="*/ 3550639 h 4255489"/>
              <a:gd name="connsiteX24" fmla="*/ 919027 w 5757857"/>
              <a:gd name="connsiteY24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805227 w 5757857"/>
              <a:gd name="connsiteY21" fmla="*/ 2502891 h 4255489"/>
              <a:gd name="connsiteX22" fmla="*/ 4690927 w 5757857"/>
              <a:gd name="connsiteY22" fmla="*/ 3226789 h 4255489"/>
              <a:gd name="connsiteX23" fmla="*/ 3700327 w 5757857"/>
              <a:gd name="connsiteY23" fmla="*/ 4255489 h 4255489"/>
              <a:gd name="connsiteX24" fmla="*/ 2747827 w 5757857"/>
              <a:gd name="connsiteY24" fmla="*/ 3550639 h 4255489"/>
              <a:gd name="connsiteX25" fmla="*/ 919027 w 5757857"/>
              <a:gd name="connsiteY25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805227 w 5757857"/>
              <a:gd name="connsiteY21" fmla="*/ 2502891 h 4255489"/>
              <a:gd name="connsiteX22" fmla="*/ 5452927 w 5757857"/>
              <a:gd name="connsiteY22" fmla="*/ 2121891 h 4255489"/>
              <a:gd name="connsiteX23" fmla="*/ 4690927 w 5757857"/>
              <a:gd name="connsiteY23" fmla="*/ 3226789 h 4255489"/>
              <a:gd name="connsiteX24" fmla="*/ 3700327 w 5757857"/>
              <a:gd name="connsiteY24" fmla="*/ 4255489 h 4255489"/>
              <a:gd name="connsiteX25" fmla="*/ 2747827 w 5757857"/>
              <a:gd name="connsiteY25" fmla="*/ 3550639 h 4255489"/>
              <a:gd name="connsiteX26" fmla="*/ 919027 w 5757857"/>
              <a:gd name="connsiteY26" fmla="*/ 3417289 h 4255489"/>
              <a:gd name="connsiteX0" fmla="*/ 919027 w 5857570"/>
              <a:gd name="connsiteY0" fmla="*/ 3417289 h 4255489"/>
              <a:gd name="connsiteX1" fmla="*/ 2042977 w 5857570"/>
              <a:gd name="connsiteY1" fmla="*/ 3379189 h 4255489"/>
              <a:gd name="connsiteX2" fmla="*/ 4627 w 5857570"/>
              <a:gd name="connsiteY2" fmla="*/ 959839 h 4255489"/>
              <a:gd name="connsiteX3" fmla="*/ 576128 w 5857570"/>
              <a:gd name="connsiteY3" fmla="*/ 1950439 h 4255489"/>
              <a:gd name="connsiteX4" fmla="*/ 1109528 w 5857570"/>
              <a:gd name="connsiteY4" fmla="*/ 1131289 h 4255489"/>
              <a:gd name="connsiteX5" fmla="*/ 1871528 w 5857570"/>
              <a:gd name="connsiteY5" fmla="*/ 2674339 h 4255489"/>
              <a:gd name="connsiteX6" fmla="*/ 1833428 w 5857570"/>
              <a:gd name="connsiteY6" fmla="*/ 1493239 h 4255489"/>
              <a:gd name="connsiteX7" fmla="*/ 2271578 w 5857570"/>
              <a:gd name="connsiteY7" fmla="*/ 2083789 h 4255489"/>
              <a:gd name="connsiteX8" fmla="*/ 2385878 w 5857570"/>
              <a:gd name="connsiteY8" fmla="*/ 2883889 h 4255489"/>
              <a:gd name="connsiteX9" fmla="*/ 3262178 w 5857570"/>
              <a:gd name="connsiteY9" fmla="*/ 3093439 h 4255489"/>
              <a:gd name="connsiteX10" fmla="*/ 3109778 w 5857570"/>
              <a:gd name="connsiteY10" fmla="*/ 1950439 h 4255489"/>
              <a:gd name="connsiteX11" fmla="*/ 2500178 w 5857570"/>
              <a:gd name="connsiteY11" fmla="*/ 559789 h 4255489"/>
              <a:gd name="connsiteX12" fmla="*/ 3071678 w 5857570"/>
              <a:gd name="connsiteY12" fmla="*/ 1531340 h 4255489"/>
              <a:gd name="connsiteX13" fmla="*/ 3738428 w 5857570"/>
              <a:gd name="connsiteY13" fmla="*/ 2083790 h 4255489"/>
              <a:gd name="connsiteX14" fmla="*/ 4443278 w 5857570"/>
              <a:gd name="connsiteY14" fmla="*/ 1378940 h 4255489"/>
              <a:gd name="connsiteX15" fmla="*/ 3357428 w 5857570"/>
              <a:gd name="connsiteY15" fmla="*/ 445490 h 4255489"/>
              <a:gd name="connsiteX16" fmla="*/ 4424228 w 5857570"/>
              <a:gd name="connsiteY16" fmla="*/ 750290 h 4255489"/>
              <a:gd name="connsiteX17" fmla="*/ 4595678 w 5857570"/>
              <a:gd name="connsiteY17" fmla="*/ 64490 h 4255489"/>
              <a:gd name="connsiteX18" fmla="*/ 4862378 w 5857570"/>
              <a:gd name="connsiteY18" fmla="*/ 1455141 h 4255489"/>
              <a:gd name="connsiteX19" fmla="*/ 5757727 w 5857570"/>
              <a:gd name="connsiteY19" fmla="*/ 597891 h 4255489"/>
              <a:gd name="connsiteX20" fmla="*/ 4043227 w 5857570"/>
              <a:gd name="connsiteY20" fmla="*/ 2560041 h 4255489"/>
              <a:gd name="connsiteX21" fmla="*/ 4805227 w 5857570"/>
              <a:gd name="connsiteY21" fmla="*/ 2502891 h 4255489"/>
              <a:gd name="connsiteX22" fmla="*/ 5452927 w 5857570"/>
              <a:gd name="connsiteY22" fmla="*/ 2121891 h 4255489"/>
              <a:gd name="connsiteX23" fmla="*/ 5833927 w 5857570"/>
              <a:gd name="connsiteY23" fmla="*/ 2655291 h 4255489"/>
              <a:gd name="connsiteX24" fmla="*/ 4690927 w 5857570"/>
              <a:gd name="connsiteY24" fmla="*/ 3226789 h 4255489"/>
              <a:gd name="connsiteX25" fmla="*/ 3700327 w 5857570"/>
              <a:gd name="connsiteY25" fmla="*/ 4255489 h 4255489"/>
              <a:gd name="connsiteX26" fmla="*/ 2747827 w 5857570"/>
              <a:gd name="connsiteY26" fmla="*/ 3550639 h 4255489"/>
              <a:gd name="connsiteX27" fmla="*/ 919027 w 5857570"/>
              <a:gd name="connsiteY27" fmla="*/ 3417289 h 4255489"/>
              <a:gd name="connsiteX0" fmla="*/ 919027 w 6563716"/>
              <a:gd name="connsiteY0" fmla="*/ 3417289 h 4255489"/>
              <a:gd name="connsiteX1" fmla="*/ 2042977 w 6563716"/>
              <a:gd name="connsiteY1" fmla="*/ 3379189 h 4255489"/>
              <a:gd name="connsiteX2" fmla="*/ 4627 w 6563716"/>
              <a:gd name="connsiteY2" fmla="*/ 959839 h 4255489"/>
              <a:gd name="connsiteX3" fmla="*/ 576128 w 6563716"/>
              <a:gd name="connsiteY3" fmla="*/ 1950439 h 4255489"/>
              <a:gd name="connsiteX4" fmla="*/ 1109528 w 6563716"/>
              <a:gd name="connsiteY4" fmla="*/ 1131289 h 4255489"/>
              <a:gd name="connsiteX5" fmla="*/ 1871528 w 6563716"/>
              <a:gd name="connsiteY5" fmla="*/ 2674339 h 4255489"/>
              <a:gd name="connsiteX6" fmla="*/ 1833428 w 6563716"/>
              <a:gd name="connsiteY6" fmla="*/ 1493239 h 4255489"/>
              <a:gd name="connsiteX7" fmla="*/ 2271578 w 6563716"/>
              <a:gd name="connsiteY7" fmla="*/ 2083789 h 4255489"/>
              <a:gd name="connsiteX8" fmla="*/ 2385878 w 6563716"/>
              <a:gd name="connsiteY8" fmla="*/ 2883889 h 4255489"/>
              <a:gd name="connsiteX9" fmla="*/ 3262178 w 6563716"/>
              <a:gd name="connsiteY9" fmla="*/ 3093439 h 4255489"/>
              <a:gd name="connsiteX10" fmla="*/ 3109778 w 6563716"/>
              <a:gd name="connsiteY10" fmla="*/ 1950439 h 4255489"/>
              <a:gd name="connsiteX11" fmla="*/ 2500178 w 6563716"/>
              <a:gd name="connsiteY11" fmla="*/ 559789 h 4255489"/>
              <a:gd name="connsiteX12" fmla="*/ 3071678 w 6563716"/>
              <a:gd name="connsiteY12" fmla="*/ 1531340 h 4255489"/>
              <a:gd name="connsiteX13" fmla="*/ 3738428 w 6563716"/>
              <a:gd name="connsiteY13" fmla="*/ 2083790 h 4255489"/>
              <a:gd name="connsiteX14" fmla="*/ 4443278 w 6563716"/>
              <a:gd name="connsiteY14" fmla="*/ 1378940 h 4255489"/>
              <a:gd name="connsiteX15" fmla="*/ 3357428 w 6563716"/>
              <a:gd name="connsiteY15" fmla="*/ 445490 h 4255489"/>
              <a:gd name="connsiteX16" fmla="*/ 4424228 w 6563716"/>
              <a:gd name="connsiteY16" fmla="*/ 750290 h 4255489"/>
              <a:gd name="connsiteX17" fmla="*/ 4595678 w 6563716"/>
              <a:gd name="connsiteY17" fmla="*/ 64490 h 4255489"/>
              <a:gd name="connsiteX18" fmla="*/ 4862378 w 6563716"/>
              <a:gd name="connsiteY18" fmla="*/ 1455141 h 4255489"/>
              <a:gd name="connsiteX19" fmla="*/ 5757727 w 6563716"/>
              <a:gd name="connsiteY19" fmla="*/ 597891 h 4255489"/>
              <a:gd name="connsiteX20" fmla="*/ 4043227 w 6563716"/>
              <a:gd name="connsiteY20" fmla="*/ 2560041 h 4255489"/>
              <a:gd name="connsiteX21" fmla="*/ 4805227 w 6563716"/>
              <a:gd name="connsiteY21" fmla="*/ 2502891 h 4255489"/>
              <a:gd name="connsiteX22" fmla="*/ 5452927 w 6563716"/>
              <a:gd name="connsiteY22" fmla="*/ 2121891 h 4255489"/>
              <a:gd name="connsiteX23" fmla="*/ 5833927 w 6563716"/>
              <a:gd name="connsiteY23" fmla="*/ 2655291 h 4255489"/>
              <a:gd name="connsiteX24" fmla="*/ 6538776 w 6563716"/>
              <a:gd name="connsiteY24" fmla="*/ 1131291 h 4255489"/>
              <a:gd name="connsiteX25" fmla="*/ 4690927 w 6563716"/>
              <a:gd name="connsiteY25" fmla="*/ 3226789 h 4255489"/>
              <a:gd name="connsiteX26" fmla="*/ 3700327 w 6563716"/>
              <a:gd name="connsiteY26" fmla="*/ 4255489 h 4255489"/>
              <a:gd name="connsiteX27" fmla="*/ 2747827 w 6563716"/>
              <a:gd name="connsiteY27" fmla="*/ 3550639 h 4255489"/>
              <a:gd name="connsiteX28" fmla="*/ 919027 w 6563716"/>
              <a:gd name="connsiteY28" fmla="*/ 3417289 h 4255489"/>
              <a:gd name="connsiteX0" fmla="*/ 919027 w 6563716"/>
              <a:gd name="connsiteY0" fmla="*/ 3417289 h 4255489"/>
              <a:gd name="connsiteX1" fmla="*/ 2042977 w 6563716"/>
              <a:gd name="connsiteY1" fmla="*/ 3379189 h 4255489"/>
              <a:gd name="connsiteX2" fmla="*/ 4627 w 6563716"/>
              <a:gd name="connsiteY2" fmla="*/ 959839 h 4255489"/>
              <a:gd name="connsiteX3" fmla="*/ 576128 w 6563716"/>
              <a:gd name="connsiteY3" fmla="*/ 1950439 h 4255489"/>
              <a:gd name="connsiteX4" fmla="*/ 1109528 w 6563716"/>
              <a:gd name="connsiteY4" fmla="*/ 1131289 h 4255489"/>
              <a:gd name="connsiteX5" fmla="*/ 1871528 w 6563716"/>
              <a:gd name="connsiteY5" fmla="*/ 2674339 h 4255489"/>
              <a:gd name="connsiteX6" fmla="*/ 1833428 w 6563716"/>
              <a:gd name="connsiteY6" fmla="*/ 1493239 h 4255489"/>
              <a:gd name="connsiteX7" fmla="*/ 2271578 w 6563716"/>
              <a:gd name="connsiteY7" fmla="*/ 2083789 h 4255489"/>
              <a:gd name="connsiteX8" fmla="*/ 2385878 w 6563716"/>
              <a:gd name="connsiteY8" fmla="*/ 2883889 h 4255489"/>
              <a:gd name="connsiteX9" fmla="*/ 3262178 w 6563716"/>
              <a:gd name="connsiteY9" fmla="*/ 3093439 h 4255489"/>
              <a:gd name="connsiteX10" fmla="*/ 3109778 w 6563716"/>
              <a:gd name="connsiteY10" fmla="*/ 1950439 h 4255489"/>
              <a:gd name="connsiteX11" fmla="*/ 2500178 w 6563716"/>
              <a:gd name="connsiteY11" fmla="*/ 559789 h 4255489"/>
              <a:gd name="connsiteX12" fmla="*/ 3071678 w 6563716"/>
              <a:gd name="connsiteY12" fmla="*/ 1531340 h 4255489"/>
              <a:gd name="connsiteX13" fmla="*/ 3738428 w 6563716"/>
              <a:gd name="connsiteY13" fmla="*/ 2083790 h 4255489"/>
              <a:gd name="connsiteX14" fmla="*/ 4443278 w 6563716"/>
              <a:gd name="connsiteY14" fmla="*/ 1378940 h 4255489"/>
              <a:gd name="connsiteX15" fmla="*/ 3357428 w 6563716"/>
              <a:gd name="connsiteY15" fmla="*/ 445490 h 4255489"/>
              <a:gd name="connsiteX16" fmla="*/ 4424228 w 6563716"/>
              <a:gd name="connsiteY16" fmla="*/ 750290 h 4255489"/>
              <a:gd name="connsiteX17" fmla="*/ 4595678 w 6563716"/>
              <a:gd name="connsiteY17" fmla="*/ 64490 h 4255489"/>
              <a:gd name="connsiteX18" fmla="*/ 4862378 w 6563716"/>
              <a:gd name="connsiteY18" fmla="*/ 1455141 h 4255489"/>
              <a:gd name="connsiteX19" fmla="*/ 5757727 w 6563716"/>
              <a:gd name="connsiteY19" fmla="*/ 597891 h 4255489"/>
              <a:gd name="connsiteX20" fmla="*/ 4043227 w 6563716"/>
              <a:gd name="connsiteY20" fmla="*/ 2560041 h 4255489"/>
              <a:gd name="connsiteX21" fmla="*/ 4805227 w 6563716"/>
              <a:gd name="connsiteY21" fmla="*/ 2502891 h 4255489"/>
              <a:gd name="connsiteX22" fmla="*/ 5452927 w 6563716"/>
              <a:gd name="connsiteY22" fmla="*/ 2121891 h 4255489"/>
              <a:gd name="connsiteX23" fmla="*/ 5833927 w 6563716"/>
              <a:gd name="connsiteY23" fmla="*/ 2655291 h 4255489"/>
              <a:gd name="connsiteX24" fmla="*/ 6538776 w 6563716"/>
              <a:gd name="connsiteY24" fmla="*/ 1131291 h 4255489"/>
              <a:gd name="connsiteX25" fmla="*/ 6253026 w 6563716"/>
              <a:gd name="connsiteY25" fmla="*/ 2617191 h 4255489"/>
              <a:gd name="connsiteX26" fmla="*/ 4690927 w 6563716"/>
              <a:gd name="connsiteY26" fmla="*/ 3226789 h 4255489"/>
              <a:gd name="connsiteX27" fmla="*/ 3700327 w 6563716"/>
              <a:gd name="connsiteY27" fmla="*/ 4255489 h 4255489"/>
              <a:gd name="connsiteX28" fmla="*/ 2747827 w 6563716"/>
              <a:gd name="connsiteY28" fmla="*/ 3550639 h 4255489"/>
              <a:gd name="connsiteX29" fmla="*/ 919027 w 6563716"/>
              <a:gd name="connsiteY29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4690927 w 7386271"/>
              <a:gd name="connsiteY27" fmla="*/ 3226789 h 4255489"/>
              <a:gd name="connsiteX28" fmla="*/ 3700327 w 7386271"/>
              <a:gd name="connsiteY28" fmla="*/ 4255489 h 4255489"/>
              <a:gd name="connsiteX29" fmla="*/ 2747827 w 7386271"/>
              <a:gd name="connsiteY29" fmla="*/ 3550639 h 4255489"/>
              <a:gd name="connsiteX30" fmla="*/ 919027 w 7386271"/>
              <a:gd name="connsiteY30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4690927 w 7386271"/>
              <a:gd name="connsiteY28" fmla="*/ 3226789 h 4255489"/>
              <a:gd name="connsiteX29" fmla="*/ 3700327 w 7386271"/>
              <a:gd name="connsiteY29" fmla="*/ 4255489 h 4255489"/>
              <a:gd name="connsiteX30" fmla="*/ 2747827 w 7386271"/>
              <a:gd name="connsiteY30" fmla="*/ 3550639 h 4255489"/>
              <a:gd name="connsiteX31" fmla="*/ 919027 w 7386271"/>
              <a:gd name="connsiteY31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4690927 w 7386271"/>
              <a:gd name="connsiteY29" fmla="*/ 3226789 h 4255489"/>
              <a:gd name="connsiteX30" fmla="*/ 3700327 w 7386271"/>
              <a:gd name="connsiteY30" fmla="*/ 4255489 h 4255489"/>
              <a:gd name="connsiteX31" fmla="*/ 2747827 w 7386271"/>
              <a:gd name="connsiteY31" fmla="*/ 3550639 h 4255489"/>
              <a:gd name="connsiteX32" fmla="*/ 919027 w 7386271"/>
              <a:gd name="connsiteY32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4690927 w 7386271"/>
              <a:gd name="connsiteY29" fmla="*/ 3226789 h 4255489"/>
              <a:gd name="connsiteX30" fmla="*/ 3700327 w 7386271"/>
              <a:gd name="connsiteY30" fmla="*/ 4255489 h 4255489"/>
              <a:gd name="connsiteX31" fmla="*/ 2747827 w 7386271"/>
              <a:gd name="connsiteY31" fmla="*/ 3550639 h 4255489"/>
              <a:gd name="connsiteX32" fmla="*/ 919027 w 7386271"/>
              <a:gd name="connsiteY32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900726 w 7386271"/>
              <a:gd name="connsiteY28" fmla="*/ 32267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948351 w 7386271"/>
              <a:gd name="connsiteY28" fmla="*/ 33029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6757851 w 7386271"/>
              <a:gd name="connsiteY27" fmla="*/ 2826741 h 4255489"/>
              <a:gd name="connsiteX28" fmla="*/ 5757726 w 7386271"/>
              <a:gd name="connsiteY28" fmla="*/ 3169641 h 4255489"/>
              <a:gd name="connsiteX29" fmla="*/ 6367326 w 7386271"/>
              <a:gd name="connsiteY29" fmla="*/ 3322041 h 4255489"/>
              <a:gd name="connsiteX30" fmla="*/ 6853101 w 7386271"/>
              <a:gd name="connsiteY30" fmla="*/ 3074391 h 4255489"/>
              <a:gd name="connsiteX31" fmla="*/ 6062526 w 7386271"/>
              <a:gd name="connsiteY31" fmla="*/ 3703041 h 4255489"/>
              <a:gd name="connsiteX32" fmla="*/ 4690927 w 7386271"/>
              <a:gd name="connsiteY32" fmla="*/ 3226789 h 4255489"/>
              <a:gd name="connsiteX33" fmla="*/ 3700327 w 7386271"/>
              <a:gd name="connsiteY33" fmla="*/ 4255489 h 4255489"/>
              <a:gd name="connsiteX34" fmla="*/ 2747827 w 7386271"/>
              <a:gd name="connsiteY34" fmla="*/ 3550639 h 4255489"/>
              <a:gd name="connsiteX35" fmla="*/ 919027 w 7386271"/>
              <a:gd name="connsiteY35" fmla="*/ 3417289 h 4255489"/>
              <a:gd name="connsiteX0" fmla="*/ 919027 w 7359518"/>
              <a:gd name="connsiteY0" fmla="*/ 3417289 h 4255489"/>
              <a:gd name="connsiteX1" fmla="*/ 2042977 w 7359518"/>
              <a:gd name="connsiteY1" fmla="*/ 3379189 h 4255489"/>
              <a:gd name="connsiteX2" fmla="*/ 4627 w 7359518"/>
              <a:gd name="connsiteY2" fmla="*/ 959839 h 4255489"/>
              <a:gd name="connsiteX3" fmla="*/ 576128 w 7359518"/>
              <a:gd name="connsiteY3" fmla="*/ 1950439 h 4255489"/>
              <a:gd name="connsiteX4" fmla="*/ 1109528 w 7359518"/>
              <a:gd name="connsiteY4" fmla="*/ 1131289 h 4255489"/>
              <a:gd name="connsiteX5" fmla="*/ 1871528 w 7359518"/>
              <a:gd name="connsiteY5" fmla="*/ 2674339 h 4255489"/>
              <a:gd name="connsiteX6" fmla="*/ 1833428 w 7359518"/>
              <a:gd name="connsiteY6" fmla="*/ 1493239 h 4255489"/>
              <a:gd name="connsiteX7" fmla="*/ 2271578 w 7359518"/>
              <a:gd name="connsiteY7" fmla="*/ 2083789 h 4255489"/>
              <a:gd name="connsiteX8" fmla="*/ 2385878 w 7359518"/>
              <a:gd name="connsiteY8" fmla="*/ 2883889 h 4255489"/>
              <a:gd name="connsiteX9" fmla="*/ 3262178 w 7359518"/>
              <a:gd name="connsiteY9" fmla="*/ 3093439 h 4255489"/>
              <a:gd name="connsiteX10" fmla="*/ 3109778 w 7359518"/>
              <a:gd name="connsiteY10" fmla="*/ 1950439 h 4255489"/>
              <a:gd name="connsiteX11" fmla="*/ 2500178 w 7359518"/>
              <a:gd name="connsiteY11" fmla="*/ 559789 h 4255489"/>
              <a:gd name="connsiteX12" fmla="*/ 3071678 w 7359518"/>
              <a:gd name="connsiteY12" fmla="*/ 1531340 h 4255489"/>
              <a:gd name="connsiteX13" fmla="*/ 3738428 w 7359518"/>
              <a:gd name="connsiteY13" fmla="*/ 2083790 h 4255489"/>
              <a:gd name="connsiteX14" fmla="*/ 4443278 w 7359518"/>
              <a:gd name="connsiteY14" fmla="*/ 1378940 h 4255489"/>
              <a:gd name="connsiteX15" fmla="*/ 3357428 w 7359518"/>
              <a:gd name="connsiteY15" fmla="*/ 445490 h 4255489"/>
              <a:gd name="connsiteX16" fmla="*/ 4424228 w 7359518"/>
              <a:gd name="connsiteY16" fmla="*/ 750290 h 4255489"/>
              <a:gd name="connsiteX17" fmla="*/ 4595678 w 7359518"/>
              <a:gd name="connsiteY17" fmla="*/ 64490 h 4255489"/>
              <a:gd name="connsiteX18" fmla="*/ 4862378 w 7359518"/>
              <a:gd name="connsiteY18" fmla="*/ 1455141 h 4255489"/>
              <a:gd name="connsiteX19" fmla="*/ 5757727 w 7359518"/>
              <a:gd name="connsiteY19" fmla="*/ 597891 h 4255489"/>
              <a:gd name="connsiteX20" fmla="*/ 4043227 w 7359518"/>
              <a:gd name="connsiteY20" fmla="*/ 2560041 h 4255489"/>
              <a:gd name="connsiteX21" fmla="*/ 4805227 w 7359518"/>
              <a:gd name="connsiteY21" fmla="*/ 2502891 h 4255489"/>
              <a:gd name="connsiteX22" fmla="*/ 5452927 w 7359518"/>
              <a:gd name="connsiteY22" fmla="*/ 2121891 h 4255489"/>
              <a:gd name="connsiteX23" fmla="*/ 5833927 w 7359518"/>
              <a:gd name="connsiteY23" fmla="*/ 2655291 h 4255489"/>
              <a:gd name="connsiteX24" fmla="*/ 6538776 w 7359518"/>
              <a:gd name="connsiteY24" fmla="*/ 1131291 h 4255489"/>
              <a:gd name="connsiteX25" fmla="*/ 6253026 w 7359518"/>
              <a:gd name="connsiteY25" fmla="*/ 2617191 h 4255489"/>
              <a:gd name="connsiteX26" fmla="*/ 7357926 w 7359518"/>
              <a:gd name="connsiteY26" fmla="*/ 2140941 h 4255489"/>
              <a:gd name="connsiteX27" fmla="*/ 6757851 w 7359518"/>
              <a:gd name="connsiteY27" fmla="*/ 2826741 h 4255489"/>
              <a:gd name="connsiteX28" fmla="*/ 5757726 w 7359518"/>
              <a:gd name="connsiteY28" fmla="*/ 3169641 h 4255489"/>
              <a:gd name="connsiteX29" fmla="*/ 6367326 w 7359518"/>
              <a:gd name="connsiteY29" fmla="*/ 3322041 h 4255489"/>
              <a:gd name="connsiteX30" fmla="*/ 6853101 w 7359518"/>
              <a:gd name="connsiteY30" fmla="*/ 3074391 h 4255489"/>
              <a:gd name="connsiteX31" fmla="*/ 6062526 w 7359518"/>
              <a:gd name="connsiteY31" fmla="*/ 3703041 h 4255489"/>
              <a:gd name="connsiteX32" fmla="*/ 4690927 w 7359518"/>
              <a:gd name="connsiteY32" fmla="*/ 3226789 h 4255489"/>
              <a:gd name="connsiteX33" fmla="*/ 3700327 w 7359518"/>
              <a:gd name="connsiteY33" fmla="*/ 4255489 h 4255489"/>
              <a:gd name="connsiteX34" fmla="*/ 2747827 w 7359518"/>
              <a:gd name="connsiteY34" fmla="*/ 3550639 h 4255489"/>
              <a:gd name="connsiteX35" fmla="*/ 919027 w 7359518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05352 w 7408160"/>
              <a:gd name="connsiteY23" fmla="*/ 26171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05352 w 7408160"/>
              <a:gd name="connsiteY23" fmla="*/ 26171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58861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58861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548051 w 7408160"/>
              <a:gd name="connsiteY20" fmla="*/ 1950441 h 4255489"/>
              <a:gd name="connsiteX21" fmla="*/ 4100377 w 7408160"/>
              <a:gd name="connsiteY21" fmla="*/ 2560041 h 4255489"/>
              <a:gd name="connsiteX22" fmla="*/ 4805227 w 7408160"/>
              <a:gd name="connsiteY22" fmla="*/ 2502891 h 4255489"/>
              <a:gd name="connsiteX23" fmla="*/ 5433877 w 7408160"/>
              <a:gd name="connsiteY23" fmla="*/ 2188566 h 4255489"/>
              <a:gd name="connsiteX24" fmla="*/ 5824402 w 7408160"/>
              <a:gd name="connsiteY24" fmla="*/ 2645766 h 4255489"/>
              <a:gd name="connsiteX25" fmla="*/ 6367326 w 7408160"/>
              <a:gd name="connsiteY25" fmla="*/ 1474191 h 4255489"/>
              <a:gd name="connsiteX26" fmla="*/ 6538776 w 7408160"/>
              <a:gd name="connsiteY26" fmla="*/ 1131291 h 4255489"/>
              <a:gd name="connsiteX27" fmla="*/ 6253026 w 7408160"/>
              <a:gd name="connsiteY27" fmla="*/ 2617191 h 4255489"/>
              <a:gd name="connsiteX28" fmla="*/ 7357926 w 7408160"/>
              <a:gd name="connsiteY28" fmla="*/ 2140941 h 4255489"/>
              <a:gd name="connsiteX29" fmla="*/ 6757851 w 7408160"/>
              <a:gd name="connsiteY29" fmla="*/ 2826741 h 4255489"/>
              <a:gd name="connsiteX30" fmla="*/ 5757726 w 7408160"/>
              <a:gd name="connsiteY30" fmla="*/ 3169641 h 4255489"/>
              <a:gd name="connsiteX31" fmla="*/ 6367326 w 7408160"/>
              <a:gd name="connsiteY31" fmla="*/ 3322041 h 4255489"/>
              <a:gd name="connsiteX32" fmla="*/ 6853101 w 7408160"/>
              <a:gd name="connsiteY32" fmla="*/ 3074391 h 4255489"/>
              <a:gd name="connsiteX33" fmla="*/ 6062526 w 7408160"/>
              <a:gd name="connsiteY33" fmla="*/ 3703041 h 4255489"/>
              <a:gd name="connsiteX34" fmla="*/ 4690927 w 7408160"/>
              <a:gd name="connsiteY34" fmla="*/ 3226789 h 4255489"/>
              <a:gd name="connsiteX35" fmla="*/ 3700327 w 7408160"/>
              <a:gd name="connsiteY35" fmla="*/ 4255489 h 4255489"/>
              <a:gd name="connsiteX36" fmla="*/ 2747827 w 7408160"/>
              <a:gd name="connsiteY36" fmla="*/ 3550639 h 4255489"/>
              <a:gd name="connsiteX37" fmla="*/ 919027 w 7408160"/>
              <a:gd name="connsiteY37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07516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07516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370861 h 4209061"/>
              <a:gd name="connsiteX1" fmla="*/ 2042977 w 7408160"/>
              <a:gd name="connsiteY1" fmla="*/ 3332761 h 4209061"/>
              <a:gd name="connsiteX2" fmla="*/ 4627 w 7408160"/>
              <a:gd name="connsiteY2" fmla="*/ 913411 h 4209061"/>
              <a:gd name="connsiteX3" fmla="*/ 576128 w 7408160"/>
              <a:gd name="connsiteY3" fmla="*/ 1904011 h 4209061"/>
              <a:gd name="connsiteX4" fmla="*/ 1109528 w 7408160"/>
              <a:gd name="connsiteY4" fmla="*/ 1084861 h 4209061"/>
              <a:gd name="connsiteX5" fmla="*/ 1871528 w 7408160"/>
              <a:gd name="connsiteY5" fmla="*/ 2627911 h 4209061"/>
              <a:gd name="connsiteX6" fmla="*/ 1833428 w 7408160"/>
              <a:gd name="connsiteY6" fmla="*/ 1446811 h 4209061"/>
              <a:gd name="connsiteX7" fmla="*/ 2271578 w 7408160"/>
              <a:gd name="connsiteY7" fmla="*/ 2037361 h 4209061"/>
              <a:gd name="connsiteX8" fmla="*/ 2385878 w 7408160"/>
              <a:gd name="connsiteY8" fmla="*/ 2837461 h 4209061"/>
              <a:gd name="connsiteX9" fmla="*/ 3262178 w 7408160"/>
              <a:gd name="connsiteY9" fmla="*/ 3047011 h 4209061"/>
              <a:gd name="connsiteX10" fmla="*/ 3109778 w 7408160"/>
              <a:gd name="connsiteY10" fmla="*/ 1904011 h 4209061"/>
              <a:gd name="connsiteX11" fmla="*/ 2500178 w 7408160"/>
              <a:gd name="connsiteY11" fmla="*/ 513361 h 4209061"/>
              <a:gd name="connsiteX12" fmla="*/ 3071678 w 7408160"/>
              <a:gd name="connsiteY12" fmla="*/ 1484912 h 4209061"/>
              <a:gd name="connsiteX13" fmla="*/ 3738428 w 7408160"/>
              <a:gd name="connsiteY13" fmla="*/ 2037362 h 4209061"/>
              <a:gd name="connsiteX14" fmla="*/ 4443278 w 7408160"/>
              <a:gd name="connsiteY14" fmla="*/ 1332512 h 4209061"/>
              <a:gd name="connsiteX15" fmla="*/ 3357428 w 7408160"/>
              <a:gd name="connsiteY15" fmla="*/ 399062 h 4209061"/>
              <a:gd name="connsiteX16" fmla="*/ 4424228 w 7408160"/>
              <a:gd name="connsiteY16" fmla="*/ 703862 h 4209061"/>
              <a:gd name="connsiteX17" fmla="*/ 4595678 w 7408160"/>
              <a:gd name="connsiteY17" fmla="*/ 18062 h 4209061"/>
              <a:gd name="connsiteX18" fmla="*/ 4862378 w 7408160"/>
              <a:gd name="connsiteY18" fmla="*/ 1361088 h 4209061"/>
              <a:gd name="connsiteX19" fmla="*/ 5433876 w 7408160"/>
              <a:gd name="connsiteY19" fmla="*/ 1132488 h 4209061"/>
              <a:gd name="connsiteX20" fmla="*/ 5757727 w 7408160"/>
              <a:gd name="connsiteY20" fmla="*/ 551463 h 4209061"/>
              <a:gd name="connsiteX21" fmla="*/ 5672001 w 7408160"/>
              <a:gd name="connsiteY21" fmla="*/ 1475388 h 4209061"/>
              <a:gd name="connsiteX22" fmla="*/ 4548051 w 7408160"/>
              <a:gd name="connsiteY22" fmla="*/ 1904013 h 4209061"/>
              <a:gd name="connsiteX23" fmla="*/ 4100377 w 7408160"/>
              <a:gd name="connsiteY23" fmla="*/ 2513613 h 4209061"/>
              <a:gd name="connsiteX24" fmla="*/ 4805227 w 7408160"/>
              <a:gd name="connsiteY24" fmla="*/ 2456463 h 4209061"/>
              <a:gd name="connsiteX25" fmla="*/ 5433877 w 7408160"/>
              <a:gd name="connsiteY25" fmla="*/ 2142138 h 4209061"/>
              <a:gd name="connsiteX26" fmla="*/ 5824402 w 7408160"/>
              <a:gd name="connsiteY26" fmla="*/ 2599338 h 4209061"/>
              <a:gd name="connsiteX27" fmla="*/ 6367326 w 7408160"/>
              <a:gd name="connsiteY27" fmla="*/ 1427763 h 4209061"/>
              <a:gd name="connsiteX28" fmla="*/ 6538776 w 7408160"/>
              <a:gd name="connsiteY28" fmla="*/ 1084863 h 4209061"/>
              <a:gd name="connsiteX29" fmla="*/ 6253026 w 7408160"/>
              <a:gd name="connsiteY29" fmla="*/ 2570763 h 4209061"/>
              <a:gd name="connsiteX30" fmla="*/ 7357926 w 7408160"/>
              <a:gd name="connsiteY30" fmla="*/ 2094513 h 4209061"/>
              <a:gd name="connsiteX31" fmla="*/ 6757851 w 7408160"/>
              <a:gd name="connsiteY31" fmla="*/ 2780313 h 4209061"/>
              <a:gd name="connsiteX32" fmla="*/ 5757726 w 7408160"/>
              <a:gd name="connsiteY32" fmla="*/ 3123213 h 4209061"/>
              <a:gd name="connsiteX33" fmla="*/ 6367326 w 7408160"/>
              <a:gd name="connsiteY33" fmla="*/ 3275613 h 4209061"/>
              <a:gd name="connsiteX34" fmla="*/ 6853101 w 7408160"/>
              <a:gd name="connsiteY34" fmla="*/ 3027963 h 4209061"/>
              <a:gd name="connsiteX35" fmla="*/ 6062526 w 7408160"/>
              <a:gd name="connsiteY35" fmla="*/ 3656613 h 4209061"/>
              <a:gd name="connsiteX36" fmla="*/ 4690927 w 7408160"/>
              <a:gd name="connsiteY36" fmla="*/ 3180361 h 4209061"/>
              <a:gd name="connsiteX37" fmla="*/ 3700327 w 7408160"/>
              <a:gd name="connsiteY37" fmla="*/ 4209061 h 4209061"/>
              <a:gd name="connsiteX38" fmla="*/ 2747827 w 7408160"/>
              <a:gd name="connsiteY38" fmla="*/ 3504211 h 4209061"/>
              <a:gd name="connsiteX39" fmla="*/ 919027 w 7408160"/>
              <a:gd name="connsiteY39" fmla="*/ 3370861 h 4209061"/>
              <a:gd name="connsiteX0" fmla="*/ 919027 w 7408160"/>
              <a:gd name="connsiteY0" fmla="*/ 3370861 h 4209061"/>
              <a:gd name="connsiteX1" fmla="*/ 2042977 w 7408160"/>
              <a:gd name="connsiteY1" fmla="*/ 3332761 h 4209061"/>
              <a:gd name="connsiteX2" fmla="*/ 4627 w 7408160"/>
              <a:gd name="connsiteY2" fmla="*/ 913411 h 4209061"/>
              <a:gd name="connsiteX3" fmla="*/ 576128 w 7408160"/>
              <a:gd name="connsiteY3" fmla="*/ 1904011 h 4209061"/>
              <a:gd name="connsiteX4" fmla="*/ 1109528 w 7408160"/>
              <a:gd name="connsiteY4" fmla="*/ 1084861 h 4209061"/>
              <a:gd name="connsiteX5" fmla="*/ 1871528 w 7408160"/>
              <a:gd name="connsiteY5" fmla="*/ 2627911 h 4209061"/>
              <a:gd name="connsiteX6" fmla="*/ 1833428 w 7408160"/>
              <a:gd name="connsiteY6" fmla="*/ 1446811 h 4209061"/>
              <a:gd name="connsiteX7" fmla="*/ 2271578 w 7408160"/>
              <a:gd name="connsiteY7" fmla="*/ 2037361 h 4209061"/>
              <a:gd name="connsiteX8" fmla="*/ 2385878 w 7408160"/>
              <a:gd name="connsiteY8" fmla="*/ 2837461 h 4209061"/>
              <a:gd name="connsiteX9" fmla="*/ 3262178 w 7408160"/>
              <a:gd name="connsiteY9" fmla="*/ 3047011 h 4209061"/>
              <a:gd name="connsiteX10" fmla="*/ 3109778 w 7408160"/>
              <a:gd name="connsiteY10" fmla="*/ 1904011 h 4209061"/>
              <a:gd name="connsiteX11" fmla="*/ 2500178 w 7408160"/>
              <a:gd name="connsiteY11" fmla="*/ 513361 h 4209061"/>
              <a:gd name="connsiteX12" fmla="*/ 3071678 w 7408160"/>
              <a:gd name="connsiteY12" fmla="*/ 1484912 h 4209061"/>
              <a:gd name="connsiteX13" fmla="*/ 3738428 w 7408160"/>
              <a:gd name="connsiteY13" fmla="*/ 2037362 h 4209061"/>
              <a:gd name="connsiteX14" fmla="*/ 4443278 w 7408160"/>
              <a:gd name="connsiteY14" fmla="*/ 1332512 h 4209061"/>
              <a:gd name="connsiteX15" fmla="*/ 3357428 w 7408160"/>
              <a:gd name="connsiteY15" fmla="*/ 399062 h 4209061"/>
              <a:gd name="connsiteX16" fmla="*/ 4424228 w 7408160"/>
              <a:gd name="connsiteY16" fmla="*/ 703862 h 4209061"/>
              <a:gd name="connsiteX17" fmla="*/ 4595678 w 7408160"/>
              <a:gd name="connsiteY17" fmla="*/ 18062 h 4209061"/>
              <a:gd name="connsiteX18" fmla="*/ 4862378 w 7408160"/>
              <a:gd name="connsiteY18" fmla="*/ 1361088 h 4209061"/>
              <a:gd name="connsiteX19" fmla="*/ 5433876 w 7408160"/>
              <a:gd name="connsiteY19" fmla="*/ 1132488 h 4209061"/>
              <a:gd name="connsiteX20" fmla="*/ 5757727 w 7408160"/>
              <a:gd name="connsiteY20" fmla="*/ 551463 h 4209061"/>
              <a:gd name="connsiteX21" fmla="*/ 5672001 w 7408160"/>
              <a:gd name="connsiteY21" fmla="*/ 1475388 h 4209061"/>
              <a:gd name="connsiteX22" fmla="*/ 4548051 w 7408160"/>
              <a:gd name="connsiteY22" fmla="*/ 1904013 h 4209061"/>
              <a:gd name="connsiteX23" fmla="*/ 4100377 w 7408160"/>
              <a:gd name="connsiteY23" fmla="*/ 2513613 h 4209061"/>
              <a:gd name="connsiteX24" fmla="*/ 4805227 w 7408160"/>
              <a:gd name="connsiteY24" fmla="*/ 2456463 h 4209061"/>
              <a:gd name="connsiteX25" fmla="*/ 5433877 w 7408160"/>
              <a:gd name="connsiteY25" fmla="*/ 2142138 h 4209061"/>
              <a:gd name="connsiteX26" fmla="*/ 5824402 w 7408160"/>
              <a:gd name="connsiteY26" fmla="*/ 2599338 h 4209061"/>
              <a:gd name="connsiteX27" fmla="*/ 6367326 w 7408160"/>
              <a:gd name="connsiteY27" fmla="*/ 1427763 h 4209061"/>
              <a:gd name="connsiteX28" fmla="*/ 6538776 w 7408160"/>
              <a:gd name="connsiteY28" fmla="*/ 1084863 h 4209061"/>
              <a:gd name="connsiteX29" fmla="*/ 6253026 w 7408160"/>
              <a:gd name="connsiteY29" fmla="*/ 2570763 h 4209061"/>
              <a:gd name="connsiteX30" fmla="*/ 7357926 w 7408160"/>
              <a:gd name="connsiteY30" fmla="*/ 2094513 h 4209061"/>
              <a:gd name="connsiteX31" fmla="*/ 6757851 w 7408160"/>
              <a:gd name="connsiteY31" fmla="*/ 2780313 h 4209061"/>
              <a:gd name="connsiteX32" fmla="*/ 5757726 w 7408160"/>
              <a:gd name="connsiteY32" fmla="*/ 3123213 h 4209061"/>
              <a:gd name="connsiteX33" fmla="*/ 6367326 w 7408160"/>
              <a:gd name="connsiteY33" fmla="*/ 3275613 h 4209061"/>
              <a:gd name="connsiteX34" fmla="*/ 6853101 w 7408160"/>
              <a:gd name="connsiteY34" fmla="*/ 3027963 h 4209061"/>
              <a:gd name="connsiteX35" fmla="*/ 6062526 w 7408160"/>
              <a:gd name="connsiteY35" fmla="*/ 3656613 h 4209061"/>
              <a:gd name="connsiteX36" fmla="*/ 4690927 w 7408160"/>
              <a:gd name="connsiteY36" fmla="*/ 3180361 h 4209061"/>
              <a:gd name="connsiteX37" fmla="*/ 3700327 w 7408160"/>
              <a:gd name="connsiteY37" fmla="*/ 4209061 h 4209061"/>
              <a:gd name="connsiteX38" fmla="*/ 2747827 w 7408160"/>
              <a:gd name="connsiteY38" fmla="*/ 3504211 h 4209061"/>
              <a:gd name="connsiteX39" fmla="*/ 919027 w 7408160"/>
              <a:gd name="connsiteY39" fmla="*/ 3370861 h 4209061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8572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8572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1064362 w 7553495"/>
              <a:gd name="connsiteY0" fmla="*/ 3360795 h 4208519"/>
              <a:gd name="connsiteX1" fmla="*/ 2188312 w 7553495"/>
              <a:gd name="connsiteY1" fmla="*/ 3322695 h 4208519"/>
              <a:gd name="connsiteX2" fmla="*/ 149962 w 7553495"/>
              <a:gd name="connsiteY2" fmla="*/ 903345 h 4208519"/>
              <a:gd name="connsiteX3" fmla="*/ 721463 w 7553495"/>
              <a:gd name="connsiteY3" fmla="*/ 1893945 h 4208519"/>
              <a:gd name="connsiteX4" fmla="*/ 1254863 w 7553495"/>
              <a:gd name="connsiteY4" fmla="*/ 1074795 h 4208519"/>
              <a:gd name="connsiteX5" fmla="*/ 1273911 w 7553495"/>
              <a:gd name="connsiteY5" fmla="*/ 1951097 h 4208519"/>
              <a:gd name="connsiteX6" fmla="*/ 2016863 w 7553495"/>
              <a:gd name="connsiteY6" fmla="*/ 2617845 h 4208519"/>
              <a:gd name="connsiteX7" fmla="*/ 1978763 w 7553495"/>
              <a:gd name="connsiteY7" fmla="*/ 1436745 h 4208519"/>
              <a:gd name="connsiteX8" fmla="*/ 2416913 w 7553495"/>
              <a:gd name="connsiteY8" fmla="*/ 2027295 h 4208519"/>
              <a:gd name="connsiteX9" fmla="*/ 2531213 w 7553495"/>
              <a:gd name="connsiteY9" fmla="*/ 2827395 h 4208519"/>
              <a:gd name="connsiteX10" fmla="*/ 3407513 w 7553495"/>
              <a:gd name="connsiteY10" fmla="*/ 3036945 h 4208519"/>
              <a:gd name="connsiteX11" fmla="*/ 3255113 w 7553495"/>
              <a:gd name="connsiteY11" fmla="*/ 1893945 h 4208519"/>
              <a:gd name="connsiteX12" fmla="*/ 2645513 w 7553495"/>
              <a:gd name="connsiteY12" fmla="*/ 503295 h 4208519"/>
              <a:gd name="connsiteX13" fmla="*/ 3217013 w 7553495"/>
              <a:gd name="connsiteY13" fmla="*/ 1474846 h 4208519"/>
              <a:gd name="connsiteX14" fmla="*/ 3883763 w 7553495"/>
              <a:gd name="connsiteY14" fmla="*/ 2027296 h 4208519"/>
              <a:gd name="connsiteX15" fmla="*/ 4588613 w 7553495"/>
              <a:gd name="connsiteY15" fmla="*/ 1322446 h 4208519"/>
              <a:gd name="connsiteX16" fmla="*/ 3836136 w 7553495"/>
              <a:gd name="connsiteY16" fmla="*/ 950972 h 4208519"/>
              <a:gd name="connsiteX17" fmla="*/ 3502763 w 7553495"/>
              <a:gd name="connsiteY17" fmla="*/ 388996 h 4208519"/>
              <a:gd name="connsiteX18" fmla="*/ 4569563 w 7553495"/>
              <a:gd name="connsiteY18" fmla="*/ 693796 h 4208519"/>
              <a:gd name="connsiteX19" fmla="*/ 4741013 w 7553495"/>
              <a:gd name="connsiteY19" fmla="*/ 7996 h 4208519"/>
              <a:gd name="connsiteX20" fmla="*/ 5007713 w 7553495"/>
              <a:gd name="connsiteY20" fmla="*/ 1351022 h 4208519"/>
              <a:gd name="connsiteX21" fmla="*/ 5579211 w 7553495"/>
              <a:gd name="connsiteY21" fmla="*/ 1122422 h 4208519"/>
              <a:gd name="connsiteX22" fmla="*/ 5903062 w 7553495"/>
              <a:gd name="connsiteY22" fmla="*/ 541397 h 4208519"/>
              <a:gd name="connsiteX23" fmla="*/ 5817336 w 7553495"/>
              <a:gd name="connsiteY23" fmla="*/ 1465322 h 4208519"/>
              <a:gd name="connsiteX24" fmla="*/ 4693386 w 7553495"/>
              <a:gd name="connsiteY24" fmla="*/ 1893947 h 4208519"/>
              <a:gd name="connsiteX25" fmla="*/ 4245712 w 7553495"/>
              <a:gd name="connsiteY25" fmla="*/ 2503547 h 4208519"/>
              <a:gd name="connsiteX26" fmla="*/ 4950562 w 7553495"/>
              <a:gd name="connsiteY26" fmla="*/ 2446397 h 4208519"/>
              <a:gd name="connsiteX27" fmla="*/ 5579212 w 7553495"/>
              <a:gd name="connsiteY27" fmla="*/ 2132072 h 4208519"/>
              <a:gd name="connsiteX28" fmla="*/ 5969737 w 7553495"/>
              <a:gd name="connsiteY28" fmla="*/ 2589272 h 4208519"/>
              <a:gd name="connsiteX29" fmla="*/ 6512661 w 7553495"/>
              <a:gd name="connsiteY29" fmla="*/ 1417697 h 4208519"/>
              <a:gd name="connsiteX30" fmla="*/ 6684111 w 7553495"/>
              <a:gd name="connsiteY30" fmla="*/ 1074797 h 4208519"/>
              <a:gd name="connsiteX31" fmla="*/ 6398361 w 7553495"/>
              <a:gd name="connsiteY31" fmla="*/ 2560697 h 4208519"/>
              <a:gd name="connsiteX32" fmla="*/ 7503261 w 7553495"/>
              <a:gd name="connsiteY32" fmla="*/ 2084447 h 4208519"/>
              <a:gd name="connsiteX33" fmla="*/ 6903186 w 7553495"/>
              <a:gd name="connsiteY33" fmla="*/ 2770247 h 4208519"/>
              <a:gd name="connsiteX34" fmla="*/ 5903061 w 7553495"/>
              <a:gd name="connsiteY34" fmla="*/ 3113147 h 4208519"/>
              <a:gd name="connsiteX35" fmla="*/ 6512661 w 7553495"/>
              <a:gd name="connsiteY35" fmla="*/ 3265547 h 4208519"/>
              <a:gd name="connsiteX36" fmla="*/ 6998436 w 7553495"/>
              <a:gd name="connsiteY36" fmla="*/ 3017897 h 4208519"/>
              <a:gd name="connsiteX37" fmla="*/ 6207861 w 7553495"/>
              <a:gd name="connsiteY37" fmla="*/ 3646547 h 4208519"/>
              <a:gd name="connsiteX38" fmla="*/ 4836262 w 7553495"/>
              <a:gd name="connsiteY38" fmla="*/ 3170295 h 4208519"/>
              <a:gd name="connsiteX39" fmla="*/ 3845662 w 7553495"/>
              <a:gd name="connsiteY39" fmla="*/ 4198995 h 4208519"/>
              <a:gd name="connsiteX40" fmla="*/ 2893162 w 7553495"/>
              <a:gd name="connsiteY40" fmla="*/ 3494145 h 4208519"/>
              <a:gd name="connsiteX41" fmla="*/ 1064362 w 7553495"/>
              <a:gd name="connsiteY41" fmla="*/ 3360795 h 4208519"/>
              <a:gd name="connsiteX0" fmla="*/ 914757 w 7403890"/>
              <a:gd name="connsiteY0" fmla="*/ 3360795 h 4208519"/>
              <a:gd name="connsiteX1" fmla="*/ 2038707 w 7403890"/>
              <a:gd name="connsiteY1" fmla="*/ 3322695 h 4208519"/>
              <a:gd name="connsiteX2" fmla="*/ 743307 w 7403890"/>
              <a:gd name="connsiteY2" fmla="*/ 2398772 h 4208519"/>
              <a:gd name="connsiteX3" fmla="*/ 357 w 7403890"/>
              <a:gd name="connsiteY3" fmla="*/ 903345 h 4208519"/>
              <a:gd name="connsiteX4" fmla="*/ 571858 w 7403890"/>
              <a:gd name="connsiteY4" fmla="*/ 1893945 h 4208519"/>
              <a:gd name="connsiteX5" fmla="*/ 1105258 w 7403890"/>
              <a:gd name="connsiteY5" fmla="*/ 1074795 h 4208519"/>
              <a:gd name="connsiteX6" fmla="*/ 1124306 w 7403890"/>
              <a:gd name="connsiteY6" fmla="*/ 1951097 h 4208519"/>
              <a:gd name="connsiteX7" fmla="*/ 1867258 w 7403890"/>
              <a:gd name="connsiteY7" fmla="*/ 2617845 h 4208519"/>
              <a:gd name="connsiteX8" fmla="*/ 1829158 w 7403890"/>
              <a:gd name="connsiteY8" fmla="*/ 1436745 h 4208519"/>
              <a:gd name="connsiteX9" fmla="*/ 2267308 w 7403890"/>
              <a:gd name="connsiteY9" fmla="*/ 2027295 h 4208519"/>
              <a:gd name="connsiteX10" fmla="*/ 2381608 w 7403890"/>
              <a:gd name="connsiteY10" fmla="*/ 2827395 h 4208519"/>
              <a:gd name="connsiteX11" fmla="*/ 3257908 w 7403890"/>
              <a:gd name="connsiteY11" fmla="*/ 3036945 h 4208519"/>
              <a:gd name="connsiteX12" fmla="*/ 3105508 w 7403890"/>
              <a:gd name="connsiteY12" fmla="*/ 1893945 h 4208519"/>
              <a:gd name="connsiteX13" fmla="*/ 2495908 w 7403890"/>
              <a:gd name="connsiteY13" fmla="*/ 503295 h 4208519"/>
              <a:gd name="connsiteX14" fmla="*/ 3067408 w 7403890"/>
              <a:gd name="connsiteY14" fmla="*/ 1474846 h 4208519"/>
              <a:gd name="connsiteX15" fmla="*/ 3734158 w 7403890"/>
              <a:gd name="connsiteY15" fmla="*/ 2027296 h 4208519"/>
              <a:gd name="connsiteX16" fmla="*/ 4439008 w 7403890"/>
              <a:gd name="connsiteY16" fmla="*/ 1322446 h 4208519"/>
              <a:gd name="connsiteX17" fmla="*/ 3686531 w 7403890"/>
              <a:gd name="connsiteY17" fmla="*/ 950972 h 4208519"/>
              <a:gd name="connsiteX18" fmla="*/ 3353158 w 7403890"/>
              <a:gd name="connsiteY18" fmla="*/ 388996 h 4208519"/>
              <a:gd name="connsiteX19" fmla="*/ 4419958 w 7403890"/>
              <a:gd name="connsiteY19" fmla="*/ 693796 h 4208519"/>
              <a:gd name="connsiteX20" fmla="*/ 4591408 w 7403890"/>
              <a:gd name="connsiteY20" fmla="*/ 7996 h 4208519"/>
              <a:gd name="connsiteX21" fmla="*/ 4858108 w 7403890"/>
              <a:gd name="connsiteY21" fmla="*/ 1351022 h 4208519"/>
              <a:gd name="connsiteX22" fmla="*/ 5429606 w 7403890"/>
              <a:gd name="connsiteY22" fmla="*/ 1122422 h 4208519"/>
              <a:gd name="connsiteX23" fmla="*/ 5753457 w 7403890"/>
              <a:gd name="connsiteY23" fmla="*/ 541397 h 4208519"/>
              <a:gd name="connsiteX24" fmla="*/ 5667731 w 7403890"/>
              <a:gd name="connsiteY24" fmla="*/ 1465322 h 4208519"/>
              <a:gd name="connsiteX25" fmla="*/ 4543781 w 7403890"/>
              <a:gd name="connsiteY25" fmla="*/ 1893947 h 4208519"/>
              <a:gd name="connsiteX26" fmla="*/ 4096107 w 7403890"/>
              <a:gd name="connsiteY26" fmla="*/ 2503547 h 4208519"/>
              <a:gd name="connsiteX27" fmla="*/ 4800957 w 7403890"/>
              <a:gd name="connsiteY27" fmla="*/ 2446397 h 4208519"/>
              <a:gd name="connsiteX28" fmla="*/ 5429607 w 7403890"/>
              <a:gd name="connsiteY28" fmla="*/ 2132072 h 4208519"/>
              <a:gd name="connsiteX29" fmla="*/ 5820132 w 7403890"/>
              <a:gd name="connsiteY29" fmla="*/ 2589272 h 4208519"/>
              <a:gd name="connsiteX30" fmla="*/ 6363056 w 7403890"/>
              <a:gd name="connsiteY30" fmla="*/ 1417697 h 4208519"/>
              <a:gd name="connsiteX31" fmla="*/ 6534506 w 7403890"/>
              <a:gd name="connsiteY31" fmla="*/ 1074797 h 4208519"/>
              <a:gd name="connsiteX32" fmla="*/ 6248756 w 7403890"/>
              <a:gd name="connsiteY32" fmla="*/ 2560697 h 4208519"/>
              <a:gd name="connsiteX33" fmla="*/ 7353656 w 7403890"/>
              <a:gd name="connsiteY33" fmla="*/ 2084447 h 4208519"/>
              <a:gd name="connsiteX34" fmla="*/ 6753581 w 7403890"/>
              <a:gd name="connsiteY34" fmla="*/ 2770247 h 4208519"/>
              <a:gd name="connsiteX35" fmla="*/ 5753456 w 7403890"/>
              <a:gd name="connsiteY35" fmla="*/ 3113147 h 4208519"/>
              <a:gd name="connsiteX36" fmla="*/ 6363056 w 7403890"/>
              <a:gd name="connsiteY36" fmla="*/ 3265547 h 4208519"/>
              <a:gd name="connsiteX37" fmla="*/ 6848831 w 7403890"/>
              <a:gd name="connsiteY37" fmla="*/ 3017897 h 4208519"/>
              <a:gd name="connsiteX38" fmla="*/ 6058256 w 7403890"/>
              <a:gd name="connsiteY38" fmla="*/ 3646547 h 4208519"/>
              <a:gd name="connsiteX39" fmla="*/ 4686657 w 7403890"/>
              <a:gd name="connsiteY39" fmla="*/ 3170295 h 4208519"/>
              <a:gd name="connsiteX40" fmla="*/ 3696057 w 7403890"/>
              <a:gd name="connsiteY40" fmla="*/ 4198995 h 4208519"/>
              <a:gd name="connsiteX41" fmla="*/ 2743557 w 7403890"/>
              <a:gd name="connsiteY41" fmla="*/ 3494145 h 4208519"/>
              <a:gd name="connsiteX42" fmla="*/ 914757 w 7403890"/>
              <a:gd name="connsiteY42" fmla="*/ 3360795 h 4208519"/>
              <a:gd name="connsiteX0" fmla="*/ 1049251 w 7538384"/>
              <a:gd name="connsiteY0" fmla="*/ 3360795 h 4208519"/>
              <a:gd name="connsiteX1" fmla="*/ 2173201 w 7538384"/>
              <a:gd name="connsiteY1" fmla="*/ 3322695 h 4208519"/>
              <a:gd name="connsiteX2" fmla="*/ 877801 w 7538384"/>
              <a:gd name="connsiteY2" fmla="*/ 2398772 h 4208519"/>
              <a:gd name="connsiteX3" fmla="*/ 134851 w 7538384"/>
              <a:gd name="connsiteY3" fmla="*/ 903345 h 4208519"/>
              <a:gd name="connsiteX4" fmla="*/ 706352 w 7538384"/>
              <a:gd name="connsiteY4" fmla="*/ 1893945 h 4208519"/>
              <a:gd name="connsiteX5" fmla="*/ 1239752 w 7538384"/>
              <a:gd name="connsiteY5" fmla="*/ 1074795 h 4208519"/>
              <a:gd name="connsiteX6" fmla="*/ 1258800 w 7538384"/>
              <a:gd name="connsiteY6" fmla="*/ 1951097 h 4208519"/>
              <a:gd name="connsiteX7" fmla="*/ 2001752 w 7538384"/>
              <a:gd name="connsiteY7" fmla="*/ 2617845 h 4208519"/>
              <a:gd name="connsiteX8" fmla="*/ 1963652 w 7538384"/>
              <a:gd name="connsiteY8" fmla="*/ 1436745 h 4208519"/>
              <a:gd name="connsiteX9" fmla="*/ 2401802 w 7538384"/>
              <a:gd name="connsiteY9" fmla="*/ 2027295 h 4208519"/>
              <a:gd name="connsiteX10" fmla="*/ 2516102 w 7538384"/>
              <a:gd name="connsiteY10" fmla="*/ 2827395 h 4208519"/>
              <a:gd name="connsiteX11" fmla="*/ 3392402 w 7538384"/>
              <a:gd name="connsiteY11" fmla="*/ 3036945 h 4208519"/>
              <a:gd name="connsiteX12" fmla="*/ 3240002 w 7538384"/>
              <a:gd name="connsiteY12" fmla="*/ 1893945 h 4208519"/>
              <a:gd name="connsiteX13" fmla="*/ 2630402 w 7538384"/>
              <a:gd name="connsiteY13" fmla="*/ 503295 h 4208519"/>
              <a:gd name="connsiteX14" fmla="*/ 3201902 w 7538384"/>
              <a:gd name="connsiteY14" fmla="*/ 1474846 h 4208519"/>
              <a:gd name="connsiteX15" fmla="*/ 3868652 w 7538384"/>
              <a:gd name="connsiteY15" fmla="*/ 2027296 h 4208519"/>
              <a:gd name="connsiteX16" fmla="*/ 4573502 w 7538384"/>
              <a:gd name="connsiteY16" fmla="*/ 1322446 h 4208519"/>
              <a:gd name="connsiteX17" fmla="*/ 3821025 w 7538384"/>
              <a:gd name="connsiteY17" fmla="*/ 950972 h 4208519"/>
              <a:gd name="connsiteX18" fmla="*/ 3487652 w 7538384"/>
              <a:gd name="connsiteY18" fmla="*/ 388996 h 4208519"/>
              <a:gd name="connsiteX19" fmla="*/ 4554452 w 7538384"/>
              <a:gd name="connsiteY19" fmla="*/ 693796 h 4208519"/>
              <a:gd name="connsiteX20" fmla="*/ 4725902 w 7538384"/>
              <a:gd name="connsiteY20" fmla="*/ 7996 h 4208519"/>
              <a:gd name="connsiteX21" fmla="*/ 4992602 w 7538384"/>
              <a:gd name="connsiteY21" fmla="*/ 1351022 h 4208519"/>
              <a:gd name="connsiteX22" fmla="*/ 5564100 w 7538384"/>
              <a:gd name="connsiteY22" fmla="*/ 1122422 h 4208519"/>
              <a:gd name="connsiteX23" fmla="*/ 5887951 w 7538384"/>
              <a:gd name="connsiteY23" fmla="*/ 541397 h 4208519"/>
              <a:gd name="connsiteX24" fmla="*/ 5802225 w 7538384"/>
              <a:gd name="connsiteY24" fmla="*/ 1465322 h 4208519"/>
              <a:gd name="connsiteX25" fmla="*/ 4678275 w 7538384"/>
              <a:gd name="connsiteY25" fmla="*/ 1893947 h 4208519"/>
              <a:gd name="connsiteX26" fmla="*/ 4230601 w 7538384"/>
              <a:gd name="connsiteY26" fmla="*/ 2503547 h 4208519"/>
              <a:gd name="connsiteX27" fmla="*/ 4935451 w 7538384"/>
              <a:gd name="connsiteY27" fmla="*/ 2446397 h 4208519"/>
              <a:gd name="connsiteX28" fmla="*/ 5564101 w 7538384"/>
              <a:gd name="connsiteY28" fmla="*/ 2132072 h 4208519"/>
              <a:gd name="connsiteX29" fmla="*/ 5954626 w 7538384"/>
              <a:gd name="connsiteY29" fmla="*/ 2589272 h 4208519"/>
              <a:gd name="connsiteX30" fmla="*/ 6497550 w 7538384"/>
              <a:gd name="connsiteY30" fmla="*/ 1417697 h 4208519"/>
              <a:gd name="connsiteX31" fmla="*/ 6669000 w 7538384"/>
              <a:gd name="connsiteY31" fmla="*/ 1074797 h 4208519"/>
              <a:gd name="connsiteX32" fmla="*/ 6383250 w 7538384"/>
              <a:gd name="connsiteY32" fmla="*/ 2560697 h 4208519"/>
              <a:gd name="connsiteX33" fmla="*/ 7488150 w 7538384"/>
              <a:gd name="connsiteY33" fmla="*/ 2084447 h 4208519"/>
              <a:gd name="connsiteX34" fmla="*/ 6888075 w 7538384"/>
              <a:gd name="connsiteY34" fmla="*/ 2770247 h 4208519"/>
              <a:gd name="connsiteX35" fmla="*/ 5887950 w 7538384"/>
              <a:gd name="connsiteY35" fmla="*/ 3113147 h 4208519"/>
              <a:gd name="connsiteX36" fmla="*/ 6497550 w 7538384"/>
              <a:gd name="connsiteY36" fmla="*/ 3265547 h 4208519"/>
              <a:gd name="connsiteX37" fmla="*/ 6983325 w 7538384"/>
              <a:gd name="connsiteY37" fmla="*/ 3017897 h 4208519"/>
              <a:gd name="connsiteX38" fmla="*/ 6192750 w 7538384"/>
              <a:gd name="connsiteY38" fmla="*/ 3646547 h 4208519"/>
              <a:gd name="connsiteX39" fmla="*/ 4821151 w 7538384"/>
              <a:gd name="connsiteY39" fmla="*/ 3170295 h 4208519"/>
              <a:gd name="connsiteX40" fmla="*/ 3830551 w 7538384"/>
              <a:gd name="connsiteY40" fmla="*/ 4198995 h 4208519"/>
              <a:gd name="connsiteX41" fmla="*/ 2878051 w 7538384"/>
              <a:gd name="connsiteY41" fmla="*/ 3494145 h 4208519"/>
              <a:gd name="connsiteX42" fmla="*/ 1049251 w 7538384"/>
              <a:gd name="connsiteY42" fmla="*/ 3360795 h 4208519"/>
              <a:gd name="connsiteX0" fmla="*/ 1111160 w 7600293"/>
              <a:gd name="connsiteY0" fmla="*/ 3360795 h 4208519"/>
              <a:gd name="connsiteX1" fmla="*/ 2235110 w 7600293"/>
              <a:gd name="connsiteY1" fmla="*/ 3322695 h 4208519"/>
              <a:gd name="connsiteX2" fmla="*/ 939710 w 7600293"/>
              <a:gd name="connsiteY2" fmla="*/ 2398772 h 4208519"/>
              <a:gd name="connsiteX3" fmla="*/ 196760 w 7600293"/>
              <a:gd name="connsiteY3" fmla="*/ 903345 h 4208519"/>
              <a:gd name="connsiteX4" fmla="*/ 768261 w 7600293"/>
              <a:gd name="connsiteY4" fmla="*/ 1893945 h 4208519"/>
              <a:gd name="connsiteX5" fmla="*/ 1301661 w 7600293"/>
              <a:gd name="connsiteY5" fmla="*/ 1074795 h 4208519"/>
              <a:gd name="connsiteX6" fmla="*/ 1320709 w 7600293"/>
              <a:gd name="connsiteY6" fmla="*/ 1951097 h 4208519"/>
              <a:gd name="connsiteX7" fmla="*/ 2063661 w 7600293"/>
              <a:gd name="connsiteY7" fmla="*/ 2617845 h 4208519"/>
              <a:gd name="connsiteX8" fmla="*/ 2025561 w 7600293"/>
              <a:gd name="connsiteY8" fmla="*/ 1436745 h 4208519"/>
              <a:gd name="connsiteX9" fmla="*/ 2463711 w 7600293"/>
              <a:gd name="connsiteY9" fmla="*/ 2027295 h 4208519"/>
              <a:gd name="connsiteX10" fmla="*/ 2578011 w 7600293"/>
              <a:gd name="connsiteY10" fmla="*/ 2827395 h 4208519"/>
              <a:gd name="connsiteX11" fmla="*/ 3454311 w 7600293"/>
              <a:gd name="connsiteY11" fmla="*/ 3036945 h 4208519"/>
              <a:gd name="connsiteX12" fmla="*/ 3301911 w 7600293"/>
              <a:gd name="connsiteY12" fmla="*/ 1893945 h 4208519"/>
              <a:gd name="connsiteX13" fmla="*/ 2692311 w 7600293"/>
              <a:gd name="connsiteY13" fmla="*/ 503295 h 4208519"/>
              <a:gd name="connsiteX14" fmla="*/ 3263811 w 7600293"/>
              <a:gd name="connsiteY14" fmla="*/ 1474846 h 4208519"/>
              <a:gd name="connsiteX15" fmla="*/ 3930561 w 7600293"/>
              <a:gd name="connsiteY15" fmla="*/ 2027296 h 4208519"/>
              <a:gd name="connsiteX16" fmla="*/ 4635411 w 7600293"/>
              <a:gd name="connsiteY16" fmla="*/ 1322446 h 4208519"/>
              <a:gd name="connsiteX17" fmla="*/ 3882934 w 7600293"/>
              <a:gd name="connsiteY17" fmla="*/ 950972 h 4208519"/>
              <a:gd name="connsiteX18" fmla="*/ 3549561 w 7600293"/>
              <a:gd name="connsiteY18" fmla="*/ 388996 h 4208519"/>
              <a:gd name="connsiteX19" fmla="*/ 4616361 w 7600293"/>
              <a:gd name="connsiteY19" fmla="*/ 693796 h 4208519"/>
              <a:gd name="connsiteX20" fmla="*/ 4787811 w 7600293"/>
              <a:gd name="connsiteY20" fmla="*/ 7996 h 4208519"/>
              <a:gd name="connsiteX21" fmla="*/ 5054511 w 7600293"/>
              <a:gd name="connsiteY21" fmla="*/ 1351022 h 4208519"/>
              <a:gd name="connsiteX22" fmla="*/ 5626009 w 7600293"/>
              <a:gd name="connsiteY22" fmla="*/ 1122422 h 4208519"/>
              <a:gd name="connsiteX23" fmla="*/ 5949860 w 7600293"/>
              <a:gd name="connsiteY23" fmla="*/ 541397 h 4208519"/>
              <a:gd name="connsiteX24" fmla="*/ 5864134 w 7600293"/>
              <a:gd name="connsiteY24" fmla="*/ 1465322 h 4208519"/>
              <a:gd name="connsiteX25" fmla="*/ 4740184 w 7600293"/>
              <a:gd name="connsiteY25" fmla="*/ 1893947 h 4208519"/>
              <a:gd name="connsiteX26" fmla="*/ 4292510 w 7600293"/>
              <a:gd name="connsiteY26" fmla="*/ 2503547 h 4208519"/>
              <a:gd name="connsiteX27" fmla="*/ 4997360 w 7600293"/>
              <a:gd name="connsiteY27" fmla="*/ 2446397 h 4208519"/>
              <a:gd name="connsiteX28" fmla="*/ 5626010 w 7600293"/>
              <a:gd name="connsiteY28" fmla="*/ 2132072 h 4208519"/>
              <a:gd name="connsiteX29" fmla="*/ 6016535 w 7600293"/>
              <a:gd name="connsiteY29" fmla="*/ 2589272 h 4208519"/>
              <a:gd name="connsiteX30" fmla="*/ 6559459 w 7600293"/>
              <a:gd name="connsiteY30" fmla="*/ 1417697 h 4208519"/>
              <a:gd name="connsiteX31" fmla="*/ 6730909 w 7600293"/>
              <a:gd name="connsiteY31" fmla="*/ 1074797 h 4208519"/>
              <a:gd name="connsiteX32" fmla="*/ 6445159 w 7600293"/>
              <a:gd name="connsiteY32" fmla="*/ 2560697 h 4208519"/>
              <a:gd name="connsiteX33" fmla="*/ 7550059 w 7600293"/>
              <a:gd name="connsiteY33" fmla="*/ 2084447 h 4208519"/>
              <a:gd name="connsiteX34" fmla="*/ 6949984 w 7600293"/>
              <a:gd name="connsiteY34" fmla="*/ 2770247 h 4208519"/>
              <a:gd name="connsiteX35" fmla="*/ 5949859 w 7600293"/>
              <a:gd name="connsiteY35" fmla="*/ 3113147 h 4208519"/>
              <a:gd name="connsiteX36" fmla="*/ 6559459 w 7600293"/>
              <a:gd name="connsiteY36" fmla="*/ 3265547 h 4208519"/>
              <a:gd name="connsiteX37" fmla="*/ 7045234 w 7600293"/>
              <a:gd name="connsiteY37" fmla="*/ 3017897 h 4208519"/>
              <a:gd name="connsiteX38" fmla="*/ 6254659 w 7600293"/>
              <a:gd name="connsiteY38" fmla="*/ 3646547 h 4208519"/>
              <a:gd name="connsiteX39" fmla="*/ 4883060 w 7600293"/>
              <a:gd name="connsiteY39" fmla="*/ 3170295 h 4208519"/>
              <a:gd name="connsiteX40" fmla="*/ 3892460 w 7600293"/>
              <a:gd name="connsiteY40" fmla="*/ 4198995 h 4208519"/>
              <a:gd name="connsiteX41" fmla="*/ 2939960 w 7600293"/>
              <a:gd name="connsiteY41" fmla="*/ 3494145 h 4208519"/>
              <a:gd name="connsiteX42" fmla="*/ 1111160 w 7600293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69679 w 7558812"/>
              <a:gd name="connsiteY43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69679 w 7558812"/>
              <a:gd name="connsiteY43" fmla="*/ 3360795 h 4208519"/>
              <a:gd name="connsiteX0" fmla="*/ 1088729 w 7558812"/>
              <a:gd name="connsiteY0" fmla="*/ 3351270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88729 w 7558812"/>
              <a:gd name="connsiteY43" fmla="*/ 3351270 h 4208519"/>
              <a:gd name="connsiteX0" fmla="*/ 1088729 w 7558812"/>
              <a:gd name="connsiteY0" fmla="*/ 3351270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88729 w 7558812"/>
              <a:gd name="connsiteY43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465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465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846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846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558812" h="4208519">
                <a:moveTo>
                  <a:pt x="1088729" y="3351270"/>
                </a:moveTo>
                <a:cubicBezTo>
                  <a:pt x="1287167" y="3135370"/>
                  <a:pt x="1542753" y="3489384"/>
                  <a:pt x="1726903" y="3484622"/>
                </a:cubicBezTo>
                <a:cubicBezTo>
                  <a:pt x="1911053" y="3479860"/>
                  <a:pt x="2146004" y="3463983"/>
                  <a:pt x="2193629" y="3322695"/>
                </a:cubicBezTo>
                <a:cubicBezTo>
                  <a:pt x="1522117" y="3214745"/>
                  <a:pt x="1237954" y="2801997"/>
                  <a:pt x="898229" y="2398772"/>
                </a:cubicBezTo>
                <a:cubicBezTo>
                  <a:pt x="-298746" y="1995547"/>
                  <a:pt x="-11409" y="944620"/>
                  <a:pt x="155279" y="903345"/>
                </a:cubicBezTo>
                <a:cubicBezTo>
                  <a:pt x="536279" y="862070"/>
                  <a:pt x="145755" y="1725670"/>
                  <a:pt x="726780" y="1893945"/>
                </a:cubicBezTo>
                <a:cubicBezTo>
                  <a:pt x="917280" y="1951095"/>
                  <a:pt x="898230" y="808095"/>
                  <a:pt x="1260180" y="1074795"/>
                </a:cubicBezTo>
                <a:cubicBezTo>
                  <a:pt x="1571330" y="1170045"/>
                  <a:pt x="1152228" y="1693922"/>
                  <a:pt x="1279228" y="1951097"/>
                </a:cubicBezTo>
                <a:cubicBezTo>
                  <a:pt x="1406228" y="2208272"/>
                  <a:pt x="1638005" y="2674995"/>
                  <a:pt x="2022180" y="2617845"/>
                </a:cubicBezTo>
                <a:cubicBezTo>
                  <a:pt x="2396830" y="2160645"/>
                  <a:pt x="1514180" y="1665345"/>
                  <a:pt x="1984080" y="1436745"/>
                </a:cubicBezTo>
                <a:cubicBezTo>
                  <a:pt x="2288880" y="1420870"/>
                  <a:pt x="2250780" y="1938395"/>
                  <a:pt x="2422230" y="2027295"/>
                </a:cubicBezTo>
                <a:cubicBezTo>
                  <a:pt x="2568280" y="2078095"/>
                  <a:pt x="2390480" y="2776595"/>
                  <a:pt x="2536530" y="2827395"/>
                </a:cubicBezTo>
                <a:cubicBezTo>
                  <a:pt x="2911180" y="2871845"/>
                  <a:pt x="3038180" y="2992495"/>
                  <a:pt x="3412830" y="3036945"/>
                </a:cubicBezTo>
                <a:cubicBezTo>
                  <a:pt x="3717630" y="3068695"/>
                  <a:pt x="3755730" y="2243195"/>
                  <a:pt x="3260430" y="1893945"/>
                </a:cubicBezTo>
                <a:cubicBezTo>
                  <a:pt x="2647655" y="1722495"/>
                  <a:pt x="2387305" y="503295"/>
                  <a:pt x="2650830" y="503295"/>
                </a:cubicBezTo>
                <a:cubicBezTo>
                  <a:pt x="2955630" y="338195"/>
                  <a:pt x="2917530" y="1125596"/>
                  <a:pt x="3222330" y="1474846"/>
                </a:cubicBezTo>
                <a:cubicBezTo>
                  <a:pt x="3489030" y="1747896"/>
                  <a:pt x="3622380" y="1754246"/>
                  <a:pt x="3889080" y="2027296"/>
                </a:cubicBezTo>
                <a:cubicBezTo>
                  <a:pt x="4041480" y="2198746"/>
                  <a:pt x="4317705" y="1722496"/>
                  <a:pt x="4593930" y="1322446"/>
                </a:cubicBezTo>
                <a:cubicBezTo>
                  <a:pt x="4532017" y="812859"/>
                  <a:pt x="4022428" y="1106547"/>
                  <a:pt x="3841453" y="950972"/>
                </a:cubicBezTo>
                <a:cubicBezTo>
                  <a:pt x="3450928" y="804922"/>
                  <a:pt x="3408067" y="406459"/>
                  <a:pt x="3508080" y="388996"/>
                </a:cubicBezTo>
                <a:cubicBezTo>
                  <a:pt x="3708105" y="96896"/>
                  <a:pt x="3793830" y="871596"/>
                  <a:pt x="4574880" y="693796"/>
                </a:cubicBezTo>
                <a:cubicBezTo>
                  <a:pt x="4590755" y="550921"/>
                  <a:pt x="4501855" y="-77729"/>
                  <a:pt x="4746330" y="7996"/>
                </a:cubicBezTo>
                <a:cubicBezTo>
                  <a:pt x="5073355" y="7996"/>
                  <a:pt x="4886030" y="836672"/>
                  <a:pt x="5013030" y="1351022"/>
                </a:cubicBezTo>
                <a:cubicBezTo>
                  <a:pt x="5125742" y="1490722"/>
                  <a:pt x="5473403" y="1303397"/>
                  <a:pt x="5584528" y="1122422"/>
                </a:cubicBezTo>
                <a:cubicBezTo>
                  <a:pt x="5733753" y="979547"/>
                  <a:pt x="5517854" y="590610"/>
                  <a:pt x="5908379" y="541397"/>
                </a:cubicBezTo>
                <a:cubicBezTo>
                  <a:pt x="5994104" y="562035"/>
                  <a:pt x="6186191" y="1001772"/>
                  <a:pt x="5822653" y="1465322"/>
                </a:cubicBezTo>
                <a:cubicBezTo>
                  <a:pt x="5621040" y="1690747"/>
                  <a:pt x="5044778" y="1701860"/>
                  <a:pt x="4698703" y="1893947"/>
                </a:cubicBezTo>
                <a:cubicBezTo>
                  <a:pt x="4400253" y="2105084"/>
                  <a:pt x="4233566" y="2411472"/>
                  <a:pt x="4251029" y="2503547"/>
                </a:cubicBezTo>
                <a:cubicBezTo>
                  <a:pt x="4305004" y="2694047"/>
                  <a:pt x="4454229" y="2960747"/>
                  <a:pt x="4955879" y="2446397"/>
                </a:cubicBezTo>
                <a:cubicBezTo>
                  <a:pt x="4936829" y="2586097"/>
                  <a:pt x="5213054" y="1697097"/>
                  <a:pt x="5584529" y="2132072"/>
                </a:cubicBezTo>
                <a:cubicBezTo>
                  <a:pt x="5321004" y="2401947"/>
                  <a:pt x="5143204" y="2862322"/>
                  <a:pt x="5975054" y="2589272"/>
                </a:cubicBezTo>
                <a:cubicBezTo>
                  <a:pt x="5995691" y="2454334"/>
                  <a:pt x="6219528" y="1900297"/>
                  <a:pt x="6517978" y="1417697"/>
                </a:cubicBezTo>
                <a:cubicBezTo>
                  <a:pt x="6568778" y="1316097"/>
                  <a:pt x="6548140" y="1085910"/>
                  <a:pt x="6689428" y="1074797"/>
                </a:cubicBezTo>
                <a:cubicBezTo>
                  <a:pt x="7368878" y="1262122"/>
                  <a:pt x="6219528" y="2278122"/>
                  <a:pt x="6403678" y="2560697"/>
                </a:cubicBezTo>
                <a:cubicBezTo>
                  <a:pt x="6667203" y="2713097"/>
                  <a:pt x="7502228" y="1865372"/>
                  <a:pt x="7508578" y="2084447"/>
                </a:cubicBezTo>
                <a:cubicBezTo>
                  <a:pt x="7727653" y="2303522"/>
                  <a:pt x="7175203" y="2598797"/>
                  <a:pt x="6908503" y="2770247"/>
                </a:cubicBezTo>
                <a:cubicBezTo>
                  <a:pt x="6641803" y="2941697"/>
                  <a:pt x="5917903" y="2995672"/>
                  <a:pt x="5908378" y="3113147"/>
                </a:cubicBezTo>
                <a:cubicBezTo>
                  <a:pt x="5746453" y="3297297"/>
                  <a:pt x="6306841" y="3376672"/>
                  <a:pt x="6517978" y="3265547"/>
                </a:cubicBezTo>
                <a:cubicBezTo>
                  <a:pt x="6700540" y="3249672"/>
                  <a:pt x="6876753" y="2941697"/>
                  <a:pt x="7003753" y="3017897"/>
                </a:cubicBezTo>
                <a:cubicBezTo>
                  <a:pt x="7289503" y="3402072"/>
                  <a:pt x="6575128" y="3627497"/>
                  <a:pt x="6213178" y="3646547"/>
                </a:cubicBezTo>
                <a:cubicBezTo>
                  <a:pt x="5851228" y="3665597"/>
                  <a:pt x="5219404" y="3030595"/>
                  <a:pt x="4841579" y="3170295"/>
                </a:cubicBezTo>
                <a:cubicBezTo>
                  <a:pt x="4301829" y="3198870"/>
                  <a:pt x="4371679" y="4322820"/>
                  <a:pt x="3850979" y="4198995"/>
                </a:cubicBezTo>
                <a:cubicBezTo>
                  <a:pt x="3381079" y="4268845"/>
                  <a:pt x="3273129" y="3490970"/>
                  <a:pt x="2898479" y="3494145"/>
                </a:cubicBezTo>
                <a:cubicBezTo>
                  <a:pt x="2585741" y="3403658"/>
                  <a:pt x="2184103" y="3878322"/>
                  <a:pt x="1879303" y="3856097"/>
                </a:cubicBezTo>
                <a:cubicBezTo>
                  <a:pt x="1574503" y="3833872"/>
                  <a:pt x="966491" y="3644958"/>
                  <a:pt x="1088729" y="33512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97831A8-DA3A-CCDE-DED1-2AF29CA6DE32}"/>
              </a:ext>
            </a:extLst>
          </p:cNvPr>
          <p:cNvSpPr/>
          <p:nvPr/>
        </p:nvSpPr>
        <p:spPr>
          <a:xfrm>
            <a:off x="746102" y="3142967"/>
            <a:ext cx="7558812" cy="4208519"/>
          </a:xfrm>
          <a:custGeom>
            <a:avLst/>
            <a:gdLst>
              <a:gd name="connsiteX0" fmla="*/ 0 w 914400"/>
              <a:gd name="connsiteY0" fmla="*/ 0 h 666750"/>
              <a:gd name="connsiteX1" fmla="*/ 914400 w 914400"/>
              <a:gd name="connsiteY1" fmla="*/ 0 h 666750"/>
              <a:gd name="connsiteX2" fmla="*/ 914400 w 914400"/>
              <a:gd name="connsiteY2" fmla="*/ 666750 h 666750"/>
              <a:gd name="connsiteX3" fmla="*/ 0 w 914400"/>
              <a:gd name="connsiteY3" fmla="*/ 666750 h 666750"/>
              <a:gd name="connsiteX4" fmla="*/ 0 w 914400"/>
              <a:gd name="connsiteY4" fmla="*/ 0 h 666750"/>
              <a:gd name="connsiteX0" fmla="*/ 0 w 1619250"/>
              <a:gd name="connsiteY0" fmla="*/ 209550 h 876300"/>
              <a:gd name="connsiteX1" fmla="*/ 1619250 w 1619250"/>
              <a:gd name="connsiteY1" fmla="*/ 0 h 876300"/>
              <a:gd name="connsiteX2" fmla="*/ 914400 w 1619250"/>
              <a:gd name="connsiteY2" fmla="*/ 876300 h 876300"/>
              <a:gd name="connsiteX3" fmla="*/ 0 w 1619250"/>
              <a:gd name="connsiteY3" fmla="*/ 876300 h 876300"/>
              <a:gd name="connsiteX4" fmla="*/ 0 w 1619250"/>
              <a:gd name="connsiteY4" fmla="*/ 209550 h 876300"/>
              <a:gd name="connsiteX0" fmla="*/ 0 w 1619250"/>
              <a:gd name="connsiteY0" fmla="*/ 209550 h 1028700"/>
              <a:gd name="connsiteX1" fmla="*/ 1619250 w 1619250"/>
              <a:gd name="connsiteY1" fmla="*/ 0 h 1028700"/>
              <a:gd name="connsiteX2" fmla="*/ 628650 w 1619250"/>
              <a:gd name="connsiteY2" fmla="*/ 1028700 h 1028700"/>
              <a:gd name="connsiteX3" fmla="*/ 0 w 1619250"/>
              <a:gd name="connsiteY3" fmla="*/ 876300 h 1028700"/>
              <a:gd name="connsiteX4" fmla="*/ 0 w 1619250"/>
              <a:gd name="connsiteY4" fmla="*/ 209550 h 1028700"/>
              <a:gd name="connsiteX0" fmla="*/ 0 w 3771900"/>
              <a:gd name="connsiteY0" fmla="*/ 190500 h 1028700"/>
              <a:gd name="connsiteX1" fmla="*/ 3771900 w 3771900"/>
              <a:gd name="connsiteY1" fmla="*/ 0 h 1028700"/>
              <a:gd name="connsiteX2" fmla="*/ 2781300 w 3771900"/>
              <a:gd name="connsiteY2" fmla="*/ 1028700 h 1028700"/>
              <a:gd name="connsiteX3" fmla="*/ 2152650 w 3771900"/>
              <a:gd name="connsiteY3" fmla="*/ 876300 h 1028700"/>
              <a:gd name="connsiteX4" fmla="*/ 0 w 3771900"/>
              <a:gd name="connsiteY4" fmla="*/ 190500 h 1028700"/>
              <a:gd name="connsiteX0" fmla="*/ 0 w 3771900"/>
              <a:gd name="connsiteY0" fmla="*/ 190500 h 1028700"/>
              <a:gd name="connsiteX1" fmla="*/ 3771900 w 3771900"/>
              <a:gd name="connsiteY1" fmla="*/ 0 h 1028700"/>
              <a:gd name="connsiteX2" fmla="*/ 2781300 w 3771900"/>
              <a:gd name="connsiteY2" fmla="*/ 1028700 h 1028700"/>
              <a:gd name="connsiteX3" fmla="*/ 1828800 w 3771900"/>
              <a:gd name="connsiteY3" fmla="*/ 323850 h 1028700"/>
              <a:gd name="connsiteX4" fmla="*/ 0 w 3771900"/>
              <a:gd name="connsiteY4" fmla="*/ 190500 h 1028700"/>
              <a:gd name="connsiteX0" fmla="*/ 0 w 3771900"/>
              <a:gd name="connsiteY0" fmla="*/ 190500 h 1028700"/>
              <a:gd name="connsiteX1" fmla="*/ 1123950 w 3771900"/>
              <a:gd name="connsiteY1" fmla="*/ 152400 h 1028700"/>
              <a:gd name="connsiteX2" fmla="*/ 3771900 w 3771900"/>
              <a:gd name="connsiteY2" fmla="*/ 0 h 1028700"/>
              <a:gd name="connsiteX3" fmla="*/ 2781300 w 3771900"/>
              <a:gd name="connsiteY3" fmla="*/ 1028700 h 1028700"/>
              <a:gd name="connsiteX4" fmla="*/ 1828800 w 3771900"/>
              <a:gd name="connsiteY4" fmla="*/ 323850 h 1028700"/>
              <a:gd name="connsiteX5" fmla="*/ 0 w 3771900"/>
              <a:gd name="connsiteY5" fmla="*/ 190500 h 102870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4690927 w 4690927"/>
              <a:gd name="connsiteY3" fmla="*/ 2266950 h 3295650"/>
              <a:gd name="connsiteX4" fmla="*/ 3700327 w 4690927"/>
              <a:gd name="connsiteY4" fmla="*/ 3295650 h 3295650"/>
              <a:gd name="connsiteX5" fmla="*/ 2747827 w 4690927"/>
              <a:gd name="connsiteY5" fmla="*/ 2590800 h 3295650"/>
              <a:gd name="connsiteX6" fmla="*/ 919027 w 4690927"/>
              <a:gd name="connsiteY6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4690927 w 4690927"/>
              <a:gd name="connsiteY4" fmla="*/ 2266950 h 3295650"/>
              <a:gd name="connsiteX5" fmla="*/ 3700327 w 4690927"/>
              <a:gd name="connsiteY5" fmla="*/ 3295650 h 3295650"/>
              <a:gd name="connsiteX6" fmla="*/ 2747827 w 4690927"/>
              <a:gd name="connsiteY6" fmla="*/ 2590800 h 3295650"/>
              <a:gd name="connsiteX7" fmla="*/ 919027 w 4690927"/>
              <a:gd name="connsiteY7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4690927 w 4690927"/>
              <a:gd name="connsiteY5" fmla="*/ 2266950 h 3295650"/>
              <a:gd name="connsiteX6" fmla="*/ 3700327 w 4690927"/>
              <a:gd name="connsiteY6" fmla="*/ 3295650 h 3295650"/>
              <a:gd name="connsiteX7" fmla="*/ 2747827 w 4690927"/>
              <a:gd name="connsiteY7" fmla="*/ 2590800 h 3295650"/>
              <a:gd name="connsiteX8" fmla="*/ 919027 w 4690927"/>
              <a:gd name="connsiteY8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4690927 w 4690927"/>
              <a:gd name="connsiteY6" fmla="*/ 2266950 h 3295650"/>
              <a:gd name="connsiteX7" fmla="*/ 3700327 w 4690927"/>
              <a:gd name="connsiteY7" fmla="*/ 3295650 h 3295650"/>
              <a:gd name="connsiteX8" fmla="*/ 2747827 w 4690927"/>
              <a:gd name="connsiteY8" fmla="*/ 2590800 h 3295650"/>
              <a:gd name="connsiteX9" fmla="*/ 919027 w 4690927"/>
              <a:gd name="connsiteY9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4690927 w 4690927"/>
              <a:gd name="connsiteY7" fmla="*/ 2266950 h 3295650"/>
              <a:gd name="connsiteX8" fmla="*/ 3700327 w 4690927"/>
              <a:gd name="connsiteY8" fmla="*/ 3295650 h 3295650"/>
              <a:gd name="connsiteX9" fmla="*/ 2747827 w 4690927"/>
              <a:gd name="connsiteY9" fmla="*/ 2590800 h 3295650"/>
              <a:gd name="connsiteX10" fmla="*/ 919027 w 4690927"/>
              <a:gd name="connsiteY10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4690927 w 4690927"/>
              <a:gd name="connsiteY8" fmla="*/ 2266950 h 3295650"/>
              <a:gd name="connsiteX9" fmla="*/ 3700327 w 4690927"/>
              <a:gd name="connsiteY9" fmla="*/ 3295650 h 3295650"/>
              <a:gd name="connsiteX10" fmla="*/ 2747827 w 4690927"/>
              <a:gd name="connsiteY10" fmla="*/ 2590800 h 3295650"/>
              <a:gd name="connsiteX11" fmla="*/ 919027 w 4690927"/>
              <a:gd name="connsiteY11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4690927 w 4690927"/>
              <a:gd name="connsiteY9" fmla="*/ 2266950 h 3295650"/>
              <a:gd name="connsiteX10" fmla="*/ 3700327 w 4690927"/>
              <a:gd name="connsiteY10" fmla="*/ 3295650 h 3295650"/>
              <a:gd name="connsiteX11" fmla="*/ 2747827 w 4690927"/>
              <a:gd name="connsiteY11" fmla="*/ 2590800 h 3295650"/>
              <a:gd name="connsiteX12" fmla="*/ 919027 w 4690927"/>
              <a:gd name="connsiteY12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3262178 w 4690927"/>
              <a:gd name="connsiteY9" fmla="*/ 2133600 h 3295650"/>
              <a:gd name="connsiteX10" fmla="*/ 4690927 w 4690927"/>
              <a:gd name="connsiteY10" fmla="*/ 2266950 h 3295650"/>
              <a:gd name="connsiteX11" fmla="*/ 3700327 w 4690927"/>
              <a:gd name="connsiteY11" fmla="*/ 3295650 h 3295650"/>
              <a:gd name="connsiteX12" fmla="*/ 2747827 w 4690927"/>
              <a:gd name="connsiteY12" fmla="*/ 2590800 h 3295650"/>
              <a:gd name="connsiteX13" fmla="*/ 919027 w 4690927"/>
              <a:gd name="connsiteY13" fmla="*/ 2457450 h 3295650"/>
              <a:gd name="connsiteX0" fmla="*/ 919027 w 4690927"/>
              <a:gd name="connsiteY0" fmla="*/ 2457450 h 3295650"/>
              <a:gd name="connsiteX1" fmla="*/ 2042977 w 4690927"/>
              <a:gd name="connsiteY1" fmla="*/ 2419350 h 3295650"/>
              <a:gd name="connsiteX2" fmla="*/ 4627 w 4690927"/>
              <a:gd name="connsiteY2" fmla="*/ 0 h 3295650"/>
              <a:gd name="connsiteX3" fmla="*/ 576128 w 4690927"/>
              <a:gd name="connsiteY3" fmla="*/ 990600 h 3295650"/>
              <a:gd name="connsiteX4" fmla="*/ 1109528 w 4690927"/>
              <a:gd name="connsiteY4" fmla="*/ 171450 h 3295650"/>
              <a:gd name="connsiteX5" fmla="*/ 1871528 w 4690927"/>
              <a:gd name="connsiteY5" fmla="*/ 1714500 h 3295650"/>
              <a:gd name="connsiteX6" fmla="*/ 1833428 w 4690927"/>
              <a:gd name="connsiteY6" fmla="*/ 533400 h 3295650"/>
              <a:gd name="connsiteX7" fmla="*/ 2271578 w 4690927"/>
              <a:gd name="connsiteY7" fmla="*/ 1123950 h 3295650"/>
              <a:gd name="connsiteX8" fmla="*/ 2385878 w 4690927"/>
              <a:gd name="connsiteY8" fmla="*/ 1924050 h 3295650"/>
              <a:gd name="connsiteX9" fmla="*/ 3262178 w 4690927"/>
              <a:gd name="connsiteY9" fmla="*/ 2133600 h 3295650"/>
              <a:gd name="connsiteX10" fmla="*/ 3109778 w 4690927"/>
              <a:gd name="connsiteY10" fmla="*/ 990600 h 3295650"/>
              <a:gd name="connsiteX11" fmla="*/ 4690927 w 4690927"/>
              <a:gd name="connsiteY11" fmla="*/ 2266950 h 3295650"/>
              <a:gd name="connsiteX12" fmla="*/ 3700327 w 4690927"/>
              <a:gd name="connsiteY12" fmla="*/ 3295650 h 3295650"/>
              <a:gd name="connsiteX13" fmla="*/ 2747827 w 4690927"/>
              <a:gd name="connsiteY13" fmla="*/ 2590800 h 3295650"/>
              <a:gd name="connsiteX14" fmla="*/ 919027 w 4690927"/>
              <a:gd name="connsiteY14" fmla="*/ 2457450 h 3295650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4690927 w 4690927"/>
              <a:gd name="connsiteY12" fmla="*/ 2668587 h 3697287"/>
              <a:gd name="connsiteX13" fmla="*/ 3700327 w 4690927"/>
              <a:gd name="connsiteY13" fmla="*/ 3697287 h 3697287"/>
              <a:gd name="connsiteX14" fmla="*/ 2747827 w 4690927"/>
              <a:gd name="connsiteY14" fmla="*/ 2992437 h 3697287"/>
              <a:gd name="connsiteX15" fmla="*/ 919027 w 4690927"/>
              <a:gd name="connsiteY15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4690927 w 4690927"/>
              <a:gd name="connsiteY13" fmla="*/ 2668587 h 3697287"/>
              <a:gd name="connsiteX14" fmla="*/ 3700327 w 4690927"/>
              <a:gd name="connsiteY14" fmla="*/ 3697287 h 3697287"/>
              <a:gd name="connsiteX15" fmla="*/ 2747827 w 4690927"/>
              <a:gd name="connsiteY15" fmla="*/ 2992437 h 3697287"/>
              <a:gd name="connsiteX16" fmla="*/ 919027 w 4690927"/>
              <a:gd name="connsiteY16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3738428 w 4690927"/>
              <a:gd name="connsiteY13" fmla="*/ 1525588 h 3697287"/>
              <a:gd name="connsiteX14" fmla="*/ 4690927 w 4690927"/>
              <a:gd name="connsiteY14" fmla="*/ 2668587 h 3697287"/>
              <a:gd name="connsiteX15" fmla="*/ 3700327 w 4690927"/>
              <a:gd name="connsiteY15" fmla="*/ 3697287 h 3697287"/>
              <a:gd name="connsiteX16" fmla="*/ 2747827 w 4690927"/>
              <a:gd name="connsiteY16" fmla="*/ 2992437 h 3697287"/>
              <a:gd name="connsiteX17" fmla="*/ 919027 w 4690927"/>
              <a:gd name="connsiteY17" fmla="*/ 2859087 h 3697287"/>
              <a:gd name="connsiteX0" fmla="*/ 919027 w 4690927"/>
              <a:gd name="connsiteY0" fmla="*/ 2859087 h 3697287"/>
              <a:gd name="connsiteX1" fmla="*/ 2042977 w 4690927"/>
              <a:gd name="connsiteY1" fmla="*/ 2820987 h 3697287"/>
              <a:gd name="connsiteX2" fmla="*/ 4627 w 4690927"/>
              <a:gd name="connsiteY2" fmla="*/ 401637 h 3697287"/>
              <a:gd name="connsiteX3" fmla="*/ 576128 w 4690927"/>
              <a:gd name="connsiteY3" fmla="*/ 1392237 h 3697287"/>
              <a:gd name="connsiteX4" fmla="*/ 1109528 w 4690927"/>
              <a:gd name="connsiteY4" fmla="*/ 573087 h 3697287"/>
              <a:gd name="connsiteX5" fmla="*/ 1871528 w 4690927"/>
              <a:gd name="connsiteY5" fmla="*/ 2116137 h 3697287"/>
              <a:gd name="connsiteX6" fmla="*/ 1833428 w 4690927"/>
              <a:gd name="connsiteY6" fmla="*/ 935037 h 3697287"/>
              <a:gd name="connsiteX7" fmla="*/ 2271578 w 4690927"/>
              <a:gd name="connsiteY7" fmla="*/ 1525587 h 3697287"/>
              <a:gd name="connsiteX8" fmla="*/ 2385878 w 4690927"/>
              <a:gd name="connsiteY8" fmla="*/ 2325687 h 3697287"/>
              <a:gd name="connsiteX9" fmla="*/ 3262178 w 4690927"/>
              <a:gd name="connsiteY9" fmla="*/ 2535237 h 3697287"/>
              <a:gd name="connsiteX10" fmla="*/ 3109778 w 4690927"/>
              <a:gd name="connsiteY10" fmla="*/ 1392237 h 3697287"/>
              <a:gd name="connsiteX11" fmla="*/ 2500178 w 4690927"/>
              <a:gd name="connsiteY11" fmla="*/ 1587 h 3697287"/>
              <a:gd name="connsiteX12" fmla="*/ 3071678 w 4690927"/>
              <a:gd name="connsiteY12" fmla="*/ 973138 h 3697287"/>
              <a:gd name="connsiteX13" fmla="*/ 3738428 w 4690927"/>
              <a:gd name="connsiteY13" fmla="*/ 1525588 h 3697287"/>
              <a:gd name="connsiteX14" fmla="*/ 4443278 w 4690927"/>
              <a:gd name="connsiteY14" fmla="*/ 820738 h 3697287"/>
              <a:gd name="connsiteX15" fmla="*/ 4690927 w 4690927"/>
              <a:gd name="connsiteY15" fmla="*/ 2668587 h 3697287"/>
              <a:gd name="connsiteX16" fmla="*/ 3700327 w 4690927"/>
              <a:gd name="connsiteY16" fmla="*/ 3697287 h 3697287"/>
              <a:gd name="connsiteX17" fmla="*/ 2747827 w 4690927"/>
              <a:gd name="connsiteY17" fmla="*/ 2992437 h 3697287"/>
              <a:gd name="connsiteX18" fmla="*/ 919027 w 4690927"/>
              <a:gd name="connsiteY18" fmla="*/ 2859087 h 3697287"/>
              <a:gd name="connsiteX0" fmla="*/ 919027 w 4690927"/>
              <a:gd name="connsiteY0" fmla="*/ 2980508 h 3818708"/>
              <a:gd name="connsiteX1" fmla="*/ 2042977 w 4690927"/>
              <a:gd name="connsiteY1" fmla="*/ 2942408 h 3818708"/>
              <a:gd name="connsiteX2" fmla="*/ 4627 w 4690927"/>
              <a:gd name="connsiteY2" fmla="*/ 523058 h 3818708"/>
              <a:gd name="connsiteX3" fmla="*/ 576128 w 4690927"/>
              <a:gd name="connsiteY3" fmla="*/ 1513658 h 3818708"/>
              <a:gd name="connsiteX4" fmla="*/ 1109528 w 4690927"/>
              <a:gd name="connsiteY4" fmla="*/ 694508 h 3818708"/>
              <a:gd name="connsiteX5" fmla="*/ 1871528 w 4690927"/>
              <a:gd name="connsiteY5" fmla="*/ 2237558 h 3818708"/>
              <a:gd name="connsiteX6" fmla="*/ 1833428 w 4690927"/>
              <a:gd name="connsiteY6" fmla="*/ 1056458 h 3818708"/>
              <a:gd name="connsiteX7" fmla="*/ 2271578 w 4690927"/>
              <a:gd name="connsiteY7" fmla="*/ 1647008 h 3818708"/>
              <a:gd name="connsiteX8" fmla="*/ 2385878 w 4690927"/>
              <a:gd name="connsiteY8" fmla="*/ 2447108 h 3818708"/>
              <a:gd name="connsiteX9" fmla="*/ 3262178 w 4690927"/>
              <a:gd name="connsiteY9" fmla="*/ 2656658 h 3818708"/>
              <a:gd name="connsiteX10" fmla="*/ 3109778 w 4690927"/>
              <a:gd name="connsiteY10" fmla="*/ 1513658 h 3818708"/>
              <a:gd name="connsiteX11" fmla="*/ 2500178 w 4690927"/>
              <a:gd name="connsiteY11" fmla="*/ 123008 h 3818708"/>
              <a:gd name="connsiteX12" fmla="*/ 3071678 w 4690927"/>
              <a:gd name="connsiteY12" fmla="*/ 1094559 h 3818708"/>
              <a:gd name="connsiteX13" fmla="*/ 3738428 w 4690927"/>
              <a:gd name="connsiteY13" fmla="*/ 1647009 h 3818708"/>
              <a:gd name="connsiteX14" fmla="*/ 4443278 w 4690927"/>
              <a:gd name="connsiteY14" fmla="*/ 942159 h 3818708"/>
              <a:gd name="connsiteX15" fmla="*/ 3357428 w 4690927"/>
              <a:gd name="connsiteY15" fmla="*/ 8709 h 3818708"/>
              <a:gd name="connsiteX16" fmla="*/ 4690927 w 4690927"/>
              <a:gd name="connsiteY16" fmla="*/ 2790008 h 3818708"/>
              <a:gd name="connsiteX17" fmla="*/ 3700327 w 4690927"/>
              <a:gd name="connsiteY17" fmla="*/ 3818708 h 3818708"/>
              <a:gd name="connsiteX18" fmla="*/ 2747827 w 4690927"/>
              <a:gd name="connsiteY18" fmla="*/ 3113858 h 3818708"/>
              <a:gd name="connsiteX19" fmla="*/ 919027 w 4690927"/>
              <a:gd name="connsiteY19" fmla="*/ 2980508 h 3818708"/>
              <a:gd name="connsiteX0" fmla="*/ 919027 w 4690927"/>
              <a:gd name="connsiteY0" fmla="*/ 2980508 h 3818708"/>
              <a:gd name="connsiteX1" fmla="*/ 2042977 w 4690927"/>
              <a:gd name="connsiteY1" fmla="*/ 2942408 h 3818708"/>
              <a:gd name="connsiteX2" fmla="*/ 4627 w 4690927"/>
              <a:gd name="connsiteY2" fmla="*/ 523058 h 3818708"/>
              <a:gd name="connsiteX3" fmla="*/ 576128 w 4690927"/>
              <a:gd name="connsiteY3" fmla="*/ 1513658 h 3818708"/>
              <a:gd name="connsiteX4" fmla="*/ 1109528 w 4690927"/>
              <a:gd name="connsiteY4" fmla="*/ 694508 h 3818708"/>
              <a:gd name="connsiteX5" fmla="*/ 1871528 w 4690927"/>
              <a:gd name="connsiteY5" fmla="*/ 2237558 h 3818708"/>
              <a:gd name="connsiteX6" fmla="*/ 1833428 w 4690927"/>
              <a:gd name="connsiteY6" fmla="*/ 1056458 h 3818708"/>
              <a:gd name="connsiteX7" fmla="*/ 2271578 w 4690927"/>
              <a:gd name="connsiteY7" fmla="*/ 1647008 h 3818708"/>
              <a:gd name="connsiteX8" fmla="*/ 2385878 w 4690927"/>
              <a:gd name="connsiteY8" fmla="*/ 2447108 h 3818708"/>
              <a:gd name="connsiteX9" fmla="*/ 3262178 w 4690927"/>
              <a:gd name="connsiteY9" fmla="*/ 2656658 h 3818708"/>
              <a:gd name="connsiteX10" fmla="*/ 3109778 w 4690927"/>
              <a:gd name="connsiteY10" fmla="*/ 1513658 h 3818708"/>
              <a:gd name="connsiteX11" fmla="*/ 2500178 w 4690927"/>
              <a:gd name="connsiteY11" fmla="*/ 123008 h 3818708"/>
              <a:gd name="connsiteX12" fmla="*/ 3071678 w 4690927"/>
              <a:gd name="connsiteY12" fmla="*/ 1094559 h 3818708"/>
              <a:gd name="connsiteX13" fmla="*/ 3738428 w 4690927"/>
              <a:gd name="connsiteY13" fmla="*/ 1647009 h 3818708"/>
              <a:gd name="connsiteX14" fmla="*/ 4443278 w 4690927"/>
              <a:gd name="connsiteY14" fmla="*/ 942159 h 3818708"/>
              <a:gd name="connsiteX15" fmla="*/ 3357428 w 4690927"/>
              <a:gd name="connsiteY15" fmla="*/ 8709 h 3818708"/>
              <a:gd name="connsiteX16" fmla="*/ 4424228 w 4690927"/>
              <a:gd name="connsiteY16" fmla="*/ 313509 h 3818708"/>
              <a:gd name="connsiteX17" fmla="*/ 4690927 w 4690927"/>
              <a:gd name="connsiteY17" fmla="*/ 2790008 h 3818708"/>
              <a:gd name="connsiteX18" fmla="*/ 3700327 w 4690927"/>
              <a:gd name="connsiteY18" fmla="*/ 3818708 h 3818708"/>
              <a:gd name="connsiteX19" fmla="*/ 2747827 w 4690927"/>
              <a:gd name="connsiteY19" fmla="*/ 3113858 h 3818708"/>
              <a:gd name="connsiteX20" fmla="*/ 919027 w 4690927"/>
              <a:gd name="connsiteY20" fmla="*/ 2980508 h 3818708"/>
              <a:gd name="connsiteX0" fmla="*/ 919027 w 4690927"/>
              <a:gd name="connsiteY0" fmla="*/ 3417289 h 4255489"/>
              <a:gd name="connsiteX1" fmla="*/ 2042977 w 4690927"/>
              <a:gd name="connsiteY1" fmla="*/ 3379189 h 4255489"/>
              <a:gd name="connsiteX2" fmla="*/ 4627 w 4690927"/>
              <a:gd name="connsiteY2" fmla="*/ 959839 h 4255489"/>
              <a:gd name="connsiteX3" fmla="*/ 576128 w 4690927"/>
              <a:gd name="connsiteY3" fmla="*/ 1950439 h 4255489"/>
              <a:gd name="connsiteX4" fmla="*/ 1109528 w 4690927"/>
              <a:gd name="connsiteY4" fmla="*/ 1131289 h 4255489"/>
              <a:gd name="connsiteX5" fmla="*/ 1871528 w 4690927"/>
              <a:gd name="connsiteY5" fmla="*/ 2674339 h 4255489"/>
              <a:gd name="connsiteX6" fmla="*/ 1833428 w 4690927"/>
              <a:gd name="connsiteY6" fmla="*/ 1493239 h 4255489"/>
              <a:gd name="connsiteX7" fmla="*/ 2271578 w 4690927"/>
              <a:gd name="connsiteY7" fmla="*/ 2083789 h 4255489"/>
              <a:gd name="connsiteX8" fmla="*/ 2385878 w 4690927"/>
              <a:gd name="connsiteY8" fmla="*/ 2883889 h 4255489"/>
              <a:gd name="connsiteX9" fmla="*/ 3262178 w 4690927"/>
              <a:gd name="connsiteY9" fmla="*/ 3093439 h 4255489"/>
              <a:gd name="connsiteX10" fmla="*/ 3109778 w 4690927"/>
              <a:gd name="connsiteY10" fmla="*/ 1950439 h 4255489"/>
              <a:gd name="connsiteX11" fmla="*/ 2500178 w 4690927"/>
              <a:gd name="connsiteY11" fmla="*/ 559789 h 4255489"/>
              <a:gd name="connsiteX12" fmla="*/ 3071678 w 4690927"/>
              <a:gd name="connsiteY12" fmla="*/ 1531340 h 4255489"/>
              <a:gd name="connsiteX13" fmla="*/ 3738428 w 4690927"/>
              <a:gd name="connsiteY13" fmla="*/ 2083790 h 4255489"/>
              <a:gd name="connsiteX14" fmla="*/ 4443278 w 4690927"/>
              <a:gd name="connsiteY14" fmla="*/ 1378940 h 4255489"/>
              <a:gd name="connsiteX15" fmla="*/ 3357428 w 4690927"/>
              <a:gd name="connsiteY15" fmla="*/ 445490 h 4255489"/>
              <a:gd name="connsiteX16" fmla="*/ 4424228 w 4690927"/>
              <a:gd name="connsiteY16" fmla="*/ 750290 h 4255489"/>
              <a:gd name="connsiteX17" fmla="*/ 4595678 w 4690927"/>
              <a:gd name="connsiteY17" fmla="*/ 64490 h 4255489"/>
              <a:gd name="connsiteX18" fmla="*/ 4690927 w 4690927"/>
              <a:gd name="connsiteY18" fmla="*/ 3226789 h 4255489"/>
              <a:gd name="connsiteX19" fmla="*/ 3700327 w 4690927"/>
              <a:gd name="connsiteY19" fmla="*/ 4255489 h 4255489"/>
              <a:gd name="connsiteX20" fmla="*/ 2747827 w 4690927"/>
              <a:gd name="connsiteY20" fmla="*/ 3550639 h 4255489"/>
              <a:gd name="connsiteX21" fmla="*/ 919027 w 4690927"/>
              <a:gd name="connsiteY21" fmla="*/ 3417289 h 4255489"/>
              <a:gd name="connsiteX0" fmla="*/ 919027 w 4862378"/>
              <a:gd name="connsiteY0" fmla="*/ 3417289 h 4255489"/>
              <a:gd name="connsiteX1" fmla="*/ 2042977 w 4862378"/>
              <a:gd name="connsiteY1" fmla="*/ 3379189 h 4255489"/>
              <a:gd name="connsiteX2" fmla="*/ 4627 w 4862378"/>
              <a:gd name="connsiteY2" fmla="*/ 959839 h 4255489"/>
              <a:gd name="connsiteX3" fmla="*/ 576128 w 4862378"/>
              <a:gd name="connsiteY3" fmla="*/ 1950439 h 4255489"/>
              <a:gd name="connsiteX4" fmla="*/ 1109528 w 4862378"/>
              <a:gd name="connsiteY4" fmla="*/ 1131289 h 4255489"/>
              <a:gd name="connsiteX5" fmla="*/ 1871528 w 4862378"/>
              <a:gd name="connsiteY5" fmla="*/ 2674339 h 4255489"/>
              <a:gd name="connsiteX6" fmla="*/ 1833428 w 4862378"/>
              <a:gd name="connsiteY6" fmla="*/ 1493239 h 4255489"/>
              <a:gd name="connsiteX7" fmla="*/ 2271578 w 4862378"/>
              <a:gd name="connsiteY7" fmla="*/ 2083789 h 4255489"/>
              <a:gd name="connsiteX8" fmla="*/ 2385878 w 4862378"/>
              <a:gd name="connsiteY8" fmla="*/ 2883889 h 4255489"/>
              <a:gd name="connsiteX9" fmla="*/ 3262178 w 4862378"/>
              <a:gd name="connsiteY9" fmla="*/ 3093439 h 4255489"/>
              <a:gd name="connsiteX10" fmla="*/ 3109778 w 4862378"/>
              <a:gd name="connsiteY10" fmla="*/ 1950439 h 4255489"/>
              <a:gd name="connsiteX11" fmla="*/ 2500178 w 4862378"/>
              <a:gd name="connsiteY11" fmla="*/ 559789 h 4255489"/>
              <a:gd name="connsiteX12" fmla="*/ 3071678 w 4862378"/>
              <a:gd name="connsiteY12" fmla="*/ 1531340 h 4255489"/>
              <a:gd name="connsiteX13" fmla="*/ 3738428 w 4862378"/>
              <a:gd name="connsiteY13" fmla="*/ 2083790 h 4255489"/>
              <a:gd name="connsiteX14" fmla="*/ 4443278 w 4862378"/>
              <a:gd name="connsiteY14" fmla="*/ 1378940 h 4255489"/>
              <a:gd name="connsiteX15" fmla="*/ 3357428 w 4862378"/>
              <a:gd name="connsiteY15" fmla="*/ 445490 h 4255489"/>
              <a:gd name="connsiteX16" fmla="*/ 4424228 w 4862378"/>
              <a:gd name="connsiteY16" fmla="*/ 750290 h 4255489"/>
              <a:gd name="connsiteX17" fmla="*/ 4595678 w 4862378"/>
              <a:gd name="connsiteY17" fmla="*/ 64490 h 4255489"/>
              <a:gd name="connsiteX18" fmla="*/ 4862378 w 4862378"/>
              <a:gd name="connsiteY18" fmla="*/ 1455141 h 4255489"/>
              <a:gd name="connsiteX19" fmla="*/ 4690927 w 4862378"/>
              <a:gd name="connsiteY19" fmla="*/ 3226789 h 4255489"/>
              <a:gd name="connsiteX20" fmla="*/ 3700327 w 4862378"/>
              <a:gd name="connsiteY20" fmla="*/ 4255489 h 4255489"/>
              <a:gd name="connsiteX21" fmla="*/ 2747827 w 4862378"/>
              <a:gd name="connsiteY21" fmla="*/ 3550639 h 4255489"/>
              <a:gd name="connsiteX22" fmla="*/ 919027 w 4862378"/>
              <a:gd name="connsiteY22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690927 w 5757857"/>
              <a:gd name="connsiteY20" fmla="*/ 3226789 h 4255489"/>
              <a:gd name="connsiteX21" fmla="*/ 3700327 w 5757857"/>
              <a:gd name="connsiteY21" fmla="*/ 4255489 h 4255489"/>
              <a:gd name="connsiteX22" fmla="*/ 2747827 w 5757857"/>
              <a:gd name="connsiteY22" fmla="*/ 3550639 h 4255489"/>
              <a:gd name="connsiteX23" fmla="*/ 919027 w 5757857"/>
              <a:gd name="connsiteY23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690927 w 5757857"/>
              <a:gd name="connsiteY21" fmla="*/ 3226789 h 4255489"/>
              <a:gd name="connsiteX22" fmla="*/ 3700327 w 5757857"/>
              <a:gd name="connsiteY22" fmla="*/ 4255489 h 4255489"/>
              <a:gd name="connsiteX23" fmla="*/ 2747827 w 5757857"/>
              <a:gd name="connsiteY23" fmla="*/ 3550639 h 4255489"/>
              <a:gd name="connsiteX24" fmla="*/ 919027 w 5757857"/>
              <a:gd name="connsiteY24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805227 w 5757857"/>
              <a:gd name="connsiteY21" fmla="*/ 2502891 h 4255489"/>
              <a:gd name="connsiteX22" fmla="*/ 4690927 w 5757857"/>
              <a:gd name="connsiteY22" fmla="*/ 3226789 h 4255489"/>
              <a:gd name="connsiteX23" fmla="*/ 3700327 w 5757857"/>
              <a:gd name="connsiteY23" fmla="*/ 4255489 h 4255489"/>
              <a:gd name="connsiteX24" fmla="*/ 2747827 w 5757857"/>
              <a:gd name="connsiteY24" fmla="*/ 3550639 h 4255489"/>
              <a:gd name="connsiteX25" fmla="*/ 919027 w 5757857"/>
              <a:gd name="connsiteY25" fmla="*/ 3417289 h 4255489"/>
              <a:gd name="connsiteX0" fmla="*/ 919027 w 5757857"/>
              <a:gd name="connsiteY0" fmla="*/ 3417289 h 4255489"/>
              <a:gd name="connsiteX1" fmla="*/ 2042977 w 5757857"/>
              <a:gd name="connsiteY1" fmla="*/ 3379189 h 4255489"/>
              <a:gd name="connsiteX2" fmla="*/ 4627 w 5757857"/>
              <a:gd name="connsiteY2" fmla="*/ 959839 h 4255489"/>
              <a:gd name="connsiteX3" fmla="*/ 576128 w 5757857"/>
              <a:gd name="connsiteY3" fmla="*/ 1950439 h 4255489"/>
              <a:gd name="connsiteX4" fmla="*/ 1109528 w 5757857"/>
              <a:gd name="connsiteY4" fmla="*/ 1131289 h 4255489"/>
              <a:gd name="connsiteX5" fmla="*/ 1871528 w 5757857"/>
              <a:gd name="connsiteY5" fmla="*/ 2674339 h 4255489"/>
              <a:gd name="connsiteX6" fmla="*/ 1833428 w 5757857"/>
              <a:gd name="connsiteY6" fmla="*/ 1493239 h 4255489"/>
              <a:gd name="connsiteX7" fmla="*/ 2271578 w 5757857"/>
              <a:gd name="connsiteY7" fmla="*/ 2083789 h 4255489"/>
              <a:gd name="connsiteX8" fmla="*/ 2385878 w 5757857"/>
              <a:gd name="connsiteY8" fmla="*/ 2883889 h 4255489"/>
              <a:gd name="connsiteX9" fmla="*/ 3262178 w 5757857"/>
              <a:gd name="connsiteY9" fmla="*/ 3093439 h 4255489"/>
              <a:gd name="connsiteX10" fmla="*/ 3109778 w 5757857"/>
              <a:gd name="connsiteY10" fmla="*/ 1950439 h 4255489"/>
              <a:gd name="connsiteX11" fmla="*/ 2500178 w 5757857"/>
              <a:gd name="connsiteY11" fmla="*/ 559789 h 4255489"/>
              <a:gd name="connsiteX12" fmla="*/ 3071678 w 5757857"/>
              <a:gd name="connsiteY12" fmla="*/ 1531340 h 4255489"/>
              <a:gd name="connsiteX13" fmla="*/ 3738428 w 5757857"/>
              <a:gd name="connsiteY13" fmla="*/ 2083790 h 4255489"/>
              <a:gd name="connsiteX14" fmla="*/ 4443278 w 5757857"/>
              <a:gd name="connsiteY14" fmla="*/ 1378940 h 4255489"/>
              <a:gd name="connsiteX15" fmla="*/ 3357428 w 5757857"/>
              <a:gd name="connsiteY15" fmla="*/ 445490 h 4255489"/>
              <a:gd name="connsiteX16" fmla="*/ 4424228 w 5757857"/>
              <a:gd name="connsiteY16" fmla="*/ 750290 h 4255489"/>
              <a:gd name="connsiteX17" fmla="*/ 4595678 w 5757857"/>
              <a:gd name="connsiteY17" fmla="*/ 64490 h 4255489"/>
              <a:gd name="connsiteX18" fmla="*/ 4862378 w 5757857"/>
              <a:gd name="connsiteY18" fmla="*/ 1455141 h 4255489"/>
              <a:gd name="connsiteX19" fmla="*/ 5757727 w 5757857"/>
              <a:gd name="connsiteY19" fmla="*/ 597891 h 4255489"/>
              <a:gd name="connsiteX20" fmla="*/ 4043227 w 5757857"/>
              <a:gd name="connsiteY20" fmla="*/ 2560041 h 4255489"/>
              <a:gd name="connsiteX21" fmla="*/ 4805227 w 5757857"/>
              <a:gd name="connsiteY21" fmla="*/ 2502891 h 4255489"/>
              <a:gd name="connsiteX22" fmla="*/ 5452927 w 5757857"/>
              <a:gd name="connsiteY22" fmla="*/ 2121891 h 4255489"/>
              <a:gd name="connsiteX23" fmla="*/ 4690927 w 5757857"/>
              <a:gd name="connsiteY23" fmla="*/ 3226789 h 4255489"/>
              <a:gd name="connsiteX24" fmla="*/ 3700327 w 5757857"/>
              <a:gd name="connsiteY24" fmla="*/ 4255489 h 4255489"/>
              <a:gd name="connsiteX25" fmla="*/ 2747827 w 5757857"/>
              <a:gd name="connsiteY25" fmla="*/ 3550639 h 4255489"/>
              <a:gd name="connsiteX26" fmla="*/ 919027 w 5757857"/>
              <a:gd name="connsiteY26" fmla="*/ 3417289 h 4255489"/>
              <a:gd name="connsiteX0" fmla="*/ 919027 w 5857570"/>
              <a:gd name="connsiteY0" fmla="*/ 3417289 h 4255489"/>
              <a:gd name="connsiteX1" fmla="*/ 2042977 w 5857570"/>
              <a:gd name="connsiteY1" fmla="*/ 3379189 h 4255489"/>
              <a:gd name="connsiteX2" fmla="*/ 4627 w 5857570"/>
              <a:gd name="connsiteY2" fmla="*/ 959839 h 4255489"/>
              <a:gd name="connsiteX3" fmla="*/ 576128 w 5857570"/>
              <a:gd name="connsiteY3" fmla="*/ 1950439 h 4255489"/>
              <a:gd name="connsiteX4" fmla="*/ 1109528 w 5857570"/>
              <a:gd name="connsiteY4" fmla="*/ 1131289 h 4255489"/>
              <a:gd name="connsiteX5" fmla="*/ 1871528 w 5857570"/>
              <a:gd name="connsiteY5" fmla="*/ 2674339 h 4255489"/>
              <a:gd name="connsiteX6" fmla="*/ 1833428 w 5857570"/>
              <a:gd name="connsiteY6" fmla="*/ 1493239 h 4255489"/>
              <a:gd name="connsiteX7" fmla="*/ 2271578 w 5857570"/>
              <a:gd name="connsiteY7" fmla="*/ 2083789 h 4255489"/>
              <a:gd name="connsiteX8" fmla="*/ 2385878 w 5857570"/>
              <a:gd name="connsiteY8" fmla="*/ 2883889 h 4255489"/>
              <a:gd name="connsiteX9" fmla="*/ 3262178 w 5857570"/>
              <a:gd name="connsiteY9" fmla="*/ 3093439 h 4255489"/>
              <a:gd name="connsiteX10" fmla="*/ 3109778 w 5857570"/>
              <a:gd name="connsiteY10" fmla="*/ 1950439 h 4255489"/>
              <a:gd name="connsiteX11" fmla="*/ 2500178 w 5857570"/>
              <a:gd name="connsiteY11" fmla="*/ 559789 h 4255489"/>
              <a:gd name="connsiteX12" fmla="*/ 3071678 w 5857570"/>
              <a:gd name="connsiteY12" fmla="*/ 1531340 h 4255489"/>
              <a:gd name="connsiteX13" fmla="*/ 3738428 w 5857570"/>
              <a:gd name="connsiteY13" fmla="*/ 2083790 h 4255489"/>
              <a:gd name="connsiteX14" fmla="*/ 4443278 w 5857570"/>
              <a:gd name="connsiteY14" fmla="*/ 1378940 h 4255489"/>
              <a:gd name="connsiteX15" fmla="*/ 3357428 w 5857570"/>
              <a:gd name="connsiteY15" fmla="*/ 445490 h 4255489"/>
              <a:gd name="connsiteX16" fmla="*/ 4424228 w 5857570"/>
              <a:gd name="connsiteY16" fmla="*/ 750290 h 4255489"/>
              <a:gd name="connsiteX17" fmla="*/ 4595678 w 5857570"/>
              <a:gd name="connsiteY17" fmla="*/ 64490 h 4255489"/>
              <a:gd name="connsiteX18" fmla="*/ 4862378 w 5857570"/>
              <a:gd name="connsiteY18" fmla="*/ 1455141 h 4255489"/>
              <a:gd name="connsiteX19" fmla="*/ 5757727 w 5857570"/>
              <a:gd name="connsiteY19" fmla="*/ 597891 h 4255489"/>
              <a:gd name="connsiteX20" fmla="*/ 4043227 w 5857570"/>
              <a:gd name="connsiteY20" fmla="*/ 2560041 h 4255489"/>
              <a:gd name="connsiteX21" fmla="*/ 4805227 w 5857570"/>
              <a:gd name="connsiteY21" fmla="*/ 2502891 h 4255489"/>
              <a:gd name="connsiteX22" fmla="*/ 5452927 w 5857570"/>
              <a:gd name="connsiteY22" fmla="*/ 2121891 h 4255489"/>
              <a:gd name="connsiteX23" fmla="*/ 5833927 w 5857570"/>
              <a:gd name="connsiteY23" fmla="*/ 2655291 h 4255489"/>
              <a:gd name="connsiteX24" fmla="*/ 4690927 w 5857570"/>
              <a:gd name="connsiteY24" fmla="*/ 3226789 h 4255489"/>
              <a:gd name="connsiteX25" fmla="*/ 3700327 w 5857570"/>
              <a:gd name="connsiteY25" fmla="*/ 4255489 h 4255489"/>
              <a:gd name="connsiteX26" fmla="*/ 2747827 w 5857570"/>
              <a:gd name="connsiteY26" fmla="*/ 3550639 h 4255489"/>
              <a:gd name="connsiteX27" fmla="*/ 919027 w 5857570"/>
              <a:gd name="connsiteY27" fmla="*/ 3417289 h 4255489"/>
              <a:gd name="connsiteX0" fmla="*/ 919027 w 6563716"/>
              <a:gd name="connsiteY0" fmla="*/ 3417289 h 4255489"/>
              <a:gd name="connsiteX1" fmla="*/ 2042977 w 6563716"/>
              <a:gd name="connsiteY1" fmla="*/ 3379189 h 4255489"/>
              <a:gd name="connsiteX2" fmla="*/ 4627 w 6563716"/>
              <a:gd name="connsiteY2" fmla="*/ 959839 h 4255489"/>
              <a:gd name="connsiteX3" fmla="*/ 576128 w 6563716"/>
              <a:gd name="connsiteY3" fmla="*/ 1950439 h 4255489"/>
              <a:gd name="connsiteX4" fmla="*/ 1109528 w 6563716"/>
              <a:gd name="connsiteY4" fmla="*/ 1131289 h 4255489"/>
              <a:gd name="connsiteX5" fmla="*/ 1871528 w 6563716"/>
              <a:gd name="connsiteY5" fmla="*/ 2674339 h 4255489"/>
              <a:gd name="connsiteX6" fmla="*/ 1833428 w 6563716"/>
              <a:gd name="connsiteY6" fmla="*/ 1493239 h 4255489"/>
              <a:gd name="connsiteX7" fmla="*/ 2271578 w 6563716"/>
              <a:gd name="connsiteY7" fmla="*/ 2083789 h 4255489"/>
              <a:gd name="connsiteX8" fmla="*/ 2385878 w 6563716"/>
              <a:gd name="connsiteY8" fmla="*/ 2883889 h 4255489"/>
              <a:gd name="connsiteX9" fmla="*/ 3262178 w 6563716"/>
              <a:gd name="connsiteY9" fmla="*/ 3093439 h 4255489"/>
              <a:gd name="connsiteX10" fmla="*/ 3109778 w 6563716"/>
              <a:gd name="connsiteY10" fmla="*/ 1950439 h 4255489"/>
              <a:gd name="connsiteX11" fmla="*/ 2500178 w 6563716"/>
              <a:gd name="connsiteY11" fmla="*/ 559789 h 4255489"/>
              <a:gd name="connsiteX12" fmla="*/ 3071678 w 6563716"/>
              <a:gd name="connsiteY12" fmla="*/ 1531340 h 4255489"/>
              <a:gd name="connsiteX13" fmla="*/ 3738428 w 6563716"/>
              <a:gd name="connsiteY13" fmla="*/ 2083790 h 4255489"/>
              <a:gd name="connsiteX14" fmla="*/ 4443278 w 6563716"/>
              <a:gd name="connsiteY14" fmla="*/ 1378940 h 4255489"/>
              <a:gd name="connsiteX15" fmla="*/ 3357428 w 6563716"/>
              <a:gd name="connsiteY15" fmla="*/ 445490 h 4255489"/>
              <a:gd name="connsiteX16" fmla="*/ 4424228 w 6563716"/>
              <a:gd name="connsiteY16" fmla="*/ 750290 h 4255489"/>
              <a:gd name="connsiteX17" fmla="*/ 4595678 w 6563716"/>
              <a:gd name="connsiteY17" fmla="*/ 64490 h 4255489"/>
              <a:gd name="connsiteX18" fmla="*/ 4862378 w 6563716"/>
              <a:gd name="connsiteY18" fmla="*/ 1455141 h 4255489"/>
              <a:gd name="connsiteX19" fmla="*/ 5757727 w 6563716"/>
              <a:gd name="connsiteY19" fmla="*/ 597891 h 4255489"/>
              <a:gd name="connsiteX20" fmla="*/ 4043227 w 6563716"/>
              <a:gd name="connsiteY20" fmla="*/ 2560041 h 4255489"/>
              <a:gd name="connsiteX21" fmla="*/ 4805227 w 6563716"/>
              <a:gd name="connsiteY21" fmla="*/ 2502891 h 4255489"/>
              <a:gd name="connsiteX22" fmla="*/ 5452927 w 6563716"/>
              <a:gd name="connsiteY22" fmla="*/ 2121891 h 4255489"/>
              <a:gd name="connsiteX23" fmla="*/ 5833927 w 6563716"/>
              <a:gd name="connsiteY23" fmla="*/ 2655291 h 4255489"/>
              <a:gd name="connsiteX24" fmla="*/ 6538776 w 6563716"/>
              <a:gd name="connsiteY24" fmla="*/ 1131291 h 4255489"/>
              <a:gd name="connsiteX25" fmla="*/ 4690927 w 6563716"/>
              <a:gd name="connsiteY25" fmla="*/ 3226789 h 4255489"/>
              <a:gd name="connsiteX26" fmla="*/ 3700327 w 6563716"/>
              <a:gd name="connsiteY26" fmla="*/ 4255489 h 4255489"/>
              <a:gd name="connsiteX27" fmla="*/ 2747827 w 6563716"/>
              <a:gd name="connsiteY27" fmla="*/ 3550639 h 4255489"/>
              <a:gd name="connsiteX28" fmla="*/ 919027 w 6563716"/>
              <a:gd name="connsiteY28" fmla="*/ 3417289 h 4255489"/>
              <a:gd name="connsiteX0" fmla="*/ 919027 w 6563716"/>
              <a:gd name="connsiteY0" fmla="*/ 3417289 h 4255489"/>
              <a:gd name="connsiteX1" fmla="*/ 2042977 w 6563716"/>
              <a:gd name="connsiteY1" fmla="*/ 3379189 h 4255489"/>
              <a:gd name="connsiteX2" fmla="*/ 4627 w 6563716"/>
              <a:gd name="connsiteY2" fmla="*/ 959839 h 4255489"/>
              <a:gd name="connsiteX3" fmla="*/ 576128 w 6563716"/>
              <a:gd name="connsiteY3" fmla="*/ 1950439 h 4255489"/>
              <a:gd name="connsiteX4" fmla="*/ 1109528 w 6563716"/>
              <a:gd name="connsiteY4" fmla="*/ 1131289 h 4255489"/>
              <a:gd name="connsiteX5" fmla="*/ 1871528 w 6563716"/>
              <a:gd name="connsiteY5" fmla="*/ 2674339 h 4255489"/>
              <a:gd name="connsiteX6" fmla="*/ 1833428 w 6563716"/>
              <a:gd name="connsiteY6" fmla="*/ 1493239 h 4255489"/>
              <a:gd name="connsiteX7" fmla="*/ 2271578 w 6563716"/>
              <a:gd name="connsiteY7" fmla="*/ 2083789 h 4255489"/>
              <a:gd name="connsiteX8" fmla="*/ 2385878 w 6563716"/>
              <a:gd name="connsiteY8" fmla="*/ 2883889 h 4255489"/>
              <a:gd name="connsiteX9" fmla="*/ 3262178 w 6563716"/>
              <a:gd name="connsiteY9" fmla="*/ 3093439 h 4255489"/>
              <a:gd name="connsiteX10" fmla="*/ 3109778 w 6563716"/>
              <a:gd name="connsiteY10" fmla="*/ 1950439 h 4255489"/>
              <a:gd name="connsiteX11" fmla="*/ 2500178 w 6563716"/>
              <a:gd name="connsiteY11" fmla="*/ 559789 h 4255489"/>
              <a:gd name="connsiteX12" fmla="*/ 3071678 w 6563716"/>
              <a:gd name="connsiteY12" fmla="*/ 1531340 h 4255489"/>
              <a:gd name="connsiteX13" fmla="*/ 3738428 w 6563716"/>
              <a:gd name="connsiteY13" fmla="*/ 2083790 h 4255489"/>
              <a:gd name="connsiteX14" fmla="*/ 4443278 w 6563716"/>
              <a:gd name="connsiteY14" fmla="*/ 1378940 h 4255489"/>
              <a:gd name="connsiteX15" fmla="*/ 3357428 w 6563716"/>
              <a:gd name="connsiteY15" fmla="*/ 445490 h 4255489"/>
              <a:gd name="connsiteX16" fmla="*/ 4424228 w 6563716"/>
              <a:gd name="connsiteY16" fmla="*/ 750290 h 4255489"/>
              <a:gd name="connsiteX17" fmla="*/ 4595678 w 6563716"/>
              <a:gd name="connsiteY17" fmla="*/ 64490 h 4255489"/>
              <a:gd name="connsiteX18" fmla="*/ 4862378 w 6563716"/>
              <a:gd name="connsiteY18" fmla="*/ 1455141 h 4255489"/>
              <a:gd name="connsiteX19" fmla="*/ 5757727 w 6563716"/>
              <a:gd name="connsiteY19" fmla="*/ 597891 h 4255489"/>
              <a:gd name="connsiteX20" fmla="*/ 4043227 w 6563716"/>
              <a:gd name="connsiteY20" fmla="*/ 2560041 h 4255489"/>
              <a:gd name="connsiteX21" fmla="*/ 4805227 w 6563716"/>
              <a:gd name="connsiteY21" fmla="*/ 2502891 h 4255489"/>
              <a:gd name="connsiteX22" fmla="*/ 5452927 w 6563716"/>
              <a:gd name="connsiteY22" fmla="*/ 2121891 h 4255489"/>
              <a:gd name="connsiteX23" fmla="*/ 5833927 w 6563716"/>
              <a:gd name="connsiteY23" fmla="*/ 2655291 h 4255489"/>
              <a:gd name="connsiteX24" fmla="*/ 6538776 w 6563716"/>
              <a:gd name="connsiteY24" fmla="*/ 1131291 h 4255489"/>
              <a:gd name="connsiteX25" fmla="*/ 6253026 w 6563716"/>
              <a:gd name="connsiteY25" fmla="*/ 2617191 h 4255489"/>
              <a:gd name="connsiteX26" fmla="*/ 4690927 w 6563716"/>
              <a:gd name="connsiteY26" fmla="*/ 3226789 h 4255489"/>
              <a:gd name="connsiteX27" fmla="*/ 3700327 w 6563716"/>
              <a:gd name="connsiteY27" fmla="*/ 4255489 h 4255489"/>
              <a:gd name="connsiteX28" fmla="*/ 2747827 w 6563716"/>
              <a:gd name="connsiteY28" fmla="*/ 3550639 h 4255489"/>
              <a:gd name="connsiteX29" fmla="*/ 919027 w 6563716"/>
              <a:gd name="connsiteY29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4690927 w 7386271"/>
              <a:gd name="connsiteY27" fmla="*/ 3226789 h 4255489"/>
              <a:gd name="connsiteX28" fmla="*/ 3700327 w 7386271"/>
              <a:gd name="connsiteY28" fmla="*/ 4255489 h 4255489"/>
              <a:gd name="connsiteX29" fmla="*/ 2747827 w 7386271"/>
              <a:gd name="connsiteY29" fmla="*/ 3550639 h 4255489"/>
              <a:gd name="connsiteX30" fmla="*/ 919027 w 7386271"/>
              <a:gd name="connsiteY30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4690927 w 7386271"/>
              <a:gd name="connsiteY28" fmla="*/ 3226789 h 4255489"/>
              <a:gd name="connsiteX29" fmla="*/ 3700327 w 7386271"/>
              <a:gd name="connsiteY29" fmla="*/ 4255489 h 4255489"/>
              <a:gd name="connsiteX30" fmla="*/ 2747827 w 7386271"/>
              <a:gd name="connsiteY30" fmla="*/ 3550639 h 4255489"/>
              <a:gd name="connsiteX31" fmla="*/ 919027 w 7386271"/>
              <a:gd name="connsiteY31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4690927 w 7386271"/>
              <a:gd name="connsiteY29" fmla="*/ 3226789 h 4255489"/>
              <a:gd name="connsiteX30" fmla="*/ 3700327 w 7386271"/>
              <a:gd name="connsiteY30" fmla="*/ 4255489 h 4255489"/>
              <a:gd name="connsiteX31" fmla="*/ 2747827 w 7386271"/>
              <a:gd name="connsiteY31" fmla="*/ 3550639 h 4255489"/>
              <a:gd name="connsiteX32" fmla="*/ 919027 w 7386271"/>
              <a:gd name="connsiteY32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4690927 w 7386271"/>
              <a:gd name="connsiteY29" fmla="*/ 3226789 h 4255489"/>
              <a:gd name="connsiteX30" fmla="*/ 3700327 w 7386271"/>
              <a:gd name="connsiteY30" fmla="*/ 4255489 h 4255489"/>
              <a:gd name="connsiteX31" fmla="*/ 2747827 w 7386271"/>
              <a:gd name="connsiteY31" fmla="*/ 3550639 h 4255489"/>
              <a:gd name="connsiteX32" fmla="*/ 919027 w 7386271"/>
              <a:gd name="connsiteY32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626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48326 w 7386271"/>
              <a:gd name="connsiteY28" fmla="*/ 31315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900726 w 7386271"/>
              <a:gd name="connsiteY28" fmla="*/ 32267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948351 w 7386271"/>
              <a:gd name="connsiteY28" fmla="*/ 33029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872151 w 7386271"/>
              <a:gd name="connsiteY28" fmla="*/ 31886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1124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958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786426 w 7386271"/>
              <a:gd name="connsiteY28" fmla="*/ 305534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853101 w 7386271"/>
              <a:gd name="connsiteY28" fmla="*/ 3074391 h 4255489"/>
              <a:gd name="connsiteX29" fmla="*/ 6062526 w 7386271"/>
              <a:gd name="connsiteY29" fmla="*/ 3703041 h 4255489"/>
              <a:gd name="connsiteX30" fmla="*/ 4690927 w 7386271"/>
              <a:gd name="connsiteY30" fmla="*/ 3226789 h 4255489"/>
              <a:gd name="connsiteX31" fmla="*/ 3700327 w 7386271"/>
              <a:gd name="connsiteY31" fmla="*/ 4255489 h 4255489"/>
              <a:gd name="connsiteX32" fmla="*/ 2747827 w 7386271"/>
              <a:gd name="connsiteY32" fmla="*/ 3550639 h 4255489"/>
              <a:gd name="connsiteX33" fmla="*/ 919027 w 7386271"/>
              <a:gd name="connsiteY33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5757726 w 7386271"/>
              <a:gd name="connsiteY27" fmla="*/ 3169641 h 4255489"/>
              <a:gd name="connsiteX28" fmla="*/ 6367326 w 7386271"/>
              <a:gd name="connsiteY28" fmla="*/ 3322041 h 4255489"/>
              <a:gd name="connsiteX29" fmla="*/ 6853101 w 7386271"/>
              <a:gd name="connsiteY29" fmla="*/ 3074391 h 4255489"/>
              <a:gd name="connsiteX30" fmla="*/ 6062526 w 7386271"/>
              <a:gd name="connsiteY30" fmla="*/ 3703041 h 4255489"/>
              <a:gd name="connsiteX31" fmla="*/ 4690927 w 7386271"/>
              <a:gd name="connsiteY31" fmla="*/ 3226789 h 4255489"/>
              <a:gd name="connsiteX32" fmla="*/ 3700327 w 7386271"/>
              <a:gd name="connsiteY32" fmla="*/ 4255489 h 4255489"/>
              <a:gd name="connsiteX33" fmla="*/ 2747827 w 7386271"/>
              <a:gd name="connsiteY33" fmla="*/ 3550639 h 4255489"/>
              <a:gd name="connsiteX34" fmla="*/ 919027 w 7386271"/>
              <a:gd name="connsiteY34" fmla="*/ 3417289 h 4255489"/>
              <a:gd name="connsiteX0" fmla="*/ 919027 w 7386271"/>
              <a:gd name="connsiteY0" fmla="*/ 3417289 h 4255489"/>
              <a:gd name="connsiteX1" fmla="*/ 2042977 w 7386271"/>
              <a:gd name="connsiteY1" fmla="*/ 3379189 h 4255489"/>
              <a:gd name="connsiteX2" fmla="*/ 4627 w 7386271"/>
              <a:gd name="connsiteY2" fmla="*/ 959839 h 4255489"/>
              <a:gd name="connsiteX3" fmla="*/ 576128 w 7386271"/>
              <a:gd name="connsiteY3" fmla="*/ 1950439 h 4255489"/>
              <a:gd name="connsiteX4" fmla="*/ 1109528 w 7386271"/>
              <a:gd name="connsiteY4" fmla="*/ 1131289 h 4255489"/>
              <a:gd name="connsiteX5" fmla="*/ 1871528 w 7386271"/>
              <a:gd name="connsiteY5" fmla="*/ 2674339 h 4255489"/>
              <a:gd name="connsiteX6" fmla="*/ 1833428 w 7386271"/>
              <a:gd name="connsiteY6" fmla="*/ 1493239 h 4255489"/>
              <a:gd name="connsiteX7" fmla="*/ 2271578 w 7386271"/>
              <a:gd name="connsiteY7" fmla="*/ 2083789 h 4255489"/>
              <a:gd name="connsiteX8" fmla="*/ 2385878 w 7386271"/>
              <a:gd name="connsiteY8" fmla="*/ 2883889 h 4255489"/>
              <a:gd name="connsiteX9" fmla="*/ 3262178 w 7386271"/>
              <a:gd name="connsiteY9" fmla="*/ 3093439 h 4255489"/>
              <a:gd name="connsiteX10" fmla="*/ 3109778 w 7386271"/>
              <a:gd name="connsiteY10" fmla="*/ 1950439 h 4255489"/>
              <a:gd name="connsiteX11" fmla="*/ 2500178 w 7386271"/>
              <a:gd name="connsiteY11" fmla="*/ 559789 h 4255489"/>
              <a:gd name="connsiteX12" fmla="*/ 3071678 w 7386271"/>
              <a:gd name="connsiteY12" fmla="*/ 1531340 h 4255489"/>
              <a:gd name="connsiteX13" fmla="*/ 3738428 w 7386271"/>
              <a:gd name="connsiteY13" fmla="*/ 2083790 h 4255489"/>
              <a:gd name="connsiteX14" fmla="*/ 4443278 w 7386271"/>
              <a:gd name="connsiteY14" fmla="*/ 1378940 h 4255489"/>
              <a:gd name="connsiteX15" fmla="*/ 3357428 w 7386271"/>
              <a:gd name="connsiteY15" fmla="*/ 445490 h 4255489"/>
              <a:gd name="connsiteX16" fmla="*/ 4424228 w 7386271"/>
              <a:gd name="connsiteY16" fmla="*/ 750290 h 4255489"/>
              <a:gd name="connsiteX17" fmla="*/ 4595678 w 7386271"/>
              <a:gd name="connsiteY17" fmla="*/ 64490 h 4255489"/>
              <a:gd name="connsiteX18" fmla="*/ 4862378 w 7386271"/>
              <a:gd name="connsiteY18" fmla="*/ 1455141 h 4255489"/>
              <a:gd name="connsiteX19" fmla="*/ 5757727 w 7386271"/>
              <a:gd name="connsiteY19" fmla="*/ 597891 h 4255489"/>
              <a:gd name="connsiteX20" fmla="*/ 4043227 w 7386271"/>
              <a:gd name="connsiteY20" fmla="*/ 2560041 h 4255489"/>
              <a:gd name="connsiteX21" fmla="*/ 4805227 w 7386271"/>
              <a:gd name="connsiteY21" fmla="*/ 2502891 h 4255489"/>
              <a:gd name="connsiteX22" fmla="*/ 5452927 w 7386271"/>
              <a:gd name="connsiteY22" fmla="*/ 2121891 h 4255489"/>
              <a:gd name="connsiteX23" fmla="*/ 5833927 w 7386271"/>
              <a:gd name="connsiteY23" fmla="*/ 2655291 h 4255489"/>
              <a:gd name="connsiteX24" fmla="*/ 6538776 w 7386271"/>
              <a:gd name="connsiteY24" fmla="*/ 1131291 h 4255489"/>
              <a:gd name="connsiteX25" fmla="*/ 6253026 w 7386271"/>
              <a:gd name="connsiteY25" fmla="*/ 2617191 h 4255489"/>
              <a:gd name="connsiteX26" fmla="*/ 7357926 w 7386271"/>
              <a:gd name="connsiteY26" fmla="*/ 2140941 h 4255489"/>
              <a:gd name="connsiteX27" fmla="*/ 6757851 w 7386271"/>
              <a:gd name="connsiteY27" fmla="*/ 2826741 h 4255489"/>
              <a:gd name="connsiteX28" fmla="*/ 5757726 w 7386271"/>
              <a:gd name="connsiteY28" fmla="*/ 3169641 h 4255489"/>
              <a:gd name="connsiteX29" fmla="*/ 6367326 w 7386271"/>
              <a:gd name="connsiteY29" fmla="*/ 3322041 h 4255489"/>
              <a:gd name="connsiteX30" fmla="*/ 6853101 w 7386271"/>
              <a:gd name="connsiteY30" fmla="*/ 3074391 h 4255489"/>
              <a:gd name="connsiteX31" fmla="*/ 6062526 w 7386271"/>
              <a:gd name="connsiteY31" fmla="*/ 3703041 h 4255489"/>
              <a:gd name="connsiteX32" fmla="*/ 4690927 w 7386271"/>
              <a:gd name="connsiteY32" fmla="*/ 3226789 h 4255489"/>
              <a:gd name="connsiteX33" fmla="*/ 3700327 w 7386271"/>
              <a:gd name="connsiteY33" fmla="*/ 4255489 h 4255489"/>
              <a:gd name="connsiteX34" fmla="*/ 2747827 w 7386271"/>
              <a:gd name="connsiteY34" fmla="*/ 3550639 h 4255489"/>
              <a:gd name="connsiteX35" fmla="*/ 919027 w 7386271"/>
              <a:gd name="connsiteY35" fmla="*/ 3417289 h 4255489"/>
              <a:gd name="connsiteX0" fmla="*/ 919027 w 7359518"/>
              <a:gd name="connsiteY0" fmla="*/ 3417289 h 4255489"/>
              <a:gd name="connsiteX1" fmla="*/ 2042977 w 7359518"/>
              <a:gd name="connsiteY1" fmla="*/ 3379189 h 4255489"/>
              <a:gd name="connsiteX2" fmla="*/ 4627 w 7359518"/>
              <a:gd name="connsiteY2" fmla="*/ 959839 h 4255489"/>
              <a:gd name="connsiteX3" fmla="*/ 576128 w 7359518"/>
              <a:gd name="connsiteY3" fmla="*/ 1950439 h 4255489"/>
              <a:gd name="connsiteX4" fmla="*/ 1109528 w 7359518"/>
              <a:gd name="connsiteY4" fmla="*/ 1131289 h 4255489"/>
              <a:gd name="connsiteX5" fmla="*/ 1871528 w 7359518"/>
              <a:gd name="connsiteY5" fmla="*/ 2674339 h 4255489"/>
              <a:gd name="connsiteX6" fmla="*/ 1833428 w 7359518"/>
              <a:gd name="connsiteY6" fmla="*/ 1493239 h 4255489"/>
              <a:gd name="connsiteX7" fmla="*/ 2271578 w 7359518"/>
              <a:gd name="connsiteY7" fmla="*/ 2083789 h 4255489"/>
              <a:gd name="connsiteX8" fmla="*/ 2385878 w 7359518"/>
              <a:gd name="connsiteY8" fmla="*/ 2883889 h 4255489"/>
              <a:gd name="connsiteX9" fmla="*/ 3262178 w 7359518"/>
              <a:gd name="connsiteY9" fmla="*/ 3093439 h 4255489"/>
              <a:gd name="connsiteX10" fmla="*/ 3109778 w 7359518"/>
              <a:gd name="connsiteY10" fmla="*/ 1950439 h 4255489"/>
              <a:gd name="connsiteX11" fmla="*/ 2500178 w 7359518"/>
              <a:gd name="connsiteY11" fmla="*/ 559789 h 4255489"/>
              <a:gd name="connsiteX12" fmla="*/ 3071678 w 7359518"/>
              <a:gd name="connsiteY12" fmla="*/ 1531340 h 4255489"/>
              <a:gd name="connsiteX13" fmla="*/ 3738428 w 7359518"/>
              <a:gd name="connsiteY13" fmla="*/ 2083790 h 4255489"/>
              <a:gd name="connsiteX14" fmla="*/ 4443278 w 7359518"/>
              <a:gd name="connsiteY14" fmla="*/ 1378940 h 4255489"/>
              <a:gd name="connsiteX15" fmla="*/ 3357428 w 7359518"/>
              <a:gd name="connsiteY15" fmla="*/ 445490 h 4255489"/>
              <a:gd name="connsiteX16" fmla="*/ 4424228 w 7359518"/>
              <a:gd name="connsiteY16" fmla="*/ 750290 h 4255489"/>
              <a:gd name="connsiteX17" fmla="*/ 4595678 w 7359518"/>
              <a:gd name="connsiteY17" fmla="*/ 64490 h 4255489"/>
              <a:gd name="connsiteX18" fmla="*/ 4862378 w 7359518"/>
              <a:gd name="connsiteY18" fmla="*/ 1455141 h 4255489"/>
              <a:gd name="connsiteX19" fmla="*/ 5757727 w 7359518"/>
              <a:gd name="connsiteY19" fmla="*/ 597891 h 4255489"/>
              <a:gd name="connsiteX20" fmla="*/ 4043227 w 7359518"/>
              <a:gd name="connsiteY20" fmla="*/ 2560041 h 4255489"/>
              <a:gd name="connsiteX21" fmla="*/ 4805227 w 7359518"/>
              <a:gd name="connsiteY21" fmla="*/ 2502891 h 4255489"/>
              <a:gd name="connsiteX22" fmla="*/ 5452927 w 7359518"/>
              <a:gd name="connsiteY22" fmla="*/ 2121891 h 4255489"/>
              <a:gd name="connsiteX23" fmla="*/ 5833927 w 7359518"/>
              <a:gd name="connsiteY23" fmla="*/ 2655291 h 4255489"/>
              <a:gd name="connsiteX24" fmla="*/ 6538776 w 7359518"/>
              <a:gd name="connsiteY24" fmla="*/ 1131291 h 4255489"/>
              <a:gd name="connsiteX25" fmla="*/ 6253026 w 7359518"/>
              <a:gd name="connsiteY25" fmla="*/ 2617191 h 4255489"/>
              <a:gd name="connsiteX26" fmla="*/ 7357926 w 7359518"/>
              <a:gd name="connsiteY26" fmla="*/ 2140941 h 4255489"/>
              <a:gd name="connsiteX27" fmla="*/ 6757851 w 7359518"/>
              <a:gd name="connsiteY27" fmla="*/ 2826741 h 4255489"/>
              <a:gd name="connsiteX28" fmla="*/ 5757726 w 7359518"/>
              <a:gd name="connsiteY28" fmla="*/ 3169641 h 4255489"/>
              <a:gd name="connsiteX29" fmla="*/ 6367326 w 7359518"/>
              <a:gd name="connsiteY29" fmla="*/ 3322041 h 4255489"/>
              <a:gd name="connsiteX30" fmla="*/ 6853101 w 7359518"/>
              <a:gd name="connsiteY30" fmla="*/ 3074391 h 4255489"/>
              <a:gd name="connsiteX31" fmla="*/ 6062526 w 7359518"/>
              <a:gd name="connsiteY31" fmla="*/ 3703041 h 4255489"/>
              <a:gd name="connsiteX32" fmla="*/ 4690927 w 7359518"/>
              <a:gd name="connsiteY32" fmla="*/ 3226789 h 4255489"/>
              <a:gd name="connsiteX33" fmla="*/ 3700327 w 7359518"/>
              <a:gd name="connsiteY33" fmla="*/ 4255489 h 4255489"/>
              <a:gd name="connsiteX34" fmla="*/ 2747827 w 7359518"/>
              <a:gd name="connsiteY34" fmla="*/ 3550639 h 4255489"/>
              <a:gd name="connsiteX35" fmla="*/ 919027 w 7359518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538776 w 7408160"/>
              <a:gd name="connsiteY24" fmla="*/ 1131291 h 4255489"/>
              <a:gd name="connsiteX25" fmla="*/ 6253026 w 7408160"/>
              <a:gd name="connsiteY25" fmla="*/ 2617191 h 4255489"/>
              <a:gd name="connsiteX26" fmla="*/ 7357926 w 7408160"/>
              <a:gd name="connsiteY26" fmla="*/ 2140941 h 4255489"/>
              <a:gd name="connsiteX27" fmla="*/ 6757851 w 7408160"/>
              <a:gd name="connsiteY27" fmla="*/ 2826741 h 4255489"/>
              <a:gd name="connsiteX28" fmla="*/ 5757726 w 7408160"/>
              <a:gd name="connsiteY28" fmla="*/ 3169641 h 4255489"/>
              <a:gd name="connsiteX29" fmla="*/ 6367326 w 7408160"/>
              <a:gd name="connsiteY29" fmla="*/ 3322041 h 4255489"/>
              <a:gd name="connsiteX30" fmla="*/ 6853101 w 7408160"/>
              <a:gd name="connsiteY30" fmla="*/ 3074391 h 4255489"/>
              <a:gd name="connsiteX31" fmla="*/ 6062526 w 7408160"/>
              <a:gd name="connsiteY31" fmla="*/ 3703041 h 4255489"/>
              <a:gd name="connsiteX32" fmla="*/ 4690927 w 7408160"/>
              <a:gd name="connsiteY32" fmla="*/ 3226789 h 4255489"/>
              <a:gd name="connsiteX33" fmla="*/ 3700327 w 7408160"/>
              <a:gd name="connsiteY33" fmla="*/ 4255489 h 4255489"/>
              <a:gd name="connsiteX34" fmla="*/ 2747827 w 7408160"/>
              <a:gd name="connsiteY34" fmla="*/ 3550639 h 4255489"/>
              <a:gd name="connsiteX35" fmla="*/ 919027 w 7408160"/>
              <a:gd name="connsiteY35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52927 w 7408160"/>
              <a:gd name="connsiteY22" fmla="*/ 2121891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6552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05352 w 7408160"/>
              <a:gd name="connsiteY23" fmla="*/ 26171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05352 w 7408160"/>
              <a:gd name="connsiteY23" fmla="*/ 2617191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58861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33927 w 7408160"/>
              <a:gd name="connsiteY23" fmla="*/ 258861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04322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100377 w 7408160"/>
              <a:gd name="connsiteY20" fmla="*/ 2560041 h 4255489"/>
              <a:gd name="connsiteX21" fmla="*/ 4805227 w 7408160"/>
              <a:gd name="connsiteY21" fmla="*/ 2502891 h 4255489"/>
              <a:gd name="connsiteX22" fmla="*/ 5433877 w 7408160"/>
              <a:gd name="connsiteY22" fmla="*/ 2188566 h 4255489"/>
              <a:gd name="connsiteX23" fmla="*/ 5824402 w 7408160"/>
              <a:gd name="connsiteY23" fmla="*/ 2645766 h 4255489"/>
              <a:gd name="connsiteX24" fmla="*/ 6367326 w 7408160"/>
              <a:gd name="connsiteY24" fmla="*/ 1474191 h 4255489"/>
              <a:gd name="connsiteX25" fmla="*/ 6538776 w 7408160"/>
              <a:gd name="connsiteY25" fmla="*/ 1131291 h 4255489"/>
              <a:gd name="connsiteX26" fmla="*/ 6253026 w 7408160"/>
              <a:gd name="connsiteY26" fmla="*/ 2617191 h 4255489"/>
              <a:gd name="connsiteX27" fmla="*/ 7357926 w 7408160"/>
              <a:gd name="connsiteY27" fmla="*/ 2140941 h 4255489"/>
              <a:gd name="connsiteX28" fmla="*/ 6757851 w 7408160"/>
              <a:gd name="connsiteY28" fmla="*/ 2826741 h 4255489"/>
              <a:gd name="connsiteX29" fmla="*/ 5757726 w 7408160"/>
              <a:gd name="connsiteY29" fmla="*/ 3169641 h 4255489"/>
              <a:gd name="connsiteX30" fmla="*/ 6367326 w 7408160"/>
              <a:gd name="connsiteY30" fmla="*/ 3322041 h 4255489"/>
              <a:gd name="connsiteX31" fmla="*/ 6853101 w 7408160"/>
              <a:gd name="connsiteY31" fmla="*/ 3074391 h 4255489"/>
              <a:gd name="connsiteX32" fmla="*/ 6062526 w 7408160"/>
              <a:gd name="connsiteY32" fmla="*/ 3703041 h 4255489"/>
              <a:gd name="connsiteX33" fmla="*/ 4690927 w 7408160"/>
              <a:gd name="connsiteY33" fmla="*/ 3226789 h 4255489"/>
              <a:gd name="connsiteX34" fmla="*/ 3700327 w 7408160"/>
              <a:gd name="connsiteY34" fmla="*/ 4255489 h 4255489"/>
              <a:gd name="connsiteX35" fmla="*/ 2747827 w 7408160"/>
              <a:gd name="connsiteY35" fmla="*/ 3550639 h 4255489"/>
              <a:gd name="connsiteX36" fmla="*/ 919027 w 7408160"/>
              <a:gd name="connsiteY36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4548051 w 7408160"/>
              <a:gd name="connsiteY20" fmla="*/ 1950441 h 4255489"/>
              <a:gd name="connsiteX21" fmla="*/ 4100377 w 7408160"/>
              <a:gd name="connsiteY21" fmla="*/ 2560041 h 4255489"/>
              <a:gd name="connsiteX22" fmla="*/ 4805227 w 7408160"/>
              <a:gd name="connsiteY22" fmla="*/ 2502891 h 4255489"/>
              <a:gd name="connsiteX23" fmla="*/ 5433877 w 7408160"/>
              <a:gd name="connsiteY23" fmla="*/ 2188566 h 4255489"/>
              <a:gd name="connsiteX24" fmla="*/ 5824402 w 7408160"/>
              <a:gd name="connsiteY24" fmla="*/ 2645766 h 4255489"/>
              <a:gd name="connsiteX25" fmla="*/ 6367326 w 7408160"/>
              <a:gd name="connsiteY25" fmla="*/ 1474191 h 4255489"/>
              <a:gd name="connsiteX26" fmla="*/ 6538776 w 7408160"/>
              <a:gd name="connsiteY26" fmla="*/ 1131291 h 4255489"/>
              <a:gd name="connsiteX27" fmla="*/ 6253026 w 7408160"/>
              <a:gd name="connsiteY27" fmla="*/ 2617191 h 4255489"/>
              <a:gd name="connsiteX28" fmla="*/ 7357926 w 7408160"/>
              <a:gd name="connsiteY28" fmla="*/ 2140941 h 4255489"/>
              <a:gd name="connsiteX29" fmla="*/ 6757851 w 7408160"/>
              <a:gd name="connsiteY29" fmla="*/ 2826741 h 4255489"/>
              <a:gd name="connsiteX30" fmla="*/ 5757726 w 7408160"/>
              <a:gd name="connsiteY30" fmla="*/ 3169641 h 4255489"/>
              <a:gd name="connsiteX31" fmla="*/ 6367326 w 7408160"/>
              <a:gd name="connsiteY31" fmla="*/ 3322041 h 4255489"/>
              <a:gd name="connsiteX32" fmla="*/ 6853101 w 7408160"/>
              <a:gd name="connsiteY32" fmla="*/ 3074391 h 4255489"/>
              <a:gd name="connsiteX33" fmla="*/ 6062526 w 7408160"/>
              <a:gd name="connsiteY33" fmla="*/ 3703041 h 4255489"/>
              <a:gd name="connsiteX34" fmla="*/ 4690927 w 7408160"/>
              <a:gd name="connsiteY34" fmla="*/ 3226789 h 4255489"/>
              <a:gd name="connsiteX35" fmla="*/ 3700327 w 7408160"/>
              <a:gd name="connsiteY35" fmla="*/ 4255489 h 4255489"/>
              <a:gd name="connsiteX36" fmla="*/ 2747827 w 7408160"/>
              <a:gd name="connsiteY36" fmla="*/ 3550639 h 4255489"/>
              <a:gd name="connsiteX37" fmla="*/ 919027 w 7408160"/>
              <a:gd name="connsiteY37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757727 w 7408160"/>
              <a:gd name="connsiteY19" fmla="*/ 597891 h 4255489"/>
              <a:gd name="connsiteX20" fmla="*/ 5672001 w 7408160"/>
              <a:gd name="connsiteY20" fmla="*/ 1521816 h 4255489"/>
              <a:gd name="connsiteX21" fmla="*/ 4548051 w 7408160"/>
              <a:gd name="connsiteY21" fmla="*/ 1950441 h 4255489"/>
              <a:gd name="connsiteX22" fmla="*/ 4100377 w 7408160"/>
              <a:gd name="connsiteY22" fmla="*/ 2560041 h 4255489"/>
              <a:gd name="connsiteX23" fmla="*/ 4805227 w 7408160"/>
              <a:gd name="connsiteY23" fmla="*/ 2502891 h 4255489"/>
              <a:gd name="connsiteX24" fmla="*/ 5433877 w 7408160"/>
              <a:gd name="connsiteY24" fmla="*/ 2188566 h 4255489"/>
              <a:gd name="connsiteX25" fmla="*/ 5824402 w 7408160"/>
              <a:gd name="connsiteY25" fmla="*/ 2645766 h 4255489"/>
              <a:gd name="connsiteX26" fmla="*/ 6367326 w 7408160"/>
              <a:gd name="connsiteY26" fmla="*/ 1474191 h 4255489"/>
              <a:gd name="connsiteX27" fmla="*/ 6538776 w 7408160"/>
              <a:gd name="connsiteY27" fmla="*/ 1131291 h 4255489"/>
              <a:gd name="connsiteX28" fmla="*/ 6253026 w 7408160"/>
              <a:gd name="connsiteY28" fmla="*/ 2617191 h 4255489"/>
              <a:gd name="connsiteX29" fmla="*/ 7357926 w 7408160"/>
              <a:gd name="connsiteY29" fmla="*/ 2140941 h 4255489"/>
              <a:gd name="connsiteX30" fmla="*/ 6757851 w 7408160"/>
              <a:gd name="connsiteY30" fmla="*/ 2826741 h 4255489"/>
              <a:gd name="connsiteX31" fmla="*/ 5757726 w 7408160"/>
              <a:gd name="connsiteY31" fmla="*/ 3169641 h 4255489"/>
              <a:gd name="connsiteX32" fmla="*/ 6367326 w 7408160"/>
              <a:gd name="connsiteY32" fmla="*/ 3322041 h 4255489"/>
              <a:gd name="connsiteX33" fmla="*/ 6853101 w 7408160"/>
              <a:gd name="connsiteY33" fmla="*/ 3074391 h 4255489"/>
              <a:gd name="connsiteX34" fmla="*/ 6062526 w 7408160"/>
              <a:gd name="connsiteY34" fmla="*/ 3703041 h 4255489"/>
              <a:gd name="connsiteX35" fmla="*/ 4690927 w 7408160"/>
              <a:gd name="connsiteY35" fmla="*/ 3226789 h 4255489"/>
              <a:gd name="connsiteX36" fmla="*/ 3700327 w 7408160"/>
              <a:gd name="connsiteY36" fmla="*/ 4255489 h 4255489"/>
              <a:gd name="connsiteX37" fmla="*/ 2747827 w 7408160"/>
              <a:gd name="connsiteY37" fmla="*/ 3550639 h 4255489"/>
              <a:gd name="connsiteX38" fmla="*/ 919027 w 7408160"/>
              <a:gd name="connsiteY38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55141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07516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417289 h 4255489"/>
              <a:gd name="connsiteX1" fmla="*/ 2042977 w 7408160"/>
              <a:gd name="connsiteY1" fmla="*/ 3379189 h 4255489"/>
              <a:gd name="connsiteX2" fmla="*/ 4627 w 7408160"/>
              <a:gd name="connsiteY2" fmla="*/ 959839 h 4255489"/>
              <a:gd name="connsiteX3" fmla="*/ 576128 w 7408160"/>
              <a:gd name="connsiteY3" fmla="*/ 1950439 h 4255489"/>
              <a:gd name="connsiteX4" fmla="*/ 1109528 w 7408160"/>
              <a:gd name="connsiteY4" fmla="*/ 1131289 h 4255489"/>
              <a:gd name="connsiteX5" fmla="*/ 1871528 w 7408160"/>
              <a:gd name="connsiteY5" fmla="*/ 2674339 h 4255489"/>
              <a:gd name="connsiteX6" fmla="*/ 1833428 w 7408160"/>
              <a:gd name="connsiteY6" fmla="*/ 1493239 h 4255489"/>
              <a:gd name="connsiteX7" fmla="*/ 2271578 w 7408160"/>
              <a:gd name="connsiteY7" fmla="*/ 2083789 h 4255489"/>
              <a:gd name="connsiteX8" fmla="*/ 2385878 w 7408160"/>
              <a:gd name="connsiteY8" fmla="*/ 2883889 h 4255489"/>
              <a:gd name="connsiteX9" fmla="*/ 3262178 w 7408160"/>
              <a:gd name="connsiteY9" fmla="*/ 3093439 h 4255489"/>
              <a:gd name="connsiteX10" fmla="*/ 3109778 w 7408160"/>
              <a:gd name="connsiteY10" fmla="*/ 1950439 h 4255489"/>
              <a:gd name="connsiteX11" fmla="*/ 2500178 w 7408160"/>
              <a:gd name="connsiteY11" fmla="*/ 559789 h 4255489"/>
              <a:gd name="connsiteX12" fmla="*/ 3071678 w 7408160"/>
              <a:gd name="connsiteY12" fmla="*/ 1531340 h 4255489"/>
              <a:gd name="connsiteX13" fmla="*/ 3738428 w 7408160"/>
              <a:gd name="connsiteY13" fmla="*/ 2083790 h 4255489"/>
              <a:gd name="connsiteX14" fmla="*/ 4443278 w 7408160"/>
              <a:gd name="connsiteY14" fmla="*/ 1378940 h 4255489"/>
              <a:gd name="connsiteX15" fmla="*/ 3357428 w 7408160"/>
              <a:gd name="connsiteY15" fmla="*/ 445490 h 4255489"/>
              <a:gd name="connsiteX16" fmla="*/ 4424228 w 7408160"/>
              <a:gd name="connsiteY16" fmla="*/ 750290 h 4255489"/>
              <a:gd name="connsiteX17" fmla="*/ 4595678 w 7408160"/>
              <a:gd name="connsiteY17" fmla="*/ 64490 h 4255489"/>
              <a:gd name="connsiteX18" fmla="*/ 4862378 w 7408160"/>
              <a:gd name="connsiteY18" fmla="*/ 1407516 h 4255489"/>
              <a:gd name="connsiteX19" fmla="*/ 5433876 w 7408160"/>
              <a:gd name="connsiteY19" fmla="*/ 1178916 h 4255489"/>
              <a:gd name="connsiteX20" fmla="*/ 5757727 w 7408160"/>
              <a:gd name="connsiteY20" fmla="*/ 597891 h 4255489"/>
              <a:gd name="connsiteX21" fmla="*/ 5672001 w 7408160"/>
              <a:gd name="connsiteY21" fmla="*/ 1521816 h 4255489"/>
              <a:gd name="connsiteX22" fmla="*/ 4548051 w 7408160"/>
              <a:gd name="connsiteY22" fmla="*/ 1950441 h 4255489"/>
              <a:gd name="connsiteX23" fmla="*/ 4100377 w 7408160"/>
              <a:gd name="connsiteY23" fmla="*/ 2560041 h 4255489"/>
              <a:gd name="connsiteX24" fmla="*/ 4805227 w 7408160"/>
              <a:gd name="connsiteY24" fmla="*/ 2502891 h 4255489"/>
              <a:gd name="connsiteX25" fmla="*/ 5433877 w 7408160"/>
              <a:gd name="connsiteY25" fmla="*/ 2188566 h 4255489"/>
              <a:gd name="connsiteX26" fmla="*/ 5824402 w 7408160"/>
              <a:gd name="connsiteY26" fmla="*/ 2645766 h 4255489"/>
              <a:gd name="connsiteX27" fmla="*/ 6367326 w 7408160"/>
              <a:gd name="connsiteY27" fmla="*/ 1474191 h 4255489"/>
              <a:gd name="connsiteX28" fmla="*/ 6538776 w 7408160"/>
              <a:gd name="connsiteY28" fmla="*/ 1131291 h 4255489"/>
              <a:gd name="connsiteX29" fmla="*/ 6253026 w 7408160"/>
              <a:gd name="connsiteY29" fmla="*/ 2617191 h 4255489"/>
              <a:gd name="connsiteX30" fmla="*/ 7357926 w 7408160"/>
              <a:gd name="connsiteY30" fmla="*/ 2140941 h 4255489"/>
              <a:gd name="connsiteX31" fmla="*/ 6757851 w 7408160"/>
              <a:gd name="connsiteY31" fmla="*/ 2826741 h 4255489"/>
              <a:gd name="connsiteX32" fmla="*/ 5757726 w 7408160"/>
              <a:gd name="connsiteY32" fmla="*/ 3169641 h 4255489"/>
              <a:gd name="connsiteX33" fmla="*/ 6367326 w 7408160"/>
              <a:gd name="connsiteY33" fmla="*/ 3322041 h 4255489"/>
              <a:gd name="connsiteX34" fmla="*/ 6853101 w 7408160"/>
              <a:gd name="connsiteY34" fmla="*/ 3074391 h 4255489"/>
              <a:gd name="connsiteX35" fmla="*/ 6062526 w 7408160"/>
              <a:gd name="connsiteY35" fmla="*/ 3703041 h 4255489"/>
              <a:gd name="connsiteX36" fmla="*/ 4690927 w 7408160"/>
              <a:gd name="connsiteY36" fmla="*/ 3226789 h 4255489"/>
              <a:gd name="connsiteX37" fmla="*/ 3700327 w 7408160"/>
              <a:gd name="connsiteY37" fmla="*/ 4255489 h 4255489"/>
              <a:gd name="connsiteX38" fmla="*/ 2747827 w 7408160"/>
              <a:gd name="connsiteY38" fmla="*/ 3550639 h 4255489"/>
              <a:gd name="connsiteX39" fmla="*/ 919027 w 7408160"/>
              <a:gd name="connsiteY39" fmla="*/ 3417289 h 4255489"/>
              <a:gd name="connsiteX0" fmla="*/ 919027 w 7408160"/>
              <a:gd name="connsiteY0" fmla="*/ 3370861 h 4209061"/>
              <a:gd name="connsiteX1" fmla="*/ 2042977 w 7408160"/>
              <a:gd name="connsiteY1" fmla="*/ 3332761 h 4209061"/>
              <a:gd name="connsiteX2" fmla="*/ 4627 w 7408160"/>
              <a:gd name="connsiteY2" fmla="*/ 913411 h 4209061"/>
              <a:gd name="connsiteX3" fmla="*/ 576128 w 7408160"/>
              <a:gd name="connsiteY3" fmla="*/ 1904011 h 4209061"/>
              <a:gd name="connsiteX4" fmla="*/ 1109528 w 7408160"/>
              <a:gd name="connsiteY4" fmla="*/ 1084861 h 4209061"/>
              <a:gd name="connsiteX5" fmla="*/ 1871528 w 7408160"/>
              <a:gd name="connsiteY5" fmla="*/ 2627911 h 4209061"/>
              <a:gd name="connsiteX6" fmla="*/ 1833428 w 7408160"/>
              <a:gd name="connsiteY6" fmla="*/ 1446811 h 4209061"/>
              <a:gd name="connsiteX7" fmla="*/ 2271578 w 7408160"/>
              <a:gd name="connsiteY7" fmla="*/ 2037361 h 4209061"/>
              <a:gd name="connsiteX8" fmla="*/ 2385878 w 7408160"/>
              <a:gd name="connsiteY8" fmla="*/ 2837461 h 4209061"/>
              <a:gd name="connsiteX9" fmla="*/ 3262178 w 7408160"/>
              <a:gd name="connsiteY9" fmla="*/ 3047011 h 4209061"/>
              <a:gd name="connsiteX10" fmla="*/ 3109778 w 7408160"/>
              <a:gd name="connsiteY10" fmla="*/ 1904011 h 4209061"/>
              <a:gd name="connsiteX11" fmla="*/ 2500178 w 7408160"/>
              <a:gd name="connsiteY11" fmla="*/ 513361 h 4209061"/>
              <a:gd name="connsiteX12" fmla="*/ 3071678 w 7408160"/>
              <a:gd name="connsiteY12" fmla="*/ 1484912 h 4209061"/>
              <a:gd name="connsiteX13" fmla="*/ 3738428 w 7408160"/>
              <a:gd name="connsiteY13" fmla="*/ 2037362 h 4209061"/>
              <a:gd name="connsiteX14" fmla="*/ 4443278 w 7408160"/>
              <a:gd name="connsiteY14" fmla="*/ 1332512 h 4209061"/>
              <a:gd name="connsiteX15" fmla="*/ 3357428 w 7408160"/>
              <a:gd name="connsiteY15" fmla="*/ 399062 h 4209061"/>
              <a:gd name="connsiteX16" fmla="*/ 4424228 w 7408160"/>
              <a:gd name="connsiteY16" fmla="*/ 703862 h 4209061"/>
              <a:gd name="connsiteX17" fmla="*/ 4595678 w 7408160"/>
              <a:gd name="connsiteY17" fmla="*/ 18062 h 4209061"/>
              <a:gd name="connsiteX18" fmla="*/ 4862378 w 7408160"/>
              <a:gd name="connsiteY18" fmla="*/ 1361088 h 4209061"/>
              <a:gd name="connsiteX19" fmla="*/ 5433876 w 7408160"/>
              <a:gd name="connsiteY19" fmla="*/ 1132488 h 4209061"/>
              <a:gd name="connsiteX20" fmla="*/ 5757727 w 7408160"/>
              <a:gd name="connsiteY20" fmla="*/ 551463 h 4209061"/>
              <a:gd name="connsiteX21" fmla="*/ 5672001 w 7408160"/>
              <a:gd name="connsiteY21" fmla="*/ 1475388 h 4209061"/>
              <a:gd name="connsiteX22" fmla="*/ 4548051 w 7408160"/>
              <a:gd name="connsiteY22" fmla="*/ 1904013 h 4209061"/>
              <a:gd name="connsiteX23" fmla="*/ 4100377 w 7408160"/>
              <a:gd name="connsiteY23" fmla="*/ 2513613 h 4209061"/>
              <a:gd name="connsiteX24" fmla="*/ 4805227 w 7408160"/>
              <a:gd name="connsiteY24" fmla="*/ 2456463 h 4209061"/>
              <a:gd name="connsiteX25" fmla="*/ 5433877 w 7408160"/>
              <a:gd name="connsiteY25" fmla="*/ 2142138 h 4209061"/>
              <a:gd name="connsiteX26" fmla="*/ 5824402 w 7408160"/>
              <a:gd name="connsiteY26" fmla="*/ 2599338 h 4209061"/>
              <a:gd name="connsiteX27" fmla="*/ 6367326 w 7408160"/>
              <a:gd name="connsiteY27" fmla="*/ 1427763 h 4209061"/>
              <a:gd name="connsiteX28" fmla="*/ 6538776 w 7408160"/>
              <a:gd name="connsiteY28" fmla="*/ 1084863 h 4209061"/>
              <a:gd name="connsiteX29" fmla="*/ 6253026 w 7408160"/>
              <a:gd name="connsiteY29" fmla="*/ 2570763 h 4209061"/>
              <a:gd name="connsiteX30" fmla="*/ 7357926 w 7408160"/>
              <a:gd name="connsiteY30" fmla="*/ 2094513 h 4209061"/>
              <a:gd name="connsiteX31" fmla="*/ 6757851 w 7408160"/>
              <a:gd name="connsiteY31" fmla="*/ 2780313 h 4209061"/>
              <a:gd name="connsiteX32" fmla="*/ 5757726 w 7408160"/>
              <a:gd name="connsiteY32" fmla="*/ 3123213 h 4209061"/>
              <a:gd name="connsiteX33" fmla="*/ 6367326 w 7408160"/>
              <a:gd name="connsiteY33" fmla="*/ 3275613 h 4209061"/>
              <a:gd name="connsiteX34" fmla="*/ 6853101 w 7408160"/>
              <a:gd name="connsiteY34" fmla="*/ 3027963 h 4209061"/>
              <a:gd name="connsiteX35" fmla="*/ 6062526 w 7408160"/>
              <a:gd name="connsiteY35" fmla="*/ 3656613 h 4209061"/>
              <a:gd name="connsiteX36" fmla="*/ 4690927 w 7408160"/>
              <a:gd name="connsiteY36" fmla="*/ 3180361 h 4209061"/>
              <a:gd name="connsiteX37" fmla="*/ 3700327 w 7408160"/>
              <a:gd name="connsiteY37" fmla="*/ 4209061 h 4209061"/>
              <a:gd name="connsiteX38" fmla="*/ 2747827 w 7408160"/>
              <a:gd name="connsiteY38" fmla="*/ 3504211 h 4209061"/>
              <a:gd name="connsiteX39" fmla="*/ 919027 w 7408160"/>
              <a:gd name="connsiteY39" fmla="*/ 3370861 h 4209061"/>
              <a:gd name="connsiteX0" fmla="*/ 919027 w 7408160"/>
              <a:gd name="connsiteY0" fmla="*/ 3370861 h 4209061"/>
              <a:gd name="connsiteX1" fmla="*/ 2042977 w 7408160"/>
              <a:gd name="connsiteY1" fmla="*/ 3332761 h 4209061"/>
              <a:gd name="connsiteX2" fmla="*/ 4627 w 7408160"/>
              <a:gd name="connsiteY2" fmla="*/ 913411 h 4209061"/>
              <a:gd name="connsiteX3" fmla="*/ 576128 w 7408160"/>
              <a:gd name="connsiteY3" fmla="*/ 1904011 h 4209061"/>
              <a:gd name="connsiteX4" fmla="*/ 1109528 w 7408160"/>
              <a:gd name="connsiteY4" fmla="*/ 1084861 h 4209061"/>
              <a:gd name="connsiteX5" fmla="*/ 1871528 w 7408160"/>
              <a:gd name="connsiteY5" fmla="*/ 2627911 h 4209061"/>
              <a:gd name="connsiteX6" fmla="*/ 1833428 w 7408160"/>
              <a:gd name="connsiteY6" fmla="*/ 1446811 h 4209061"/>
              <a:gd name="connsiteX7" fmla="*/ 2271578 w 7408160"/>
              <a:gd name="connsiteY7" fmla="*/ 2037361 h 4209061"/>
              <a:gd name="connsiteX8" fmla="*/ 2385878 w 7408160"/>
              <a:gd name="connsiteY8" fmla="*/ 2837461 h 4209061"/>
              <a:gd name="connsiteX9" fmla="*/ 3262178 w 7408160"/>
              <a:gd name="connsiteY9" fmla="*/ 3047011 h 4209061"/>
              <a:gd name="connsiteX10" fmla="*/ 3109778 w 7408160"/>
              <a:gd name="connsiteY10" fmla="*/ 1904011 h 4209061"/>
              <a:gd name="connsiteX11" fmla="*/ 2500178 w 7408160"/>
              <a:gd name="connsiteY11" fmla="*/ 513361 h 4209061"/>
              <a:gd name="connsiteX12" fmla="*/ 3071678 w 7408160"/>
              <a:gd name="connsiteY12" fmla="*/ 1484912 h 4209061"/>
              <a:gd name="connsiteX13" fmla="*/ 3738428 w 7408160"/>
              <a:gd name="connsiteY13" fmla="*/ 2037362 h 4209061"/>
              <a:gd name="connsiteX14" fmla="*/ 4443278 w 7408160"/>
              <a:gd name="connsiteY14" fmla="*/ 1332512 h 4209061"/>
              <a:gd name="connsiteX15" fmla="*/ 3357428 w 7408160"/>
              <a:gd name="connsiteY15" fmla="*/ 399062 h 4209061"/>
              <a:gd name="connsiteX16" fmla="*/ 4424228 w 7408160"/>
              <a:gd name="connsiteY16" fmla="*/ 703862 h 4209061"/>
              <a:gd name="connsiteX17" fmla="*/ 4595678 w 7408160"/>
              <a:gd name="connsiteY17" fmla="*/ 18062 h 4209061"/>
              <a:gd name="connsiteX18" fmla="*/ 4862378 w 7408160"/>
              <a:gd name="connsiteY18" fmla="*/ 1361088 h 4209061"/>
              <a:gd name="connsiteX19" fmla="*/ 5433876 w 7408160"/>
              <a:gd name="connsiteY19" fmla="*/ 1132488 h 4209061"/>
              <a:gd name="connsiteX20" fmla="*/ 5757727 w 7408160"/>
              <a:gd name="connsiteY20" fmla="*/ 551463 h 4209061"/>
              <a:gd name="connsiteX21" fmla="*/ 5672001 w 7408160"/>
              <a:gd name="connsiteY21" fmla="*/ 1475388 h 4209061"/>
              <a:gd name="connsiteX22" fmla="*/ 4548051 w 7408160"/>
              <a:gd name="connsiteY22" fmla="*/ 1904013 h 4209061"/>
              <a:gd name="connsiteX23" fmla="*/ 4100377 w 7408160"/>
              <a:gd name="connsiteY23" fmla="*/ 2513613 h 4209061"/>
              <a:gd name="connsiteX24" fmla="*/ 4805227 w 7408160"/>
              <a:gd name="connsiteY24" fmla="*/ 2456463 h 4209061"/>
              <a:gd name="connsiteX25" fmla="*/ 5433877 w 7408160"/>
              <a:gd name="connsiteY25" fmla="*/ 2142138 h 4209061"/>
              <a:gd name="connsiteX26" fmla="*/ 5824402 w 7408160"/>
              <a:gd name="connsiteY26" fmla="*/ 2599338 h 4209061"/>
              <a:gd name="connsiteX27" fmla="*/ 6367326 w 7408160"/>
              <a:gd name="connsiteY27" fmla="*/ 1427763 h 4209061"/>
              <a:gd name="connsiteX28" fmla="*/ 6538776 w 7408160"/>
              <a:gd name="connsiteY28" fmla="*/ 1084863 h 4209061"/>
              <a:gd name="connsiteX29" fmla="*/ 6253026 w 7408160"/>
              <a:gd name="connsiteY29" fmla="*/ 2570763 h 4209061"/>
              <a:gd name="connsiteX30" fmla="*/ 7357926 w 7408160"/>
              <a:gd name="connsiteY30" fmla="*/ 2094513 h 4209061"/>
              <a:gd name="connsiteX31" fmla="*/ 6757851 w 7408160"/>
              <a:gd name="connsiteY31" fmla="*/ 2780313 h 4209061"/>
              <a:gd name="connsiteX32" fmla="*/ 5757726 w 7408160"/>
              <a:gd name="connsiteY32" fmla="*/ 3123213 h 4209061"/>
              <a:gd name="connsiteX33" fmla="*/ 6367326 w 7408160"/>
              <a:gd name="connsiteY33" fmla="*/ 3275613 h 4209061"/>
              <a:gd name="connsiteX34" fmla="*/ 6853101 w 7408160"/>
              <a:gd name="connsiteY34" fmla="*/ 3027963 h 4209061"/>
              <a:gd name="connsiteX35" fmla="*/ 6062526 w 7408160"/>
              <a:gd name="connsiteY35" fmla="*/ 3656613 h 4209061"/>
              <a:gd name="connsiteX36" fmla="*/ 4690927 w 7408160"/>
              <a:gd name="connsiteY36" fmla="*/ 3180361 h 4209061"/>
              <a:gd name="connsiteX37" fmla="*/ 3700327 w 7408160"/>
              <a:gd name="connsiteY37" fmla="*/ 4209061 h 4209061"/>
              <a:gd name="connsiteX38" fmla="*/ 2747827 w 7408160"/>
              <a:gd name="connsiteY38" fmla="*/ 3504211 h 4209061"/>
              <a:gd name="connsiteX39" fmla="*/ 919027 w 7408160"/>
              <a:gd name="connsiteY39" fmla="*/ 3370861 h 4209061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357428 w 7408160"/>
              <a:gd name="connsiteY15" fmla="*/ 385574 h 4195573"/>
              <a:gd name="connsiteX16" fmla="*/ 4424228 w 7408160"/>
              <a:gd name="connsiteY16" fmla="*/ 690374 h 4195573"/>
              <a:gd name="connsiteX17" fmla="*/ 4595678 w 7408160"/>
              <a:gd name="connsiteY17" fmla="*/ 4574 h 4195573"/>
              <a:gd name="connsiteX18" fmla="*/ 4862378 w 7408160"/>
              <a:gd name="connsiteY18" fmla="*/ 1347600 h 4195573"/>
              <a:gd name="connsiteX19" fmla="*/ 5433876 w 7408160"/>
              <a:gd name="connsiteY19" fmla="*/ 1119000 h 4195573"/>
              <a:gd name="connsiteX20" fmla="*/ 5757727 w 7408160"/>
              <a:gd name="connsiteY20" fmla="*/ 537975 h 4195573"/>
              <a:gd name="connsiteX21" fmla="*/ 5672001 w 7408160"/>
              <a:gd name="connsiteY21" fmla="*/ 1461900 h 4195573"/>
              <a:gd name="connsiteX22" fmla="*/ 4548051 w 7408160"/>
              <a:gd name="connsiteY22" fmla="*/ 1890525 h 4195573"/>
              <a:gd name="connsiteX23" fmla="*/ 4100377 w 7408160"/>
              <a:gd name="connsiteY23" fmla="*/ 2500125 h 4195573"/>
              <a:gd name="connsiteX24" fmla="*/ 4805227 w 7408160"/>
              <a:gd name="connsiteY24" fmla="*/ 2442975 h 4195573"/>
              <a:gd name="connsiteX25" fmla="*/ 5433877 w 7408160"/>
              <a:gd name="connsiteY25" fmla="*/ 2128650 h 4195573"/>
              <a:gd name="connsiteX26" fmla="*/ 5824402 w 7408160"/>
              <a:gd name="connsiteY26" fmla="*/ 2585850 h 4195573"/>
              <a:gd name="connsiteX27" fmla="*/ 6367326 w 7408160"/>
              <a:gd name="connsiteY27" fmla="*/ 1414275 h 4195573"/>
              <a:gd name="connsiteX28" fmla="*/ 6538776 w 7408160"/>
              <a:gd name="connsiteY28" fmla="*/ 1071375 h 4195573"/>
              <a:gd name="connsiteX29" fmla="*/ 6253026 w 7408160"/>
              <a:gd name="connsiteY29" fmla="*/ 2557275 h 4195573"/>
              <a:gd name="connsiteX30" fmla="*/ 7357926 w 7408160"/>
              <a:gd name="connsiteY30" fmla="*/ 2081025 h 4195573"/>
              <a:gd name="connsiteX31" fmla="*/ 6757851 w 7408160"/>
              <a:gd name="connsiteY31" fmla="*/ 2766825 h 4195573"/>
              <a:gd name="connsiteX32" fmla="*/ 5757726 w 7408160"/>
              <a:gd name="connsiteY32" fmla="*/ 3109725 h 4195573"/>
              <a:gd name="connsiteX33" fmla="*/ 6367326 w 7408160"/>
              <a:gd name="connsiteY33" fmla="*/ 3262125 h 4195573"/>
              <a:gd name="connsiteX34" fmla="*/ 6853101 w 7408160"/>
              <a:gd name="connsiteY34" fmla="*/ 3014475 h 4195573"/>
              <a:gd name="connsiteX35" fmla="*/ 6062526 w 7408160"/>
              <a:gd name="connsiteY35" fmla="*/ 3643125 h 4195573"/>
              <a:gd name="connsiteX36" fmla="*/ 4690927 w 7408160"/>
              <a:gd name="connsiteY36" fmla="*/ 3166873 h 4195573"/>
              <a:gd name="connsiteX37" fmla="*/ 3700327 w 7408160"/>
              <a:gd name="connsiteY37" fmla="*/ 4195573 h 4195573"/>
              <a:gd name="connsiteX38" fmla="*/ 2747827 w 7408160"/>
              <a:gd name="connsiteY38" fmla="*/ 3490723 h 4195573"/>
              <a:gd name="connsiteX39" fmla="*/ 919027 w 7408160"/>
              <a:gd name="connsiteY39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57373 h 4195573"/>
              <a:gd name="connsiteX1" fmla="*/ 2042977 w 7408160"/>
              <a:gd name="connsiteY1" fmla="*/ 3319273 h 4195573"/>
              <a:gd name="connsiteX2" fmla="*/ 4627 w 7408160"/>
              <a:gd name="connsiteY2" fmla="*/ 899923 h 4195573"/>
              <a:gd name="connsiteX3" fmla="*/ 576128 w 7408160"/>
              <a:gd name="connsiteY3" fmla="*/ 1890523 h 4195573"/>
              <a:gd name="connsiteX4" fmla="*/ 1109528 w 7408160"/>
              <a:gd name="connsiteY4" fmla="*/ 1071373 h 4195573"/>
              <a:gd name="connsiteX5" fmla="*/ 1871528 w 7408160"/>
              <a:gd name="connsiteY5" fmla="*/ 2614423 h 4195573"/>
              <a:gd name="connsiteX6" fmla="*/ 1833428 w 7408160"/>
              <a:gd name="connsiteY6" fmla="*/ 1433323 h 4195573"/>
              <a:gd name="connsiteX7" fmla="*/ 2271578 w 7408160"/>
              <a:gd name="connsiteY7" fmla="*/ 2023873 h 4195573"/>
              <a:gd name="connsiteX8" fmla="*/ 2385878 w 7408160"/>
              <a:gd name="connsiteY8" fmla="*/ 2823973 h 4195573"/>
              <a:gd name="connsiteX9" fmla="*/ 3262178 w 7408160"/>
              <a:gd name="connsiteY9" fmla="*/ 3033523 h 4195573"/>
              <a:gd name="connsiteX10" fmla="*/ 3109778 w 7408160"/>
              <a:gd name="connsiteY10" fmla="*/ 1890523 h 4195573"/>
              <a:gd name="connsiteX11" fmla="*/ 2500178 w 7408160"/>
              <a:gd name="connsiteY11" fmla="*/ 499873 h 4195573"/>
              <a:gd name="connsiteX12" fmla="*/ 3071678 w 7408160"/>
              <a:gd name="connsiteY12" fmla="*/ 1471424 h 4195573"/>
              <a:gd name="connsiteX13" fmla="*/ 3738428 w 7408160"/>
              <a:gd name="connsiteY13" fmla="*/ 2023874 h 4195573"/>
              <a:gd name="connsiteX14" fmla="*/ 4443278 w 7408160"/>
              <a:gd name="connsiteY14" fmla="*/ 1319024 h 4195573"/>
              <a:gd name="connsiteX15" fmla="*/ 3690801 w 7408160"/>
              <a:gd name="connsiteY15" fmla="*/ 947550 h 4195573"/>
              <a:gd name="connsiteX16" fmla="*/ 3357428 w 7408160"/>
              <a:gd name="connsiteY16" fmla="*/ 385574 h 4195573"/>
              <a:gd name="connsiteX17" fmla="*/ 4424228 w 7408160"/>
              <a:gd name="connsiteY17" fmla="*/ 690374 h 4195573"/>
              <a:gd name="connsiteX18" fmla="*/ 4595678 w 7408160"/>
              <a:gd name="connsiteY18" fmla="*/ 4574 h 4195573"/>
              <a:gd name="connsiteX19" fmla="*/ 4862378 w 7408160"/>
              <a:gd name="connsiteY19" fmla="*/ 1347600 h 4195573"/>
              <a:gd name="connsiteX20" fmla="*/ 5433876 w 7408160"/>
              <a:gd name="connsiteY20" fmla="*/ 1119000 h 4195573"/>
              <a:gd name="connsiteX21" fmla="*/ 5757727 w 7408160"/>
              <a:gd name="connsiteY21" fmla="*/ 537975 h 4195573"/>
              <a:gd name="connsiteX22" fmla="*/ 5672001 w 7408160"/>
              <a:gd name="connsiteY22" fmla="*/ 1461900 h 4195573"/>
              <a:gd name="connsiteX23" fmla="*/ 4548051 w 7408160"/>
              <a:gd name="connsiteY23" fmla="*/ 1890525 h 4195573"/>
              <a:gd name="connsiteX24" fmla="*/ 4100377 w 7408160"/>
              <a:gd name="connsiteY24" fmla="*/ 2500125 h 4195573"/>
              <a:gd name="connsiteX25" fmla="*/ 4805227 w 7408160"/>
              <a:gd name="connsiteY25" fmla="*/ 2442975 h 4195573"/>
              <a:gd name="connsiteX26" fmla="*/ 5433877 w 7408160"/>
              <a:gd name="connsiteY26" fmla="*/ 2128650 h 4195573"/>
              <a:gd name="connsiteX27" fmla="*/ 5824402 w 7408160"/>
              <a:gd name="connsiteY27" fmla="*/ 2585850 h 4195573"/>
              <a:gd name="connsiteX28" fmla="*/ 6367326 w 7408160"/>
              <a:gd name="connsiteY28" fmla="*/ 1414275 h 4195573"/>
              <a:gd name="connsiteX29" fmla="*/ 6538776 w 7408160"/>
              <a:gd name="connsiteY29" fmla="*/ 1071375 h 4195573"/>
              <a:gd name="connsiteX30" fmla="*/ 6253026 w 7408160"/>
              <a:gd name="connsiteY30" fmla="*/ 2557275 h 4195573"/>
              <a:gd name="connsiteX31" fmla="*/ 7357926 w 7408160"/>
              <a:gd name="connsiteY31" fmla="*/ 2081025 h 4195573"/>
              <a:gd name="connsiteX32" fmla="*/ 6757851 w 7408160"/>
              <a:gd name="connsiteY32" fmla="*/ 2766825 h 4195573"/>
              <a:gd name="connsiteX33" fmla="*/ 5757726 w 7408160"/>
              <a:gd name="connsiteY33" fmla="*/ 3109725 h 4195573"/>
              <a:gd name="connsiteX34" fmla="*/ 6367326 w 7408160"/>
              <a:gd name="connsiteY34" fmla="*/ 3262125 h 4195573"/>
              <a:gd name="connsiteX35" fmla="*/ 6853101 w 7408160"/>
              <a:gd name="connsiteY35" fmla="*/ 3014475 h 4195573"/>
              <a:gd name="connsiteX36" fmla="*/ 6062526 w 7408160"/>
              <a:gd name="connsiteY36" fmla="*/ 3643125 h 4195573"/>
              <a:gd name="connsiteX37" fmla="*/ 4690927 w 7408160"/>
              <a:gd name="connsiteY37" fmla="*/ 3166873 h 4195573"/>
              <a:gd name="connsiteX38" fmla="*/ 3700327 w 7408160"/>
              <a:gd name="connsiteY38" fmla="*/ 4195573 h 4195573"/>
              <a:gd name="connsiteX39" fmla="*/ 2747827 w 7408160"/>
              <a:gd name="connsiteY39" fmla="*/ 3490723 h 4195573"/>
              <a:gd name="connsiteX40" fmla="*/ 919027 w 7408160"/>
              <a:gd name="connsiteY40" fmla="*/ 3357373 h 4195573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198995"/>
              <a:gd name="connsiteX1" fmla="*/ 2042977 w 7408160"/>
              <a:gd name="connsiteY1" fmla="*/ 3322695 h 4198995"/>
              <a:gd name="connsiteX2" fmla="*/ 4627 w 7408160"/>
              <a:gd name="connsiteY2" fmla="*/ 903345 h 4198995"/>
              <a:gd name="connsiteX3" fmla="*/ 576128 w 7408160"/>
              <a:gd name="connsiteY3" fmla="*/ 1893945 h 4198995"/>
              <a:gd name="connsiteX4" fmla="*/ 1109528 w 7408160"/>
              <a:gd name="connsiteY4" fmla="*/ 1074795 h 4198995"/>
              <a:gd name="connsiteX5" fmla="*/ 1871528 w 7408160"/>
              <a:gd name="connsiteY5" fmla="*/ 2617845 h 4198995"/>
              <a:gd name="connsiteX6" fmla="*/ 1833428 w 7408160"/>
              <a:gd name="connsiteY6" fmla="*/ 1436745 h 4198995"/>
              <a:gd name="connsiteX7" fmla="*/ 2271578 w 7408160"/>
              <a:gd name="connsiteY7" fmla="*/ 2027295 h 4198995"/>
              <a:gd name="connsiteX8" fmla="*/ 2385878 w 7408160"/>
              <a:gd name="connsiteY8" fmla="*/ 2827395 h 4198995"/>
              <a:gd name="connsiteX9" fmla="*/ 3262178 w 7408160"/>
              <a:gd name="connsiteY9" fmla="*/ 3036945 h 4198995"/>
              <a:gd name="connsiteX10" fmla="*/ 3109778 w 7408160"/>
              <a:gd name="connsiteY10" fmla="*/ 1893945 h 4198995"/>
              <a:gd name="connsiteX11" fmla="*/ 2500178 w 7408160"/>
              <a:gd name="connsiteY11" fmla="*/ 503295 h 4198995"/>
              <a:gd name="connsiteX12" fmla="*/ 3071678 w 7408160"/>
              <a:gd name="connsiteY12" fmla="*/ 1474846 h 4198995"/>
              <a:gd name="connsiteX13" fmla="*/ 3738428 w 7408160"/>
              <a:gd name="connsiteY13" fmla="*/ 2027296 h 4198995"/>
              <a:gd name="connsiteX14" fmla="*/ 4443278 w 7408160"/>
              <a:gd name="connsiteY14" fmla="*/ 1322446 h 4198995"/>
              <a:gd name="connsiteX15" fmla="*/ 3690801 w 7408160"/>
              <a:gd name="connsiteY15" fmla="*/ 950972 h 4198995"/>
              <a:gd name="connsiteX16" fmla="*/ 3357428 w 7408160"/>
              <a:gd name="connsiteY16" fmla="*/ 388996 h 4198995"/>
              <a:gd name="connsiteX17" fmla="*/ 4424228 w 7408160"/>
              <a:gd name="connsiteY17" fmla="*/ 693796 h 4198995"/>
              <a:gd name="connsiteX18" fmla="*/ 4595678 w 7408160"/>
              <a:gd name="connsiteY18" fmla="*/ 7996 h 4198995"/>
              <a:gd name="connsiteX19" fmla="*/ 4862378 w 7408160"/>
              <a:gd name="connsiteY19" fmla="*/ 1351022 h 4198995"/>
              <a:gd name="connsiteX20" fmla="*/ 5433876 w 7408160"/>
              <a:gd name="connsiteY20" fmla="*/ 1122422 h 4198995"/>
              <a:gd name="connsiteX21" fmla="*/ 5757727 w 7408160"/>
              <a:gd name="connsiteY21" fmla="*/ 541397 h 4198995"/>
              <a:gd name="connsiteX22" fmla="*/ 5672001 w 7408160"/>
              <a:gd name="connsiteY22" fmla="*/ 1465322 h 4198995"/>
              <a:gd name="connsiteX23" fmla="*/ 4548051 w 7408160"/>
              <a:gd name="connsiteY23" fmla="*/ 1893947 h 4198995"/>
              <a:gd name="connsiteX24" fmla="*/ 4100377 w 7408160"/>
              <a:gd name="connsiteY24" fmla="*/ 2503547 h 4198995"/>
              <a:gd name="connsiteX25" fmla="*/ 4805227 w 7408160"/>
              <a:gd name="connsiteY25" fmla="*/ 2446397 h 4198995"/>
              <a:gd name="connsiteX26" fmla="*/ 5433877 w 7408160"/>
              <a:gd name="connsiteY26" fmla="*/ 2132072 h 4198995"/>
              <a:gd name="connsiteX27" fmla="*/ 5824402 w 7408160"/>
              <a:gd name="connsiteY27" fmla="*/ 2589272 h 4198995"/>
              <a:gd name="connsiteX28" fmla="*/ 6367326 w 7408160"/>
              <a:gd name="connsiteY28" fmla="*/ 1417697 h 4198995"/>
              <a:gd name="connsiteX29" fmla="*/ 6538776 w 7408160"/>
              <a:gd name="connsiteY29" fmla="*/ 1074797 h 4198995"/>
              <a:gd name="connsiteX30" fmla="*/ 6253026 w 7408160"/>
              <a:gd name="connsiteY30" fmla="*/ 2560697 h 4198995"/>
              <a:gd name="connsiteX31" fmla="*/ 7357926 w 7408160"/>
              <a:gd name="connsiteY31" fmla="*/ 2084447 h 4198995"/>
              <a:gd name="connsiteX32" fmla="*/ 6757851 w 7408160"/>
              <a:gd name="connsiteY32" fmla="*/ 2770247 h 4198995"/>
              <a:gd name="connsiteX33" fmla="*/ 5757726 w 7408160"/>
              <a:gd name="connsiteY33" fmla="*/ 3113147 h 4198995"/>
              <a:gd name="connsiteX34" fmla="*/ 6367326 w 7408160"/>
              <a:gd name="connsiteY34" fmla="*/ 3265547 h 4198995"/>
              <a:gd name="connsiteX35" fmla="*/ 6853101 w 7408160"/>
              <a:gd name="connsiteY35" fmla="*/ 3017897 h 4198995"/>
              <a:gd name="connsiteX36" fmla="*/ 6062526 w 7408160"/>
              <a:gd name="connsiteY36" fmla="*/ 3646547 h 4198995"/>
              <a:gd name="connsiteX37" fmla="*/ 4690927 w 7408160"/>
              <a:gd name="connsiteY37" fmla="*/ 3170295 h 4198995"/>
              <a:gd name="connsiteX38" fmla="*/ 3700327 w 7408160"/>
              <a:gd name="connsiteY38" fmla="*/ 4198995 h 4198995"/>
              <a:gd name="connsiteX39" fmla="*/ 2747827 w 7408160"/>
              <a:gd name="connsiteY39" fmla="*/ 3494145 h 4198995"/>
              <a:gd name="connsiteX40" fmla="*/ 919027 w 7408160"/>
              <a:gd name="connsiteY40" fmla="*/ 3360795 h 4198995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871528 w 7408160"/>
              <a:gd name="connsiteY5" fmla="*/ 2617845 h 4208519"/>
              <a:gd name="connsiteX6" fmla="*/ 1833428 w 7408160"/>
              <a:gd name="connsiteY6" fmla="*/ 1436745 h 4208519"/>
              <a:gd name="connsiteX7" fmla="*/ 2271578 w 7408160"/>
              <a:gd name="connsiteY7" fmla="*/ 2027295 h 4208519"/>
              <a:gd name="connsiteX8" fmla="*/ 2385878 w 7408160"/>
              <a:gd name="connsiteY8" fmla="*/ 2827395 h 4208519"/>
              <a:gd name="connsiteX9" fmla="*/ 3262178 w 7408160"/>
              <a:gd name="connsiteY9" fmla="*/ 3036945 h 4208519"/>
              <a:gd name="connsiteX10" fmla="*/ 3109778 w 7408160"/>
              <a:gd name="connsiteY10" fmla="*/ 1893945 h 4208519"/>
              <a:gd name="connsiteX11" fmla="*/ 2500178 w 7408160"/>
              <a:gd name="connsiteY11" fmla="*/ 503295 h 4208519"/>
              <a:gd name="connsiteX12" fmla="*/ 3071678 w 7408160"/>
              <a:gd name="connsiteY12" fmla="*/ 1474846 h 4208519"/>
              <a:gd name="connsiteX13" fmla="*/ 3738428 w 7408160"/>
              <a:gd name="connsiteY13" fmla="*/ 2027296 h 4208519"/>
              <a:gd name="connsiteX14" fmla="*/ 4443278 w 7408160"/>
              <a:gd name="connsiteY14" fmla="*/ 1322446 h 4208519"/>
              <a:gd name="connsiteX15" fmla="*/ 3690801 w 7408160"/>
              <a:gd name="connsiteY15" fmla="*/ 950972 h 4208519"/>
              <a:gd name="connsiteX16" fmla="*/ 3357428 w 7408160"/>
              <a:gd name="connsiteY16" fmla="*/ 388996 h 4208519"/>
              <a:gd name="connsiteX17" fmla="*/ 4424228 w 7408160"/>
              <a:gd name="connsiteY17" fmla="*/ 693796 h 4208519"/>
              <a:gd name="connsiteX18" fmla="*/ 4595678 w 7408160"/>
              <a:gd name="connsiteY18" fmla="*/ 7996 h 4208519"/>
              <a:gd name="connsiteX19" fmla="*/ 4862378 w 7408160"/>
              <a:gd name="connsiteY19" fmla="*/ 1351022 h 4208519"/>
              <a:gd name="connsiteX20" fmla="*/ 5433876 w 7408160"/>
              <a:gd name="connsiteY20" fmla="*/ 1122422 h 4208519"/>
              <a:gd name="connsiteX21" fmla="*/ 5757727 w 7408160"/>
              <a:gd name="connsiteY21" fmla="*/ 541397 h 4208519"/>
              <a:gd name="connsiteX22" fmla="*/ 5672001 w 7408160"/>
              <a:gd name="connsiteY22" fmla="*/ 1465322 h 4208519"/>
              <a:gd name="connsiteX23" fmla="*/ 4548051 w 7408160"/>
              <a:gd name="connsiteY23" fmla="*/ 1893947 h 4208519"/>
              <a:gd name="connsiteX24" fmla="*/ 4100377 w 7408160"/>
              <a:gd name="connsiteY24" fmla="*/ 2503547 h 4208519"/>
              <a:gd name="connsiteX25" fmla="*/ 4805227 w 7408160"/>
              <a:gd name="connsiteY25" fmla="*/ 2446397 h 4208519"/>
              <a:gd name="connsiteX26" fmla="*/ 5433877 w 7408160"/>
              <a:gd name="connsiteY26" fmla="*/ 2132072 h 4208519"/>
              <a:gd name="connsiteX27" fmla="*/ 5824402 w 7408160"/>
              <a:gd name="connsiteY27" fmla="*/ 2589272 h 4208519"/>
              <a:gd name="connsiteX28" fmla="*/ 6367326 w 7408160"/>
              <a:gd name="connsiteY28" fmla="*/ 1417697 h 4208519"/>
              <a:gd name="connsiteX29" fmla="*/ 6538776 w 7408160"/>
              <a:gd name="connsiteY29" fmla="*/ 1074797 h 4208519"/>
              <a:gd name="connsiteX30" fmla="*/ 6253026 w 7408160"/>
              <a:gd name="connsiteY30" fmla="*/ 2560697 h 4208519"/>
              <a:gd name="connsiteX31" fmla="*/ 7357926 w 7408160"/>
              <a:gd name="connsiteY31" fmla="*/ 2084447 h 4208519"/>
              <a:gd name="connsiteX32" fmla="*/ 6757851 w 7408160"/>
              <a:gd name="connsiteY32" fmla="*/ 2770247 h 4208519"/>
              <a:gd name="connsiteX33" fmla="*/ 5757726 w 7408160"/>
              <a:gd name="connsiteY33" fmla="*/ 3113147 h 4208519"/>
              <a:gd name="connsiteX34" fmla="*/ 6367326 w 7408160"/>
              <a:gd name="connsiteY34" fmla="*/ 3265547 h 4208519"/>
              <a:gd name="connsiteX35" fmla="*/ 6853101 w 7408160"/>
              <a:gd name="connsiteY35" fmla="*/ 3017897 h 4208519"/>
              <a:gd name="connsiteX36" fmla="*/ 6062526 w 7408160"/>
              <a:gd name="connsiteY36" fmla="*/ 3646547 h 4208519"/>
              <a:gd name="connsiteX37" fmla="*/ 4690927 w 7408160"/>
              <a:gd name="connsiteY37" fmla="*/ 3170295 h 4208519"/>
              <a:gd name="connsiteX38" fmla="*/ 3700327 w 7408160"/>
              <a:gd name="connsiteY38" fmla="*/ 4198995 h 4208519"/>
              <a:gd name="connsiteX39" fmla="*/ 2747827 w 7408160"/>
              <a:gd name="connsiteY39" fmla="*/ 3494145 h 4208519"/>
              <a:gd name="connsiteX40" fmla="*/ 919027 w 7408160"/>
              <a:gd name="connsiteY40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8572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8572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919027 w 7408160"/>
              <a:gd name="connsiteY0" fmla="*/ 3360795 h 4208519"/>
              <a:gd name="connsiteX1" fmla="*/ 2042977 w 7408160"/>
              <a:gd name="connsiteY1" fmla="*/ 3322695 h 4208519"/>
              <a:gd name="connsiteX2" fmla="*/ 4627 w 7408160"/>
              <a:gd name="connsiteY2" fmla="*/ 903345 h 4208519"/>
              <a:gd name="connsiteX3" fmla="*/ 576128 w 7408160"/>
              <a:gd name="connsiteY3" fmla="*/ 1893945 h 4208519"/>
              <a:gd name="connsiteX4" fmla="*/ 1109528 w 7408160"/>
              <a:gd name="connsiteY4" fmla="*/ 1074795 h 4208519"/>
              <a:gd name="connsiteX5" fmla="*/ 1128576 w 7408160"/>
              <a:gd name="connsiteY5" fmla="*/ 1951097 h 4208519"/>
              <a:gd name="connsiteX6" fmla="*/ 1871528 w 7408160"/>
              <a:gd name="connsiteY6" fmla="*/ 2617845 h 4208519"/>
              <a:gd name="connsiteX7" fmla="*/ 1833428 w 7408160"/>
              <a:gd name="connsiteY7" fmla="*/ 1436745 h 4208519"/>
              <a:gd name="connsiteX8" fmla="*/ 2271578 w 7408160"/>
              <a:gd name="connsiteY8" fmla="*/ 2027295 h 4208519"/>
              <a:gd name="connsiteX9" fmla="*/ 2385878 w 7408160"/>
              <a:gd name="connsiteY9" fmla="*/ 2827395 h 4208519"/>
              <a:gd name="connsiteX10" fmla="*/ 3262178 w 7408160"/>
              <a:gd name="connsiteY10" fmla="*/ 3036945 h 4208519"/>
              <a:gd name="connsiteX11" fmla="*/ 3109778 w 7408160"/>
              <a:gd name="connsiteY11" fmla="*/ 1893945 h 4208519"/>
              <a:gd name="connsiteX12" fmla="*/ 2500178 w 7408160"/>
              <a:gd name="connsiteY12" fmla="*/ 503295 h 4208519"/>
              <a:gd name="connsiteX13" fmla="*/ 3071678 w 7408160"/>
              <a:gd name="connsiteY13" fmla="*/ 1474846 h 4208519"/>
              <a:gd name="connsiteX14" fmla="*/ 3738428 w 7408160"/>
              <a:gd name="connsiteY14" fmla="*/ 2027296 h 4208519"/>
              <a:gd name="connsiteX15" fmla="*/ 4443278 w 7408160"/>
              <a:gd name="connsiteY15" fmla="*/ 1322446 h 4208519"/>
              <a:gd name="connsiteX16" fmla="*/ 3690801 w 7408160"/>
              <a:gd name="connsiteY16" fmla="*/ 950972 h 4208519"/>
              <a:gd name="connsiteX17" fmla="*/ 3357428 w 7408160"/>
              <a:gd name="connsiteY17" fmla="*/ 388996 h 4208519"/>
              <a:gd name="connsiteX18" fmla="*/ 4424228 w 7408160"/>
              <a:gd name="connsiteY18" fmla="*/ 693796 h 4208519"/>
              <a:gd name="connsiteX19" fmla="*/ 4595678 w 7408160"/>
              <a:gd name="connsiteY19" fmla="*/ 7996 h 4208519"/>
              <a:gd name="connsiteX20" fmla="*/ 4862378 w 7408160"/>
              <a:gd name="connsiteY20" fmla="*/ 1351022 h 4208519"/>
              <a:gd name="connsiteX21" fmla="*/ 5433876 w 7408160"/>
              <a:gd name="connsiteY21" fmla="*/ 1122422 h 4208519"/>
              <a:gd name="connsiteX22" fmla="*/ 5757727 w 7408160"/>
              <a:gd name="connsiteY22" fmla="*/ 541397 h 4208519"/>
              <a:gd name="connsiteX23" fmla="*/ 5672001 w 7408160"/>
              <a:gd name="connsiteY23" fmla="*/ 1465322 h 4208519"/>
              <a:gd name="connsiteX24" fmla="*/ 4548051 w 7408160"/>
              <a:gd name="connsiteY24" fmla="*/ 1893947 h 4208519"/>
              <a:gd name="connsiteX25" fmla="*/ 4100377 w 7408160"/>
              <a:gd name="connsiteY25" fmla="*/ 2503547 h 4208519"/>
              <a:gd name="connsiteX26" fmla="*/ 4805227 w 7408160"/>
              <a:gd name="connsiteY26" fmla="*/ 2446397 h 4208519"/>
              <a:gd name="connsiteX27" fmla="*/ 5433877 w 7408160"/>
              <a:gd name="connsiteY27" fmla="*/ 2132072 h 4208519"/>
              <a:gd name="connsiteX28" fmla="*/ 5824402 w 7408160"/>
              <a:gd name="connsiteY28" fmla="*/ 2589272 h 4208519"/>
              <a:gd name="connsiteX29" fmla="*/ 6367326 w 7408160"/>
              <a:gd name="connsiteY29" fmla="*/ 1417697 h 4208519"/>
              <a:gd name="connsiteX30" fmla="*/ 6538776 w 7408160"/>
              <a:gd name="connsiteY30" fmla="*/ 1074797 h 4208519"/>
              <a:gd name="connsiteX31" fmla="*/ 6253026 w 7408160"/>
              <a:gd name="connsiteY31" fmla="*/ 2560697 h 4208519"/>
              <a:gd name="connsiteX32" fmla="*/ 7357926 w 7408160"/>
              <a:gd name="connsiteY32" fmla="*/ 2084447 h 4208519"/>
              <a:gd name="connsiteX33" fmla="*/ 6757851 w 7408160"/>
              <a:gd name="connsiteY33" fmla="*/ 2770247 h 4208519"/>
              <a:gd name="connsiteX34" fmla="*/ 5757726 w 7408160"/>
              <a:gd name="connsiteY34" fmla="*/ 3113147 h 4208519"/>
              <a:gd name="connsiteX35" fmla="*/ 6367326 w 7408160"/>
              <a:gd name="connsiteY35" fmla="*/ 3265547 h 4208519"/>
              <a:gd name="connsiteX36" fmla="*/ 6853101 w 7408160"/>
              <a:gd name="connsiteY36" fmla="*/ 3017897 h 4208519"/>
              <a:gd name="connsiteX37" fmla="*/ 6062526 w 7408160"/>
              <a:gd name="connsiteY37" fmla="*/ 3646547 h 4208519"/>
              <a:gd name="connsiteX38" fmla="*/ 4690927 w 7408160"/>
              <a:gd name="connsiteY38" fmla="*/ 3170295 h 4208519"/>
              <a:gd name="connsiteX39" fmla="*/ 3700327 w 7408160"/>
              <a:gd name="connsiteY39" fmla="*/ 4198995 h 4208519"/>
              <a:gd name="connsiteX40" fmla="*/ 2747827 w 7408160"/>
              <a:gd name="connsiteY40" fmla="*/ 3494145 h 4208519"/>
              <a:gd name="connsiteX41" fmla="*/ 919027 w 7408160"/>
              <a:gd name="connsiteY41" fmla="*/ 3360795 h 4208519"/>
              <a:gd name="connsiteX0" fmla="*/ 1064362 w 7553495"/>
              <a:gd name="connsiteY0" fmla="*/ 3360795 h 4208519"/>
              <a:gd name="connsiteX1" fmla="*/ 2188312 w 7553495"/>
              <a:gd name="connsiteY1" fmla="*/ 3322695 h 4208519"/>
              <a:gd name="connsiteX2" fmla="*/ 149962 w 7553495"/>
              <a:gd name="connsiteY2" fmla="*/ 903345 h 4208519"/>
              <a:gd name="connsiteX3" fmla="*/ 721463 w 7553495"/>
              <a:gd name="connsiteY3" fmla="*/ 1893945 h 4208519"/>
              <a:gd name="connsiteX4" fmla="*/ 1254863 w 7553495"/>
              <a:gd name="connsiteY4" fmla="*/ 1074795 h 4208519"/>
              <a:gd name="connsiteX5" fmla="*/ 1273911 w 7553495"/>
              <a:gd name="connsiteY5" fmla="*/ 1951097 h 4208519"/>
              <a:gd name="connsiteX6" fmla="*/ 2016863 w 7553495"/>
              <a:gd name="connsiteY6" fmla="*/ 2617845 h 4208519"/>
              <a:gd name="connsiteX7" fmla="*/ 1978763 w 7553495"/>
              <a:gd name="connsiteY7" fmla="*/ 1436745 h 4208519"/>
              <a:gd name="connsiteX8" fmla="*/ 2416913 w 7553495"/>
              <a:gd name="connsiteY8" fmla="*/ 2027295 h 4208519"/>
              <a:gd name="connsiteX9" fmla="*/ 2531213 w 7553495"/>
              <a:gd name="connsiteY9" fmla="*/ 2827395 h 4208519"/>
              <a:gd name="connsiteX10" fmla="*/ 3407513 w 7553495"/>
              <a:gd name="connsiteY10" fmla="*/ 3036945 h 4208519"/>
              <a:gd name="connsiteX11" fmla="*/ 3255113 w 7553495"/>
              <a:gd name="connsiteY11" fmla="*/ 1893945 h 4208519"/>
              <a:gd name="connsiteX12" fmla="*/ 2645513 w 7553495"/>
              <a:gd name="connsiteY12" fmla="*/ 503295 h 4208519"/>
              <a:gd name="connsiteX13" fmla="*/ 3217013 w 7553495"/>
              <a:gd name="connsiteY13" fmla="*/ 1474846 h 4208519"/>
              <a:gd name="connsiteX14" fmla="*/ 3883763 w 7553495"/>
              <a:gd name="connsiteY14" fmla="*/ 2027296 h 4208519"/>
              <a:gd name="connsiteX15" fmla="*/ 4588613 w 7553495"/>
              <a:gd name="connsiteY15" fmla="*/ 1322446 h 4208519"/>
              <a:gd name="connsiteX16" fmla="*/ 3836136 w 7553495"/>
              <a:gd name="connsiteY16" fmla="*/ 950972 h 4208519"/>
              <a:gd name="connsiteX17" fmla="*/ 3502763 w 7553495"/>
              <a:gd name="connsiteY17" fmla="*/ 388996 h 4208519"/>
              <a:gd name="connsiteX18" fmla="*/ 4569563 w 7553495"/>
              <a:gd name="connsiteY18" fmla="*/ 693796 h 4208519"/>
              <a:gd name="connsiteX19" fmla="*/ 4741013 w 7553495"/>
              <a:gd name="connsiteY19" fmla="*/ 7996 h 4208519"/>
              <a:gd name="connsiteX20" fmla="*/ 5007713 w 7553495"/>
              <a:gd name="connsiteY20" fmla="*/ 1351022 h 4208519"/>
              <a:gd name="connsiteX21" fmla="*/ 5579211 w 7553495"/>
              <a:gd name="connsiteY21" fmla="*/ 1122422 h 4208519"/>
              <a:gd name="connsiteX22" fmla="*/ 5903062 w 7553495"/>
              <a:gd name="connsiteY22" fmla="*/ 541397 h 4208519"/>
              <a:gd name="connsiteX23" fmla="*/ 5817336 w 7553495"/>
              <a:gd name="connsiteY23" fmla="*/ 1465322 h 4208519"/>
              <a:gd name="connsiteX24" fmla="*/ 4693386 w 7553495"/>
              <a:gd name="connsiteY24" fmla="*/ 1893947 h 4208519"/>
              <a:gd name="connsiteX25" fmla="*/ 4245712 w 7553495"/>
              <a:gd name="connsiteY25" fmla="*/ 2503547 h 4208519"/>
              <a:gd name="connsiteX26" fmla="*/ 4950562 w 7553495"/>
              <a:gd name="connsiteY26" fmla="*/ 2446397 h 4208519"/>
              <a:gd name="connsiteX27" fmla="*/ 5579212 w 7553495"/>
              <a:gd name="connsiteY27" fmla="*/ 2132072 h 4208519"/>
              <a:gd name="connsiteX28" fmla="*/ 5969737 w 7553495"/>
              <a:gd name="connsiteY28" fmla="*/ 2589272 h 4208519"/>
              <a:gd name="connsiteX29" fmla="*/ 6512661 w 7553495"/>
              <a:gd name="connsiteY29" fmla="*/ 1417697 h 4208519"/>
              <a:gd name="connsiteX30" fmla="*/ 6684111 w 7553495"/>
              <a:gd name="connsiteY30" fmla="*/ 1074797 h 4208519"/>
              <a:gd name="connsiteX31" fmla="*/ 6398361 w 7553495"/>
              <a:gd name="connsiteY31" fmla="*/ 2560697 h 4208519"/>
              <a:gd name="connsiteX32" fmla="*/ 7503261 w 7553495"/>
              <a:gd name="connsiteY32" fmla="*/ 2084447 h 4208519"/>
              <a:gd name="connsiteX33" fmla="*/ 6903186 w 7553495"/>
              <a:gd name="connsiteY33" fmla="*/ 2770247 h 4208519"/>
              <a:gd name="connsiteX34" fmla="*/ 5903061 w 7553495"/>
              <a:gd name="connsiteY34" fmla="*/ 3113147 h 4208519"/>
              <a:gd name="connsiteX35" fmla="*/ 6512661 w 7553495"/>
              <a:gd name="connsiteY35" fmla="*/ 3265547 h 4208519"/>
              <a:gd name="connsiteX36" fmla="*/ 6998436 w 7553495"/>
              <a:gd name="connsiteY36" fmla="*/ 3017897 h 4208519"/>
              <a:gd name="connsiteX37" fmla="*/ 6207861 w 7553495"/>
              <a:gd name="connsiteY37" fmla="*/ 3646547 h 4208519"/>
              <a:gd name="connsiteX38" fmla="*/ 4836262 w 7553495"/>
              <a:gd name="connsiteY38" fmla="*/ 3170295 h 4208519"/>
              <a:gd name="connsiteX39" fmla="*/ 3845662 w 7553495"/>
              <a:gd name="connsiteY39" fmla="*/ 4198995 h 4208519"/>
              <a:gd name="connsiteX40" fmla="*/ 2893162 w 7553495"/>
              <a:gd name="connsiteY40" fmla="*/ 3494145 h 4208519"/>
              <a:gd name="connsiteX41" fmla="*/ 1064362 w 7553495"/>
              <a:gd name="connsiteY41" fmla="*/ 3360795 h 4208519"/>
              <a:gd name="connsiteX0" fmla="*/ 914757 w 7403890"/>
              <a:gd name="connsiteY0" fmla="*/ 3360795 h 4208519"/>
              <a:gd name="connsiteX1" fmla="*/ 2038707 w 7403890"/>
              <a:gd name="connsiteY1" fmla="*/ 3322695 h 4208519"/>
              <a:gd name="connsiteX2" fmla="*/ 743307 w 7403890"/>
              <a:gd name="connsiteY2" fmla="*/ 2398772 h 4208519"/>
              <a:gd name="connsiteX3" fmla="*/ 357 w 7403890"/>
              <a:gd name="connsiteY3" fmla="*/ 903345 h 4208519"/>
              <a:gd name="connsiteX4" fmla="*/ 571858 w 7403890"/>
              <a:gd name="connsiteY4" fmla="*/ 1893945 h 4208519"/>
              <a:gd name="connsiteX5" fmla="*/ 1105258 w 7403890"/>
              <a:gd name="connsiteY5" fmla="*/ 1074795 h 4208519"/>
              <a:gd name="connsiteX6" fmla="*/ 1124306 w 7403890"/>
              <a:gd name="connsiteY6" fmla="*/ 1951097 h 4208519"/>
              <a:gd name="connsiteX7" fmla="*/ 1867258 w 7403890"/>
              <a:gd name="connsiteY7" fmla="*/ 2617845 h 4208519"/>
              <a:gd name="connsiteX8" fmla="*/ 1829158 w 7403890"/>
              <a:gd name="connsiteY8" fmla="*/ 1436745 h 4208519"/>
              <a:gd name="connsiteX9" fmla="*/ 2267308 w 7403890"/>
              <a:gd name="connsiteY9" fmla="*/ 2027295 h 4208519"/>
              <a:gd name="connsiteX10" fmla="*/ 2381608 w 7403890"/>
              <a:gd name="connsiteY10" fmla="*/ 2827395 h 4208519"/>
              <a:gd name="connsiteX11" fmla="*/ 3257908 w 7403890"/>
              <a:gd name="connsiteY11" fmla="*/ 3036945 h 4208519"/>
              <a:gd name="connsiteX12" fmla="*/ 3105508 w 7403890"/>
              <a:gd name="connsiteY12" fmla="*/ 1893945 h 4208519"/>
              <a:gd name="connsiteX13" fmla="*/ 2495908 w 7403890"/>
              <a:gd name="connsiteY13" fmla="*/ 503295 h 4208519"/>
              <a:gd name="connsiteX14" fmla="*/ 3067408 w 7403890"/>
              <a:gd name="connsiteY14" fmla="*/ 1474846 h 4208519"/>
              <a:gd name="connsiteX15" fmla="*/ 3734158 w 7403890"/>
              <a:gd name="connsiteY15" fmla="*/ 2027296 h 4208519"/>
              <a:gd name="connsiteX16" fmla="*/ 4439008 w 7403890"/>
              <a:gd name="connsiteY16" fmla="*/ 1322446 h 4208519"/>
              <a:gd name="connsiteX17" fmla="*/ 3686531 w 7403890"/>
              <a:gd name="connsiteY17" fmla="*/ 950972 h 4208519"/>
              <a:gd name="connsiteX18" fmla="*/ 3353158 w 7403890"/>
              <a:gd name="connsiteY18" fmla="*/ 388996 h 4208519"/>
              <a:gd name="connsiteX19" fmla="*/ 4419958 w 7403890"/>
              <a:gd name="connsiteY19" fmla="*/ 693796 h 4208519"/>
              <a:gd name="connsiteX20" fmla="*/ 4591408 w 7403890"/>
              <a:gd name="connsiteY20" fmla="*/ 7996 h 4208519"/>
              <a:gd name="connsiteX21" fmla="*/ 4858108 w 7403890"/>
              <a:gd name="connsiteY21" fmla="*/ 1351022 h 4208519"/>
              <a:gd name="connsiteX22" fmla="*/ 5429606 w 7403890"/>
              <a:gd name="connsiteY22" fmla="*/ 1122422 h 4208519"/>
              <a:gd name="connsiteX23" fmla="*/ 5753457 w 7403890"/>
              <a:gd name="connsiteY23" fmla="*/ 541397 h 4208519"/>
              <a:gd name="connsiteX24" fmla="*/ 5667731 w 7403890"/>
              <a:gd name="connsiteY24" fmla="*/ 1465322 h 4208519"/>
              <a:gd name="connsiteX25" fmla="*/ 4543781 w 7403890"/>
              <a:gd name="connsiteY25" fmla="*/ 1893947 h 4208519"/>
              <a:gd name="connsiteX26" fmla="*/ 4096107 w 7403890"/>
              <a:gd name="connsiteY26" fmla="*/ 2503547 h 4208519"/>
              <a:gd name="connsiteX27" fmla="*/ 4800957 w 7403890"/>
              <a:gd name="connsiteY27" fmla="*/ 2446397 h 4208519"/>
              <a:gd name="connsiteX28" fmla="*/ 5429607 w 7403890"/>
              <a:gd name="connsiteY28" fmla="*/ 2132072 h 4208519"/>
              <a:gd name="connsiteX29" fmla="*/ 5820132 w 7403890"/>
              <a:gd name="connsiteY29" fmla="*/ 2589272 h 4208519"/>
              <a:gd name="connsiteX30" fmla="*/ 6363056 w 7403890"/>
              <a:gd name="connsiteY30" fmla="*/ 1417697 h 4208519"/>
              <a:gd name="connsiteX31" fmla="*/ 6534506 w 7403890"/>
              <a:gd name="connsiteY31" fmla="*/ 1074797 h 4208519"/>
              <a:gd name="connsiteX32" fmla="*/ 6248756 w 7403890"/>
              <a:gd name="connsiteY32" fmla="*/ 2560697 h 4208519"/>
              <a:gd name="connsiteX33" fmla="*/ 7353656 w 7403890"/>
              <a:gd name="connsiteY33" fmla="*/ 2084447 h 4208519"/>
              <a:gd name="connsiteX34" fmla="*/ 6753581 w 7403890"/>
              <a:gd name="connsiteY34" fmla="*/ 2770247 h 4208519"/>
              <a:gd name="connsiteX35" fmla="*/ 5753456 w 7403890"/>
              <a:gd name="connsiteY35" fmla="*/ 3113147 h 4208519"/>
              <a:gd name="connsiteX36" fmla="*/ 6363056 w 7403890"/>
              <a:gd name="connsiteY36" fmla="*/ 3265547 h 4208519"/>
              <a:gd name="connsiteX37" fmla="*/ 6848831 w 7403890"/>
              <a:gd name="connsiteY37" fmla="*/ 3017897 h 4208519"/>
              <a:gd name="connsiteX38" fmla="*/ 6058256 w 7403890"/>
              <a:gd name="connsiteY38" fmla="*/ 3646547 h 4208519"/>
              <a:gd name="connsiteX39" fmla="*/ 4686657 w 7403890"/>
              <a:gd name="connsiteY39" fmla="*/ 3170295 h 4208519"/>
              <a:gd name="connsiteX40" fmla="*/ 3696057 w 7403890"/>
              <a:gd name="connsiteY40" fmla="*/ 4198995 h 4208519"/>
              <a:gd name="connsiteX41" fmla="*/ 2743557 w 7403890"/>
              <a:gd name="connsiteY41" fmla="*/ 3494145 h 4208519"/>
              <a:gd name="connsiteX42" fmla="*/ 914757 w 7403890"/>
              <a:gd name="connsiteY42" fmla="*/ 3360795 h 4208519"/>
              <a:gd name="connsiteX0" fmla="*/ 1049251 w 7538384"/>
              <a:gd name="connsiteY0" fmla="*/ 3360795 h 4208519"/>
              <a:gd name="connsiteX1" fmla="*/ 2173201 w 7538384"/>
              <a:gd name="connsiteY1" fmla="*/ 3322695 h 4208519"/>
              <a:gd name="connsiteX2" fmla="*/ 877801 w 7538384"/>
              <a:gd name="connsiteY2" fmla="*/ 2398772 h 4208519"/>
              <a:gd name="connsiteX3" fmla="*/ 134851 w 7538384"/>
              <a:gd name="connsiteY3" fmla="*/ 903345 h 4208519"/>
              <a:gd name="connsiteX4" fmla="*/ 706352 w 7538384"/>
              <a:gd name="connsiteY4" fmla="*/ 1893945 h 4208519"/>
              <a:gd name="connsiteX5" fmla="*/ 1239752 w 7538384"/>
              <a:gd name="connsiteY5" fmla="*/ 1074795 h 4208519"/>
              <a:gd name="connsiteX6" fmla="*/ 1258800 w 7538384"/>
              <a:gd name="connsiteY6" fmla="*/ 1951097 h 4208519"/>
              <a:gd name="connsiteX7" fmla="*/ 2001752 w 7538384"/>
              <a:gd name="connsiteY7" fmla="*/ 2617845 h 4208519"/>
              <a:gd name="connsiteX8" fmla="*/ 1963652 w 7538384"/>
              <a:gd name="connsiteY8" fmla="*/ 1436745 h 4208519"/>
              <a:gd name="connsiteX9" fmla="*/ 2401802 w 7538384"/>
              <a:gd name="connsiteY9" fmla="*/ 2027295 h 4208519"/>
              <a:gd name="connsiteX10" fmla="*/ 2516102 w 7538384"/>
              <a:gd name="connsiteY10" fmla="*/ 2827395 h 4208519"/>
              <a:gd name="connsiteX11" fmla="*/ 3392402 w 7538384"/>
              <a:gd name="connsiteY11" fmla="*/ 3036945 h 4208519"/>
              <a:gd name="connsiteX12" fmla="*/ 3240002 w 7538384"/>
              <a:gd name="connsiteY12" fmla="*/ 1893945 h 4208519"/>
              <a:gd name="connsiteX13" fmla="*/ 2630402 w 7538384"/>
              <a:gd name="connsiteY13" fmla="*/ 503295 h 4208519"/>
              <a:gd name="connsiteX14" fmla="*/ 3201902 w 7538384"/>
              <a:gd name="connsiteY14" fmla="*/ 1474846 h 4208519"/>
              <a:gd name="connsiteX15" fmla="*/ 3868652 w 7538384"/>
              <a:gd name="connsiteY15" fmla="*/ 2027296 h 4208519"/>
              <a:gd name="connsiteX16" fmla="*/ 4573502 w 7538384"/>
              <a:gd name="connsiteY16" fmla="*/ 1322446 h 4208519"/>
              <a:gd name="connsiteX17" fmla="*/ 3821025 w 7538384"/>
              <a:gd name="connsiteY17" fmla="*/ 950972 h 4208519"/>
              <a:gd name="connsiteX18" fmla="*/ 3487652 w 7538384"/>
              <a:gd name="connsiteY18" fmla="*/ 388996 h 4208519"/>
              <a:gd name="connsiteX19" fmla="*/ 4554452 w 7538384"/>
              <a:gd name="connsiteY19" fmla="*/ 693796 h 4208519"/>
              <a:gd name="connsiteX20" fmla="*/ 4725902 w 7538384"/>
              <a:gd name="connsiteY20" fmla="*/ 7996 h 4208519"/>
              <a:gd name="connsiteX21" fmla="*/ 4992602 w 7538384"/>
              <a:gd name="connsiteY21" fmla="*/ 1351022 h 4208519"/>
              <a:gd name="connsiteX22" fmla="*/ 5564100 w 7538384"/>
              <a:gd name="connsiteY22" fmla="*/ 1122422 h 4208519"/>
              <a:gd name="connsiteX23" fmla="*/ 5887951 w 7538384"/>
              <a:gd name="connsiteY23" fmla="*/ 541397 h 4208519"/>
              <a:gd name="connsiteX24" fmla="*/ 5802225 w 7538384"/>
              <a:gd name="connsiteY24" fmla="*/ 1465322 h 4208519"/>
              <a:gd name="connsiteX25" fmla="*/ 4678275 w 7538384"/>
              <a:gd name="connsiteY25" fmla="*/ 1893947 h 4208519"/>
              <a:gd name="connsiteX26" fmla="*/ 4230601 w 7538384"/>
              <a:gd name="connsiteY26" fmla="*/ 2503547 h 4208519"/>
              <a:gd name="connsiteX27" fmla="*/ 4935451 w 7538384"/>
              <a:gd name="connsiteY27" fmla="*/ 2446397 h 4208519"/>
              <a:gd name="connsiteX28" fmla="*/ 5564101 w 7538384"/>
              <a:gd name="connsiteY28" fmla="*/ 2132072 h 4208519"/>
              <a:gd name="connsiteX29" fmla="*/ 5954626 w 7538384"/>
              <a:gd name="connsiteY29" fmla="*/ 2589272 h 4208519"/>
              <a:gd name="connsiteX30" fmla="*/ 6497550 w 7538384"/>
              <a:gd name="connsiteY30" fmla="*/ 1417697 h 4208519"/>
              <a:gd name="connsiteX31" fmla="*/ 6669000 w 7538384"/>
              <a:gd name="connsiteY31" fmla="*/ 1074797 h 4208519"/>
              <a:gd name="connsiteX32" fmla="*/ 6383250 w 7538384"/>
              <a:gd name="connsiteY32" fmla="*/ 2560697 h 4208519"/>
              <a:gd name="connsiteX33" fmla="*/ 7488150 w 7538384"/>
              <a:gd name="connsiteY33" fmla="*/ 2084447 h 4208519"/>
              <a:gd name="connsiteX34" fmla="*/ 6888075 w 7538384"/>
              <a:gd name="connsiteY34" fmla="*/ 2770247 h 4208519"/>
              <a:gd name="connsiteX35" fmla="*/ 5887950 w 7538384"/>
              <a:gd name="connsiteY35" fmla="*/ 3113147 h 4208519"/>
              <a:gd name="connsiteX36" fmla="*/ 6497550 w 7538384"/>
              <a:gd name="connsiteY36" fmla="*/ 3265547 h 4208519"/>
              <a:gd name="connsiteX37" fmla="*/ 6983325 w 7538384"/>
              <a:gd name="connsiteY37" fmla="*/ 3017897 h 4208519"/>
              <a:gd name="connsiteX38" fmla="*/ 6192750 w 7538384"/>
              <a:gd name="connsiteY38" fmla="*/ 3646547 h 4208519"/>
              <a:gd name="connsiteX39" fmla="*/ 4821151 w 7538384"/>
              <a:gd name="connsiteY39" fmla="*/ 3170295 h 4208519"/>
              <a:gd name="connsiteX40" fmla="*/ 3830551 w 7538384"/>
              <a:gd name="connsiteY40" fmla="*/ 4198995 h 4208519"/>
              <a:gd name="connsiteX41" fmla="*/ 2878051 w 7538384"/>
              <a:gd name="connsiteY41" fmla="*/ 3494145 h 4208519"/>
              <a:gd name="connsiteX42" fmla="*/ 1049251 w 7538384"/>
              <a:gd name="connsiteY42" fmla="*/ 3360795 h 4208519"/>
              <a:gd name="connsiteX0" fmla="*/ 1111160 w 7600293"/>
              <a:gd name="connsiteY0" fmla="*/ 3360795 h 4208519"/>
              <a:gd name="connsiteX1" fmla="*/ 2235110 w 7600293"/>
              <a:gd name="connsiteY1" fmla="*/ 3322695 h 4208519"/>
              <a:gd name="connsiteX2" fmla="*/ 939710 w 7600293"/>
              <a:gd name="connsiteY2" fmla="*/ 2398772 h 4208519"/>
              <a:gd name="connsiteX3" fmla="*/ 196760 w 7600293"/>
              <a:gd name="connsiteY3" fmla="*/ 903345 h 4208519"/>
              <a:gd name="connsiteX4" fmla="*/ 768261 w 7600293"/>
              <a:gd name="connsiteY4" fmla="*/ 1893945 h 4208519"/>
              <a:gd name="connsiteX5" fmla="*/ 1301661 w 7600293"/>
              <a:gd name="connsiteY5" fmla="*/ 1074795 h 4208519"/>
              <a:gd name="connsiteX6" fmla="*/ 1320709 w 7600293"/>
              <a:gd name="connsiteY6" fmla="*/ 1951097 h 4208519"/>
              <a:gd name="connsiteX7" fmla="*/ 2063661 w 7600293"/>
              <a:gd name="connsiteY7" fmla="*/ 2617845 h 4208519"/>
              <a:gd name="connsiteX8" fmla="*/ 2025561 w 7600293"/>
              <a:gd name="connsiteY8" fmla="*/ 1436745 h 4208519"/>
              <a:gd name="connsiteX9" fmla="*/ 2463711 w 7600293"/>
              <a:gd name="connsiteY9" fmla="*/ 2027295 h 4208519"/>
              <a:gd name="connsiteX10" fmla="*/ 2578011 w 7600293"/>
              <a:gd name="connsiteY10" fmla="*/ 2827395 h 4208519"/>
              <a:gd name="connsiteX11" fmla="*/ 3454311 w 7600293"/>
              <a:gd name="connsiteY11" fmla="*/ 3036945 h 4208519"/>
              <a:gd name="connsiteX12" fmla="*/ 3301911 w 7600293"/>
              <a:gd name="connsiteY12" fmla="*/ 1893945 h 4208519"/>
              <a:gd name="connsiteX13" fmla="*/ 2692311 w 7600293"/>
              <a:gd name="connsiteY13" fmla="*/ 503295 h 4208519"/>
              <a:gd name="connsiteX14" fmla="*/ 3263811 w 7600293"/>
              <a:gd name="connsiteY14" fmla="*/ 1474846 h 4208519"/>
              <a:gd name="connsiteX15" fmla="*/ 3930561 w 7600293"/>
              <a:gd name="connsiteY15" fmla="*/ 2027296 h 4208519"/>
              <a:gd name="connsiteX16" fmla="*/ 4635411 w 7600293"/>
              <a:gd name="connsiteY16" fmla="*/ 1322446 h 4208519"/>
              <a:gd name="connsiteX17" fmla="*/ 3882934 w 7600293"/>
              <a:gd name="connsiteY17" fmla="*/ 950972 h 4208519"/>
              <a:gd name="connsiteX18" fmla="*/ 3549561 w 7600293"/>
              <a:gd name="connsiteY18" fmla="*/ 388996 h 4208519"/>
              <a:gd name="connsiteX19" fmla="*/ 4616361 w 7600293"/>
              <a:gd name="connsiteY19" fmla="*/ 693796 h 4208519"/>
              <a:gd name="connsiteX20" fmla="*/ 4787811 w 7600293"/>
              <a:gd name="connsiteY20" fmla="*/ 7996 h 4208519"/>
              <a:gd name="connsiteX21" fmla="*/ 5054511 w 7600293"/>
              <a:gd name="connsiteY21" fmla="*/ 1351022 h 4208519"/>
              <a:gd name="connsiteX22" fmla="*/ 5626009 w 7600293"/>
              <a:gd name="connsiteY22" fmla="*/ 1122422 h 4208519"/>
              <a:gd name="connsiteX23" fmla="*/ 5949860 w 7600293"/>
              <a:gd name="connsiteY23" fmla="*/ 541397 h 4208519"/>
              <a:gd name="connsiteX24" fmla="*/ 5864134 w 7600293"/>
              <a:gd name="connsiteY24" fmla="*/ 1465322 h 4208519"/>
              <a:gd name="connsiteX25" fmla="*/ 4740184 w 7600293"/>
              <a:gd name="connsiteY25" fmla="*/ 1893947 h 4208519"/>
              <a:gd name="connsiteX26" fmla="*/ 4292510 w 7600293"/>
              <a:gd name="connsiteY26" fmla="*/ 2503547 h 4208519"/>
              <a:gd name="connsiteX27" fmla="*/ 4997360 w 7600293"/>
              <a:gd name="connsiteY27" fmla="*/ 2446397 h 4208519"/>
              <a:gd name="connsiteX28" fmla="*/ 5626010 w 7600293"/>
              <a:gd name="connsiteY28" fmla="*/ 2132072 h 4208519"/>
              <a:gd name="connsiteX29" fmla="*/ 6016535 w 7600293"/>
              <a:gd name="connsiteY29" fmla="*/ 2589272 h 4208519"/>
              <a:gd name="connsiteX30" fmla="*/ 6559459 w 7600293"/>
              <a:gd name="connsiteY30" fmla="*/ 1417697 h 4208519"/>
              <a:gd name="connsiteX31" fmla="*/ 6730909 w 7600293"/>
              <a:gd name="connsiteY31" fmla="*/ 1074797 h 4208519"/>
              <a:gd name="connsiteX32" fmla="*/ 6445159 w 7600293"/>
              <a:gd name="connsiteY32" fmla="*/ 2560697 h 4208519"/>
              <a:gd name="connsiteX33" fmla="*/ 7550059 w 7600293"/>
              <a:gd name="connsiteY33" fmla="*/ 2084447 h 4208519"/>
              <a:gd name="connsiteX34" fmla="*/ 6949984 w 7600293"/>
              <a:gd name="connsiteY34" fmla="*/ 2770247 h 4208519"/>
              <a:gd name="connsiteX35" fmla="*/ 5949859 w 7600293"/>
              <a:gd name="connsiteY35" fmla="*/ 3113147 h 4208519"/>
              <a:gd name="connsiteX36" fmla="*/ 6559459 w 7600293"/>
              <a:gd name="connsiteY36" fmla="*/ 3265547 h 4208519"/>
              <a:gd name="connsiteX37" fmla="*/ 7045234 w 7600293"/>
              <a:gd name="connsiteY37" fmla="*/ 3017897 h 4208519"/>
              <a:gd name="connsiteX38" fmla="*/ 6254659 w 7600293"/>
              <a:gd name="connsiteY38" fmla="*/ 3646547 h 4208519"/>
              <a:gd name="connsiteX39" fmla="*/ 4883060 w 7600293"/>
              <a:gd name="connsiteY39" fmla="*/ 3170295 h 4208519"/>
              <a:gd name="connsiteX40" fmla="*/ 3892460 w 7600293"/>
              <a:gd name="connsiteY40" fmla="*/ 4198995 h 4208519"/>
              <a:gd name="connsiteX41" fmla="*/ 2939960 w 7600293"/>
              <a:gd name="connsiteY41" fmla="*/ 3494145 h 4208519"/>
              <a:gd name="connsiteX42" fmla="*/ 1111160 w 7600293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069679 w 7558812"/>
              <a:gd name="connsiteY42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69679 w 7558812"/>
              <a:gd name="connsiteY43" fmla="*/ 3360795 h 4208519"/>
              <a:gd name="connsiteX0" fmla="*/ 1069679 w 7558812"/>
              <a:gd name="connsiteY0" fmla="*/ 3360795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69679 w 7558812"/>
              <a:gd name="connsiteY43" fmla="*/ 3360795 h 4208519"/>
              <a:gd name="connsiteX0" fmla="*/ 1088729 w 7558812"/>
              <a:gd name="connsiteY0" fmla="*/ 3351270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88729 w 7558812"/>
              <a:gd name="connsiteY43" fmla="*/ 3351270 h 4208519"/>
              <a:gd name="connsiteX0" fmla="*/ 1088729 w 7558812"/>
              <a:gd name="connsiteY0" fmla="*/ 3351270 h 4208519"/>
              <a:gd name="connsiteX1" fmla="*/ 2193629 w 7558812"/>
              <a:gd name="connsiteY1" fmla="*/ 3322695 h 4208519"/>
              <a:gd name="connsiteX2" fmla="*/ 898229 w 7558812"/>
              <a:gd name="connsiteY2" fmla="*/ 2398772 h 4208519"/>
              <a:gd name="connsiteX3" fmla="*/ 155279 w 7558812"/>
              <a:gd name="connsiteY3" fmla="*/ 903345 h 4208519"/>
              <a:gd name="connsiteX4" fmla="*/ 726780 w 7558812"/>
              <a:gd name="connsiteY4" fmla="*/ 1893945 h 4208519"/>
              <a:gd name="connsiteX5" fmla="*/ 1260180 w 7558812"/>
              <a:gd name="connsiteY5" fmla="*/ 1074795 h 4208519"/>
              <a:gd name="connsiteX6" fmla="*/ 1279228 w 7558812"/>
              <a:gd name="connsiteY6" fmla="*/ 1951097 h 4208519"/>
              <a:gd name="connsiteX7" fmla="*/ 2022180 w 7558812"/>
              <a:gd name="connsiteY7" fmla="*/ 2617845 h 4208519"/>
              <a:gd name="connsiteX8" fmla="*/ 1984080 w 7558812"/>
              <a:gd name="connsiteY8" fmla="*/ 1436745 h 4208519"/>
              <a:gd name="connsiteX9" fmla="*/ 2422230 w 7558812"/>
              <a:gd name="connsiteY9" fmla="*/ 2027295 h 4208519"/>
              <a:gd name="connsiteX10" fmla="*/ 2536530 w 7558812"/>
              <a:gd name="connsiteY10" fmla="*/ 2827395 h 4208519"/>
              <a:gd name="connsiteX11" fmla="*/ 3412830 w 7558812"/>
              <a:gd name="connsiteY11" fmla="*/ 3036945 h 4208519"/>
              <a:gd name="connsiteX12" fmla="*/ 3260430 w 7558812"/>
              <a:gd name="connsiteY12" fmla="*/ 1893945 h 4208519"/>
              <a:gd name="connsiteX13" fmla="*/ 2650830 w 7558812"/>
              <a:gd name="connsiteY13" fmla="*/ 503295 h 4208519"/>
              <a:gd name="connsiteX14" fmla="*/ 3222330 w 7558812"/>
              <a:gd name="connsiteY14" fmla="*/ 1474846 h 4208519"/>
              <a:gd name="connsiteX15" fmla="*/ 3889080 w 7558812"/>
              <a:gd name="connsiteY15" fmla="*/ 2027296 h 4208519"/>
              <a:gd name="connsiteX16" fmla="*/ 4593930 w 7558812"/>
              <a:gd name="connsiteY16" fmla="*/ 1322446 h 4208519"/>
              <a:gd name="connsiteX17" fmla="*/ 3841453 w 7558812"/>
              <a:gd name="connsiteY17" fmla="*/ 950972 h 4208519"/>
              <a:gd name="connsiteX18" fmla="*/ 3508080 w 7558812"/>
              <a:gd name="connsiteY18" fmla="*/ 388996 h 4208519"/>
              <a:gd name="connsiteX19" fmla="*/ 4574880 w 7558812"/>
              <a:gd name="connsiteY19" fmla="*/ 693796 h 4208519"/>
              <a:gd name="connsiteX20" fmla="*/ 4746330 w 7558812"/>
              <a:gd name="connsiteY20" fmla="*/ 7996 h 4208519"/>
              <a:gd name="connsiteX21" fmla="*/ 5013030 w 7558812"/>
              <a:gd name="connsiteY21" fmla="*/ 1351022 h 4208519"/>
              <a:gd name="connsiteX22" fmla="*/ 5584528 w 7558812"/>
              <a:gd name="connsiteY22" fmla="*/ 1122422 h 4208519"/>
              <a:gd name="connsiteX23" fmla="*/ 5908379 w 7558812"/>
              <a:gd name="connsiteY23" fmla="*/ 541397 h 4208519"/>
              <a:gd name="connsiteX24" fmla="*/ 5822653 w 7558812"/>
              <a:gd name="connsiteY24" fmla="*/ 1465322 h 4208519"/>
              <a:gd name="connsiteX25" fmla="*/ 4698703 w 7558812"/>
              <a:gd name="connsiteY25" fmla="*/ 1893947 h 4208519"/>
              <a:gd name="connsiteX26" fmla="*/ 4251029 w 7558812"/>
              <a:gd name="connsiteY26" fmla="*/ 2503547 h 4208519"/>
              <a:gd name="connsiteX27" fmla="*/ 4955879 w 7558812"/>
              <a:gd name="connsiteY27" fmla="*/ 2446397 h 4208519"/>
              <a:gd name="connsiteX28" fmla="*/ 5584529 w 7558812"/>
              <a:gd name="connsiteY28" fmla="*/ 2132072 h 4208519"/>
              <a:gd name="connsiteX29" fmla="*/ 5975054 w 7558812"/>
              <a:gd name="connsiteY29" fmla="*/ 2589272 h 4208519"/>
              <a:gd name="connsiteX30" fmla="*/ 6517978 w 7558812"/>
              <a:gd name="connsiteY30" fmla="*/ 1417697 h 4208519"/>
              <a:gd name="connsiteX31" fmla="*/ 6689428 w 7558812"/>
              <a:gd name="connsiteY31" fmla="*/ 1074797 h 4208519"/>
              <a:gd name="connsiteX32" fmla="*/ 6403678 w 7558812"/>
              <a:gd name="connsiteY32" fmla="*/ 2560697 h 4208519"/>
              <a:gd name="connsiteX33" fmla="*/ 7508578 w 7558812"/>
              <a:gd name="connsiteY33" fmla="*/ 2084447 h 4208519"/>
              <a:gd name="connsiteX34" fmla="*/ 6908503 w 7558812"/>
              <a:gd name="connsiteY34" fmla="*/ 2770247 h 4208519"/>
              <a:gd name="connsiteX35" fmla="*/ 5908378 w 7558812"/>
              <a:gd name="connsiteY35" fmla="*/ 3113147 h 4208519"/>
              <a:gd name="connsiteX36" fmla="*/ 6517978 w 7558812"/>
              <a:gd name="connsiteY36" fmla="*/ 3265547 h 4208519"/>
              <a:gd name="connsiteX37" fmla="*/ 7003753 w 7558812"/>
              <a:gd name="connsiteY37" fmla="*/ 3017897 h 4208519"/>
              <a:gd name="connsiteX38" fmla="*/ 6213178 w 7558812"/>
              <a:gd name="connsiteY38" fmla="*/ 3646547 h 4208519"/>
              <a:gd name="connsiteX39" fmla="*/ 4841579 w 7558812"/>
              <a:gd name="connsiteY39" fmla="*/ 3170295 h 4208519"/>
              <a:gd name="connsiteX40" fmla="*/ 3850979 w 7558812"/>
              <a:gd name="connsiteY40" fmla="*/ 4198995 h 4208519"/>
              <a:gd name="connsiteX41" fmla="*/ 2898479 w 7558812"/>
              <a:gd name="connsiteY41" fmla="*/ 3494145 h 4208519"/>
              <a:gd name="connsiteX42" fmla="*/ 1879303 w 7558812"/>
              <a:gd name="connsiteY42" fmla="*/ 3856097 h 4208519"/>
              <a:gd name="connsiteX43" fmla="*/ 1088729 w 7558812"/>
              <a:gd name="connsiteY43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465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465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846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  <a:gd name="connsiteX0" fmla="*/ 1088729 w 7558812"/>
              <a:gd name="connsiteY0" fmla="*/ 3351270 h 4208519"/>
              <a:gd name="connsiteX1" fmla="*/ 1726903 w 7558812"/>
              <a:gd name="connsiteY1" fmla="*/ 3484622 h 4208519"/>
              <a:gd name="connsiteX2" fmla="*/ 2193629 w 7558812"/>
              <a:gd name="connsiteY2" fmla="*/ 3322695 h 4208519"/>
              <a:gd name="connsiteX3" fmla="*/ 898229 w 7558812"/>
              <a:gd name="connsiteY3" fmla="*/ 2398772 h 4208519"/>
              <a:gd name="connsiteX4" fmla="*/ 155279 w 7558812"/>
              <a:gd name="connsiteY4" fmla="*/ 903345 h 4208519"/>
              <a:gd name="connsiteX5" fmla="*/ 726780 w 7558812"/>
              <a:gd name="connsiteY5" fmla="*/ 1893945 h 4208519"/>
              <a:gd name="connsiteX6" fmla="*/ 1260180 w 7558812"/>
              <a:gd name="connsiteY6" fmla="*/ 1074795 h 4208519"/>
              <a:gd name="connsiteX7" fmla="*/ 1279228 w 7558812"/>
              <a:gd name="connsiteY7" fmla="*/ 1951097 h 4208519"/>
              <a:gd name="connsiteX8" fmla="*/ 2022180 w 7558812"/>
              <a:gd name="connsiteY8" fmla="*/ 2617845 h 4208519"/>
              <a:gd name="connsiteX9" fmla="*/ 1984080 w 7558812"/>
              <a:gd name="connsiteY9" fmla="*/ 1436745 h 4208519"/>
              <a:gd name="connsiteX10" fmla="*/ 2422230 w 7558812"/>
              <a:gd name="connsiteY10" fmla="*/ 2027295 h 4208519"/>
              <a:gd name="connsiteX11" fmla="*/ 2536530 w 7558812"/>
              <a:gd name="connsiteY11" fmla="*/ 2827395 h 4208519"/>
              <a:gd name="connsiteX12" fmla="*/ 3412830 w 7558812"/>
              <a:gd name="connsiteY12" fmla="*/ 3036945 h 4208519"/>
              <a:gd name="connsiteX13" fmla="*/ 3260430 w 7558812"/>
              <a:gd name="connsiteY13" fmla="*/ 1893945 h 4208519"/>
              <a:gd name="connsiteX14" fmla="*/ 2650830 w 7558812"/>
              <a:gd name="connsiteY14" fmla="*/ 503295 h 4208519"/>
              <a:gd name="connsiteX15" fmla="*/ 3222330 w 7558812"/>
              <a:gd name="connsiteY15" fmla="*/ 1474846 h 4208519"/>
              <a:gd name="connsiteX16" fmla="*/ 3889080 w 7558812"/>
              <a:gd name="connsiteY16" fmla="*/ 2027296 h 4208519"/>
              <a:gd name="connsiteX17" fmla="*/ 4593930 w 7558812"/>
              <a:gd name="connsiteY17" fmla="*/ 1322446 h 4208519"/>
              <a:gd name="connsiteX18" fmla="*/ 3841453 w 7558812"/>
              <a:gd name="connsiteY18" fmla="*/ 950972 h 4208519"/>
              <a:gd name="connsiteX19" fmla="*/ 3508080 w 7558812"/>
              <a:gd name="connsiteY19" fmla="*/ 388996 h 4208519"/>
              <a:gd name="connsiteX20" fmla="*/ 4574880 w 7558812"/>
              <a:gd name="connsiteY20" fmla="*/ 693796 h 4208519"/>
              <a:gd name="connsiteX21" fmla="*/ 4746330 w 7558812"/>
              <a:gd name="connsiteY21" fmla="*/ 7996 h 4208519"/>
              <a:gd name="connsiteX22" fmla="*/ 5013030 w 7558812"/>
              <a:gd name="connsiteY22" fmla="*/ 1351022 h 4208519"/>
              <a:gd name="connsiteX23" fmla="*/ 5584528 w 7558812"/>
              <a:gd name="connsiteY23" fmla="*/ 1122422 h 4208519"/>
              <a:gd name="connsiteX24" fmla="*/ 5908379 w 7558812"/>
              <a:gd name="connsiteY24" fmla="*/ 541397 h 4208519"/>
              <a:gd name="connsiteX25" fmla="*/ 5822653 w 7558812"/>
              <a:gd name="connsiteY25" fmla="*/ 1465322 h 4208519"/>
              <a:gd name="connsiteX26" fmla="*/ 4698703 w 7558812"/>
              <a:gd name="connsiteY26" fmla="*/ 1893947 h 4208519"/>
              <a:gd name="connsiteX27" fmla="*/ 4251029 w 7558812"/>
              <a:gd name="connsiteY27" fmla="*/ 2503547 h 4208519"/>
              <a:gd name="connsiteX28" fmla="*/ 4955879 w 7558812"/>
              <a:gd name="connsiteY28" fmla="*/ 2446397 h 4208519"/>
              <a:gd name="connsiteX29" fmla="*/ 5584529 w 7558812"/>
              <a:gd name="connsiteY29" fmla="*/ 2132072 h 4208519"/>
              <a:gd name="connsiteX30" fmla="*/ 5975054 w 7558812"/>
              <a:gd name="connsiteY30" fmla="*/ 2589272 h 4208519"/>
              <a:gd name="connsiteX31" fmla="*/ 6517978 w 7558812"/>
              <a:gd name="connsiteY31" fmla="*/ 1417697 h 4208519"/>
              <a:gd name="connsiteX32" fmla="*/ 6689428 w 7558812"/>
              <a:gd name="connsiteY32" fmla="*/ 1074797 h 4208519"/>
              <a:gd name="connsiteX33" fmla="*/ 6403678 w 7558812"/>
              <a:gd name="connsiteY33" fmla="*/ 2560697 h 4208519"/>
              <a:gd name="connsiteX34" fmla="*/ 7508578 w 7558812"/>
              <a:gd name="connsiteY34" fmla="*/ 2084447 h 4208519"/>
              <a:gd name="connsiteX35" fmla="*/ 6908503 w 7558812"/>
              <a:gd name="connsiteY35" fmla="*/ 2770247 h 4208519"/>
              <a:gd name="connsiteX36" fmla="*/ 5908378 w 7558812"/>
              <a:gd name="connsiteY36" fmla="*/ 3113147 h 4208519"/>
              <a:gd name="connsiteX37" fmla="*/ 6517978 w 7558812"/>
              <a:gd name="connsiteY37" fmla="*/ 3265547 h 4208519"/>
              <a:gd name="connsiteX38" fmla="*/ 7003753 w 7558812"/>
              <a:gd name="connsiteY38" fmla="*/ 3017897 h 4208519"/>
              <a:gd name="connsiteX39" fmla="*/ 6213178 w 7558812"/>
              <a:gd name="connsiteY39" fmla="*/ 3646547 h 4208519"/>
              <a:gd name="connsiteX40" fmla="*/ 4841579 w 7558812"/>
              <a:gd name="connsiteY40" fmla="*/ 3170295 h 4208519"/>
              <a:gd name="connsiteX41" fmla="*/ 3850979 w 7558812"/>
              <a:gd name="connsiteY41" fmla="*/ 4198995 h 4208519"/>
              <a:gd name="connsiteX42" fmla="*/ 2898479 w 7558812"/>
              <a:gd name="connsiteY42" fmla="*/ 3494145 h 4208519"/>
              <a:gd name="connsiteX43" fmla="*/ 1879303 w 7558812"/>
              <a:gd name="connsiteY43" fmla="*/ 3856097 h 4208519"/>
              <a:gd name="connsiteX44" fmla="*/ 1088729 w 7558812"/>
              <a:gd name="connsiteY44" fmla="*/ 3351270 h 420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558812" h="4208519">
                <a:moveTo>
                  <a:pt x="1088729" y="3351270"/>
                </a:moveTo>
                <a:cubicBezTo>
                  <a:pt x="1287167" y="3135370"/>
                  <a:pt x="1542753" y="3489384"/>
                  <a:pt x="1726903" y="3484622"/>
                </a:cubicBezTo>
                <a:cubicBezTo>
                  <a:pt x="1911053" y="3479860"/>
                  <a:pt x="2146004" y="3463983"/>
                  <a:pt x="2193629" y="3322695"/>
                </a:cubicBezTo>
                <a:cubicBezTo>
                  <a:pt x="1522117" y="3214745"/>
                  <a:pt x="1237954" y="2801997"/>
                  <a:pt x="898229" y="2398772"/>
                </a:cubicBezTo>
                <a:cubicBezTo>
                  <a:pt x="-298746" y="1995547"/>
                  <a:pt x="-11409" y="944620"/>
                  <a:pt x="155279" y="903345"/>
                </a:cubicBezTo>
                <a:cubicBezTo>
                  <a:pt x="536279" y="862070"/>
                  <a:pt x="145755" y="1725670"/>
                  <a:pt x="726780" y="1893945"/>
                </a:cubicBezTo>
                <a:cubicBezTo>
                  <a:pt x="917280" y="1951095"/>
                  <a:pt x="898230" y="808095"/>
                  <a:pt x="1260180" y="1074795"/>
                </a:cubicBezTo>
                <a:cubicBezTo>
                  <a:pt x="1571330" y="1170045"/>
                  <a:pt x="1152228" y="1693922"/>
                  <a:pt x="1279228" y="1951097"/>
                </a:cubicBezTo>
                <a:cubicBezTo>
                  <a:pt x="1406228" y="2208272"/>
                  <a:pt x="1638005" y="2674995"/>
                  <a:pt x="2022180" y="2617845"/>
                </a:cubicBezTo>
                <a:cubicBezTo>
                  <a:pt x="2396830" y="2160645"/>
                  <a:pt x="1514180" y="1665345"/>
                  <a:pt x="1984080" y="1436745"/>
                </a:cubicBezTo>
                <a:cubicBezTo>
                  <a:pt x="2288880" y="1420870"/>
                  <a:pt x="2250780" y="1938395"/>
                  <a:pt x="2422230" y="2027295"/>
                </a:cubicBezTo>
                <a:cubicBezTo>
                  <a:pt x="2568280" y="2078095"/>
                  <a:pt x="2390480" y="2776595"/>
                  <a:pt x="2536530" y="2827395"/>
                </a:cubicBezTo>
                <a:cubicBezTo>
                  <a:pt x="2911180" y="2871845"/>
                  <a:pt x="3038180" y="2992495"/>
                  <a:pt x="3412830" y="3036945"/>
                </a:cubicBezTo>
                <a:cubicBezTo>
                  <a:pt x="3717630" y="3068695"/>
                  <a:pt x="3755730" y="2243195"/>
                  <a:pt x="3260430" y="1893945"/>
                </a:cubicBezTo>
                <a:cubicBezTo>
                  <a:pt x="2647655" y="1722495"/>
                  <a:pt x="2387305" y="503295"/>
                  <a:pt x="2650830" y="503295"/>
                </a:cubicBezTo>
                <a:cubicBezTo>
                  <a:pt x="2955630" y="338195"/>
                  <a:pt x="2917530" y="1125596"/>
                  <a:pt x="3222330" y="1474846"/>
                </a:cubicBezTo>
                <a:cubicBezTo>
                  <a:pt x="3489030" y="1747896"/>
                  <a:pt x="3622380" y="1754246"/>
                  <a:pt x="3889080" y="2027296"/>
                </a:cubicBezTo>
                <a:cubicBezTo>
                  <a:pt x="4041480" y="2198746"/>
                  <a:pt x="4317705" y="1722496"/>
                  <a:pt x="4593930" y="1322446"/>
                </a:cubicBezTo>
                <a:cubicBezTo>
                  <a:pt x="4532017" y="812859"/>
                  <a:pt x="4022428" y="1106547"/>
                  <a:pt x="3841453" y="950972"/>
                </a:cubicBezTo>
                <a:cubicBezTo>
                  <a:pt x="3450928" y="804922"/>
                  <a:pt x="3408067" y="406459"/>
                  <a:pt x="3508080" y="388996"/>
                </a:cubicBezTo>
                <a:cubicBezTo>
                  <a:pt x="3708105" y="96896"/>
                  <a:pt x="3793830" y="871596"/>
                  <a:pt x="4574880" y="693796"/>
                </a:cubicBezTo>
                <a:cubicBezTo>
                  <a:pt x="4590755" y="550921"/>
                  <a:pt x="4501855" y="-77729"/>
                  <a:pt x="4746330" y="7996"/>
                </a:cubicBezTo>
                <a:cubicBezTo>
                  <a:pt x="5073355" y="7996"/>
                  <a:pt x="4886030" y="836672"/>
                  <a:pt x="5013030" y="1351022"/>
                </a:cubicBezTo>
                <a:cubicBezTo>
                  <a:pt x="5125742" y="1490722"/>
                  <a:pt x="5473403" y="1303397"/>
                  <a:pt x="5584528" y="1122422"/>
                </a:cubicBezTo>
                <a:cubicBezTo>
                  <a:pt x="5733753" y="979547"/>
                  <a:pt x="5517854" y="590610"/>
                  <a:pt x="5908379" y="541397"/>
                </a:cubicBezTo>
                <a:cubicBezTo>
                  <a:pt x="5994104" y="562035"/>
                  <a:pt x="6186191" y="1001772"/>
                  <a:pt x="5822653" y="1465322"/>
                </a:cubicBezTo>
                <a:cubicBezTo>
                  <a:pt x="5621040" y="1690747"/>
                  <a:pt x="5044778" y="1701860"/>
                  <a:pt x="4698703" y="1893947"/>
                </a:cubicBezTo>
                <a:cubicBezTo>
                  <a:pt x="4400253" y="2105084"/>
                  <a:pt x="4233566" y="2411472"/>
                  <a:pt x="4251029" y="2503547"/>
                </a:cubicBezTo>
                <a:cubicBezTo>
                  <a:pt x="4305004" y="2694047"/>
                  <a:pt x="4454229" y="2960747"/>
                  <a:pt x="4955879" y="2446397"/>
                </a:cubicBezTo>
                <a:cubicBezTo>
                  <a:pt x="4936829" y="2586097"/>
                  <a:pt x="5213054" y="1697097"/>
                  <a:pt x="5584529" y="2132072"/>
                </a:cubicBezTo>
                <a:cubicBezTo>
                  <a:pt x="5321004" y="2401947"/>
                  <a:pt x="5143204" y="2862322"/>
                  <a:pt x="5975054" y="2589272"/>
                </a:cubicBezTo>
                <a:cubicBezTo>
                  <a:pt x="5995691" y="2454334"/>
                  <a:pt x="6219528" y="1900297"/>
                  <a:pt x="6517978" y="1417697"/>
                </a:cubicBezTo>
                <a:cubicBezTo>
                  <a:pt x="6568778" y="1316097"/>
                  <a:pt x="6548140" y="1085910"/>
                  <a:pt x="6689428" y="1074797"/>
                </a:cubicBezTo>
                <a:cubicBezTo>
                  <a:pt x="7368878" y="1262122"/>
                  <a:pt x="6219528" y="2278122"/>
                  <a:pt x="6403678" y="2560697"/>
                </a:cubicBezTo>
                <a:cubicBezTo>
                  <a:pt x="6667203" y="2713097"/>
                  <a:pt x="7502228" y="1865372"/>
                  <a:pt x="7508578" y="2084447"/>
                </a:cubicBezTo>
                <a:cubicBezTo>
                  <a:pt x="7727653" y="2303522"/>
                  <a:pt x="7175203" y="2598797"/>
                  <a:pt x="6908503" y="2770247"/>
                </a:cubicBezTo>
                <a:cubicBezTo>
                  <a:pt x="6641803" y="2941697"/>
                  <a:pt x="5917903" y="2995672"/>
                  <a:pt x="5908378" y="3113147"/>
                </a:cubicBezTo>
                <a:cubicBezTo>
                  <a:pt x="5746453" y="3297297"/>
                  <a:pt x="6306841" y="3376672"/>
                  <a:pt x="6517978" y="3265547"/>
                </a:cubicBezTo>
                <a:cubicBezTo>
                  <a:pt x="6700540" y="3249672"/>
                  <a:pt x="6876753" y="2941697"/>
                  <a:pt x="7003753" y="3017897"/>
                </a:cubicBezTo>
                <a:cubicBezTo>
                  <a:pt x="7289503" y="3402072"/>
                  <a:pt x="6575128" y="3627497"/>
                  <a:pt x="6213178" y="3646547"/>
                </a:cubicBezTo>
                <a:cubicBezTo>
                  <a:pt x="5851228" y="3665597"/>
                  <a:pt x="5219404" y="3030595"/>
                  <a:pt x="4841579" y="3170295"/>
                </a:cubicBezTo>
                <a:cubicBezTo>
                  <a:pt x="4301829" y="3198870"/>
                  <a:pt x="4371679" y="4322820"/>
                  <a:pt x="3850979" y="4198995"/>
                </a:cubicBezTo>
                <a:cubicBezTo>
                  <a:pt x="3381079" y="4268845"/>
                  <a:pt x="3273129" y="3490970"/>
                  <a:pt x="2898479" y="3494145"/>
                </a:cubicBezTo>
                <a:cubicBezTo>
                  <a:pt x="2585741" y="3403658"/>
                  <a:pt x="2184103" y="3878322"/>
                  <a:pt x="1879303" y="3856097"/>
                </a:cubicBezTo>
                <a:cubicBezTo>
                  <a:pt x="1574503" y="3833872"/>
                  <a:pt x="966491" y="3644958"/>
                  <a:pt x="1088729" y="3351270"/>
                </a:cubicBezTo>
                <a:close/>
              </a:path>
            </a:pathLst>
          </a:custGeom>
          <a:solidFill>
            <a:srgbClr val="FF7F50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54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5FA8AAFC-2BA2-0F8E-01F7-814244A0277A}"/>
              </a:ext>
            </a:extLst>
          </p:cNvPr>
          <p:cNvGrpSpPr/>
          <p:nvPr/>
        </p:nvGrpSpPr>
        <p:grpSpPr>
          <a:xfrm>
            <a:off x="5029200" y="233591"/>
            <a:ext cx="3856417" cy="7305218"/>
            <a:chOff x="3427457" y="15241"/>
            <a:chExt cx="4094996" cy="7757159"/>
          </a:xfrm>
        </p:grpSpPr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0A47FCF7-14FC-E135-C73C-FF337A0D3A45}"/>
                </a:ext>
              </a:extLst>
            </p:cNvPr>
            <p:cNvSpPr/>
            <p:nvPr/>
          </p:nvSpPr>
          <p:spPr>
            <a:xfrm>
              <a:off x="5804582" y="4152998"/>
              <a:ext cx="1380649" cy="1278512"/>
            </a:xfrm>
            <a:custGeom>
              <a:avLst/>
              <a:gdLst>
                <a:gd name="connsiteX0" fmla="*/ 0 w 667657"/>
                <a:gd name="connsiteY0" fmla="*/ 0 h 915812"/>
                <a:gd name="connsiteX1" fmla="*/ 667657 w 667657"/>
                <a:gd name="connsiteY1" fmla="*/ 0 h 915812"/>
                <a:gd name="connsiteX2" fmla="*/ 667657 w 667657"/>
                <a:gd name="connsiteY2" fmla="*/ 915812 h 915812"/>
                <a:gd name="connsiteX3" fmla="*/ 0 w 667657"/>
                <a:gd name="connsiteY3" fmla="*/ 915812 h 915812"/>
                <a:gd name="connsiteX4" fmla="*/ 0 w 667657"/>
                <a:gd name="connsiteY4" fmla="*/ 0 h 915812"/>
                <a:gd name="connsiteX0" fmla="*/ 0 w 1251857"/>
                <a:gd name="connsiteY0" fmla="*/ 584200 h 915812"/>
                <a:gd name="connsiteX1" fmla="*/ 1251857 w 1251857"/>
                <a:gd name="connsiteY1" fmla="*/ 0 h 915812"/>
                <a:gd name="connsiteX2" fmla="*/ 1251857 w 1251857"/>
                <a:gd name="connsiteY2" fmla="*/ 915812 h 915812"/>
                <a:gd name="connsiteX3" fmla="*/ 584200 w 1251857"/>
                <a:gd name="connsiteY3" fmla="*/ 915812 h 915812"/>
                <a:gd name="connsiteX4" fmla="*/ 0 w 1251857"/>
                <a:gd name="connsiteY4" fmla="*/ 584200 h 915812"/>
                <a:gd name="connsiteX0" fmla="*/ 0 w 1399495"/>
                <a:gd name="connsiteY0" fmla="*/ 584200 h 915812"/>
                <a:gd name="connsiteX1" fmla="*/ 1251857 w 1399495"/>
                <a:gd name="connsiteY1" fmla="*/ 0 h 915812"/>
                <a:gd name="connsiteX2" fmla="*/ 1399495 w 1399495"/>
                <a:gd name="connsiteY2" fmla="*/ 515762 h 915812"/>
                <a:gd name="connsiteX3" fmla="*/ 584200 w 1399495"/>
                <a:gd name="connsiteY3" fmla="*/ 915812 h 915812"/>
                <a:gd name="connsiteX4" fmla="*/ 0 w 1399495"/>
                <a:gd name="connsiteY4" fmla="*/ 584200 h 915812"/>
                <a:gd name="connsiteX0" fmla="*/ 0 w 1399495"/>
                <a:gd name="connsiteY0" fmla="*/ 436563 h 768175"/>
                <a:gd name="connsiteX1" fmla="*/ 1323295 w 1399495"/>
                <a:gd name="connsiteY1" fmla="*/ 0 h 768175"/>
                <a:gd name="connsiteX2" fmla="*/ 1399495 w 1399495"/>
                <a:gd name="connsiteY2" fmla="*/ 368125 h 768175"/>
                <a:gd name="connsiteX3" fmla="*/ 584200 w 1399495"/>
                <a:gd name="connsiteY3" fmla="*/ 768175 h 768175"/>
                <a:gd name="connsiteX4" fmla="*/ 0 w 1399495"/>
                <a:gd name="connsiteY4" fmla="*/ 436563 h 768175"/>
                <a:gd name="connsiteX0" fmla="*/ 0 w 1399495"/>
                <a:gd name="connsiteY0" fmla="*/ 693737 h 1025349"/>
                <a:gd name="connsiteX1" fmla="*/ 1143907 w 1399495"/>
                <a:gd name="connsiteY1" fmla="*/ 0 h 1025349"/>
                <a:gd name="connsiteX2" fmla="*/ 1323295 w 1399495"/>
                <a:gd name="connsiteY2" fmla="*/ 257174 h 1025349"/>
                <a:gd name="connsiteX3" fmla="*/ 1399495 w 1399495"/>
                <a:gd name="connsiteY3" fmla="*/ 625299 h 1025349"/>
                <a:gd name="connsiteX4" fmla="*/ 584200 w 1399495"/>
                <a:gd name="connsiteY4" fmla="*/ 1025349 h 1025349"/>
                <a:gd name="connsiteX5" fmla="*/ 0 w 1399495"/>
                <a:gd name="connsiteY5" fmla="*/ 693737 h 1025349"/>
                <a:gd name="connsiteX0" fmla="*/ 0 w 1399495"/>
                <a:gd name="connsiteY0" fmla="*/ 693737 h 1025349"/>
                <a:gd name="connsiteX1" fmla="*/ 1143907 w 1399495"/>
                <a:gd name="connsiteY1" fmla="*/ 0 h 1025349"/>
                <a:gd name="connsiteX2" fmla="*/ 1323295 w 1399495"/>
                <a:gd name="connsiteY2" fmla="*/ 257174 h 1025349"/>
                <a:gd name="connsiteX3" fmla="*/ 1399495 w 1399495"/>
                <a:gd name="connsiteY3" fmla="*/ 625299 h 1025349"/>
                <a:gd name="connsiteX4" fmla="*/ 584200 w 1399495"/>
                <a:gd name="connsiteY4" fmla="*/ 1025349 h 1025349"/>
                <a:gd name="connsiteX5" fmla="*/ 0 w 1399495"/>
                <a:gd name="connsiteY5" fmla="*/ 693737 h 1025349"/>
                <a:gd name="connsiteX0" fmla="*/ 0 w 1251857"/>
                <a:gd name="connsiteY0" fmla="*/ 712787 h 1025349"/>
                <a:gd name="connsiteX1" fmla="*/ 996269 w 1251857"/>
                <a:gd name="connsiteY1" fmla="*/ 0 h 1025349"/>
                <a:gd name="connsiteX2" fmla="*/ 1175657 w 1251857"/>
                <a:gd name="connsiteY2" fmla="*/ 257174 h 1025349"/>
                <a:gd name="connsiteX3" fmla="*/ 1251857 w 1251857"/>
                <a:gd name="connsiteY3" fmla="*/ 625299 h 1025349"/>
                <a:gd name="connsiteX4" fmla="*/ 436562 w 1251857"/>
                <a:gd name="connsiteY4" fmla="*/ 1025349 h 1025349"/>
                <a:gd name="connsiteX5" fmla="*/ 0 w 1251857"/>
                <a:gd name="connsiteY5" fmla="*/ 712787 h 1025349"/>
                <a:gd name="connsiteX0" fmla="*/ 0 w 1251857"/>
                <a:gd name="connsiteY0" fmla="*/ 721881 h 1034443"/>
                <a:gd name="connsiteX1" fmla="*/ 996269 w 1251857"/>
                <a:gd name="connsiteY1" fmla="*/ 9094 h 1034443"/>
                <a:gd name="connsiteX2" fmla="*/ 1175657 w 1251857"/>
                <a:gd name="connsiteY2" fmla="*/ 266268 h 1034443"/>
                <a:gd name="connsiteX3" fmla="*/ 1251857 w 1251857"/>
                <a:gd name="connsiteY3" fmla="*/ 634393 h 1034443"/>
                <a:gd name="connsiteX4" fmla="*/ 436562 w 1251857"/>
                <a:gd name="connsiteY4" fmla="*/ 1034443 h 1034443"/>
                <a:gd name="connsiteX5" fmla="*/ 0 w 1251857"/>
                <a:gd name="connsiteY5" fmla="*/ 721881 h 1034443"/>
                <a:gd name="connsiteX0" fmla="*/ 0 w 1251857"/>
                <a:gd name="connsiteY0" fmla="*/ 946053 h 1258615"/>
                <a:gd name="connsiteX1" fmla="*/ 996269 w 1251857"/>
                <a:gd name="connsiteY1" fmla="*/ 233266 h 1258615"/>
                <a:gd name="connsiteX2" fmla="*/ 1175657 w 1251857"/>
                <a:gd name="connsiteY2" fmla="*/ 490440 h 1258615"/>
                <a:gd name="connsiteX3" fmla="*/ 1251857 w 1251857"/>
                <a:gd name="connsiteY3" fmla="*/ 858565 h 1258615"/>
                <a:gd name="connsiteX4" fmla="*/ 436562 w 1251857"/>
                <a:gd name="connsiteY4" fmla="*/ 1258615 h 1258615"/>
                <a:gd name="connsiteX5" fmla="*/ 0 w 1251857"/>
                <a:gd name="connsiteY5" fmla="*/ 946053 h 1258615"/>
                <a:gd name="connsiteX0" fmla="*/ 0 w 1251857"/>
                <a:gd name="connsiteY0" fmla="*/ 946053 h 1258615"/>
                <a:gd name="connsiteX1" fmla="*/ 996269 w 1251857"/>
                <a:gd name="connsiteY1" fmla="*/ 233266 h 1258615"/>
                <a:gd name="connsiteX2" fmla="*/ 1175657 w 1251857"/>
                <a:gd name="connsiteY2" fmla="*/ 490440 h 1258615"/>
                <a:gd name="connsiteX3" fmla="*/ 1251857 w 1251857"/>
                <a:gd name="connsiteY3" fmla="*/ 858565 h 1258615"/>
                <a:gd name="connsiteX4" fmla="*/ 436562 w 1251857"/>
                <a:gd name="connsiteY4" fmla="*/ 1258615 h 1258615"/>
                <a:gd name="connsiteX5" fmla="*/ 0 w 1251857"/>
                <a:gd name="connsiteY5" fmla="*/ 946053 h 1258615"/>
                <a:gd name="connsiteX0" fmla="*/ 0 w 1323582"/>
                <a:gd name="connsiteY0" fmla="*/ 946053 h 1258615"/>
                <a:gd name="connsiteX1" fmla="*/ 996269 w 1323582"/>
                <a:gd name="connsiteY1" fmla="*/ 233266 h 1258615"/>
                <a:gd name="connsiteX2" fmla="*/ 1175657 w 1323582"/>
                <a:gd name="connsiteY2" fmla="*/ 490440 h 1258615"/>
                <a:gd name="connsiteX3" fmla="*/ 1251857 w 1323582"/>
                <a:gd name="connsiteY3" fmla="*/ 858565 h 1258615"/>
                <a:gd name="connsiteX4" fmla="*/ 436562 w 1323582"/>
                <a:gd name="connsiteY4" fmla="*/ 1258615 h 1258615"/>
                <a:gd name="connsiteX5" fmla="*/ 0 w 1323582"/>
                <a:gd name="connsiteY5" fmla="*/ 946053 h 1258615"/>
                <a:gd name="connsiteX0" fmla="*/ 0 w 1323582"/>
                <a:gd name="connsiteY0" fmla="*/ 946053 h 1206227"/>
                <a:gd name="connsiteX1" fmla="*/ 996269 w 1323582"/>
                <a:gd name="connsiteY1" fmla="*/ 233266 h 1206227"/>
                <a:gd name="connsiteX2" fmla="*/ 1175657 w 1323582"/>
                <a:gd name="connsiteY2" fmla="*/ 490440 h 1206227"/>
                <a:gd name="connsiteX3" fmla="*/ 1251857 w 1323582"/>
                <a:gd name="connsiteY3" fmla="*/ 858565 h 1206227"/>
                <a:gd name="connsiteX4" fmla="*/ 255587 w 1323582"/>
                <a:gd name="connsiteY4" fmla="*/ 1206227 h 1206227"/>
                <a:gd name="connsiteX5" fmla="*/ 0 w 1323582"/>
                <a:gd name="connsiteY5" fmla="*/ 946053 h 1206227"/>
                <a:gd name="connsiteX0" fmla="*/ 0 w 1323582"/>
                <a:gd name="connsiteY0" fmla="*/ 946053 h 1270229"/>
                <a:gd name="connsiteX1" fmla="*/ 996269 w 1323582"/>
                <a:gd name="connsiteY1" fmla="*/ 233266 h 1270229"/>
                <a:gd name="connsiteX2" fmla="*/ 1175657 w 1323582"/>
                <a:gd name="connsiteY2" fmla="*/ 490440 h 1270229"/>
                <a:gd name="connsiteX3" fmla="*/ 1251857 w 1323582"/>
                <a:gd name="connsiteY3" fmla="*/ 858565 h 1270229"/>
                <a:gd name="connsiteX4" fmla="*/ 255587 w 1323582"/>
                <a:gd name="connsiteY4" fmla="*/ 1206227 h 1270229"/>
                <a:gd name="connsiteX5" fmla="*/ 0 w 1323582"/>
                <a:gd name="connsiteY5" fmla="*/ 946053 h 1270229"/>
                <a:gd name="connsiteX0" fmla="*/ 0 w 1380649"/>
                <a:gd name="connsiteY0" fmla="*/ 946053 h 1278512"/>
                <a:gd name="connsiteX1" fmla="*/ 996269 w 1380649"/>
                <a:gd name="connsiteY1" fmla="*/ 233266 h 1278512"/>
                <a:gd name="connsiteX2" fmla="*/ 1175657 w 1380649"/>
                <a:gd name="connsiteY2" fmla="*/ 490440 h 1278512"/>
                <a:gd name="connsiteX3" fmla="*/ 1251857 w 1380649"/>
                <a:gd name="connsiteY3" fmla="*/ 858565 h 1278512"/>
                <a:gd name="connsiteX4" fmla="*/ 255587 w 1380649"/>
                <a:gd name="connsiteY4" fmla="*/ 1206227 h 1278512"/>
                <a:gd name="connsiteX5" fmla="*/ 0 w 1380649"/>
                <a:gd name="connsiteY5" fmla="*/ 946053 h 1278512"/>
                <a:gd name="connsiteX0" fmla="*/ 0 w 1380649"/>
                <a:gd name="connsiteY0" fmla="*/ 946053 h 1278512"/>
                <a:gd name="connsiteX1" fmla="*/ 996269 w 1380649"/>
                <a:gd name="connsiteY1" fmla="*/ 233266 h 1278512"/>
                <a:gd name="connsiteX2" fmla="*/ 1156607 w 1380649"/>
                <a:gd name="connsiteY2" fmla="*/ 509490 h 1278512"/>
                <a:gd name="connsiteX3" fmla="*/ 1251857 w 1380649"/>
                <a:gd name="connsiteY3" fmla="*/ 858565 h 1278512"/>
                <a:gd name="connsiteX4" fmla="*/ 255587 w 1380649"/>
                <a:gd name="connsiteY4" fmla="*/ 1206227 h 1278512"/>
                <a:gd name="connsiteX5" fmla="*/ 0 w 1380649"/>
                <a:gd name="connsiteY5" fmla="*/ 946053 h 1278512"/>
                <a:gd name="connsiteX0" fmla="*/ 0 w 1380649"/>
                <a:gd name="connsiteY0" fmla="*/ 946053 h 1278512"/>
                <a:gd name="connsiteX1" fmla="*/ 996269 w 1380649"/>
                <a:gd name="connsiteY1" fmla="*/ 233266 h 1278512"/>
                <a:gd name="connsiteX2" fmla="*/ 1156607 w 1380649"/>
                <a:gd name="connsiteY2" fmla="*/ 509490 h 1278512"/>
                <a:gd name="connsiteX3" fmla="*/ 1251857 w 1380649"/>
                <a:gd name="connsiteY3" fmla="*/ 858565 h 1278512"/>
                <a:gd name="connsiteX4" fmla="*/ 255587 w 1380649"/>
                <a:gd name="connsiteY4" fmla="*/ 1206227 h 1278512"/>
                <a:gd name="connsiteX5" fmla="*/ 0 w 1380649"/>
                <a:gd name="connsiteY5" fmla="*/ 946053 h 127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0649" h="1278512">
                  <a:moveTo>
                    <a:pt x="0" y="946053"/>
                  </a:moveTo>
                  <a:cubicBezTo>
                    <a:pt x="338439" y="-91643"/>
                    <a:pt x="1134079" y="-186363"/>
                    <a:pt x="996269" y="233266"/>
                  </a:cubicBezTo>
                  <a:cubicBezTo>
                    <a:pt x="1256090" y="357091"/>
                    <a:pt x="1096811" y="423765"/>
                    <a:pt x="1156607" y="509490"/>
                  </a:cubicBezTo>
                  <a:cubicBezTo>
                    <a:pt x="1453469" y="741736"/>
                    <a:pt x="1259795" y="797769"/>
                    <a:pt x="1251857" y="858565"/>
                  </a:cubicBezTo>
                  <a:cubicBezTo>
                    <a:pt x="1429355" y="1055415"/>
                    <a:pt x="1640190" y="1438002"/>
                    <a:pt x="255587" y="1206227"/>
                  </a:cubicBezTo>
                  <a:lnTo>
                    <a:pt x="0" y="946053"/>
                  </a:lnTo>
                  <a:close/>
                </a:path>
              </a:pathLst>
            </a:custGeom>
            <a:solidFill>
              <a:srgbClr val="FF7F50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FFEAEBA4-5C41-A5AD-8FCF-2D6EB90C775E}"/>
                </a:ext>
              </a:extLst>
            </p:cNvPr>
            <p:cNvSpPr/>
            <p:nvPr/>
          </p:nvSpPr>
          <p:spPr>
            <a:xfrm>
              <a:off x="5049218" y="15241"/>
              <a:ext cx="2473235" cy="4584377"/>
            </a:xfrm>
            <a:custGeom>
              <a:avLst/>
              <a:gdLst>
                <a:gd name="connsiteX0" fmla="*/ 0 w 2656115"/>
                <a:gd name="connsiteY0" fmla="*/ 0 h 2704197"/>
                <a:gd name="connsiteX1" fmla="*/ 2656115 w 2656115"/>
                <a:gd name="connsiteY1" fmla="*/ 0 h 2704197"/>
                <a:gd name="connsiteX2" fmla="*/ 2656115 w 2656115"/>
                <a:gd name="connsiteY2" fmla="*/ 2704197 h 2704197"/>
                <a:gd name="connsiteX3" fmla="*/ 0 w 2656115"/>
                <a:gd name="connsiteY3" fmla="*/ 2704197 h 2704197"/>
                <a:gd name="connsiteX4" fmla="*/ 0 w 2656115"/>
                <a:gd name="connsiteY4" fmla="*/ 0 h 2704197"/>
                <a:gd name="connsiteX0" fmla="*/ 0 w 2922815"/>
                <a:gd name="connsiteY0" fmla="*/ 0 h 2772777"/>
                <a:gd name="connsiteX1" fmla="*/ 2922815 w 2922815"/>
                <a:gd name="connsiteY1" fmla="*/ 68580 h 2772777"/>
                <a:gd name="connsiteX2" fmla="*/ 2922815 w 2922815"/>
                <a:gd name="connsiteY2" fmla="*/ 2772777 h 2772777"/>
                <a:gd name="connsiteX3" fmla="*/ 266700 w 2922815"/>
                <a:gd name="connsiteY3" fmla="*/ 2772777 h 2772777"/>
                <a:gd name="connsiteX4" fmla="*/ 0 w 2922815"/>
                <a:gd name="connsiteY4" fmla="*/ 0 h 2772777"/>
                <a:gd name="connsiteX0" fmla="*/ 0 w 2922815"/>
                <a:gd name="connsiteY0" fmla="*/ 0 h 2772777"/>
                <a:gd name="connsiteX1" fmla="*/ 2922815 w 2922815"/>
                <a:gd name="connsiteY1" fmla="*/ 68580 h 2772777"/>
                <a:gd name="connsiteX2" fmla="*/ 2922815 w 2922815"/>
                <a:gd name="connsiteY2" fmla="*/ 2772777 h 2772777"/>
                <a:gd name="connsiteX3" fmla="*/ 266700 w 2922815"/>
                <a:gd name="connsiteY3" fmla="*/ 2772777 h 2772777"/>
                <a:gd name="connsiteX4" fmla="*/ 155241 w 2922815"/>
                <a:gd name="connsiteY4" fmla="*/ 947722 h 2772777"/>
                <a:gd name="connsiteX5" fmla="*/ 0 w 2922815"/>
                <a:gd name="connsiteY5" fmla="*/ 0 h 2772777"/>
                <a:gd name="connsiteX0" fmla="*/ 0 w 2922815"/>
                <a:gd name="connsiteY0" fmla="*/ 187704 h 2960481"/>
                <a:gd name="connsiteX1" fmla="*/ 978201 w 2922815"/>
                <a:gd name="connsiteY1" fmla="*/ 46 h 2960481"/>
                <a:gd name="connsiteX2" fmla="*/ 2922815 w 2922815"/>
                <a:gd name="connsiteY2" fmla="*/ 256284 h 2960481"/>
                <a:gd name="connsiteX3" fmla="*/ 2922815 w 2922815"/>
                <a:gd name="connsiteY3" fmla="*/ 2960481 h 2960481"/>
                <a:gd name="connsiteX4" fmla="*/ 266700 w 2922815"/>
                <a:gd name="connsiteY4" fmla="*/ 2960481 h 2960481"/>
                <a:gd name="connsiteX5" fmla="*/ 155241 w 2922815"/>
                <a:gd name="connsiteY5" fmla="*/ 1135426 h 2960481"/>
                <a:gd name="connsiteX6" fmla="*/ 0 w 2922815"/>
                <a:gd name="connsiteY6" fmla="*/ 187704 h 2960481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2922815 w 2922815"/>
                <a:gd name="connsiteY2" fmla="*/ 256238 h 2960435"/>
                <a:gd name="connsiteX3" fmla="*/ 2922815 w 2922815"/>
                <a:gd name="connsiteY3" fmla="*/ 2960435 h 2960435"/>
                <a:gd name="connsiteX4" fmla="*/ 266700 w 2922815"/>
                <a:gd name="connsiteY4" fmla="*/ 2960435 h 2960435"/>
                <a:gd name="connsiteX5" fmla="*/ 155241 w 2922815"/>
                <a:gd name="connsiteY5" fmla="*/ 1135380 h 2960435"/>
                <a:gd name="connsiteX6" fmla="*/ 0 w 2922815"/>
                <a:gd name="connsiteY6" fmla="*/ 187658 h 2960435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2922815 w 2922815"/>
                <a:gd name="connsiteY2" fmla="*/ 256238 h 2960435"/>
                <a:gd name="connsiteX3" fmla="*/ 2922815 w 2922815"/>
                <a:gd name="connsiteY3" fmla="*/ 2960435 h 2960435"/>
                <a:gd name="connsiteX4" fmla="*/ 266700 w 2922815"/>
                <a:gd name="connsiteY4" fmla="*/ 2960435 h 2960435"/>
                <a:gd name="connsiteX5" fmla="*/ 155241 w 2922815"/>
                <a:gd name="connsiteY5" fmla="*/ 1135380 h 2960435"/>
                <a:gd name="connsiteX6" fmla="*/ 0 w 2922815"/>
                <a:gd name="connsiteY6" fmla="*/ 187658 h 2960435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2922815 w 2922815"/>
                <a:gd name="connsiteY2" fmla="*/ 256238 h 2960435"/>
                <a:gd name="connsiteX3" fmla="*/ 2922815 w 2922815"/>
                <a:gd name="connsiteY3" fmla="*/ 2960435 h 2960435"/>
                <a:gd name="connsiteX4" fmla="*/ 266700 w 2922815"/>
                <a:gd name="connsiteY4" fmla="*/ 2960435 h 2960435"/>
                <a:gd name="connsiteX5" fmla="*/ 155241 w 2922815"/>
                <a:gd name="connsiteY5" fmla="*/ 1135380 h 2960435"/>
                <a:gd name="connsiteX6" fmla="*/ 0 w 2922815"/>
                <a:gd name="connsiteY6" fmla="*/ 187658 h 2960435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1961181 w 2922815"/>
                <a:gd name="connsiteY2" fmla="*/ 487680 h 2960435"/>
                <a:gd name="connsiteX3" fmla="*/ 2922815 w 2922815"/>
                <a:gd name="connsiteY3" fmla="*/ 256238 h 2960435"/>
                <a:gd name="connsiteX4" fmla="*/ 2922815 w 2922815"/>
                <a:gd name="connsiteY4" fmla="*/ 2960435 h 2960435"/>
                <a:gd name="connsiteX5" fmla="*/ 266700 w 2922815"/>
                <a:gd name="connsiteY5" fmla="*/ 2960435 h 2960435"/>
                <a:gd name="connsiteX6" fmla="*/ 155241 w 2922815"/>
                <a:gd name="connsiteY6" fmla="*/ 1135380 h 2960435"/>
                <a:gd name="connsiteX7" fmla="*/ 0 w 2922815"/>
                <a:gd name="connsiteY7" fmla="*/ 187658 h 2960435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1961181 w 2922815"/>
                <a:gd name="connsiteY2" fmla="*/ 487680 h 2960435"/>
                <a:gd name="connsiteX3" fmla="*/ 2473235 w 2922815"/>
                <a:gd name="connsiteY3" fmla="*/ 1422098 h 2960435"/>
                <a:gd name="connsiteX4" fmla="*/ 2922815 w 2922815"/>
                <a:gd name="connsiteY4" fmla="*/ 2960435 h 2960435"/>
                <a:gd name="connsiteX5" fmla="*/ 266700 w 2922815"/>
                <a:gd name="connsiteY5" fmla="*/ 2960435 h 2960435"/>
                <a:gd name="connsiteX6" fmla="*/ 155241 w 2922815"/>
                <a:gd name="connsiteY6" fmla="*/ 1135380 h 2960435"/>
                <a:gd name="connsiteX7" fmla="*/ 0 w 2922815"/>
                <a:gd name="connsiteY7" fmla="*/ 187658 h 2960435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1961181 w 2922815"/>
                <a:gd name="connsiteY2" fmla="*/ 487680 h 2960435"/>
                <a:gd name="connsiteX3" fmla="*/ 2473235 w 2922815"/>
                <a:gd name="connsiteY3" fmla="*/ 1422098 h 2960435"/>
                <a:gd name="connsiteX4" fmla="*/ 2464101 w 2922815"/>
                <a:gd name="connsiteY4" fmla="*/ 2430780 h 2960435"/>
                <a:gd name="connsiteX5" fmla="*/ 2922815 w 2922815"/>
                <a:gd name="connsiteY5" fmla="*/ 2960435 h 2960435"/>
                <a:gd name="connsiteX6" fmla="*/ 266700 w 2922815"/>
                <a:gd name="connsiteY6" fmla="*/ 2960435 h 2960435"/>
                <a:gd name="connsiteX7" fmla="*/ 155241 w 2922815"/>
                <a:gd name="connsiteY7" fmla="*/ 1135380 h 2960435"/>
                <a:gd name="connsiteX8" fmla="*/ 0 w 2922815"/>
                <a:gd name="connsiteY8" fmla="*/ 187658 h 2960435"/>
                <a:gd name="connsiteX0" fmla="*/ 0 w 2494816"/>
                <a:gd name="connsiteY0" fmla="*/ 187658 h 3290635"/>
                <a:gd name="connsiteX1" fmla="*/ 978201 w 2494816"/>
                <a:gd name="connsiteY1" fmla="*/ 0 h 3290635"/>
                <a:gd name="connsiteX2" fmla="*/ 1961181 w 2494816"/>
                <a:gd name="connsiteY2" fmla="*/ 487680 h 3290635"/>
                <a:gd name="connsiteX3" fmla="*/ 2473235 w 2494816"/>
                <a:gd name="connsiteY3" fmla="*/ 1422098 h 3290635"/>
                <a:gd name="connsiteX4" fmla="*/ 2464101 w 2494816"/>
                <a:gd name="connsiteY4" fmla="*/ 2430780 h 3290635"/>
                <a:gd name="connsiteX5" fmla="*/ 2097315 w 2494816"/>
                <a:gd name="connsiteY5" fmla="*/ 3290635 h 3290635"/>
                <a:gd name="connsiteX6" fmla="*/ 266700 w 2494816"/>
                <a:gd name="connsiteY6" fmla="*/ 2960435 h 3290635"/>
                <a:gd name="connsiteX7" fmla="*/ 155241 w 2494816"/>
                <a:gd name="connsiteY7" fmla="*/ 1135380 h 3290635"/>
                <a:gd name="connsiteX8" fmla="*/ 0 w 2494816"/>
                <a:gd name="connsiteY8" fmla="*/ 187658 h 3290635"/>
                <a:gd name="connsiteX0" fmla="*/ 0 w 2494816"/>
                <a:gd name="connsiteY0" fmla="*/ 187658 h 3710074"/>
                <a:gd name="connsiteX1" fmla="*/ 978201 w 2494816"/>
                <a:gd name="connsiteY1" fmla="*/ 0 h 3710074"/>
                <a:gd name="connsiteX2" fmla="*/ 1961181 w 2494816"/>
                <a:gd name="connsiteY2" fmla="*/ 487680 h 3710074"/>
                <a:gd name="connsiteX3" fmla="*/ 2473235 w 2494816"/>
                <a:gd name="connsiteY3" fmla="*/ 1422098 h 3710074"/>
                <a:gd name="connsiteX4" fmla="*/ 2464101 w 2494816"/>
                <a:gd name="connsiteY4" fmla="*/ 2430780 h 3710074"/>
                <a:gd name="connsiteX5" fmla="*/ 2097315 w 2494816"/>
                <a:gd name="connsiteY5" fmla="*/ 3290635 h 3710074"/>
                <a:gd name="connsiteX6" fmla="*/ 1389681 w 2494816"/>
                <a:gd name="connsiteY6" fmla="*/ 3705860 h 3710074"/>
                <a:gd name="connsiteX7" fmla="*/ 266700 w 2494816"/>
                <a:gd name="connsiteY7" fmla="*/ 2960435 h 3710074"/>
                <a:gd name="connsiteX8" fmla="*/ 155241 w 2494816"/>
                <a:gd name="connsiteY8" fmla="*/ 1135380 h 3710074"/>
                <a:gd name="connsiteX9" fmla="*/ 0 w 2494816"/>
                <a:gd name="connsiteY9" fmla="*/ 187658 h 3710074"/>
                <a:gd name="connsiteX0" fmla="*/ 0 w 2494816"/>
                <a:gd name="connsiteY0" fmla="*/ 187658 h 4255240"/>
                <a:gd name="connsiteX1" fmla="*/ 978201 w 2494816"/>
                <a:gd name="connsiteY1" fmla="*/ 0 h 4255240"/>
                <a:gd name="connsiteX2" fmla="*/ 1961181 w 2494816"/>
                <a:gd name="connsiteY2" fmla="*/ 487680 h 4255240"/>
                <a:gd name="connsiteX3" fmla="*/ 2473235 w 2494816"/>
                <a:gd name="connsiteY3" fmla="*/ 1422098 h 4255240"/>
                <a:gd name="connsiteX4" fmla="*/ 2464101 w 2494816"/>
                <a:gd name="connsiteY4" fmla="*/ 2430780 h 4255240"/>
                <a:gd name="connsiteX5" fmla="*/ 2097315 w 2494816"/>
                <a:gd name="connsiteY5" fmla="*/ 3290635 h 4255240"/>
                <a:gd name="connsiteX6" fmla="*/ 1389681 w 2494816"/>
                <a:gd name="connsiteY6" fmla="*/ 3705860 h 4255240"/>
                <a:gd name="connsiteX7" fmla="*/ 1059481 w 2494816"/>
                <a:gd name="connsiteY7" fmla="*/ 4251959 h 4255240"/>
                <a:gd name="connsiteX8" fmla="*/ 266700 w 2494816"/>
                <a:gd name="connsiteY8" fmla="*/ 2960435 h 4255240"/>
                <a:gd name="connsiteX9" fmla="*/ 155241 w 2494816"/>
                <a:gd name="connsiteY9" fmla="*/ 1135380 h 4255240"/>
                <a:gd name="connsiteX10" fmla="*/ 0 w 2494816"/>
                <a:gd name="connsiteY10" fmla="*/ 187658 h 4255240"/>
                <a:gd name="connsiteX0" fmla="*/ 0 w 2494816"/>
                <a:gd name="connsiteY0" fmla="*/ 187658 h 4619019"/>
                <a:gd name="connsiteX1" fmla="*/ 978201 w 2494816"/>
                <a:gd name="connsiteY1" fmla="*/ 0 h 4619019"/>
                <a:gd name="connsiteX2" fmla="*/ 1961181 w 2494816"/>
                <a:gd name="connsiteY2" fmla="*/ 487680 h 4619019"/>
                <a:gd name="connsiteX3" fmla="*/ 2473235 w 2494816"/>
                <a:gd name="connsiteY3" fmla="*/ 1422098 h 4619019"/>
                <a:gd name="connsiteX4" fmla="*/ 2464101 w 2494816"/>
                <a:gd name="connsiteY4" fmla="*/ 2430780 h 4619019"/>
                <a:gd name="connsiteX5" fmla="*/ 2097315 w 2494816"/>
                <a:gd name="connsiteY5" fmla="*/ 3290635 h 4619019"/>
                <a:gd name="connsiteX6" fmla="*/ 1389681 w 2494816"/>
                <a:gd name="connsiteY6" fmla="*/ 3705860 h 4619019"/>
                <a:gd name="connsiteX7" fmla="*/ 1059481 w 2494816"/>
                <a:gd name="connsiteY7" fmla="*/ 4251959 h 4619019"/>
                <a:gd name="connsiteX8" fmla="*/ 399081 w 2494816"/>
                <a:gd name="connsiteY8" fmla="*/ 4582159 h 4619019"/>
                <a:gd name="connsiteX9" fmla="*/ 266700 w 2494816"/>
                <a:gd name="connsiteY9" fmla="*/ 2960435 h 4619019"/>
                <a:gd name="connsiteX10" fmla="*/ 155241 w 2494816"/>
                <a:gd name="connsiteY10" fmla="*/ 1135380 h 4619019"/>
                <a:gd name="connsiteX11" fmla="*/ 0 w 2494816"/>
                <a:gd name="connsiteY11" fmla="*/ 187658 h 4619019"/>
                <a:gd name="connsiteX0" fmla="*/ 0 w 2494816"/>
                <a:gd name="connsiteY0" fmla="*/ 187658 h 4584377"/>
                <a:gd name="connsiteX1" fmla="*/ 978201 w 2494816"/>
                <a:gd name="connsiteY1" fmla="*/ 0 h 4584377"/>
                <a:gd name="connsiteX2" fmla="*/ 1961181 w 2494816"/>
                <a:gd name="connsiteY2" fmla="*/ 487680 h 4584377"/>
                <a:gd name="connsiteX3" fmla="*/ 2473235 w 2494816"/>
                <a:gd name="connsiteY3" fmla="*/ 1422098 h 4584377"/>
                <a:gd name="connsiteX4" fmla="*/ 2464101 w 2494816"/>
                <a:gd name="connsiteY4" fmla="*/ 2430780 h 4584377"/>
                <a:gd name="connsiteX5" fmla="*/ 2097315 w 2494816"/>
                <a:gd name="connsiteY5" fmla="*/ 3290635 h 4584377"/>
                <a:gd name="connsiteX6" fmla="*/ 1389681 w 2494816"/>
                <a:gd name="connsiteY6" fmla="*/ 3705860 h 4584377"/>
                <a:gd name="connsiteX7" fmla="*/ 1059481 w 2494816"/>
                <a:gd name="connsiteY7" fmla="*/ 4251959 h 4584377"/>
                <a:gd name="connsiteX8" fmla="*/ 399081 w 2494816"/>
                <a:gd name="connsiteY8" fmla="*/ 4582159 h 4584377"/>
                <a:gd name="connsiteX9" fmla="*/ 266700 w 2494816"/>
                <a:gd name="connsiteY9" fmla="*/ 2960435 h 4584377"/>
                <a:gd name="connsiteX10" fmla="*/ 155241 w 2494816"/>
                <a:gd name="connsiteY10" fmla="*/ 1135380 h 4584377"/>
                <a:gd name="connsiteX11" fmla="*/ 0 w 2494816"/>
                <a:gd name="connsiteY11" fmla="*/ 187658 h 4584377"/>
                <a:gd name="connsiteX0" fmla="*/ 0 w 2494816"/>
                <a:gd name="connsiteY0" fmla="*/ 187658 h 4584377"/>
                <a:gd name="connsiteX1" fmla="*/ 978201 w 2494816"/>
                <a:gd name="connsiteY1" fmla="*/ 0 h 4584377"/>
                <a:gd name="connsiteX2" fmla="*/ 1961181 w 2494816"/>
                <a:gd name="connsiteY2" fmla="*/ 487680 h 4584377"/>
                <a:gd name="connsiteX3" fmla="*/ 2473235 w 2494816"/>
                <a:gd name="connsiteY3" fmla="*/ 1422098 h 4584377"/>
                <a:gd name="connsiteX4" fmla="*/ 2464101 w 2494816"/>
                <a:gd name="connsiteY4" fmla="*/ 2430780 h 4584377"/>
                <a:gd name="connsiteX5" fmla="*/ 2097315 w 2494816"/>
                <a:gd name="connsiteY5" fmla="*/ 3290635 h 4584377"/>
                <a:gd name="connsiteX6" fmla="*/ 1389681 w 2494816"/>
                <a:gd name="connsiteY6" fmla="*/ 3705860 h 4584377"/>
                <a:gd name="connsiteX7" fmla="*/ 1059481 w 2494816"/>
                <a:gd name="connsiteY7" fmla="*/ 4251959 h 4584377"/>
                <a:gd name="connsiteX8" fmla="*/ 399081 w 2494816"/>
                <a:gd name="connsiteY8" fmla="*/ 4582159 h 4584377"/>
                <a:gd name="connsiteX9" fmla="*/ 266700 w 2494816"/>
                <a:gd name="connsiteY9" fmla="*/ 2960435 h 4584377"/>
                <a:gd name="connsiteX10" fmla="*/ 155241 w 2494816"/>
                <a:gd name="connsiteY10" fmla="*/ 1135380 h 4584377"/>
                <a:gd name="connsiteX11" fmla="*/ 0 w 2494816"/>
                <a:gd name="connsiteY11" fmla="*/ 187658 h 4584377"/>
                <a:gd name="connsiteX0" fmla="*/ 0 w 2494816"/>
                <a:gd name="connsiteY0" fmla="*/ 187658 h 4584377"/>
                <a:gd name="connsiteX1" fmla="*/ 978201 w 2494816"/>
                <a:gd name="connsiteY1" fmla="*/ 0 h 4584377"/>
                <a:gd name="connsiteX2" fmla="*/ 1961181 w 2494816"/>
                <a:gd name="connsiteY2" fmla="*/ 487680 h 4584377"/>
                <a:gd name="connsiteX3" fmla="*/ 2473235 w 2494816"/>
                <a:gd name="connsiteY3" fmla="*/ 1422098 h 4584377"/>
                <a:gd name="connsiteX4" fmla="*/ 2464101 w 2494816"/>
                <a:gd name="connsiteY4" fmla="*/ 2430780 h 4584377"/>
                <a:gd name="connsiteX5" fmla="*/ 2097315 w 2494816"/>
                <a:gd name="connsiteY5" fmla="*/ 3290635 h 4584377"/>
                <a:gd name="connsiteX6" fmla="*/ 1389681 w 2494816"/>
                <a:gd name="connsiteY6" fmla="*/ 3705860 h 4584377"/>
                <a:gd name="connsiteX7" fmla="*/ 1059481 w 2494816"/>
                <a:gd name="connsiteY7" fmla="*/ 4251959 h 4584377"/>
                <a:gd name="connsiteX8" fmla="*/ 399081 w 2494816"/>
                <a:gd name="connsiteY8" fmla="*/ 4582159 h 4584377"/>
                <a:gd name="connsiteX9" fmla="*/ 266700 w 2494816"/>
                <a:gd name="connsiteY9" fmla="*/ 2960435 h 4584377"/>
                <a:gd name="connsiteX10" fmla="*/ 155241 w 2494816"/>
                <a:gd name="connsiteY10" fmla="*/ 1135380 h 4584377"/>
                <a:gd name="connsiteX11" fmla="*/ 0 w 2494816"/>
                <a:gd name="connsiteY11" fmla="*/ 187658 h 4584377"/>
                <a:gd name="connsiteX0" fmla="*/ 0 w 2494816"/>
                <a:gd name="connsiteY0" fmla="*/ 187658 h 4584377"/>
                <a:gd name="connsiteX1" fmla="*/ 978201 w 2494816"/>
                <a:gd name="connsiteY1" fmla="*/ 0 h 4584377"/>
                <a:gd name="connsiteX2" fmla="*/ 1961181 w 2494816"/>
                <a:gd name="connsiteY2" fmla="*/ 487680 h 4584377"/>
                <a:gd name="connsiteX3" fmla="*/ 2473235 w 2494816"/>
                <a:gd name="connsiteY3" fmla="*/ 1422098 h 4584377"/>
                <a:gd name="connsiteX4" fmla="*/ 2464101 w 2494816"/>
                <a:gd name="connsiteY4" fmla="*/ 2430780 h 4584377"/>
                <a:gd name="connsiteX5" fmla="*/ 2097315 w 2494816"/>
                <a:gd name="connsiteY5" fmla="*/ 3290635 h 4584377"/>
                <a:gd name="connsiteX6" fmla="*/ 1389681 w 2494816"/>
                <a:gd name="connsiteY6" fmla="*/ 3705860 h 4584377"/>
                <a:gd name="connsiteX7" fmla="*/ 1059481 w 2494816"/>
                <a:gd name="connsiteY7" fmla="*/ 4251959 h 4584377"/>
                <a:gd name="connsiteX8" fmla="*/ 399081 w 2494816"/>
                <a:gd name="connsiteY8" fmla="*/ 4582159 h 4584377"/>
                <a:gd name="connsiteX9" fmla="*/ 266700 w 2494816"/>
                <a:gd name="connsiteY9" fmla="*/ 2960435 h 4584377"/>
                <a:gd name="connsiteX10" fmla="*/ 155241 w 2494816"/>
                <a:gd name="connsiteY10" fmla="*/ 1135380 h 4584377"/>
                <a:gd name="connsiteX11" fmla="*/ 0 w 2494816"/>
                <a:gd name="connsiteY11" fmla="*/ 187658 h 4584377"/>
                <a:gd name="connsiteX0" fmla="*/ 0 w 2494816"/>
                <a:gd name="connsiteY0" fmla="*/ 187658 h 4584377"/>
                <a:gd name="connsiteX1" fmla="*/ 978201 w 2494816"/>
                <a:gd name="connsiteY1" fmla="*/ 0 h 4584377"/>
                <a:gd name="connsiteX2" fmla="*/ 1961181 w 2494816"/>
                <a:gd name="connsiteY2" fmla="*/ 487680 h 4584377"/>
                <a:gd name="connsiteX3" fmla="*/ 2473235 w 2494816"/>
                <a:gd name="connsiteY3" fmla="*/ 1422098 h 4584377"/>
                <a:gd name="connsiteX4" fmla="*/ 2464101 w 2494816"/>
                <a:gd name="connsiteY4" fmla="*/ 2430780 h 4584377"/>
                <a:gd name="connsiteX5" fmla="*/ 2097315 w 2494816"/>
                <a:gd name="connsiteY5" fmla="*/ 3290635 h 4584377"/>
                <a:gd name="connsiteX6" fmla="*/ 1389681 w 2494816"/>
                <a:gd name="connsiteY6" fmla="*/ 3705860 h 4584377"/>
                <a:gd name="connsiteX7" fmla="*/ 1059481 w 2494816"/>
                <a:gd name="connsiteY7" fmla="*/ 4251959 h 4584377"/>
                <a:gd name="connsiteX8" fmla="*/ 399081 w 2494816"/>
                <a:gd name="connsiteY8" fmla="*/ 4582159 h 4584377"/>
                <a:gd name="connsiteX9" fmla="*/ 266700 w 2494816"/>
                <a:gd name="connsiteY9" fmla="*/ 2960435 h 4584377"/>
                <a:gd name="connsiteX10" fmla="*/ 155241 w 2494816"/>
                <a:gd name="connsiteY10" fmla="*/ 1135380 h 4584377"/>
                <a:gd name="connsiteX11" fmla="*/ 0 w 2494816"/>
                <a:gd name="connsiteY11" fmla="*/ 187658 h 4584377"/>
                <a:gd name="connsiteX0" fmla="*/ 0 w 2481125"/>
                <a:gd name="connsiteY0" fmla="*/ 187658 h 4584377"/>
                <a:gd name="connsiteX1" fmla="*/ 978201 w 2481125"/>
                <a:gd name="connsiteY1" fmla="*/ 0 h 4584377"/>
                <a:gd name="connsiteX2" fmla="*/ 1961181 w 2481125"/>
                <a:gd name="connsiteY2" fmla="*/ 487680 h 4584377"/>
                <a:gd name="connsiteX3" fmla="*/ 2473235 w 2481125"/>
                <a:gd name="connsiteY3" fmla="*/ 1422098 h 4584377"/>
                <a:gd name="connsiteX4" fmla="*/ 2464101 w 2481125"/>
                <a:gd name="connsiteY4" fmla="*/ 2430780 h 4584377"/>
                <a:gd name="connsiteX5" fmla="*/ 2097315 w 2481125"/>
                <a:gd name="connsiteY5" fmla="*/ 3290635 h 4584377"/>
                <a:gd name="connsiteX6" fmla="*/ 1389681 w 2481125"/>
                <a:gd name="connsiteY6" fmla="*/ 3705860 h 4584377"/>
                <a:gd name="connsiteX7" fmla="*/ 1059481 w 2481125"/>
                <a:gd name="connsiteY7" fmla="*/ 4251959 h 4584377"/>
                <a:gd name="connsiteX8" fmla="*/ 399081 w 2481125"/>
                <a:gd name="connsiteY8" fmla="*/ 4582159 h 4584377"/>
                <a:gd name="connsiteX9" fmla="*/ 266700 w 2481125"/>
                <a:gd name="connsiteY9" fmla="*/ 2960435 h 4584377"/>
                <a:gd name="connsiteX10" fmla="*/ 155241 w 2481125"/>
                <a:gd name="connsiteY10" fmla="*/ 1135380 h 4584377"/>
                <a:gd name="connsiteX11" fmla="*/ 0 w 2481125"/>
                <a:gd name="connsiteY11" fmla="*/ 187658 h 4584377"/>
                <a:gd name="connsiteX0" fmla="*/ 0 w 2473235"/>
                <a:gd name="connsiteY0" fmla="*/ 187658 h 4584377"/>
                <a:gd name="connsiteX1" fmla="*/ 978201 w 2473235"/>
                <a:gd name="connsiteY1" fmla="*/ 0 h 4584377"/>
                <a:gd name="connsiteX2" fmla="*/ 1961181 w 2473235"/>
                <a:gd name="connsiteY2" fmla="*/ 487680 h 4584377"/>
                <a:gd name="connsiteX3" fmla="*/ 2473235 w 2473235"/>
                <a:gd name="connsiteY3" fmla="*/ 1422098 h 4584377"/>
                <a:gd name="connsiteX4" fmla="*/ 2464101 w 2473235"/>
                <a:gd name="connsiteY4" fmla="*/ 2430780 h 4584377"/>
                <a:gd name="connsiteX5" fmla="*/ 2097315 w 2473235"/>
                <a:gd name="connsiteY5" fmla="*/ 3290635 h 4584377"/>
                <a:gd name="connsiteX6" fmla="*/ 1389681 w 2473235"/>
                <a:gd name="connsiteY6" fmla="*/ 3705860 h 4584377"/>
                <a:gd name="connsiteX7" fmla="*/ 1059481 w 2473235"/>
                <a:gd name="connsiteY7" fmla="*/ 4251959 h 4584377"/>
                <a:gd name="connsiteX8" fmla="*/ 399081 w 2473235"/>
                <a:gd name="connsiteY8" fmla="*/ 4582159 h 4584377"/>
                <a:gd name="connsiteX9" fmla="*/ 266700 w 2473235"/>
                <a:gd name="connsiteY9" fmla="*/ 2960435 h 4584377"/>
                <a:gd name="connsiteX10" fmla="*/ 155241 w 2473235"/>
                <a:gd name="connsiteY10" fmla="*/ 1135380 h 4584377"/>
                <a:gd name="connsiteX11" fmla="*/ 0 w 2473235"/>
                <a:gd name="connsiteY11" fmla="*/ 187658 h 4584377"/>
                <a:gd name="connsiteX0" fmla="*/ 0 w 2473235"/>
                <a:gd name="connsiteY0" fmla="*/ 187658 h 4584377"/>
                <a:gd name="connsiteX1" fmla="*/ 978201 w 2473235"/>
                <a:gd name="connsiteY1" fmla="*/ 0 h 4584377"/>
                <a:gd name="connsiteX2" fmla="*/ 1961181 w 2473235"/>
                <a:gd name="connsiteY2" fmla="*/ 487680 h 4584377"/>
                <a:gd name="connsiteX3" fmla="*/ 2473235 w 2473235"/>
                <a:gd name="connsiteY3" fmla="*/ 1422098 h 4584377"/>
                <a:gd name="connsiteX4" fmla="*/ 2464101 w 2473235"/>
                <a:gd name="connsiteY4" fmla="*/ 2430780 h 4584377"/>
                <a:gd name="connsiteX5" fmla="*/ 2097315 w 2473235"/>
                <a:gd name="connsiteY5" fmla="*/ 3290635 h 4584377"/>
                <a:gd name="connsiteX6" fmla="*/ 1389681 w 2473235"/>
                <a:gd name="connsiteY6" fmla="*/ 3705860 h 4584377"/>
                <a:gd name="connsiteX7" fmla="*/ 1059481 w 2473235"/>
                <a:gd name="connsiteY7" fmla="*/ 4251959 h 4584377"/>
                <a:gd name="connsiteX8" fmla="*/ 399081 w 2473235"/>
                <a:gd name="connsiteY8" fmla="*/ 4582159 h 4584377"/>
                <a:gd name="connsiteX9" fmla="*/ 266700 w 2473235"/>
                <a:gd name="connsiteY9" fmla="*/ 2960435 h 4584377"/>
                <a:gd name="connsiteX10" fmla="*/ 155241 w 2473235"/>
                <a:gd name="connsiteY10" fmla="*/ 1135380 h 4584377"/>
                <a:gd name="connsiteX11" fmla="*/ 0 w 2473235"/>
                <a:gd name="connsiteY11" fmla="*/ 187658 h 4584377"/>
                <a:gd name="connsiteX0" fmla="*/ 0 w 2473235"/>
                <a:gd name="connsiteY0" fmla="*/ 187658 h 4584377"/>
                <a:gd name="connsiteX1" fmla="*/ 978201 w 2473235"/>
                <a:gd name="connsiteY1" fmla="*/ 0 h 4584377"/>
                <a:gd name="connsiteX2" fmla="*/ 1961181 w 2473235"/>
                <a:gd name="connsiteY2" fmla="*/ 487680 h 4584377"/>
                <a:gd name="connsiteX3" fmla="*/ 2473235 w 2473235"/>
                <a:gd name="connsiteY3" fmla="*/ 1422098 h 4584377"/>
                <a:gd name="connsiteX4" fmla="*/ 2464101 w 2473235"/>
                <a:gd name="connsiteY4" fmla="*/ 2430780 h 4584377"/>
                <a:gd name="connsiteX5" fmla="*/ 2097315 w 2473235"/>
                <a:gd name="connsiteY5" fmla="*/ 3290635 h 4584377"/>
                <a:gd name="connsiteX6" fmla="*/ 1389681 w 2473235"/>
                <a:gd name="connsiteY6" fmla="*/ 3705860 h 4584377"/>
                <a:gd name="connsiteX7" fmla="*/ 1059481 w 2473235"/>
                <a:gd name="connsiteY7" fmla="*/ 4251959 h 4584377"/>
                <a:gd name="connsiteX8" fmla="*/ 399081 w 2473235"/>
                <a:gd name="connsiteY8" fmla="*/ 4582159 h 4584377"/>
                <a:gd name="connsiteX9" fmla="*/ 266700 w 2473235"/>
                <a:gd name="connsiteY9" fmla="*/ 2960435 h 4584377"/>
                <a:gd name="connsiteX10" fmla="*/ 155241 w 2473235"/>
                <a:gd name="connsiteY10" fmla="*/ 1135380 h 4584377"/>
                <a:gd name="connsiteX11" fmla="*/ 0 w 2473235"/>
                <a:gd name="connsiteY11" fmla="*/ 187658 h 4584377"/>
                <a:gd name="connsiteX0" fmla="*/ 0 w 2473235"/>
                <a:gd name="connsiteY0" fmla="*/ 187658 h 4584377"/>
                <a:gd name="connsiteX1" fmla="*/ 978201 w 2473235"/>
                <a:gd name="connsiteY1" fmla="*/ 0 h 4584377"/>
                <a:gd name="connsiteX2" fmla="*/ 1961181 w 2473235"/>
                <a:gd name="connsiteY2" fmla="*/ 487680 h 4584377"/>
                <a:gd name="connsiteX3" fmla="*/ 2473235 w 2473235"/>
                <a:gd name="connsiteY3" fmla="*/ 1422098 h 4584377"/>
                <a:gd name="connsiteX4" fmla="*/ 2464101 w 2473235"/>
                <a:gd name="connsiteY4" fmla="*/ 2430780 h 4584377"/>
                <a:gd name="connsiteX5" fmla="*/ 2097315 w 2473235"/>
                <a:gd name="connsiteY5" fmla="*/ 3290635 h 4584377"/>
                <a:gd name="connsiteX6" fmla="*/ 1389681 w 2473235"/>
                <a:gd name="connsiteY6" fmla="*/ 3705860 h 4584377"/>
                <a:gd name="connsiteX7" fmla="*/ 1059481 w 2473235"/>
                <a:gd name="connsiteY7" fmla="*/ 4251959 h 4584377"/>
                <a:gd name="connsiteX8" fmla="*/ 399081 w 2473235"/>
                <a:gd name="connsiteY8" fmla="*/ 4582159 h 4584377"/>
                <a:gd name="connsiteX9" fmla="*/ 266700 w 2473235"/>
                <a:gd name="connsiteY9" fmla="*/ 2960435 h 4584377"/>
                <a:gd name="connsiteX10" fmla="*/ 155241 w 2473235"/>
                <a:gd name="connsiteY10" fmla="*/ 1135380 h 4584377"/>
                <a:gd name="connsiteX11" fmla="*/ 0 w 2473235"/>
                <a:gd name="connsiteY11" fmla="*/ 187658 h 4584377"/>
                <a:gd name="connsiteX0" fmla="*/ 0 w 2473235"/>
                <a:gd name="connsiteY0" fmla="*/ 187658 h 4584377"/>
                <a:gd name="connsiteX1" fmla="*/ 978201 w 2473235"/>
                <a:gd name="connsiteY1" fmla="*/ 0 h 4584377"/>
                <a:gd name="connsiteX2" fmla="*/ 1961181 w 2473235"/>
                <a:gd name="connsiteY2" fmla="*/ 487680 h 4584377"/>
                <a:gd name="connsiteX3" fmla="*/ 2473235 w 2473235"/>
                <a:gd name="connsiteY3" fmla="*/ 1422098 h 4584377"/>
                <a:gd name="connsiteX4" fmla="*/ 2464101 w 2473235"/>
                <a:gd name="connsiteY4" fmla="*/ 2430780 h 4584377"/>
                <a:gd name="connsiteX5" fmla="*/ 2097315 w 2473235"/>
                <a:gd name="connsiteY5" fmla="*/ 3290635 h 4584377"/>
                <a:gd name="connsiteX6" fmla="*/ 1389681 w 2473235"/>
                <a:gd name="connsiteY6" fmla="*/ 3705860 h 4584377"/>
                <a:gd name="connsiteX7" fmla="*/ 1059481 w 2473235"/>
                <a:gd name="connsiteY7" fmla="*/ 4251959 h 4584377"/>
                <a:gd name="connsiteX8" fmla="*/ 399081 w 2473235"/>
                <a:gd name="connsiteY8" fmla="*/ 4582159 h 4584377"/>
                <a:gd name="connsiteX9" fmla="*/ 266700 w 2473235"/>
                <a:gd name="connsiteY9" fmla="*/ 2960435 h 4584377"/>
                <a:gd name="connsiteX10" fmla="*/ 155241 w 2473235"/>
                <a:gd name="connsiteY10" fmla="*/ 1135380 h 4584377"/>
                <a:gd name="connsiteX11" fmla="*/ 0 w 2473235"/>
                <a:gd name="connsiteY11" fmla="*/ 187658 h 458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73235" h="4584377">
                  <a:moveTo>
                    <a:pt x="0" y="187658"/>
                  </a:moveTo>
                  <a:cubicBezTo>
                    <a:pt x="328607" y="191145"/>
                    <a:pt x="626734" y="339413"/>
                    <a:pt x="978201" y="0"/>
                  </a:cubicBezTo>
                  <a:cubicBezTo>
                    <a:pt x="1074721" y="208280"/>
                    <a:pt x="1248711" y="488950"/>
                    <a:pt x="1961181" y="487680"/>
                  </a:cubicBezTo>
                  <a:cubicBezTo>
                    <a:pt x="1915966" y="545153"/>
                    <a:pt x="1794550" y="1053475"/>
                    <a:pt x="2473235" y="1422098"/>
                  </a:cubicBezTo>
                  <a:cubicBezTo>
                    <a:pt x="2386370" y="1492895"/>
                    <a:pt x="2011216" y="1909133"/>
                    <a:pt x="2464101" y="2430780"/>
                  </a:cubicBezTo>
                  <a:cubicBezTo>
                    <a:pt x="2246589" y="2501498"/>
                    <a:pt x="1870327" y="2737317"/>
                    <a:pt x="2097315" y="3290635"/>
                  </a:cubicBezTo>
                  <a:cubicBezTo>
                    <a:pt x="1831804" y="3234310"/>
                    <a:pt x="1248792" y="3387535"/>
                    <a:pt x="1389681" y="3705860"/>
                  </a:cubicBezTo>
                  <a:cubicBezTo>
                    <a:pt x="1305014" y="3650826"/>
                    <a:pt x="934598" y="3856143"/>
                    <a:pt x="1059481" y="4251959"/>
                  </a:cubicBezTo>
                  <a:cubicBezTo>
                    <a:pt x="932481" y="4044526"/>
                    <a:pt x="481631" y="4624492"/>
                    <a:pt x="399081" y="4582159"/>
                  </a:cubicBezTo>
                  <a:lnTo>
                    <a:pt x="266700" y="2960435"/>
                  </a:lnTo>
                  <a:cubicBezTo>
                    <a:pt x="206687" y="2372403"/>
                    <a:pt x="215254" y="1723412"/>
                    <a:pt x="155241" y="1135380"/>
                  </a:cubicBezTo>
                  <a:cubicBezTo>
                    <a:pt x="271134" y="354653"/>
                    <a:pt x="127947" y="320685"/>
                    <a:pt x="0" y="187658"/>
                  </a:cubicBezTo>
                  <a:close/>
                </a:path>
              </a:pathLst>
            </a:custGeom>
            <a:solidFill>
              <a:srgbClr val="FF7F50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">
              <a:extLst>
                <a:ext uri="{FF2B5EF4-FFF2-40B4-BE49-F238E27FC236}">
                  <a16:creationId xmlns:a16="http://schemas.microsoft.com/office/drawing/2014/main" id="{D0F57155-2922-EF81-3173-14AA4A98B61C}"/>
                </a:ext>
              </a:extLst>
            </p:cNvPr>
            <p:cNvSpPr/>
            <p:nvPr/>
          </p:nvSpPr>
          <p:spPr>
            <a:xfrm>
              <a:off x="3427457" y="827235"/>
              <a:ext cx="3608229" cy="6945165"/>
            </a:xfrm>
            <a:custGeom>
              <a:avLst/>
              <a:gdLst>
                <a:gd name="connsiteX0" fmla="*/ 0 w 1658319"/>
                <a:gd name="connsiteY0" fmla="*/ 0 h 1782305"/>
                <a:gd name="connsiteX1" fmla="*/ 1658319 w 1658319"/>
                <a:gd name="connsiteY1" fmla="*/ 0 h 1782305"/>
                <a:gd name="connsiteX2" fmla="*/ 1658319 w 1658319"/>
                <a:gd name="connsiteY2" fmla="*/ 1782305 h 1782305"/>
                <a:gd name="connsiteX3" fmla="*/ 0 w 1658319"/>
                <a:gd name="connsiteY3" fmla="*/ 1782305 h 1782305"/>
                <a:gd name="connsiteX4" fmla="*/ 0 w 1658319"/>
                <a:gd name="connsiteY4" fmla="*/ 0 h 1782305"/>
                <a:gd name="connsiteX0" fmla="*/ 0 w 2123268"/>
                <a:gd name="connsiteY0" fmla="*/ 464949 h 1782305"/>
                <a:gd name="connsiteX1" fmla="*/ 2123268 w 2123268"/>
                <a:gd name="connsiteY1" fmla="*/ 0 h 1782305"/>
                <a:gd name="connsiteX2" fmla="*/ 2123268 w 2123268"/>
                <a:gd name="connsiteY2" fmla="*/ 1782305 h 1782305"/>
                <a:gd name="connsiteX3" fmla="*/ 464949 w 2123268"/>
                <a:gd name="connsiteY3" fmla="*/ 1782305 h 1782305"/>
                <a:gd name="connsiteX4" fmla="*/ 0 w 2123268"/>
                <a:gd name="connsiteY4" fmla="*/ 464949 h 1782305"/>
                <a:gd name="connsiteX0" fmla="*/ 759417 w 2882685"/>
                <a:gd name="connsiteY0" fmla="*/ 464949 h 1782305"/>
                <a:gd name="connsiteX1" fmla="*/ 2882685 w 2882685"/>
                <a:gd name="connsiteY1" fmla="*/ 0 h 1782305"/>
                <a:gd name="connsiteX2" fmla="*/ 2882685 w 2882685"/>
                <a:gd name="connsiteY2" fmla="*/ 1782305 h 1782305"/>
                <a:gd name="connsiteX3" fmla="*/ 1224366 w 2882685"/>
                <a:gd name="connsiteY3" fmla="*/ 1782305 h 1782305"/>
                <a:gd name="connsiteX4" fmla="*/ 0 w 2882685"/>
                <a:gd name="connsiteY4" fmla="*/ 898902 h 1782305"/>
                <a:gd name="connsiteX5" fmla="*/ 759417 w 2882685"/>
                <a:gd name="connsiteY5" fmla="*/ 464949 h 1782305"/>
                <a:gd name="connsiteX0" fmla="*/ 780561 w 2903829"/>
                <a:gd name="connsiteY0" fmla="*/ 464949 h 1782305"/>
                <a:gd name="connsiteX1" fmla="*/ 2903829 w 2903829"/>
                <a:gd name="connsiteY1" fmla="*/ 0 h 1782305"/>
                <a:gd name="connsiteX2" fmla="*/ 2903829 w 2903829"/>
                <a:gd name="connsiteY2" fmla="*/ 1782305 h 1782305"/>
                <a:gd name="connsiteX3" fmla="*/ 1245510 w 2903829"/>
                <a:gd name="connsiteY3" fmla="*/ 1782305 h 1782305"/>
                <a:gd name="connsiteX4" fmla="*/ 238122 w 2903829"/>
                <a:gd name="connsiteY4" fmla="*/ 1286359 h 1782305"/>
                <a:gd name="connsiteX5" fmla="*/ 21144 w 2903829"/>
                <a:gd name="connsiteY5" fmla="*/ 898902 h 1782305"/>
                <a:gd name="connsiteX6" fmla="*/ 780561 w 2903829"/>
                <a:gd name="connsiteY6" fmla="*/ 464949 h 1782305"/>
                <a:gd name="connsiteX0" fmla="*/ 772205 w 2895473"/>
                <a:gd name="connsiteY0" fmla="*/ 464949 h 1782305"/>
                <a:gd name="connsiteX1" fmla="*/ 2895473 w 2895473"/>
                <a:gd name="connsiteY1" fmla="*/ 0 h 1782305"/>
                <a:gd name="connsiteX2" fmla="*/ 2895473 w 2895473"/>
                <a:gd name="connsiteY2" fmla="*/ 1782305 h 1782305"/>
                <a:gd name="connsiteX3" fmla="*/ 1237154 w 2895473"/>
                <a:gd name="connsiteY3" fmla="*/ 1782305 h 1782305"/>
                <a:gd name="connsiteX4" fmla="*/ 741210 w 2895473"/>
                <a:gd name="connsiteY4" fmla="*/ 1177871 h 1782305"/>
                <a:gd name="connsiteX5" fmla="*/ 229766 w 2895473"/>
                <a:gd name="connsiteY5" fmla="*/ 1286359 h 1782305"/>
                <a:gd name="connsiteX6" fmla="*/ 12788 w 2895473"/>
                <a:gd name="connsiteY6" fmla="*/ 898902 h 1782305"/>
                <a:gd name="connsiteX7" fmla="*/ 772205 w 2895473"/>
                <a:gd name="connsiteY7" fmla="*/ 464949 h 1782305"/>
                <a:gd name="connsiteX0" fmla="*/ 772205 w 2895473"/>
                <a:gd name="connsiteY0" fmla="*/ 464949 h 1782305"/>
                <a:gd name="connsiteX1" fmla="*/ 2895473 w 2895473"/>
                <a:gd name="connsiteY1" fmla="*/ 0 h 1782305"/>
                <a:gd name="connsiteX2" fmla="*/ 2895473 w 2895473"/>
                <a:gd name="connsiteY2" fmla="*/ 1782305 h 1782305"/>
                <a:gd name="connsiteX3" fmla="*/ 2755988 w 2895473"/>
                <a:gd name="connsiteY3" fmla="*/ 774915 h 1782305"/>
                <a:gd name="connsiteX4" fmla="*/ 741210 w 2895473"/>
                <a:gd name="connsiteY4" fmla="*/ 1177871 h 1782305"/>
                <a:gd name="connsiteX5" fmla="*/ 229766 w 2895473"/>
                <a:gd name="connsiteY5" fmla="*/ 1286359 h 1782305"/>
                <a:gd name="connsiteX6" fmla="*/ 12788 w 2895473"/>
                <a:gd name="connsiteY6" fmla="*/ 898902 h 1782305"/>
                <a:gd name="connsiteX7" fmla="*/ 772205 w 2895473"/>
                <a:gd name="connsiteY7" fmla="*/ 464949 h 1782305"/>
                <a:gd name="connsiteX0" fmla="*/ 772205 w 2895473"/>
                <a:gd name="connsiteY0" fmla="*/ 464949 h 1782305"/>
                <a:gd name="connsiteX1" fmla="*/ 2895473 w 2895473"/>
                <a:gd name="connsiteY1" fmla="*/ 0 h 1782305"/>
                <a:gd name="connsiteX2" fmla="*/ 2895473 w 2895473"/>
                <a:gd name="connsiteY2" fmla="*/ 1782305 h 1782305"/>
                <a:gd name="connsiteX3" fmla="*/ 1423133 w 2895473"/>
                <a:gd name="connsiteY3" fmla="*/ 1301857 h 1782305"/>
                <a:gd name="connsiteX4" fmla="*/ 741210 w 2895473"/>
                <a:gd name="connsiteY4" fmla="*/ 1177871 h 1782305"/>
                <a:gd name="connsiteX5" fmla="*/ 229766 w 2895473"/>
                <a:gd name="connsiteY5" fmla="*/ 1286359 h 1782305"/>
                <a:gd name="connsiteX6" fmla="*/ 12788 w 2895473"/>
                <a:gd name="connsiteY6" fmla="*/ 898902 h 1782305"/>
                <a:gd name="connsiteX7" fmla="*/ 772205 w 2895473"/>
                <a:gd name="connsiteY7" fmla="*/ 464949 h 1782305"/>
                <a:gd name="connsiteX0" fmla="*/ 772205 w 2895473"/>
                <a:gd name="connsiteY0" fmla="*/ 464949 h 4108830"/>
                <a:gd name="connsiteX1" fmla="*/ 2895473 w 2895473"/>
                <a:gd name="connsiteY1" fmla="*/ 0 h 4108830"/>
                <a:gd name="connsiteX2" fmla="*/ 2895473 w 2895473"/>
                <a:gd name="connsiteY2" fmla="*/ 1782305 h 4108830"/>
                <a:gd name="connsiteX3" fmla="*/ 1686606 w 2895473"/>
                <a:gd name="connsiteY3" fmla="*/ 4107051 h 4108830"/>
                <a:gd name="connsiteX4" fmla="*/ 1423133 w 2895473"/>
                <a:gd name="connsiteY4" fmla="*/ 1301857 h 4108830"/>
                <a:gd name="connsiteX5" fmla="*/ 741210 w 2895473"/>
                <a:gd name="connsiteY5" fmla="*/ 1177871 h 4108830"/>
                <a:gd name="connsiteX6" fmla="*/ 229766 w 2895473"/>
                <a:gd name="connsiteY6" fmla="*/ 1286359 h 4108830"/>
                <a:gd name="connsiteX7" fmla="*/ 12788 w 2895473"/>
                <a:gd name="connsiteY7" fmla="*/ 898902 h 4108830"/>
                <a:gd name="connsiteX8" fmla="*/ 772205 w 2895473"/>
                <a:gd name="connsiteY8" fmla="*/ 464949 h 4108830"/>
                <a:gd name="connsiteX0" fmla="*/ 772205 w 2895473"/>
                <a:gd name="connsiteY0" fmla="*/ 464949 h 5461809"/>
                <a:gd name="connsiteX1" fmla="*/ 2895473 w 2895473"/>
                <a:gd name="connsiteY1" fmla="*/ 0 h 5461809"/>
                <a:gd name="connsiteX2" fmla="*/ 2895473 w 2895473"/>
                <a:gd name="connsiteY2" fmla="*/ 1782305 h 5461809"/>
                <a:gd name="connsiteX3" fmla="*/ 2415027 w 2895473"/>
                <a:gd name="connsiteY3" fmla="*/ 5393409 h 5461809"/>
                <a:gd name="connsiteX4" fmla="*/ 1686606 w 2895473"/>
                <a:gd name="connsiteY4" fmla="*/ 4107051 h 5461809"/>
                <a:gd name="connsiteX5" fmla="*/ 1423133 w 2895473"/>
                <a:gd name="connsiteY5" fmla="*/ 1301857 h 5461809"/>
                <a:gd name="connsiteX6" fmla="*/ 741210 w 2895473"/>
                <a:gd name="connsiteY6" fmla="*/ 1177871 h 5461809"/>
                <a:gd name="connsiteX7" fmla="*/ 229766 w 2895473"/>
                <a:gd name="connsiteY7" fmla="*/ 1286359 h 5461809"/>
                <a:gd name="connsiteX8" fmla="*/ 12788 w 2895473"/>
                <a:gd name="connsiteY8" fmla="*/ 898902 h 5461809"/>
                <a:gd name="connsiteX9" fmla="*/ 772205 w 2895473"/>
                <a:gd name="connsiteY9" fmla="*/ 464949 h 5461809"/>
                <a:gd name="connsiteX0" fmla="*/ 772205 w 2895473"/>
                <a:gd name="connsiteY0" fmla="*/ 464949 h 5403589"/>
                <a:gd name="connsiteX1" fmla="*/ 2895473 w 2895473"/>
                <a:gd name="connsiteY1" fmla="*/ 0 h 5403589"/>
                <a:gd name="connsiteX2" fmla="*/ 2895473 w 2895473"/>
                <a:gd name="connsiteY2" fmla="*/ 1782305 h 5403589"/>
                <a:gd name="connsiteX3" fmla="*/ 1857088 w 2895473"/>
                <a:gd name="connsiteY3" fmla="*/ 4881965 h 5403589"/>
                <a:gd name="connsiteX4" fmla="*/ 2415027 w 2895473"/>
                <a:gd name="connsiteY4" fmla="*/ 5393409 h 5403589"/>
                <a:gd name="connsiteX5" fmla="*/ 1686606 w 2895473"/>
                <a:gd name="connsiteY5" fmla="*/ 4107051 h 5403589"/>
                <a:gd name="connsiteX6" fmla="*/ 1423133 w 2895473"/>
                <a:gd name="connsiteY6" fmla="*/ 1301857 h 5403589"/>
                <a:gd name="connsiteX7" fmla="*/ 741210 w 2895473"/>
                <a:gd name="connsiteY7" fmla="*/ 1177871 h 5403589"/>
                <a:gd name="connsiteX8" fmla="*/ 229766 w 2895473"/>
                <a:gd name="connsiteY8" fmla="*/ 1286359 h 5403589"/>
                <a:gd name="connsiteX9" fmla="*/ 12788 w 2895473"/>
                <a:gd name="connsiteY9" fmla="*/ 898902 h 5403589"/>
                <a:gd name="connsiteX10" fmla="*/ 772205 w 2895473"/>
                <a:gd name="connsiteY10" fmla="*/ 464949 h 5403589"/>
                <a:gd name="connsiteX0" fmla="*/ 772205 w 3251768"/>
                <a:gd name="connsiteY0" fmla="*/ 464949 h 5575104"/>
                <a:gd name="connsiteX1" fmla="*/ 2895473 w 3251768"/>
                <a:gd name="connsiteY1" fmla="*/ 0 h 5575104"/>
                <a:gd name="connsiteX2" fmla="*/ 2895473 w 3251768"/>
                <a:gd name="connsiteY2" fmla="*/ 1782305 h 5575104"/>
                <a:gd name="connsiteX3" fmla="*/ 3220938 w 3251768"/>
                <a:gd name="connsiteY3" fmla="*/ 5455402 h 5575104"/>
                <a:gd name="connsiteX4" fmla="*/ 1857088 w 3251768"/>
                <a:gd name="connsiteY4" fmla="*/ 4881965 h 5575104"/>
                <a:gd name="connsiteX5" fmla="*/ 2415027 w 3251768"/>
                <a:gd name="connsiteY5" fmla="*/ 5393409 h 5575104"/>
                <a:gd name="connsiteX6" fmla="*/ 1686606 w 3251768"/>
                <a:gd name="connsiteY6" fmla="*/ 4107051 h 5575104"/>
                <a:gd name="connsiteX7" fmla="*/ 1423133 w 3251768"/>
                <a:gd name="connsiteY7" fmla="*/ 1301857 h 5575104"/>
                <a:gd name="connsiteX8" fmla="*/ 741210 w 3251768"/>
                <a:gd name="connsiteY8" fmla="*/ 1177871 h 5575104"/>
                <a:gd name="connsiteX9" fmla="*/ 229766 w 3251768"/>
                <a:gd name="connsiteY9" fmla="*/ 1286359 h 5575104"/>
                <a:gd name="connsiteX10" fmla="*/ 12788 w 3251768"/>
                <a:gd name="connsiteY10" fmla="*/ 898902 h 5575104"/>
                <a:gd name="connsiteX11" fmla="*/ 772205 w 3251768"/>
                <a:gd name="connsiteY11" fmla="*/ 464949 h 5575104"/>
                <a:gd name="connsiteX0" fmla="*/ 772205 w 3251768"/>
                <a:gd name="connsiteY0" fmla="*/ 464949 h 5609499"/>
                <a:gd name="connsiteX1" fmla="*/ 2895473 w 3251768"/>
                <a:gd name="connsiteY1" fmla="*/ 0 h 5609499"/>
                <a:gd name="connsiteX2" fmla="*/ 2895473 w 3251768"/>
                <a:gd name="connsiteY2" fmla="*/ 1782305 h 5609499"/>
                <a:gd name="connsiteX3" fmla="*/ 3220938 w 3251768"/>
                <a:gd name="connsiteY3" fmla="*/ 5455402 h 5609499"/>
                <a:gd name="connsiteX4" fmla="*/ 1857088 w 3251768"/>
                <a:gd name="connsiteY4" fmla="*/ 4881965 h 5609499"/>
                <a:gd name="connsiteX5" fmla="*/ 2415027 w 3251768"/>
                <a:gd name="connsiteY5" fmla="*/ 5393409 h 5609499"/>
                <a:gd name="connsiteX6" fmla="*/ 1686606 w 3251768"/>
                <a:gd name="connsiteY6" fmla="*/ 4107051 h 5609499"/>
                <a:gd name="connsiteX7" fmla="*/ 1423133 w 3251768"/>
                <a:gd name="connsiteY7" fmla="*/ 1301857 h 5609499"/>
                <a:gd name="connsiteX8" fmla="*/ 741210 w 3251768"/>
                <a:gd name="connsiteY8" fmla="*/ 1177871 h 5609499"/>
                <a:gd name="connsiteX9" fmla="*/ 229766 w 3251768"/>
                <a:gd name="connsiteY9" fmla="*/ 1286359 h 5609499"/>
                <a:gd name="connsiteX10" fmla="*/ 12788 w 3251768"/>
                <a:gd name="connsiteY10" fmla="*/ 898902 h 5609499"/>
                <a:gd name="connsiteX11" fmla="*/ 772205 w 3251768"/>
                <a:gd name="connsiteY11" fmla="*/ 464949 h 5609499"/>
                <a:gd name="connsiteX0" fmla="*/ 772205 w 3251768"/>
                <a:gd name="connsiteY0" fmla="*/ 464949 h 5609499"/>
                <a:gd name="connsiteX1" fmla="*/ 2895473 w 3251768"/>
                <a:gd name="connsiteY1" fmla="*/ 0 h 5609499"/>
                <a:gd name="connsiteX2" fmla="*/ 2895473 w 3251768"/>
                <a:gd name="connsiteY2" fmla="*/ 1782305 h 5609499"/>
                <a:gd name="connsiteX3" fmla="*/ 3220938 w 3251768"/>
                <a:gd name="connsiteY3" fmla="*/ 5455402 h 5609499"/>
                <a:gd name="connsiteX4" fmla="*/ 1857088 w 3251768"/>
                <a:gd name="connsiteY4" fmla="*/ 4881965 h 5609499"/>
                <a:gd name="connsiteX5" fmla="*/ 2415027 w 3251768"/>
                <a:gd name="connsiteY5" fmla="*/ 5393409 h 5609499"/>
                <a:gd name="connsiteX6" fmla="*/ 1686606 w 3251768"/>
                <a:gd name="connsiteY6" fmla="*/ 4107051 h 5609499"/>
                <a:gd name="connsiteX7" fmla="*/ 1423133 w 3251768"/>
                <a:gd name="connsiteY7" fmla="*/ 1301857 h 5609499"/>
                <a:gd name="connsiteX8" fmla="*/ 741210 w 3251768"/>
                <a:gd name="connsiteY8" fmla="*/ 1177871 h 5609499"/>
                <a:gd name="connsiteX9" fmla="*/ 229766 w 3251768"/>
                <a:gd name="connsiteY9" fmla="*/ 1286359 h 5609499"/>
                <a:gd name="connsiteX10" fmla="*/ 12788 w 3251768"/>
                <a:gd name="connsiteY10" fmla="*/ 898902 h 5609499"/>
                <a:gd name="connsiteX11" fmla="*/ 772205 w 3251768"/>
                <a:gd name="connsiteY11" fmla="*/ 464949 h 5609499"/>
                <a:gd name="connsiteX0" fmla="*/ 772205 w 3511430"/>
                <a:gd name="connsiteY0" fmla="*/ 464949 h 5523244"/>
                <a:gd name="connsiteX1" fmla="*/ 2895473 w 3511430"/>
                <a:gd name="connsiteY1" fmla="*/ 0 h 5523244"/>
                <a:gd name="connsiteX2" fmla="*/ 2895473 w 3511430"/>
                <a:gd name="connsiteY2" fmla="*/ 1782305 h 5523244"/>
                <a:gd name="connsiteX3" fmla="*/ 3499907 w 3511430"/>
                <a:gd name="connsiteY3" fmla="*/ 4293028 h 5523244"/>
                <a:gd name="connsiteX4" fmla="*/ 3220938 w 3511430"/>
                <a:gd name="connsiteY4" fmla="*/ 5455402 h 5523244"/>
                <a:gd name="connsiteX5" fmla="*/ 1857088 w 3511430"/>
                <a:gd name="connsiteY5" fmla="*/ 4881965 h 5523244"/>
                <a:gd name="connsiteX6" fmla="*/ 2415027 w 3511430"/>
                <a:gd name="connsiteY6" fmla="*/ 5393409 h 5523244"/>
                <a:gd name="connsiteX7" fmla="*/ 1686606 w 3511430"/>
                <a:gd name="connsiteY7" fmla="*/ 4107051 h 5523244"/>
                <a:gd name="connsiteX8" fmla="*/ 1423133 w 3511430"/>
                <a:gd name="connsiteY8" fmla="*/ 1301857 h 5523244"/>
                <a:gd name="connsiteX9" fmla="*/ 741210 w 3511430"/>
                <a:gd name="connsiteY9" fmla="*/ 1177871 h 5523244"/>
                <a:gd name="connsiteX10" fmla="*/ 229766 w 3511430"/>
                <a:gd name="connsiteY10" fmla="*/ 1286359 h 5523244"/>
                <a:gd name="connsiteX11" fmla="*/ 12788 w 3511430"/>
                <a:gd name="connsiteY11" fmla="*/ 898902 h 5523244"/>
                <a:gd name="connsiteX12" fmla="*/ 772205 w 3511430"/>
                <a:gd name="connsiteY12" fmla="*/ 464949 h 5523244"/>
                <a:gd name="connsiteX0" fmla="*/ 772205 w 3511430"/>
                <a:gd name="connsiteY0" fmla="*/ 464949 h 5523244"/>
                <a:gd name="connsiteX1" fmla="*/ 2895473 w 3511430"/>
                <a:gd name="connsiteY1" fmla="*/ 0 h 5523244"/>
                <a:gd name="connsiteX2" fmla="*/ 2260043 w 3511430"/>
                <a:gd name="connsiteY2" fmla="*/ 2417736 h 5523244"/>
                <a:gd name="connsiteX3" fmla="*/ 3499907 w 3511430"/>
                <a:gd name="connsiteY3" fmla="*/ 4293028 h 5523244"/>
                <a:gd name="connsiteX4" fmla="*/ 3220938 w 3511430"/>
                <a:gd name="connsiteY4" fmla="*/ 5455402 h 5523244"/>
                <a:gd name="connsiteX5" fmla="*/ 1857088 w 3511430"/>
                <a:gd name="connsiteY5" fmla="*/ 4881965 h 5523244"/>
                <a:gd name="connsiteX6" fmla="*/ 2415027 w 3511430"/>
                <a:gd name="connsiteY6" fmla="*/ 5393409 h 5523244"/>
                <a:gd name="connsiteX7" fmla="*/ 1686606 w 3511430"/>
                <a:gd name="connsiteY7" fmla="*/ 4107051 h 5523244"/>
                <a:gd name="connsiteX8" fmla="*/ 1423133 w 3511430"/>
                <a:gd name="connsiteY8" fmla="*/ 1301857 h 5523244"/>
                <a:gd name="connsiteX9" fmla="*/ 741210 w 3511430"/>
                <a:gd name="connsiteY9" fmla="*/ 1177871 h 5523244"/>
                <a:gd name="connsiteX10" fmla="*/ 229766 w 3511430"/>
                <a:gd name="connsiteY10" fmla="*/ 1286359 h 5523244"/>
                <a:gd name="connsiteX11" fmla="*/ 12788 w 3511430"/>
                <a:gd name="connsiteY11" fmla="*/ 898902 h 5523244"/>
                <a:gd name="connsiteX12" fmla="*/ 772205 w 3511430"/>
                <a:gd name="connsiteY12" fmla="*/ 464949 h 5523244"/>
                <a:gd name="connsiteX0" fmla="*/ 772205 w 3511430"/>
                <a:gd name="connsiteY0" fmla="*/ 1410346 h 6468641"/>
                <a:gd name="connsiteX1" fmla="*/ 2570009 w 3511430"/>
                <a:gd name="connsiteY1" fmla="*/ 0 h 6468641"/>
                <a:gd name="connsiteX2" fmla="*/ 2260043 w 3511430"/>
                <a:gd name="connsiteY2" fmla="*/ 3363133 h 6468641"/>
                <a:gd name="connsiteX3" fmla="*/ 3499907 w 3511430"/>
                <a:gd name="connsiteY3" fmla="*/ 5238425 h 6468641"/>
                <a:gd name="connsiteX4" fmla="*/ 3220938 w 3511430"/>
                <a:gd name="connsiteY4" fmla="*/ 6400799 h 6468641"/>
                <a:gd name="connsiteX5" fmla="*/ 1857088 w 3511430"/>
                <a:gd name="connsiteY5" fmla="*/ 5827362 h 6468641"/>
                <a:gd name="connsiteX6" fmla="*/ 2415027 w 3511430"/>
                <a:gd name="connsiteY6" fmla="*/ 6338806 h 6468641"/>
                <a:gd name="connsiteX7" fmla="*/ 1686606 w 3511430"/>
                <a:gd name="connsiteY7" fmla="*/ 5052448 h 6468641"/>
                <a:gd name="connsiteX8" fmla="*/ 1423133 w 3511430"/>
                <a:gd name="connsiteY8" fmla="*/ 2247254 h 6468641"/>
                <a:gd name="connsiteX9" fmla="*/ 741210 w 3511430"/>
                <a:gd name="connsiteY9" fmla="*/ 2123268 h 6468641"/>
                <a:gd name="connsiteX10" fmla="*/ 229766 w 3511430"/>
                <a:gd name="connsiteY10" fmla="*/ 2231756 h 6468641"/>
                <a:gd name="connsiteX11" fmla="*/ 12788 w 3511430"/>
                <a:gd name="connsiteY11" fmla="*/ 1844299 h 6468641"/>
                <a:gd name="connsiteX12" fmla="*/ 772205 w 3511430"/>
                <a:gd name="connsiteY12" fmla="*/ 1410346 h 6468641"/>
                <a:gd name="connsiteX0" fmla="*/ 772205 w 3511430"/>
                <a:gd name="connsiteY0" fmla="*/ 1552133 h 6610428"/>
                <a:gd name="connsiteX1" fmla="*/ 2570009 w 3511430"/>
                <a:gd name="connsiteY1" fmla="*/ 141787 h 6610428"/>
                <a:gd name="connsiteX2" fmla="*/ 2260043 w 3511430"/>
                <a:gd name="connsiteY2" fmla="*/ 3504920 h 6610428"/>
                <a:gd name="connsiteX3" fmla="*/ 3499907 w 3511430"/>
                <a:gd name="connsiteY3" fmla="*/ 5380212 h 6610428"/>
                <a:gd name="connsiteX4" fmla="*/ 3220938 w 3511430"/>
                <a:gd name="connsiteY4" fmla="*/ 6542586 h 6610428"/>
                <a:gd name="connsiteX5" fmla="*/ 1857088 w 3511430"/>
                <a:gd name="connsiteY5" fmla="*/ 5969149 h 6610428"/>
                <a:gd name="connsiteX6" fmla="*/ 2415027 w 3511430"/>
                <a:gd name="connsiteY6" fmla="*/ 6480593 h 6610428"/>
                <a:gd name="connsiteX7" fmla="*/ 1686606 w 3511430"/>
                <a:gd name="connsiteY7" fmla="*/ 5194235 h 6610428"/>
                <a:gd name="connsiteX8" fmla="*/ 1423133 w 3511430"/>
                <a:gd name="connsiteY8" fmla="*/ 2389041 h 6610428"/>
                <a:gd name="connsiteX9" fmla="*/ 741210 w 3511430"/>
                <a:gd name="connsiteY9" fmla="*/ 2265055 h 6610428"/>
                <a:gd name="connsiteX10" fmla="*/ 229766 w 3511430"/>
                <a:gd name="connsiteY10" fmla="*/ 2373543 h 6610428"/>
                <a:gd name="connsiteX11" fmla="*/ 12788 w 3511430"/>
                <a:gd name="connsiteY11" fmla="*/ 1986086 h 6610428"/>
                <a:gd name="connsiteX12" fmla="*/ 772205 w 3511430"/>
                <a:gd name="connsiteY12" fmla="*/ 1552133 h 6610428"/>
                <a:gd name="connsiteX0" fmla="*/ 772205 w 3511430"/>
                <a:gd name="connsiteY0" fmla="*/ 1583611 h 6641906"/>
                <a:gd name="connsiteX1" fmla="*/ 2570009 w 3511430"/>
                <a:gd name="connsiteY1" fmla="*/ 173265 h 6641906"/>
                <a:gd name="connsiteX2" fmla="*/ 2260043 w 3511430"/>
                <a:gd name="connsiteY2" fmla="*/ 3536398 h 6641906"/>
                <a:gd name="connsiteX3" fmla="*/ 3499907 w 3511430"/>
                <a:gd name="connsiteY3" fmla="*/ 5411690 h 6641906"/>
                <a:gd name="connsiteX4" fmla="*/ 3220938 w 3511430"/>
                <a:gd name="connsiteY4" fmla="*/ 6574064 h 6641906"/>
                <a:gd name="connsiteX5" fmla="*/ 1857088 w 3511430"/>
                <a:gd name="connsiteY5" fmla="*/ 6000627 h 6641906"/>
                <a:gd name="connsiteX6" fmla="*/ 2415027 w 3511430"/>
                <a:gd name="connsiteY6" fmla="*/ 6512071 h 6641906"/>
                <a:gd name="connsiteX7" fmla="*/ 1686606 w 3511430"/>
                <a:gd name="connsiteY7" fmla="*/ 5225713 h 6641906"/>
                <a:gd name="connsiteX8" fmla="*/ 1423133 w 3511430"/>
                <a:gd name="connsiteY8" fmla="*/ 2420519 h 6641906"/>
                <a:gd name="connsiteX9" fmla="*/ 741210 w 3511430"/>
                <a:gd name="connsiteY9" fmla="*/ 2296533 h 6641906"/>
                <a:gd name="connsiteX10" fmla="*/ 229766 w 3511430"/>
                <a:gd name="connsiteY10" fmla="*/ 2405021 h 6641906"/>
                <a:gd name="connsiteX11" fmla="*/ 12788 w 3511430"/>
                <a:gd name="connsiteY11" fmla="*/ 2017564 h 6641906"/>
                <a:gd name="connsiteX12" fmla="*/ 772205 w 3511430"/>
                <a:gd name="connsiteY12" fmla="*/ 1583611 h 6641906"/>
                <a:gd name="connsiteX0" fmla="*/ 772205 w 3511430"/>
                <a:gd name="connsiteY0" fmla="*/ 1583611 h 6641906"/>
                <a:gd name="connsiteX1" fmla="*/ 2570009 w 3511430"/>
                <a:gd name="connsiteY1" fmla="*/ 173265 h 6641906"/>
                <a:gd name="connsiteX2" fmla="*/ 2260043 w 3511430"/>
                <a:gd name="connsiteY2" fmla="*/ 3536398 h 6641906"/>
                <a:gd name="connsiteX3" fmla="*/ 3499907 w 3511430"/>
                <a:gd name="connsiteY3" fmla="*/ 5411690 h 6641906"/>
                <a:gd name="connsiteX4" fmla="*/ 3220938 w 3511430"/>
                <a:gd name="connsiteY4" fmla="*/ 6574064 h 6641906"/>
                <a:gd name="connsiteX5" fmla="*/ 1857088 w 3511430"/>
                <a:gd name="connsiteY5" fmla="*/ 6000627 h 6641906"/>
                <a:gd name="connsiteX6" fmla="*/ 2415027 w 3511430"/>
                <a:gd name="connsiteY6" fmla="*/ 6512071 h 6641906"/>
                <a:gd name="connsiteX7" fmla="*/ 1686606 w 3511430"/>
                <a:gd name="connsiteY7" fmla="*/ 5225713 h 6641906"/>
                <a:gd name="connsiteX8" fmla="*/ 1423133 w 3511430"/>
                <a:gd name="connsiteY8" fmla="*/ 2420519 h 6641906"/>
                <a:gd name="connsiteX9" fmla="*/ 741210 w 3511430"/>
                <a:gd name="connsiteY9" fmla="*/ 2296533 h 6641906"/>
                <a:gd name="connsiteX10" fmla="*/ 229766 w 3511430"/>
                <a:gd name="connsiteY10" fmla="*/ 2405021 h 6641906"/>
                <a:gd name="connsiteX11" fmla="*/ 12788 w 3511430"/>
                <a:gd name="connsiteY11" fmla="*/ 2017564 h 6641906"/>
                <a:gd name="connsiteX12" fmla="*/ 772205 w 3511430"/>
                <a:gd name="connsiteY12" fmla="*/ 1583611 h 6641906"/>
                <a:gd name="connsiteX0" fmla="*/ 772205 w 3511430"/>
                <a:gd name="connsiteY0" fmla="*/ 1583611 h 6641906"/>
                <a:gd name="connsiteX1" fmla="*/ 2570009 w 3511430"/>
                <a:gd name="connsiteY1" fmla="*/ 173265 h 6641906"/>
                <a:gd name="connsiteX2" fmla="*/ 2260043 w 3511430"/>
                <a:gd name="connsiteY2" fmla="*/ 3536398 h 6641906"/>
                <a:gd name="connsiteX3" fmla="*/ 3499907 w 3511430"/>
                <a:gd name="connsiteY3" fmla="*/ 5411690 h 6641906"/>
                <a:gd name="connsiteX4" fmla="*/ 3220938 w 3511430"/>
                <a:gd name="connsiteY4" fmla="*/ 6574064 h 6641906"/>
                <a:gd name="connsiteX5" fmla="*/ 1857088 w 3511430"/>
                <a:gd name="connsiteY5" fmla="*/ 6000627 h 6641906"/>
                <a:gd name="connsiteX6" fmla="*/ 2415027 w 3511430"/>
                <a:gd name="connsiteY6" fmla="*/ 6512071 h 6641906"/>
                <a:gd name="connsiteX7" fmla="*/ 1686606 w 3511430"/>
                <a:gd name="connsiteY7" fmla="*/ 5225713 h 6641906"/>
                <a:gd name="connsiteX8" fmla="*/ 1423133 w 3511430"/>
                <a:gd name="connsiteY8" fmla="*/ 2420519 h 6641906"/>
                <a:gd name="connsiteX9" fmla="*/ 741210 w 3511430"/>
                <a:gd name="connsiteY9" fmla="*/ 2296533 h 6641906"/>
                <a:gd name="connsiteX10" fmla="*/ 229766 w 3511430"/>
                <a:gd name="connsiteY10" fmla="*/ 2405021 h 6641906"/>
                <a:gd name="connsiteX11" fmla="*/ 12788 w 3511430"/>
                <a:gd name="connsiteY11" fmla="*/ 2017564 h 6641906"/>
                <a:gd name="connsiteX12" fmla="*/ 772205 w 3511430"/>
                <a:gd name="connsiteY12" fmla="*/ 1583611 h 6641906"/>
                <a:gd name="connsiteX0" fmla="*/ 863956 w 3603181"/>
                <a:gd name="connsiteY0" fmla="*/ 1583611 h 6641906"/>
                <a:gd name="connsiteX1" fmla="*/ 2661760 w 3603181"/>
                <a:gd name="connsiteY1" fmla="*/ 173265 h 6641906"/>
                <a:gd name="connsiteX2" fmla="*/ 2351794 w 3603181"/>
                <a:gd name="connsiteY2" fmla="*/ 3536398 h 6641906"/>
                <a:gd name="connsiteX3" fmla="*/ 3591658 w 3603181"/>
                <a:gd name="connsiteY3" fmla="*/ 5411690 h 6641906"/>
                <a:gd name="connsiteX4" fmla="*/ 3312689 w 3603181"/>
                <a:gd name="connsiteY4" fmla="*/ 6574064 h 6641906"/>
                <a:gd name="connsiteX5" fmla="*/ 1948839 w 3603181"/>
                <a:gd name="connsiteY5" fmla="*/ 6000627 h 6641906"/>
                <a:gd name="connsiteX6" fmla="*/ 2506778 w 3603181"/>
                <a:gd name="connsiteY6" fmla="*/ 6512071 h 6641906"/>
                <a:gd name="connsiteX7" fmla="*/ 1778357 w 3603181"/>
                <a:gd name="connsiteY7" fmla="*/ 5225713 h 6641906"/>
                <a:gd name="connsiteX8" fmla="*/ 1514884 w 3603181"/>
                <a:gd name="connsiteY8" fmla="*/ 2420519 h 6641906"/>
                <a:gd name="connsiteX9" fmla="*/ 832961 w 3603181"/>
                <a:gd name="connsiteY9" fmla="*/ 2296533 h 6641906"/>
                <a:gd name="connsiteX10" fmla="*/ 321517 w 3603181"/>
                <a:gd name="connsiteY10" fmla="*/ 2405021 h 6641906"/>
                <a:gd name="connsiteX11" fmla="*/ 104539 w 3603181"/>
                <a:gd name="connsiteY11" fmla="*/ 2017564 h 6641906"/>
                <a:gd name="connsiteX12" fmla="*/ 863956 w 3603181"/>
                <a:gd name="connsiteY12" fmla="*/ 1583611 h 6641906"/>
                <a:gd name="connsiteX0" fmla="*/ 863956 w 3603181"/>
                <a:gd name="connsiteY0" fmla="*/ 1583611 h 6641906"/>
                <a:gd name="connsiteX1" fmla="*/ 2661760 w 3603181"/>
                <a:gd name="connsiteY1" fmla="*/ 173265 h 6641906"/>
                <a:gd name="connsiteX2" fmla="*/ 2351794 w 3603181"/>
                <a:gd name="connsiteY2" fmla="*/ 3536398 h 6641906"/>
                <a:gd name="connsiteX3" fmla="*/ 3591658 w 3603181"/>
                <a:gd name="connsiteY3" fmla="*/ 5411690 h 6641906"/>
                <a:gd name="connsiteX4" fmla="*/ 3312689 w 3603181"/>
                <a:gd name="connsiteY4" fmla="*/ 6574064 h 6641906"/>
                <a:gd name="connsiteX5" fmla="*/ 1948839 w 3603181"/>
                <a:gd name="connsiteY5" fmla="*/ 6000627 h 6641906"/>
                <a:gd name="connsiteX6" fmla="*/ 2506778 w 3603181"/>
                <a:gd name="connsiteY6" fmla="*/ 6512071 h 6641906"/>
                <a:gd name="connsiteX7" fmla="*/ 1778357 w 3603181"/>
                <a:gd name="connsiteY7" fmla="*/ 5225713 h 6641906"/>
                <a:gd name="connsiteX8" fmla="*/ 1514884 w 3603181"/>
                <a:gd name="connsiteY8" fmla="*/ 2420519 h 6641906"/>
                <a:gd name="connsiteX9" fmla="*/ 832961 w 3603181"/>
                <a:gd name="connsiteY9" fmla="*/ 2296533 h 6641906"/>
                <a:gd name="connsiteX10" fmla="*/ 321517 w 3603181"/>
                <a:gd name="connsiteY10" fmla="*/ 2405021 h 6641906"/>
                <a:gd name="connsiteX11" fmla="*/ 104539 w 3603181"/>
                <a:gd name="connsiteY11" fmla="*/ 2017564 h 6641906"/>
                <a:gd name="connsiteX12" fmla="*/ 863956 w 3603181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39405 w 3564229"/>
                <a:gd name="connsiteY7" fmla="*/ 5225713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39405 w 3564229"/>
                <a:gd name="connsiteY7" fmla="*/ 5225713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39405 w 3564229"/>
                <a:gd name="connsiteY7" fmla="*/ 5225713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39405 w 3564229"/>
                <a:gd name="connsiteY7" fmla="*/ 5225713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39405 w 3564229"/>
                <a:gd name="connsiteY7" fmla="*/ 5225713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163720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820644"/>
                <a:gd name="connsiteX1" fmla="*/ 2622808 w 3564229"/>
                <a:gd name="connsiteY1" fmla="*/ 173265 h 6820644"/>
                <a:gd name="connsiteX2" fmla="*/ 2312842 w 3564229"/>
                <a:gd name="connsiteY2" fmla="*/ 3536398 h 6820644"/>
                <a:gd name="connsiteX3" fmla="*/ 3552706 w 3564229"/>
                <a:gd name="connsiteY3" fmla="*/ 5411690 h 6820644"/>
                <a:gd name="connsiteX4" fmla="*/ 3273737 w 3564229"/>
                <a:gd name="connsiteY4" fmla="*/ 6574064 h 6820644"/>
                <a:gd name="connsiteX5" fmla="*/ 1909887 w 3564229"/>
                <a:gd name="connsiteY5" fmla="*/ 6000627 h 6820644"/>
                <a:gd name="connsiteX6" fmla="*/ 2467826 w 3564229"/>
                <a:gd name="connsiteY6" fmla="*/ 6512071 h 6820644"/>
                <a:gd name="connsiteX7" fmla="*/ 1785900 w 3564229"/>
                <a:gd name="connsiteY7" fmla="*/ 5210214 h 6820644"/>
                <a:gd name="connsiteX8" fmla="*/ 1475932 w 3564229"/>
                <a:gd name="connsiteY8" fmla="*/ 2420519 h 6820644"/>
                <a:gd name="connsiteX9" fmla="*/ 794009 w 3564229"/>
                <a:gd name="connsiteY9" fmla="*/ 2296533 h 6820644"/>
                <a:gd name="connsiteX10" fmla="*/ 282565 w 3564229"/>
                <a:gd name="connsiteY10" fmla="*/ 2405021 h 6820644"/>
                <a:gd name="connsiteX11" fmla="*/ 65587 w 3564229"/>
                <a:gd name="connsiteY11" fmla="*/ 2017564 h 6820644"/>
                <a:gd name="connsiteX12" fmla="*/ 825004 w 3564229"/>
                <a:gd name="connsiteY12" fmla="*/ 1583611 h 6820644"/>
                <a:gd name="connsiteX0" fmla="*/ 825004 w 3574867"/>
                <a:gd name="connsiteY0" fmla="*/ 1583611 h 6658797"/>
                <a:gd name="connsiteX1" fmla="*/ 2622808 w 3574867"/>
                <a:gd name="connsiteY1" fmla="*/ 173265 h 6658797"/>
                <a:gd name="connsiteX2" fmla="*/ 2312842 w 3574867"/>
                <a:gd name="connsiteY2" fmla="*/ 3536398 h 6658797"/>
                <a:gd name="connsiteX3" fmla="*/ 3552706 w 3574867"/>
                <a:gd name="connsiteY3" fmla="*/ 5411690 h 6658797"/>
                <a:gd name="connsiteX4" fmla="*/ 3273737 w 3574867"/>
                <a:gd name="connsiteY4" fmla="*/ 6574064 h 6658797"/>
                <a:gd name="connsiteX5" fmla="*/ 1165968 w 3574867"/>
                <a:gd name="connsiteY5" fmla="*/ 6543068 h 6658797"/>
                <a:gd name="connsiteX6" fmla="*/ 1909887 w 3574867"/>
                <a:gd name="connsiteY6" fmla="*/ 6000627 h 6658797"/>
                <a:gd name="connsiteX7" fmla="*/ 2467826 w 3574867"/>
                <a:gd name="connsiteY7" fmla="*/ 6512071 h 6658797"/>
                <a:gd name="connsiteX8" fmla="*/ 1785900 w 3574867"/>
                <a:gd name="connsiteY8" fmla="*/ 5210214 h 6658797"/>
                <a:gd name="connsiteX9" fmla="*/ 1475932 w 3574867"/>
                <a:gd name="connsiteY9" fmla="*/ 2420519 h 6658797"/>
                <a:gd name="connsiteX10" fmla="*/ 794009 w 3574867"/>
                <a:gd name="connsiteY10" fmla="*/ 2296533 h 6658797"/>
                <a:gd name="connsiteX11" fmla="*/ 282565 w 3574867"/>
                <a:gd name="connsiteY11" fmla="*/ 2405021 h 6658797"/>
                <a:gd name="connsiteX12" fmla="*/ 65587 w 3574867"/>
                <a:gd name="connsiteY12" fmla="*/ 2017564 h 6658797"/>
                <a:gd name="connsiteX13" fmla="*/ 825004 w 3574867"/>
                <a:gd name="connsiteY13" fmla="*/ 1583611 h 6658797"/>
                <a:gd name="connsiteX0" fmla="*/ 825004 w 3574867"/>
                <a:gd name="connsiteY0" fmla="*/ 1583611 h 6658797"/>
                <a:gd name="connsiteX1" fmla="*/ 2622808 w 3574867"/>
                <a:gd name="connsiteY1" fmla="*/ 173265 h 6658797"/>
                <a:gd name="connsiteX2" fmla="*/ 2312842 w 3574867"/>
                <a:gd name="connsiteY2" fmla="*/ 3536398 h 6658797"/>
                <a:gd name="connsiteX3" fmla="*/ 3552706 w 3574867"/>
                <a:gd name="connsiteY3" fmla="*/ 5411690 h 6658797"/>
                <a:gd name="connsiteX4" fmla="*/ 3273737 w 3574867"/>
                <a:gd name="connsiteY4" fmla="*/ 6574064 h 6658797"/>
                <a:gd name="connsiteX5" fmla="*/ 1165968 w 3574867"/>
                <a:gd name="connsiteY5" fmla="*/ 6543068 h 6658797"/>
                <a:gd name="connsiteX6" fmla="*/ 1909887 w 3574867"/>
                <a:gd name="connsiteY6" fmla="*/ 6000627 h 6658797"/>
                <a:gd name="connsiteX7" fmla="*/ 2467826 w 3574867"/>
                <a:gd name="connsiteY7" fmla="*/ 6512071 h 6658797"/>
                <a:gd name="connsiteX8" fmla="*/ 1785900 w 3574867"/>
                <a:gd name="connsiteY8" fmla="*/ 5210214 h 6658797"/>
                <a:gd name="connsiteX9" fmla="*/ 1475932 w 3574867"/>
                <a:gd name="connsiteY9" fmla="*/ 2420519 h 6658797"/>
                <a:gd name="connsiteX10" fmla="*/ 794009 w 3574867"/>
                <a:gd name="connsiteY10" fmla="*/ 2296533 h 6658797"/>
                <a:gd name="connsiteX11" fmla="*/ 282565 w 3574867"/>
                <a:gd name="connsiteY11" fmla="*/ 2405021 h 6658797"/>
                <a:gd name="connsiteX12" fmla="*/ 65587 w 3574867"/>
                <a:gd name="connsiteY12" fmla="*/ 2017564 h 6658797"/>
                <a:gd name="connsiteX13" fmla="*/ 825004 w 3574867"/>
                <a:gd name="connsiteY13" fmla="*/ 1583611 h 6658797"/>
                <a:gd name="connsiteX0" fmla="*/ 825004 w 3574867"/>
                <a:gd name="connsiteY0" fmla="*/ 1583611 h 6664293"/>
                <a:gd name="connsiteX1" fmla="*/ 2622808 w 3574867"/>
                <a:gd name="connsiteY1" fmla="*/ 173265 h 6664293"/>
                <a:gd name="connsiteX2" fmla="*/ 2312842 w 3574867"/>
                <a:gd name="connsiteY2" fmla="*/ 3536398 h 6664293"/>
                <a:gd name="connsiteX3" fmla="*/ 3552706 w 3574867"/>
                <a:gd name="connsiteY3" fmla="*/ 5411690 h 6664293"/>
                <a:gd name="connsiteX4" fmla="*/ 3273737 w 3574867"/>
                <a:gd name="connsiteY4" fmla="*/ 6574064 h 6664293"/>
                <a:gd name="connsiteX5" fmla="*/ 1212463 w 3574867"/>
                <a:gd name="connsiteY5" fmla="*/ 6558566 h 6664293"/>
                <a:gd name="connsiteX6" fmla="*/ 1909887 w 3574867"/>
                <a:gd name="connsiteY6" fmla="*/ 6000627 h 6664293"/>
                <a:gd name="connsiteX7" fmla="*/ 2467826 w 3574867"/>
                <a:gd name="connsiteY7" fmla="*/ 6512071 h 6664293"/>
                <a:gd name="connsiteX8" fmla="*/ 1785900 w 3574867"/>
                <a:gd name="connsiteY8" fmla="*/ 5210214 h 6664293"/>
                <a:gd name="connsiteX9" fmla="*/ 1475932 w 3574867"/>
                <a:gd name="connsiteY9" fmla="*/ 2420519 h 6664293"/>
                <a:gd name="connsiteX10" fmla="*/ 794009 w 3574867"/>
                <a:gd name="connsiteY10" fmla="*/ 2296533 h 6664293"/>
                <a:gd name="connsiteX11" fmla="*/ 282565 w 3574867"/>
                <a:gd name="connsiteY11" fmla="*/ 2405021 h 6664293"/>
                <a:gd name="connsiteX12" fmla="*/ 65587 w 3574867"/>
                <a:gd name="connsiteY12" fmla="*/ 2017564 h 6664293"/>
                <a:gd name="connsiteX13" fmla="*/ 825004 w 3574867"/>
                <a:gd name="connsiteY13" fmla="*/ 1583611 h 6664293"/>
                <a:gd name="connsiteX0" fmla="*/ 825004 w 3574867"/>
                <a:gd name="connsiteY0" fmla="*/ 1583611 h 6664293"/>
                <a:gd name="connsiteX1" fmla="*/ 2622808 w 3574867"/>
                <a:gd name="connsiteY1" fmla="*/ 173265 h 6664293"/>
                <a:gd name="connsiteX2" fmla="*/ 2312842 w 3574867"/>
                <a:gd name="connsiteY2" fmla="*/ 3536398 h 6664293"/>
                <a:gd name="connsiteX3" fmla="*/ 3552706 w 3574867"/>
                <a:gd name="connsiteY3" fmla="*/ 5411690 h 6664293"/>
                <a:gd name="connsiteX4" fmla="*/ 3273737 w 3574867"/>
                <a:gd name="connsiteY4" fmla="*/ 6574064 h 6664293"/>
                <a:gd name="connsiteX5" fmla="*/ 1212463 w 3574867"/>
                <a:gd name="connsiteY5" fmla="*/ 6558566 h 6664293"/>
                <a:gd name="connsiteX6" fmla="*/ 1909887 w 3574867"/>
                <a:gd name="connsiteY6" fmla="*/ 6000627 h 6664293"/>
                <a:gd name="connsiteX7" fmla="*/ 2467826 w 3574867"/>
                <a:gd name="connsiteY7" fmla="*/ 6512071 h 6664293"/>
                <a:gd name="connsiteX8" fmla="*/ 1785900 w 3574867"/>
                <a:gd name="connsiteY8" fmla="*/ 5210214 h 6664293"/>
                <a:gd name="connsiteX9" fmla="*/ 1475932 w 3574867"/>
                <a:gd name="connsiteY9" fmla="*/ 2420519 h 6664293"/>
                <a:gd name="connsiteX10" fmla="*/ 794009 w 3574867"/>
                <a:gd name="connsiteY10" fmla="*/ 2296533 h 6664293"/>
                <a:gd name="connsiteX11" fmla="*/ 282565 w 3574867"/>
                <a:gd name="connsiteY11" fmla="*/ 2405021 h 6664293"/>
                <a:gd name="connsiteX12" fmla="*/ 65587 w 3574867"/>
                <a:gd name="connsiteY12" fmla="*/ 2017564 h 6664293"/>
                <a:gd name="connsiteX13" fmla="*/ 825004 w 3574867"/>
                <a:gd name="connsiteY13" fmla="*/ 1583611 h 6664293"/>
                <a:gd name="connsiteX0" fmla="*/ 825004 w 3574867"/>
                <a:gd name="connsiteY0" fmla="*/ 1583611 h 6664293"/>
                <a:gd name="connsiteX1" fmla="*/ 2622808 w 3574867"/>
                <a:gd name="connsiteY1" fmla="*/ 173265 h 6664293"/>
                <a:gd name="connsiteX2" fmla="*/ 2312842 w 3574867"/>
                <a:gd name="connsiteY2" fmla="*/ 3536398 h 6664293"/>
                <a:gd name="connsiteX3" fmla="*/ 3552706 w 3574867"/>
                <a:gd name="connsiteY3" fmla="*/ 5411690 h 6664293"/>
                <a:gd name="connsiteX4" fmla="*/ 3273737 w 3574867"/>
                <a:gd name="connsiteY4" fmla="*/ 6574064 h 6664293"/>
                <a:gd name="connsiteX5" fmla="*/ 1212463 w 3574867"/>
                <a:gd name="connsiteY5" fmla="*/ 6558566 h 6664293"/>
                <a:gd name="connsiteX6" fmla="*/ 1909887 w 3574867"/>
                <a:gd name="connsiteY6" fmla="*/ 6000627 h 6664293"/>
                <a:gd name="connsiteX7" fmla="*/ 2467826 w 3574867"/>
                <a:gd name="connsiteY7" fmla="*/ 6512071 h 6664293"/>
                <a:gd name="connsiteX8" fmla="*/ 1785900 w 3574867"/>
                <a:gd name="connsiteY8" fmla="*/ 5210214 h 6664293"/>
                <a:gd name="connsiteX9" fmla="*/ 1475932 w 3574867"/>
                <a:gd name="connsiteY9" fmla="*/ 2420519 h 6664293"/>
                <a:gd name="connsiteX10" fmla="*/ 794009 w 3574867"/>
                <a:gd name="connsiteY10" fmla="*/ 2296533 h 6664293"/>
                <a:gd name="connsiteX11" fmla="*/ 282565 w 3574867"/>
                <a:gd name="connsiteY11" fmla="*/ 2405021 h 6664293"/>
                <a:gd name="connsiteX12" fmla="*/ 65587 w 3574867"/>
                <a:gd name="connsiteY12" fmla="*/ 2017564 h 6664293"/>
                <a:gd name="connsiteX13" fmla="*/ 825004 w 3574867"/>
                <a:gd name="connsiteY13" fmla="*/ 1583611 h 6664293"/>
                <a:gd name="connsiteX0" fmla="*/ 825004 w 3574867"/>
                <a:gd name="connsiteY0" fmla="*/ 1583611 h 6967151"/>
                <a:gd name="connsiteX1" fmla="*/ 2622808 w 3574867"/>
                <a:gd name="connsiteY1" fmla="*/ 173265 h 6967151"/>
                <a:gd name="connsiteX2" fmla="*/ 2312842 w 3574867"/>
                <a:gd name="connsiteY2" fmla="*/ 3536398 h 6967151"/>
                <a:gd name="connsiteX3" fmla="*/ 3552706 w 3574867"/>
                <a:gd name="connsiteY3" fmla="*/ 5411690 h 6967151"/>
                <a:gd name="connsiteX4" fmla="*/ 3273737 w 3574867"/>
                <a:gd name="connsiteY4" fmla="*/ 6574064 h 6967151"/>
                <a:gd name="connsiteX5" fmla="*/ 1212463 w 3574867"/>
                <a:gd name="connsiteY5" fmla="*/ 6558566 h 6967151"/>
                <a:gd name="connsiteX6" fmla="*/ 1909887 w 3574867"/>
                <a:gd name="connsiteY6" fmla="*/ 6000627 h 6967151"/>
                <a:gd name="connsiteX7" fmla="*/ 2467826 w 3574867"/>
                <a:gd name="connsiteY7" fmla="*/ 6512071 h 6967151"/>
                <a:gd name="connsiteX8" fmla="*/ 1785900 w 3574867"/>
                <a:gd name="connsiteY8" fmla="*/ 5210214 h 6967151"/>
                <a:gd name="connsiteX9" fmla="*/ 1475932 w 3574867"/>
                <a:gd name="connsiteY9" fmla="*/ 2420519 h 6967151"/>
                <a:gd name="connsiteX10" fmla="*/ 794009 w 3574867"/>
                <a:gd name="connsiteY10" fmla="*/ 2296533 h 6967151"/>
                <a:gd name="connsiteX11" fmla="*/ 282565 w 3574867"/>
                <a:gd name="connsiteY11" fmla="*/ 2405021 h 6967151"/>
                <a:gd name="connsiteX12" fmla="*/ 65587 w 3574867"/>
                <a:gd name="connsiteY12" fmla="*/ 2017564 h 6967151"/>
                <a:gd name="connsiteX13" fmla="*/ 825004 w 3574867"/>
                <a:gd name="connsiteY13" fmla="*/ 1583611 h 6967151"/>
                <a:gd name="connsiteX0" fmla="*/ 825004 w 3561860"/>
                <a:gd name="connsiteY0" fmla="*/ 1583611 h 6967151"/>
                <a:gd name="connsiteX1" fmla="*/ 2622808 w 3561860"/>
                <a:gd name="connsiteY1" fmla="*/ 173265 h 6967151"/>
                <a:gd name="connsiteX2" fmla="*/ 2312842 w 3561860"/>
                <a:gd name="connsiteY2" fmla="*/ 3536398 h 6967151"/>
                <a:gd name="connsiteX3" fmla="*/ 3552706 w 3561860"/>
                <a:gd name="connsiteY3" fmla="*/ 5411690 h 6967151"/>
                <a:gd name="connsiteX4" fmla="*/ 3273737 w 3561860"/>
                <a:gd name="connsiteY4" fmla="*/ 6574064 h 6967151"/>
                <a:gd name="connsiteX5" fmla="*/ 1212463 w 3561860"/>
                <a:gd name="connsiteY5" fmla="*/ 6558566 h 6967151"/>
                <a:gd name="connsiteX6" fmla="*/ 1909887 w 3561860"/>
                <a:gd name="connsiteY6" fmla="*/ 6000627 h 6967151"/>
                <a:gd name="connsiteX7" fmla="*/ 2467826 w 3561860"/>
                <a:gd name="connsiteY7" fmla="*/ 6512071 h 6967151"/>
                <a:gd name="connsiteX8" fmla="*/ 1785900 w 3561860"/>
                <a:gd name="connsiteY8" fmla="*/ 5210214 h 6967151"/>
                <a:gd name="connsiteX9" fmla="*/ 1475932 w 3561860"/>
                <a:gd name="connsiteY9" fmla="*/ 2420519 h 6967151"/>
                <a:gd name="connsiteX10" fmla="*/ 794009 w 3561860"/>
                <a:gd name="connsiteY10" fmla="*/ 2296533 h 6967151"/>
                <a:gd name="connsiteX11" fmla="*/ 282565 w 3561860"/>
                <a:gd name="connsiteY11" fmla="*/ 2405021 h 6967151"/>
                <a:gd name="connsiteX12" fmla="*/ 65587 w 3561860"/>
                <a:gd name="connsiteY12" fmla="*/ 2017564 h 6967151"/>
                <a:gd name="connsiteX13" fmla="*/ 825004 w 3561860"/>
                <a:gd name="connsiteY13" fmla="*/ 1583611 h 6967151"/>
                <a:gd name="connsiteX0" fmla="*/ 825004 w 3561860"/>
                <a:gd name="connsiteY0" fmla="*/ 1583611 h 6967151"/>
                <a:gd name="connsiteX1" fmla="*/ 2622808 w 3561860"/>
                <a:gd name="connsiteY1" fmla="*/ 173265 h 6967151"/>
                <a:gd name="connsiteX2" fmla="*/ 2312842 w 3561860"/>
                <a:gd name="connsiteY2" fmla="*/ 3536398 h 6967151"/>
                <a:gd name="connsiteX3" fmla="*/ 3552706 w 3561860"/>
                <a:gd name="connsiteY3" fmla="*/ 5411690 h 6967151"/>
                <a:gd name="connsiteX4" fmla="*/ 3273737 w 3561860"/>
                <a:gd name="connsiteY4" fmla="*/ 6574064 h 6967151"/>
                <a:gd name="connsiteX5" fmla="*/ 1212463 w 3561860"/>
                <a:gd name="connsiteY5" fmla="*/ 6558566 h 6967151"/>
                <a:gd name="connsiteX6" fmla="*/ 1909887 w 3561860"/>
                <a:gd name="connsiteY6" fmla="*/ 6000627 h 6967151"/>
                <a:gd name="connsiteX7" fmla="*/ 2467826 w 3561860"/>
                <a:gd name="connsiteY7" fmla="*/ 6512071 h 6967151"/>
                <a:gd name="connsiteX8" fmla="*/ 1785900 w 3561860"/>
                <a:gd name="connsiteY8" fmla="*/ 5210214 h 6967151"/>
                <a:gd name="connsiteX9" fmla="*/ 1475932 w 3561860"/>
                <a:gd name="connsiteY9" fmla="*/ 2420519 h 6967151"/>
                <a:gd name="connsiteX10" fmla="*/ 794009 w 3561860"/>
                <a:gd name="connsiteY10" fmla="*/ 2296533 h 6967151"/>
                <a:gd name="connsiteX11" fmla="*/ 282565 w 3561860"/>
                <a:gd name="connsiteY11" fmla="*/ 2405021 h 6967151"/>
                <a:gd name="connsiteX12" fmla="*/ 65587 w 3561860"/>
                <a:gd name="connsiteY12" fmla="*/ 2017564 h 6967151"/>
                <a:gd name="connsiteX13" fmla="*/ 825004 w 3561860"/>
                <a:gd name="connsiteY13" fmla="*/ 1583611 h 6967151"/>
                <a:gd name="connsiteX0" fmla="*/ 825004 w 3561860"/>
                <a:gd name="connsiteY0" fmla="*/ 1583611 h 6967151"/>
                <a:gd name="connsiteX1" fmla="*/ 2622808 w 3561860"/>
                <a:gd name="connsiteY1" fmla="*/ 173265 h 6967151"/>
                <a:gd name="connsiteX2" fmla="*/ 2312842 w 3561860"/>
                <a:gd name="connsiteY2" fmla="*/ 3536398 h 6967151"/>
                <a:gd name="connsiteX3" fmla="*/ 3552706 w 3561860"/>
                <a:gd name="connsiteY3" fmla="*/ 5411690 h 6967151"/>
                <a:gd name="connsiteX4" fmla="*/ 3273737 w 3561860"/>
                <a:gd name="connsiteY4" fmla="*/ 6574064 h 6967151"/>
                <a:gd name="connsiteX5" fmla="*/ 1212463 w 3561860"/>
                <a:gd name="connsiteY5" fmla="*/ 6558566 h 6967151"/>
                <a:gd name="connsiteX6" fmla="*/ 1909887 w 3561860"/>
                <a:gd name="connsiteY6" fmla="*/ 6000627 h 6967151"/>
                <a:gd name="connsiteX7" fmla="*/ 2467826 w 3561860"/>
                <a:gd name="connsiteY7" fmla="*/ 6512071 h 6967151"/>
                <a:gd name="connsiteX8" fmla="*/ 1785900 w 3561860"/>
                <a:gd name="connsiteY8" fmla="*/ 5210214 h 6967151"/>
                <a:gd name="connsiteX9" fmla="*/ 1475932 w 3561860"/>
                <a:gd name="connsiteY9" fmla="*/ 2420519 h 6967151"/>
                <a:gd name="connsiteX10" fmla="*/ 794009 w 3561860"/>
                <a:gd name="connsiteY10" fmla="*/ 2296533 h 6967151"/>
                <a:gd name="connsiteX11" fmla="*/ 282565 w 3561860"/>
                <a:gd name="connsiteY11" fmla="*/ 2405021 h 6967151"/>
                <a:gd name="connsiteX12" fmla="*/ 65587 w 3561860"/>
                <a:gd name="connsiteY12" fmla="*/ 2017564 h 6967151"/>
                <a:gd name="connsiteX13" fmla="*/ 825004 w 3561860"/>
                <a:gd name="connsiteY13" fmla="*/ 1583611 h 6967151"/>
                <a:gd name="connsiteX0" fmla="*/ 825004 w 3561860"/>
                <a:gd name="connsiteY0" fmla="*/ 1583611 h 6943363"/>
                <a:gd name="connsiteX1" fmla="*/ 2622808 w 3561860"/>
                <a:gd name="connsiteY1" fmla="*/ 173265 h 6943363"/>
                <a:gd name="connsiteX2" fmla="*/ 2312842 w 3561860"/>
                <a:gd name="connsiteY2" fmla="*/ 3536398 h 6943363"/>
                <a:gd name="connsiteX3" fmla="*/ 3552706 w 3561860"/>
                <a:gd name="connsiteY3" fmla="*/ 5411690 h 6943363"/>
                <a:gd name="connsiteX4" fmla="*/ 3273737 w 3561860"/>
                <a:gd name="connsiteY4" fmla="*/ 6574064 h 6943363"/>
                <a:gd name="connsiteX5" fmla="*/ 1212463 w 3561860"/>
                <a:gd name="connsiteY5" fmla="*/ 6558566 h 6943363"/>
                <a:gd name="connsiteX6" fmla="*/ 1909887 w 3561860"/>
                <a:gd name="connsiteY6" fmla="*/ 6000627 h 6943363"/>
                <a:gd name="connsiteX7" fmla="*/ 2467826 w 3561860"/>
                <a:gd name="connsiteY7" fmla="*/ 6512071 h 6943363"/>
                <a:gd name="connsiteX8" fmla="*/ 1785900 w 3561860"/>
                <a:gd name="connsiteY8" fmla="*/ 5210214 h 6943363"/>
                <a:gd name="connsiteX9" fmla="*/ 1475932 w 3561860"/>
                <a:gd name="connsiteY9" fmla="*/ 2420519 h 6943363"/>
                <a:gd name="connsiteX10" fmla="*/ 794009 w 3561860"/>
                <a:gd name="connsiteY10" fmla="*/ 2296533 h 6943363"/>
                <a:gd name="connsiteX11" fmla="*/ 282565 w 3561860"/>
                <a:gd name="connsiteY11" fmla="*/ 2405021 h 6943363"/>
                <a:gd name="connsiteX12" fmla="*/ 65587 w 3561860"/>
                <a:gd name="connsiteY12" fmla="*/ 2017564 h 6943363"/>
                <a:gd name="connsiteX13" fmla="*/ 825004 w 3561860"/>
                <a:gd name="connsiteY13" fmla="*/ 1583611 h 6943363"/>
                <a:gd name="connsiteX0" fmla="*/ 825004 w 3564744"/>
                <a:gd name="connsiteY0" fmla="*/ 1583611 h 6943363"/>
                <a:gd name="connsiteX1" fmla="*/ 2622808 w 3564744"/>
                <a:gd name="connsiteY1" fmla="*/ 173265 h 6943363"/>
                <a:gd name="connsiteX2" fmla="*/ 2312842 w 3564744"/>
                <a:gd name="connsiteY2" fmla="*/ 3536398 h 6943363"/>
                <a:gd name="connsiteX3" fmla="*/ 3552706 w 3564744"/>
                <a:gd name="connsiteY3" fmla="*/ 5411690 h 6943363"/>
                <a:gd name="connsiteX4" fmla="*/ 3273737 w 3564744"/>
                <a:gd name="connsiteY4" fmla="*/ 6574064 h 6943363"/>
                <a:gd name="connsiteX5" fmla="*/ 1212463 w 3564744"/>
                <a:gd name="connsiteY5" fmla="*/ 6558566 h 6943363"/>
                <a:gd name="connsiteX6" fmla="*/ 1909887 w 3564744"/>
                <a:gd name="connsiteY6" fmla="*/ 6000627 h 6943363"/>
                <a:gd name="connsiteX7" fmla="*/ 2467826 w 3564744"/>
                <a:gd name="connsiteY7" fmla="*/ 6512071 h 6943363"/>
                <a:gd name="connsiteX8" fmla="*/ 1785900 w 3564744"/>
                <a:gd name="connsiteY8" fmla="*/ 5210214 h 6943363"/>
                <a:gd name="connsiteX9" fmla="*/ 1475932 w 3564744"/>
                <a:gd name="connsiteY9" fmla="*/ 2420519 h 6943363"/>
                <a:gd name="connsiteX10" fmla="*/ 794009 w 3564744"/>
                <a:gd name="connsiteY10" fmla="*/ 2296533 h 6943363"/>
                <a:gd name="connsiteX11" fmla="*/ 282565 w 3564744"/>
                <a:gd name="connsiteY11" fmla="*/ 2405021 h 6943363"/>
                <a:gd name="connsiteX12" fmla="*/ 65587 w 3564744"/>
                <a:gd name="connsiteY12" fmla="*/ 2017564 h 6943363"/>
                <a:gd name="connsiteX13" fmla="*/ 825004 w 3564744"/>
                <a:gd name="connsiteY13" fmla="*/ 1583611 h 6943363"/>
                <a:gd name="connsiteX0" fmla="*/ 825004 w 3600585"/>
                <a:gd name="connsiteY0" fmla="*/ 1583611 h 6943363"/>
                <a:gd name="connsiteX1" fmla="*/ 2622808 w 3600585"/>
                <a:gd name="connsiteY1" fmla="*/ 173265 h 6943363"/>
                <a:gd name="connsiteX2" fmla="*/ 2312842 w 3600585"/>
                <a:gd name="connsiteY2" fmla="*/ 3536398 h 6943363"/>
                <a:gd name="connsiteX3" fmla="*/ 3552706 w 3600585"/>
                <a:gd name="connsiteY3" fmla="*/ 5411690 h 6943363"/>
                <a:gd name="connsiteX4" fmla="*/ 3273737 w 3600585"/>
                <a:gd name="connsiteY4" fmla="*/ 6574064 h 6943363"/>
                <a:gd name="connsiteX5" fmla="*/ 1212463 w 3600585"/>
                <a:gd name="connsiteY5" fmla="*/ 6558566 h 6943363"/>
                <a:gd name="connsiteX6" fmla="*/ 1909887 w 3600585"/>
                <a:gd name="connsiteY6" fmla="*/ 6000627 h 6943363"/>
                <a:gd name="connsiteX7" fmla="*/ 2467826 w 3600585"/>
                <a:gd name="connsiteY7" fmla="*/ 6512071 h 6943363"/>
                <a:gd name="connsiteX8" fmla="*/ 1785900 w 3600585"/>
                <a:gd name="connsiteY8" fmla="*/ 5210214 h 6943363"/>
                <a:gd name="connsiteX9" fmla="*/ 1475932 w 3600585"/>
                <a:gd name="connsiteY9" fmla="*/ 2420519 h 6943363"/>
                <a:gd name="connsiteX10" fmla="*/ 794009 w 3600585"/>
                <a:gd name="connsiteY10" fmla="*/ 2296533 h 6943363"/>
                <a:gd name="connsiteX11" fmla="*/ 282565 w 3600585"/>
                <a:gd name="connsiteY11" fmla="*/ 2405021 h 6943363"/>
                <a:gd name="connsiteX12" fmla="*/ 65587 w 3600585"/>
                <a:gd name="connsiteY12" fmla="*/ 2017564 h 6943363"/>
                <a:gd name="connsiteX13" fmla="*/ 825004 w 3600585"/>
                <a:gd name="connsiteY13" fmla="*/ 1583611 h 6943363"/>
                <a:gd name="connsiteX0" fmla="*/ 825004 w 3613580"/>
                <a:gd name="connsiteY0" fmla="*/ 1583611 h 6943363"/>
                <a:gd name="connsiteX1" fmla="*/ 2622808 w 3613580"/>
                <a:gd name="connsiteY1" fmla="*/ 173265 h 6943363"/>
                <a:gd name="connsiteX2" fmla="*/ 2312842 w 3613580"/>
                <a:gd name="connsiteY2" fmla="*/ 3536398 h 6943363"/>
                <a:gd name="connsiteX3" fmla="*/ 3552706 w 3613580"/>
                <a:gd name="connsiteY3" fmla="*/ 5411690 h 6943363"/>
                <a:gd name="connsiteX4" fmla="*/ 3273737 w 3613580"/>
                <a:gd name="connsiteY4" fmla="*/ 6574064 h 6943363"/>
                <a:gd name="connsiteX5" fmla="*/ 1212463 w 3613580"/>
                <a:gd name="connsiteY5" fmla="*/ 6558566 h 6943363"/>
                <a:gd name="connsiteX6" fmla="*/ 1909887 w 3613580"/>
                <a:gd name="connsiteY6" fmla="*/ 6000627 h 6943363"/>
                <a:gd name="connsiteX7" fmla="*/ 2467826 w 3613580"/>
                <a:gd name="connsiteY7" fmla="*/ 6512071 h 6943363"/>
                <a:gd name="connsiteX8" fmla="*/ 1785900 w 3613580"/>
                <a:gd name="connsiteY8" fmla="*/ 5210214 h 6943363"/>
                <a:gd name="connsiteX9" fmla="*/ 1475932 w 3613580"/>
                <a:gd name="connsiteY9" fmla="*/ 2420519 h 6943363"/>
                <a:gd name="connsiteX10" fmla="*/ 794009 w 3613580"/>
                <a:gd name="connsiteY10" fmla="*/ 2296533 h 6943363"/>
                <a:gd name="connsiteX11" fmla="*/ 282565 w 3613580"/>
                <a:gd name="connsiteY11" fmla="*/ 2405021 h 6943363"/>
                <a:gd name="connsiteX12" fmla="*/ 65587 w 3613580"/>
                <a:gd name="connsiteY12" fmla="*/ 2017564 h 6943363"/>
                <a:gd name="connsiteX13" fmla="*/ 825004 w 3613580"/>
                <a:gd name="connsiteY13" fmla="*/ 1583611 h 6943363"/>
                <a:gd name="connsiteX0" fmla="*/ 825004 w 3613580"/>
                <a:gd name="connsiteY0" fmla="*/ 1583611 h 6943363"/>
                <a:gd name="connsiteX1" fmla="*/ 2622808 w 3613580"/>
                <a:gd name="connsiteY1" fmla="*/ 173265 h 6943363"/>
                <a:gd name="connsiteX2" fmla="*/ 2312842 w 3613580"/>
                <a:gd name="connsiteY2" fmla="*/ 3536398 h 6943363"/>
                <a:gd name="connsiteX3" fmla="*/ 3552706 w 3613580"/>
                <a:gd name="connsiteY3" fmla="*/ 5411690 h 6943363"/>
                <a:gd name="connsiteX4" fmla="*/ 3273737 w 3613580"/>
                <a:gd name="connsiteY4" fmla="*/ 6574064 h 6943363"/>
                <a:gd name="connsiteX5" fmla="*/ 1212463 w 3613580"/>
                <a:gd name="connsiteY5" fmla="*/ 6558566 h 6943363"/>
                <a:gd name="connsiteX6" fmla="*/ 1909887 w 3613580"/>
                <a:gd name="connsiteY6" fmla="*/ 6000627 h 6943363"/>
                <a:gd name="connsiteX7" fmla="*/ 2467826 w 3613580"/>
                <a:gd name="connsiteY7" fmla="*/ 6512071 h 6943363"/>
                <a:gd name="connsiteX8" fmla="*/ 1785900 w 3613580"/>
                <a:gd name="connsiteY8" fmla="*/ 5210214 h 6943363"/>
                <a:gd name="connsiteX9" fmla="*/ 1475932 w 3613580"/>
                <a:gd name="connsiteY9" fmla="*/ 2420519 h 6943363"/>
                <a:gd name="connsiteX10" fmla="*/ 794009 w 3613580"/>
                <a:gd name="connsiteY10" fmla="*/ 2296533 h 6943363"/>
                <a:gd name="connsiteX11" fmla="*/ 282565 w 3613580"/>
                <a:gd name="connsiteY11" fmla="*/ 2405021 h 6943363"/>
                <a:gd name="connsiteX12" fmla="*/ 65587 w 3613580"/>
                <a:gd name="connsiteY12" fmla="*/ 2017564 h 6943363"/>
                <a:gd name="connsiteX13" fmla="*/ 825004 w 3613580"/>
                <a:gd name="connsiteY13" fmla="*/ 1583611 h 6943363"/>
                <a:gd name="connsiteX0" fmla="*/ 825004 w 3617367"/>
                <a:gd name="connsiteY0" fmla="*/ 1583611 h 6945165"/>
                <a:gd name="connsiteX1" fmla="*/ 2622808 w 3617367"/>
                <a:gd name="connsiteY1" fmla="*/ 173265 h 6945165"/>
                <a:gd name="connsiteX2" fmla="*/ 2312842 w 3617367"/>
                <a:gd name="connsiteY2" fmla="*/ 3536398 h 6945165"/>
                <a:gd name="connsiteX3" fmla="*/ 3552706 w 3617367"/>
                <a:gd name="connsiteY3" fmla="*/ 5411690 h 6945165"/>
                <a:gd name="connsiteX4" fmla="*/ 3299137 w 3617367"/>
                <a:gd name="connsiteY4" fmla="*/ 6580414 h 6945165"/>
                <a:gd name="connsiteX5" fmla="*/ 1212463 w 3617367"/>
                <a:gd name="connsiteY5" fmla="*/ 6558566 h 6945165"/>
                <a:gd name="connsiteX6" fmla="*/ 1909887 w 3617367"/>
                <a:gd name="connsiteY6" fmla="*/ 6000627 h 6945165"/>
                <a:gd name="connsiteX7" fmla="*/ 2467826 w 3617367"/>
                <a:gd name="connsiteY7" fmla="*/ 6512071 h 6945165"/>
                <a:gd name="connsiteX8" fmla="*/ 1785900 w 3617367"/>
                <a:gd name="connsiteY8" fmla="*/ 5210214 h 6945165"/>
                <a:gd name="connsiteX9" fmla="*/ 1475932 w 3617367"/>
                <a:gd name="connsiteY9" fmla="*/ 2420519 h 6945165"/>
                <a:gd name="connsiteX10" fmla="*/ 794009 w 3617367"/>
                <a:gd name="connsiteY10" fmla="*/ 2296533 h 6945165"/>
                <a:gd name="connsiteX11" fmla="*/ 282565 w 3617367"/>
                <a:gd name="connsiteY11" fmla="*/ 2405021 h 6945165"/>
                <a:gd name="connsiteX12" fmla="*/ 65587 w 3617367"/>
                <a:gd name="connsiteY12" fmla="*/ 2017564 h 6945165"/>
                <a:gd name="connsiteX13" fmla="*/ 825004 w 3617367"/>
                <a:gd name="connsiteY13" fmla="*/ 1583611 h 6945165"/>
                <a:gd name="connsiteX0" fmla="*/ 825004 w 3602752"/>
                <a:gd name="connsiteY0" fmla="*/ 1583611 h 6945165"/>
                <a:gd name="connsiteX1" fmla="*/ 2622808 w 3602752"/>
                <a:gd name="connsiteY1" fmla="*/ 173265 h 6945165"/>
                <a:gd name="connsiteX2" fmla="*/ 2312842 w 3602752"/>
                <a:gd name="connsiteY2" fmla="*/ 3536398 h 6945165"/>
                <a:gd name="connsiteX3" fmla="*/ 3552706 w 3602752"/>
                <a:gd name="connsiteY3" fmla="*/ 5411690 h 6945165"/>
                <a:gd name="connsiteX4" fmla="*/ 3299137 w 3602752"/>
                <a:gd name="connsiteY4" fmla="*/ 6580414 h 6945165"/>
                <a:gd name="connsiteX5" fmla="*/ 1212463 w 3602752"/>
                <a:gd name="connsiteY5" fmla="*/ 6558566 h 6945165"/>
                <a:gd name="connsiteX6" fmla="*/ 1909887 w 3602752"/>
                <a:gd name="connsiteY6" fmla="*/ 6000627 h 6945165"/>
                <a:gd name="connsiteX7" fmla="*/ 2467826 w 3602752"/>
                <a:gd name="connsiteY7" fmla="*/ 6512071 h 6945165"/>
                <a:gd name="connsiteX8" fmla="*/ 1785900 w 3602752"/>
                <a:gd name="connsiteY8" fmla="*/ 5210214 h 6945165"/>
                <a:gd name="connsiteX9" fmla="*/ 1475932 w 3602752"/>
                <a:gd name="connsiteY9" fmla="*/ 2420519 h 6945165"/>
                <a:gd name="connsiteX10" fmla="*/ 794009 w 3602752"/>
                <a:gd name="connsiteY10" fmla="*/ 2296533 h 6945165"/>
                <a:gd name="connsiteX11" fmla="*/ 282565 w 3602752"/>
                <a:gd name="connsiteY11" fmla="*/ 2405021 h 6945165"/>
                <a:gd name="connsiteX12" fmla="*/ 65587 w 3602752"/>
                <a:gd name="connsiteY12" fmla="*/ 2017564 h 6945165"/>
                <a:gd name="connsiteX13" fmla="*/ 825004 w 3602752"/>
                <a:gd name="connsiteY13" fmla="*/ 1583611 h 6945165"/>
                <a:gd name="connsiteX0" fmla="*/ 825004 w 3606501"/>
                <a:gd name="connsiteY0" fmla="*/ 1583611 h 6945165"/>
                <a:gd name="connsiteX1" fmla="*/ 2622808 w 3606501"/>
                <a:gd name="connsiteY1" fmla="*/ 173265 h 6945165"/>
                <a:gd name="connsiteX2" fmla="*/ 2312842 w 3606501"/>
                <a:gd name="connsiteY2" fmla="*/ 3536398 h 6945165"/>
                <a:gd name="connsiteX3" fmla="*/ 3552706 w 3606501"/>
                <a:gd name="connsiteY3" fmla="*/ 5411690 h 6945165"/>
                <a:gd name="connsiteX4" fmla="*/ 3299137 w 3606501"/>
                <a:gd name="connsiteY4" fmla="*/ 6580414 h 6945165"/>
                <a:gd name="connsiteX5" fmla="*/ 1212463 w 3606501"/>
                <a:gd name="connsiteY5" fmla="*/ 6558566 h 6945165"/>
                <a:gd name="connsiteX6" fmla="*/ 1909887 w 3606501"/>
                <a:gd name="connsiteY6" fmla="*/ 6000627 h 6945165"/>
                <a:gd name="connsiteX7" fmla="*/ 2467826 w 3606501"/>
                <a:gd name="connsiteY7" fmla="*/ 6512071 h 6945165"/>
                <a:gd name="connsiteX8" fmla="*/ 1785900 w 3606501"/>
                <a:gd name="connsiteY8" fmla="*/ 5210214 h 6945165"/>
                <a:gd name="connsiteX9" fmla="*/ 1475932 w 3606501"/>
                <a:gd name="connsiteY9" fmla="*/ 2420519 h 6945165"/>
                <a:gd name="connsiteX10" fmla="*/ 794009 w 3606501"/>
                <a:gd name="connsiteY10" fmla="*/ 2296533 h 6945165"/>
                <a:gd name="connsiteX11" fmla="*/ 282565 w 3606501"/>
                <a:gd name="connsiteY11" fmla="*/ 2405021 h 6945165"/>
                <a:gd name="connsiteX12" fmla="*/ 65587 w 3606501"/>
                <a:gd name="connsiteY12" fmla="*/ 2017564 h 6945165"/>
                <a:gd name="connsiteX13" fmla="*/ 825004 w 3606501"/>
                <a:gd name="connsiteY13" fmla="*/ 1583611 h 6945165"/>
                <a:gd name="connsiteX0" fmla="*/ 825004 w 3603345"/>
                <a:gd name="connsiteY0" fmla="*/ 1583611 h 6945165"/>
                <a:gd name="connsiteX1" fmla="*/ 2622808 w 3603345"/>
                <a:gd name="connsiteY1" fmla="*/ 173265 h 6945165"/>
                <a:gd name="connsiteX2" fmla="*/ 2312842 w 3603345"/>
                <a:gd name="connsiteY2" fmla="*/ 3536398 h 6945165"/>
                <a:gd name="connsiteX3" fmla="*/ 3552706 w 3603345"/>
                <a:gd name="connsiteY3" fmla="*/ 5411690 h 6945165"/>
                <a:gd name="connsiteX4" fmla="*/ 3299137 w 3603345"/>
                <a:gd name="connsiteY4" fmla="*/ 6580414 h 6945165"/>
                <a:gd name="connsiteX5" fmla="*/ 1212463 w 3603345"/>
                <a:gd name="connsiteY5" fmla="*/ 6558566 h 6945165"/>
                <a:gd name="connsiteX6" fmla="*/ 1909887 w 3603345"/>
                <a:gd name="connsiteY6" fmla="*/ 6000627 h 6945165"/>
                <a:gd name="connsiteX7" fmla="*/ 2467826 w 3603345"/>
                <a:gd name="connsiteY7" fmla="*/ 6512071 h 6945165"/>
                <a:gd name="connsiteX8" fmla="*/ 1785900 w 3603345"/>
                <a:gd name="connsiteY8" fmla="*/ 5210214 h 6945165"/>
                <a:gd name="connsiteX9" fmla="*/ 1475932 w 3603345"/>
                <a:gd name="connsiteY9" fmla="*/ 2420519 h 6945165"/>
                <a:gd name="connsiteX10" fmla="*/ 794009 w 3603345"/>
                <a:gd name="connsiteY10" fmla="*/ 2296533 h 6945165"/>
                <a:gd name="connsiteX11" fmla="*/ 282565 w 3603345"/>
                <a:gd name="connsiteY11" fmla="*/ 2405021 h 6945165"/>
                <a:gd name="connsiteX12" fmla="*/ 65587 w 3603345"/>
                <a:gd name="connsiteY12" fmla="*/ 2017564 h 6945165"/>
                <a:gd name="connsiteX13" fmla="*/ 825004 w 3603345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00627 h 6945165"/>
                <a:gd name="connsiteX7" fmla="*/ 2467826 w 3608229"/>
                <a:gd name="connsiteY7" fmla="*/ 6512071 h 6945165"/>
                <a:gd name="connsiteX8" fmla="*/ 1785900 w 3608229"/>
                <a:gd name="connsiteY8" fmla="*/ 5210214 h 6945165"/>
                <a:gd name="connsiteX9" fmla="*/ 1475932 w 3608229"/>
                <a:gd name="connsiteY9" fmla="*/ 2420519 h 6945165"/>
                <a:gd name="connsiteX10" fmla="*/ 794009 w 3608229"/>
                <a:gd name="connsiteY10" fmla="*/ 2296533 h 6945165"/>
                <a:gd name="connsiteX11" fmla="*/ 282565 w 3608229"/>
                <a:gd name="connsiteY11" fmla="*/ 2405021 h 6945165"/>
                <a:gd name="connsiteX12" fmla="*/ 65587 w 3608229"/>
                <a:gd name="connsiteY12" fmla="*/ 2017564 h 6945165"/>
                <a:gd name="connsiteX13" fmla="*/ 825004 w 3608229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00627 h 6945165"/>
                <a:gd name="connsiteX7" fmla="*/ 2467826 w 3608229"/>
                <a:gd name="connsiteY7" fmla="*/ 6512071 h 6945165"/>
                <a:gd name="connsiteX8" fmla="*/ 1785900 w 3608229"/>
                <a:gd name="connsiteY8" fmla="*/ 5210214 h 6945165"/>
                <a:gd name="connsiteX9" fmla="*/ 1475932 w 3608229"/>
                <a:gd name="connsiteY9" fmla="*/ 2420519 h 6945165"/>
                <a:gd name="connsiteX10" fmla="*/ 794009 w 3608229"/>
                <a:gd name="connsiteY10" fmla="*/ 2296533 h 6945165"/>
                <a:gd name="connsiteX11" fmla="*/ 282565 w 3608229"/>
                <a:gd name="connsiteY11" fmla="*/ 2405021 h 6945165"/>
                <a:gd name="connsiteX12" fmla="*/ 65587 w 3608229"/>
                <a:gd name="connsiteY12" fmla="*/ 2017564 h 6945165"/>
                <a:gd name="connsiteX13" fmla="*/ 825004 w 3608229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2467826 w 3608229"/>
                <a:gd name="connsiteY7" fmla="*/ 6512071 h 6945165"/>
                <a:gd name="connsiteX8" fmla="*/ 1785900 w 3608229"/>
                <a:gd name="connsiteY8" fmla="*/ 5210214 h 6945165"/>
                <a:gd name="connsiteX9" fmla="*/ 1475932 w 3608229"/>
                <a:gd name="connsiteY9" fmla="*/ 2420519 h 6945165"/>
                <a:gd name="connsiteX10" fmla="*/ 794009 w 3608229"/>
                <a:gd name="connsiteY10" fmla="*/ 2296533 h 6945165"/>
                <a:gd name="connsiteX11" fmla="*/ 282565 w 3608229"/>
                <a:gd name="connsiteY11" fmla="*/ 2405021 h 6945165"/>
                <a:gd name="connsiteX12" fmla="*/ 65587 w 3608229"/>
                <a:gd name="connsiteY12" fmla="*/ 2017564 h 6945165"/>
                <a:gd name="connsiteX13" fmla="*/ 825004 w 3608229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2467826 w 3608229"/>
                <a:gd name="connsiteY7" fmla="*/ 6512071 h 6945165"/>
                <a:gd name="connsiteX8" fmla="*/ 1785900 w 3608229"/>
                <a:gd name="connsiteY8" fmla="*/ 5210214 h 6945165"/>
                <a:gd name="connsiteX9" fmla="*/ 1475932 w 3608229"/>
                <a:gd name="connsiteY9" fmla="*/ 2420519 h 6945165"/>
                <a:gd name="connsiteX10" fmla="*/ 794009 w 3608229"/>
                <a:gd name="connsiteY10" fmla="*/ 2296533 h 6945165"/>
                <a:gd name="connsiteX11" fmla="*/ 282565 w 3608229"/>
                <a:gd name="connsiteY11" fmla="*/ 2405021 h 6945165"/>
                <a:gd name="connsiteX12" fmla="*/ 65587 w 3608229"/>
                <a:gd name="connsiteY12" fmla="*/ 2017564 h 6945165"/>
                <a:gd name="connsiteX13" fmla="*/ 825004 w 3608229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2467826 w 3608229"/>
                <a:gd name="connsiteY7" fmla="*/ 6512071 h 6945165"/>
                <a:gd name="connsiteX8" fmla="*/ 1785900 w 3608229"/>
                <a:gd name="connsiteY8" fmla="*/ 5210214 h 6945165"/>
                <a:gd name="connsiteX9" fmla="*/ 1475932 w 3608229"/>
                <a:gd name="connsiteY9" fmla="*/ 2420519 h 6945165"/>
                <a:gd name="connsiteX10" fmla="*/ 794009 w 3608229"/>
                <a:gd name="connsiteY10" fmla="*/ 2296533 h 6945165"/>
                <a:gd name="connsiteX11" fmla="*/ 282565 w 3608229"/>
                <a:gd name="connsiteY11" fmla="*/ 2405021 h 6945165"/>
                <a:gd name="connsiteX12" fmla="*/ 65587 w 3608229"/>
                <a:gd name="connsiteY12" fmla="*/ 2017564 h 6945165"/>
                <a:gd name="connsiteX13" fmla="*/ 825004 w 3608229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1628 w 3608229"/>
                <a:gd name="connsiteY11" fmla="*/ 2270340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1628 w 3608229"/>
                <a:gd name="connsiteY11" fmla="*/ 2270340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1628 w 3608229"/>
                <a:gd name="connsiteY11" fmla="*/ 2270340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1628 w 3608229"/>
                <a:gd name="connsiteY11" fmla="*/ 2270340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1628 w 3608229"/>
                <a:gd name="connsiteY11" fmla="*/ 2270340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608229" h="6945165">
                  <a:moveTo>
                    <a:pt x="825004" y="1583611"/>
                  </a:moveTo>
                  <a:cubicBezTo>
                    <a:pt x="742347" y="710540"/>
                    <a:pt x="1264123" y="-441501"/>
                    <a:pt x="2622808" y="173265"/>
                  </a:cubicBezTo>
                  <a:cubicBezTo>
                    <a:pt x="4255296" y="1526783"/>
                    <a:pt x="2416164" y="2415354"/>
                    <a:pt x="2312842" y="3536398"/>
                  </a:cubicBezTo>
                  <a:cubicBezTo>
                    <a:pt x="2328340" y="4063340"/>
                    <a:pt x="3281486" y="4706517"/>
                    <a:pt x="3552706" y="5411690"/>
                  </a:cubicBezTo>
                  <a:cubicBezTo>
                    <a:pt x="3746650" y="6074673"/>
                    <a:pt x="3376305" y="6520896"/>
                    <a:pt x="3299137" y="6580414"/>
                  </a:cubicBezTo>
                  <a:cubicBezTo>
                    <a:pt x="3254687" y="6642730"/>
                    <a:pt x="2261182" y="7382559"/>
                    <a:pt x="1212463" y="6558566"/>
                  </a:cubicBezTo>
                  <a:cubicBezTo>
                    <a:pt x="742563" y="5853823"/>
                    <a:pt x="1775138" y="5297177"/>
                    <a:pt x="1909887" y="6045077"/>
                  </a:cubicBezTo>
                  <a:cubicBezTo>
                    <a:pt x="1601571" y="5948428"/>
                    <a:pt x="1549227" y="6002440"/>
                    <a:pt x="1477117" y="6067572"/>
                  </a:cubicBezTo>
                  <a:cubicBezTo>
                    <a:pt x="1322457" y="6437504"/>
                    <a:pt x="2000437" y="6722697"/>
                    <a:pt x="2467826" y="6512071"/>
                  </a:cubicBezTo>
                  <a:cubicBezTo>
                    <a:pt x="2610647" y="6414561"/>
                    <a:pt x="3237144" y="5863080"/>
                    <a:pt x="1785900" y="5210214"/>
                  </a:cubicBezTo>
                  <a:cubicBezTo>
                    <a:pt x="148245" y="4802091"/>
                    <a:pt x="-466522" y="3123110"/>
                    <a:pt x="1475932" y="2420519"/>
                  </a:cubicBezTo>
                  <a:cubicBezTo>
                    <a:pt x="1096224" y="2384356"/>
                    <a:pt x="1011954" y="2253995"/>
                    <a:pt x="791628" y="2270340"/>
                  </a:cubicBezTo>
                  <a:cubicBezTo>
                    <a:pt x="602299" y="2275788"/>
                    <a:pt x="352469" y="2685402"/>
                    <a:pt x="282565" y="2405021"/>
                  </a:cubicBezTo>
                  <a:cubicBezTo>
                    <a:pt x="181826" y="2386940"/>
                    <a:pt x="-135891" y="2250037"/>
                    <a:pt x="65587" y="2017564"/>
                  </a:cubicBezTo>
                  <a:cubicBezTo>
                    <a:pt x="349723" y="1950404"/>
                    <a:pt x="680353" y="1991734"/>
                    <a:pt x="825004" y="1583611"/>
                  </a:cubicBezTo>
                  <a:close/>
                </a:path>
              </a:pathLst>
            </a:custGeom>
            <a:solidFill>
              <a:srgbClr val="FFFF3F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A2193B4-6865-DEC5-5F51-5AF4FC14588A}"/>
                </a:ext>
              </a:extLst>
            </p:cNvPr>
            <p:cNvSpPr/>
            <p:nvPr/>
          </p:nvSpPr>
          <p:spPr>
            <a:xfrm>
              <a:off x="3684847" y="3226827"/>
              <a:ext cx="2644337" cy="4009893"/>
            </a:xfrm>
            <a:custGeom>
              <a:avLst/>
              <a:gdLst>
                <a:gd name="connsiteX0" fmla="*/ 1952221 w 2644337"/>
                <a:gd name="connsiteY0" fmla="*/ 155 h 3965597"/>
                <a:gd name="connsiteX1" fmla="*/ 1284564 w 2644337"/>
                <a:gd name="connsiteY1" fmla="*/ 1451583 h 3965597"/>
                <a:gd name="connsiteX2" fmla="*/ 2518277 w 2644337"/>
                <a:gd name="connsiteY2" fmla="*/ 2903011 h 3965597"/>
                <a:gd name="connsiteX3" fmla="*/ 2397552 w 2644337"/>
                <a:gd name="connsiteY3" fmla="*/ 3931018 h 3965597"/>
                <a:gd name="connsiteX4" fmla="*/ 2322322 w 2644337"/>
                <a:gd name="connsiteY4" fmla="*/ 3965597 h 3965597"/>
                <a:gd name="connsiteX5" fmla="*/ 2359230 w 2644337"/>
                <a:gd name="connsiteY5" fmla="*/ 3921003 h 3965597"/>
                <a:gd name="connsiteX6" fmla="*/ 1519521 w 2644337"/>
                <a:gd name="connsiteY6" fmla="*/ 2771889 h 3965597"/>
                <a:gd name="connsiteX7" fmla="*/ 1034893 w 2644337"/>
                <a:gd name="connsiteY7" fmla="*/ 50854 h 3965597"/>
                <a:gd name="connsiteX8" fmla="*/ 1074685 w 2644337"/>
                <a:gd name="connsiteY8" fmla="*/ 35212 h 3965597"/>
                <a:gd name="connsiteX9" fmla="*/ 1104496 w 2644337"/>
                <a:gd name="connsiteY9" fmla="*/ 38255 h 3965597"/>
                <a:gd name="connsiteX10" fmla="*/ 1952221 w 2644337"/>
                <a:gd name="connsiteY10" fmla="*/ 155 h 3965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44337" h="3965597">
                  <a:moveTo>
                    <a:pt x="1952221" y="155"/>
                  </a:moveTo>
                  <a:cubicBezTo>
                    <a:pt x="1498650" y="239640"/>
                    <a:pt x="1199897" y="1057279"/>
                    <a:pt x="1284564" y="1451583"/>
                  </a:cubicBezTo>
                  <a:cubicBezTo>
                    <a:pt x="1340202" y="2073279"/>
                    <a:pt x="2394906" y="2474840"/>
                    <a:pt x="2518277" y="2903011"/>
                  </a:cubicBezTo>
                  <a:cubicBezTo>
                    <a:pt x="2618516" y="3074008"/>
                    <a:pt x="2793015" y="3696942"/>
                    <a:pt x="2397552" y="3931018"/>
                  </a:cubicBezTo>
                  <a:lnTo>
                    <a:pt x="2322322" y="3965597"/>
                  </a:lnTo>
                  <a:lnTo>
                    <a:pt x="2359230" y="3921003"/>
                  </a:lnTo>
                  <a:cubicBezTo>
                    <a:pt x="2527658" y="3694159"/>
                    <a:pt x="2607954" y="3261539"/>
                    <a:pt x="1519521" y="2771889"/>
                  </a:cubicBezTo>
                  <a:cubicBezTo>
                    <a:pt x="-66957" y="2376520"/>
                    <a:pt x="-693479" y="788480"/>
                    <a:pt x="1034893" y="50854"/>
                  </a:cubicBezTo>
                  <a:lnTo>
                    <a:pt x="1074685" y="35212"/>
                  </a:lnTo>
                  <a:lnTo>
                    <a:pt x="1104496" y="38255"/>
                  </a:lnTo>
                  <a:cubicBezTo>
                    <a:pt x="1427893" y="58212"/>
                    <a:pt x="1649235" y="-3473"/>
                    <a:pt x="1952221" y="155"/>
                  </a:cubicBezTo>
                  <a:close/>
                </a:path>
              </a:pathLst>
            </a:custGeom>
            <a:solidFill>
              <a:srgbClr val="92D050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C82B25C-3340-385D-6AAB-7B6827591843}"/>
                </a:ext>
              </a:extLst>
            </p:cNvPr>
            <p:cNvSpPr/>
            <p:nvPr/>
          </p:nvSpPr>
          <p:spPr>
            <a:xfrm>
              <a:off x="4827814" y="2656114"/>
              <a:ext cx="1413329" cy="618651"/>
            </a:xfrm>
            <a:custGeom>
              <a:avLst/>
              <a:gdLst>
                <a:gd name="connsiteX0" fmla="*/ 0 w 1451429"/>
                <a:gd name="connsiteY0" fmla="*/ 624115 h 624115"/>
                <a:gd name="connsiteX1" fmla="*/ 1451429 w 1451429"/>
                <a:gd name="connsiteY1" fmla="*/ 0 h 624115"/>
                <a:gd name="connsiteX2" fmla="*/ 1451429 w 1451429"/>
                <a:gd name="connsiteY2" fmla="*/ 0 h 624115"/>
                <a:gd name="connsiteX0" fmla="*/ 0 w 1451429"/>
                <a:gd name="connsiteY0" fmla="*/ 624115 h 624115"/>
                <a:gd name="connsiteX1" fmla="*/ 1451429 w 1451429"/>
                <a:gd name="connsiteY1" fmla="*/ 0 h 624115"/>
                <a:gd name="connsiteX2" fmla="*/ 1451429 w 1451429"/>
                <a:gd name="connsiteY2" fmla="*/ 0 h 624115"/>
                <a:gd name="connsiteX0" fmla="*/ 0 w 1451429"/>
                <a:gd name="connsiteY0" fmla="*/ 624115 h 624115"/>
                <a:gd name="connsiteX1" fmla="*/ 1451429 w 1451429"/>
                <a:gd name="connsiteY1" fmla="*/ 0 h 624115"/>
                <a:gd name="connsiteX2" fmla="*/ 1451429 w 1451429"/>
                <a:gd name="connsiteY2" fmla="*/ 0 h 624115"/>
                <a:gd name="connsiteX0" fmla="*/ 0 w 1426029"/>
                <a:gd name="connsiteY0" fmla="*/ 598715 h 598715"/>
                <a:gd name="connsiteX1" fmla="*/ 1426029 w 1426029"/>
                <a:gd name="connsiteY1" fmla="*/ 0 h 598715"/>
                <a:gd name="connsiteX2" fmla="*/ 1426029 w 1426029"/>
                <a:gd name="connsiteY2" fmla="*/ 0 h 598715"/>
                <a:gd name="connsiteX0" fmla="*/ 0 w 1426029"/>
                <a:gd name="connsiteY0" fmla="*/ 598715 h 598715"/>
                <a:gd name="connsiteX1" fmla="*/ 1426029 w 1426029"/>
                <a:gd name="connsiteY1" fmla="*/ 0 h 598715"/>
                <a:gd name="connsiteX2" fmla="*/ 1426029 w 1426029"/>
                <a:gd name="connsiteY2" fmla="*/ 0 h 598715"/>
                <a:gd name="connsiteX0" fmla="*/ 0 w 1426029"/>
                <a:gd name="connsiteY0" fmla="*/ 598715 h 598715"/>
                <a:gd name="connsiteX1" fmla="*/ 1426029 w 1426029"/>
                <a:gd name="connsiteY1" fmla="*/ 0 h 598715"/>
                <a:gd name="connsiteX2" fmla="*/ 1426029 w 1426029"/>
                <a:gd name="connsiteY2" fmla="*/ 0 h 598715"/>
                <a:gd name="connsiteX0" fmla="*/ 0 w 1426029"/>
                <a:gd name="connsiteY0" fmla="*/ 598715 h 598715"/>
                <a:gd name="connsiteX1" fmla="*/ 1426029 w 1426029"/>
                <a:gd name="connsiteY1" fmla="*/ 0 h 598715"/>
                <a:gd name="connsiteX2" fmla="*/ 1426029 w 1426029"/>
                <a:gd name="connsiteY2" fmla="*/ 0 h 598715"/>
                <a:gd name="connsiteX0" fmla="*/ 0 w 1413329"/>
                <a:gd name="connsiteY0" fmla="*/ 573315 h 573315"/>
                <a:gd name="connsiteX1" fmla="*/ 1413329 w 1413329"/>
                <a:gd name="connsiteY1" fmla="*/ 0 h 573315"/>
                <a:gd name="connsiteX2" fmla="*/ 1413329 w 1413329"/>
                <a:gd name="connsiteY2" fmla="*/ 0 h 573315"/>
                <a:gd name="connsiteX0" fmla="*/ 0 w 1413329"/>
                <a:gd name="connsiteY0" fmla="*/ 573315 h 602141"/>
                <a:gd name="connsiteX1" fmla="*/ 1413329 w 1413329"/>
                <a:gd name="connsiteY1" fmla="*/ 0 h 602141"/>
                <a:gd name="connsiteX2" fmla="*/ 1413329 w 1413329"/>
                <a:gd name="connsiteY2" fmla="*/ 0 h 602141"/>
                <a:gd name="connsiteX0" fmla="*/ 0 w 1413329"/>
                <a:gd name="connsiteY0" fmla="*/ 598715 h 624223"/>
                <a:gd name="connsiteX1" fmla="*/ 1413329 w 1413329"/>
                <a:gd name="connsiteY1" fmla="*/ 0 h 624223"/>
                <a:gd name="connsiteX2" fmla="*/ 1413329 w 1413329"/>
                <a:gd name="connsiteY2" fmla="*/ 0 h 624223"/>
                <a:gd name="connsiteX0" fmla="*/ 0 w 1413329"/>
                <a:gd name="connsiteY0" fmla="*/ 566965 h 596710"/>
                <a:gd name="connsiteX1" fmla="*/ 1413329 w 1413329"/>
                <a:gd name="connsiteY1" fmla="*/ 0 h 596710"/>
                <a:gd name="connsiteX2" fmla="*/ 1413329 w 1413329"/>
                <a:gd name="connsiteY2" fmla="*/ 0 h 596710"/>
                <a:gd name="connsiteX0" fmla="*/ 0 w 1413329"/>
                <a:gd name="connsiteY0" fmla="*/ 592365 h 618651"/>
                <a:gd name="connsiteX1" fmla="*/ 1413329 w 1413329"/>
                <a:gd name="connsiteY1" fmla="*/ 0 h 618651"/>
                <a:gd name="connsiteX2" fmla="*/ 1413329 w 1413329"/>
                <a:gd name="connsiteY2" fmla="*/ 0 h 61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3329" h="618651">
                  <a:moveTo>
                    <a:pt x="0" y="592365"/>
                  </a:moveTo>
                  <a:cubicBezTo>
                    <a:pt x="648910" y="663727"/>
                    <a:pt x="1050169" y="627138"/>
                    <a:pt x="1413329" y="0"/>
                  </a:cubicBezTo>
                  <a:lnTo>
                    <a:pt x="1413329" y="0"/>
                  </a:lnTo>
                </a:path>
              </a:pathLst>
            </a:custGeom>
            <a:solidFill>
              <a:srgbClr val="FFFF3F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A17C85C-DF6A-04AF-3E33-0178E6F822DA}"/>
                </a:ext>
              </a:extLst>
            </p:cNvPr>
            <p:cNvSpPr/>
            <p:nvPr/>
          </p:nvSpPr>
          <p:spPr>
            <a:xfrm>
              <a:off x="4664149" y="1468978"/>
              <a:ext cx="579120" cy="781139"/>
            </a:xfrm>
            <a:prstGeom prst="roundRect">
              <a:avLst>
                <a:gd name="adj" fmla="val 44434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C2476A31-92B3-3D40-4017-0CA3B575213D}"/>
                </a:ext>
              </a:extLst>
            </p:cNvPr>
            <p:cNvSpPr/>
            <p:nvPr/>
          </p:nvSpPr>
          <p:spPr>
            <a:xfrm>
              <a:off x="4696414" y="1613824"/>
              <a:ext cx="363957" cy="573046"/>
            </a:xfrm>
            <a:prstGeom prst="roundRect">
              <a:avLst>
                <a:gd name="adj" fmla="val 44434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EE2911A-A00C-78A4-BE6D-9B75D56172A0}"/>
                </a:ext>
              </a:extLst>
            </p:cNvPr>
            <p:cNvSpPr/>
            <p:nvPr/>
          </p:nvSpPr>
          <p:spPr>
            <a:xfrm>
              <a:off x="4696414" y="1685476"/>
              <a:ext cx="312769" cy="492451"/>
            </a:xfrm>
            <a:prstGeom prst="roundRect">
              <a:avLst>
                <a:gd name="adj" fmla="val 44434"/>
              </a:avLst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1F7488B1-C263-BC78-B6B3-99222B400786}"/>
                </a:ext>
              </a:extLst>
            </p:cNvPr>
            <p:cNvSpPr/>
            <p:nvPr/>
          </p:nvSpPr>
          <p:spPr>
            <a:xfrm>
              <a:off x="4723236" y="1890388"/>
              <a:ext cx="154568" cy="243366"/>
            </a:xfrm>
            <a:prstGeom prst="roundRect">
              <a:avLst>
                <a:gd name="adj" fmla="val 44434"/>
              </a:avLst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25">
              <a:extLst>
                <a:ext uri="{FF2B5EF4-FFF2-40B4-BE49-F238E27FC236}">
                  <a16:creationId xmlns:a16="http://schemas.microsoft.com/office/drawing/2014/main" id="{725647C8-0FF0-5620-3BE7-842250D9FBDD}"/>
                </a:ext>
              </a:extLst>
            </p:cNvPr>
            <p:cNvSpPr/>
            <p:nvPr/>
          </p:nvSpPr>
          <p:spPr>
            <a:xfrm>
              <a:off x="4705542" y="2082190"/>
              <a:ext cx="638751" cy="239579"/>
            </a:xfrm>
            <a:custGeom>
              <a:avLst/>
              <a:gdLst>
                <a:gd name="connsiteX0" fmla="*/ 0 w 844550"/>
                <a:gd name="connsiteY0" fmla="*/ 0 h 367463"/>
                <a:gd name="connsiteX1" fmla="*/ 844550 w 844550"/>
                <a:gd name="connsiteY1" fmla="*/ 0 h 367463"/>
                <a:gd name="connsiteX2" fmla="*/ 844550 w 844550"/>
                <a:gd name="connsiteY2" fmla="*/ 367463 h 367463"/>
                <a:gd name="connsiteX3" fmla="*/ 0 w 844550"/>
                <a:gd name="connsiteY3" fmla="*/ 367463 h 367463"/>
                <a:gd name="connsiteX4" fmla="*/ 0 w 844550"/>
                <a:gd name="connsiteY4" fmla="*/ 0 h 367463"/>
                <a:gd name="connsiteX0" fmla="*/ 50800 w 844550"/>
                <a:gd name="connsiteY0" fmla="*/ 12700 h 367463"/>
                <a:gd name="connsiteX1" fmla="*/ 844550 w 844550"/>
                <a:gd name="connsiteY1" fmla="*/ 0 h 367463"/>
                <a:gd name="connsiteX2" fmla="*/ 844550 w 844550"/>
                <a:gd name="connsiteY2" fmla="*/ 367463 h 367463"/>
                <a:gd name="connsiteX3" fmla="*/ 0 w 844550"/>
                <a:gd name="connsiteY3" fmla="*/ 367463 h 367463"/>
                <a:gd name="connsiteX4" fmla="*/ 50800 w 844550"/>
                <a:gd name="connsiteY4" fmla="*/ 12700 h 367463"/>
                <a:gd name="connsiteX0" fmla="*/ 50800 w 844550"/>
                <a:gd name="connsiteY0" fmla="*/ 27087 h 381850"/>
                <a:gd name="connsiteX1" fmla="*/ 844550 w 844550"/>
                <a:gd name="connsiteY1" fmla="*/ 14387 h 381850"/>
                <a:gd name="connsiteX2" fmla="*/ 844550 w 844550"/>
                <a:gd name="connsiteY2" fmla="*/ 381850 h 381850"/>
                <a:gd name="connsiteX3" fmla="*/ 0 w 844550"/>
                <a:gd name="connsiteY3" fmla="*/ 381850 h 381850"/>
                <a:gd name="connsiteX4" fmla="*/ 50800 w 844550"/>
                <a:gd name="connsiteY4" fmla="*/ 27087 h 381850"/>
                <a:gd name="connsiteX0" fmla="*/ 50800 w 844550"/>
                <a:gd name="connsiteY0" fmla="*/ 27087 h 381850"/>
                <a:gd name="connsiteX1" fmla="*/ 762000 w 844550"/>
                <a:gd name="connsiteY1" fmla="*/ 14387 h 381850"/>
                <a:gd name="connsiteX2" fmla="*/ 844550 w 844550"/>
                <a:gd name="connsiteY2" fmla="*/ 381850 h 381850"/>
                <a:gd name="connsiteX3" fmla="*/ 0 w 844550"/>
                <a:gd name="connsiteY3" fmla="*/ 381850 h 381850"/>
                <a:gd name="connsiteX4" fmla="*/ 50800 w 844550"/>
                <a:gd name="connsiteY4" fmla="*/ 27087 h 381850"/>
                <a:gd name="connsiteX0" fmla="*/ 50800 w 844550"/>
                <a:gd name="connsiteY0" fmla="*/ 37311 h 392074"/>
                <a:gd name="connsiteX1" fmla="*/ 762000 w 844550"/>
                <a:gd name="connsiteY1" fmla="*/ 24611 h 392074"/>
                <a:gd name="connsiteX2" fmla="*/ 844550 w 844550"/>
                <a:gd name="connsiteY2" fmla="*/ 392074 h 392074"/>
                <a:gd name="connsiteX3" fmla="*/ 0 w 844550"/>
                <a:gd name="connsiteY3" fmla="*/ 392074 h 392074"/>
                <a:gd name="connsiteX4" fmla="*/ 50800 w 844550"/>
                <a:gd name="connsiteY4" fmla="*/ 37311 h 392074"/>
                <a:gd name="connsiteX0" fmla="*/ 0 w 793750"/>
                <a:gd name="connsiteY0" fmla="*/ 37311 h 392074"/>
                <a:gd name="connsiteX1" fmla="*/ 711200 w 793750"/>
                <a:gd name="connsiteY1" fmla="*/ 24611 h 392074"/>
                <a:gd name="connsiteX2" fmla="*/ 793750 w 793750"/>
                <a:gd name="connsiteY2" fmla="*/ 392074 h 392074"/>
                <a:gd name="connsiteX3" fmla="*/ 0 w 793750"/>
                <a:gd name="connsiteY3" fmla="*/ 37311 h 392074"/>
                <a:gd name="connsiteX0" fmla="*/ 0 w 711200"/>
                <a:gd name="connsiteY0" fmla="*/ 37311 h 506374"/>
                <a:gd name="connsiteX1" fmla="*/ 711200 w 711200"/>
                <a:gd name="connsiteY1" fmla="*/ 24611 h 506374"/>
                <a:gd name="connsiteX2" fmla="*/ 412750 w 711200"/>
                <a:gd name="connsiteY2" fmla="*/ 506374 h 506374"/>
                <a:gd name="connsiteX3" fmla="*/ 0 w 711200"/>
                <a:gd name="connsiteY3" fmla="*/ 37311 h 506374"/>
                <a:gd name="connsiteX0" fmla="*/ 0 w 711200"/>
                <a:gd name="connsiteY0" fmla="*/ 37311 h 506374"/>
                <a:gd name="connsiteX1" fmla="*/ 711200 w 711200"/>
                <a:gd name="connsiteY1" fmla="*/ 24611 h 506374"/>
                <a:gd name="connsiteX2" fmla="*/ 412750 w 711200"/>
                <a:gd name="connsiteY2" fmla="*/ 506374 h 506374"/>
                <a:gd name="connsiteX3" fmla="*/ 0 w 711200"/>
                <a:gd name="connsiteY3" fmla="*/ 37311 h 506374"/>
                <a:gd name="connsiteX0" fmla="*/ 0 w 711200"/>
                <a:gd name="connsiteY0" fmla="*/ 37311 h 506374"/>
                <a:gd name="connsiteX1" fmla="*/ 711200 w 711200"/>
                <a:gd name="connsiteY1" fmla="*/ 24611 h 506374"/>
                <a:gd name="connsiteX2" fmla="*/ 412750 w 711200"/>
                <a:gd name="connsiteY2" fmla="*/ 506374 h 506374"/>
                <a:gd name="connsiteX3" fmla="*/ 0 w 711200"/>
                <a:gd name="connsiteY3" fmla="*/ 37311 h 506374"/>
                <a:gd name="connsiteX0" fmla="*/ 0 w 711200"/>
                <a:gd name="connsiteY0" fmla="*/ 37311 h 506374"/>
                <a:gd name="connsiteX1" fmla="*/ 711200 w 711200"/>
                <a:gd name="connsiteY1" fmla="*/ 24611 h 506374"/>
                <a:gd name="connsiteX2" fmla="*/ 412750 w 711200"/>
                <a:gd name="connsiteY2" fmla="*/ 506374 h 506374"/>
                <a:gd name="connsiteX3" fmla="*/ 0 w 711200"/>
                <a:gd name="connsiteY3" fmla="*/ 37311 h 506374"/>
                <a:gd name="connsiteX0" fmla="*/ 412750 w 711200"/>
                <a:gd name="connsiteY0" fmla="*/ 506374 h 597814"/>
                <a:gd name="connsiteX1" fmla="*/ 0 w 711200"/>
                <a:gd name="connsiteY1" fmla="*/ 37311 h 597814"/>
                <a:gd name="connsiteX2" fmla="*/ 711200 w 711200"/>
                <a:gd name="connsiteY2" fmla="*/ 24611 h 597814"/>
                <a:gd name="connsiteX3" fmla="*/ 504190 w 711200"/>
                <a:gd name="connsiteY3" fmla="*/ 597814 h 597814"/>
                <a:gd name="connsiteX0" fmla="*/ 412750 w 711200"/>
                <a:gd name="connsiteY0" fmla="*/ 506374 h 506374"/>
                <a:gd name="connsiteX1" fmla="*/ 0 w 711200"/>
                <a:gd name="connsiteY1" fmla="*/ 37311 h 506374"/>
                <a:gd name="connsiteX2" fmla="*/ 711200 w 711200"/>
                <a:gd name="connsiteY2" fmla="*/ 24611 h 506374"/>
                <a:gd name="connsiteX0" fmla="*/ 0 w 711200"/>
                <a:gd name="connsiteY0" fmla="*/ 37311 h 37311"/>
                <a:gd name="connsiteX1" fmla="*/ 711200 w 711200"/>
                <a:gd name="connsiteY1" fmla="*/ 24611 h 37311"/>
                <a:gd name="connsiteX0" fmla="*/ 0 w 711200"/>
                <a:gd name="connsiteY0" fmla="*/ 12700 h 179494"/>
                <a:gd name="connsiteX1" fmla="*/ 711200 w 711200"/>
                <a:gd name="connsiteY1" fmla="*/ 0 h 179494"/>
                <a:gd name="connsiteX0" fmla="*/ 0 w 711200"/>
                <a:gd name="connsiteY0" fmla="*/ 79958 h 79958"/>
                <a:gd name="connsiteX1" fmla="*/ 711200 w 711200"/>
                <a:gd name="connsiteY1" fmla="*/ 67258 h 79958"/>
                <a:gd name="connsiteX0" fmla="*/ 0 w 711200"/>
                <a:gd name="connsiteY0" fmla="*/ 75008 h 75008"/>
                <a:gd name="connsiteX1" fmla="*/ 711200 w 711200"/>
                <a:gd name="connsiteY1" fmla="*/ 62308 h 75008"/>
                <a:gd name="connsiteX0" fmla="*/ 0 w 679450"/>
                <a:gd name="connsiteY0" fmla="*/ 99902 h 99902"/>
                <a:gd name="connsiteX1" fmla="*/ 679450 w 679450"/>
                <a:gd name="connsiteY1" fmla="*/ 53780 h 99902"/>
                <a:gd name="connsiteX0" fmla="*/ 0 w 679450"/>
                <a:gd name="connsiteY0" fmla="*/ 78860 h 78860"/>
                <a:gd name="connsiteX1" fmla="*/ 679450 w 679450"/>
                <a:gd name="connsiteY1" fmla="*/ 32738 h 78860"/>
                <a:gd name="connsiteX0" fmla="*/ 0 w 546100"/>
                <a:gd name="connsiteY0" fmla="*/ 65945 h 65945"/>
                <a:gd name="connsiteX1" fmla="*/ 546100 w 546100"/>
                <a:gd name="connsiteY1" fmla="*/ 36534 h 65945"/>
                <a:gd name="connsiteX0" fmla="*/ 0 w 514350"/>
                <a:gd name="connsiteY0" fmla="*/ 65945 h 65945"/>
                <a:gd name="connsiteX1" fmla="*/ 514350 w 514350"/>
                <a:gd name="connsiteY1" fmla="*/ 36534 h 65945"/>
                <a:gd name="connsiteX0" fmla="*/ 0 w 514350"/>
                <a:gd name="connsiteY0" fmla="*/ 71018 h 71018"/>
                <a:gd name="connsiteX1" fmla="*/ 514350 w 514350"/>
                <a:gd name="connsiteY1" fmla="*/ 41607 h 71018"/>
                <a:gd name="connsiteX0" fmla="*/ 0 w 514350"/>
                <a:gd name="connsiteY0" fmla="*/ 63013 h 63013"/>
                <a:gd name="connsiteX1" fmla="*/ 514350 w 514350"/>
                <a:gd name="connsiteY1" fmla="*/ 45539 h 63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4350" h="63013">
                  <a:moveTo>
                    <a:pt x="0" y="63013"/>
                  </a:moveTo>
                  <a:cubicBezTo>
                    <a:pt x="4233" y="5593"/>
                    <a:pt x="421217" y="-35832"/>
                    <a:pt x="514350" y="45539"/>
                  </a:cubicBezTo>
                </a:path>
              </a:pathLst>
            </a:custGeom>
            <a:solidFill>
              <a:srgbClr val="FFFF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02A098A-591B-EB6C-D391-BC28690EDA00}"/>
              </a:ext>
            </a:extLst>
          </p:cNvPr>
          <p:cNvGrpSpPr/>
          <p:nvPr/>
        </p:nvGrpSpPr>
        <p:grpSpPr>
          <a:xfrm>
            <a:off x="5298692" y="3110051"/>
            <a:ext cx="197171" cy="148015"/>
            <a:chOff x="5233636" y="3091144"/>
            <a:chExt cx="197171" cy="148015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910C9B7-8536-8F72-7D4D-0D7CA11D4A7C}"/>
                </a:ext>
              </a:extLst>
            </p:cNvPr>
            <p:cNvSpPr/>
            <p:nvPr/>
          </p:nvSpPr>
          <p:spPr>
            <a:xfrm>
              <a:off x="5233636" y="3102365"/>
              <a:ext cx="150249" cy="136794"/>
            </a:xfrm>
            <a:custGeom>
              <a:avLst/>
              <a:gdLst>
                <a:gd name="connsiteX0" fmla="*/ 0 w 123825"/>
                <a:gd name="connsiteY0" fmla="*/ 133350 h 133350"/>
                <a:gd name="connsiteX1" fmla="*/ 123825 w 123825"/>
                <a:gd name="connsiteY1" fmla="*/ 0 h 133350"/>
                <a:gd name="connsiteX2" fmla="*/ 123825 w 123825"/>
                <a:gd name="connsiteY2" fmla="*/ 0 h 133350"/>
                <a:gd name="connsiteX0" fmla="*/ 0 w 159544"/>
                <a:gd name="connsiteY0" fmla="*/ 145257 h 145257"/>
                <a:gd name="connsiteX1" fmla="*/ 159544 w 159544"/>
                <a:gd name="connsiteY1" fmla="*/ 0 h 145257"/>
                <a:gd name="connsiteX2" fmla="*/ 159544 w 159544"/>
                <a:gd name="connsiteY2" fmla="*/ 0 h 145257"/>
                <a:gd name="connsiteX0" fmla="*/ 0 w 159544"/>
                <a:gd name="connsiteY0" fmla="*/ 145257 h 145257"/>
                <a:gd name="connsiteX1" fmla="*/ 159544 w 159544"/>
                <a:gd name="connsiteY1" fmla="*/ 0 h 145257"/>
                <a:gd name="connsiteX2" fmla="*/ 159544 w 159544"/>
                <a:gd name="connsiteY2" fmla="*/ 0 h 145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9544" h="145257">
                  <a:moveTo>
                    <a:pt x="0" y="145257"/>
                  </a:moveTo>
                  <a:cubicBezTo>
                    <a:pt x="146050" y="139701"/>
                    <a:pt x="106363" y="48419"/>
                    <a:pt x="159544" y="0"/>
                  </a:cubicBezTo>
                  <a:lnTo>
                    <a:pt x="15954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2CC68DBF-A081-20F5-2AFA-22E6357D3458}"/>
                </a:ext>
              </a:extLst>
            </p:cNvPr>
            <p:cNvSpPr/>
            <p:nvPr/>
          </p:nvSpPr>
          <p:spPr>
            <a:xfrm rot="20109352">
              <a:off x="5287379" y="3091144"/>
              <a:ext cx="143428" cy="143428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36887E9-CD05-F499-5D94-529500DE6AD1}"/>
              </a:ext>
            </a:extLst>
          </p:cNvPr>
          <p:cNvGrpSpPr/>
          <p:nvPr/>
        </p:nvGrpSpPr>
        <p:grpSpPr>
          <a:xfrm>
            <a:off x="-651187" y="233591"/>
            <a:ext cx="3856417" cy="7305218"/>
            <a:chOff x="3427457" y="15241"/>
            <a:chExt cx="4094996" cy="7757159"/>
          </a:xfrm>
          <a:solidFill>
            <a:schemeClr val="bg1"/>
          </a:solidFill>
        </p:grpSpPr>
        <p:sp>
          <p:nvSpPr>
            <p:cNvPr id="46" name="Rectangle 16">
              <a:extLst>
                <a:ext uri="{FF2B5EF4-FFF2-40B4-BE49-F238E27FC236}">
                  <a16:creationId xmlns:a16="http://schemas.microsoft.com/office/drawing/2014/main" id="{4131DFF5-5F8F-0EAA-32E5-1C24EDBED361}"/>
                </a:ext>
              </a:extLst>
            </p:cNvPr>
            <p:cNvSpPr/>
            <p:nvPr/>
          </p:nvSpPr>
          <p:spPr>
            <a:xfrm>
              <a:off x="5804582" y="4152998"/>
              <a:ext cx="1380649" cy="1278512"/>
            </a:xfrm>
            <a:custGeom>
              <a:avLst/>
              <a:gdLst>
                <a:gd name="connsiteX0" fmla="*/ 0 w 667657"/>
                <a:gd name="connsiteY0" fmla="*/ 0 h 915812"/>
                <a:gd name="connsiteX1" fmla="*/ 667657 w 667657"/>
                <a:gd name="connsiteY1" fmla="*/ 0 h 915812"/>
                <a:gd name="connsiteX2" fmla="*/ 667657 w 667657"/>
                <a:gd name="connsiteY2" fmla="*/ 915812 h 915812"/>
                <a:gd name="connsiteX3" fmla="*/ 0 w 667657"/>
                <a:gd name="connsiteY3" fmla="*/ 915812 h 915812"/>
                <a:gd name="connsiteX4" fmla="*/ 0 w 667657"/>
                <a:gd name="connsiteY4" fmla="*/ 0 h 915812"/>
                <a:gd name="connsiteX0" fmla="*/ 0 w 1251857"/>
                <a:gd name="connsiteY0" fmla="*/ 584200 h 915812"/>
                <a:gd name="connsiteX1" fmla="*/ 1251857 w 1251857"/>
                <a:gd name="connsiteY1" fmla="*/ 0 h 915812"/>
                <a:gd name="connsiteX2" fmla="*/ 1251857 w 1251857"/>
                <a:gd name="connsiteY2" fmla="*/ 915812 h 915812"/>
                <a:gd name="connsiteX3" fmla="*/ 584200 w 1251857"/>
                <a:gd name="connsiteY3" fmla="*/ 915812 h 915812"/>
                <a:gd name="connsiteX4" fmla="*/ 0 w 1251857"/>
                <a:gd name="connsiteY4" fmla="*/ 584200 h 915812"/>
                <a:gd name="connsiteX0" fmla="*/ 0 w 1399495"/>
                <a:gd name="connsiteY0" fmla="*/ 584200 h 915812"/>
                <a:gd name="connsiteX1" fmla="*/ 1251857 w 1399495"/>
                <a:gd name="connsiteY1" fmla="*/ 0 h 915812"/>
                <a:gd name="connsiteX2" fmla="*/ 1399495 w 1399495"/>
                <a:gd name="connsiteY2" fmla="*/ 515762 h 915812"/>
                <a:gd name="connsiteX3" fmla="*/ 584200 w 1399495"/>
                <a:gd name="connsiteY3" fmla="*/ 915812 h 915812"/>
                <a:gd name="connsiteX4" fmla="*/ 0 w 1399495"/>
                <a:gd name="connsiteY4" fmla="*/ 584200 h 915812"/>
                <a:gd name="connsiteX0" fmla="*/ 0 w 1399495"/>
                <a:gd name="connsiteY0" fmla="*/ 436563 h 768175"/>
                <a:gd name="connsiteX1" fmla="*/ 1323295 w 1399495"/>
                <a:gd name="connsiteY1" fmla="*/ 0 h 768175"/>
                <a:gd name="connsiteX2" fmla="*/ 1399495 w 1399495"/>
                <a:gd name="connsiteY2" fmla="*/ 368125 h 768175"/>
                <a:gd name="connsiteX3" fmla="*/ 584200 w 1399495"/>
                <a:gd name="connsiteY3" fmla="*/ 768175 h 768175"/>
                <a:gd name="connsiteX4" fmla="*/ 0 w 1399495"/>
                <a:gd name="connsiteY4" fmla="*/ 436563 h 768175"/>
                <a:gd name="connsiteX0" fmla="*/ 0 w 1399495"/>
                <a:gd name="connsiteY0" fmla="*/ 693737 h 1025349"/>
                <a:gd name="connsiteX1" fmla="*/ 1143907 w 1399495"/>
                <a:gd name="connsiteY1" fmla="*/ 0 h 1025349"/>
                <a:gd name="connsiteX2" fmla="*/ 1323295 w 1399495"/>
                <a:gd name="connsiteY2" fmla="*/ 257174 h 1025349"/>
                <a:gd name="connsiteX3" fmla="*/ 1399495 w 1399495"/>
                <a:gd name="connsiteY3" fmla="*/ 625299 h 1025349"/>
                <a:gd name="connsiteX4" fmla="*/ 584200 w 1399495"/>
                <a:gd name="connsiteY4" fmla="*/ 1025349 h 1025349"/>
                <a:gd name="connsiteX5" fmla="*/ 0 w 1399495"/>
                <a:gd name="connsiteY5" fmla="*/ 693737 h 1025349"/>
                <a:gd name="connsiteX0" fmla="*/ 0 w 1399495"/>
                <a:gd name="connsiteY0" fmla="*/ 693737 h 1025349"/>
                <a:gd name="connsiteX1" fmla="*/ 1143907 w 1399495"/>
                <a:gd name="connsiteY1" fmla="*/ 0 h 1025349"/>
                <a:gd name="connsiteX2" fmla="*/ 1323295 w 1399495"/>
                <a:gd name="connsiteY2" fmla="*/ 257174 h 1025349"/>
                <a:gd name="connsiteX3" fmla="*/ 1399495 w 1399495"/>
                <a:gd name="connsiteY3" fmla="*/ 625299 h 1025349"/>
                <a:gd name="connsiteX4" fmla="*/ 584200 w 1399495"/>
                <a:gd name="connsiteY4" fmla="*/ 1025349 h 1025349"/>
                <a:gd name="connsiteX5" fmla="*/ 0 w 1399495"/>
                <a:gd name="connsiteY5" fmla="*/ 693737 h 1025349"/>
                <a:gd name="connsiteX0" fmla="*/ 0 w 1251857"/>
                <a:gd name="connsiteY0" fmla="*/ 712787 h 1025349"/>
                <a:gd name="connsiteX1" fmla="*/ 996269 w 1251857"/>
                <a:gd name="connsiteY1" fmla="*/ 0 h 1025349"/>
                <a:gd name="connsiteX2" fmla="*/ 1175657 w 1251857"/>
                <a:gd name="connsiteY2" fmla="*/ 257174 h 1025349"/>
                <a:gd name="connsiteX3" fmla="*/ 1251857 w 1251857"/>
                <a:gd name="connsiteY3" fmla="*/ 625299 h 1025349"/>
                <a:gd name="connsiteX4" fmla="*/ 436562 w 1251857"/>
                <a:gd name="connsiteY4" fmla="*/ 1025349 h 1025349"/>
                <a:gd name="connsiteX5" fmla="*/ 0 w 1251857"/>
                <a:gd name="connsiteY5" fmla="*/ 712787 h 1025349"/>
                <a:gd name="connsiteX0" fmla="*/ 0 w 1251857"/>
                <a:gd name="connsiteY0" fmla="*/ 721881 h 1034443"/>
                <a:gd name="connsiteX1" fmla="*/ 996269 w 1251857"/>
                <a:gd name="connsiteY1" fmla="*/ 9094 h 1034443"/>
                <a:gd name="connsiteX2" fmla="*/ 1175657 w 1251857"/>
                <a:gd name="connsiteY2" fmla="*/ 266268 h 1034443"/>
                <a:gd name="connsiteX3" fmla="*/ 1251857 w 1251857"/>
                <a:gd name="connsiteY3" fmla="*/ 634393 h 1034443"/>
                <a:gd name="connsiteX4" fmla="*/ 436562 w 1251857"/>
                <a:gd name="connsiteY4" fmla="*/ 1034443 h 1034443"/>
                <a:gd name="connsiteX5" fmla="*/ 0 w 1251857"/>
                <a:gd name="connsiteY5" fmla="*/ 721881 h 1034443"/>
                <a:gd name="connsiteX0" fmla="*/ 0 w 1251857"/>
                <a:gd name="connsiteY0" fmla="*/ 946053 h 1258615"/>
                <a:gd name="connsiteX1" fmla="*/ 996269 w 1251857"/>
                <a:gd name="connsiteY1" fmla="*/ 233266 h 1258615"/>
                <a:gd name="connsiteX2" fmla="*/ 1175657 w 1251857"/>
                <a:gd name="connsiteY2" fmla="*/ 490440 h 1258615"/>
                <a:gd name="connsiteX3" fmla="*/ 1251857 w 1251857"/>
                <a:gd name="connsiteY3" fmla="*/ 858565 h 1258615"/>
                <a:gd name="connsiteX4" fmla="*/ 436562 w 1251857"/>
                <a:gd name="connsiteY4" fmla="*/ 1258615 h 1258615"/>
                <a:gd name="connsiteX5" fmla="*/ 0 w 1251857"/>
                <a:gd name="connsiteY5" fmla="*/ 946053 h 1258615"/>
                <a:gd name="connsiteX0" fmla="*/ 0 w 1251857"/>
                <a:gd name="connsiteY0" fmla="*/ 946053 h 1258615"/>
                <a:gd name="connsiteX1" fmla="*/ 996269 w 1251857"/>
                <a:gd name="connsiteY1" fmla="*/ 233266 h 1258615"/>
                <a:gd name="connsiteX2" fmla="*/ 1175657 w 1251857"/>
                <a:gd name="connsiteY2" fmla="*/ 490440 h 1258615"/>
                <a:gd name="connsiteX3" fmla="*/ 1251857 w 1251857"/>
                <a:gd name="connsiteY3" fmla="*/ 858565 h 1258615"/>
                <a:gd name="connsiteX4" fmla="*/ 436562 w 1251857"/>
                <a:gd name="connsiteY4" fmla="*/ 1258615 h 1258615"/>
                <a:gd name="connsiteX5" fmla="*/ 0 w 1251857"/>
                <a:gd name="connsiteY5" fmla="*/ 946053 h 1258615"/>
                <a:gd name="connsiteX0" fmla="*/ 0 w 1323582"/>
                <a:gd name="connsiteY0" fmla="*/ 946053 h 1258615"/>
                <a:gd name="connsiteX1" fmla="*/ 996269 w 1323582"/>
                <a:gd name="connsiteY1" fmla="*/ 233266 h 1258615"/>
                <a:gd name="connsiteX2" fmla="*/ 1175657 w 1323582"/>
                <a:gd name="connsiteY2" fmla="*/ 490440 h 1258615"/>
                <a:gd name="connsiteX3" fmla="*/ 1251857 w 1323582"/>
                <a:gd name="connsiteY3" fmla="*/ 858565 h 1258615"/>
                <a:gd name="connsiteX4" fmla="*/ 436562 w 1323582"/>
                <a:gd name="connsiteY4" fmla="*/ 1258615 h 1258615"/>
                <a:gd name="connsiteX5" fmla="*/ 0 w 1323582"/>
                <a:gd name="connsiteY5" fmla="*/ 946053 h 1258615"/>
                <a:gd name="connsiteX0" fmla="*/ 0 w 1323582"/>
                <a:gd name="connsiteY0" fmla="*/ 946053 h 1206227"/>
                <a:gd name="connsiteX1" fmla="*/ 996269 w 1323582"/>
                <a:gd name="connsiteY1" fmla="*/ 233266 h 1206227"/>
                <a:gd name="connsiteX2" fmla="*/ 1175657 w 1323582"/>
                <a:gd name="connsiteY2" fmla="*/ 490440 h 1206227"/>
                <a:gd name="connsiteX3" fmla="*/ 1251857 w 1323582"/>
                <a:gd name="connsiteY3" fmla="*/ 858565 h 1206227"/>
                <a:gd name="connsiteX4" fmla="*/ 255587 w 1323582"/>
                <a:gd name="connsiteY4" fmla="*/ 1206227 h 1206227"/>
                <a:gd name="connsiteX5" fmla="*/ 0 w 1323582"/>
                <a:gd name="connsiteY5" fmla="*/ 946053 h 1206227"/>
                <a:gd name="connsiteX0" fmla="*/ 0 w 1323582"/>
                <a:gd name="connsiteY0" fmla="*/ 946053 h 1270229"/>
                <a:gd name="connsiteX1" fmla="*/ 996269 w 1323582"/>
                <a:gd name="connsiteY1" fmla="*/ 233266 h 1270229"/>
                <a:gd name="connsiteX2" fmla="*/ 1175657 w 1323582"/>
                <a:gd name="connsiteY2" fmla="*/ 490440 h 1270229"/>
                <a:gd name="connsiteX3" fmla="*/ 1251857 w 1323582"/>
                <a:gd name="connsiteY3" fmla="*/ 858565 h 1270229"/>
                <a:gd name="connsiteX4" fmla="*/ 255587 w 1323582"/>
                <a:gd name="connsiteY4" fmla="*/ 1206227 h 1270229"/>
                <a:gd name="connsiteX5" fmla="*/ 0 w 1323582"/>
                <a:gd name="connsiteY5" fmla="*/ 946053 h 1270229"/>
                <a:gd name="connsiteX0" fmla="*/ 0 w 1380649"/>
                <a:gd name="connsiteY0" fmla="*/ 946053 h 1278512"/>
                <a:gd name="connsiteX1" fmla="*/ 996269 w 1380649"/>
                <a:gd name="connsiteY1" fmla="*/ 233266 h 1278512"/>
                <a:gd name="connsiteX2" fmla="*/ 1175657 w 1380649"/>
                <a:gd name="connsiteY2" fmla="*/ 490440 h 1278512"/>
                <a:gd name="connsiteX3" fmla="*/ 1251857 w 1380649"/>
                <a:gd name="connsiteY3" fmla="*/ 858565 h 1278512"/>
                <a:gd name="connsiteX4" fmla="*/ 255587 w 1380649"/>
                <a:gd name="connsiteY4" fmla="*/ 1206227 h 1278512"/>
                <a:gd name="connsiteX5" fmla="*/ 0 w 1380649"/>
                <a:gd name="connsiteY5" fmla="*/ 946053 h 1278512"/>
                <a:gd name="connsiteX0" fmla="*/ 0 w 1380649"/>
                <a:gd name="connsiteY0" fmla="*/ 946053 h 1278512"/>
                <a:gd name="connsiteX1" fmla="*/ 996269 w 1380649"/>
                <a:gd name="connsiteY1" fmla="*/ 233266 h 1278512"/>
                <a:gd name="connsiteX2" fmla="*/ 1156607 w 1380649"/>
                <a:gd name="connsiteY2" fmla="*/ 509490 h 1278512"/>
                <a:gd name="connsiteX3" fmla="*/ 1251857 w 1380649"/>
                <a:gd name="connsiteY3" fmla="*/ 858565 h 1278512"/>
                <a:gd name="connsiteX4" fmla="*/ 255587 w 1380649"/>
                <a:gd name="connsiteY4" fmla="*/ 1206227 h 1278512"/>
                <a:gd name="connsiteX5" fmla="*/ 0 w 1380649"/>
                <a:gd name="connsiteY5" fmla="*/ 946053 h 1278512"/>
                <a:gd name="connsiteX0" fmla="*/ 0 w 1380649"/>
                <a:gd name="connsiteY0" fmla="*/ 946053 h 1278512"/>
                <a:gd name="connsiteX1" fmla="*/ 996269 w 1380649"/>
                <a:gd name="connsiteY1" fmla="*/ 233266 h 1278512"/>
                <a:gd name="connsiteX2" fmla="*/ 1156607 w 1380649"/>
                <a:gd name="connsiteY2" fmla="*/ 509490 h 1278512"/>
                <a:gd name="connsiteX3" fmla="*/ 1251857 w 1380649"/>
                <a:gd name="connsiteY3" fmla="*/ 858565 h 1278512"/>
                <a:gd name="connsiteX4" fmla="*/ 255587 w 1380649"/>
                <a:gd name="connsiteY4" fmla="*/ 1206227 h 1278512"/>
                <a:gd name="connsiteX5" fmla="*/ 0 w 1380649"/>
                <a:gd name="connsiteY5" fmla="*/ 946053 h 127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0649" h="1278512">
                  <a:moveTo>
                    <a:pt x="0" y="946053"/>
                  </a:moveTo>
                  <a:cubicBezTo>
                    <a:pt x="338439" y="-91643"/>
                    <a:pt x="1134079" y="-186363"/>
                    <a:pt x="996269" y="233266"/>
                  </a:cubicBezTo>
                  <a:cubicBezTo>
                    <a:pt x="1256090" y="357091"/>
                    <a:pt x="1096811" y="423765"/>
                    <a:pt x="1156607" y="509490"/>
                  </a:cubicBezTo>
                  <a:cubicBezTo>
                    <a:pt x="1453469" y="741736"/>
                    <a:pt x="1259795" y="797769"/>
                    <a:pt x="1251857" y="858565"/>
                  </a:cubicBezTo>
                  <a:cubicBezTo>
                    <a:pt x="1429355" y="1055415"/>
                    <a:pt x="1640190" y="1438002"/>
                    <a:pt x="255587" y="1206227"/>
                  </a:cubicBezTo>
                  <a:lnTo>
                    <a:pt x="0" y="946053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15">
              <a:extLst>
                <a:ext uri="{FF2B5EF4-FFF2-40B4-BE49-F238E27FC236}">
                  <a16:creationId xmlns:a16="http://schemas.microsoft.com/office/drawing/2014/main" id="{1CC79E64-0225-164B-0EEA-AA9AB01CDB0E}"/>
                </a:ext>
              </a:extLst>
            </p:cNvPr>
            <p:cNvSpPr/>
            <p:nvPr/>
          </p:nvSpPr>
          <p:spPr>
            <a:xfrm>
              <a:off x="5049218" y="15241"/>
              <a:ext cx="2473235" cy="4584377"/>
            </a:xfrm>
            <a:custGeom>
              <a:avLst/>
              <a:gdLst>
                <a:gd name="connsiteX0" fmla="*/ 0 w 2656115"/>
                <a:gd name="connsiteY0" fmla="*/ 0 h 2704197"/>
                <a:gd name="connsiteX1" fmla="*/ 2656115 w 2656115"/>
                <a:gd name="connsiteY1" fmla="*/ 0 h 2704197"/>
                <a:gd name="connsiteX2" fmla="*/ 2656115 w 2656115"/>
                <a:gd name="connsiteY2" fmla="*/ 2704197 h 2704197"/>
                <a:gd name="connsiteX3" fmla="*/ 0 w 2656115"/>
                <a:gd name="connsiteY3" fmla="*/ 2704197 h 2704197"/>
                <a:gd name="connsiteX4" fmla="*/ 0 w 2656115"/>
                <a:gd name="connsiteY4" fmla="*/ 0 h 2704197"/>
                <a:gd name="connsiteX0" fmla="*/ 0 w 2922815"/>
                <a:gd name="connsiteY0" fmla="*/ 0 h 2772777"/>
                <a:gd name="connsiteX1" fmla="*/ 2922815 w 2922815"/>
                <a:gd name="connsiteY1" fmla="*/ 68580 h 2772777"/>
                <a:gd name="connsiteX2" fmla="*/ 2922815 w 2922815"/>
                <a:gd name="connsiteY2" fmla="*/ 2772777 h 2772777"/>
                <a:gd name="connsiteX3" fmla="*/ 266700 w 2922815"/>
                <a:gd name="connsiteY3" fmla="*/ 2772777 h 2772777"/>
                <a:gd name="connsiteX4" fmla="*/ 0 w 2922815"/>
                <a:gd name="connsiteY4" fmla="*/ 0 h 2772777"/>
                <a:gd name="connsiteX0" fmla="*/ 0 w 2922815"/>
                <a:gd name="connsiteY0" fmla="*/ 0 h 2772777"/>
                <a:gd name="connsiteX1" fmla="*/ 2922815 w 2922815"/>
                <a:gd name="connsiteY1" fmla="*/ 68580 h 2772777"/>
                <a:gd name="connsiteX2" fmla="*/ 2922815 w 2922815"/>
                <a:gd name="connsiteY2" fmla="*/ 2772777 h 2772777"/>
                <a:gd name="connsiteX3" fmla="*/ 266700 w 2922815"/>
                <a:gd name="connsiteY3" fmla="*/ 2772777 h 2772777"/>
                <a:gd name="connsiteX4" fmla="*/ 155241 w 2922815"/>
                <a:gd name="connsiteY4" fmla="*/ 947722 h 2772777"/>
                <a:gd name="connsiteX5" fmla="*/ 0 w 2922815"/>
                <a:gd name="connsiteY5" fmla="*/ 0 h 2772777"/>
                <a:gd name="connsiteX0" fmla="*/ 0 w 2922815"/>
                <a:gd name="connsiteY0" fmla="*/ 187704 h 2960481"/>
                <a:gd name="connsiteX1" fmla="*/ 978201 w 2922815"/>
                <a:gd name="connsiteY1" fmla="*/ 46 h 2960481"/>
                <a:gd name="connsiteX2" fmla="*/ 2922815 w 2922815"/>
                <a:gd name="connsiteY2" fmla="*/ 256284 h 2960481"/>
                <a:gd name="connsiteX3" fmla="*/ 2922815 w 2922815"/>
                <a:gd name="connsiteY3" fmla="*/ 2960481 h 2960481"/>
                <a:gd name="connsiteX4" fmla="*/ 266700 w 2922815"/>
                <a:gd name="connsiteY4" fmla="*/ 2960481 h 2960481"/>
                <a:gd name="connsiteX5" fmla="*/ 155241 w 2922815"/>
                <a:gd name="connsiteY5" fmla="*/ 1135426 h 2960481"/>
                <a:gd name="connsiteX6" fmla="*/ 0 w 2922815"/>
                <a:gd name="connsiteY6" fmla="*/ 187704 h 2960481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2922815 w 2922815"/>
                <a:gd name="connsiteY2" fmla="*/ 256238 h 2960435"/>
                <a:gd name="connsiteX3" fmla="*/ 2922815 w 2922815"/>
                <a:gd name="connsiteY3" fmla="*/ 2960435 h 2960435"/>
                <a:gd name="connsiteX4" fmla="*/ 266700 w 2922815"/>
                <a:gd name="connsiteY4" fmla="*/ 2960435 h 2960435"/>
                <a:gd name="connsiteX5" fmla="*/ 155241 w 2922815"/>
                <a:gd name="connsiteY5" fmla="*/ 1135380 h 2960435"/>
                <a:gd name="connsiteX6" fmla="*/ 0 w 2922815"/>
                <a:gd name="connsiteY6" fmla="*/ 187658 h 2960435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2922815 w 2922815"/>
                <a:gd name="connsiteY2" fmla="*/ 256238 h 2960435"/>
                <a:gd name="connsiteX3" fmla="*/ 2922815 w 2922815"/>
                <a:gd name="connsiteY3" fmla="*/ 2960435 h 2960435"/>
                <a:gd name="connsiteX4" fmla="*/ 266700 w 2922815"/>
                <a:gd name="connsiteY4" fmla="*/ 2960435 h 2960435"/>
                <a:gd name="connsiteX5" fmla="*/ 155241 w 2922815"/>
                <a:gd name="connsiteY5" fmla="*/ 1135380 h 2960435"/>
                <a:gd name="connsiteX6" fmla="*/ 0 w 2922815"/>
                <a:gd name="connsiteY6" fmla="*/ 187658 h 2960435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2922815 w 2922815"/>
                <a:gd name="connsiteY2" fmla="*/ 256238 h 2960435"/>
                <a:gd name="connsiteX3" fmla="*/ 2922815 w 2922815"/>
                <a:gd name="connsiteY3" fmla="*/ 2960435 h 2960435"/>
                <a:gd name="connsiteX4" fmla="*/ 266700 w 2922815"/>
                <a:gd name="connsiteY4" fmla="*/ 2960435 h 2960435"/>
                <a:gd name="connsiteX5" fmla="*/ 155241 w 2922815"/>
                <a:gd name="connsiteY5" fmla="*/ 1135380 h 2960435"/>
                <a:gd name="connsiteX6" fmla="*/ 0 w 2922815"/>
                <a:gd name="connsiteY6" fmla="*/ 187658 h 2960435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1961181 w 2922815"/>
                <a:gd name="connsiteY2" fmla="*/ 487680 h 2960435"/>
                <a:gd name="connsiteX3" fmla="*/ 2922815 w 2922815"/>
                <a:gd name="connsiteY3" fmla="*/ 256238 h 2960435"/>
                <a:gd name="connsiteX4" fmla="*/ 2922815 w 2922815"/>
                <a:gd name="connsiteY4" fmla="*/ 2960435 h 2960435"/>
                <a:gd name="connsiteX5" fmla="*/ 266700 w 2922815"/>
                <a:gd name="connsiteY5" fmla="*/ 2960435 h 2960435"/>
                <a:gd name="connsiteX6" fmla="*/ 155241 w 2922815"/>
                <a:gd name="connsiteY6" fmla="*/ 1135380 h 2960435"/>
                <a:gd name="connsiteX7" fmla="*/ 0 w 2922815"/>
                <a:gd name="connsiteY7" fmla="*/ 187658 h 2960435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1961181 w 2922815"/>
                <a:gd name="connsiteY2" fmla="*/ 487680 h 2960435"/>
                <a:gd name="connsiteX3" fmla="*/ 2473235 w 2922815"/>
                <a:gd name="connsiteY3" fmla="*/ 1422098 h 2960435"/>
                <a:gd name="connsiteX4" fmla="*/ 2922815 w 2922815"/>
                <a:gd name="connsiteY4" fmla="*/ 2960435 h 2960435"/>
                <a:gd name="connsiteX5" fmla="*/ 266700 w 2922815"/>
                <a:gd name="connsiteY5" fmla="*/ 2960435 h 2960435"/>
                <a:gd name="connsiteX6" fmla="*/ 155241 w 2922815"/>
                <a:gd name="connsiteY6" fmla="*/ 1135380 h 2960435"/>
                <a:gd name="connsiteX7" fmla="*/ 0 w 2922815"/>
                <a:gd name="connsiteY7" fmla="*/ 187658 h 2960435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1961181 w 2922815"/>
                <a:gd name="connsiteY2" fmla="*/ 487680 h 2960435"/>
                <a:gd name="connsiteX3" fmla="*/ 2473235 w 2922815"/>
                <a:gd name="connsiteY3" fmla="*/ 1422098 h 2960435"/>
                <a:gd name="connsiteX4" fmla="*/ 2464101 w 2922815"/>
                <a:gd name="connsiteY4" fmla="*/ 2430780 h 2960435"/>
                <a:gd name="connsiteX5" fmla="*/ 2922815 w 2922815"/>
                <a:gd name="connsiteY5" fmla="*/ 2960435 h 2960435"/>
                <a:gd name="connsiteX6" fmla="*/ 266700 w 2922815"/>
                <a:gd name="connsiteY6" fmla="*/ 2960435 h 2960435"/>
                <a:gd name="connsiteX7" fmla="*/ 155241 w 2922815"/>
                <a:gd name="connsiteY7" fmla="*/ 1135380 h 2960435"/>
                <a:gd name="connsiteX8" fmla="*/ 0 w 2922815"/>
                <a:gd name="connsiteY8" fmla="*/ 187658 h 2960435"/>
                <a:gd name="connsiteX0" fmla="*/ 0 w 2494816"/>
                <a:gd name="connsiteY0" fmla="*/ 187658 h 3290635"/>
                <a:gd name="connsiteX1" fmla="*/ 978201 w 2494816"/>
                <a:gd name="connsiteY1" fmla="*/ 0 h 3290635"/>
                <a:gd name="connsiteX2" fmla="*/ 1961181 w 2494816"/>
                <a:gd name="connsiteY2" fmla="*/ 487680 h 3290635"/>
                <a:gd name="connsiteX3" fmla="*/ 2473235 w 2494816"/>
                <a:gd name="connsiteY3" fmla="*/ 1422098 h 3290635"/>
                <a:gd name="connsiteX4" fmla="*/ 2464101 w 2494816"/>
                <a:gd name="connsiteY4" fmla="*/ 2430780 h 3290635"/>
                <a:gd name="connsiteX5" fmla="*/ 2097315 w 2494816"/>
                <a:gd name="connsiteY5" fmla="*/ 3290635 h 3290635"/>
                <a:gd name="connsiteX6" fmla="*/ 266700 w 2494816"/>
                <a:gd name="connsiteY6" fmla="*/ 2960435 h 3290635"/>
                <a:gd name="connsiteX7" fmla="*/ 155241 w 2494816"/>
                <a:gd name="connsiteY7" fmla="*/ 1135380 h 3290635"/>
                <a:gd name="connsiteX8" fmla="*/ 0 w 2494816"/>
                <a:gd name="connsiteY8" fmla="*/ 187658 h 3290635"/>
                <a:gd name="connsiteX0" fmla="*/ 0 w 2494816"/>
                <a:gd name="connsiteY0" fmla="*/ 187658 h 3710074"/>
                <a:gd name="connsiteX1" fmla="*/ 978201 w 2494816"/>
                <a:gd name="connsiteY1" fmla="*/ 0 h 3710074"/>
                <a:gd name="connsiteX2" fmla="*/ 1961181 w 2494816"/>
                <a:gd name="connsiteY2" fmla="*/ 487680 h 3710074"/>
                <a:gd name="connsiteX3" fmla="*/ 2473235 w 2494816"/>
                <a:gd name="connsiteY3" fmla="*/ 1422098 h 3710074"/>
                <a:gd name="connsiteX4" fmla="*/ 2464101 w 2494816"/>
                <a:gd name="connsiteY4" fmla="*/ 2430780 h 3710074"/>
                <a:gd name="connsiteX5" fmla="*/ 2097315 w 2494816"/>
                <a:gd name="connsiteY5" fmla="*/ 3290635 h 3710074"/>
                <a:gd name="connsiteX6" fmla="*/ 1389681 w 2494816"/>
                <a:gd name="connsiteY6" fmla="*/ 3705860 h 3710074"/>
                <a:gd name="connsiteX7" fmla="*/ 266700 w 2494816"/>
                <a:gd name="connsiteY7" fmla="*/ 2960435 h 3710074"/>
                <a:gd name="connsiteX8" fmla="*/ 155241 w 2494816"/>
                <a:gd name="connsiteY8" fmla="*/ 1135380 h 3710074"/>
                <a:gd name="connsiteX9" fmla="*/ 0 w 2494816"/>
                <a:gd name="connsiteY9" fmla="*/ 187658 h 3710074"/>
                <a:gd name="connsiteX0" fmla="*/ 0 w 2494816"/>
                <a:gd name="connsiteY0" fmla="*/ 187658 h 4255240"/>
                <a:gd name="connsiteX1" fmla="*/ 978201 w 2494816"/>
                <a:gd name="connsiteY1" fmla="*/ 0 h 4255240"/>
                <a:gd name="connsiteX2" fmla="*/ 1961181 w 2494816"/>
                <a:gd name="connsiteY2" fmla="*/ 487680 h 4255240"/>
                <a:gd name="connsiteX3" fmla="*/ 2473235 w 2494816"/>
                <a:gd name="connsiteY3" fmla="*/ 1422098 h 4255240"/>
                <a:gd name="connsiteX4" fmla="*/ 2464101 w 2494816"/>
                <a:gd name="connsiteY4" fmla="*/ 2430780 h 4255240"/>
                <a:gd name="connsiteX5" fmla="*/ 2097315 w 2494816"/>
                <a:gd name="connsiteY5" fmla="*/ 3290635 h 4255240"/>
                <a:gd name="connsiteX6" fmla="*/ 1389681 w 2494816"/>
                <a:gd name="connsiteY6" fmla="*/ 3705860 h 4255240"/>
                <a:gd name="connsiteX7" fmla="*/ 1059481 w 2494816"/>
                <a:gd name="connsiteY7" fmla="*/ 4251959 h 4255240"/>
                <a:gd name="connsiteX8" fmla="*/ 266700 w 2494816"/>
                <a:gd name="connsiteY8" fmla="*/ 2960435 h 4255240"/>
                <a:gd name="connsiteX9" fmla="*/ 155241 w 2494816"/>
                <a:gd name="connsiteY9" fmla="*/ 1135380 h 4255240"/>
                <a:gd name="connsiteX10" fmla="*/ 0 w 2494816"/>
                <a:gd name="connsiteY10" fmla="*/ 187658 h 4255240"/>
                <a:gd name="connsiteX0" fmla="*/ 0 w 2494816"/>
                <a:gd name="connsiteY0" fmla="*/ 187658 h 4619019"/>
                <a:gd name="connsiteX1" fmla="*/ 978201 w 2494816"/>
                <a:gd name="connsiteY1" fmla="*/ 0 h 4619019"/>
                <a:gd name="connsiteX2" fmla="*/ 1961181 w 2494816"/>
                <a:gd name="connsiteY2" fmla="*/ 487680 h 4619019"/>
                <a:gd name="connsiteX3" fmla="*/ 2473235 w 2494816"/>
                <a:gd name="connsiteY3" fmla="*/ 1422098 h 4619019"/>
                <a:gd name="connsiteX4" fmla="*/ 2464101 w 2494816"/>
                <a:gd name="connsiteY4" fmla="*/ 2430780 h 4619019"/>
                <a:gd name="connsiteX5" fmla="*/ 2097315 w 2494816"/>
                <a:gd name="connsiteY5" fmla="*/ 3290635 h 4619019"/>
                <a:gd name="connsiteX6" fmla="*/ 1389681 w 2494816"/>
                <a:gd name="connsiteY6" fmla="*/ 3705860 h 4619019"/>
                <a:gd name="connsiteX7" fmla="*/ 1059481 w 2494816"/>
                <a:gd name="connsiteY7" fmla="*/ 4251959 h 4619019"/>
                <a:gd name="connsiteX8" fmla="*/ 399081 w 2494816"/>
                <a:gd name="connsiteY8" fmla="*/ 4582159 h 4619019"/>
                <a:gd name="connsiteX9" fmla="*/ 266700 w 2494816"/>
                <a:gd name="connsiteY9" fmla="*/ 2960435 h 4619019"/>
                <a:gd name="connsiteX10" fmla="*/ 155241 w 2494816"/>
                <a:gd name="connsiteY10" fmla="*/ 1135380 h 4619019"/>
                <a:gd name="connsiteX11" fmla="*/ 0 w 2494816"/>
                <a:gd name="connsiteY11" fmla="*/ 187658 h 4619019"/>
                <a:gd name="connsiteX0" fmla="*/ 0 w 2494816"/>
                <a:gd name="connsiteY0" fmla="*/ 187658 h 4584377"/>
                <a:gd name="connsiteX1" fmla="*/ 978201 w 2494816"/>
                <a:gd name="connsiteY1" fmla="*/ 0 h 4584377"/>
                <a:gd name="connsiteX2" fmla="*/ 1961181 w 2494816"/>
                <a:gd name="connsiteY2" fmla="*/ 487680 h 4584377"/>
                <a:gd name="connsiteX3" fmla="*/ 2473235 w 2494816"/>
                <a:gd name="connsiteY3" fmla="*/ 1422098 h 4584377"/>
                <a:gd name="connsiteX4" fmla="*/ 2464101 w 2494816"/>
                <a:gd name="connsiteY4" fmla="*/ 2430780 h 4584377"/>
                <a:gd name="connsiteX5" fmla="*/ 2097315 w 2494816"/>
                <a:gd name="connsiteY5" fmla="*/ 3290635 h 4584377"/>
                <a:gd name="connsiteX6" fmla="*/ 1389681 w 2494816"/>
                <a:gd name="connsiteY6" fmla="*/ 3705860 h 4584377"/>
                <a:gd name="connsiteX7" fmla="*/ 1059481 w 2494816"/>
                <a:gd name="connsiteY7" fmla="*/ 4251959 h 4584377"/>
                <a:gd name="connsiteX8" fmla="*/ 399081 w 2494816"/>
                <a:gd name="connsiteY8" fmla="*/ 4582159 h 4584377"/>
                <a:gd name="connsiteX9" fmla="*/ 266700 w 2494816"/>
                <a:gd name="connsiteY9" fmla="*/ 2960435 h 4584377"/>
                <a:gd name="connsiteX10" fmla="*/ 155241 w 2494816"/>
                <a:gd name="connsiteY10" fmla="*/ 1135380 h 4584377"/>
                <a:gd name="connsiteX11" fmla="*/ 0 w 2494816"/>
                <a:gd name="connsiteY11" fmla="*/ 187658 h 4584377"/>
                <a:gd name="connsiteX0" fmla="*/ 0 w 2494816"/>
                <a:gd name="connsiteY0" fmla="*/ 187658 h 4584377"/>
                <a:gd name="connsiteX1" fmla="*/ 978201 w 2494816"/>
                <a:gd name="connsiteY1" fmla="*/ 0 h 4584377"/>
                <a:gd name="connsiteX2" fmla="*/ 1961181 w 2494816"/>
                <a:gd name="connsiteY2" fmla="*/ 487680 h 4584377"/>
                <a:gd name="connsiteX3" fmla="*/ 2473235 w 2494816"/>
                <a:gd name="connsiteY3" fmla="*/ 1422098 h 4584377"/>
                <a:gd name="connsiteX4" fmla="*/ 2464101 w 2494816"/>
                <a:gd name="connsiteY4" fmla="*/ 2430780 h 4584377"/>
                <a:gd name="connsiteX5" fmla="*/ 2097315 w 2494816"/>
                <a:gd name="connsiteY5" fmla="*/ 3290635 h 4584377"/>
                <a:gd name="connsiteX6" fmla="*/ 1389681 w 2494816"/>
                <a:gd name="connsiteY6" fmla="*/ 3705860 h 4584377"/>
                <a:gd name="connsiteX7" fmla="*/ 1059481 w 2494816"/>
                <a:gd name="connsiteY7" fmla="*/ 4251959 h 4584377"/>
                <a:gd name="connsiteX8" fmla="*/ 399081 w 2494816"/>
                <a:gd name="connsiteY8" fmla="*/ 4582159 h 4584377"/>
                <a:gd name="connsiteX9" fmla="*/ 266700 w 2494816"/>
                <a:gd name="connsiteY9" fmla="*/ 2960435 h 4584377"/>
                <a:gd name="connsiteX10" fmla="*/ 155241 w 2494816"/>
                <a:gd name="connsiteY10" fmla="*/ 1135380 h 4584377"/>
                <a:gd name="connsiteX11" fmla="*/ 0 w 2494816"/>
                <a:gd name="connsiteY11" fmla="*/ 187658 h 4584377"/>
                <a:gd name="connsiteX0" fmla="*/ 0 w 2494816"/>
                <a:gd name="connsiteY0" fmla="*/ 187658 h 4584377"/>
                <a:gd name="connsiteX1" fmla="*/ 978201 w 2494816"/>
                <a:gd name="connsiteY1" fmla="*/ 0 h 4584377"/>
                <a:gd name="connsiteX2" fmla="*/ 1961181 w 2494816"/>
                <a:gd name="connsiteY2" fmla="*/ 487680 h 4584377"/>
                <a:gd name="connsiteX3" fmla="*/ 2473235 w 2494816"/>
                <a:gd name="connsiteY3" fmla="*/ 1422098 h 4584377"/>
                <a:gd name="connsiteX4" fmla="*/ 2464101 w 2494816"/>
                <a:gd name="connsiteY4" fmla="*/ 2430780 h 4584377"/>
                <a:gd name="connsiteX5" fmla="*/ 2097315 w 2494816"/>
                <a:gd name="connsiteY5" fmla="*/ 3290635 h 4584377"/>
                <a:gd name="connsiteX6" fmla="*/ 1389681 w 2494816"/>
                <a:gd name="connsiteY6" fmla="*/ 3705860 h 4584377"/>
                <a:gd name="connsiteX7" fmla="*/ 1059481 w 2494816"/>
                <a:gd name="connsiteY7" fmla="*/ 4251959 h 4584377"/>
                <a:gd name="connsiteX8" fmla="*/ 399081 w 2494816"/>
                <a:gd name="connsiteY8" fmla="*/ 4582159 h 4584377"/>
                <a:gd name="connsiteX9" fmla="*/ 266700 w 2494816"/>
                <a:gd name="connsiteY9" fmla="*/ 2960435 h 4584377"/>
                <a:gd name="connsiteX10" fmla="*/ 155241 w 2494816"/>
                <a:gd name="connsiteY10" fmla="*/ 1135380 h 4584377"/>
                <a:gd name="connsiteX11" fmla="*/ 0 w 2494816"/>
                <a:gd name="connsiteY11" fmla="*/ 187658 h 4584377"/>
                <a:gd name="connsiteX0" fmla="*/ 0 w 2494816"/>
                <a:gd name="connsiteY0" fmla="*/ 187658 h 4584377"/>
                <a:gd name="connsiteX1" fmla="*/ 978201 w 2494816"/>
                <a:gd name="connsiteY1" fmla="*/ 0 h 4584377"/>
                <a:gd name="connsiteX2" fmla="*/ 1961181 w 2494816"/>
                <a:gd name="connsiteY2" fmla="*/ 487680 h 4584377"/>
                <a:gd name="connsiteX3" fmla="*/ 2473235 w 2494816"/>
                <a:gd name="connsiteY3" fmla="*/ 1422098 h 4584377"/>
                <a:gd name="connsiteX4" fmla="*/ 2464101 w 2494816"/>
                <a:gd name="connsiteY4" fmla="*/ 2430780 h 4584377"/>
                <a:gd name="connsiteX5" fmla="*/ 2097315 w 2494816"/>
                <a:gd name="connsiteY5" fmla="*/ 3290635 h 4584377"/>
                <a:gd name="connsiteX6" fmla="*/ 1389681 w 2494816"/>
                <a:gd name="connsiteY6" fmla="*/ 3705860 h 4584377"/>
                <a:gd name="connsiteX7" fmla="*/ 1059481 w 2494816"/>
                <a:gd name="connsiteY7" fmla="*/ 4251959 h 4584377"/>
                <a:gd name="connsiteX8" fmla="*/ 399081 w 2494816"/>
                <a:gd name="connsiteY8" fmla="*/ 4582159 h 4584377"/>
                <a:gd name="connsiteX9" fmla="*/ 266700 w 2494816"/>
                <a:gd name="connsiteY9" fmla="*/ 2960435 h 4584377"/>
                <a:gd name="connsiteX10" fmla="*/ 155241 w 2494816"/>
                <a:gd name="connsiteY10" fmla="*/ 1135380 h 4584377"/>
                <a:gd name="connsiteX11" fmla="*/ 0 w 2494816"/>
                <a:gd name="connsiteY11" fmla="*/ 187658 h 4584377"/>
                <a:gd name="connsiteX0" fmla="*/ 0 w 2494816"/>
                <a:gd name="connsiteY0" fmla="*/ 187658 h 4584377"/>
                <a:gd name="connsiteX1" fmla="*/ 978201 w 2494816"/>
                <a:gd name="connsiteY1" fmla="*/ 0 h 4584377"/>
                <a:gd name="connsiteX2" fmla="*/ 1961181 w 2494816"/>
                <a:gd name="connsiteY2" fmla="*/ 487680 h 4584377"/>
                <a:gd name="connsiteX3" fmla="*/ 2473235 w 2494816"/>
                <a:gd name="connsiteY3" fmla="*/ 1422098 h 4584377"/>
                <a:gd name="connsiteX4" fmla="*/ 2464101 w 2494816"/>
                <a:gd name="connsiteY4" fmla="*/ 2430780 h 4584377"/>
                <a:gd name="connsiteX5" fmla="*/ 2097315 w 2494816"/>
                <a:gd name="connsiteY5" fmla="*/ 3290635 h 4584377"/>
                <a:gd name="connsiteX6" fmla="*/ 1389681 w 2494816"/>
                <a:gd name="connsiteY6" fmla="*/ 3705860 h 4584377"/>
                <a:gd name="connsiteX7" fmla="*/ 1059481 w 2494816"/>
                <a:gd name="connsiteY7" fmla="*/ 4251959 h 4584377"/>
                <a:gd name="connsiteX8" fmla="*/ 399081 w 2494816"/>
                <a:gd name="connsiteY8" fmla="*/ 4582159 h 4584377"/>
                <a:gd name="connsiteX9" fmla="*/ 266700 w 2494816"/>
                <a:gd name="connsiteY9" fmla="*/ 2960435 h 4584377"/>
                <a:gd name="connsiteX10" fmla="*/ 155241 w 2494816"/>
                <a:gd name="connsiteY10" fmla="*/ 1135380 h 4584377"/>
                <a:gd name="connsiteX11" fmla="*/ 0 w 2494816"/>
                <a:gd name="connsiteY11" fmla="*/ 187658 h 4584377"/>
                <a:gd name="connsiteX0" fmla="*/ 0 w 2481125"/>
                <a:gd name="connsiteY0" fmla="*/ 187658 h 4584377"/>
                <a:gd name="connsiteX1" fmla="*/ 978201 w 2481125"/>
                <a:gd name="connsiteY1" fmla="*/ 0 h 4584377"/>
                <a:gd name="connsiteX2" fmla="*/ 1961181 w 2481125"/>
                <a:gd name="connsiteY2" fmla="*/ 487680 h 4584377"/>
                <a:gd name="connsiteX3" fmla="*/ 2473235 w 2481125"/>
                <a:gd name="connsiteY3" fmla="*/ 1422098 h 4584377"/>
                <a:gd name="connsiteX4" fmla="*/ 2464101 w 2481125"/>
                <a:gd name="connsiteY4" fmla="*/ 2430780 h 4584377"/>
                <a:gd name="connsiteX5" fmla="*/ 2097315 w 2481125"/>
                <a:gd name="connsiteY5" fmla="*/ 3290635 h 4584377"/>
                <a:gd name="connsiteX6" fmla="*/ 1389681 w 2481125"/>
                <a:gd name="connsiteY6" fmla="*/ 3705860 h 4584377"/>
                <a:gd name="connsiteX7" fmla="*/ 1059481 w 2481125"/>
                <a:gd name="connsiteY7" fmla="*/ 4251959 h 4584377"/>
                <a:gd name="connsiteX8" fmla="*/ 399081 w 2481125"/>
                <a:gd name="connsiteY8" fmla="*/ 4582159 h 4584377"/>
                <a:gd name="connsiteX9" fmla="*/ 266700 w 2481125"/>
                <a:gd name="connsiteY9" fmla="*/ 2960435 h 4584377"/>
                <a:gd name="connsiteX10" fmla="*/ 155241 w 2481125"/>
                <a:gd name="connsiteY10" fmla="*/ 1135380 h 4584377"/>
                <a:gd name="connsiteX11" fmla="*/ 0 w 2481125"/>
                <a:gd name="connsiteY11" fmla="*/ 187658 h 4584377"/>
                <a:gd name="connsiteX0" fmla="*/ 0 w 2473235"/>
                <a:gd name="connsiteY0" fmla="*/ 187658 h 4584377"/>
                <a:gd name="connsiteX1" fmla="*/ 978201 w 2473235"/>
                <a:gd name="connsiteY1" fmla="*/ 0 h 4584377"/>
                <a:gd name="connsiteX2" fmla="*/ 1961181 w 2473235"/>
                <a:gd name="connsiteY2" fmla="*/ 487680 h 4584377"/>
                <a:gd name="connsiteX3" fmla="*/ 2473235 w 2473235"/>
                <a:gd name="connsiteY3" fmla="*/ 1422098 h 4584377"/>
                <a:gd name="connsiteX4" fmla="*/ 2464101 w 2473235"/>
                <a:gd name="connsiteY4" fmla="*/ 2430780 h 4584377"/>
                <a:gd name="connsiteX5" fmla="*/ 2097315 w 2473235"/>
                <a:gd name="connsiteY5" fmla="*/ 3290635 h 4584377"/>
                <a:gd name="connsiteX6" fmla="*/ 1389681 w 2473235"/>
                <a:gd name="connsiteY6" fmla="*/ 3705860 h 4584377"/>
                <a:gd name="connsiteX7" fmla="*/ 1059481 w 2473235"/>
                <a:gd name="connsiteY7" fmla="*/ 4251959 h 4584377"/>
                <a:gd name="connsiteX8" fmla="*/ 399081 w 2473235"/>
                <a:gd name="connsiteY8" fmla="*/ 4582159 h 4584377"/>
                <a:gd name="connsiteX9" fmla="*/ 266700 w 2473235"/>
                <a:gd name="connsiteY9" fmla="*/ 2960435 h 4584377"/>
                <a:gd name="connsiteX10" fmla="*/ 155241 w 2473235"/>
                <a:gd name="connsiteY10" fmla="*/ 1135380 h 4584377"/>
                <a:gd name="connsiteX11" fmla="*/ 0 w 2473235"/>
                <a:gd name="connsiteY11" fmla="*/ 187658 h 4584377"/>
                <a:gd name="connsiteX0" fmla="*/ 0 w 2473235"/>
                <a:gd name="connsiteY0" fmla="*/ 187658 h 4584377"/>
                <a:gd name="connsiteX1" fmla="*/ 978201 w 2473235"/>
                <a:gd name="connsiteY1" fmla="*/ 0 h 4584377"/>
                <a:gd name="connsiteX2" fmla="*/ 1961181 w 2473235"/>
                <a:gd name="connsiteY2" fmla="*/ 487680 h 4584377"/>
                <a:gd name="connsiteX3" fmla="*/ 2473235 w 2473235"/>
                <a:gd name="connsiteY3" fmla="*/ 1422098 h 4584377"/>
                <a:gd name="connsiteX4" fmla="*/ 2464101 w 2473235"/>
                <a:gd name="connsiteY4" fmla="*/ 2430780 h 4584377"/>
                <a:gd name="connsiteX5" fmla="*/ 2097315 w 2473235"/>
                <a:gd name="connsiteY5" fmla="*/ 3290635 h 4584377"/>
                <a:gd name="connsiteX6" fmla="*/ 1389681 w 2473235"/>
                <a:gd name="connsiteY6" fmla="*/ 3705860 h 4584377"/>
                <a:gd name="connsiteX7" fmla="*/ 1059481 w 2473235"/>
                <a:gd name="connsiteY7" fmla="*/ 4251959 h 4584377"/>
                <a:gd name="connsiteX8" fmla="*/ 399081 w 2473235"/>
                <a:gd name="connsiteY8" fmla="*/ 4582159 h 4584377"/>
                <a:gd name="connsiteX9" fmla="*/ 266700 w 2473235"/>
                <a:gd name="connsiteY9" fmla="*/ 2960435 h 4584377"/>
                <a:gd name="connsiteX10" fmla="*/ 155241 w 2473235"/>
                <a:gd name="connsiteY10" fmla="*/ 1135380 h 4584377"/>
                <a:gd name="connsiteX11" fmla="*/ 0 w 2473235"/>
                <a:gd name="connsiteY11" fmla="*/ 187658 h 4584377"/>
                <a:gd name="connsiteX0" fmla="*/ 0 w 2473235"/>
                <a:gd name="connsiteY0" fmla="*/ 187658 h 4584377"/>
                <a:gd name="connsiteX1" fmla="*/ 978201 w 2473235"/>
                <a:gd name="connsiteY1" fmla="*/ 0 h 4584377"/>
                <a:gd name="connsiteX2" fmla="*/ 1961181 w 2473235"/>
                <a:gd name="connsiteY2" fmla="*/ 487680 h 4584377"/>
                <a:gd name="connsiteX3" fmla="*/ 2473235 w 2473235"/>
                <a:gd name="connsiteY3" fmla="*/ 1422098 h 4584377"/>
                <a:gd name="connsiteX4" fmla="*/ 2464101 w 2473235"/>
                <a:gd name="connsiteY4" fmla="*/ 2430780 h 4584377"/>
                <a:gd name="connsiteX5" fmla="*/ 2097315 w 2473235"/>
                <a:gd name="connsiteY5" fmla="*/ 3290635 h 4584377"/>
                <a:gd name="connsiteX6" fmla="*/ 1389681 w 2473235"/>
                <a:gd name="connsiteY6" fmla="*/ 3705860 h 4584377"/>
                <a:gd name="connsiteX7" fmla="*/ 1059481 w 2473235"/>
                <a:gd name="connsiteY7" fmla="*/ 4251959 h 4584377"/>
                <a:gd name="connsiteX8" fmla="*/ 399081 w 2473235"/>
                <a:gd name="connsiteY8" fmla="*/ 4582159 h 4584377"/>
                <a:gd name="connsiteX9" fmla="*/ 266700 w 2473235"/>
                <a:gd name="connsiteY9" fmla="*/ 2960435 h 4584377"/>
                <a:gd name="connsiteX10" fmla="*/ 155241 w 2473235"/>
                <a:gd name="connsiteY10" fmla="*/ 1135380 h 4584377"/>
                <a:gd name="connsiteX11" fmla="*/ 0 w 2473235"/>
                <a:gd name="connsiteY11" fmla="*/ 187658 h 4584377"/>
                <a:gd name="connsiteX0" fmla="*/ 0 w 2473235"/>
                <a:gd name="connsiteY0" fmla="*/ 187658 h 4584377"/>
                <a:gd name="connsiteX1" fmla="*/ 978201 w 2473235"/>
                <a:gd name="connsiteY1" fmla="*/ 0 h 4584377"/>
                <a:gd name="connsiteX2" fmla="*/ 1961181 w 2473235"/>
                <a:gd name="connsiteY2" fmla="*/ 487680 h 4584377"/>
                <a:gd name="connsiteX3" fmla="*/ 2473235 w 2473235"/>
                <a:gd name="connsiteY3" fmla="*/ 1422098 h 4584377"/>
                <a:gd name="connsiteX4" fmla="*/ 2464101 w 2473235"/>
                <a:gd name="connsiteY4" fmla="*/ 2430780 h 4584377"/>
                <a:gd name="connsiteX5" fmla="*/ 2097315 w 2473235"/>
                <a:gd name="connsiteY5" fmla="*/ 3290635 h 4584377"/>
                <a:gd name="connsiteX6" fmla="*/ 1389681 w 2473235"/>
                <a:gd name="connsiteY6" fmla="*/ 3705860 h 4584377"/>
                <a:gd name="connsiteX7" fmla="*/ 1059481 w 2473235"/>
                <a:gd name="connsiteY7" fmla="*/ 4251959 h 4584377"/>
                <a:gd name="connsiteX8" fmla="*/ 399081 w 2473235"/>
                <a:gd name="connsiteY8" fmla="*/ 4582159 h 4584377"/>
                <a:gd name="connsiteX9" fmla="*/ 266700 w 2473235"/>
                <a:gd name="connsiteY9" fmla="*/ 2960435 h 4584377"/>
                <a:gd name="connsiteX10" fmla="*/ 155241 w 2473235"/>
                <a:gd name="connsiteY10" fmla="*/ 1135380 h 4584377"/>
                <a:gd name="connsiteX11" fmla="*/ 0 w 2473235"/>
                <a:gd name="connsiteY11" fmla="*/ 187658 h 4584377"/>
                <a:gd name="connsiteX0" fmla="*/ 0 w 2473235"/>
                <a:gd name="connsiteY0" fmla="*/ 187658 h 4584377"/>
                <a:gd name="connsiteX1" fmla="*/ 978201 w 2473235"/>
                <a:gd name="connsiteY1" fmla="*/ 0 h 4584377"/>
                <a:gd name="connsiteX2" fmla="*/ 1961181 w 2473235"/>
                <a:gd name="connsiteY2" fmla="*/ 487680 h 4584377"/>
                <a:gd name="connsiteX3" fmla="*/ 2473235 w 2473235"/>
                <a:gd name="connsiteY3" fmla="*/ 1422098 h 4584377"/>
                <a:gd name="connsiteX4" fmla="*/ 2464101 w 2473235"/>
                <a:gd name="connsiteY4" fmla="*/ 2430780 h 4584377"/>
                <a:gd name="connsiteX5" fmla="*/ 2097315 w 2473235"/>
                <a:gd name="connsiteY5" fmla="*/ 3290635 h 4584377"/>
                <a:gd name="connsiteX6" fmla="*/ 1389681 w 2473235"/>
                <a:gd name="connsiteY6" fmla="*/ 3705860 h 4584377"/>
                <a:gd name="connsiteX7" fmla="*/ 1059481 w 2473235"/>
                <a:gd name="connsiteY7" fmla="*/ 4251959 h 4584377"/>
                <a:gd name="connsiteX8" fmla="*/ 399081 w 2473235"/>
                <a:gd name="connsiteY8" fmla="*/ 4582159 h 4584377"/>
                <a:gd name="connsiteX9" fmla="*/ 266700 w 2473235"/>
                <a:gd name="connsiteY9" fmla="*/ 2960435 h 4584377"/>
                <a:gd name="connsiteX10" fmla="*/ 155241 w 2473235"/>
                <a:gd name="connsiteY10" fmla="*/ 1135380 h 4584377"/>
                <a:gd name="connsiteX11" fmla="*/ 0 w 2473235"/>
                <a:gd name="connsiteY11" fmla="*/ 187658 h 458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73235" h="4584377">
                  <a:moveTo>
                    <a:pt x="0" y="187658"/>
                  </a:moveTo>
                  <a:cubicBezTo>
                    <a:pt x="328607" y="191145"/>
                    <a:pt x="626734" y="339413"/>
                    <a:pt x="978201" y="0"/>
                  </a:cubicBezTo>
                  <a:cubicBezTo>
                    <a:pt x="1074721" y="208280"/>
                    <a:pt x="1248711" y="488950"/>
                    <a:pt x="1961181" y="487680"/>
                  </a:cubicBezTo>
                  <a:cubicBezTo>
                    <a:pt x="1915966" y="545153"/>
                    <a:pt x="1794550" y="1053475"/>
                    <a:pt x="2473235" y="1422098"/>
                  </a:cubicBezTo>
                  <a:cubicBezTo>
                    <a:pt x="2386370" y="1492895"/>
                    <a:pt x="2011216" y="1909133"/>
                    <a:pt x="2464101" y="2430780"/>
                  </a:cubicBezTo>
                  <a:cubicBezTo>
                    <a:pt x="2246589" y="2501498"/>
                    <a:pt x="1870327" y="2737317"/>
                    <a:pt x="2097315" y="3290635"/>
                  </a:cubicBezTo>
                  <a:cubicBezTo>
                    <a:pt x="1831804" y="3234310"/>
                    <a:pt x="1248792" y="3387535"/>
                    <a:pt x="1389681" y="3705860"/>
                  </a:cubicBezTo>
                  <a:cubicBezTo>
                    <a:pt x="1305014" y="3650826"/>
                    <a:pt x="934598" y="3856143"/>
                    <a:pt x="1059481" y="4251959"/>
                  </a:cubicBezTo>
                  <a:cubicBezTo>
                    <a:pt x="932481" y="4044526"/>
                    <a:pt x="481631" y="4624492"/>
                    <a:pt x="399081" y="4582159"/>
                  </a:cubicBezTo>
                  <a:lnTo>
                    <a:pt x="266700" y="2960435"/>
                  </a:lnTo>
                  <a:cubicBezTo>
                    <a:pt x="206687" y="2372403"/>
                    <a:pt x="215254" y="1723412"/>
                    <a:pt x="155241" y="1135380"/>
                  </a:cubicBezTo>
                  <a:cubicBezTo>
                    <a:pt x="271134" y="354653"/>
                    <a:pt x="127947" y="320685"/>
                    <a:pt x="0" y="187658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6">
              <a:extLst>
                <a:ext uri="{FF2B5EF4-FFF2-40B4-BE49-F238E27FC236}">
                  <a16:creationId xmlns:a16="http://schemas.microsoft.com/office/drawing/2014/main" id="{4021B95B-AC55-878E-617A-4E8BB103E095}"/>
                </a:ext>
              </a:extLst>
            </p:cNvPr>
            <p:cNvSpPr/>
            <p:nvPr/>
          </p:nvSpPr>
          <p:spPr>
            <a:xfrm>
              <a:off x="3427457" y="827235"/>
              <a:ext cx="3608229" cy="6945165"/>
            </a:xfrm>
            <a:custGeom>
              <a:avLst/>
              <a:gdLst>
                <a:gd name="connsiteX0" fmla="*/ 0 w 1658319"/>
                <a:gd name="connsiteY0" fmla="*/ 0 h 1782305"/>
                <a:gd name="connsiteX1" fmla="*/ 1658319 w 1658319"/>
                <a:gd name="connsiteY1" fmla="*/ 0 h 1782305"/>
                <a:gd name="connsiteX2" fmla="*/ 1658319 w 1658319"/>
                <a:gd name="connsiteY2" fmla="*/ 1782305 h 1782305"/>
                <a:gd name="connsiteX3" fmla="*/ 0 w 1658319"/>
                <a:gd name="connsiteY3" fmla="*/ 1782305 h 1782305"/>
                <a:gd name="connsiteX4" fmla="*/ 0 w 1658319"/>
                <a:gd name="connsiteY4" fmla="*/ 0 h 1782305"/>
                <a:gd name="connsiteX0" fmla="*/ 0 w 2123268"/>
                <a:gd name="connsiteY0" fmla="*/ 464949 h 1782305"/>
                <a:gd name="connsiteX1" fmla="*/ 2123268 w 2123268"/>
                <a:gd name="connsiteY1" fmla="*/ 0 h 1782305"/>
                <a:gd name="connsiteX2" fmla="*/ 2123268 w 2123268"/>
                <a:gd name="connsiteY2" fmla="*/ 1782305 h 1782305"/>
                <a:gd name="connsiteX3" fmla="*/ 464949 w 2123268"/>
                <a:gd name="connsiteY3" fmla="*/ 1782305 h 1782305"/>
                <a:gd name="connsiteX4" fmla="*/ 0 w 2123268"/>
                <a:gd name="connsiteY4" fmla="*/ 464949 h 1782305"/>
                <a:gd name="connsiteX0" fmla="*/ 759417 w 2882685"/>
                <a:gd name="connsiteY0" fmla="*/ 464949 h 1782305"/>
                <a:gd name="connsiteX1" fmla="*/ 2882685 w 2882685"/>
                <a:gd name="connsiteY1" fmla="*/ 0 h 1782305"/>
                <a:gd name="connsiteX2" fmla="*/ 2882685 w 2882685"/>
                <a:gd name="connsiteY2" fmla="*/ 1782305 h 1782305"/>
                <a:gd name="connsiteX3" fmla="*/ 1224366 w 2882685"/>
                <a:gd name="connsiteY3" fmla="*/ 1782305 h 1782305"/>
                <a:gd name="connsiteX4" fmla="*/ 0 w 2882685"/>
                <a:gd name="connsiteY4" fmla="*/ 898902 h 1782305"/>
                <a:gd name="connsiteX5" fmla="*/ 759417 w 2882685"/>
                <a:gd name="connsiteY5" fmla="*/ 464949 h 1782305"/>
                <a:gd name="connsiteX0" fmla="*/ 780561 w 2903829"/>
                <a:gd name="connsiteY0" fmla="*/ 464949 h 1782305"/>
                <a:gd name="connsiteX1" fmla="*/ 2903829 w 2903829"/>
                <a:gd name="connsiteY1" fmla="*/ 0 h 1782305"/>
                <a:gd name="connsiteX2" fmla="*/ 2903829 w 2903829"/>
                <a:gd name="connsiteY2" fmla="*/ 1782305 h 1782305"/>
                <a:gd name="connsiteX3" fmla="*/ 1245510 w 2903829"/>
                <a:gd name="connsiteY3" fmla="*/ 1782305 h 1782305"/>
                <a:gd name="connsiteX4" fmla="*/ 238122 w 2903829"/>
                <a:gd name="connsiteY4" fmla="*/ 1286359 h 1782305"/>
                <a:gd name="connsiteX5" fmla="*/ 21144 w 2903829"/>
                <a:gd name="connsiteY5" fmla="*/ 898902 h 1782305"/>
                <a:gd name="connsiteX6" fmla="*/ 780561 w 2903829"/>
                <a:gd name="connsiteY6" fmla="*/ 464949 h 1782305"/>
                <a:gd name="connsiteX0" fmla="*/ 772205 w 2895473"/>
                <a:gd name="connsiteY0" fmla="*/ 464949 h 1782305"/>
                <a:gd name="connsiteX1" fmla="*/ 2895473 w 2895473"/>
                <a:gd name="connsiteY1" fmla="*/ 0 h 1782305"/>
                <a:gd name="connsiteX2" fmla="*/ 2895473 w 2895473"/>
                <a:gd name="connsiteY2" fmla="*/ 1782305 h 1782305"/>
                <a:gd name="connsiteX3" fmla="*/ 1237154 w 2895473"/>
                <a:gd name="connsiteY3" fmla="*/ 1782305 h 1782305"/>
                <a:gd name="connsiteX4" fmla="*/ 741210 w 2895473"/>
                <a:gd name="connsiteY4" fmla="*/ 1177871 h 1782305"/>
                <a:gd name="connsiteX5" fmla="*/ 229766 w 2895473"/>
                <a:gd name="connsiteY5" fmla="*/ 1286359 h 1782305"/>
                <a:gd name="connsiteX6" fmla="*/ 12788 w 2895473"/>
                <a:gd name="connsiteY6" fmla="*/ 898902 h 1782305"/>
                <a:gd name="connsiteX7" fmla="*/ 772205 w 2895473"/>
                <a:gd name="connsiteY7" fmla="*/ 464949 h 1782305"/>
                <a:gd name="connsiteX0" fmla="*/ 772205 w 2895473"/>
                <a:gd name="connsiteY0" fmla="*/ 464949 h 1782305"/>
                <a:gd name="connsiteX1" fmla="*/ 2895473 w 2895473"/>
                <a:gd name="connsiteY1" fmla="*/ 0 h 1782305"/>
                <a:gd name="connsiteX2" fmla="*/ 2895473 w 2895473"/>
                <a:gd name="connsiteY2" fmla="*/ 1782305 h 1782305"/>
                <a:gd name="connsiteX3" fmla="*/ 2755988 w 2895473"/>
                <a:gd name="connsiteY3" fmla="*/ 774915 h 1782305"/>
                <a:gd name="connsiteX4" fmla="*/ 741210 w 2895473"/>
                <a:gd name="connsiteY4" fmla="*/ 1177871 h 1782305"/>
                <a:gd name="connsiteX5" fmla="*/ 229766 w 2895473"/>
                <a:gd name="connsiteY5" fmla="*/ 1286359 h 1782305"/>
                <a:gd name="connsiteX6" fmla="*/ 12788 w 2895473"/>
                <a:gd name="connsiteY6" fmla="*/ 898902 h 1782305"/>
                <a:gd name="connsiteX7" fmla="*/ 772205 w 2895473"/>
                <a:gd name="connsiteY7" fmla="*/ 464949 h 1782305"/>
                <a:gd name="connsiteX0" fmla="*/ 772205 w 2895473"/>
                <a:gd name="connsiteY0" fmla="*/ 464949 h 1782305"/>
                <a:gd name="connsiteX1" fmla="*/ 2895473 w 2895473"/>
                <a:gd name="connsiteY1" fmla="*/ 0 h 1782305"/>
                <a:gd name="connsiteX2" fmla="*/ 2895473 w 2895473"/>
                <a:gd name="connsiteY2" fmla="*/ 1782305 h 1782305"/>
                <a:gd name="connsiteX3" fmla="*/ 1423133 w 2895473"/>
                <a:gd name="connsiteY3" fmla="*/ 1301857 h 1782305"/>
                <a:gd name="connsiteX4" fmla="*/ 741210 w 2895473"/>
                <a:gd name="connsiteY4" fmla="*/ 1177871 h 1782305"/>
                <a:gd name="connsiteX5" fmla="*/ 229766 w 2895473"/>
                <a:gd name="connsiteY5" fmla="*/ 1286359 h 1782305"/>
                <a:gd name="connsiteX6" fmla="*/ 12788 w 2895473"/>
                <a:gd name="connsiteY6" fmla="*/ 898902 h 1782305"/>
                <a:gd name="connsiteX7" fmla="*/ 772205 w 2895473"/>
                <a:gd name="connsiteY7" fmla="*/ 464949 h 1782305"/>
                <a:gd name="connsiteX0" fmla="*/ 772205 w 2895473"/>
                <a:gd name="connsiteY0" fmla="*/ 464949 h 4108830"/>
                <a:gd name="connsiteX1" fmla="*/ 2895473 w 2895473"/>
                <a:gd name="connsiteY1" fmla="*/ 0 h 4108830"/>
                <a:gd name="connsiteX2" fmla="*/ 2895473 w 2895473"/>
                <a:gd name="connsiteY2" fmla="*/ 1782305 h 4108830"/>
                <a:gd name="connsiteX3" fmla="*/ 1686606 w 2895473"/>
                <a:gd name="connsiteY3" fmla="*/ 4107051 h 4108830"/>
                <a:gd name="connsiteX4" fmla="*/ 1423133 w 2895473"/>
                <a:gd name="connsiteY4" fmla="*/ 1301857 h 4108830"/>
                <a:gd name="connsiteX5" fmla="*/ 741210 w 2895473"/>
                <a:gd name="connsiteY5" fmla="*/ 1177871 h 4108830"/>
                <a:gd name="connsiteX6" fmla="*/ 229766 w 2895473"/>
                <a:gd name="connsiteY6" fmla="*/ 1286359 h 4108830"/>
                <a:gd name="connsiteX7" fmla="*/ 12788 w 2895473"/>
                <a:gd name="connsiteY7" fmla="*/ 898902 h 4108830"/>
                <a:gd name="connsiteX8" fmla="*/ 772205 w 2895473"/>
                <a:gd name="connsiteY8" fmla="*/ 464949 h 4108830"/>
                <a:gd name="connsiteX0" fmla="*/ 772205 w 2895473"/>
                <a:gd name="connsiteY0" fmla="*/ 464949 h 5461809"/>
                <a:gd name="connsiteX1" fmla="*/ 2895473 w 2895473"/>
                <a:gd name="connsiteY1" fmla="*/ 0 h 5461809"/>
                <a:gd name="connsiteX2" fmla="*/ 2895473 w 2895473"/>
                <a:gd name="connsiteY2" fmla="*/ 1782305 h 5461809"/>
                <a:gd name="connsiteX3" fmla="*/ 2415027 w 2895473"/>
                <a:gd name="connsiteY3" fmla="*/ 5393409 h 5461809"/>
                <a:gd name="connsiteX4" fmla="*/ 1686606 w 2895473"/>
                <a:gd name="connsiteY4" fmla="*/ 4107051 h 5461809"/>
                <a:gd name="connsiteX5" fmla="*/ 1423133 w 2895473"/>
                <a:gd name="connsiteY5" fmla="*/ 1301857 h 5461809"/>
                <a:gd name="connsiteX6" fmla="*/ 741210 w 2895473"/>
                <a:gd name="connsiteY6" fmla="*/ 1177871 h 5461809"/>
                <a:gd name="connsiteX7" fmla="*/ 229766 w 2895473"/>
                <a:gd name="connsiteY7" fmla="*/ 1286359 h 5461809"/>
                <a:gd name="connsiteX8" fmla="*/ 12788 w 2895473"/>
                <a:gd name="connsiteY8" fmla="*/ 898902 h 5461809"/>
                <a:gd name="connsiteX9" fmla="*/ 772205 w 2895473"/>
                <a:gd name="connsiteY9" fmla="*/ 464949 h 5461809"/>
                <a:gd name="connsiteX0" fmla="*/ 772205 w 2895473"/>
                <a:gd name="connsiteY0" fmla="*/ 464949 h 5403589"/>
                <a:gd name="connsiteX1" fmla="*/ 2895473 w 2895473"/>
                <a:gd name="connsiteY1" fmla="*/ 0 h 5403589"/>
                <a:gd name="connsiteX2" fmla="*/ 2895473 w 2895473"/>
                <a:gd name="connsiteY2" fmla="*/ 1782305 h 5403589"/>
                <a:gd name="connsiteX3" fmla="*/ 1857088 w 2895473"/>
                <a:gd name="connsiteY3" fmla="*/ 4881965 h 5403589"/>
                <a:gd name="connsiteX4" fmla="*/ 2415027 w 2895473"/>
                <a:gd name="connsiteY4" fmla="*/ 5393409 h 5403589"/>
                <a:gd name="connsiteX5" fmla="*/ 1686606 w 2895473"/>
                <a:gd name="connsiteY5" fmla="*/ 4107051 h 5403589"/>
                <a:gd name="connsiteX6" fmla="*/ 1423133 w 2895473"/>
                <a:gd name="connsiteY6" fmla="*/ 1301857 h 5403589"/>
                <a:gd name="connsiteX7" fmla="*/ 741210 w 2895473"/>
                <a:gd name="connsiteY7" fmla="*/ 1177871 h 5403589"/>
                <a:gd name="connsiteX8" fmla="*/ 229766 w 2895473"/>
                <a:gd name="connsiteY8" fmla="*/ 1286359 h 5403589"/>
                <a:gd name="connsiteX9" fmla="*/ 12788 w 2895473"/>
                <a:gd name="connsiteY9" fmla="*/ 898902 h 5403589"/>
                <a:gd name="connsiteX10" fmla="*/ 772205 w 2895473"/>
                <a:gd name="connsiteY10" fmla="*/ 464949 h 5403589"/>
                <a:gd name="connsiteX0" fmla="*/ 772205 w 3251768"/>
                <a:gd name="connsiteY0" fmla="*/ 464949 h 5575104"/>
                <a:gd name="connsiteX1" fmla="*/ 2895473 w 3251768"/>
                <a:gd name="connsiteY1" fmla="*/ 0 h 5575104"/>
                <a:gd name="connsiteX2" fmla="*/ 2895473 w 3251768"/>
                <a:gd name="connsiteY2" fmla="*/ 1782305 h 5575104"/>
                <a:gd name="connsiteX3" fmla="*/ 3220938 w 3251768"/>
                <a:gd name="connsiteY3" fmla="*/ 5455402 h 5575104"/>
                <a:gd name="connsiteX4" fmla="*/ 1857088 w 3251768"/>
                <a:gd name="connsiteY4" fmla="*/ 4881965 h 5575104"/>
                <a:gd name="connsiteX5" fmla="*/ 2415027 w 3251768"/>
                <a:gd name="connsiteY5" fmla="*/ 5393409 h 5575104"/>
                <a:gd name="connsiteX6" fmla="*/ 1686606 w 3251768"/>
                <a:gd name="connsiteY6" fmla="*/ 4107051 h 5575104"/>
                <a:gd name="connsiteX7" fmla="*/ 1423133 w 3251768"/>
                <a:gd name="connsiteY7" fmla="*/ 1301857 h 5575104"/>
                <a:gd name="connsiteX8" fmla="*/ 741210 w 3251768"/>
                <a:gd name="connsiteY8" fmla="*/ 1177871 h 5575104"/>
                <a:gd name="connsiteX9" fmla="*/ 229766 w 3251768"/>
                <a:gd name="connsiteY9" fmla="*/ 1286359 h 5575104"/>
                <a:gd name="connsiteX10" fmla="*/ 12788 w 3251768"/>
                <a:gd name="connsiteY10" fmla="*/ 898902 h 5575104"/>
                <a:gd name="connsiteX11" fmla="*/ 772205 w 3251768"/>
                <a:gd name="connsiteY11" fmla="*/ 464949 h 5575104"/>
                <a:gd name="connsiteX0" fmla="*/ 772205 w 3251768"/>
                <a:gd name="connsiteY0" fmla="*/ 464949 h 5609499"/>
                <a:gd name="connsiteX1" fmla="*/ 2895473 w 3251768"/>
                <a:gd name="connsiteY1" fmla="*/ 0 h 5609499"/>
                <a:gd name="connsiteX2" fmla="*/ 2895473 w 3251768"/>
                <a:gd name="connsiteY2" fmla="*/ 1782305 h 5609499"/>
                <a:gd name="connsiteX3" fmla="*/ 3220938 w 3251768"/>
                <a:gd name="connsiteY3" fmla="*/ 5455402 h 5609499"/>
                <a:gd name="connsiteX4" fmla="*/ 1857088 w 3251768"/>
                <a:gd name="connsiteY4" fmla="*/ 4881965 h 5609499"/>
                <a:gd name="connsiteX5" fmla="*/ 2415027 w 3251768"/>
                <a:gd name="connsiteY5" fmla="*/ 5393409 h 5609499"/>
                <a:gd name="connsiteX6" fmla="*/ 1686606 w 3251768"/>
                <a:gd name="connsiteY6" fmla="*/ 4107051 h 5609499"/>
                <a:gd name="connsiteX7" fmla="*/ 1423133 w 3251768"/>
                <a:gd name="connsiteY7" fmla="*/ 1301857 h 5609499"/>
                <a:gd name="connsiteX8" fmla="*/ 741210 w 3251768"/>
                <a:gd name="connsiteY8" fmla="*/ 1177871 h 5609499"/>
                <a:gd name="connsiteX9" fmla="*/ 229766 w 3251768"/>
                <a:gd name="connsiteY9" fmla="*/ 1286359 h 5609499"/>
                <a:gd name="connsiteX10" fmla="*/ 12788 w 3251768"/>
                <a:gd name="connsiteY10" fmla="*/ 898902 h 5609499"/>
                <a:gd name="connsiteX11" fmla="*/ 772205 w 3251768"/>
                <a:gd name="connsiteY11" fmla="*/ 464949 h 5609499"/>
                <a:gd name="connsiteX0" fmla="*/ 772205 w 3251768"/>
                <a:gd name="connsiteY0" fmla="*/ 464949 h 5609499"/>
                <a:gd name="connsiteX1" fmla="*/ 2895473 w 3251768"/>
                <a:gd name="connsiteY1" fmla="*/ 0 h 5609499"/>
                <a:gd name="connsiteX2" fmla="*/ 2895473 w 3251768"/>
                <a:gd name="connsiteY2" fmla="*/ 1782305 h 5609499"/>
                <a:gd name="connsiteX3" fmla="*/ 3220938 w 3251768"/>
                <a:gd name="connsiteY3" fmla="*/ 5455402 h 5609499"/>
                <a:gd name="connsiteX4" fmla="*/ 1857088 w 3251768"/>
                <a:gd name="connsiteY4" fmla="*/ 4881965 h 5609499"/>
                <a:gd name="connsiteX5" fmla="*/ 2415027 w 3251768"/>
                <a:gd name="connsiteY5" fmla="*/ 5393409 h 5609499"/>
                <a:gd name="connsiteX6" fmla="*/ 1686606 w 3251768"/>
                <a:gd name="connsiteY6" fmla="*/ 4107051 h 5609499"/>
                <a:gd name="connsiteX7" fmla="*/ 1423133 w 3251768"/>
                <a:gd name="connsiteY7" fmla="*/ 1301857 h 5609499"/>
                <a:gd name="connsiteX8" fmla="*/ 741210 w 3251768"/>
                <a:gd name="connsiteY8" fmla="*/ 1177871 h 5609499"/>
                <a:gd name="connsiteX9" fmla="*/ 229766 w 3251768"/>
                <a:gd name="connsiteY9" fmla="*/ 1286359 h 5609499"/>
                <a:gd name="connsiteX10" fmla="*/ 12788 w 3251768"/>
                <a:gd name="connsiteY10" fmla="*/ 898902 h 5609499"/>
                <a:gd name="connsiteX11" fmla="*/ 772205 w 3251768"/>
                <a:gd name="connsiteY11" fmla="*/ 464949 h 5609499"/>
                <a:gd name="connsiteX0" fmla="*/ 772205 w 3511430"/>
                <a:gd name="connsiteY0" fmla="*/ 464949 h 5523244"/>
                <a:gd name="connsiteX1" fmla="*/ 2895473 w 3511430"/>
                <a:gd name="connsiteY1" fmla="*/ 0 h 5523244"/>
                <a:gd name="connsiteX2" fmla="*/ 2895473 w 3511430"/>
                <a:gd name="connsiteY2" fmla="*/ 1782305 h 5523244"/>
                <a:gd name="connsiteX3" fmla="*/ 3499907 w 3511430"/>
                <a:gd name="connsiteY3" fmla="*/ 4293028 h 5523244"/>
                <a:gd name="connsiteX4" fmla="*/ 3220938 w 3511430"/>
                <a:gd name="connsiteY4" fmla="*/ 5455402 h 5523244"/>
                <a:gd name="connsiteX5" fmla="*/ 1857088 w 3511430"/>
                <a:gd name="connsiteY5" fmla="*/ 4881965 h 5523244"/>
                <a:gd name="connsiteX6" fmla="*/ 2415027 w 3511430"/>
                <a:gd name="connsiteY6" fmla="*/ 5393409 h 5523244"/>
                <a:gd name="connsiteX7" fmla="*/ 1686606 w 3511430"/>
                <a:gd name="connsiteY7" fmla="*/ 4107051 h 5523244"/>
                <a:gd name="connsiteX8" fmla="*/ 1423133 w 3511430"/>
                <a:gd name="connsiteY8" fmla="*/ 1301857 h 5523244"/>
                <a:gd name="connsiteX9" fmla="*/ 741210 w 3511430"/>
                <a:gd name="connsiteY9" fmla="*/ 1177871 h 5523244"/>
                <a:gd name="connsiteX10" fmla="*/ 229766 w 3511430"/>
                <a:gd name="connsiteY10" fmla="*/ 1286359 h 5523244"/>
                <a:gd name="connsiteX11" fmla="*/ 12788 w 3511430"/>
                <a:gd name="connsiteY11" fmla="*/ 898902 h 5523244"/>
                <a:gd name="connsiteX12" fmla="*/ 772205 w 3511430"/>
                <a:gd name="connsiteY12" fmla="*/ 464949 h 5523244"/>
                <a:gd name="connsiteX0" fmla="*/ 772205 w 3511430"/>
                <a:gd name="connsiteY0" fmla="*/ 464949 h 5523244"/>
                <a:gd name="connsiteX1" fmla="*/ 2895473 w 3511430"/>
                <a:gd name="connsiteY1" fmla="*/ 0 h 5523244"/>
                <a:gd name="connsiteX2" fmla="*/ 2260043 w 3511430"/>
                <a:gd name="connsiteY2" fmla="*/ 2417736 h 5523244"/>
                <a:gd name="connsiteX3" fmla="*/ 3499907 w 3511430"/>
                <a:gd name="connsiteY3" fmla="*/ 4293028 h 5523244"/>
                <a:gd name="connsiteX4" fmla="*/ 3220938 w 3511430"/>
                <a:gd name="connsiteY4" fmla="*/ 5455402 h 5523244"/>
                <a:gd name="connsiteX5" fmla="*/ 1857088 w 3511430"/>
                <a:gd name="connsiteY5" fmla="*/ 4881965 h 5523244"/>
                <a:gd name="connsiteX6" fmla="*/ 2415027 w 3511430"/>
                <a:gd name="connsiteY6" fmla="*/ 5393409 h 5523244"/>
                <a:gd name="connsiteX7" fmla="*/ 1686606 w 3511430"/>
                <a:gd name="connsiteY7" fmla="*/ 4107051 h 5523244"/>
                <a:gd name="connsiteX8" fmla="*/ 1423133 w 3511430"/>
                <a:gd name="connsiteY8" fmla="*/ 1301857 h 5523244"/>
                <a:gd name="connsiteX9" fmla="*/ 741210 w 3511430"/>
                <a:gd name="connsiteY9" fmla="*/ 1177871 h 5523244"/>
                <a:gd name="connsiteX10" fmla="*/ 229766 w 3511430"/>
                <a:gd name="connsiteY10" fmla="*/ 1286359 h 5523244"/>
                <a:gd name="connsiteX11" fmla="*/ 12788 w 3511430"/>
                <a:gd name="connsiteY11" fmla="*/ 898902 h 5523244"/>
                <a:gd name="connsiteX12" fmla="*/ 772205 w 3511430"/>
                <a:gd name="connsiteY12" fmla="*/ 464949 h 5523244"/>
                <a:gd name="connsiteX0" fmla="*/ 772205 w 3511430"/>
                <a:gd name="connsiteY0" fmla="*/ 1410346 h 6468641"/>
                <a:gd name="connsiteX1" fmla="*/ 2570009 w 3511430"/>
                <a:gd name="connsiteY1" fmla="*/ 0 h 6468641"/>
                <a:gd name="connsiteX2" fmla="*/ 2260043 w 3511430"/>
                <a:gd name="connsiteY2" fmla="*/ 3363133 h 6468641"/>
                <a:gd name="connsiteX3" fmla="*/ 3499907 w 3511430"/>
                <a:gd name="connsiteY3" fmla="*/ 5238425 h 6468641"/>
                <a:gd name="connsiteX4" fmla="*/ 3220938 w 3511430"/>
                <a:gd name="connsiteY4" fmla="*/ 6400799 h 6468641"/>
                <a:gd name="connsiteX5" fmla="*/ 1857088 w 3511430"/>
                <a:gd name="connsiteY5" fmla="*/ 5827362 h 6468641"/>
                <a:gd name="connsiteX6" fmla="*/ 2415027 w 3511430"/>
                <a:gd name="connsiteY6" fmla="*/ 6338806 h 6468641"/>
                <a:gd name="connsiteX7" fmla="*/ 1686606 w 3511430"/>
                <a:gd name="connsiteY7" fmla="*/ 5052448 h 6468641"/>
                <a:gd name="connsiteX8" fmla="*/ 1423133 w 3511430"/>
                <a:gd name="connsiteY8" fmla="*/ 2247254 h 6468641"/>
                <a:gd name="connsiteX9" fmla="*/ 741210 w 3511430"/>
                <a:gd name="connsiteY9" fmla="*/ 2123268 h 6468641"/>
                <a:gd name="connsiteX10" fmla="*/ 229766 w 3511430"/>
                <a:gd name="connsiteY10" fmla="*/ 2231756 h 6468641"/>
                <a:gd name="connsiteX11" fmla="*/ 12788 w 3511430"/>
                <a:gd name="connsiteY11" fmla="*/ 1844299 h 6468641"/>
                <a:gd name="connsiteX12" fmla="*/ 772205 w 3511430"/>
                <a:gd name="connsiteY12" fmla="*/ 1410346 h 6468641"/>
                <a:gd name="connsiteX0" fmla="*/ 772205 w 3511430"/>
                <a:gd name="connsiteY0" fmla="*/ 1552133 h 6610428"/>
                <a:gd name="connsiteX1" fmla="*/ 2570009 w 3511430"/>
                <a:gd name="connsiteY1" fmla="*/ 141787 h 6610428"/>
                <a:gd name="connsiteX2" fmla="*/ 2260043 w 3511430"/>
                <a:gd name="connsiteY2" fmla="*/ 3504920 h 6610428"/>
                <a:gd name="connsiteX3" fmla="*/ 3499907 w 3511430"/>
                <a:gd name="connsiteY3" fmla="*/ 5380212 h 6610428"/>
                <a:gd name="connsiteX4" fmla="*/ 3220938 w 3511430"/>
                <a:gd name="connsiteY4" fmla="*/ 6542586 h 6610428"/>
                <a:gd name="connsiteX5" fmla="*/ 1857088 w 3511430"/>
                <a:gd name="connsiteY5" fmla="*/ 5969149 h 6610428"/>
                <a:gd name="connsiteX6" fmla="*/ 2415027 w 3511430"/>
                <a:gd name="connsiteY6" fmla="*/ 6480593 h 6610428"/>
                <a:gd name="connsiteX7" fmla="*/ 1686606 w 3511430"/>
                <a:gd name="connsiteY7" fmla="*/ 5194235 h 6610428"/>
                <a:gd name="connsiteX8" fmla="*/ 1423133 w 3511430"/>
                <a:gd name="connsiteY8" fmla="*/ 2389041 h 6610428"/>
                <a:gd name="connsiteX9" fmla="*/ 741210 w 3511430"/>
                <a:gd name="connsiteY9" fmla="*/ 2265055 h 6610428"/>
                <a:gd name="connsiteX10" fmla="*/ 229766 w 3511430"/>
                <a:gd name="connsiteY10" fmla="*/ 2373543 h 6610428"/>
                <a:gd name="connsiteX11" fmla="*/ 12788 w 3511430"/>
                <a:gd name="connsiteY11" fmla="*/ 1986086 h 6610428"/>
                <a:gd name="connsiteX12" fmla="*/ 772205 w 3511430"/>
                <a:gd name="connsiteY12" fmla="*/ 1552133 h 6610428"/>
                <a:gd name="connsiteX0" fmla="*/ 772205 w 3511430"/>
                <a:gd name="connsiteY0" fmla="*/ 1583611 h 6641906"/>
                <a:gd name="connsiteX1" fmla="*/ 2570009 w 3511430"/>
                <a:gd name="connsiteY1" fmla="*/ 173265 h 6641906"/>
                <a:gd name="connsiteX2" fmla="*/ 2260043 w 3511430"/>
                <a:gd name="connsiteY2" fmla="*/ 3536398 h 6641906"/>
                <a:gd name="connsiteX3" fmla="*/ 3499907 w 3511430"/>
                <a:gd name="connsiteY3" fmla="*/ 5411690 h 6641906"/>
                <a:gd name="connsiteX4" fmla="*/ 3220938 w 3511430"/>
                <a:gd name="connsiteY4" fmla="*/ 6574064 h 6641906"/>
                <a:gd name="connsiteX5" fmla="*/ 1857088 w 3511430"/>
                <a:gd name="connsiteY5" fmla="*/ 6000627 h 6641906"/>
                <a:gd name="connsiteX6" fmla="*/ 2415027 w 3511430"/>
                <a:gd name="connsiteY6" fmla="*/ 6512071 h 6641906"/>
                <a:gd name="connsiteX7" fmla="*/ 1686606 w 3511430"/>
                <a:gd name="connsiteY7" fmla="*/ 5225713 h 6641906"/>
                <a:gd name="connsiteX8" fmla="*/ 1423133 w 3511430"/>
                <a:gd name="connsiteY8" fmla="*/ 2420519 h 6641906"/>
                <a:gd name="connsiteX9" fmla="*/ 741210 w 3511430"/>
                <a:gd name="connsiteY9" fmla="*/ 2296533 h 6641906"/>
                <a:gd name="connsiteX10" fmla="*/ 229766 w 3511430"/>
                <a:gd name="connsiteY10" fmla="*/ 2405021 h 6641906"/>
                <a:gd name="connsiteX11" fmla="*/ 12788 w 3511430"/>
                <a:gd name="connsiteY11" fmla="*/ 2017564 h 6641906"/>
                <a:gd name="connsiteX12" fmla="*/ 772205 w 3511430"/>
                <a:gd name="connsiteY12" fmla="*/ 1583611 h 6641906"/>
                <a:gd name="connsiteX0" fmla="*/ 772205 w 3511430"/>
                <a:gd name="connsiteY0" fmla="*/ 1583611 h 6641906"/>
                <a:gd name="connsiteX1" fmla="*/ 2570009 w 3511430"/>
                <a:gd name="connsiteY1" fmla="*/ 173265 h 6641906"/>
                <a:gd name="connsiteX2" fmla="*/ 2260043 w 3511430"/>
                <a:gd name="connsiteY2" fmla="*/ 3536398 h 6641906"/>
                <a:gd name="connsiteX3" fmla="*/ 3499907 w 3511430"/>
                <a:gd name="connsiteY3" fmla="*/ 5411690 h 6641906"/>
                <a:gd name="connsiteX4" fmla="*/ 3220938 w 3511430"/>
                <a:gd name="connsiteY4" fmla="*/ 6574064 h 6641906"/>
                <a:gd name="connsiteX5" fmla="*/ 1857088 w 3511430"/>
                <a:gd name="connsiteY5" fmla="*/ 6000627 h 6641906"/>
                <a:gd name="connsiteX6" fmla="*/ 2415027 w 3511430"/>
                <a:gd name="connsiteY6" fmla="*/ 6512071 h 6641906"/>
                <a:gd name="connsiteX7" fmla="*/ 1686606 w 3511430"/>
                <a:gd name="connsiteY7" fmla="*/ 5225713 h 6641906"/>
                <a:gd name="connsiteX8" fmla="*/ 1423133 w 3511430"/>
                <a:gd name="connsiteY8" fmla="*/ 2420519 h 6641906"/>
                <a:gd name="connsiteX9" fmla="*/ 741210 w 3511430"/>
                <a:gd name="connsiteY9" fmla="*/ 2296533 h 6641906"/>
                <a:gd name="connsiteX10" fmla="*/ 229766 w 3511430"/>
                <a:gd name="connsiteY10" fmla="*/ 2405021 h 6641906"/>
                <a:gd name="connsiteX11" fmla="*/ 12788 w 3511430"/>
                <a:gd name="connsiteY11" fmla="*/ 2017564 h 6641906"/>
                <a:gd name="connsiteX12" fmla="*/ 772205 w 3511430"/>
                <a:gd name="connsiteY12" fmla="*/ 1583611 h 6641906"/>
                <a:gd name="connsiteX0" fmla="*/ 772205 w 3511430"/>
                <a:gd name="connsiteY0" fmla="*/ 1583611 h 6641906"/>
                <a:gd name="connsiteX1" fmla="*/ 2570009 w 3511430"/>
                <a:gd name="connsiteY1" fmla="*/ 173265 h 6641906"/>
                <a:gd name="connsiteX2" fmla="*/ 2260043 w 3511430"/>
                <a:gd name="connsiteY2" fmla="*/ 3536398 h 6641906"/>
                <a:gd name="connsiteX3" fmla="*/ 3499907 w 3511430"/>
                <a:gd name="connsiteY3" fmla="*/ 5411690 h 6641906"/>
                <a:gd name="connsiteX4" fmla="*/ 3220938 w 3511430"/>
                <a:gd name="connsiteY4" fmla="*/ 6574064 h 6641906"/>
                <a:gd name="connsiteX5" fmla="*/ 1857088 w 3511430"/>
                <a:gd name="connsiteY5" fmla="*/ 6000627 h 6641906"/>
                <a:gd name="connsiteX6" fmla="*/ 2415027 w 3511430"/>
                <a:gd name="connsiteY6" fmla="*/ 6512071 h 6641906"/>
                <a:gd name="connsiteX7" fmla="*/ 1686606 w 3511430"/>
                <a:gd name="connsiteY7" fmla="*/ 5225713 h 6641906"/>
                <a:gd name="connsiteX8" fmla="*/ 1423133 w 3511430"/>
                <a:gd name="connsiteY8" fmla="*/ 2420519 h 6641906"/>
                <a:gd name="connsiteX9" fmla="*/ 741210 w 3511430"/>
                <a:gd name="connsiteY9" fmla="*/ 2296533 h 6641906"/>
                <a:gd name="connsiteX10" fmla="*/ 229766 w 3511430"/>
                <a:gd name="connsiteY10" fmla="*/ 2405021 h 6641906"/>
                <a:gd name="connsiteX11" fmla="*/ 12788 w 3511430"/>
                <a:gd name="connsiteY11" fmla="*/ 2017564 h 6641906"/>
                <a:gd name="connsiteX12" fmla="*/ 772205 w 3511430"/>
                <a:gd name="connsiteY12" fmla="*/ 1583611 h 6641906"/>
                <a:gd name="connsiteX0" fmla="*/ 863956 w 3603181"/>
                <a:gd name="connsiteY0" fmla="*/ 1583611 h 6641906"/>
                <a:gd name="connsiteX1" fmla="*/ 2661760 w 3603181"/>
                <a:gd name="connsiteY1" fmla="*/ 173265 h 6641906"/>
                <a:gd name="connsiteX2" fmla="*/ 2351794 w 3603181"/>
                <a:gd name="connsiteY2" fmla="*/ 3536398 h 6641906"/>
                <a:gd name="connsiteX3" fmla="*/ 3591658 w 3603181"/>
                <a:gd name="connsiteY3" fmla="*/ 5411690 h 6641906"/>
                <a:gd name="connsiteX4" fmla="*/ 3312689 w 3603181"/>
                <a:gd name="connsiteY4" fmla="*/ 6574064 h 6641906"/>
                <a:gd name="connsiteX5" fmla="*/ 1948839 w 3603181"/>
                <a:gd name="connsiteY5" fmla="*/ 6000627 h 6641906"/>
                <a:gd name="connsiteX6" fmla="*/ 2506778 w 3603181"/>
                <a:gd name="connsiteY6" fmla="*/ 6512071 h 6641906"/>
                <a:gd name="connsiteX7" fmla="*/ 1778357 w 3603181"/>
                <a:gd name="connsiteY7" fmla="*/ 5225713 h 6641906"/>
                <a:gd name="connsiteX8" fmla="*/ 1514884 w 3603181"/>
                <a:gd name="connsiteY8" fmla="*/ 2420519 h 6641906"/>
                <a:gd name="connsiteX9" fmla="*/ 832961 w 3603181"/>
                <a:gd name="connsiteY9" fmla="*/ 2296533 h 6641906"/>
                <a:gd name="connsiteX10" fmla="*/ 321517 w 3603181"/>
                <a:gd name="connsiteY10" fmla="*/ 2405021 h 6641906"/>
                <a:gd name="connsiteX11" fmla="*/ 104539 w 3603181"/>
                <a:gd name="connsiteY11" fmla="*/ 2017564 h 6641906"/>
                <a:gd name="connsiteX12" fmla="*/ 863956 w 3603181"/>
                <a:gd name="connsiteY12" fmla="*/ 1583611 h 6641906"/>
                <a:gd name="connsiteX0" fmla="*/ 863956 w 3603181"/>
                <a:gd name="connsiteY0" fmla="*/ 1583611 h 6641906"/>
                <a:gd name="connsiteX1" fmla="*/ 2661760 w 3603181"/>
                <a:gd name="connsiteY1" fmla="*/ 173265 h 6641906"/>
                <a:gd name="connsiteX2" fmla="*/ 2351794 w 3603181"/>
                <a:gd name="connsiteY2" fmla="*/ 3536398 h 6641906"/>
                <a:gd name="connsiteX3" fmla="*/ 3591658 w 3603181"/>
                <a:gd name="connsiteY3" fmla="*/ 5411690 h 6641906"/>
                <a:gd name="connsiteX4" fmla="*/ 3312689 w 3603181"/>
                <a:gd name="connsiteY4" fmla="*/ 6574064 h 6641906"/>
                <a:gd name="connsiteX5" fmla="*/ 1948839 w 3603181"/>
                <a:gd name="connsiteY5" fmla="*/ 6000627 h 6641906"/>
                <a:gd name="connsiteX6" fmla="*/ 2506778 w 3603181"/>
                <a:gd name="connsiteY6" fmla="*/ 6512071 h 6641906"/>
                <a:gd name="connsiteX7" fmla="*/ 1778357 w 3603181"/>
                <a:gd name="connsiteY7" fmla="*/ 5225713 h 6641906"/>
                <a:gd name="connsiteX8" fmla="*/ 1514884 w 3603181"/>
                <a:gd name="connsiteY8" fmla="*/ 2420519 h 6641906"/>
                <a:gd name="connsiteX9" fmla="*/ 832961 w 3603181"/>
                <a:gd name="connsiteY9" fmla="*/ 2296533 h 6641906"/>
                <a:gd name="connsiteX10" fmla="*/ 321517 w 3603181"/>
                <a:gd name="connsiteY10" fmla="*/ 2405021 h 6641906"/>
                <a:gd name="connsiteX11" fmla="*/ 104539 w 3603181"/>
                <a:gd name="connsiteY11" fmla="*/ 2017564 h 6641906"/>
                <a:gd name="connsiteX12" fmla="*/ 863956 w 3603181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39405 w 3564229"/>
                <a:gd name="connsiteY7" fmla="*/ 5225713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39405 w 3564229"/>
                <a:gd name="connsiteY7" fmla="*/ 5225713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39405 w 3564229"/>
                <a:gd name="connsiteY7" fmla="*/ 5225713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39405 w 3564229"/>
                <a:gd name="connsiteY7" fmla="*/ 5225713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39405 w 3564229"/>
                <a:gd name="connsiteY7" fmla="*/ 5225713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163720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820644"/>
                <a:gd name="connsiteX1" fmla="*/ 2622808 w 3564229"/>
                <a:gd name="connsiteY1" fmla="*/ 173265 h 6820644"/>
                <a:gd name="connsiteX2" fmla="*/ 2312842 w 3564229"/>
                <a:gd name="connsiteY2" fmla="*/ 3536398 h 6820644"/>
                <a:gd name="connsiteX3" fmla="*/ 3552706 w 3564229"/>
                <a:gd name="connsiteY3" fmla="*/ 5411690 h 6820644"/>
                <a:gd name="connsiteX4" fmla="*/ 3273737 w 3564229"/>
                <a:gd name="connsiteY4" fmla="*/ 6574064 h 6820644"/>
                <a:gd name="connsiteX5" fmla="*/ 1909887 w 3564229"/>
                <a:gd name="connsiteY5" fmla="*/ 6000627 h 6820644"/>
                <a:gd name="connsiteX6" fmla="*/ 2467826 w 3564229"/>
                <a:gd name="connsiteY6" fmla="*/ 6512071 h 6820644"/>
                <a:gd name="connsiteX7" fmla="*/ 1785900 w 3564229"/>
                <a:gd name="connsiteY7" fmla="*/ 5210214 h 6820644"/>
                <a:gd name="connsiteX8" fmla="*/ 1475932 w 3564229"/>
                <a:gd name="connsiteY8" fmla="*/ 2420519 h 6820644"/>
                <a:gd name="connsiteX9" fmla="*/ 794009 w 3564229"/>
                <a:gd name="connsiteY9" fmla="*/ 2296533 h 6820644"/>
                <a:gd name="connsiteX10" fmla="*/ 282565 w 3564229"/>
                <a:gd name="connsiteY10" fmla="*/ 2405021 h 6820644"/>
                <a:gd name="connsiteX11" fmla="*/ 65587 w 3564229"/>
                <a:gd name="connsiteY11" fmla="*/ 2017564 h 6820644"/>
                <a:gd name="connsiteX12" fmla="*/ 825004 w 3564229"/>
                <a:gd name="connsiteY12" fmla="*/ 1583611 h 6820644"/>
                <a:gd name="connsiteX0" fmla="*/ 825004 w 3574867"/>
                <a:gd name="connsiteY0" fmla="*/ 1583611 h 6658797"/>
                <a:gd name="connsiteX1" fmla="*/ 2622808 w 3574867"/>
                <a:gd name="connsiteY1" fmla="*/ 173265 h 6658797"/>
                <a:gd name="connsiteX2" fmla="*/ 2312842 w 3574867"/>
                <a:gd name="connsiteY2" fmla="*/ 3536398 h 6658797"/>
                <a:gd name="connsiteX3" fmla="*/ 3552706 w 3574867"/>
                <a:gd name="connsiteY3" fmla="*/ 5411690 h 6658797"/>
                <a:gd name="connsiteX4" fmla="*/ 3273737 w 3574867"/>
                <a:gd name="connsiteY4" fmla="*/ 6574064 h 6658797"/>
                <a:gd name="connsiteX5" fmla="*/ 1165968 w 3574867"/>
                <a:gd name="connsiteY5" fmla="*/ 6543068 h 6658797"/>
                <a:gd name="connsiteX6" fmla="*/ 1909887 w 3574867"/>
                <a:gd name="connsiteY6" fmla="*/ 6000627 h 6658797"/>
                <a:gd name="connsiteX7" fmla="*/ 2467826 w 3574867"/>
                <a:gd name="connsiteY7" fmla="*/ 6512071 h 6658797"/>
                <a:gd name="connsiteX8" fmla="*/ 1785900 w 3574867"/>
                <a:gd name="connsiteY8" fmla="*/ 5210214 h 6658797"/>
                <a:gd name="connsiteX9" fmla="*/ 1475932 w 3574867"/>
                <a:gd name="connsiteY9" fmla="*/ 2420519 h 6658797"/>
                <a:gd name="connsiteX10" fmla="*/ 794009 w 3574867"/>
                <a:gd name="connsiteY10" fmla="*/ 2296533 h 6658797"/>
                <a:gd name="connsiteX11" fmla="*/ 282565 w 3574867"/>
                <a:gd name="connsiteY11" fmla="*/ 2405021 h 6658797"/>
                <a:gd name="connsiteX12" fmla="*/ 65587 w 3574867"/>
                <a:gd name="connsiteY12" fmla="*/ 2017564 h 6658797"/>
                <a:gd name="connsiteX13" fmla="*/ 825004 w 3574867"/>
                <a:gd name="connsiteY13" fmla="*/ 1583611 h 6658797"/>
                <a:gd name="connsiteX0" fmla="*/ 825004 w 3574867"/>
                <a:gd name="connsiteY0" fmla="*/ 1583611 h 6658797"/>
                <a:gd name="connsiteX1" fmla="*/ 2622808 w 3574867"/>
                <a:gd name="connsiteY1" fmla="*/ 173265 h 6658797"/>
                <a:gd name="connsiteX2" fmla="*/ 2312842 w 3574867"/>
                <a:gd name="connsiteY2" fmla="*/ 3536398 h 6658797"/>
                <a:gd name="connsiteX3" fmla="*/ 3552706 w 3574867"/>
                <a:gd name="connsiteY3" fmla="*/ 5411690 h 6658797"/>
                <a:gd name="connsiteX4" fmla="*/ 3273737 w 3574867"/>
                <a:gd name="connsiteY4" fmla="*/ 6574064 h 6658797"/>
                <a:gd name="connsiteX5" fmla="*/ 1165968 w 3574867"/>
                <a:gd name="connsiteY5" fmla="*/ 6543068 h 6658797"/>
                <a:gd name="connsiteX6" fmla="*/ 1909887 w 3574867"/>
                <a:gd name="connsiteY6" fmla="*/ 6000627 h 6658797"/>
                <a:gd name="connsiteX7" fmla="*/ 2467826 w 3574867"/>
                <a:gd name="connsiteY7" fmla="*/ 6512071 h 6658797"/>
                <a:gd name="connsiteX8" fmla="*/ 1785900 w 3574867"/>
                <a:gd name="connsiteY8" fmla="*/ 5210214 h 6658797"/>
                <a:gd name="connsiteX9" fmla="*/ 1475932 w 3574867"/>
                <a:gd name="connsiteY9" fmla="*/ 2420519 h 6658797"/>
                <a:gd name="connsiteX10" fmla="*/ 794009 w 3574867"/>
                <a:gd name="connsiteY10" fmla="*/ 2296533 h 6658797"/>
                <a:gd name="connsiteX11" fmla="*/ 282565 w 3574867"/>
                <a:gd name="connsiteY11" fmla="*/ 2405021 h 6658797"/>
                <a:gd name="connsiteX12" fmla="*/ 65587 w 3574867"/>
                <a:gd name="connsiteY12" fmla="*/ 2017564 h 6658797"/>
                <a:gd name="connsiteX13" fmla="*/ 825004 w 3574867"/>
                <a:gd name="connsiteY13" fmla="*/ 1583611 h 6658797"/>
                <a:gd name="connsiteX0" fmla="*/ 825004 w 3574867"/>
                <a:gd name="connsiteY0" fmla="*/ 1583611 h 6664293"/>
                <a:gd name="connsiteX1" fmla="*/ 2622808 w 3574867"/>
                <a:gd name="connsiteY1" fmla="*/ 173265 h 6664293"/>
                <a:gd name="connsiteX2" fmla="*/ 2312842 w 3574867"/>
                <a:gd name="connsiteY2" fmla="*/ 3536398 h 6664293"/>
                <a:gd name="connsiteX3" fmla="*/ 3552706 w 3574867"/>
                <a:gd name="connsiteY3" fmla="*/ 5411690 h 6664293"/>
                <a:gd name="connsiteX4" fmla="*/ 3273737 w 3574867"/>
                <a:gd name="connsiteY4" fmla="*/ 6574064 h 6664293"/>
                <a:gd name="connsiteX5" fmla="*/ 1212463 w 3574867"/>
                <a:gd name="connsiteY5" fmla="*/ 6558566 h 6664293"/>
                <a:gd name="connsiteX6" fmla="*/ 1909887 w 3574867"/>
                <a:gd name="connsiteY6" fmla="*/ 6000627 h 6664293"/>
                <a:gd name="connsiteX7" fmla="*/ 2467826 w 3574867"/>
                <a:gd name="connsiteY7" fmla="*/ 6512071 h 6664293"/>
                <a:gd name="connsiteX8" fmla="*/ 1785900 w 3574867"/>
                <a:gd name="connsiteY8" fmla="*/ 5210214 h 6664293"/>
                <a:gd name="connsiteX9" fmla="*/ 1475932 w 3574867"/>
                <a:gd name="connsiteY9" fmla="*/ 2420519 h 6664293"/>
                <a:gd name="connsiteX10" fmla="*/ 794009 w 3574867"/>
                <a:gd name="connsiteY10" fmla="*/ 2296533 h 6664293"/>
                <a:gd name="connsiteX11" fmla="*/ 282565 w 3574867"/>
                <a:gd name="connsiteY11" fmla="*/ 2405021 h 6664293"/>
                <a:gd name="connsiteX12" fmla="*/ 65587 w 3574867"/>
                <a:gd name="connsiteY12" fmla="*/ 2017564 h 6664293"/>
                <a:gd name="connsiteX13" fmla="*/ 825004 w 3574867"/>
                <a:gd name="connsiteY13" fmla="*/ 1583611 h 6664293"/>
                <a:gd name="connsiteX0" fmla="*/ 825004 w 3574867"/>
                <a:gd name="connsiteY0" fmla="*/ 1583611 h 6664293"/>
                <a:gd name="connsiteX1" fmla="*/ 2622808 w 3574867"/>
                <a:gd name="connsiteY1" fmla="*/ 173265 h 6664293"/>
                <a:gd name="connsiteX2" fmla="*/ 2312842 w 3574867"/>
                <a:gd name="connsiteY2" fmla="*/ 3536398 h 6664293"/>
                <a:gd name="connsiteX3" fmla="*/ 3552706 w 3574867"/>
                <a:gd name="connsiteY3" fmla="*/ 5411690 h 6664293"/>
                <a:gd name="connsiteX4" fmla="*/ 3273737 w 3574867"/>
                <a:gd name="connsiteY4" fmla="*/ 6574064 h 6664293"/>
                <a:gd name="connsiteX5" fmla="*/ 1212463 w 3574867"/>
                <a:gd name="connsiteY5" fmla="*/ 6558566 h 6664293"/>
                <a:gd name="connsiteX6" fmla="*/ 1909887 w 3574867"/>
                <a:gd name="connsiteY6" fmla="*/ 6000627 h 6664293"/>
                <a:gd name="connsiteX7" fmla="*/ 2467826 w 3574867"/>
                <a:gd name="connsiteY7" fmla="*/ 6512071 h 6664293"/>
                <a:gd name="connsiteX8" fmla="*/ 1785900 w 3574867"/>
                <a:gd name="connsiteY8" fmla="*/ 5210214 h 6664293"/>
                <a:gd name="connsiteX9" fmla="*/ 1475932 w 3574867"/>
                <a:gd name="connsiteY9" fmla="*/ 2420519 h 6664293"/>
                <a:gd name="connsiteX10" fmla="*/ 794009 w 3574867"/>
                <a:gd name="connsiteY10" fmla="*/ 2296533 h 6664293"/>
                <a:gd name="connsiteX11" fmla="*/ 282565 w 3574867"/>
                <a:gd name="connsiteY11" fmla="*/ 2405021 h 6664293"/>
                <a:gd name="connsiteX12" fmla="*/ 65587 w 3574867"/>
                <a:gd name="connsiteY12" fmla="*/ 2017564 h 6664293"/>
                <a:gd name="connsiteX13" fmla="*/ 825004 w 3574867"/>
                <a:gd name="connsiteY13" fmla="*/ 1583611 h 6664293"/>
                <a:gd name="connsiteX0" fmla="*/ 825004 w 3574867"/>
                <a:gd name="connsiteY0" fmla="*/ 1583611 h 6664293"/>
                <a:gd name="connsiteX1" fmla="*/ 2622808 w 3574867"/>
                <a:gd name="connsiteY1" fmla="*/ 173265 h 6664293"/>
                <a:gd name="connsiteX2" fmla="*/ 2312842 w 3574867"/>
                <a:gd name="connsiteY2" fmla="*/ 3536398 h 6664293"/>
                <a:gd name="connsiteX3" fmla="*/ 3552706 w 3574867"/>
                <a:gd name="connsiteY3" fmla="*/ 5411690 h 6664293"/>
                <a:gd name="connsiteX4" fmla="*/ 3273737 w 3574867"/>
                <a:gd name="connsiteY4" fmla="*/ 6574064 h 6664293"/>
                <a:gd name="connsiteX5" fmla="*/ 1212463 w 3574867"/>
                <a:gd name="connsiteY5" fmla="*/ 6558566 h 6664293"/>
                <a:gd name="connsiteX6" fmla="*/ 1909887 w 3574867"/>
                <a:gd name="connsiteY6" fmla="*/ 6000627 h 6664293"/>
                <a:gd name="connsiteX7" fmla="*/ 2467826 w 3574867"/>
                <a:gd name="connsiteY7" fmla="*/ 6512071 h 6664293"/>
                <a:gd name="connsiteX8" fmla="*/ 1785900 w 3574867"/>
                <a:gd name="connsiteY8" fmla="*/ 5210214 h 6664293"/>
                <a:gd name="connsiteX9" fmla="*/ 1475932 w 3574867"/>
                <a:gd name="connsiteY9" fmla="*/ 2420519 h 6664293"/>
                <a:gd name="connsiteX10" fmla="*/ 794009 w 3574867"/>
                <a:gd name="connsiteY10" fmla="*/ 2296533 h 6664293"/>
                <a:gd name="connsiteX11" fmla="*/ 282565 w 3574867"/>
                <a:gd name="connsiteY11" fmla="*/ 2405021 h 6664293"/>
                <a:gd name="connsiteX12" fmla="*/ 65587 w 3574867"/>
                <a:gd name="connsiteY12" fmla="*/ 2017564 h 6664293"/>
                <a:gd name="connsiteX13" fmla="*/ 825004 w 3574867"/>
                <a:gd name="connsiteY13" fmla="*/ 1583611 h 6664293"/>
                <a:gd name="connsiteX0" fmla="*/ 825004 w 3574867"/>
                <a:gd name="connsiteY0" fmla="*/ 1583611 h 6967151"/>
                <a:gd name="connsiteX1" fmla="*/ 2622808 w 3574867"/>
                <a:gd name="connsiteY1" fmla="*/ 173265 h 6967151"/>
                <a:gd name="connsiteX2" fmla="*/ 2312842 w 3574867"/>
                <a:gd name="connsiteY2" fmla="*/ 3536398 h 6967151"/>
                <a:gd name="connsiteX3" fmla="*/ 3552706 w 3574867"/>
                <a:gd name="connsiteY3" fmla="*/ 5411690 h 6967151"/>
                <a:gd name="connsiteX4" fmla="*/ 3273737 w 3574867"/>
                <a:gd name="connsiteY4" fmla="*/ 6574064 h 6967151"/>
                <a:gd name="connsiteX5" fmla="*/ 1212463 w 3574867"/>
                <a:gd name="connsiteY5" fmla="*/ 6558566 h 6967151"/>
                <a:gd name="connsiteX6" fmla="*/ 1909887 w 3574867"/>
                <a:gd name="connsiteY6" fmla="*/ 6000627 h 6967151"/>
                <a:gd name="connsiteX7" fmla="*/ 2467826 w 3574867"/>
                <a:gd name="connsiteY7" fmla="*/ 6512071 h 6967151"/>
                <a:gd name="connsiteX8" fmla="*/ 1785900 w 3574867"/>
                <a:gd name="connsiteY8" fmla="*/ 5210214 h 6967151"/>
                <a:gd name="connsiteX9" fmla="*/ 1475932 w 3574867"/>
                <a:gd name="connsiteY9" fmla="*/ 2420519 h 6967151"/>
                <a:gd name="connsiteX10" fmla="*/ 794009 w 3574867"/>
                <a:gd name="connsiteY10" fmla="*/ 2296533 h 6967151"/>
                <a:gd name="connsiteX11" fmla="*/ 282565 w 3574867"/>
                <a:gd name="connsiteY11" fmla="*/ 2405021 h 6967151"/>
                <a:gd name="connsiteX12" fmla="*/ 65587 w 3574867"/>
                <a:gd name="connsiteY12" fmla="*/ 2017564 h 6967151"/>
                <a:gd name="connsiteX13" fmla="*/ 825004 w 3574867"/>
                <a:gd name="connsiteY13" fmla="*/ 1583611 h 6967151"/>
                <a:gd name="connsiteX0" fmla="*/ 825004 w 3561860"/>
                <a:gd name="connsiteY0" fmla="*/ 1583611 h 6967151"/>
                <a:gd name="connsiteX1" fmla="*/ 2622808 w 3561860"/>
                <a:gd name="connsiteY1" fmla="*/ 173265 h 6967151"/>
                <a:gd name="connsiteX2" fmla="*/ 2312842 w 3561860"/>
                <a:gd name="connsiteY2" fmla="*/ 3536398 h 6967151"/>
                <a:gd name="connsiteX3" fmla="*/ 3552706 w 3561860"/>
                <a:gd name="connsiteY3" fmla="*/ 5411690 h 6967151"/>
                <a:gd name="connsiteX4" fmla="*/ 3273737 w 3561860"/>
                <a:gd name="connsiteY4" fmla="*/ 6574064 h 6967151"/>
                <a:gd name="connsiteX5" fmla="*/ 1212463 w 3561860"/>
                <a:gd name="connsiteY5" fmla="*/ 6558566 h 6967151"/>
                <a:gd name="connsiteX6" fmla="*/ 1909887 w 3561860"/>
                <a:gd name="connsiteY6" fmla="*/ 6000627 h 6967151"/>
                <a:gd name="connsiteX7" fmla="*/ 2467826 w 3561860"/>
                <a:gd name="connsiteY7" fmla="*/ 6512071 h 6967151"/>
                <a:gd name="connsiteX8" fmla="*/ 1785900 w 3561860"/>
                <a:gd name="connsiteY8" fmla="*/ 5210214 h 6967151"/>
                <a:gd name="connsiteX9" fmla="*/ 1475932 w 3561860"/>
                <a:gd name="connsiteY9" fmla="*/ 2420519 h 6967151"/>
                <a:gd name="connsiteX10" fmla="*/ 794009 w 3561860"/>
                <a:gd name="connsiteY10" fmla="*/ 2296533 h 6967151"/>
                <a:gd name="connsiteX11" fmla="*/ 282565 w 3561860"/>
                <a:gd name="connsiteY11" fmla="*/ 2405021 h 6967151"/>
                <a:gd name="connsiteX12" fmla="*/ 65587 w 3561860"/>
                <a:gd name="connsiteY12" fmla="*/ 2017564 h 6967151"/>
                <a:gd name="connsiteX13" fmla="*/ 825004 w 3561860"/>
                <a:gd name="connsiteY13" fmla="*/ 1583611 h 6967151"/>
                <a:gd name="connsiteX0" fmla="*/ 825004 w 3561860"/>
                <a:gd name="connsiteY0" fmla="*/ 1583611 h 6967151"/>
                <a:gd name="connsiteX1" fmla="*/ 2622808 w 3561860"/>
                <a:gd name="connsiteY1" fmla="*/ 173265 h 6967151"/>
                <a:gd name="connsiteX2" fmla="*/ 2312842 w 3561860"/>
                <a:gd name="connsiteY2" fmla="*/ 3536398 h 6967151"/>
                <a:gd name="connsiteX3" fmla="*/ 3552706 w 3561860"/>
                <a:gd name="connsiteY3" fmla="*/ 5411690 h 6967151"/>
                <a:gd name="connsiteX4" fmla="*/ 3273737 w 3561860"/>
                <a:gd name="connsiteY4" fmla="*/ 6574064 h 6967151"/>
                <a:gd name="connsiteX5" fmla="*/ 1212463 w 3561860"/>
                <a:gd name="connsiteY5" fmla="*/ 6558566 h 6967151"/>
                <a:gd name="connsiteX6" fmla="*/ 1909887 w 3561860"/>
                <a:gd name="connsiteY6" fmla="*/ 6000627 h 6967151"/>
                <a:gd name="connsiteX7" fmla="*/ 2467826 w 3561860"/>
                <a:gd name="connsiteY7" fmla="*/ 6512071 h 6967151"/>
                <a:gd name="connsiteX8" fmla="*/ 1785900 w 3561860"/>
                <a:gd name="connsiteY8" fmla="*/ 5210214 h 6967151"/>
                <a:gd name="connsiteX9" fmla="*/ 1475932 w 3561860"/>
                <a:gd name="connsiteY9" fmla="*/ 2420519 h 6967151"/>
                <a:gd name="connsiteX10" fmla="*/ 794009 w 3561860"/>
                <a:gd name="connsiteY10" fmla="*/ 2296533 h 6967151"/>
                <a:gd name="connsiteX11" fmla="*/ 282565 w 3561860"/>
                <a:gd name="connsiteY11" fmla="*/ 2405021 h 6967151"/>
                <a:gd name="connsiteX12" fmla="*/ 65587 w 3561860"/>
                <a:gd name="connsiteY12" fmla="*/ 2017564 h 6967151"/>
                <a:gd name="connsiteX13" fmla="*/ 825004 w 3561860"/>
                <a:gd name="connsiteY13" fmla="*/ 1583611 h 6967151"/>
                <a:gd name="connsiteX0" fmla="*/ 825004 w 3561860"/>
                <a:gd name="connsiteY0" fmla="*/ 1583611 h 6967151"/>
                <a:gd name="connsiteX1" fmla="*/ 2622808 w 3561860"/>
                <a:gd name="connsiteY1" fmla="*/ 173265 h 6967151"/>
                <a:gd name="connsiteX2" fmla="*/ 2312842 w 3561860"/>
                <a:gd name="connsiteY2" fmla="*/ 3536398 h 6967151"/>
                <a:gd name="connsiteX3" fmla="*/ 3552706 w 3561860"/>
                <a:gd name="connsiteY3" fmla="*/ 5411690 h 6967151"/>
                <a:gd name="connsiteX4" fmla="*/ 3273737 w 3561860"/>
                <a:gd name="connsiteY4" fmla="*/ 6574064 h 6967151"/>
                <a:gd name="connsiteX5" fmla="*/ 1212463 w 3561860"/>
                <a:gd name="connsiteY5" fmla="*/ 6558566 h 6967151"/>
                <a:gd name="connsiteX6" fmla="*/ 1909887 w 3561860"/>
                <a:gd name="connsiteY6" fmla="*/ 6000627 h 6967151"/>
                <a:gd name="connsiteX7" fmla="*/ 2467826 w 3561860"/>
                <a:gd name="connsiteY7" fmla="*/ 6512071 h 6967151"/>
                <a:gd name="connsiteX8" fmla="*/ 1785900 w 3561860"/>
                <a:gd name="connsiteY8" fmla="*/ 5210214 h 6967151"/>
                <a:gd name="connsiteX9" fmla="*/ 1475932 w 3561860"/>
                <a:gd name="connsiteY9" fmla="*/ 2420519 h 6967151"/>
                <a:gd name="connsiteX10" fmla="*/ 794009 w 3561860"/>
                <a:gd name="connsiteY10" fmla="*/ 2296533 h 6967151"/>
                <a:gd name="connsiteX11" fmla="*/ 282565 w 3561860"/>
                <a:gd name="connsiteY11" fmla="*/ 2405021 h 6967151"/>
                <a:gd name="connsiteX12" fmla="*/ 65587 w 3561860"/>
                <a:gd name="connsiteY12" fmla="*/ 2017564 h 6967151"/>
                <a:gd name="connsiteX13" fmla="*/ 825004 w 3561860"/>
                <a:gd name="connsiteY13" fmla="*/ 1583611 h 6967151"/>
                <a:gd name="connsiteX0" fmla="*/ 825004 w 3561860"/>
                <a:gd name="connsiteY0" fmla="*/ 1583611 h 6943363"/>
                <a:gd name="connsiteX1" fmla="*/ 2622808 w 3561860"/>
                <a:gd name="connsiteY1" fmla="*/ 173265 h 6943363"/>
                <a:gd name="connsiteX2" fmla="*/ 2312842 w 3561860"/>
                <a:gd name="connsiteY2" fmla="*/ 3536398 h 6943363"/>
                <a:gd name="connsiteX3" fmla="*/ 3552706 w 3561860"/>
                <a:gd name="connsiteY3" fmla="*/ 5411690 h 6943363"/>
                <a:gd name="connsiteX4" fmla="*/ 3273737 w 3561860"/>
                <a:gd name="connsiteY4" fmla="*/ 6574064 h 6943363"/>
                <a:gd name="connsiteX5" fmla="*/ 1212463 w 3561860"/>
                <a:gd name="connsiteY5" fmla="*/ 6558566 h 6943363"/>
                <a:gd name="connsiteX6" fmla="*/ 1909887 w 3561860"/>
                <a:gd name="connsiteY6" fmla="*/ 6000627 h 6943363"/>
                <a:gd name="connsiteX7" fmla="*/ 2467826 w 3561860"/>
                <a:gd name="connsiteY7" fmla="*/ 6512071 h 6943363"/>
                <a:gd name="connsiteX8" fmla="*/ 1785900 w 3561860"/>
                <a:gd name="connsiteY8" fmla="*/ 5210214 h 6943363"/>
                <a:gd name="connsiteX9" fmla="*/ 1475932 w 3561860"/>
                <a:gd name="connsiteY9" fmla="*/ 2420519 h 6943363"/>
                <a:gd name="connsiteX10" fmla="*/ 794009 w 3561860"/>
                <a:gd name="connsiteY10" fmla="*/ 2296533 h 6943363"/>
                <a:gd name="connsiteX11" fmla="*/ 282565 w 3561860"/>
                <a:gd name="connsiteY11" fmla="*/ 2405021 h 6943363"/>
                <a:gd name="connsiteX12" fmla="*/ 65587 w 3561860"/>
                <a:gd name="connsiteY12" fmla="*/ 2017564 h 6943363"/>
                <a:gd name="connsiteX13" fmla="*/ 825004 w 3561860"/>
                <a:gd name="connsiteY13" fmla="*/ 1583611 h 6943363"/>
                <a:gd name="connsiteX0" fmla="*/ 825004 w 3564744"/>
                <a:gd name="connsiteY0" fmla="*/ 1583611 h 6943363"/>
                <a:gd name="connsiteX1" fmla="*/ 2622808 w 3564744"/>
                <a:gd name="connsiteY1" fmla="*/ 173265 h 6943363"/>
                <a:gd name="connsiteX2" fmla="*/ 2312842 w 3564744"/>
                <a:gd name="connsiteY2" fmla="*/ 3536398 h 6943363"/>
                <a:gd name="connsiteX3" fmla="*/ 3552706 w 3564744"/>
                <a:gd name="connsiteY3" fmla="*/ 5411690 h 6943363"/>
                <a:gd name="connsiteX4" fmla="*/ 3273737 w 3564744"/>
                <a:gd name="connsiteY4" fmla="*/ 6574064 h 6943363"/>
                <a:gd name="connsiteX5" fmla="*/ 1212463 w 3564744"/>
                <a:gd name="connsiteY5" fmla="*/ 6558566 h 6943363"/>
                <a:gd name="connsiteX6" fmla="*/ 1909887 w 3564744"/>
                <a:gd name="connsiteY6" fmla="*/ 6000627 h 6943363"/>
                <a:gd name="connsiteX7" fmla="*/ 2467826 w 3564744"/>
                <a:gd name="connsiteY7" fmla="*/ 6512071 h 6943363"/>
                <a:gd name="connsiteX8" fmla="*/ 1785900 w 3564744"/>
                <a:gd name="connsiteY8" fmla="*/ 5210214 h 6943363"/>
                <a:gd name="connsiteX9" fmla="*/ 1475932 w 3564744"/>
                <a:gd name="connsiteY9" fmla="*/ 2420519 h 6943363"/>
                <a:gd name="connsiteX10" fmla="*/ 794009 w 3564744"/>
                <a:gd name="connsiteY10" fmla="*/ 2296533 h 6943363"/>
                <a:gd name="connsiteX11" fmla="*/ 282565 w 3564744"/>
                <a:gd name="connsiteY11" fmla="*/ 2405021 h 6943363"/>
                <a:gd name="connsiteX12" fmla="*/ 65587 w 3564744"/>
                <a:gd name="connsiteY12" fmla="*/ 2017564 h 6943363"/>
                <a:gd name="connsiteX13" fmla="*/ 825004 w 3564744"/>
                <a:gd name="connsiteY13" fmla="*/ 1583611 h 6943363"/>
                <a:gd name="connsiteX0" fmla="*/ 825004 w 3600585"/>
                <a:gd name="connsiteY0" fmla="*/ 1583611 h 6943363"/>
                <a:gd name="connsiteX1" fmla="*/ 2622808 w 3600585"/>
                <a:gd name="connsiteY1" fmla="*/ 173265 h 6943363"/>
                <a:gd name="connsiteX2" fmla="*/ 2312842 w 3600585"/>
                <a:gd name="connsiteY2" fmla="*/ 3536398 h 6943363"/>
                <a:gd name="connsiteX3" fmla="*/ 3552706 w 3600585"/>
                <a:gd name="connsiteY3" fmla="*/ 5411690 h 6943363"/>
                <a:gd name="connsiteX4" fmla="*/ 3273737 w 3600585"/>
                <a:gd name="connsiteY4" fmla="*/ 6574064 h 6943363"/>
                <a:gd name="connsiteX5" fmla="*/ 1212463 w 3600585"/>
                <a:gd name="connsiteY5" fmla="*/ 6558566 h 6943363"/>
                <a:gd name="connsiteX6" fmla="*/ 1909887 w 3600585"/>
                <a:gd name="connsiteY6" fmla="*/ 6000627 h 6943363"/>
                <a:gd name="connsiteX7" fmla="*/ 2467826 w 3600585"/>
                <a:gd name="connsiteY7" fmla="*/ 6512071 h 6943363"/>
                <a:gd name="connsiteX8" fmla="*/ 1785900 w 3600585"/>
                <a:gd name="connsiteY8" fmla="*/ 5210214 h 6943363"/>
                <a:gd name="connsiteX9" fmla="*/ 1475932 w 3600585"/>
                <a:gd name="connsiteY9" fmla="*/ 2420519 h 6943363"/>
                <a:gd name="connsiteX10" fmla="*/ 794009 w 3600585"/>
                <a:gd name="connsiteY10" fmla="*/ 2296533 h 6943363"/>
                <a:gd name="connsiteX11" fmla="*/ 282565 w 3600585"/>
                <a:gd name="connsiteY11" fmla="*/ 2405021 h 6943363"/>
                <a:gd name="connsiteX12" fmla="*/ 65587 w 3600585"/>
                <a:gd name="connsiteY12" fmla="*/ 2017564 h 6943363"/>
                <a:gd name="connsiteX13" fmla="*/ 825004 w 3600585"/>
                <a:gd name="connsiteY13" fmla="*/ 1583611 h 6943363"/>
                <a:gd name="connsiteX0" fmla="*/ 825004 w 3613580"/>
                <a:gd name="connsiteY0" fmla="*/ 1583611 h 6943363"/>
                <a:gd name="connsiteX1" fmla="*/ 2622808 w 3613580"/>
                <a:gd name="connsiteY1" fmla="*/ 173265 h 6943363"/>
                <a:gd name="connsiteX2" fmla="*/ 2312842 w 3613580"/>
                <a:gd name="connsiteY2" fmla="*/ 3536398 h 6943363"/>
                <a:gd name="connsiteX3" fmla="*/ 3552706 w 3613580"/>
                <a:gd name="connsiteY3" fmla="*/ 5411690 h 6943363"/>
                <a:gd name="connsiteX4" fmla="*/ 3273737 w 3613580"/>
                <a:gd name="connsiteY4" fmla="*/ 6574064 h 6943363"/>
                <a:gd name="connsiteX5" fmla="*/ 1212463 w 3613580"/>
                <a:gd name="connsiteY5" fmla="*/ 6558566 h 6943363"/>
                <a:gd name="connsiteX6" fmla="*/ 1909887 w 3613580"/>
                <a:gd name="connsiteY6" fmla="*/ 6000627 h 6943363"/>
                <a:gd name="connsiteX7" fmla="*/ 2467826 w 3613580"/>
                <a:gd name="connsiteY7" fmla="*/ 6512071 h 6943363"/>
                <a:gd name="connsiteX8" fmla="*/ 1785900 w 3613580"/>
                <a:gd name="connsiteY8" fmla="*/ 5210214 h 6943363"/>
                <a:gd name="connsiteX9" fmla="*/ 1475932 w 3613580"/>
                <a:gd name="connsiteY9" fmla="*/ 2420519 h 6943363"/>
                <a:gd name="connsiteX10" fmla="*/ 794009 w 3613580"/>
                <a:gd name="connsiteY10" fmla="*/ 2296533 h 6943363"/>
                <a:gd name="connsiteX11" fmla="*/ 282565 w 3613580"/>
                <a:gd name="connsiteY11" fmla="*/ 2405021 h 6943363"/>
                <a:gd name="connsiteX12" fmla="*/ 65587 w 3613580"/>
                <a:gd name="connsiteY12" fmla="*/ 2017564 h 6943363"/>
                <a:gd name="connsiteX13" fmla="*/ 825004 w 3613580"/>
                <a:gd name="connsiteY13" fmla="*/ 1583611 h 6943363"/>
                <a:gd name="connsiteX0" fmla="*/ 825004 w 3613580"/>
                <a:gd name="connsiteY0" fmla="*/ 1583611 h 6943363"/>
                <a:gd name="connsiteX1" fmla="*/ 2622808 w 3613580"/>
                <a:gd name="connsiteY1" fmla="*/ 173265 h 6943363"/>
                <a:gd name="connsiteX2" fmla="*/ 2312842 w 3613580"/>
                <a:gd name="connsiteY2" fmla="*/ 3536398 h 6943363"/>
                <a:gd name="connsiteX3" fmla="*/ 3552706 w 3613580"/>
                <a:gd name="connsiteY3" fmla="*/ 5411690 h 6943363"/>
                <a:gd name="connsiteX4" fmla="*/ 3273737 w 3613580"/>
                <a:gd name="connsiteY4" fmla="*/ 6574064 h 6943363"/>
                <a:gd name="connsiteX5" fmla="*/ 1212463 w 3613580"/>
                <a:gd name="connsiteY5" fmla="*/ 6558566 h 6943363"/>
                <a:gd name="connsiteX6" fmla="*/ 1909887 w 3613580"/>
                <a:gd name="connsiteY6" fmla="*/ 6000627 h 6943363"/>
                <a:gd name="connsiteX7" fmla="*/ 2467826 w 3613580"/>
                <a:gd name="connsiteY7" fmla="*/ 6512071 h 6943363"/>
                <a:gd name="connsiteX8" fmla="*/ 1785900 w 3613580"/>
                <a:gd name="connsiteY8" fmla="*/ 5210214 h 6943363"/>
                <a:gd name="connsiteX9" fmla="*/ 1475932 w 3613580"/>
                <a:gd name="connsiteY9" fmla="*/ 2420519 h 6943363"/>
                <a:gd name="connsiteX10" fmla="*/ 794009 w 3613580"/>
                <a:gd name="connsiteY10" fmla="*/ 2296533 h 6943363"/>
                <a:gd name="connsiteX11" fmla="*/ 282565 w 3613580"/>
                <a:gd name="connsiteY11" fmla="*/ 2405021 h 6943363"/>
                <a:gd name="connsiteX12" fmla="*/ 65587 w 3613580"/>
                <a:gd name="connsiteY12" fmla="*/ 2017564 h 6943363"/>
                <a:gd name="connsiteX13" fmla="*/ 825004 w 3613580"/>
                <a:gd name="connsiteY13" fmla="*/ 1583611 h 6943363"/>
                <a:gd name="connsiteX0" fmla="*/ 825004 w 3617367"/>
                <a:gd name="connsiteY0" fmla="*/ 1583611 h 6945165"/>
                <a:gd name="connsiteX1" fmla="*/ 2622808 w 3617367"/>
                <a:gd name="connsiteY1" fmla="*/ 173265 h 6945165"/>
                <a:gd name="connsiteX2" fmla="*/ 2312842 w 3617367"/>
                <a:gd name="connsiteY2" fmla="*/ 3536398 h 6945165"/>
                <a:gd name="connsiteX3" fmla="*/ 3552706 w 3617367"/>
                <a:gd name="connsiteY3" fmla="*/ 5411690 h 6945165"/>
                <a:gd name="connsiteX4" fmla="*/ 3299137 w 3617367"/>
                <a:gd name="connsiteY4" fmla="*/ 6580414 h 6945165"/>
                <a:gd name="connsiteX5" fmla="*/ 1212463 w 3617367"/>
                <a:gd name="connsiteY5" fmla="*/ 6558566 h 6945165"/>
                <a:gd name="connsiteX6" fmla="*/ 1909887 w 3617367"/>
                <a:gd name="connsiteY6" fmla="*/ 6000627 h 6945165"/>
                <a:gd name="connsiteX7" fmla="*/ 2467826 w 3617367"/>
                <a:gd name="connsiteY7" fmla="*/ 6512071 h 6945165"/>
                <a:gd name="connsiteX8" fmla="*/ 1785900 w 3617367"/>
                <a:gd name="connsiteY8" fmla="*/ 5210214 h 6945165"/>
                <a:gd name="connsiteX9" fmla="*/ 1475932 w 3617367"/>
                <a:gd name="connsiteY9" fmla="*/ 2420519 h 6945165"/>
                <a:gd name="connsiteX10" fmla="*/ 794009 w 3617367"/>
                <a:gd name="connsiteY10" fmla="*/ 2296533 h 6945165"/>
                <a:gd name="connsiteX11" fmla="*/ 282565 w 3617367"/>
                <a:gd name="connsiteY11" fmla="*/ 2405021 h 6945165"/>
                <a:gd name="connsiteX12" fmla="*/ 65587 w 3617367"/>
                <a:gd name="connsiteY12" fmla="*/ 2017564 h 6945165"/>
                <a:gd name="connsiteX13" fmla="*/ 825004 w 3617367"/>
                <a:gd name="connsiteY13" fmla="*/ 1583611 h 6945165"/>
                <a:gd name="connsiteX0" fmla="*/ 825004 w 3602752"/>
                <a:gd name="connsiteY0" fmla="*/ 1583611 h 6945165"/>
                <a:gd name="connsiteX1" fmla="*/ 2622808 w 3602752"/>
                <a:gd name="connsiteY1" fmla="*/ 173265 h 6945165"/>
                <a:gd name="connsiteX2" fmla="*/ 2312842 w 3602752"/>
                <a:gd name="connsiteY2" fmla="*/ 3536398 h 6945165"/>
                <a:gd name="connsiteX3" fmla="*/ 3552706 w 3602752"/>
                <a:gd name="connsiteY3" fmla="*/ 5411690 h 6945165"/>
                <a:gd name="connsiteX4" fmla="*/ 3299137 w 3602752"/>
                <a:gd name="connsiteY4" fmla="*/ 6580414 h 6945165"/>
                <a:gd name="connsiteX5" fmla="*/ 1212463 w 3602752"/>
                <a:gd name="connsiteY5" fmla="*/ 6558566 h 6945165"/>
                <a:gd name="connsiteX6" fmla="*/ 1909887 w 3602752"/>
                <a:gd name="connsiteY6" fmla="*/ 6000627 h 6945165"/>
                <a:gd name="connsiteX7" fmla="*/ 2467826 w 3602752"/>
                <a:gd name="connsiteY7" fmla="*/ 6512071 h 6945165"/>
                <a:gd name="connsiteX8" fmla="*/ 1785900 w 3602752"/>
                <a:gd name="connsiteY8" fmla="*/ 5210214 h 6945165"/>
                <a:gd name="connsiteX9" fmla="*/ 1475932 w 3602752"/>
                <a:gd name="connsiteY9" fmla="*/ 2420519 h 6945165"/>
                <a:gd name="connsiteX10" fmla="*/ 794009 w 3602752"/>
                <a:gd name="connsiteY10" fmla="*/ 2296533 h 6945165"/>
                <a:gd name="connsiteX11" fmla="*/ 282565 w 3602752"/>
                <a:gd name="connsiteY11" fmla="*/ 2405021 h 6945165"/>
                <a:gd name="connsiteX12" fmla="*/ 65587 w 3602752"/>
                <a:gd name="connsiteY12" fmla="*/ 2017564 h 6945165"/>
                <a:gd name="connsiteX13" fmla="*/ 825004 w 3602752"/>
                <a:gd name="connsiteY13" fmla="*/ 1583611 h 6945165"/>
                <a:gd name="connsiteX0" fmla="*/ 825004 w 3606501"/>
                <a:gd name="connsiteY0" fmla="*/ 1583611 h 6945165"/>
                <a:gd name="connsiteX1" fmla="*/ 2622808 w 3606501"/>
                <a:gd name="connsiteY1" fmla="*/ 173265 h 6945165"/>
                <a:gd name="connsiteX2" fmla="*/ 2312842 w 3606501"/>
                <a:gd name="connsiteY2" fmla="*/ 3536398 h 6945165"/>
                <a:gd name="connsiteX3" fmla="*/ 3552706 w 3606501"/>
                <a:gd name="connsiteY3" fmla="*/ 5411690 h 6945165"/>
                <a:gd name="connsiteX4" fmla="*/ 3299137 w 3606501"/>
                <a:gd name="connsiteY4" fmla="*/ 6580414 h 6945165"/>
                <a:gd name="connsiteX5" fmla="*/ 1212463 w 3606501"/>
                <a:gd name="connsiteY5" fmla="*/ 6558566 h 6945165"/>
                <a:gd name="connsiteX6" fmla="*/ 1909887 w 3606501"/>
                <a:gd name="connsiteY6" fmla="*/ 6000627 h 6945165"/>
                <a:gd name="connsiteX7" fmla="*/ 2467826 w 3606501"/>
                <a:gd name="connsiteY7" fmla="*/ 6512071 h 6945165"/>
                <a:gd name="connsiteX8" fmla="*/ 1785900 w 3606501"/>
                <a:gd name="connsiteY8" fmla="*/ 5210214 h 6945165"/>
                <a:gd name="connsiteX9" fmla="*/ 1475932 w 3606501"/>
                <a:gd name="connsiteY9" fmla="*/ 2420519 h 6945165"/>
                <a:gd name="connsiteX10" fmla="*/ 794009 w 3606501"/>
                <a:gd name="connsiteY10" fmla="*/ 2296533 h 6945165"/>
                <a:gd name="connsiteX11" fmla="*/ 282565 w 3606501"/>
                <a:gd name="connsiteY11" fmla="*/ 2405021 h 6945165"/>
                <a:gd name="connsiteX12" fmla="*/ 65587 w 3606501"/>
                <a:gd name="connsiteY12" fmla="*/ 2017564 h 6945165"/>
                <a:gd name="connsiteX13" fmla="*/ 825004 w 3606501"/>
                <a:gd name="connsiteY13" fmla="*/ 1583611 h 6945165"/>
                <a:gd name="connsiteX0" fmla="*/ 825004 w 3603345"/>
                <a:gd name="connsiteY0" fmla="*/ 1583611 h 6945165"/>
                <a:gd name="connsiteX1" fmla="*/ 2622808 w 3603345"/>
                <a:gd name="connsiteY1" fmla="*/ 173265 h 6945165"/>
                <a:gd name="connsiteX2" fmla="*/ 2312842 w 3603345"/>
                <a:gd name="connsiteY2" fmla="*/ 3536398 h 6945165"/>
                <a:gd name="connsiteX3" fmla="*/ 3552706 w 3603345"/>
                <a:gd name="connsiteY3" fmla="*/ 5411690 h 6945165"/>
                <a:gd name="connsiteX4" fmla="*/ 3299137 w 3603345"/>
                <a:gd name="connsiteY4" fmla="*/ 6580414 h 6945165"/>
                <a:gd name="connsiteX5" fmla="*/ 1212463 w 3603345"/>
                <a:gd name="connsiteY5" fmla="*/ 6558566 h 6945165"/>
                <a:gd name="connsiteX6" fmla="*/ 1909887 w 3603345"/>
                <a:gd name="connsiteY6" fmla="*/ 6000627 h 6945165"/>
                <a:gd name="connsiteX7" fmla="*/ 2467826 w 3603345"/>
                <a:gd name="connsiteY7" fmla="*/ 6512071 h 6945165"/>
                <a:gd name="connsiteX8" fmla="*/ 1785900 w 3603345"/>
                <a:gd name="connsiteY8" fmla="*/ 5210214 h 6945165"/>
                <a:gd name="connsiteX9" fmla="*/ 1475932 w 3603345"/>
                <a:gd name="connsiteY9" fmla="*/ 2420519 h 6945165"/>
                <a:gd name="connsiteX10" fmla="*/ 794009 w 3603345"/>
                <a:gd name="connsiteY10" fmla="*/ 2296533 h 6945165"/>
                <a:gd name="connsiteX11" fmla="*/ 282565 w 3603345"/>
                <a:gd name="connsiteY11" fmla="*/ 2405021 h 6945165"/>
                <a:gd name="connsiteX12" fmla="*/ 65587 w 3603345"/>
                <a:gd name="connsiteY12" fmla="*/ 2017564 h 6945165"/>
                <a:gd name="connsiteX13" fmla="*/ 825004 w 3603345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00627 h 6945165"/>
                <a:gd name="connsiteX7" fmla="*/ 2467826 w 3608229"/>
                <a:gd name="connsiteY7" fmla="*/ 6512071 h 6945165"/>
                <a:gd name="connsiteX8" fmla="*/ 1785900 w 3608229"/>
                <a:gd name="connsiteY8" fmla="*/ 5210214 h 6945165"/>
                <a:gd name="connsiteX9" fmla="*/ 1475932 w 3608229"/>
                <a:gd name="connsiteY9" fmla="*/ 2420519 h 6945165"/>
                <a:gd name="connsiteX10" fmla="*/ 794009 w 3608229"/>
                <a:gd name="connsiteY10" fmla="*/ 2296533 h 6945165"/>
                <a:gd name="connsiteX11" fmla="*/ 282565 w 3608229"/>
                <a:gd name="connsiteY11" fmla="*/ 2405021 h 6945165"/>
                <a:gd name="connsiteX12" fmla="*/ 65587 w 3608229"/>
                <a:gd name="connsiteY12" fmla="*/ 2017564 h 6945165"/>
                <a:gd name="connsiteX13" fmla="*/ 825004 w 3608229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00627 h 6945165"/>
                <a:gd name="connsiteX7" fmla="*/ 2467826 w 3608229"/>
                <a:gd name="connsiteY7" fmla="*/ 6512071 h 6945165"/>
                <a:gd name="connsiteX8" fmla="*/ 1785900 w 3608229"/>
                <a:gd name="connsiteY8" fmla="*/ 5210214 h 6945165"/>
                <a:gd name="connsiteX9" fmla="*/ 1475932 w 3608229"/>
                <a:gd name="connsiteY9" fmla="*/ 2420519 h 6945165"/>
                <a:gd name="connsiteX10" fmla="*/ 794009 w 3608229"/>
                <a:gd name="connsiteY10" fmla="*/ 2296533 h 6945165"/>
                <a:gd name="connsiteX11" fmla="*/ 282565 w 3608229"/>
                <a:gd name="connsiteY11" fmla="*/ 2405021 h 6945165"/>
                <a:gd name="connsiteX12" fmla="*/ 65587 w 3608229"/>
                <a:gd name="connsiteY12" fmla="*/ 2017564 h 6945165"/>
                <a:gd name="connsiteX13" fmla="*/ 825004 w 3608229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2467826 w 3608229"/>
                <a:gd name="connsiteY7" fmla="*/ 6512071 h 6945165"/>
                <a:gd name="connsiteX8" fmla="*/ 1785900 w 3608229"/>
                <a:gd name="connsiteY8" fmla="*/ 5210214 h 6945165"/>
                <a:gd name="connsiteX9" fmla="*/ 1475932 w 3608229"/>
                <a:gd name="connsiteY9" fmla="*/ 2420519 h 6945165"/>
                <a:gd name="connsiteX10" fmla="*/ 794009 w 3608229"/>
                <a:gd name="connsiteY10" fmla="*/ 2296533 h 6945165"/>
                <a:gd name="connsiteX11" fmla="*/ 282565 w 3608229"/>
                <a:gd name="connsiteY11" fmla="*/ 2405021 h 6945165"/>
                <a:gd name="connsiteX12" fmla="*/ 65587 w 3608229"/>
                <a:gd name="connsiteY12" fmla="*/ 2017564 h 6945165"/>
                <a:gd name="connsiteX13" fmla="*/ 825004 w 3608229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2467826 w 3608229"/>
                <a:gd name="connsiteY7" fmla="*/ 6512071 h 6945165"/>
                <a:gd name="connsiteX8" fmla="*/ 1785900 w 3608229"/>
                <a:gd name="connsiteY8" fmla="*/ 5210214 h 6945165"/>
                <a:gd name="connsiteX9" fmla="*/ 1475932 w 3608229"/>
                <a:gd name="connsiteY9" fmla="*/ 2420519 h 6945165"/>
                <a:gd name="connsiteX10" fmla="*/ 794009 w 3608229"/>
                <a:gd name="connsiteY10" fmla="*/ 2296533 h 6945165"/>
                <a:gd name="connsiteX11" fmla="*/ 282565 w 3608229"/>
                <a:gd name="connsiteY11" fmla="*/ 2405021 h 6945165"/>
                <a:gd name="connsiteX12" fmla="*/ 65587 w 3608229"/>
                <a:gd name="connsiteY12" fmla="*/ 2017564 h 6945165"/>
                <a:gd name="connsiteX13" fmla="*/ 825004 w 3608229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2467826 w 3608229"/>
                <a:gd name="connsiteY7" fmla="*/ 6512071 h 6945165"/>
                <a:gd name="connsiteX8" fmla="*/ 1785900 w 3608229"/>
                <a:gd name="connsiteY8" fmla="*/ 5210214 h 6945165"/>
                <a:gd name="connsiteX9" fmla="*/ 1475932 w 3608229"/>
                <a:gd name="connsiteY9" fmla="*/ 2420519 h 6945165"/>
                <a:gd name="connsiteX10" fmla="*/ 794009 w 3608229"/>
                <a:gd name="connsiteY10" fmla="*/ 2296533 h 6945165"/>
                <a:gd name="connsiteX11" fmla="*/ 282565 w 3608229"/>
                <a:gd name="connsiteY11" fmla="*/ 2405021 h 6945165"/>
                <a:gd name="connsiteX12" fmla="*/ 65587 w 3608229"/>
                <a:gd name="connsiteY12" fmla="*/ 2017564 h 6945165"/>
                <a:gd name="connsiteX13" fmla="*/ 825004 w 3608229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1628 w 3608229"/>
                <a:gd name="connsiteY11" fmla="*/ 2270340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1628 w 3608229"/>
                <a:gd name="connsiteY11" fmla="*/ 2270340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1628 w 3608229"/>
                <a:gd name="connsiteY11" fmla="*/ 2270340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1628 w 3608229"/>
                <a:gd name="connsiteY11" fmla="*/ 2270340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1628 w 3608229"/>
                <a:gd name="connsiteY11" fmla="*/ 2270340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608229" h="6945165">
                  <a:moveTo>
                    <a:pt x="825004" y="1583611"/>
                  </a:moveTo>
                  <a:cubicBezTo>
                    <a:pt x="742347" y="710540"/>
                    <a:pt x="1264123" y="-441501"/>
                    <a:pt x="2622808" y="173265"/>
                  </a:cubicBezTo>
                  <a:cubicBezTo>
                    <a:pt x="4255296" y="1526783"/>
                    <a:pt x="2416164" y="2415354"/>
                    <a:pt x="2312842" y="3536398"/>
                  </a:cubicBezTo>
                  <a:cubicBezTo>
                    <a:pt x="2328340" y="4063340"/>
                    <a:pt x="3281486" y="4706517"/>
                    <a:pt x="3552706" y="5411690"/>
                  </a:cubicBezTo>
                  <a:cubicBezTo>
                    <a:pt x="3746650" y="6074673"/>
                    <a:pt x="3376305" y="6520896"/>
                    <a:pt x="3299137" y="6580414"/>
                  </a:cubicBezTo>
                  <a:cubicBezTo>
                    <a:pt x="3254687" y="6642730"/>
                    <a:pt x="2261182" y="7382559"/>
                    <a:pt x="1212463" y="6558566"/>
                  </a:cubicBezTo>
                  <a:cubicBezTo>
                    <a:pt x="742563" y="5853823"/>
                    <a:pt x="1775138" y="5297177"/>
                    <a:pt x="1909887" y="6045077"/>
                  </a:cubicBezTo>
                  <a:cubicBezTo>
                    <a:pt x="1601571" y="5948428"/>
                    <a:pt x="1549227" y="6002440"/>
                    <a:pt x="1477117" y="6067572"/>
                  </a:cubicBezTo>
                  <a:cubicBezTo>
                    <a:pt x="1322457" y="6437504"/>
                    <a:pt x="2000437" y="6722697"/>
                    <a:pt x="2467826" y="6512071"/>
                  </a:cubicBezTo>
                  <a:cubicBezTo>
                    <a:pt x="2610647" y="6414561"/>
                    <a:pt x="3237144" y="5863080"/>
                    <a:pt x="1785900" y="5210214"/>
                  </a:cubicBezTo>
                  <a:cubicBezTo>
                    <a:pt x="148245" y="4802091"/>
                    <a:pt x="-466522" y="3123110"/>
                    <a:pt x="1475932" y="2420519"/>
                  </a:cubicBezTo>
                  <a:cubicBezTo>
                    <a:pt x="1096224" y="2384356"/>
                    <a:pt x="1011954" y="2253995"/>
                    <a:pt x="791628" y="2270340"/>
                  </a:cubicBezTo>
                  <a:cubicBezTo>
                    <a:pt x="602299" y="2275788"/>
                    <a:pt x="352469" y="2685402"/>
                    <a:pt x="282565" y="2405021"/>
                  </a:cubicBezTo>
                  <a:cubicBezTo>
                    <a:pt x="181826" y="2386940"/>
                    <a:pt x="-135891" y="2250037"/>
                    <a:pt x="65587" y="2017564"/>
                  </a:cubicBezTo>
                  <a:cubicBezTo>
                    <a:pt x="349723" y="1950404"/>
                    <a:pt x="680353" y="1991734"/>
                    <a:pt x="825004" y="1583611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38E60A2-29A3-0783-DE1B-312EC6B13CAD}"/>
                </a:ext>
              </a:extLst>
            </p:cNvPr>
            <p:cNvSpPr/>
            <p:nvPr/>
          </p:nvSpPr>
          <p:spPr>
            <a:xfrm>
              <a:off x="3684847" y="3226827"/>
              <a:ext cx="2644337" cy="4009893"/>
            </a:xfrm>
            <a:custGeom>
              <a:avLst/>
              <a:gdLst>
                <a:gd name="connsiteX0" fmla="*/ 1952221 w 2644337"/>
                <a:gd name="connsiteY0" fmla="*/ 155 h 3965597"/>
                <a:gd name="connsiteX1" fmla="*/ 1284564 w 2644337"/>
                <a:gd name="connsiteY1" fmla="*/ 1451583 h 3965597"/>
                <a:gd name="connsiteX2" fmla="*/ 2518277 w 2644337"/>
                <a:gd name="connsiteY2" fmla="*/ 2903011 h 3965597"/>
                <a:gd name="connsiteX3" fmla="*/ 2397552 w 2644337"/>
                <a:gd name="connsiteY3" fmla="*/ 3931018 h 3965597"/>
                <a:gd name="connsiteX4" fmla="*/ 2322322 w 2644337"/>
                <a:gd name="connsiteY4" fmla="*/ 3965597 h 3965597"/>
                <a:gd name="connsiteX5" fmla="*/ 2359230 w 2644337"/>
                <a:gd name="connsiteY5" fmla="*/ 3921003 h 3965597"/>
                <a:gd name="connsiteX6" fmla="*/ 1519521 w 2644337"/>
                <a:gd name="connsiteY6" fmla="*/ 2771889 h 3965597"/>
                <a:gd name="connsiteX7" fmla="*/ 1034893 w 2644337"/>
                <a:gd name="connsiteY7" fmla="*/ 50854 h 3965597"/>
                <a:gd name="connsiteX8" fmla="*/ 1074685 w 2644337"/>
                <a:gd name="connsiteY8" fmla="*/ 35212 h 3965597"/>
                <a:gd name="connsiteX9" fmla="*/ 1104496 w 2644337"/>
                <a:gd name="connsiteY9" fmla="*/ 38255 h 3965597"/>
                <a:gd name="connsiteX10" fmla="*/ 1952221 w 2644337"/>
                <a:gd name="connsiteY10" fmla="*/ 155 h 3965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44337" h="3965597">
                  <a:moveTo>
                    <a:pt x="1952221" y="155"/>
                  </a:moveTo>
                  <a:cubicBezTo>
                    <a:pt x="1498650" y="239640"/>
                    <a:pt x="1199897" y="1057279"/>
                    <a:pt x="1284564" y="1451583"/>
                  </a:cubicBezTo>
                  <a:cubicBezTo>
                    <a:pt x="1340202" y="2073279"/>
                    <a:pt x="2394906" y="2474840"/>
                    <a:pt x="2518277" y="2903011"/>
                  </a:cubicBezTo>
                  <a:cubicBezTo>
                    <a:pt x="2618516" y="3074008"/>
                    <a:pt x="2793015" y="3696942"/>
                    <a:pt x="2397552" y="3931018"/>
                  </a:cubicBezTo>
                  <a:lnTo>
                    <a:pt x="2322322" y="3965597"/>
                  </a:lnTo>
                  <a:lnTo>
                    <a:pt x="2359230" y="3921003"/>
                  </a:lnTo>
                  <a:cubicBezTo>
                    <a:pt x="2527658" y="3694159"/>
                    <a:pt x="2607954" y="3261539"/>
                    <a:pt x="1519521" y="2771889"/>
                  </a:cubicBezTo>
                  <a:cubicBezTo>
                    <a:pt x="-66957" y="2376520"/>
                    <a:pt x="-693479" y="788480"/>
                    <a:pt x="1034893" y="50854"/>
                  </a:cubicBezTo>
                  <a:lnTo>
                    <a:pt x="1074685" y="35212"/>
                  </a:lnTo>
                  <a:lnTo>
                    <a:pt x="1104496" y="38255"/>
                  </a:lnTo>
                  <a:cubicBezTo>
                    <a:pt x="1427893" y="58212"/>
                    <a:pt x="1649235" y="-3473"/>
                    <a:pt x="1952221" y="155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8338CF0-EAE0-A66D-FFF4-326A156C2D75}"/>
                </a:ext>
              </a:extLst>
            </p:cNvPr>
            <p:cNvSpPr/>
            <p:nvPr/>
          </p:nvSpPr>
          <p:spPr>
            <a:xfrm>
              <a:off x="4827814" y="2656114"/>
              <a:ext cx="1413329" cy="618651"/>
            </a:xfrm>
            <a:custGeom>
              <a:avLst/>
              <a:gdLst>
                <a:gd name="connsiteX0" fmla="*/ 0 w 1451429"/>
                <a:gd name="connsiteY0" fmla="*/ 624115 h 624115"/>
                <a:gd name="connsiteX1" fmla="*/ 1451429 w 1451429"/>
                <a:gd name="connsiteY1" fmla="*/ 0 h 624115"/>
                <a:gd name="connsiteX2" fmla="*/ 1451429 w 1451429"/>
                <a:gd name="connsiteY2" fmla="*/ 0 h 624115"/>
                <a:gd name="connsiteX0" fmla="*/ 0 w 1451429"/>
                <a:gd name="connsiteY0" fmla="*/ 624115 h 624115"/>
                <a:gd name="connsiteX1" fmla="*/ 1451429 w 1451429"/>
                <a:gd name="connsiteY1" fmla="*/ 0 h 624115"/>
                <a:gd name="connsiteX2" fmla="*/ 1451429 w 1451429"/>
                <a:gd name="connsiteY2" fmla="*/ 0 h 624115"/>
                <a:gd name="connsiteX0" fmla="*/ 0 w 1451429"/>
                <a:gd name="connsiteY0" fmla="*/ 624115 h 624115"/>
                <a:gd name="connsiteX1" fmla="*/ 1451429 w 1451429"/>
                <a:gd name="connsiteY1" fmla="*/ 0 h 624115"/>
                <a:gd name="connsiteX2" fmla="*/ 1451429 w 1451429"/>
                <a:gd name="connsiteY2" fmla="*/ 0 h 624115"/>
                <a:gd name="connsiteX0" fmla="*/ 0 w 1426029"/>
                <a:gd name="connsiteY0" fmla="*/ 598715 h 598715"/>
                <a:gd name="connsiteX1" fmla="*/ 1426029 w 1426029"/>
                <a:gd name="connsiteY1" fmla="*/ 0 h 598715"/>
                <a:gd name="connsiteX2" fmla="*/ 1426029 w 1426029"/>
                <a:gd name="connsiteY2" fmla="*/ 0 h 598715"/>
                <a:gd name="connsiteX0" fmla="*/ 0 w 1426029"/>
                <a:gd name="connsiteY0" fmla="*/ 598715 h 598715"/>
                <a:gd name="connsiteX1" fmla="*/ 1426029 w 1426029"/>
                <a:gd name="connsiteY1" fmla="*/ 0 h 598715"/>
                <a:gd name="connsiteX2" fmla="*/ 1426029 w 1426029"/>
                <a:gd name="connsiteY2" fmla="*/ 0 h 598715"/>
                <a:gd name="connsiteX0" fmla="*/ 0 w 1426029"/>
                <a:gd name="connsiteY0" fmla="*/ 598715 h 598715"/>
                <a:gd name="connsiteX1" fmla="*/ 1426029 w 1426029"/>
                <a:gd name="connsiteY1" fmla="*/ 0 h 598715"/>
                <a:gd name="connsiteX2" fmla="*/ 1426029 w 1426029"/>
                <a:gd name="connsiteY2" fmla="*/ 0 h 598715"/>
                <a:gd name="connsiteX0" fmla="*/ 0 w 1426029"/>
                <a:gd name="connsiteY0" fmla="*/ 598715 h 598715"/>
                <a:gd name="connsiteX1" fmla="*/ 1426029 w 1426029"/>
                <a:gd name="connsiteY1" fmla="*/ 0 h 598715"/>
                <a:gd name="connsiteX2" fmla="*/ 1426029 w 1426029"/>
                <a:gd name="connsiteY2" fmla="*/ 0 h 598715"/>
                <a:gd name="connsiteX0" fmla="*/ 0 w 1413329"/>
                <a:gd name="connsiteY0" fmla="*/ 573315 h 573315"/>
                <a:gd name="connsiteX1" fmla="*/ 1413329 w 1413329"/>
                <a:gd name="connsiteY1" fmla="*/ 0 h 573315"/>
                <a:gd name="connsiteX2" fmla="*/ 1413329 w 1413329"/>
                <a:gd name="connsiteY2" fmla="*/ 0 h 573315"/>
                <a:gd name="connsiteX0" fmla="*/ 0 w 1413329"/>
                <a:gd name="connsiteY0" fmla="*/ 573315 h 602141"/>
                <a:gd name="connsiteX1" fmla="*/ 1413329 w 1413329"/>
                <a:gd name="connsiteY1" fmla="*/ 0 h 602141"/>
                <a:gd name="connsiteX2" fmla="*/ 1413329 w 1413329"/>
                <a:gd name="connsiteY2" fmla="*/ 0 h 602141"/>
                <a:gd name="connsiteX0" fmla="*/ 0 w 1413329"/>
                <a:gd name="connsiteY0" fmla="*/ 598715 h 624223"/>
                <a:gd name="connsiteX1" fmla="*/ 1413329 w 1413329"/>
                <a:gd name="connsiteY1" fmla="*/ 0 h 624223"/>
                <a:gd name="connsiteX2" fmla="*/ 1413329 w 1413329"/>
                <a:gd name="connsiteY2" fmla="*/ 0 h 624223"/>
                <a:gd name="connsiteX0" fmla="*/ 0 w 1413329"/>
                <a:gd name="connsiteY0" fmla="*/ 566965 h 596710"/>
                <a:gd name="connsiteX1" fmla="*/ 1413329 w 1413329"/>
                <a:gd name="connsiteY1" fmla="*/ 0 h 596710"/>
                <a:gd name="connsiteX2" fmla="*/ 1413329 w 1413329"/>
                <a:gd name="connsiteY2" fmla="*/ 0 h 596710"/>
                <a:gd name="connsiteX0" fmla="*/ 0 w 1413329"/>
                <a:gd name="connsiteY0" fmla="*/ 592365 h 618651"/>
                <a:gd name="connsiteX1" fmla="*/ 1413329 w 1413329"/>
                <a:gd name="connsiteY1" fmla="*/ 0 h 618651"/>
                <a:gd name="connsiteX2" fmla="*/ 1413329 w 1413329"/>
                <a:gd name="connsiteY2" fmla="*/ 0 h 61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3329" h="618651">
                  <a:moveTo>
                    <a:pt x="0" y="592365"/>
                  </a:moveTo>
                  <a:cubicBezTo>
                    <a:pt x="648910" y="663727"/>
                    <a:pt x="1050169" y="627138"/>
                    <a:pt x="1413329" y="0"/>
                  </a:cubicBezTo>
                  <a:lnTo>
                    <a:pt x="1413329" y="0"/>
                  </a:lnTo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3862AEE-B25C-E7F6-BC6D-F45F0460BA23}"/>
                </a:ext>
              </a:extLst>
            </p:cNvPr>
            <p:cNvSpPr/>
            <p:nvPr/>
          </p:nvSpPr>
          <p:spPr>
            <a:xfrm>
              <a:off x="3644540" y="3061493"/>
              <a:ext cx="159544" cy="145257"/>
            </a:xfrm>
            <a:custGeom>
              <a:avLst/>
              <a:gdLst>
                <a:gd name="connsiteX0" fmla="*/ 0 w 123825"/>
                <a:gd name="connsiteY0" fmla="*/ 133350 h 133350"/>
                <a:gd name="connsiteX1" fmla="*/ 123825 w 123825"/>
                <a:gd name="connsiteY1" fmla="*/ 0 h 133350"/>
                <a:gd name="connsiteX2" fmla="*/ 123825 w 123825"/>
                <a:gd name="connsiteY2" fmla="*/ 0 h 133350"/>
                <a:gd name="connsiteX0" fmla="*/ 0 w 159544"/>
                <a:gd name="connsiteY0" fmla="*/ 145257 h 145257"/>
                <a:gd name="connsiteX1" fmla="*/ 159544 w 159544"/>
                <a:gd name="connsiteY1" fmla="*/ 0 h 145257"/>
                <a:gd name="connsiteX2" fmla="*/ 159544 w 159544"/>
                <a:gd name="connsiteY2" fmla="*/ 0 h 145257"/>
                <a:gd name="connsiteX0" fmla="*/ 0 w 159544"/>
                <a:gd name="connsiteY0" fmla="*/ 145257 h 145257"/>
                <a:gd name="connsiteX1" fmla="*/ 159544 w 159544"/>
                <a:gd name="connsiteY1" fmla="*/ 0 h 145257"/>
                <a:gd name="connsiteX2" fmla="*/ 159544 w 159544"/>
                <a:gd name="connsiteY2" fmla="*/ 0 h 145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9544" h="145257">
                  <a:moveTo>
                    <a:pt x="0" y="145257"/>
                  </a:moveTo>
                  <a:cubicBezTo>
                    <a:pt x="146050" y="139701"/>
                    <a:pt x="106363" y="48419"/>
                    <a:pt x="159544" y="0"/>
                  </a:cubicBezTo>
                  <a:lnTo>
                    <a:pt x="159544" y="0"/>
                  </a:lnTo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2ECC3530-91F6-0A49-3E79-A5C1659BEAFC}"/>
                </a:ext>
              </a:extLst>
            </p:cNvPr>
            <p:cNvSpPr/>
            <p:nvPr/>
          </p:nvSpPr>
          <p:spPr>
            <a:xfrm rot="20109352">
              <a:off x="3701608" y="3035955"/>
              <a:ext cx="152301" cy="152301"/>
            </a:xfrm>
            <a:prstGeom prst="arc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C2487E56-26BF-5350-DF6A-4FA7F73CF284}"/>
                </a:ext>
              </a:extLst>
            </p:cNvPr>
            <p:cNvSpPr/>
            <p:nvPr/>
          </p:nvSpPr>
          <p:spPr>
            <a:xfrm>
              <a:off x="4664149" y="1468978"/>
              <a:ext cx="579120" cy="781139"/>
            </a:xfrm>
            <a:prstGeom prst="roundRect">
              <a:avLst>
                <a:gd name="adj" fmla="val 44434"/>
              </a:avLst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0DBCC86-BEC0-9930-EC4C-D42BDF9E2FA6}"/>
                </a:ext>
              </a:extLst>
            </p:cNvPr>
            <p:cNvSpPr/>
            <p:nvPr/>
          </p:nvSpPr>
          <p:spPr>
            <a:xfrm>
              <a:off x="4696414" y="1613824"/>
              <a:ext cx="363957" cy="573046"/>
            </a:xfrm>
            <a:prstGeom prst="roundRect">
              <a:avLst>
                <a:gd name="adj" fmla="val 44434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68AE0EBD-DE81-65F1-81FE-EADD6CA7C5E5}"/>
                </a:ext>
              </a:extLst>
            </p:cNvPr>
            <p:cNvSpPr/>
            <p:nvPr/>
          </p:nvSpPr>
          <p:spPr>
            <a:xfrm>
              <a:off x="4696414" y="1685476"/>
              <a:ext cx="312769" cy="492451"/>
            </a:xfrm>
            <a:prstGeom prst="roundRect">
              <a:avLst>
                <a:gd name="adj" fmla="val 44434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4A4C8C37-4B89-D473-B865-4FB567B62B9F}"/>
                </a:ext>
              </a:extLst>
            </p:cNvPr>
            <p:cNvSpPr/>
            <p:nvPr/>
          </p:nvSpPr>
          <p:spPr>
            <a:xfrm>
              <a:off x="4723236" y="1890388"/>
              <a:ext cx="154568" cy="243366"/>
            </a:xfrm>
            <a:prstGeom prst="roundRect">
              <a:avLst>
                <a:gd name="adj" fmla="val 44434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25">
              <a:extLst>
                <a:ext uri="{FF2B5EF4-FFF2-40B4-BE49-F238E27FC236}">
                  <a16:creationId xmlns:a16="http://schemas.microsoft.com/office/drawing/2014/main" id="{12720D81-A5C3-D4F1-FDD2-09DB98B64734}"/>
                </a:ext>
              </a:extLst>
            </p:cNvPr>
            <p:cNvSpPr/>
            <p:nvPr/>
          </p:nvSpPr>
          <p:spPr>
            <a:xfrm>
              <a:off x="4705542" y="2082190"/>
              <a:ext cx="638751" cy="208993"/>
            </a:xfrm>
            <a:custGeom>
              <a:avLst/>
              <a:gdLst>
                <a:gd name="connsiteX0" fmla="*/ 0 w 844550"/>
                <a:gd name="connsiteY0" fmla="*/ 0 h 367463"/>
                <a:gd name="connsiteX1" fmla="*/ 844550 w 844550"/>
                <a:gd name="connsiteY1" fmla="*/ 0 h 367463"/>
                <a:gd name="connsiteX2" fmla="*/ 844550 w 844550"/>
                <a:gd name="connsiteY2" fmla="*/ 367463 h 367463"/>
                <a:gd name="connsiteX3" fmla="*/ 0 w 844550"/>
                <a:gd name="connsiteY3" fmla="*/ 367463 h 367463"/>
                <a:gd name="connsiteX4" fmla="*/ 0 w 844550"/>
                <a:gd name="connsiteY4" fmla="*/ 0 h 367463"/>
                <a:gd name="connsiteX0" fmla="*/ 50800 w 844550"/>
                <a:gd name="connsiteY0" fmla="*/ 12700 h 367463"/>
                <a:gd name="connsiteX1" fmla="*/ 844550 w 844550"/>
                <a:gd name="connsiteY1" fmla="*/ 0 h 367463"/>
                <a:gd name="connsiteX2" fmla="*/ 844550 w 844550"/>
                <a:gd name="connsiteY2" fmla="*/ 367463 h 367463"/>
                <a:gd name="connsiteX3" fmla="*/ 0 w 844550"/>
                <a:gd name="connsiteY3" fmla="*/ 367463 h 367463"/>
                <a:gd name="connsiteX4" fmla="*/ 50800 w 844550"/>
                <a:gd name="connsiteY4" fmla="*/ 12700 h 367463"/>
                <a:gd name="connsiteX0" fmla="*/ 50800 w 844550"/>
                <a:gd name="connsiteY0" fmla="*/ 27087 h 381850"/>
                <a:gd name="connsiteX1" fmla="*/ 844550 w 844550"/>
                <a:gd name="connsiteY1" fmla="*/ 14387 h 381850"/>
                <a:gd name="connsiteX2" fmla="*/ 844550 w 844550"/>
                <a:gd name="connsiteY2" fmla="*/ 381850 h 381850"/>
                <a:gd name="connsiteX3" fmla="*/ 0 w 844550"/>
                <a:gd name="connsiteY3" fmla="*/ 381850 h 381850"/>
                <a:gd name="connsiteX4" fmla="*/ 50800 w 844550"/>
                <a:gd name="connsiteY4" fmla="*/ 27087 h 381850"/>
                <a:gd name="connsiteX0" fmla="*/ 50800 w 844550"/>
                <a:gd name="connsiteY0" fmla="*/ 27087 h 381850"/>
                <a:gd name="connsiteX1" fmla="*/ 762000 w 844550"/>
                <a:gd name="connsiteY1" fmla="*/ 14387 h 381850"/>
                <a:gd name="connsiteX2" fmla="*/ 844550 w 844550"/>
                <a:gd name="connsiteY2" fmla="*/ 381850 h 381850"/>
                <a:gd name="connsiteX3" fmla="*/ 0 w 844550"/>
                <a:gd name="connsiteY3" fmla="*/ 381850 h 381850"/>
                <a:gd name="connsiteX4" fmla="*/ 50800 w 844550"/>
                <a:gd name="connsiteY4" fmla="*/ 27087 h 381850"/>
                <a:gd name="connsiteX0" fmla="*/ 50800 w 844550"/>
                <a:gd name="connsiteY0" fmla="*/ 37311 h 392074"/>
                <a:gd name="connsiteX1" fmla="*/ 762000 w 844550"/>
                <a:gd name="connsiteY1" fmla="*/ 24611 h 392074"/>
                <a:gd name="connsiteX2" fmla="*/ 844550 w 844550"/>
                <a:gd name="connsiteY2" fmla="*/ 392074 h 392074"/>
                <a:gd name="connsiteX3" fmla="*/ 0 w 844550"/>
                <a:gd name="connsiteY3" fmla="*/ 392074 h 392074"/>
                <a:gd name="connsiteX4" fmla="*/ 50800 w 844550"/>
                <a:gd name="connsiteY4" fmla="*/ 37311 h 392074"/>
                <a:gd name="connsiteX0" fmla="*/ 0 w 793750"/>
                <a:gd name="connsiteY0" fmla="*/ 37311 h 392074"/>
                <a:gd name="connsiteX1" fmla="*/ 711200 w 793750"/>
                <a:gd name="connsiteY1" fmla="*/ 24611 h 392074"/>
                <a:gd name="connsiteX2" fmla="*/ 793750 w 793750"/>
                <a:gd name="connsiteY2" fmla="*/ 392074 h 392074"/>
                <a:gd name="connsiteX3" fmla="*/ 0 w 793750"/>
                <a:gd name="connsiteY3" fmla="*/ 37311 h 392074"/>
                <a:gd name="connsiteX0" fmla="*/ 0 w 711200"/>
                <a:gd name="connsiteY0" fmla="*/ 37311 h 506374"/>
                <a:gd name="connsiteX1" fmla="*/ 711200 w 711200"/>
                <a:gd name="connsiteY1" fmla="*/ 24611 h 506374"/>
                <a:gd name="connsiteX2" fmla="*/ 412750 w 711200"/>
                <a:gd name="connsiteY2" fmla="*/ 506374 h 506374"/>
                <a:gd name="connsiteX3" fmla="*/ 0 w 711200"/>
                <a:gd name="connsiteY3" fmla="*/ 37311 h 506374"/>
                <a:gd name="connsiteX0" fmla="*/ 0 w 711200"/>
                <a:gd name="connsiteY0" fmla="*/ 37311 h 506374"/>
                <a:gd name="connsiteX1" fmla="*/ 711200 w 711200"/>
                <a:gd name="connsiteY1" fmla="*/ 24611 h 506374"/>
                <a:gd name="connsiteX2" fmla="*/ 412750 w 711200"/>
                <a:gd name="connsiteY2" fmla="*/ 506374 h 506374"/>
                <a:gd name="connsiteX3" fmla="*/ 0 w 711200"/>
                <a:gd name="connsiteY3" fmla="*/ 37311 h 506374"/>
                <a:gd name="connsiteX0" fmla="*/ 0 w 711200"/>
                <a:gd name="connsiteY0" fmla="*/ 37311 h 506374"/>
                <a:gd name="connsiteX1" fmla="*/ 711200 w 711200"/>
                <a:gd name="connsiteY1" fmla="*/ 24611 h 506374"/>
                <a:gd name="connsiteX2" fmla="*/ 412750 w 711200"/>
                <a:gd name="connsiteY2" fmla="*/ 506374 h 506374"/>
                <a:gd name="connsiteX3" fmla="*/ 0 w 711200"/>
                <a:gd name="connsiteY3" fmla="*/ 37311 h 506374"/>
                <a:gd name="connsiteX0" fmla="*/ 0 w 711200"/>
                <a:gd name="connsiteY0" fmla="*/ 37311 h 506374"/>
                <a:gd name="connsiteX1" fmla="*/ 711200 w 711200"/>
                <a:gd name="connsiteY1" fmla="*/ 24611 h 506374"/>
                <a:gd name="connsiteX2" fmla="*/ 412750 w 711200"/>
                <a:gd name="connsiteY2" fmla="*/ 506374 h 506374"/>
                <a:gd name="connsiteX3" fmla="*/ 0 w 711200"/>
                <a:gd name="connsiteY3" fmla="*/ 37311 h 506374"/>
                <a:gd name="connsiteX0" fmla="*/ 412750 w 711200"/>
                <a:gd name="connsiteY0" fmla="*/ 506374 h 597814"/>
                <a:gd name="connsiteX1" fmla="*/ 0 w 711200"/>
                <a:gd name="connsiteY1" fmla="*/ 37311 h 597814"/>
                <a:gd name="connsiteX2" fmla="*/ 711200 w 711200"/>
                <a:gd name="connsiteY2" fmla="*/ 24611 h 597814"/>
                <a:gd name="connsiteX3" fmla="*/ 504190 w 711200"/>
                <a:gd name="connsiteY3" fmla="*/ 597814 h 597814"/>
                <a:gd name="connsiteX0" fmla="*/ 412750 w 711200"/>
                <a:gd name="connsiteY0" fmla="*/ 506374 h 506374"/>
                <a:gd name="connsiteX1" fmla="*/ 0 w 711200"/>
                <a:gd name="connsiteY1" fmla="*/ 37311 h 506374"/>
                <a:gd name="connsiteX2" fmla="*/ 711200 w 711200"/>
                <a:gd name="connsiteY2" fmla="*/ 24611 h 506374"/>
                <a:gd name="connsiteX0" fmla="*/ 0 w 711200"/>
                <a:gd name="connsiteY0" fmla="*/ 37311 h 37311"/>
                <a:gd name="connsiteX1" fmla="*/ 711200 w 711200"/>
                <a:gd name="connsiteY1" fmla="*/ 24611 h 37311"/>
                <a:gd name="connsiteX0" fmla="*/ 0 w 711200"/>
                <a:gd name="connsiteY0" fmla="*/ 12700 h 179494"/>
                <a:gd name="connsiteX1" fmla="*/ 711200 w 711200"/>
                <a:gd name="connsiteY1" fmla="*/ 0 h 179494"/>
                <a:gd name="connsiteX0" fmla="*/ 0 w 711200"/>
                <a:gd name="connsiteY0" fmla="*/ 79958 h 79958"/>
                <a:gd name="connsiteX1" fmla="*/ 711200 w 711200"/>
                <a:gd name="connsiteY1" fmla="*/ 67258 h 79958"/>
                <a:gd name="connsiteX0" fmla="*/ 0 w 711200"/>
                <a:gd name="connsiteY0" fmla="*/ 75008 h 75008"/>
                <a:gd name="connsiteX1" fmla="*/ 711200 w 711200"/>
                <a:gd name="connsiteY1" fmla="*/ 62308 h 75008"/>
                <a:gd name="connsiteX0" fmla="*/ 0 w 679450"/>
                <a:gd name="connsiteY0" fmla="*/ 99902 h 99902"/>
                <a:gd name="connsiteX1" fmla="*/ 679450 w 679450"/>
                <a:gd name="connsiteY1" fmla="*/ 53780 h 99902"/>
                <a:gd name="connsiteX0" fmla="*/ 0 w 679450"/>
                <a:gd name="connsiteY0" fmla="*/ 78860 h 78860"/>
                <a:gd name="connsiteX1" fmla="*/ 679450 w 679450"/>
                <a:gd name="connsiteY1" fmla="*/ 32738 h 78860"/>
                <a:gd name="connsiteX0" fmla="*/ 0 w 546100"/>
                <a:gd name="connsiteY0" fmla="*/ 65945 h 65945"/>
                <a:gd name="connsiteX1" fmla="*/ 546100 w 546100"/>
                <a:gd name="connsiteY1" fmla="*/ 36534 h 65945"/>
                <a:gd name="connsiteX0" fmla="*/ 0 w 514350"/>
                <a:gd name="connsiteY0" fmla="*/ 65945 h 65945"/>
                <a:gd name="connsiteX1" fmla="*/ 514350 w 514350"/>
                <a:gd name="connsiteY1" fmla="*/ 36534 h 65945"/>
                <a:gd name="connsiteX0" fmla="*/ 0 w 514350"/>
                <a:gd name="connsiteY0" fmla="*/ 71018 h 71018"/>
                <a:gd name="connsiteX1" fmla="*/ 514350 w 514350"/>
                <a:gd name="connsiteY1" fmla="*/ 41607 h 71018"/>
                <a:gd name="connsiteX0" fmla="*/ 0 w 514350"/>
                <a:gd name="connsiteY0" fmla="*/ 63013 h 63013"/>
                <a:gd name="connsiteX1" fmla="*/ 514350 w 514350"/>
                <a:gd name="connsiteY1" fmla="*/ 45539 h 63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4350" h="63013">
                  <a:moveTo>
                    <a:pt x="0" y="63013"/>
                  </a:moveTo>
                  <a:cubicBezTo>
                    <a:pt x="4233" y="5593"/>
                    <a:pt x="421217" y="-35832"/>
                    <a:pt x="514350" y="45539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29CBE05-4A3D-D813-8544-0FA5C2669CA5}"/>
              </a:ext>
            </a:extLst>
          </p:cNvPr>
          <p:cNvGrpSpPr/>
          <p:nvPr/>
        </p:nvGrpSpPr>
        <p:grpSpPr>
          <a:xfrm>
            <a:off x="1428749" y="181432"/>
            <a:ext cx="3856417" cy="7305218"/>
            <a:chOff x="3427457" y="15241"/>
            <a:chExt cx="4094996" cy="775715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89F478-8C93-B48B-B8B9-3FF7291CEB75}"/>
                </a:ext>
              </a:extLst>
            </p:cNvPr>
            <p:cNvSpPr/>
            <p:nvPr/>
          </p:nvSpPr>
          <p:spPr>
            <a:xfrm>
              <a:off x="5804582" y="4152998"/>
              <a:ext cx="1380649" cy="1278512"/>
            </a:xfrm>
            <a:custGeom>
              <a:avLst/>
              <a:gdLst>
                <a:gd name="connsiteX0" fmla="*/ 0 w 667657"/>
                <a:gd name="connsiteY0" fmla="*/ 0 h 915812"/>
                <a:gd name="connsiteX1" fmla="*/ 667657 w 667657"/>
                <a:gd name="connsiteY1" fmla="*/ 0 h 915812"/>
                <a:gd name="connsiteX2" fmla="*/ 667657 w 667657"/>
                <a:gd name="connsiteY2" fmla="*/ 915812 h 915812"/>
                <a:gd name="connsiteX3" fmla="*/ 0 w 667657"/>
                <a:gd name="connsiteY3" fmla="*/ 915812 h 915812"/>
                <a:gd name="connsiteX4" fmla="*/ 0 w 667657"/>
                <a:gd name="connsiteY4" fmla="*/ 0 h 915812"/>
                <a:gd name="connsiteX0" fmla="*/ 0 w 1251857"/>
                <a:gd name="connsiteY0" fmla="*/ 584200 h 915812"/>
                <a:gd name="connsiteX1" fmla="*/ 1251857 w 1251857"/>
                <a:gd name="connsiteY1" fmla="*/ 0 h 915812"/>
                <a:gd name="connsiteX2" fmla="*/ 1251857 w 1251857"/>
                <a:gd name="connsiteY2" fmla="*/ 915812 h 915812"/>
                <a:gd name="connsiteX3" fmla="*/ 584200 w 1251857"/>
                <a:gd name="connsiteY3" fmla="*/ 915812 h 915812"/>
                <a:gd name="connsiteX4" fmla="*/ 0 w 1251857"/>
                <a:gd name="connsiteY4" fmla="*/ 584200 h 915812"/>
                <a:gd name="connsiteX0" fmla="*/ 0 w 1399495"/>
                <a:gd name="connsiteY0" fmla="*/ 584200 h 915812"/>
                <a:gd name="connsiteX1" fmla="*/ 1251857 w 1399495"/>
                <a:gd name="connsiteY1" fmla="*/ 0 h 915812"/>
                <a:gd name="connsiteX2" fmla="*/ 1399495 w 1399495"/>
                <a:gd name="connsiteY2" fmla="*/ 515762 h 915812"/>
                <a:gd name="connsiteX3" fmla="*/ 584200 w 1399495"/>
                <a:gd name="connsiteY3" fmla="*/ 915812 h 915812"/>
                <a:gd name="connsiteX4" fmla="*/ 0 w 1399495"/>
                <a:gd name="connsiteY4" fmla="*/ 584200 h 915812"/>
                <a:gd name="connsiteX0" fmla="*/ 0 w 1399495"/>
                <a:gd name="connsiteY0" fmla="*/ 436563 h 768175"/>
                <a:gd name="connsiteX1" fmla="*/ 1323295 w 1399495"/>
                <a:gd name="connsiteY1" fmla="*/ 0 h 768175"/>
                <a:gd name="connsiteX2" fmla="*/ 1399495 w 1399495"/>
                <a:gd name="connsiteY2" fmla="*/ 368125 h 768175"/>
                <a:gd name="connsiteX3" fmla="*/ 584200 w 1399495"/>
                <a:gd name="connsiteY3" fmla="*/ 768175 h 768175"/>
                <a:gd name="connsiteX4" fmla="*/ 0 w 1399495"/>
                <a:gd name="connsiteY4" fmla="*/ 436563 h 768175"/>
                <a:gd name="connsiteX0" fmla="*/ 0 w 1399495"/>
                <a:gd name="connsiteY0" fmla="*/ 693737 h 1025349"/>
                <a:gd name="connsiteX1" fmla="*/ 1143907 w 1399495"/>
                <a:gd name="connsiteY1" fmla="*/ 0 h 1025349"/>
                <a:gd name="connsiteX2" fmla="*/ 1323295 w 1399495"/>
                <a:gd name="connsiteY2" fmla="*/ 257174 h 1025349"/>
                <a:gd name="connsiteX3" fmla="*/ 1399495 w 1399495"/>
                <a:gd name="connsiteY3" fmla="*/ 625299 h 1025349"/>
                <a:gd name="connsiteX4" fmla="*/ 584200 w 1399495"/>
                <a:gd name="connsiteY4" fmla="*/ 1025349 h 1025349"/>
                <a:gd name="connsiteX5" fmla="*/ 0 w 1399495"/>
                <a:gd name="connsiteY5" fmla="*/ 693737 h 1025349"/>
                <a:gd name="connsiteX0" fmla="*/ 0 w 1399495"/>
                <a:gd name="connsiteY0" fmla="*/ 693737 h 1025349"/>
                <a:gd name="connsiteX1" fmla="*/ 1143907 w 1399495"/>
                <a:gd name="connsiteY1" fmla="*/ 0 h 1025349"/>
                <a:gd name="connsiteX2" fmla="*/ 1323295 w 1399495"/>
                <a:gd name="connsiteY2" fmla="*/ 257174 h 1025349"/>
                <a:gd name="connsiteX3" fmla="*/ 1399495 w 1399495"/>
                <a:gd name="connsiteY3" fmla="*/ 625299 h 1025349"/>
                <a:gd name="connsiteX4" fmla="*/ 584200 w 1399495"/>
                <a:gd name="connsiteY4" fmla="*/ 1025349 h 1025349"/>
                <a:gd name="connsiteX5" fmla="*/ 0 w 1399495"/>
                <a:gd name="connsiteY5" fmla="*/ 693737 h 1025349"/>
                <a:gd name="connsiteX0" fmla="*/ 0 w 1251857"/>
                <a:gd name="connsiteY0" fmla="*/ 712787 h 1025349"/>
                <a:gd name="connsiteX1" fmla="*/ 996269 w 1251857"/>
                <a:gd name="connsiteY1" fmla="*/ 0 h 1025349"/>
                <a:gd name="connsiteX2" fmla="*/ 1175657 w 1251857"/>
                <a:gd name="connsiteY2" fmla="*/ 257174 h 1025349"/>
                <a:gd name="connsiteX3" fmla="*/ 1251857 w 1251857"/>
                <a:gd name="connsiteY3" fmla="*/ 625299 h 1025349"/>
                <a:gd name="connsiteX4" fmla="*/ 436562 w 1251857"/>
                <a:gd name="connsiteY4" fmla="*/ 1025349 h 1025349"/>
                <a:gd name="connsiteX5" fmla="*/ 0 w 1251857"/>
                <a:gd name="connsiteY5" fmla="*/ 712787 h 1025349"/>
                <a:gd name="connsiteX0" fmla="*/ 0 w 1251857"/>
                <a:gd name="connsiteY0" fmla="*/ 721881 h 1034443"/>
                <a:gd name="connsiteX1" fmla="*/ 996269 w 1251857"/>
                <a:gd name="connsiteY1" fmla="*/ 9094 h 1034443"/>
                <a:gd name="connsiteX2" fmla="*/ 1175657 w 1251857"/>
                <a:gd name="connsiteY2" fmla="*/ 266268 h 1034443"/>
                <a:gd name="connsiteX3" fmla="*/ 1251857 w 1251857"/>
                <a:gd name="connsiteY3" fmla="*/ 634393 h 1034443"/>
                <a:gd name="connsiteX4" fmla="*/ 436562 w 1251857"/>
                <a:gd name="connsiteY4" fmla="*/ 1034443 h 1034443"/>
                <a:gd name="connsiteX5" fmla="*/ 0 w 1251857"/>
                <a:gd name="connsiteY5" fmla="*/ 721881 h 1034443"/>
                <a:gd name="connsiteX0" fmla="*/ 0 w 1251857"/>
                <a:gd name="connsiteY0" fmla="*/ 946053 h 1258615"/>
                <a:gd name="connsiteX1" fmla="*/ 996269 w 1251857"/>
                <a:gd name="connsiteY1" fmla="*/ 233266 h 1258615"/>
                <a:gd name="connsiteX2" fmla="*/ 1175657 w 1251857"/>
                <a:gd name="connsiteY2" fmla="*/ 490440 h 1258615"/>
                <a:gd name="connsiteX3" fmla="*/ 1251857 w 1251857"/>
                <a:gd name="connsiteY3" fmla="*/ 858565 h 1258615"/>
                <a:gd name="connsiteX4" fmla="*/ 436562 w 1251857"/>
                <a:gd name="connsiteY4" fmla="*/ 1258615 h 1258615"/>
                <a:gd name="connsiteX5" fmla="*/ 0 w 1251857"/>
                <a:gd name="connsiteY5" fmla="*/ 946053 h 1258615"/>
                <a:gd name="connsiteX0" fmla="*/ 0 w 1251857"/>
                <a:gd name="connsiteY0" fmla="*/ 946053 h 1258615"/>
                <a:gd name="connsiteX1" fmla="*/ 996269 w 1251857"/>
                <a:gd name="connsiteY1" fmla="*/ 233266 h 1258615"/>
                <a:gd name="connsiteX2" fmla="*/ 1175657 w 1251857"/>
                <a:gd name="connsiteY2" fmla="*/ 490440 h 1258615"/>
                <a:gd name="connsiteX3" fmla="*/ 1251857 w 1251857"/>
                <a:gd name="connsiteY3" fmla="*/ 858565 h 1258615"/>
                <a:gd name="connsiteX4" fmla="*/ 436562 w 1251857"/>
                <a:gd name="connsiteY4" fmla="*/ 1258615 h 1258615"/>
                <a:gd name="connsiteX5" fmla="*/ 0 w 1251857"/>
                <a:gd name="connsiteY5" fmla="*/ 946053 h 1258615"/>
                <a:gd name="connsiteX0" fmla="*/ 0 w 1323582"/>
                <a:gd name="connsiteY0" fmla="*/ 946053 h 1258615"/>
                <a:gd name="connsiteX1" fmla="*/ 996269 w 1323582"/>
                <a:gd name="connsiteY1" fmla="*/ 233266 h 1258615"/>
                <a:gd name="connsiteX2" fmla="*/ 1175657 w 1323582"/>
                <a:gd name="connsiteY2" fmla="*/ 490440 h 1258615"/>
                <a:gd name="connsiteX3" fmla="*/ 1251857 w 1323582"/>
                <a:gd name="connsiteY3" fmla="*/ 858565 h 1258615"/>
                <a:gd name="connsiteX4" fmla="*/ 436562 w 1323582"/>
                <a:gd name="connsiteY4" fmla="*/ 1258615 h 1258615"/>
                <a:gd name="connsiteX5" fmla="*/ 0 w 1323582"/>
                <a:gd name="connsiteY5" fmla="*/ 946053 h 1258615"/>
                <a:gd name="connsiteX0" fmla="*/ 0 w 1323582"/>
                <a:gd name="connsiteY0" fmla="*/ 946053 h 1206227"/>
                <a:gd name="connsiteX1" fmla="*/ 996269 w 1323582"/>
                <a:gd name="connsiteY1" fmla="*/ 233266 h 1206227"/>
                <a:gd name="connsiteX2" fmla="*/ 1175657 w 1323582"/>
                <a:gd name="connsiteY2" fmla="*/ 490440 h 1206227"/>
                <a:gd name="connsiteX3" fmla="*/ 1251857 w 1323582"/>
                <a:gd name="connsiteY3" fmla="*/ 858565 h 1206227"/>
                <a:gd name="connsiteX4" fmla="*/ 255587 w 1323582"/>
                <a:gd name="connsiteY4" fmla="*/ 1206227 h 1206227"/>
                <a:gd name="connsiteX5" fmla="*/ 0 w 1323582"/>
                <a:gd name="connsiteY5" fmla="*/ 946053 h 1206227"/>
                <a:gd name="connsiteX0" fmla="*/ 0 w 1323582"/>
                <a:gd name="connsiteY0" fmla="*/ 946053 h 1270229"/>
                <a:gd name="connsiteX1" fmla="*/ 996269 w 1323582"/>
                <a:gd name="connsiteY1" fmla="*/ 233266 h 1270229"/>
                <a:gd name="connsiteX2" fmla="*/ 1175657 w 1323582"/>
                <a:gd name="connsiteY2" fmla="*/ 490440 h 1270229"/>
                <a:gd name="connsiteX3" fmla="*/ 1251857 w 1323582"/>
                <a:gd name="connsiteY3" fmla="*/ 858565 h 1270229"/>
                <a:gd name="connsiteX4" fmla="*/ 255587 w 1323582"/>
                <a:gd name="connsiteY4" fmla="*/ 1206227 h 1270229"/>
                <a:gd name="connsiteX5" fmla="*/ 0 w 1323582"/>
                <a:gd name="connsiteY5" fmla="*/ 946053 h 1270229"/>
                <a:gd name="connsiteX0" fmla="*/ 0 w 1380649"/>
                <a:gd name="connsiteY0" fmla="*/ 946053 h 1278512"/>
                <a:gd name="connsiteX1" fmla="*/ 996269 w 1380649"/>
                <a:gd name="connsiteY1" fmla="*/ 233266 h 1278512"/>
                <a:gd name="connsiteX2" fmla="*/ 1175657 w 1380649"/>
                <a:gd name="connsiteY2" fmla="*/ 490440 h 1278512"/>
                <a:gd name="connsiteX3" fmla="*/ 1251857 w 1380649"/>
                <a:gd name="connsiteY3" fmla="*/ 858565 h 1278512"/>
                <a:gd name="connsiteX4" fmla="*/ 255587 w 1380649"/>
                <a:gd name="connsiteY4" fmla="*/ 1206227 h 1278512"/>
                <a:gd name="connsiteX5" fmla="*/ 0 w 1380649"/>
                <a:gd name="connsiteY5" fmla="*/ 946053 h 1278512"/>
                <a:gd name="connsiteX0" fmla="*/ 0 w 1380649"/>
                <a:gd name="connsiteY0" fmla="*/ 946053 h 1278512"/>
                <a:gd name="connsiteX1" fmla="*/ 996269 w 1380649"/>
                <a:gd name="connsiteY1" fmla="*/ 233266 h 1278512"/>
                <a:gd name="connsiteX2" fmla="*/ 1156607 w 1380649"/>
                <a:gd name="connsiteY2" fmla="*/ 509490 h 1278512"/>
                <a:gd name="connsiteX3" fmla="*/ 1251857 w 1380649"/>
                <a:gd name="connsiteY3" fmla="*/ 858565 h 1278512"/>
                <a:gd name="connsiteX4" fmla="*/ 255587 w 1380649"/>
                <a:gd name="connsiteY4" fmla="*/ 1206227 h 1278512"/>
                <a:gd name="connsiteX5" fmla="*/ 0 w 1380649"/>
                <a:gd name="connsiteY5" fmla="*/ 946053 h 1278512"/>
                <a:gd name="connsiteX0" fmla="*/ 0 w 1380649"/>
                <a:gd name="connsiteY0" fmla="*/ 946053 h 1278512"/>
                <a:gd name="connsiteX1" fmla="*/ 996269 w 1380649"/>
                <a:gd name="connsiteY1" fmla="*/ 233266 h 1278512"/>
                <a:gd name="connsiteX2" fmla="*/ 1156607 w 1380649"/>
                <a:gd name="connsiteY2" fmla="*/ 509490 h 1278512"/>
                <a:gd name="connsiteX3" fmla="*/ 1251857 w 1380649"/>
                <a:gd name="connsiteY3" fmla="*/ 858565 h 1278512"/>
                <a:gd name="connsiteX4" fmla="*/ 255587 w 1380649"/>
                <a:gd name="connsiteY4" fmla="*/ 1206227 h 1278512"/>
                <a:gd name="connsiteX5" fmla="*/ 0 w 1380649"/>
                <a:gd name="connsiteY5" fmla="*/ 946053 h 127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80649" h="1278512">
                  <a:moveTo>
                    <a:pt x="0" y="946053"/>
                  </a:moveTo>
                  <a:cubicBezTo>
                    <a:pt x="338439" y="-91643"/>
                    <a:pt x="1134079" y="-186363"/>
                    <a:pt x="996269" y="233266"/>
                  </a:cubicBezTo>
                  <a:cubicBezTo>
                    <a:pt x="1256090" y="357091"/>
                    <a:pt x="1096811" y="423765"/>
                    <a:pt x="1156607" y="509490"/>
                  </a:cubicBezTo>
                  <a:cubicBezTo>
                    <a:pt x="1453469" y="741736"/>
                    <a:pt x="1259795" y="797769"/>
                    <a:pt x="1251857" y="858565"/>
                  </a:cubicBezTo>
                  <a:cubicBezTo>
                    <a:pt x="1429355" y="1055415"/>
                    <a:pt x="1640190" y="1438002"/>
                    <a:pt x="255587" y="1206227"/>
                  </a:cubicBezTo>
                  <a:lnTo>
                    <a:pt x="0" y="946053"/>
                  </a:lnTo>
                  <a:close/>
                </a:path>
              </a:pathLst>
            </a:custGeom>
            <a:solidFill>
              <a:srgbClr val="FF7F50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24981D-D138-BAD3-0A94-FF634C875612}"/>
                </a:ext>
              </a:extLst>
            </p:cNvPr>
            <p:cNvSpPr/>
            <p:nvPr/>
          </p:nvSpPr>
          <p:spPr>
            <a:xfrm>
              <a:off x="5049218" y="15241"/>
              <a:ext cx="2473235" cy="4584377"/>
            </a:xfrm>
            <a:custGeom>
              <a:avLst/>
              <a:gdLst>
                <a:gd name="connsiteX0" fmla="*/ 0 w 2656115"/>
                <a:gd name="connsiteY0" fmla="*/ 0 h 2704197"/>
                <a:gd name="connsiteX1" fmla="*/ 2656115 w 2656115"/>
                <a:gd name="connsiteY1" fmla="*/ 0 h 2704197"/>
                <a:gd name="connsiteX2" fmla="*/ 2656115 w 2656115"/>
                <a:gd name="connsiteY2" fmla="*/ 2704197 h 2704197"/>
                <a:gd name="connsiteX3" fmla="*/ 0 w 2656115"/>
                <a:gd name="connsiteY3" fmla="*/ 2704197 h 2704197"/>
                <a:gd name="connsiteX4" fmla="*/ 0 w 2656115"/>
                <a:gd name="connsiteY4" fmla="*/ 0 h 2704197"/>
                <a:gd name="connsiteX0" fmla="*/ 0 w 2922815"/>
                <a:gd name="connsiteY0" fmla="*/ 0 h 2772777"/>
                <a:gd name="connsiteX1" fmla="*/ 2922815 w 2922815"/>
                <a:gd name="connsiteY1" fmla="*/ 68580 h 2772777"/>
                <a:gd name="connsiteX2" fmla="*/ 2922815 w 2922815"/>
                <a:gd name="connsiteY2" fmla="*/ 2772777 h 2772777"/>
                <a:gd name="connsiteX3" fmla="*/ 266700 w 2922815"/>
                <a:gd name="connsiteY3" fmla="*/ 2772777 h 2772777"/>
                <a:gd name="connsiteX4" fmla="*/ 0 w 2922815"/>
                <a:gd name="connsiteY4" fmla="*/ 0 h 2772777"/>
                <a:gd name="connsiteX0" fmla="*/ 0 w 2922815"/>
                <a:gd name="connsiteY0" fmla="*/ 0 h 2772777"/>
                <a:gd name="connsiteX1" fmla="*/ 2922815 w 2922815"/>
                <a:gd name="connsiteY1" fmla="*/ 68580 h 2772777"/>
                <a:gd name="connsiteX2" fmla="*/ 2922815 w 2922815"/>
                <a:gd name="connsiteY2" fmla="*/ 2772777 h 2772777"/>
                <a:gd name="connsiteX3" fmla="*/ 266700 w 2922815"/>
                <a:gd name="connsiteY3" fmla="*/ 2772777 h 2772777"/>
                <a:gd name="connsiteX4" fmla="*/ 155241 w 2922815"/>
                <a:gd name="connsiteY4" fmla="*/ 947722 h 2772777"/>
                <a:gd name="connsiteX5" fmla="*/ 0 w 2922815"/>
                <a:gd name="connsiteY5" fmla="*/ 0 h 2772777"/>
                <a:gd name="connsiteX0" fmla="*/ 0 w 2922815"/>
                <a:gd name="connsiteY0" fmla="*/ 187704 h 2960481"/>
                <a:gd name="connsiteX1" fmla="*/ 978201 w 2922815"/>
                <a:gd name="connsiteY1" fmla="*/ 46 h 2960481"/>
                <a:gd name="connsiteX2" fmla="*/ 2922815 w 2922815"/>
                <a:gd name="connsiteY2" fmla="*/ 256284 h 2960481"/>
                <a:gd name="connsiteX3" fmla="*/ 2922815 w 2922815"/>
                <a:gd name="connsiteY3" fmla="*/ 2960481 h 2960481"/>
                <a:gd name="connsiteX4" fmla="*/ 266700 w 2922815"/>
                <a:gd name="connsiteY4" fmla="*/ 2960481 h 2960481"/>
                <a:gd name="connsiteX5" fmla="*/ 155241 w 2922815"/>
                <a:gd name="connsiteY5" fmla="*/ 1135426 h 2960481"/>
                <a:gd name="connsiteX6" fmla="*/ 0 w 2922815"/>
                <a:gd name="connsiteY6" fmla="*/ 187704 h 2960481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2922815 w 2922815"/>
                <a:gd name="connsiteY2" fmla="*/ 256238 h 2960435"/>
                <a:gd name="connsiteX3" fmla="*/ 2922815 w 2922815"/>
                <a:gd name="connsiteY3" fmla="*/ 2960435 h 2960435"/>
                <a:gd name="connsiteX4" fmla="*/ 266700 w 2922815"/>
                <a:gd name="connsiteY4" fmla="*/ 2960435 h 2960435"/>
                <a:gd name="connsiteX5" fmla="*/ 155241 w 2922815"/>
                <a:gd name="connsiteY5" fmla="*/ 1135380 h 2960435"/>
                <a:gd name="connsiteX6" fmla="*/ 0 w 2922815"/>
                <a:gd name="connsiteY6" fmla="*/ 187658 h 2960435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2922815 w 2922815"/>
                <a:gd name="connsiteY2" fmla="*/ 256238 h 2960435"/>
                <a:gd name="connsiteX3" fmla="*/ 2922815 w 2922815"/>
                <a:gd name="connsiteY3" fmla="*/ 2960435 h 2960435"/>
                <a:gd name="connsiteX4" fmla="*/ 266700 w 2922815"/>
                <a:gd name="connsiteY4" fmla="*/ 2960435 h 2960435"/>
                <a:gd name="connsiteX5" fmla="*/ 155241 w 2922815"/>
                <a:gd name="connsiteY5" fmla="*/ 1135380 h 2960435"/>
                <a:gd name="connsiteX6" fmla="*/ 0 w 2922815"/>
                <a:gd name="connsiteY6" fmla="*/ 187658 h 2960435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2922815 w 2922815"/>
                <a:gd name="connsiteY2" fmla="*/ 256238 h 2960435"/>
                <a:gd name="connsiteX3" fmla="*/ 2922815 w 2922815"/>
                <a:gd name="connsiteY3" fmla="*/ 2960435 h 2960435"/>
                <a:gd name="connsiteX4" fmla="*/ 266700 w 2922815"/>
                <a:gd name="connsiteY4" fmla="*/ 2960435 h 2960435"/>
                <a:gd name="connsiteX5" fmla="*/ 155241 w 2922815"/>
                <a:gd name="connsiteY5" fmla="*/ 1135380 h 2960435"/>
                <a:gd name="connsiteX6" fmla="*/ 0 w 2922815"/>
                <a:gd name="connsiteY6" fmla="*/ 187658 h 2960435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1961181 w 2922815"/>
                <a:gd name="connsiteY2" fmla="*/ 487680 h 2960435"/>
                <a:gd name="connsiteX3" fmla="*/ 2922815 w 2922815"/>
                <a:gd name="connsiteY3" fmla="*/ 256238 h 2960435"/>
                <a:gd name="connsiteX4" fmla="*/ 2922815 w 2922815"/>
                <a:gd name="connsiteY4" fmla="*/ 2960435 h 2960435"/>
                <a:gd name="connsiteX5" fmla="*/ 266700 w 2922815"/>
                <a:gd name="connsiteY5" fmla="*/ 2960435 h 2960435"/>
                <a:gd name="connsiteX6" fmla="*/ 155241 w 2922815"/>
                <a:gd name="connsiteY6" fmla="*/ 1135380 h 2960435"/>
                <a:gd name="connsiteX7" fmla="*/ 0 w 2922815"/>
                <a:gd name="connsiteY7" fmla="*/ 187658 h 2960435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1961181 w 2922815"/>
                <a:gd name="connsiteY2" fmla="*/ 487680 h 2960435"/>
                <a:gd name="connsiteX3" fmla="*/ 2473235 w 2922815"/>
                <a:gd name="connsiteY3" fmla="*/ 1422098 h 2960435"/>
                <a:gd name="connsiteX4" fmla="*/ 2922815 w 2922815"/>
                <a:gd name="connsiteY4" fmla="*/ 2960435 h 2960435"/>
                <a:gd name="connsiteX5" fmla="*/ 266700 w 2922815"/>
                <a:gd name="connsiteY5" fmla="*/ 2960435 h 2960435"/>
                <a:gd name="connsiteX6" fmla="*/ 155241 w 2922815"/>
                <a:gd name="connsiteY6" fmla="*/ 1135380 h 2960435"/>
                <a:gd name="connsiteX7" fmla="*/ 0 w 2922815"/>
                <a:gd name="connsiteY7" fmla="*/ 187658 h 2960435"/>
                <a:gd name="connsiteX0" fmla="*/ 0 w 2922815"/>
                <a:gd name="connsiteY0" fmla="*/ 187658 h 2960435"/>
                <a:gd name="connsiteX1" fmla="*/ 978201 w 2922815"/>
                <a:gd name="connsiteY1" fmla="*/ 0 h 2960435"/>
                <a:gd name="connsiteX2" fmla="*/ 1961181 w 2922815"/>
                <a:gd name="connsiteY2" fmla="*/ 487680 h 2960435"/>
                <a:gd name="connsiteX3" fmla="*/ 2473235 w 2922815"/>
                <a:gd name="connsiteY3" fmla="*/ 1422098 h 2960435"/>
                <a:gd name="connsiteX4" fmla="*/ 2464101 w 2922815"/>
                <a:gd name="connsiteY4" fmla="*/ 2430780 h 2960435"/>
                <a:gd name="connsiteX5" fmla="*/ 2922815 w 2922815"/>
                <a:gd name="connsiteY5" fmla="*/ 2960435 h 2960435"/>
                <a:gd name="connsiteX6" fmla="*/ 266700 w 2922815"/>
                <a:gd name="connsiteY6" fmla="*/ 2960435 h 2960435"/>
                <a:gd name="connsiteX7" fmla="*/ 155241 w 2922815"/>
                <a:gd name="connsiteY7" fmla="*/ 1135380 h 2960435"/>
                <a:gd name="connsiteX8" fmla="*/ 0 w 2922815"/>
                <a:gd name="connsiteY8" fmla="*/ 187658 h 2960435"/>
                <a:gd name="connsiteX0" fmla="*/ 0 w 2494816"/>
                <a:gd name="connsiteY0" fmla="*/ 187658 h 3290635"/>
                <a:gd name="connsiteX1" fmla="*/ 978201 w 2494816"/>
                <a:gd name="connsiteY1" fmla="*/ 0 h 3290635"/>
                <a:gd name="connsiteX2" fmla="*/ 1961181 w 2494816"/>
                <a:gd name="connsiteY2" fmla="*/ 487680 h 3290635"/>
                <a:gd name="connsiteX3" fmla="*/ 2473235 w 2494816"/>
                <a:gd name="connsiteY3" fmla="*/ 1422098 h 3290635"/>
                <a:gd name="connsiteX4" fmla="*/ 2464101 w 2494816"/>
                <a:gd name="connsiteY4" fmla="*/ 2430780 h 3290635"/>
                <a:gd name="connsiteX5" fmla="*/ 2097315 w 2494816"/>
                <a:gd name="connsiteY5" fmla="*/ 3290635 h 3290635"/>
                <a:gd name="connsiteX6" fmla="*/ 266700 w 2494816"/>
                <a:gd name="connsiteY6" fmla="*/ 2960435 h 3290635"/>
                <a:gd name="connsiteX7" fmla="*/ 155241 w 2494816"/>
                <a:gd name="connsiteY7" fmla="*/ 1135380 h 3290635"/>
                <a:gd name="connsiteX8" fmla="*/ 0 w 2494816"/>
                <a:gd name="connsiteY8" fmla="*/ 187658 h 3290635"/>
                <a:gd name="connsiteX0" fmla="*/ 0 w 2494816"/>
                <a:gd name="connsiteY0" fmla="*/ 187658 h 3710074"/>
                <a:gd name="connsiteX1" fmla="*/ 978201 w 2494816"/>
                <a:gd name="connsiteY1" fmla="*/ 0 h 3710074"/>
                <a:gd name="connsiteX2" fmla="*/ 1961181 w 2494816"/>
                <a:gd name="connsiteY2" fmla="*/ 487680 h 3710074"/>
                <a:gd name="connsiteX3" fmla="*/ 2473235 w 2494816"/>
                <a:gd name="connsiteY3" fmla="*/ 1422098 h 3710074"/>
                <a:gd name="connsiteX4" fmla="*/ 2464101 w 2494816"/>
                <a:gd name="connsiteY4" fmla="*/ 2430780 h 3710074"/>
                <a:gd name="connsiteX5" fmla="*/ 2097315 w 2494816"/>
                <a:gd name="connsiteY5" fmla="*/ 3290635 h 3710074"/>
                <a:gd name="connsiteX6" fmla="*/ 1389681 w 2494816"/>
                <a:gd name="connsiteY6" fmla="*/ 3705860 h 3710074"/>
                <a:gd name="connsiteX7" fmla="*/ 266700 w 2494816"/>
                <a:gd name="connsiteY7" fmla="*/ 2960435 h 3710074"/>
                <a:gd name="connsiteX8" fmla="*/ 155241 w 2494816"/>
                <a:gd name="connsiteY8" fmla="*/ 1135380 h 3710074"/>
                <a:gd name="connsiteX9" fmla="*/ 0 w 2494816"/>
                <a:gd name="connsiteY9" fmla="*/ 187658 h 3710074"/>
                <a:gd name="connsiteX0" fmla="*/ 0 w 2494816"/>
                <a:gd name="connsiteY0" fmla="*/ 187658 h 4255240"/>
                <a:gd name="connsiteX1" fmla="*/ 978201 w 2494816"/>
                <a:gd name="connsiteY1" fmla="*/ 0 h 4255240"/>
                <a:gd name="connsiteX2" fmla="*/ 1961181 w 2494816"/>
                <a:gd name="connsiteY2" fmla="*/ 487680 h 4255240"/>
                <a:gd name="connsiteX3" fmla="*/ 2473235 w 2494816"/>
                <a:gd name="connsiteY3" fmla="*/ 1422098 h 4255240"/>
                <a:gd name="connsiteX4" fmla="*/ 2464101 w 2494816"/>
                <a:gd name="connsiteY4" fmla="*/ 2430780 h 4255240"/>
                <a:gd name="connsiteX5" fmla="*/ 2097315 w 2494816"/>
                <a:gd name="connsiteY5" fmla="*/ 3290635 h 4255240"/>
                <a:gd name="connsiteX6" fmla="*/ 1389681 w 2494816"/>
                <a:gd name="connsiteY6" fmla="*/ 3705860 h 4255240"/>
                <a:gd name="connsiteX7" fmla="*/ 1059481 w 2494816"/>
                <a:gd name="connsiteY7" fmla="*/ 4251959 h 4255240"/>
                <a:gd name="connsiteX8" fmla="*/ 266700 w 2494816"/>
                <a:gd name="connsiteY8" fmla="*/ 2960435 h 4255240"/>
                <a:gd name="connsiteX9" fmla="*/ 155241 w 2494816"/>
                <a:gd name="connsiteY9" fmla="*/ 1135380 h 4255240"/>
                <a:gd name="connsiteX10" fmla="*/ 0 w 2494816"/>
                <a:gd name="connsiteY10" fmla="*/ 187658 h 4255240"/>
                <a:gd name="connsiteX0" fmla="*/ 0 w 2494816"/>
                <a:gd name="connsiteY0" fmla="*/ 187658 h 4619019"/>
                <a:gd name="connsiteX1" fmla="*/ 978201 w 2494816"/>
                <a:gd name="connsiteY1" fmla="*/ 0 h 4619019"/>
                <a:gd name="connsiteX2" fmla="*/ 1961181 w 2494816"/>
                <a:gd name="connsiteY2" fmla="*/ 487680 h 4619019"/>
                <a:gd name="connsiteX3" fmla="*/ 2473235 w 2494816"/>
                <a:gd name="connsiteY3" fmla="*/ 1422098 h 4619019"/>
                <a:gd name="connsiteX4" fmla="*/ 2464101 w 2494816"/>
                <a:gd name="connsiteY4" fmla="*/ 2430780 h 4619019"/>
                <a:gd name="connsiteX5" fmla="*/ 2097315 w 2494816"/>
                <a:gd name="connsiteY5" fmla="*/ 3290635 h 4619019"/>
                <a:gd name="connsiteX6" fmla="*/ 1389681 w 2494816"/>
                <a:gd name="connsiteY6" fmla="*/ 3705860 h 4619019"/>
                <a:gd name="connsiteX7" fmla="*/ 1059481 w 2494816"/>
                <a:gd name="connsiteY7" fmla="*/ 4251959 h 4619019"/>
                <a:gd name="connsiteX8" fmla="*/ 399081 w 2494816"/>
                <a:gd name="connsiteY8" fmla="*/ 4582159 h 4619019"/>
                <a:gd name="connsiteX9" fmla="*/ 266700 w 2494816"/>
                <a:gd name="connsiteY9" fmla="*/ 2960435 h 4619019"/>
                <a:gd name="connsiteX10" fmla="*/ 155241 w 2494816"/>
                <a:gd name="connsiteY10" fmla="*/ 1135380 h 4619019"/>
                <a:gd name="connsiteX11" fmla="*/ 0 w 2494816"/>
                <a:gd name="connsiteY11" fmla="*/ 187658 h 4619019"/>
                <a:gd name="connsiteX0" fmla="*/ 0 w 2494816"/>
                <a:gd name="connsiteY0" fmla="*/ 187658 h 4584377"/>
                <a:gd name="connsiteX1" fmla="*/ 978201 w 2494816"/>
                <a:gd name="connsiteY1" fmla="*/ 0 h 4584377"/>
                <a:gd name="connsiteX2" fmla="*/ 1961181 w 2494816"/>
                <a:gd name="connsiteY2" fmla="*/ 487680 h 4584377"/>
                <a:gd name="connsiteX3" fmla="*/ 2473235 w 2494816"/>
                <a:gd name="connsiteY3" fmla="*/ 1422098 h 4584377"/>
                <a:gd name="connsiteX4" fmla="*/ 2464101 w 2494816"/>
                <a:gd name="connsiteY4" fmla="*/ 2430780 h 4584377"/>
                <a:gd name="connsiteX5" fmla="*/ 2097315 w 2494816"/>
                <a:gd name="connsiteY5" fmla="*/ 3290635 h 4584377"/>
                <a:gd name="connsiteX6" fmla="*/ 1389681 w 2494816"/>
                <a:gd name="connsiteY6" fmla="*/ 3705860 h 4584377"/>
                <a:gd name="connsiteX7" fmla="*/ 1059481 w 2494816"/>
                <a:gd name="connsiteY7" fmla="*/ 4251959 h 4584377"/>
                <a:gd name="connsiteX8" fmla="*/ 399081 w 2494816"/>
                <a:gd name="connsiteY8" fmla="*/ 4582159 h 4584377"/>
                <a:gd name="connsiteX9" fmla="*/ 266700 w 2494816"/>
                <a:gd name="connsiteY9" fmla="*/ 2960435 h 4584377"/>
                <a:gd name="connsiteX10" fmla="*/ 155241 w 2494816"/>
                <a:gd name="connsiteY10" fmla="*/ 1135380 h 4584377"/>
                <a:gd name="connsiteX11" fmla="*/ 0 w 2494816"/>
                <a:gd name="connsiteY11" fmla="*/ 187658 h 4584377"/>
                <a:gd name="connsiteX0" fmla="*/ 0 w 2494816"/>
                <a:gd name="connsiteY0" fmla="*/ 187658 h 4584377"/>
                <a:gd name="connsiteX1" fmla="*/ 978201 w 2494816"/>
                <a:gd name="connsiteY1" fmla="*/ 0 h 4584377"/>
                <a:gd name="connsiteX2" fmla="*/ 1961181 w 2494816"/>
                <a:gd name="connsiteY2" fmla="*/ 487680 h 4584377"/>
                <a:gd name="connsiteX3" fmla="*/ 2473235 w 2494816"/>
                <a:gd name="connsiteY3" fmla="*/ 1422098 h 4584377"/>
                <a:gd name="connsiteX4" fmla="*/ 2464101 w 2494816"/>
                <a:gd name="connsiteY4" fmla="*/ 2430780 h 4584377"/>
                <a:gd name="connsiteX5" fmla="*/ 2097315 w 2494816"/>
                <a:gd name="connsiteY5" fmla="*/ 3290635 h 4584377"/>
                <a:gd name="connsiteX6" fmla="*/ 1389681 w 2494816"/>
                <a:gd name="connsiteY6" fmla="*/ 3705860 h 4584377"/>
                <a:gd name="connsiteX7" fmla="*/ 1059481 w 2494816"/>
                <a:gd name="connsiteY7" fmla="*/ 4251959 h 4584377"/>
                <a:gd name="connsiteX8" fmla="*/ 399081 w 2494816"/>
                <a:gd name="connsiteY8" fmla="*/ 4582159 h 4584377"/>
                <a:gd name="connsiteX9" fmla="*/ 266700 w 2494816"/>
                <a:gd name="connsiteY9" fmla="*/ 2960435 h 4584377"/>
                <a:gd name="connsiteX10" fmla="*/ 155241 w 2494816"/>
                <a:gd name="connsiteY10" fmla="*/ 1135380 h 4584377"/>
                <a:gd name="connsiteX11" fmla="*/ 0 w 2494816"/>
                <a:gd name="connsiteY11" fmla="*/ 187658 h 4584377"/>
                <a:gd name="connsiteX0" fmla="*/ 0 w 2494816"/>
                <a:gd name="connsiteY0" fmla="*/ 187658 h 4584377"/>
                <a:gd name="connsiteX1" fmla="*/ 978201 w 2494816"/>
                <a:gd name="connsiteY1" fmla="*/ 0 h 4584377"/>
                <a:gd name="connsiteX2" fmla="*/ 1961181 w 2494816"/>
                <a:gd name="connsiteY2" fmla="*/ 487680 h 4584377"/>
                <a:gd name="connsiteX3" fmla="*/ 2473235 w 2494816"/>
                <a:gd name="connsiteY3" fmla="*/ 1422098 h 4584377"/>
                <a:gd name="connsiteX4" fmla="*/ 2464101 w 2494816"/>
                <a:gd name="connsiteY4" fmla="*/ 2430780 h 4584377"/>
                <a:gd name="connsiteX5" fmla="*/ 2097315 w 2494816"/>
                <a:gd name="connsiteY5" fmla="*/ 3290635 h 4584377"/>
                <a:gd name="connsiteX6" fmla="*/ 1389681 w 2494816"/>
                <a:gd name="connsiteY6" fmla="*/ 3705860 h 4584377"/>
                <a:gd name="connsiteX7" fmla="*/ 1059481 w 2494816"/>
                <a:gd name="connsiteY7" fmla="*/ 4251959 h 4584377"/>
                <a:gd name="connsiteX8" fmla="*/ 399081 w 2494816"/>
                <a:gd name="connsiteY8" fmla="*/ 4582159 h 4584377"/>
                <a:gd name="connsiteX9" fmla="*/ 266700 w 2494816"/>
                <a:gd name="connsiteY9" fmla="*/ 2960435 h 4584377"/>
                <a:gd name="connsiteX10" fmla="*/ 155241 w 2494816"/>
                <a:gd name="connsiteY10" fmla="*/ 1135380 h 4584377"/>
                <a:gd name="connsiteX11" fmla="*/ 0 w 2494816"/>
                <a:gd name="connsiteY11" fmla="*/ 187658 h 4584377"/>
                <a:gd name="connsiteX0" fmla="*/ 0 w 2494816"/>
                <a:gd name="connsiteY0" fmla="*/ 187658 h 4584377"/>
                <a:gd name="connsiteX1" fmla="*/ 978201 w 2494816"/>
                <a:gd name="connsiteY1" fmla="*/ 0 h 4584377"/>
                <a:gd name="connsiteX2" fmla="*/ 1961181 w 2494816"/>
                <a:gd name="connsiteY2" fmla="*/ 487680 h 4584377"/>
                <a:gd name="connsiteX3" fmla="*/ 2473235 w 2494816"/>
                <a:gd name="connsiteY3" fmla="*/ 1422098 h 4584377"/>
                <a:gd name="connsiteX4" fmla="*/ 2464101 w 2494816"/>
                <a:gd name="connsiteY4" fmla="*/ 2430780 h 4584377"/>
                <a:gd name="connsiteX5" fmla="*/ 2097315 w 2494816"/>
                <a:gd name="connsiteY5" fmla="*/ 3290635 h 4584377"/>
                <a:gd name="connsiteX6" fmla="*/ 1389681 w 2494816"/>
                <a:gd name="connsiteY6" fmla="*/ 3705860 h 4584377"/>
                <a:gd name="connsiteX7" fmla="*/ 1059481 w 2494816"/>
                <a:gd name="connsiteY7" fmla="*/ 4251959 h 4584377"/>
                <a:gd name="connsiteX8" fmla="*/ 399081 w 2494816"/>
                <a:gd name="connsiteY8" fmla="*/ 4582159 h 4584377"/>
                <a:gd name="connsiteX9" fmla="*/ 266700 w 2494816"/>
                <a:gd name="connsiteY9" fmla="*/ 2960435 h 4584377"/>
                <a:gd name="connsiteX10" fmla="*/ 155241 w 2494816"/>
                <a:gd name="connsiteY10" fmla="*/ 1135380 h 4584377"/>
                <a:gd name="connsiteX11" fmla="*/ 0 w 2494816"/>
                <a:gd name="connsiteY11" fmla="*/ 187658 h 4584377"/>
                <a:gd name="connsiteX0" fmla="*/ 0 w 2494816"/>
                <a:gd name="connsiteY0" fmla="*/ 187658 h 4584377"/>
                <a:gd name="connsiteX1" fmla="*/ 978201 w 2494816"/>
                <a:gd name="connsiteY1" fmla="*/ 0 h 4584377"/>
                <a:gd name="connsiteX2" fmla="*/ 1961181 w 2494816"/>
                <a:gd name="connsiteY2" fmla="*/ 487680 h 4584377"/>
                <a:gd name="connsiteX3" fmla="*/ 2473235 w 2494816"/>
                <a:gd name="connsiteY3" fmla="*/ 1422098 h 4584377"/>
                <a:gd name="connsiteX4" fmla="*/ 2464101 w 2494816"/>
                <a:gd name="connsiteY4" fmla="*/ 2430780 h 4584377"/>
                <a:gd name="connsiteX5" fmla="*/ 2097315 w 2494816"/>
                <a:gd name="connsiteY5" fmla="*/ 3290635 h 4584377"/>
                <a:gd name="connsiteX6" fmla="*/ 1389681 w 2494816"/>
                <a:gd name="connsiteY6" fmla="*/ 3705860 h 4584377"/>
                <a:gd name="connsiteX7" fmla="*/ 1059481 w 2494816"/>
                <a:gd name="connsiteY7" fmla="*/ 4251959 h 4584377"/>
                <a:gd name="connsiteX8" fmla="*/ 399081 w 2494816"/>
                <a:gd name="connsiteY8" fmla="*/ 4582159 h 4584377"/>
                <a:gd name="connsiteX9" fmla="*/ 266700 w 2494816"/>
                <a:gd name="connsiteY9" fmla="*/ 2960435 h 4584377"/>
                <a:gd name="connsiteX10" fmla="*/ 155241 w 2494816"/>
                <a:gd name="connsiteY10" fmla="*/ 1135380 h 4584377"/>
                <a:gd name="connsiteX11" fmla="*/ 0 w 2494816"/>
                <a:gd name="connsiteY11" fmla="*/ 187658 h 4584377"/>
                <a:gd name="connsiteX0" fmla="*/ 0 w 2481125"/>
                <a:gd name="connsiteY0" fmla="*/ 187658 h 4584377"/>
                <a:gd name="connsiteX1" fmla="*/ 978201 w 2481125"/>
                <a:gd name="connsiteY1" fmla="*/ 0 h 4584377"/>
                <a:gd name="connsiteX2" fmla="*/ 1961181 w 2481125"/>
                <a:gd name="connsiteY2" fmla="*/ 487680 h 4584377"/>
                <a:gd name="connsiteX3" fmla="*/ 2473235 w 2481125"/>
                <a:gd name="connsiteY3" fmla="*/ 1422098 h 4584377"/>
                <a:gd name="connsiteX4" fmla="*/ 2464101 w 2481125"/>
                <a:gd name="connsiteY4" fmla="*/ 2430780 h 4584377"/>
                <a:gd name="connsiteX5" fmla="*/ 2097315 w 2481125"/>
                <a:gd name="connsiteY5" fmla="*/ 3290635 h 4584377"/>
                <a:gd name="connsiteX6" fmla="*/ 1389681 w 2481125"/>
                <a:gd name="connsiteY6" fmla="*/ 3705860 h 4584377"/>
                <a:gd name="connsiteX7" fmla="*/ 1059481 w 2481125"/>
                <a:gd name="connsiteY7" fmla="*/ 4251959 h 4584377"/>
                <a:gd name="connsiteX8" fmla="*/ 399081 w 2481125"/>
                <a:gd name="connsiteY8" fmla="*/ 4582159 h 4584377"/>
                <a:gd name="connsiteX9" fmla="*/ 266700 w 2481125"/>
                <a:gd name="connsiteY9" fmla="*/ 2960435 h 4584377"/>
                <a:gd name="connsiteX10" fmla="*/ 155241 w 2481125"/>
                <a:gd name="connsiteY10" fmla="*/ 1135380 h 4584377"/>
                <a:gd name="connsiteX11" fmla="*/ 0 w 2481125"/>
                <a:gd name="connsiteY11" fmla="*/ 187658 h 4584377"/>
                <a:gd name="connsiteX0" fmla="*/ 0 w 2473235"/>
                <a:gd name="connsiteY0" fmla="*/ 187658 h 4584377"/>
                <a:gd name="connsiteX1" fmla="*/ 978201 w 2473235"/>
                <a:gd name="connsiteY1" fmla="*/ 0 h 4584377"/>
                <a:gd name="connsiteX2" fmla="*/ 1961181 w 2473235"/>
                <a:gd name="connsiteY2" fmla="*/ 487680 h 4584377"/>
                <a:gd name="connsiteX3" fmla="*/ 2473235 w 2473235"/>
                <a:gd name="connsiteY3" fmla="*/ 1422098 h 4584377"/>
                <a:gd name="connsiteX4" fmla="*/ 2464101 w 2473235"/>
                <a:gd name="connsiteY4" fmla="*/ 2430780 h 4584377"/>
                <a:gd name="connsiteX5" fmla="*/ 2097315 w 2473235"/>
                <a:gd name="connsiteY5" fmla="*/ 3290635 h 4584377"/>
                <a:gd name="connsiteX6" fmla="*/ 1389681 w 2473235"/>
                <a:gd name="connsiteY6" fmla="*/ 3705860 h 4584377"/>
                <a:gd name="connsiteX7" fmla="*/ 1059481 w 2473235"/>
                <a:gd name="connsiteY7" fmla="*/ 4251959 h 4584377"/>
                <a:gd name="connsiteX8" fmla="*/ 399081 w 2473235"/>
                <a:gd name="connsiteY8" fmla="*/ 4582159 h 4584377"/>
                <a:gd name="connsiteX9" fmla="*/ 266700 w 2473235"/>
                <a:gd name="connsiteY9" fmla="*/ 2960435 h 4584377"/>
                <a:gd name="connsiteX10" fmla="*/ 155241 w 2473235"/>
                <a:gd name="connsiteY10" fmla="*/ 1135380 h 4584377"/>
                <a:gd name="connsiteX11" fmla="*/ 0 w 2473235"/>
                <a:gd name="connsiteY11" fmla="*/ 187658 h 4584377"/>
                <a:gd name="connsiteX0" fmla="*/ 0 w 2473235"/>
                <a:gd name="connsiteY0" fmla="*/ 187658 h 4584377"/>
                <a:gd name="connsiteX1" fmla="*/ 978201 w 2473235"/>
                <a:gd name="connsiteY1" fmla="*/ 0 h 4584377"/>
                <a:gd name="connsiteX2" fmla="*/ 1961181 w 2473235"/>
                <a:gd name="connsiteY2" fmla="*/ 487680 h 4584377"/>
                <a:gd name="connsiteX3" fmla="*/ 2473235 w 2473235"/>
                <a:gd name="connsiteY3" fmla="*/ 1422098 h 4584377"/>
                <a:gd name="connsiteX4" fmla="*/ 2464101 w 2473235"/>
                <a:gd name="connsiteY4" fmla="*/ 2430780 h 4584377"/>
                <a:gd name="connsiteX5" fmla="*/ 2097315 w 2473235"/>
                <a:gd name="connsiteY5" fmla="*/ 3290635 h 4584377"/>
                <a:gd name="connsiteX6" fmla="*/ 1389681 w 2473235"/>
                <a:gd name="connsiteY6" fmla="*/ 3705860 h 4584377"/>
                <a:gd name="connsiteX7" fmla="*/ 1059481 w 2473235"/>
                <a:gd name="connsiteY7" fmla="*/ 4251959 h 4584377"/>
                <a:gd name="connsiteX8" fmla="*/ 399081 w 2473235"/>
                <a:gd name="connsiteY8" fmla="*/ 4582159 h 4584377"/>
                <a:gd name="connsiteX9" fmla="*/ 266700 w 2473235"/>
                <a:gd name="connsiteY9" fmla="*/ 2960435 h 4584377"/>
                <a:gd name="connsiteX10" fmla="*/ 155241 w 2473235"/>
                <a:gd name="connsiteY10" fmla="*/ 1135380 h 4584377"/>
                <a:gd name="connsiteX11" fmla="*/ 0 w 2473235"/>
                <a:gd name="connsiteY11" fmla="*/ 187658 h 4584377"/>
                <a:gd name="connsiteX0" fmla="*/ 0 w 2473235"/>
                <a:gd name="connsiteY0" fmla="*/ 187658 h 4584377"/>
                <a:gd name="connsiteX1" fmla="*/ 978201 w 2473235"/>
                <a:gd name="connsiteY1" fmla="*/ 0 h 4584377"/>
                <a:gd name="connsiteX2" fmla="*/ 1961181 w 2473235"/>
                <a:gd name="connsiteY2" fmla="*/ 487680 h 4584377"/>
                <a:gd name="connsiteX3" fmla="*/ 2473235 w 2473235"/>
                <a:gd name="connsiteY3" fmla="*/ 1422098 h 4584377"/>
                <a:gd name="connsiteX4" fmla="*/ 2464101 w 2473235"/>
                <a:gd name="connsiteY4" fmla="*/ 2430780 h 4584377"/>
                <a:gd name="connsiteX5" fmla="*/ 2097315 w 2473235"/>
                <a:gd name="connsiteY5" fmla="*/ 3290635 h 4584377"/>
                <a:gd name="connsiteX6" fmla="*/ 1389681 w 2473235"/>
                <a:gd name="connsiteY6" fmla="*/ 3705860 h 4584377"/>
                <a:gd name="connsiteX7" fmla="*/ 1059481 w 2473235"/>
                <a:gd name="connsiteY7" fmla="*/ 4251959 h 4584377"/>
                <a:gd name="connsiteX8" fmla="*/ 399081 w 2473235"/>
                <a:gd name="connsiteY8" fmla="*/ 4582159 h 4584377"/>
                <a:gd name="connsiteX9" fmla="*/ 266700 w 2473235"/>
                <a:gd name="connsiteY9" fmla="*/ 2960435 h 4584377"/>
                <a:gd name="connsiteX10" fmla="*/ 155241 w 2473235"/>
                <a:gd name="connsiteY10" fmla="*/ 1135380 h 4584377"/>
                <a:gd name="connsiteX11" fmla="*/ 0 w 2473235"/>
                <a:gd name="connsiteY11" fmla="*/ 187658 h 4584377"/>
                <a:gd name="connsiteX0" fmla="*/ 0 w 2473235"/>
                <a:gd name="connsiteY0" fmla="*/ 187658 h 4584377"/>
                <a:gd name="connsiteX1" fmla="*/ 978201 w 2473235"/>
                <a:gd name="connsiteY1" fmla="*/ 0 h 4584377"/>
                <a:gd name="connsiteX2" fmla="*/ 1961181 w 2473235"/>
                <a:gd name="connsiteY2" fmla="*/ 487680 h 4584377"/>
                <a:gd name="connsiteX3" fmla="*/ 2473235 w 2473235"/>
                <a:gd name="connsiteY3" fmla="*/ 1422098 h 4584377"/>
                <a:gd name="connsiteX4" fmla="*/ 2464101 w 2473235"/>
                <a:gd name="connsiteY4" fmla="*/ 2430780 h 4584377"/>
                <a:gd name="connsiteX5" fmla="*/ 2097315 w 2473235"/>
                <a:gd name="connsiteY5" fmla="*/ 3290635 h 4584377"/>
                <a:gd name="connsiteX6" fmla="*/ 1389681 w 2473235"/>
                <a:gd name="connsiteY6" fmla="*/ 3705860 h 4584377"/>
                <a:gd name="connsiteX7" fmla="*/ 1059481 w 2473235"/>
                <a:gd name="connsiteY7" fmla="*/ 4251959 h 4584377"/>
                <a:gd name="connsiteX8" fmla="*/ 399081 w 2473235"/>
                <a:gd name="connsiteY8" fmla="*/ 4582159 h 4584377"/>
                <a:gd name="connsiteX9" fmla="*/ 266700 w 2473235"/>
                <a:gd name="connsiteY9" fmla="*/ 2960435 h 4584377"/>
                <a:gd name="connsiteX10" fmla="*/ 155241 w 2473235"/>
                <a:gd name="connsiteY10" fmla="*/ 1135380 h 4584377"/>
                <a:gd name="connsiteX11" fmla="*/ 0 w 2473235"/>
                <a:gd name="connsiteY11" fmla="*/ 187658 h 4584377"/>
                <a:gd name="connsiteX0" fmla="*/ 0 w 2473235"/>
                <a:gd name="connsiteY0" fmla="*/ 187658 h 4584377"/>
                <a:gd name="connsiteX1" fmla="*/ 978201 w 2473235"/>
                <a:gd name="connsiteY1" fmla="*/ 0 h 4584377"/>
                <a:gd name="connsiteX2" fmla="*/ 1961181 w 2473235"/>
                <a:gd name="connsiteY2" fmla="*/ 487680 h 4584377"/>
                <a:gd name="connsiteX3" fmla="*/ 2473235 w 2473235"/>
                <a:gd name="connsiteY3" fmla="*/ 1422098 h 4584377"/>
                <a:gd name="connsiteX4" fmla="*/ 2464101 w 2473235"/>
                <a:gd name="connsiteY4" fmla="*/ 2430780 h 4584377"/>
                <a:gd name="connsiteX5" fmla="*/ 2097315 w 2473235"/>
                <a:gd name="connsiteY5" fmla="*/ 3290635 h 4584377"/>
                <a:gd name="connsiteX6" fmla="*/ 1389681 w 2473235"/>
                <a:gd name="connsiteY6" fmla="*/ 3705860 h 4584377"/>
                <a:gd name="connsiteX7" fmla="*/ 1059481 w 2473235"/>
                <a:gd name="connsiteY7" fmla="*/ 4251959 h 4584377"/>
                <a:gd name="connsiteX8" fmla="*/ 399081 w 2473235"/>
                <a:gd name="connsiteY8" fmla="*/ 4582159 h 4584377"/>
                <a:gd name="connsiteX9" fmla="*/ 266700 w 2473235"/>
                <a:gd name="connsiteY9" fmla="*/ 2960435 h 4584377"/>
                <a:gd name="connsiteX10" fmla="*/ 155241 w 2473235"/>
                <a:gd name="connsiteY10" fmla="*/ 1135380 h 4584377"/>
                <a:gd name="connsiteX11" fmla="*/ 0 w 2473235"/>
                <a:gd name="connsiteY11" fmla="*/ 187658 h 458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73235" h="4584377">
                  <a:moveTo>
                    <a:pt x="0" y="187658"/>
                  </a:moveTo>
                  <a:cubicBezTo>
                    <a:pt x="328607" y="191145"/>
                    <a:pt x="626734" y="339413"/>
                    <a:pt x="978201" y="0"/>
                  </a:cubicBezTo>
                  <a:cubicBezTo>
                    <a:pt x="1074721" y="208280"/>
                    <a:pt x="1248711" y="488950"/>
                    <a:pt x="1961181" y="487680"/>
                  </a:cubicBezTo>
                  <a:cubicBezTo>
                    <a:pt x="1915966" y="545153"/>
                    <a:pt x="1794550" y="1053475"/>
                    <a:pt x="2473235" y="1422098"/>
                  </a:cubicBezTo>
                  <a:cubicBezTo>
                    <a:pt x="2386370" y="1492895"/>
                    <a:pt x="2011216" y="1909133"/>
                    <a:pt x="2464101" y="2430780"/>
                  </a:cubicBezTo>
                  <a:cubicBezTo>
                    <a:pt x="2246589" y="2501498"/>
                    <a:pt x="1870327" y="2737317"/>
                    <a:pt x="2097315" y="3290635"/>
                  </a:cubicBezTo>
                  <a:cubicBezTo>
                    <a:pt x="1831804" y="3234310"/>
                    <a:pt x="1248792" y="3387535"/>
                    <a:pt x="1389681" y="3705860"/>
                  </a:cubicBezTo>
                  <a:cubicBezTo>
                    <a:pt x="1305014" y="3650826"/>
                    <a:pt x="934598" y="3856143"/>
                    <a:pt x="1059481" y="4251959"/>
                  </a:cubicBezTo>
                  <a:cubicBezTo>
                    <a:pt x="932481" y="4044526"/>
                    <a:pt x="481631" y="4624492"/>
                    <a:pt x="399081" y="4582159"/>
                  </a:cubicBezTo>
                  <a:lnTo>
                    <a:pt x="266700" y="2960435"/>
                  </a:lnTo>
                  <a:cubicBezTo>
                    <a:pt x="206687" y="2372403"/>
                    <a:pt x="215254" y="1723412"/>
                    <a:pt x="155241" y="1135380"/>
                  </a:cubicBezTo>
                  <a:cubicBezTo>
                    <a:pt x="271134" y="354653"/>
                    <a:pt x="127947" y="320685"/>
                    <a:pt x="0" y="187658"/>
                  </a:cubicBezTo>
                  <a:close/>
                </a:path>
              </a:pathLst>
            </a:custGeom>
            <a:solidFill>
              <a:srgbClr val="FF7F50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1A0791-3CFF-CD32-01C0-74670B7DDD35}"/>
                </a:ext>
              </a:extLst>
            </p:cNvPr>
            <p:cNvSpPr/>
            <p:nvPr/>
          </p:nvSpPr>
          <p:spPr>
            <a:xfrm>
              <a:off x="3427457" y="827235"/>
              <a:ext cx="3608229" cy="6945165"/>
            </a:xfrm>
            <a:custGeom>
              <a:avLst/>
              <a:gdLst>
                <a:gd name="connsiteX0" fmla="*/ 0 w 1658319"/>
                <a:gd name="connsiteY0" fmla="*/ 0 h 1782305"/>
                <a:gd name="connsiteX1" fmla="*/ 1658319 w 1658319"/>
                <a:gd name="connsiteY1" fmla="*/ 0 h 1782305"/>
                <a:gd name="connsiteX2" fmla="*/ 1658319 w 1658319"/>
                <a:gd name="connsiteY2" fmla="*/ 1782305 h 1782305"/>
                <a:gd name="connsiteX3" fmla="*/ 0 w 1658319"/>
                <a:gd name="connsiteY3" fmla="*/ 1782305 h 1782305"/>
                <a:gd name="connsiteX4" fmla="*/ 0 w 1658319"/>
                <a:gd name="connsiteY4" fmla="*/ 0 h 1782305"/>
                <a:gd name="connsiteX0" fmla="*/ 0 w 2123268"/>
                <a:gd name="connsiteY0" fmla="*/ 464949 h 1782305"/>
                <a:gd name="connsiteX1" fmla="*/ 2123268 w 2123268"/>
                <a:gd name="connsiteY1" fmla="*/ 0 h 1782305"/>
                <a:gd name="connsiteX2" fmla="*/ 2123268 w 2123268"/>
                <a:gd name="connsiteY2" fmla="*/ 1782305 h 1782305"/>
                <a:gd name="connsiteX3" fmla="*/ 464949 w 2123268"/>
                <a:gd name="connsiteY3" fmla="*/ 1782305 h 1782305"/>
                <a:gd name="connsiteX4" fmla="*/ 0 w 2123268"/>
                <a:gd name="connsiteY4" fmla="*/ 464949 h 1782305"/>
                <a:gd name="connsiteX0" fmla="*/ 759417 w 2882685"/>
                <a:gd name="connsiteY0" fmla="*/ 464949 h 1782305"/>
                <a:gd name="connsiteX1" fmla="*/ 2882685 w 2882685"/>
                <a:gd name="connsiteY1" fmla="*/ 0 h 1782305"/>
                <a:gd name="connsiteX2" fmla="*/ 2882685 w 2882685"/>
                <a:gd name="connsiteY2" fmla="*/ 1782305 h 1782305"/>
                <a:gd name="connsiteX3" fmla="*/ 1224366 w 2882685"/>
                <a:gd name="connsiteY3" fmla="*/ 1782305 h 1782305"/>
                <a:gd name="connsiteX4" fmla="*/ 0 w 2882685"/>
                <a:gd name="connsiteY4" fmla="*/ 898902 h 1782305"/>
                <a:gd name="connsiteX5" fmla="*/ 759417 w 2882685"/>
                <a:gd name="connsiteY5" fmla="*/ 464949 h 1782305"/>
                <a:gd name="connsiteX0" fmla="*/ 780561 w 2903829"/>
                <a:gd name="connsiteY0" fmla="*/ 464949 h 1782305"/>
                <a:gd name="connsiteX1" fmla="*/ 2903829 w 2903829"/>
                <a:gd name="connsiteY1" fmla="*/ 0 h 1782305"/>
                <a:gd name="connsiteX2" fmla="*/ 2903829 w 2903829"/>
                <a:gd name="connsiteY2" fmla="*/ 1782305 h 1782305"/>
                <a:gd name="connsiteX3" fmla="*/ 1245510 w 2903829"/>
                <a:gd name="connsiteY3" fmla="*/ 1782305 h 1782305"/>
                <a:gd name="connsiteX4" fmla="*/ 238122 w 2903829"/>
                <a:gd name="connsiteY4" fmla="*/ 1286359 h 1782305"/>
                <a:gd name="connsiteX5" fmla="*/ 21144 w 2903829"/>
                <a:gd name="connsiteY5" fmla="*/ 898902 h 1782305"/>
                <a:gd name="connsiteX6" fmla="*/ 780561 w 2903829"/>
                <a:gd name="connsiteY6" fmla="*/ 464949 h 1782305"/>
                <a:gd name="connsiteX0" fmla="*/ 772205 w 2895473"/>
                <a:gd name="connsiteY0" fmla="*/ 464949 h 1782305"/>
                <a:gd name="connsiteX1" fmla="*/ 2895473 w 2895473"/>
                <a:gd name="connsiteY1" fmla="*/ 0 h 1782305"/>
                <a:gd name="connsiteX2" fmla="*/ 2895473 w 2895473"/>
                <a:gd name="connsiteY2" fmla="*/ 1782305 h 1782305"/>
                <a:gd name="connsiteX3" fmla="*/ 1237154 w 2895473"/>
                <a:gd name="connsiteY3" fmla="*/ 1782305 h 1782305"/>
                <a:gd name="connsiteX4" fmla="*/ 741210 w 2895473"/>
                <a:gd name="connsiteY4" fmla="*/ 1177871 h 1782305"/>
                <a:gd name="connsiteX5" fmla="*/ 229766 w 2895473"/>
                <a:gd name="connsiteY5" fmla="*/ 1286359 h 1782305"/>
                <a:gd name="connsiteX6" fmla="*/ 12788 w 2895473"/>
                <a:gd name="connsiteY6" fmla="*/ 898902 h 1782305"/>
                <a:gd name="connsiteX7" fmla="*/ 772205 w 2895473"/>
                <a:gd name="connsiteY7" fmla="*/ 464949 h 1782305"/>
                <a:gd name="connsiteX0" fmla="*/ 772205 w 2895473"/>
                <a:gd name="connsiteY0" fmla="*/ 464949 h 1782305"/>
                <a:gd name="connsiteX1" fmla="*/ 2895473 w 2895473"/>
                <a:gd name="connsiteY1" fmla="*/ 0 h 1782305"/>
                <a:gd name="connsiteX2" fmla="*/ 2895473 w 2895473"/>
                <a:gd name="connsiteY2" fmla="*/ 1782305 h 1782305"/>
                <a:gd name="connsiteX3" fmla="*/ 2755988 w 2895473"/>
                <a:gd name="connsiteY3" fmla="*/ 774915 h 1782305"/>
                <a:gd name="connsiteX4" fmla="*/ 741210 w 2895473"/>
                <a:gd name="connsiteY4" fmla="*/ 1177871 h 1782305"/>
                <a:gd name="connsiteX5" fmla="*/ 229766 w 2895473"/>
                <a:gd name="connsiteY5" fmla="*/ 1286359 h 1782305"/>
                <a:gd name="connsiteX6" fmla="*/ 12788 w 2895473"/>
                <a:gd name="connsiteY6" fmla="*/ 898902 h 1782305"/>
                <a:gd name="connsiteX7" fmla="*/ 772205 w 2895473"/>
                <a:gd name="connsiteY7" fmla="*/ 464949 h 1782305"/>
                <a:gd name="connsiteX0" fmla="*/ 772205 w 2895473"/>
                <a:gd name="connsiteY0" fmla="*/ 464949 h 1782305"/>
                <a:gd name="connsiteX1" fmla="*/ 2895473 w 2895473"/>
                <a:gd name="connsiteY1" fmla="*/ 0 h 1782305"/>
                <a:gd name="connsiteX2" fmla="*/ 2895473 w 2895473"/>
                <a:gd name="connsiteY2" fmla="*/ 1782305 h 1782305"/>
                <a:gd name="connsiteX3" fmla="*/ 1423133 w 2895473"/>
                <a:gd name="connsiteY3" fmla="*/ 1301857 h 1782305"/>
                <a:gd name="connsiteX4" fmla="*/ 741210 w 2895473"/>
                <a:gd name="connsiteY4" fmla="*/ 1177871 h 1782305"/>
                <a:gd name="connsiteX5" fmla="*/ 229766 w 2895473"/>
                <a:gd name="connsiteY5" fmla="*/ 1286359 h 1782305"/>
                <a:gd name="connsiteX6" fmla="*/ 12788 w 2895473"/>
                <a:gd name="connsiteY6" fmla="*/ 898902 h 1782305"/>
                <a:gd name="connsiteX7" fmla="*/ 772205 w 2895473"/>
                <a:gd name="connsiteY7" fmla="*/ 464949 h 1782305"/>
                <a:gd name="connsiteX0" fmla="*/ 772205 w 2895473"/>
                <a:gd name="connsiteY0" fmla="*/ 464949 h 4108830"/>
                <a:gd name="connsiteX1" fmla="*/ 2895473 w 2895473"/>
                <a:gd name="connsiteY1" fmla="*/ 0 h 4108830"/>
                <a:gd name="connsiteX2" fmla="*/ 2895473 w 2895473"/>
                <a:gd name="connsiteY2" fmla="*/ 1782305 h 4108830"/>
                <a:gd name="connsiteX3" fmla="*/ 1686606 w 2895473"/>
                <a:gd name="connsiteY3" fmla="*/ 4107051 h 4108830"/>
                <a:gd name="connsiteX4" fmla="*/ 1423133 w 2895473"/>
                <a:gd name="connsiteY4" fmla="*/ 1301857 h 4108830"/>
                <a:gd name="connsiteX5" fmla="*/ 741210 w 2895473"/>
                <a:gd name="connsiteY5" fmla="*/ 1177871 h 4108830"/>
                <a:gd name="connsiteX6" fmla="*/ 229766 w 2895473"/>
                <a:gd name="connsiteY6" fmla="*/ 1286359 h 4108830"/>
                <a:gd name="connsiteX7" fmla="*/ 12788 w 2895473"/>
                <a:gd name="connsiteY7" fmla="*/ 898902 h 4108830"/>
                <a:gd name="connsiteX8" fmla="*/ 772205 w 2895473"/>
                <a:gd name="connsiteY8" fmla="*/ 464949 h 4108830"/>
                <a:gd name="connsiteX0" fmla="*/ 772205 w 2895473"/>
                <a:gd name="connsiteY0" fmla="*/ 464949 h 5461809"/>
                <a:gd name="connsiteX1" fmla="*/ 2895473 w 2895473"/>
                <a:gd name="connsiteY1" fmla="*/ 0 h 5461809"/>
                <a:gd name="connsiteX2" fmla="*/ 2895473 w 2895473"/>
                <a:gd name="connsiteY2" fmla="*/ 1782305 h 5461809"/>
                <a:gd name="connsiteX3" fmla="*/ 2415027 w 2895473"/>
                <a:gd name="connsiteY3" fmla="*/ 5393409 h 5461809"/>
                <a:gd name="connsiteX4" fmla="*/ 1686606 w 2895473"/>
                <a:gd name="connsiteY4" fmla="*/ 4107051 h 5461809"/>
                <a:gd name="connsiteX5" fmla="*/ 1423133 w 2895473"/>
                <a:gd name="connsiteY5" fmla="*/ 1301857 h 5461809"/>
                <a:gd name="connsiteX6" fmla="*/ 741210 w 2895473"/>
                <a:gd name="connsiteY6" fmla="*/ 1177871 h 5461809"/>
                <a:gd name="connsiteX7" fmla="*/ 229766 w 2895473"/>
                <a:gd name="connsiteY7" fmla="*/ 1286359 h 5461809"/>
                <a:gd name="connsiteX8" fmla="*/ 12788 w 2895473"/>
                <a:gd name="connsiteY8" fmla="*/ 898902 h 5461809"/>
                <a:gd name="connsiteX9" fmla="*/ 772205 w 2895473"/>
                <a:gd name="connsiteY9" fmla="*/ 464949 h 5461809"/>
                <a:gd name="connsiteX0" fmla="*/ 772205 w 2895473"/>
                <a:gd name="connsiteY0" fmla="*/ 464949 h 5403589"/>
                <a:gd name="connsiteX1" fmla="*/ 2895473 w 2895473"/>
                <a:gd name="connsiteY1" fmla="*/ 0 h 5403589"/>
                <a:gd name="connsiteX2" fmla="*/ 2895473 w 2895473"/>
                <a:gd name="connsiteY2" fmla="*/ 1782305 h 5403589"/>
                <a:gd name="connsiteX3" fmla="*/ 1857088 w 2895473"/>
                <a:gd name="connsiteY3" fmla="*/ 4881965 h 5403589"/>
                <a:gd name="connsiteX4" fmla="*/ 2415027 w 2895473"/>
                <a:gd name="connsiteY4" fmla="*/ 5393409 h 5403589"/>
                <a:gd name="connsiteX5" fmla="*/ 1686606 w 2895473"/>
                <a:gd name="connsiteY5" fmla="*/ 4107051 h 5403589"/>
                <a:gd name="connsiteX6" fmla="*/ 1423133 w 2895473"/>
                <a:gd name="connsiteY6" fmla="*/ 1301857 h 5403589"/>
                <a:gd name="connsiteX7" fmla="*/ 741210 w 2895473"/>
                <a:gd name="connsiteY7" fmla="*/ 1177871 h 5403589"/>
                <a:gd name="connsiteX8" fmla="*/ 229766 w 2895473"/>
                <a:gd name="connsiteY8" fmla="*/ 1286359 h 5403589"/>
                <a:gd name="connsiteX9" fmla="*/ 12788 w 2895473"/>
                <a:gd name="connsiteY9" fmla="*/ 898902 h 5403589"/>
                <a:gd name="connsiteX10" fmla="*/ 772205 w 2895473"/>
                <a:gd name="connsiteY10" fmla="*/ 464949 h 5403589"/>
                <a:gd name="connsiteX0" fmla="*/ 772205 w 3251768"/>
                <a:gd name="connsiteY0" fmla="*/ 464949 h 5575104"/>
                <a:gd name="connsiteX1" fmla="*/ 2895473 w 3251768"/>
                <a:gd name="connsiteY1" fmla="*/ 0 h 5575104"/>
                <a:gd name="connsiteX2" fmla="*/ 2895473 w 3251768"/>
                <a:gd name="connsiteY2" fmla="*/ 1782305 h 5575104"/>
                <a:gd name="connsiteX3" fmla="*/ 3220938 w 3251768"/>
                <a:gd name="connsiteY3" fmla="*/ 5455402 h 5575104"/>
                <a:gd name="connsiteX4" fmla="*/ 1857088 w 3251768"/>
                <a:gd name="connsiteY4" fmla="*/ 4881965 h 5575104"/>
                <a:gd name="connsiteX5" fmla="*/ 2415027 w 3251768"/>
                <a:gd name="connsiteY5" fmla="*/ 5393409 h 5575104"/>
                <a:gd name="connsiteX6" fmla="*/ 1686606 w 3251768"/>
                <a:gd name="connsiteY6" fmla="*/ 4107051 h 5575104"/>
                <a:gd name="connsiteX7" fmla="*/ 1423133 w 3251768"/>
                <a:gd name="connsiteY7" fmla="*/ 1301857 h 5575104"/>
                <a:gd name="connsiteX8" fmla="*/ 741210 w 3251768"/>
                <a:gd name="connsiteY8" fmla="*/ 1177871 h 5575104"/>
                <a:gd name="connsiteX9" fmla="*/ 229766 w 3251768"/>
                <a:gd name="connsiteY9" fmla="*/ 1286359 h 5575104"/>
                <a:gd name="connsiteX10" fmla="*/ 12788 w 3251768"/>
                <a:gd name="connsiteY10" fmla="*/ 898902 h 5575104"/>
                <a:gd name="connsiteX11" fmla="*/ 772205 w 3251768"/>
                <a:gd name="connsiteY11" fmla="*/ 464949 h 5575104"/>
                <a:gd name="connsiteX0" fmla="*/ 772205 w 3251768"/>
                <a:gd name="connsiteY0" fmla="*/ 464949 h 5609499"/>
                <a:gd name="connsiteX1" fmla="*/ 2895473 w 3251768"/>
                <a:gd name="connsiteY1" fmla="*/ 0 h 5609499"/>
                <a:gd name="connsiteX2" fmla="*/ 2895473 w 3251768"/>
                <a:gd name="connsiteY2" fmla="*/ 1782305 h 5609499"/>
                <a:gd name="connsiteX3" fmla="*/ 3220938 w 3251768"/>
                <a:gd name="connsiteY3" fmla="*/ 5455402 h 5609499"/>
                <a:gd name="connsiteX4" fmla="*/ 1857088 w 3251768"/>
                <a:gd name="connsiteY4" fmla="*/ 4881965 h 5609499"/>
                <a:gd name="connsiteX5" fmla="*/ 2415027 w 3251768"/>
                <a:gd name="connsiteY5" fmla="*/ 5393409 h 5609499"/>
                <a:gd name="connsiteX6" fmla="*/ 1686606 w 3251768"/>
                <a:gd name="connsiteY6" fmla="*/ 4107051 h 5609499"/>
                <a:gd name="connsiteX7" fmla="*/ 1423133 w 3251768"/>
                <a:gd name="connsiteY7" fmla="*/ 1301857 h 5609499"/>
                <a:gd name="connsiteX8" fmla="*/ 741210 w 3251768"/>
                <a:gd name="connsiteY8" fmla="*/ 1177871 h 5609499"/>
                <a:gd name="connsiteX9" fmla="*/ 229766 w 3251768"/>
                <a:gd name="connsiteY9" fmla="*/ 1286359 h 5609499"/>
                <a:gd name="connsiteX10" fmla="*/ 12788 w 3251768"/>
                <a:gd name="connsiteY10" fmla="*/ 898902 h 5609499"/>
                <a:gd name="connsiteX11" fmla="*/ 772205 w 3251768"/>
                <a:gd name="connsiteY11" fmla="*/ 464949 h 5609499"/>
                <a:gd name="connsiteX0" fmla="*/ 772205 w 3251768"/>
                <a:gd name="connsiteY0" fmla="*/ 464949 h 5609499"/>
                <a:gd name="connsiteX1" fmla="*/ 2895473 w 3251768"/>
                <a:gd name="connsiteY1" fmla="*/ 0 h 5609499"/>
                <a:gd name="connsiteX2" fmla="*/ 2895473 w 3251768"/>
                <a:gd name="connsiteY2" fmla="*/ 1782305 h 5609499"/>
                <a:gd name="connsiteX3" fmla="*/ 3220938 w 3251768"/>
                <a:gd name="connsiteY3" fmla="*/ 5455402 h 5609499"/>
                <a:gd name="connsiteX4" fmla="*/ 1857088 w 3251768"/>
                <a:gd name="connsiteY4" fmla="*/ 4881965 h 5609499"/>
                <a:gd name="connsiteX5" fmla="*/ 2415027 w 3251768"/>
                <a:gd name="connsiteY5" fmla="*/ 5393409 h 5609499"/>
                <a:gd name="connsiteX6" fmla="*/ 1686606 w 3251768"/>
                <a:gd name="connsiteY6" fmla="*/ 4107051 h 5609499"/>
                <a:gd name="connsiteX7" fmla="*/ 1423133 w 3251768"/>
                <a:gd name="connsiteY7" fmla="*/ 1301857 h 5609499"/>
                <a:gd name="connsiteX8" fmla="*/ 741210 w 3251768"/>
                <a:gd name="connsiteY8" fmla="*/ 1177871 h 5609499"/>
                <a:gd name="connsiteX9" fmla="*/ 229766 w 3251768"/>
                <a:gd name="connsiteY9" fmla="*/ 1286359 h 5609499"/>
                <a:gd name="connsiteX10" fmla="*/ 12788 w 3251768"/>
                <a:gd name="connsiteY10" fmla="*/ 898902 h 5609499"/>
                <a:gd name="connsiteX11" fmla="*/ 772205 w 3251768"/>
                <a:gd name="connsiteY11" fmla="*/ 464949 h 5609499"/>
                <a:gd name="connsiteX0" fmla="*/ 772205 w 3511430"/>
                <a:gd name="connsiteY0" fmla="*/ 464949 h 5523244"/>
                <a:gd name="connsiteX1" fmla="*/ 2895473 w 3511430"/>
                <a:gd name="connsiteY1" fmla="*/ 0 h 5523244"/>
                <a:gd name="connsiteX2" fmla="*/ 2895473 w 3511430"/>
                <a:gd name="connsiteY2" fmla="*/ 1782305 h 5523244"/>
                <a:gd name="connsiteX3" fmla="*/ 3499907 w 3511430"/>
                <a:gd name="connsiteY3" fmla="*/ 4293028 h 5523244"/>
                <a:gd name="connsiteX4" fmla="*/ 3220938 w 3511430"/>
                <a:gd name="connsiteY4" fmla="*/ 5455402 h 5523244"/>
                <a:gd name="connsiteX5" fmla="*/ 1857088 w 3511430"/>
                <a:gd name="connsiteY5" fmla="*/ 4881965 h 5523244"/>
                <a:gd name="connsiteX6" fmla="*/ 2415027 w 3511430"/>
                <a:gd name="connsiteY6" fmla="*/ 5393409 h 5523244"/>
                <a:gd name="connsiteX7" fmla="*/ 1686606 w 3511430"/>
                <a:gd name="connsiteY7" fmla="*/ 4107051 h 5523244"/>
                <a:gd name="connsiteX8" fmla="*/ 1423133 w 3511430"/>
                <a:gd name="connsiteY8" fmla="*/ 1301857 h 5523244"/>
                <a:gd name="connsiteX9" fmla="*/ 741210 w 3511430"/>
                <a:gd name="connsiteY9" fmla="*/ 1177871 h 5523244"/>
                <a:gd name="connsiteX10" fmla="*/ 229766 w 3511430"/>
                <a:gd name="connsiteY10" fmla="*/ 1286359 h 5523244"/>
                <a:gd name="connsiteX11" fmla="*/ 12788 w 3511430"/>
                <a:gd name="connsiteY11" fmla="*/ 898902 h 5523244"/>
                <a:gd name="connsiteX12" fmla="*/ 772205 w 3511430"/>
                <a:gd name="connsiteY12" fmla="*/ 464949 h 5523244"/>
                <a:gd name="connsiteX0" fmla="*/ 772205 w 3511430"/>
                <a:gd name="connsiteY0" fmla="*/ 464949 h 5523244"/>
                <a:gd name="connsiteX1" fmla="*/ 2895473 w 3511430"/>
                <a:gd name="connsiteY1" fmla="*/ 0 h 5523244"/>
                <a:gd name="connsiteX2" fmla="*/ 2260043 w 3511430"/>
                <a:gd name="connsiteY2" fmla="*/ 2417736 h 5523244"/>
                <a:gd name="connsiteX3" fmla="*/ 3499907 w 3511430"/>
                <a:gd name="connsiteY3" fmla="*/ 4293028 h 5523244"/>
                <a:gd name="connsiteX4" fmla="*/ 3220938 w 3511430"/>
                <a:gd name="connsiteY4" fmla="*/ 5455402 h 5523244"/>
                <a:gd name="connsiteX5" fmla="*/ 1857088 w 3511430"/>
                <a:gd name="connsiteY5" fmla="*/ 4881965 h 5523244"/>
                <a:gd name="connsiteX6" fmla="*/ 2415027 w 3511430"/>
                <a:gd name="connsiteY6" fmla="*/ 5393409 h 5523244"/>
                <a:gd name="connsiteX7" fmla="*/ 1686606 w 3511430"/>
                <a:gd name="connsiteY7" fmla="*/ 4107051 h 5523244"/>
                <a:gd name="connsiteX8" fmla="*/ 1423133 w 3511430"/>
                <a:gd name="connsiteY8" fmla="*/ 1301857 h 5523244"/>
                <a:gd name="connsiteX9" fmla="*/ 741210 w 3511430"/>
                <a:gd name="connsiteY9" fmla="*/ 1177871 h 5523244"/>
                <a:gd name="connsiteX10" fmla="*/ 229766 w 3511430"/>
                <a:gd name="connsiteY10" fmla="*/ 1286359 h 5523244"/>
                <a:gd name="connsiteX11" fmla="*/ 12788 w 3511430"/>
                <a:gd name="connsiteY11" fmla="*/ 898902 h 5523244"/>
                <a:gd name="connsiteX12" fmla="*/ 772205 w 3511430"/>
                <a:gd name="connsiteY12" fmla="*/ 464949 h 5523244"/>
                <a:gd name="connsiteX0" fmla="*/ 772205 w 3511430"/>
                <a:gd name="connsiteY0" fmla="*/ 1410346 h 6468641"/>
                <a:gd name="connsiteX1" fmla="*/ 2570009 w 3511430"/>
                <a:gd name="connsiteY1" fmla="*/ 0 h 6468641"/>
                <a:gd name="connsiteX2" fmla="*/ 2260043 w 3511430"/>
                <a:gd name="connsiteY2" fmla="*/ 3363133 h 6468641"/>
                <a:gd name="connsiteX3" fmla="*/ 3499907 w 3511430"/>
                <a:gd name="connsiteY3" fmla="*/ 5238425 h 6468641"/>
                <a:gd name="connsiteX4" fmla="*/ 3220938 w 3511430"/>
                <a:gd name="connsiteY4" fmla="*/ 6400799 h 6468641"/>
                <a:gd name="connsiteX5" fmla="*/ 1857088 w 3511430"/>
                <a:gd name="connsiteY5" fmla="*/ 5827362 h 6468641"/>
                <a:gd name="connsiteX6" fmla="*/ 2415027 w 3511430"/>
                <a:gd name="connsiteY6" fmla="*/ 6338806 h 6468641"/>
                <a:gd name="connsiteX7" fmla="*/ 1686606 w 3511430"/>
                <a:gd name="connsiteY7" fmla="*/ 5052448 h 6468641"/>
                <a:gd name="connsiteX8" fmla="*/ 1423133 w 3511430"/>
                <a:gd name="connsiteY8" fmla="*/ 2247254 h 6468641"/>
                <a:gd name="connsiteX9" fmla="*/ 741210 w 3511430"/>
                <a:gd name="connsiteY9" fmla="*/ 2123268 h 6468641"/>
                <a:gd name="connsiteX10" fmla="*/ 229766 w 3511430"/>
                <a:gd name="connsiteY10" fmla="*/ 2231756 h 6468641"/>
                <a:gd name="connsiteX11" fmla="*/ 12788 w 3511430"/>
                <a:gd name="connsiteY11" fmla="*/ 1844299 h 6468641"/>
                <a:gd name="connsiteX12" fmla="*/ 772205 w 3511430"/>
                <a:gd name="connsiteY12" fmla="*/ 1410346 h 6468641"/>
                <a:gd name="connsiteX0" fmla="*/ 772205 w 3511430"/>
                <a:gd name="connsiteY0" fmla="*/ 1552133 h 6610428"/>
                <a:gd name="connsiteX1" fmla="*/ 2570009 w 3511430"/>
                <a:gd name="connsiteY1" fmla="*/ 141787 h 6610428"/>
                <a:gd name="connsiteX2" fmla="*/ 2260043 w 3511430"/>
                <a:gd name="connsiteY2" fmla="*/ 3504920 h 6610428"/>
                <a:gd name="connsiteX3" fmla="*/ 3499907 w 3511430"/>
                <a:gd name="connsiteY3" fmla="*/ 5380212 h 6610428"/>
                <a:gd name="connsiteX4" fmla="*/ 3220938 w 3511430"/>
                <a:gd name="connsiteY4" fmla="*/ 6542586 h 6610428"/>
                <a:gd name="connsiteX5" fmla="*/ 1857088 w 3511430"/>
                <a:gd name="connsiteY5" fmla="*/ 5969149 h 6610428"/>
                <a:gd name="connsiteX6" fmla="*/ 2415027 w 3511430"/>
                <a:gd name="connsiteY6" fmla="*/ 6480593 h 6610428"/>
                <a:gd name="connsiteX7" fmla="*/ 1686606 w 3511430"/>
                <a:gd name="connsiteY7" fmla="*/ 5194235 h 6610428"/>
                <a:gd name="connsiteX8" fmla="*/ 1423133 w 3511430"/>
                <a:gd name="connsiteY8" fmla="*/ 2389041 h 6610428"/>
                <a:gd name="connsiteX9" fmla="*/ 741210 w 3511430"/>
                <a:gd name="connsiteY9" fmla="*/ 2265055 h 6610428"/>
                <a:gd name="connsiteX10" fmla="*/ 229766 w 3511430"/>
                <a:gd name="connsiteY10" fmla="*/ 2373543 h 6610428"/>
                <a:gd name="connsiteX11" fmla="*/ 12788 w 3511430"/>
                <a:gd name="connsiteY11" fmla="*/ 1986086 h 6610428"/>
                <a:gd name="connsiteX12" fmla="*/ 772205 w 3511430"/>
                <a:gd name="connsiteY12" fmla="*/ 1552133 h 6610428"/>
                <a:gd name="connsiteX0" fmla="*/ 772205 w 3511430"/>
                <a:gd name="connsiteY0" fmla="*/ 1583611 h 6641906"/>
                <a:gd name="connsiteX1" fmla="*/ 2570009 w 3511430"/>
                <a:gd name="connsiteY1" fmla="*/ 173265 h 6641906"/>
                <a:gd name="connsiteX2" fmla="*/ 2260043 w 3511430"/>
                <a:gd name="connsiteY2" fmla="*/ 3536398 h 6641906"/>
                <a:gd name="connsiteX3" fmla="*/ 3499907 w 3511430"/>
                <a:gd name="connsiteY3" fmla="*/ 5411690 h 6641906"/>
                <a:gd name="connsiteX4" fmla="*/ 3220938 w 3511430"/>
                <a:gd name="connsiteY4" fmla="*/ 6574064 h 6641906"/>
                <a:gd name="connsiteX5" fmla="*/ 1857088 w 3511430"/>
                <a:gd name="connsiteY5" fmla="*/ 6000627 h 6641906"/>
                <a:gd name="connsiteX6" fmla="*/ 2415027 w 3511430"/>
                <a:gd name="connsiteY6" fmla="*/ 6512071 h 6641906"/>
                <a:gd name="connsiteX7" fmla="*/ 1686606 w 3511430"/>
                <a:gd name="connsiteY7" fmla="*/ 5225713 h 6641906"/>
                <a:gd name="connsiteX8" fmla="*/ 1423133 w 3511430"/>
                <a:gd name="connsiteY8" fmla="*/ 2420519 h 6641906"/>
                <a:gd name="connsiteX9" fmla="*/ 741210 w 3511430"/>
                <a:gd name="connsiteY9" fmla="*/ 2296533 h 6641906"/>
                <a:gd name="connsiteX10" fmla="*/ 229766 w 3511430"/>
                <a:gd name="connsiteY10" fmla="*/ 2405021 h 6641906"/>
                <a:gd name="connsiteX11" fmla="*/ 12788 w 3511430"/>
                <a:gd name="connsiteY11" fmla="*/ 2017564 h 6641906"/>
                <a:gd name="connsiteX12" fmla="*/ 772205 w 3511430"/>
                <a:gd name="connsiteY12" fmla="*/ 1583611 h 6641906"/>
                <a:gd name="connsiteX0" fmla="*/ 772205 w 3511430"/>
                <a:gd name="connsiteY0" fmla="*/ 1583611 h 6641906"/>
                <a:gd name="connsiteX1" fmla="*/ 2570009 w 3511430"/>
                <a:gd name="connsiteY1" fmla="*/ 173265 h 6641906"/>
                <a:gd name="connsiteX2" fmla="*/ 2260043 w 3511430"/>
                <a:gd name="connsiteY2" fmla="*/ 3536398 h 6641906"/>
                <a:gd name="connsiteX3" fmla="*/ 3499907 w 3511430"/>
                <a:gd name="connsiteY3" fmla="*/ 5411690 h 6641906"/>
                <a:gd name="connsiteX4" fmla="*/ 3220938 w 3511430"/>
                <a:gd name="connsiteY4" fmla="*/ 6574064 h 6641906"/>
                <a:gd name="connsiteX5" fmla="*/ 1857088 w 3511430"/>
                <a:gd name="connsiteY5" fmla="*/ 6000627 h 6641906"/>
                <a:gd name="connsiteX6" fmla="*/ 2415027 w 3511430"/>
                <a:gd name="connsiteY6" fmla="*/ 6512071 h 6641906"/>
                <a:gd name="connsiteX7" fmla="*/ 1686606 w 3511430"/>
                <a:gd name="connsiteY7" fmla="*/ 5225713 h 6641906"/>
                <a:gd name="connsiteX8" fmla="*/ 1423133 w 3511430"/>
                <a:gd name="connsiteY8" fmla="*/ 2420519 h 6641906"/>
                <a:gd name="connsiteX9" fmla="*/ 741210 w 3511430"/>
                <a:gd name="connsiteY9" fmla="*/ 2296533 h 6641906"/>
                <a:gd name="connsiteX10" fmla="*/ 229766 w 3511430"/>
                <a:gd name="connsiteY10" fmla="*/ 2405021 h 6641906"/>
                <a:gd name="connsiteX11" fmla="*/ 12788 w 3511430"/>
                <a:gd name="connsiteY11" fmla="*/ 2017564 h 6641906"/>
                <a:gd name="connsiteX12" fmla="*/ 772205 w 3511430"/>
                <a:gd name="connsiteY12" fmla="*/ 1583611 h 6641906"/>
                <a:gd name="connsiteX0" fmla="*/ 772205 w 3511430"/>
                <a:gd name="connsiteY0" fmla="*/ 1583611 h 6641906"/>
                <a:gd name="connsiteX1" fmla="*/ 2570009 w 3511430"/>
                <a:gd name="connsiteY1" fmla="*/ 173265 h 6641906"/>
                <a:gd name="connsiteX2" fmla="*/ 2260043 w 3511430"/>
                <a:gd name="connsiteY2" fmla="*/ 3536398 h 6641906"/>
                <a:gd name="connsiteX3" fmla="*/ 3499907 w 3511430"/>
                <a:gd name="connsiteY3" fmla="*/ 5411690 h 6641906"/>
                <a:gd name="connsiteX4" fmla="*/ 3220938 w 3511430"/>
                <a:gd name="connsiteY4" fmla="*/ 6574064 h 6641906"/>
                <a:gd name="connsiteX5" fmla="*/ 1857088 w 3511430"/>
                <a:gd name="connsiteY5" fmla="*/ 6000627 h 6641906"/>
                <a:gd name="connsiteX6" fmla="*/ 2415027 w 3511430"/>
                <a:gd name="connsiteY6" fmla="*/ 6512071 h 6641906"/>
                <a:gd name="connsiteX7" fmla="*/ 1686606 w 3511430"/>
                <a:gd name="connsiteY7" fmla="*/ 5225713 h 6641906"/>
                <a:gd name="connsiteX8" fmla="*/ 1423133 w 3511430"/>
                <a:gd name="connsiteY8" fmla="*/ 2420519 h 6641906"/>
                <a:gd name="connsiteX9" fmla="*/ 741210 w 3511430"/>
                <a:gd name="connsiteY9" fmla="*/ 2296533 h 6641906"/>
                <a:gd name="connsiteX10" fmla="*/ 229766 w 3511430"/>
                <a:gd name="connsiteY10" fmla="*/ 2405021 h 6641906"/>
                <a:gd name="connsiteX11" fmla="*/ 12788 w 3511430"/>
                <a:gd name="connsiteY11" fmla="*/ 2017564 h 6641906"/>
                <a:gd name="connsiteX12" fmla="*/ 772205 w 3511430"/>
                <a:gd name="connsiteY12" fmla="*/ 1583611 h 6641906"/>
                <a:gd name="connsiteX0" fmla="*/ 863956 w 3603181"/>
                <a:gd name="connsiteY0" fmla="*/ 1583611 h 6641906"/>
                <a:gd name="connsiteX1" fmla="*/ 2661760 w 3603181"/>
                <a:gd name="connsiteY1" fmla="*/ 173265 h 6641906"/>
                <a:gd name="connsiteX2" fmla="*/ 2351794 w 3603181"/>
                <a:gd name="connsiteY2" fmla="*/ 3536398 h 6641906"/>
                <a:gd name="connsiteX3" fmla="*/ 3591658 w 3603181"/>
                <a:gd name="connsiteY3" fmla="*/ 5411690 h 6641906"/>
                <a:gd name="connsiteX4" fmla="*/ 3312689 w 3603181"/>
                <a:gd name="connsiteY4" fmla="*/ 6574064 h 6641906"/>
                <a:gd name="connsiteX5" fmla="*/ 1948839 w 3603181"/>
                <a:gd name="connsiteY5" fmla="*/ 6000627 h 6641906"/>
                <a:gd name="connsiteX6" fmla="*/ 2506778 w 3603181"/>
                <a:gd name="connsiteY6" fmla="*/ 6512071 h 6641906"/>
                <a:gd name="connsiteX7" fmla="*/ 1778357 w 3603181"/>
                <a:gd name="connsiteY7" fmla="*/ 5225713 h 6641906"/>
                <a:gd name="connsiteX8" fmla="*/ 1514884 w 3603181"/>
                <a:gd name="connsiteY8" fmla="*/ 2420519 h 6641906"/>
                <a:gd name="connsiteX9" fmla="*/ 832961 w 3603181"/>
                <a:gd name="connsiteY9" fmla="*/ 2296533 h 6641906"/>
                <a:gd name="connsiteX10" fmla="*/ 321517 w 3603181"/>
                <a:gd name="connsiteY10" fmla="*/ 2405021 h 6641906"/>
                <a:gd name="connsiteX11" fmla="*/ 104539 w 3603181"/>
                <a:gd name="connsiteY11" fmla="*/ 2017564 h 6641906"/>
                <a:gd name="connsiteX12" fmla="*/ 863956 w 3603181"/>
                <a:gd name="connsiteY12" fmla="*/ 1583611 h 6641906"/>
                <a:gd name="connsiteX0" fmla="*/ 863956 w 3603181"/>
                <a:gd name="connsiteY0" fmla="*/ 1583611 h 6641906"/>
                <a:gd name="connsiteX1" fmla="*/ 2661760 w 3603181"/>
                <a:gd name="connsiteY1" fmla="*/ 173265 h 6641906"/>
                <a:gd name="connsiteX2" fmla="*/ 2351794 w 3603181"/>
                <a:gd name="connsiteY2" fmla="*/ 3536398 h 6641906"/>
                <a:gd name="connsiteX3" fmla="*/ 3591658 w 3603181"/>
                <a:gd name="connsiteY3" fmla="*/ 5411690 h 6641906"/>
                <a:gd name="connsiteX4" fmla="*/ 3312689 w 3603181"/>
                <a:gd name="connsiteY4" fmla="*/ 6574064 h 6641906"/>
                <a:gd name="connsiteX5" fmla="*/ 1948839 w 3603181"/>
                <a:gd name="connsiteY5" fmla="*/ 6000627 h 6641906"/>
                <a:gd name="connsiteX6" fmla="*/ 2506778 w 3603181"/>
                <a:gd name="connsiteY6" fmla="*/ 6512071 h 6641906"/>
                <a:gd name="connsiteX7" fmla="*/ 1778357 w 3603181"/>
                <a:gd name="connsiteY7" fmla="*/ 5225713 h 6641906"/>
                <a:gd name="connsiteX8" fmla="*/ 1514884 w 3603181"/>
                <a:gd name="connsiteY8" fmla="*/ 2420519 h 6641906"/>
                <a:gd name="connsiteX9" fmla="*/ 832961 w 3603181"/>
                <a:gd name="connsiteY9" fmla="*/ 2296533 h 6641906"/>
                <a:gd name="connsiteX10" fmla="*/ 321517 w 3603181"/>
                <a:gd name="connsiteY10" fmla="*/ 2405021 h 6641906"/>
                <a:gd name="connsiteX11" fmla="*/ 104539 w 3603181"/>
                <a:gd name="connsiteY11" fmla="*/ 2017564 h 6641906"/>
                <a:gd name="connsiteX12" fmla="*/ 863956 w 3603181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39405 w 3564229"/>
                <a:gd name="connsiteY7" fmla="*/ 5225713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39405 w 3564229"/>
                <a:gd name="connsiteY7" fmla="*/ 5225713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39405 w 3564229"/>
                <a:gd name="connsiteY7" fmla="*/ 5225713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39405 w 3564229"/>
                <a:gd name="connsiteY7" fmla="*/ 5225713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39405 w 3564229"/>
                <a:gd name="connsiteY7" fmla="*/ 5225713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163720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641906"/>
                <a:gd name="connsiteX1" fmla="*/ 2622808 w 3564229"/>
                <a:gd name="connsiteY1" fmla="*/ 173265 h 6641906"/>
                <a:gd name="connsiteX2" fmla="*/ 2312842 w 3564229"/>
                <a:gd name="connsiteY2" fmla="*/ 3536398 h 6641906"/>
                <a:gd name="connsiteX3" fmla="*/ 3552706 w 3564229"/>
                <a:gd name="connsiteY3" fmla="*/ 5411690 h 6641906"/>
                <a:gd name="connsiteX4" fmla="*/ 3273737 w 3564229"/>
                <a:gd name="connsiteY4" fmla="*/ 6574064 h 6641906"/>
                <a:gd name="connsiteX5" fmla="*/ 1909887 w 3564229"/>
                <a:gd name="connsiteY5" fmla="*/ 6000627 h 6641906"/>
                <a:gd name="connsiteX6" fmla="*/ 2467826 w 3564229"/>
                <a:gd name="connsiteY6" fmla="*/ 6512071 h 6641906"/>
                <a:gd name="connsiteX7" fmla="*/ 1785900 w 3564229"/>
                <a:gd name="connsiteY7" fmla="*/ 5210214 h 6641906"/>
                <a:gd name="connsiteX8" fmla="*/ 1475932 w 3564229"/>
                <a:gd name="connsiteY8" fmla="*/ 2420519 h 6641906"/>
                <a:gd name="connsiteX9" fmla="*/ 794009 w 3564229"/>
                <a:gd name="connsiteY9" fmla="*/ 2296533 h 6641906"/>
                <a:gd name="connsiteX10" fmla="*/ 282565 w 3564229"/>
                <a:gd name="connsiteY10" fmla="*/ 2405021 h 6641906"/>
                <a:gd name="connsiteX11" fmla="*/ 65587 w 3564229"/>
                <a:gd name="connsiteY11" fmla="*/ 2017564 h 6641906"/>
                <a:gd name="connsiteX12" fmla="*/ 825004 w 3564229"/>
                <a:gd name="connsiteY12" fmla="*/ 1583611 h 6641906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961267"/>
                <a:gd name="connsiteX1" fmla="*/ 2622808 w 3564229"/>
                <a:gd name="connsiteY1" fmla="*/ 173265 h 6961267"/>
                <a:gd name="connsiteX2" fmla="*/ 2312842 w 3564229"/>
                <a:gd name="connsiteY2" fmla="*/ 3536398 h 6961267"/>
                <a:gd name="connsiteX3" fmla="*/ 3552706 w 3564229"/>
                <a:gd name="connsiteY3" fmla="*/ 5411690 h 6961267"/>
                <a:gd name="connsiteX4" fmla="*/ 3273737 w 3564229"/>
                <a:gd name="connsiteY4" fmla="*/ 6574064 h 6961267"/>
                <a:gd name="connsiteX5" fmla="*/ 1909887 w 3564229"/>
                <a:gd name="connsiteY5" fmla="*/ 6000627 h 6961267"/>
                <a:gd name="connsiteX6" fmla="*/ 2467826 w 3564229"/>
                <a:gd name="connsiteY6" fmla="*/ 6512071 h 6961267"/>
                <a:gd name="connsiteX7" fmla="*/ 1785900 w 3564229"/>
                <a:gd name="connsiteY7" fmla="*/ 5210214 h 6961267"/>
                <a:gd name="connsiteX8" fmla="*/ 1475932 w 3564229"/>
                <a:gd name="connsiteY8" fmla="*/ 2420519 h 6961267"/>
                <a:gd name="connsiteX9" fmla="*/ 794009 w 3564229"/>
                <a:gd name="connsiteY9" fmla="*/ 2296533 h 6961267"/>
                <a:gd name="connsiteX10" fmla="*/ 282565 w 3564229"/>
                <a:gd name="connsiteY10" fmla="*/ 2405021 h 6961267"/>
                <a:gd name="connsiteX11" fmla="*/ 65587 w 3564229"/>
                <a:gd name="connsiteY11" fmla="*/ 2017564 h 6961267"/>
                <a:gd name="connsiteX12" fmla="*/ 825004 w 3564229"/>
                <a:gd name="connsiteY12" fmla="*/ 1583611 h 6961267"/>
                <a:gd name="connsiteX0" fmla="*/ 825004 w 3564229"/>
                <a:gd name="connsiteY0" fmla="*/ 1583611 h 6820644"/>
                <a:gd name="connsiteX1" fmla="*/ 2622808 w 3564229"/>
                <a:gd name="connsiteY1" fmla="*/ 173265 h 6820644"/>
                <a:gd name="connsiteX2" fmla="*/ 2312842 w 3564229"/>
                <a:gd name="connsiteY2" fmla="*/ 3536398 h 6820644"/>
                <a:gd name="connsiteX3" fmla="*/ 3552706 w 3564229"/>
                <a:gd name="connsiteY3" fmla="*/ 5411690 h 6820644"/>
                <a:gd name="connsiteX4" fmla="*/ 3273737 w 3564229"/>
                <a:gd name="connsiteY4" fmla="*/ 6574064 h 6820644"/>
                <a:gd name="connsiteX5" fmla="*/ 1909887 w 3564229"/>
                <a:gd name="connsiteY5" fmla="*/ 6000627 h 6820644"/>
                <a:gd name="connsiteX6" fmla="*/ 2467826 w 3564229"/>
                <a:gd name="connsiteY6" fmla="*/ 6512071 h 6820644"/>
                <a:gd name="connsiteX7" fmla="*/ 1785900 w 3564229"/>
                <a:gd name="connsiteY7" fmla="*/ 5210214 h 6820644"/>
                <a:gd name="connsiteX8" fmla="*/ 1475932 w 3564229"/>
                <a:gd name="connsiteY8" fmla="*/ 2420519 h 6820644"/>
                <a:gd name="connsiteX9" fmla="*/ 794009 w 3564229"/>
                <a:gd name="connsiteY9" fmla="*/ 2296533 h 6820644"/>
                <a:gd name="connsiteX10" fmla="*/ 282565 w 3564229"/>
                <a:gd name="connsiteY10" fmla="*/ 2405021 h 6820644"/>
                <a:gd name="connsiteX11" fmla="*/ 65587 w 3564229"/>
                <a:gd name="connsiteY11" fmla="*/ 2017564 h 6820644"/>
                <a:gd name="connsiteX12" fmla="*/ 825004 w 3564229"/>
                <a:gd name="connsiteY12" fmla="*/ 1583611 h 6820644"/>
                <a:gd name="connsiteX0" fmla="*/ 825004 w 3574867"/>
                <a:gd name="connsiteY0" fmla="*/ 1583611 h 6658797"/>
                <a:gd name="connsiteX1" fmla="*/ 2622808 w 3574867"/>
                <a:gd name="connsiteY1" fmla="*/ 173265 h 6658797"/>
                <a:gd name="connsiteX2" fmla="*/ 2312842 w 3574867"/>
                <a:gd name="connsiteY2" fmla="*/ 3536398 h 6658797"/>
                <a:gd name="connsiteX3" fmla="*/ 3552706 w 3574867"/>
                <a:gd name="connsiteY3" fmla="*/ 5411690 h 6658797"/>
                <a:gd name="connsiteX4" fmla="*/ 3273737 w 3574867"/>
                <a:gd name="connsiteY4" fmla="*/ 6574064 h 6658797"/>
                <a:gd name="connsiteX5" fmla="*/ 1165968 w 3574867"/>
                <a:gd name="connsiteY5" fmla="*/ 6543068 h 6658797"/>
                <a:gd name="connsiteX6" fmla="*/ 1909887 w 3574867"/>
                <a:gd name="connsiteY6" fmla="*/ 6000627 h 6658797"/>
                <a:gd name="connsiteX7" fmla="*/ 2467826 w 3574867"/>
                <a:gd name="connsiteY7" fmla="*/ 6512071 h 6658797"/>
                <a:gd name="connsiteX8" fmla="*/ 1785900 w 3574867"/>
                <a:gd name="connsiteY8" fmla="*/ 5210214 h 6658797"/>
                <a:gd name="connsiteX9" fmla="*/ 1475932 w 3574867"/>
                <a:gd name="connsiteY9" fmla="*/ 2420519 h 6658797"/>
                <a:gd name="connsiteX10" fmla="*/ 794009 w 3574867"/>
                <a:gd name="connsiteY10" fmla="*/ 2296533 h 6658797"/>
                <a:gd name="connsiteX11" fmla="*/ 282565 w 3574867"/>
                <a:gd name="connsiteY11" fmla="*/ 2405021 h 6658797"/>
                <a:gd name="connsiteX12" fmla="*/ 65587 w 3574867"/>
                <a:gd name="connsiteY12" fmla="*/ 2017564 h 6658797"/>
                <a:gd name="connsiteX13" fmla="*/ 825004 w 3574867"/>
                <a:gd name="connsiteY13" fmla="*/ 1583611 h 6658797"/>
                <a:gd name="connsiteX0" fmla="*/ 825004 w 3574867"/>
                <a:gd name="connsiteY0" fmla="*/ 1583611 h 6658797"/>
                <a:gd name="connsiteX1" fmla="*/ 2622808 w 3574867"/>
                <a:gd name="connsiteY1" fmla="*/ 173265 h 6658797"/>
                <a:gd name="connsiteX2" fmla="*/ 2312842 w 3574867"/>
                <a:gd name="connsiteY2" fmla="*/ 3536398 h 6658797"/>
                <a:gd name="connsiteX3" fmla="*/ 3552706 w 3574867"/>
                <a:gd name="connsiteY3" fmla="*/ 5411690 h 6658797"/>
                <a:gd name="connsiteX4" fmla="*/ 3273737 w 3574867"/>
                <a:gd name="connsiteY4" fmla="*/ 6574064 h 6658797"/>
                <a:gd name="connsiteX5" fmla="*/ 1165968 w 3574867"/>
                <a:gd name="connsiteY5" fmla="*/ 6543068 h 6658797"/>
                <a:gd name="connsiteX6" fmla="*/ 1909887 w 3574867"/>
                <a:gd name="connsiteY6" fmla="*/ 6000627 h 6658797"/>
                <a:gd name="connsiteX7" fmla="*/ 2467826 w 3574867"/>
                <a:gd name="connsiteY7" fmla="*/ 6512071 h 6658797"/>
                <a:gd name="connsiteX8" fmla="*/ 1785900 w 3574867"/>
                <a:gd name="connsiteY8" fmla="*/ 5210214 h 6658797"/>
                <a:gd name="connsiteX9" fmla="*/ 1475932 w 3574867"/>
                <a:gd name="connsiteY9" fmla="*/ 2420519 h 6658797"/>
                <a:gd name="connsiteX10" fmla="*/ 794009 w 3574867"/>
                <a:gd name="connsiteY10" fmla="*/ 2296533 h 6658797"/>
                <a:gd name="connsiteX11" fmla="*/ 282565 w 3574867"/>
                <a:gd name="connsiteY11" fmla="*/ 2405021 h 6658797"/>
                <a:gd name="connsiteX12" fmla="*/ 65587 w 3574867"/>
                <a:gd name="connsiteY12" fmla="*/ 2017564 h 6658797"/>
                <a:gd name="connsiteX13" fmla="*/ 825004 w 3574867"/>
                <a:gd name="connsiteY13" fmla="*/ 1583611 h 6658797"/>
                <a:gd name="connsiteX0" fmla="*/ 825004 w 3574867"/>
                <a:gd name="connsiteY0" fmla="*/ 1583611 h 6664293"/>
                <a:gd name="connsiteX1" fmla="*/ 2622808 w 3574867"/>
                <a:gd name="connsiteY1" fmla="*/ 173265 h 6664293"/>
                <a:gd name="connsiteX2" fmla="*/ 2312842 w 3574867"/>
                <a:gd name="connsiteY2" fmla="*/ 3536398 h 6664293"/>
                <a:gd name="connsiteX3" fmla="*/ 3552706 w 3574867"/>
                <a:gd name="connsiteY3" fmla="*/ 5411690 h 6664293"/>
                <a:gd name="connsiteX4" fmla="*/ 3273737 w 3574867"/>
                <a:gd name="connsiteY4" fmla="*/ 6574064 h 6664293"/>
                <a:gd name="connsiteX5" fmla="*/ 1212463 w 3574867"/>
                <a:gd name="connsiteY5" fmla="*/ 6558566 h 6664293"/>
                <a:gd name="connsiteX6" fmla="*/ 1909887 w 3574867"/>
                <a:gd name="connsiteY6" fmla="*/ 6000627 h 6664293"/>
                <a:gd name="connsiteX7" fmla="*/ 2467826 w 3574867"/>
                <a:gd name="connsiteY7" fmla="*/ 6512071 h 6664293"/>
                <a:gd name="connsiteX8" fmla="*/ 1785900 w 3574867"/>
                <a:gd name="connsiteY8" fmla="*/ 5210214 h 6664293"/>
                <a:gd name="connsiteX9" fmla="*/ 1475932 w 3574867"/>
                <a:gd name="connsiteY9" fmla="*/ 2420519 h 6664293"/>
                <a:gd name="connsiteX10" fmla="*/ 794009 w 3574867"/>
                <a:gd name="connsiteY10" fmla="*/ 2296533 h 6664293"/>
                <a:gd name="connsiteX11" fmla="*/ 282565 w 3574867"/>
                <a:gd name="connsiteY11" fmla="*/ 2405021 h 6664293"/>
                <a:gd name="connsiteX12" fmla="*/ 65587 w 3574867"/>
                <a:gd name="connsiteY12" fmla="*/ 2017564 h 6664293"/>
                <a:gd name="connsiteX13" fmla="*/ 825004 w 3574867"/>
                <a:gd name="connsiteY13" fmla="*/ 1583611 h 6664293"/>
                <a:gd name="connsiteX0" fmla="*/ 825004 w 3574867"/>
                <a:gd name="connsiteY0" fmla="*/ 1583611 h 6664293"/>
                <a:gd name="connsiteX1" fmla="*/ 2622808 w 3574867"/>
                <a:gd name="connsiteY1" fmla="*/ 173265 h 6664293"/>
                <a:gd name="connsiteX2" fmla="*/ 2312842 w 3574867"/>
                <a:gd name="connsiteY2" fmla="*/ 3536398 h 6664293"/>
                <a:gd name="connsiteX3" fmla="*/ 3552706 w 3574867"/>
                <a:gd name="connsiteY3" fmla="*/ 5411690 h 6664293"/>
                <a:gd name="connsiteX4" fmla="*/ 3273737 w 3574867"/>
                <a:gd name="connsiteY4" fmla="*/ 6574064 h 6664293"/>
                <a:gd name="connsiteX5" fmla="*/ 1212463 w 3574867"/>
                <a:gd name="connsiteY5" fmla="*/ 6558566 h 6664293"/>
                <a:gd name="connsiteX6" fmla="*/ 1909887 w 3574867"/>
                <a:gd name="connsiteY6" fmla="*/ 6000627 h 6664293"/>
                <a:gd name="connsiteX7" fmla="*/ 2467826 w 3574867"/>
                <a:gd name="connsiteY7" fmla="*/ 6512071 h 6664293"/>
                <a:gd name="connsiteX8" fmla="*/ 1785900 w 3574867"/>
                <a:gd name="connsiteY8" fmla="*/ 5210214 h 6664293"/>
                <a:gd name="connsiteX9" fmla="*/ 1475932 w 3574867"/>
                <a:gd name="connsiteY9" fmla="*/ 2420519 h 6664293"/>
                <a:gd name="connsiteX10" fmla="*/ 794009 w 3574867"/>
                <a:gd name="connsiteY10" fmla="*/ 2296533 h 6664293"/>
                <a:gd name="connsiteX11" fmla="*/ 282565 w 3574867"/>
                <a:gd name="connsiteY11" fmla="*/ 2405021 h 6664293"/>
                <a:gd name="connsiteX12" fmla="*/ 65587 w 3574867"/>
                <a:gd name="connsiteY12" fmla="*/ 2017564 h 6664293"/>
                <a:gd name="connsiteX13" fmla="*/ 825004 w 3574867"/>
                <a:gd name="connsiteY13" fmla="*/ 1583611 h 6664293"/>
                <a:gd name="connsiteX0" fmla="*/ 825004 w 3574867"/>
                <a:gd name="connsiteY0" fmla="*/ 1583611 h 6664293"/>
                <a:gd name="connsiteX1" fmla="*/ 2622808 w 3574867"/>
                <a:gd name="connsiteY1" fmla="*/ 173265 h 6664293"/>
                <a:gd name="connsiteX2" fmla="*/ 2312842 w 3574867"/>
                <a:gd name="connsiteY2" fmla="*/ 3536398 h 6664293"/>
                <a:gd name="connsiteX3" fmla="*/ 3552706 w 3574867"/>
                <a:gd name="connsiteY3" fmla="*/ 5411690 h 6664293"/>
                <a:gd name="connsiteX4" fmla="*/ 3273737 w 3574867"/>
                <a:gd name="connsiteY4" fmla="*/ 6574064 h 6664293"/>
                <a:gd name="connsiteX5" fmla="*/ 1212463 w 3574867"/>
                <a:gd name="connsiteY5" fmla="*/ 6558566 h 6664293"/>
                <a:gd name="connsiteX6" fmla="*/ 1909887 w 3574867"/>
                <a:gd name="connsiteY6" fmla="*/ 6000627 h 6664293"/>
                <a:gd name="connsiteX7" fmla="*/ 2467826 w 3574867"/>
                <a:gd name="connsiteY7" fmla="*/ 6512071 h 6664293"/>
                <a:gd name="connsiteX8" fmla="*/ 1785900 w 3574867"/>
                <a:gd name="connsiteY8" fmla="*/ 5210214 h 6664293"/>
                <a:gd name="connsiteX9" fmla="*/ 1475932 w 3574867"/>
                <a:gd name="connsiteY9" fmla="*/ 2420519 h 6664293"/>
                <a:gd name="connsiteX10" fmla="*/ 794009 w 3574867"/>
                <a:gd name="connsiteY10" fmla="*/ 2296533 h 6664293"/>
                <a:gd name="connsiteX11" fmla="*/ 282565 w 3574867"/>
                <a:gd name="connsiteY11" fmla="*/ 2405021 h 6664293"/>
                <a:gd name="connsiteX12" fmla="*/ 65587 w 3574867"/>
                <a:gd name="connsiteY12" fmla="*/ 2017564 h 6664293"/>
                <a:gd name="connsiteX13" fmla="*/ 825004 w 3574867"/>
                <a:gd name="connsiteY13" fmla="*/ 1583611 h 6664293"/>
                <a:gd name="connsiteX0" fmla="*/ 825004 w 3574867"/>
                <a:gd name="connsiteY0" fmla="*/ 1583611 h 6967151"/>
                <a:gd name="connsiteX1" fmla="*/ 2622808 w 3574867"/>
                <a:gd name="connsiteY1" fmla="*/ 173265 h 6967151"/>
                <a:gd name="connsiteX2" fmla="*/ 2312842 w 3574867"/>
                <a:gd name="connsiteY2" fmla="*/ 3536398 h 6967151"/>
                <a:gd name="connsiteX3" fmla="*/ 3552706 w 3574867"/>
                <a:gd name="connsiteY3" fmla="*/ 5411690 h 6967151"/>
                <a:gd name="connsiteX4" fmla="*/ 3273737 w 3574867"/>
                <a:gd name="connsiteY4" fmla="*/ 6574064 h 6967151"/>
                <a:gd name="connsiteX5" fmla="*/ 1212463 w 3574867"/>
                <a:gd name="connsiteY5" fmla="*/ 6558566 h 6967151"/>
                <a:gd name="connsiteX6" fmla="*/ 1909887 w 3574867"/>
                <a:gd name="connsiteY6" fmla="*/ 6000627 h 6967151"/>
                <a:gd name="connsiteX7" fmla="*/ 2467826 w 3574867"/>
                <a:gd name="connsiteY7" fmla="*/ 6512071 h 6967151"/>
                <a:gd name="connsiteX8" fmla="*/ 1785900 w 3574867"/>
                <a:gd name="connsiteY8" fmla="*/ 5210214 h 6967151"/>
                <a:gd name="connsiteX9" fmla="*/ 1475932 w 3574867"/>
                <a:gd name="connsiteY9" fmla="*/ 2420519 h 6967151"/>
                <a:gd name="connsiteX10" fmla="*/ 794009 w 3574867"/>
                <a:gd name="connsiteY10" fmla="*/ 2296533 h 6967151"/>
                <a:gd name="connsiteX11" fmla="*/ 282565 w 3574867"/>
                <a:gd name="connsiteY11" fmla="*/ 2405021 h 6967151"/>
                <a:gd name="connsiteX12" fmla="*/ 65587 w 3574867"/>
                <a:gd name="connsiteY12" fmla="*/ 2017564 h 6967151"/>
                <a:gd name="connsiteX13" fmla="*/ 825004 w 3574867"/>
                <a:gd name="connsiteY13" fmla="*/ 1583611 h 6967151"/>
                <a:gd name="connsiteX0" fmla="*/ 825004 w 3561860"/>
                <a:gd name="connsiteY0" fmla="*/ 1583611 h 6967151"/>
                <a:gd name="connsiteX1" fmla="*/ 2622808 w 3561860"/>
                <a:gd name="connsiteY1" fmla="*/ 173265 h 6967151"/>
                <a:gd name="connsiteX2" fmla="*/ 2312842 w 3561860"/>
                <a:gd name="connsiteY2" fmla="*/ 3536398 h 6967151"/>
                <a:gd name="connsiteX3" fmla="*/ 3552706 w 3561860"/>
                <a:gd name="connsiteY3" fmla="*/ 5411690 h 6967151"/>
                <a:gd name="connsiteX4" fmla="*/ 3273737 w 3561860"/>
                <a:gd name="connsiteY4" fmla="*/ 6574064 h 6967151"/>
                <a:gd name="connsiteX5" fmla="*/ 1212463 w 3561860"/>
                <a:gd name="connsiteY5" fmla="*/ 6558566 h 6967151"/>
                <a:gd name="connsiteX6" fmla="*/ 1909887 w 3561860"/>
                <a:gd name="connsiteY6" fmla="*/ 6000627 h 6967151"/>
                <a:gd name="connsiteX7" fmla="*/ 2467826 w 3561860"/>
                <a:gd name="connsiteY7" fmla="*/ 6512071 h 6967151"/>
                <a:gd name="connsiteX8" fmla="*/ 1785900 w 3561860"/>
                <a:gd name="connsiteY8" fmla="*/ 5210214 h 6967151"/>
                <a:gd name="connsiteX9" fmla="*/ 1475932 w 3561860"/>
                <a:gd name="connsiteY9" fmla="*/ 2420519 h 6967151"/>
                <a:gd name="connsiteX10" fmla="*/ 794009 w 3561860"/>
                <a:gd name="connsiteY10" fmla="*/ 2296533 h 6967151"/>
                <a:gd name="connsiteX11" fmla="*/ 282565 w 3561860"/>
                <a:gd name="connsiteY11" fmla="*/ 2405021 h 6967151"/>
                <a:gd name="connsiteX12" fmla="*/ 65587 w 3561860"/>
                <a:gd name="connsiteY12" fmla="*/ 2017564 h 6967151"/>
                <a:gd name="connsiteX13" fmla="*/ 825004 w 3561860"/>
                <a:gd name="connsiteY13" fmla="*/ 1583611 h 6967151"/>
                <a:gd name="connsiteX0" fmla="*/ 825004 w 3561860"/>
                <a:gd name="connsiteY0" fmla="*/ 1583611 h 6967151"/>
                <a:gd name="connsiteX1" fmla="*/ 2622808 w 3561860"/>
                <a:gd name="connsiteY1" fmla="*/ 173265 h 6967151"/>
                <a:gd name="connsiteX2" fmla="*/ 2312842 w 3561860"/>
                <a:gd name="connsiteY2" fmla="*/ 3536398 h 6967151"/>
                <a:gd name="connsiteX3" fmla="*/ 3552706 w 3561860"/>
                <a:gd name="connsiteY3" fmla="*/ 5411690 h 6967151"/>
                <a:gd name="connsiteX4" fmla="*/ 3273737 w 3561860"/>
                <a:gd name="connsiteY4" fmla="*/ 6574064 h 6967151"/>
                <a:gd name="connsiteX5" fmla="*/ 1212463 w 3561860"/>
                <a:gd name="connsiteY5" fmla="*/ 6558566 h 6967151"/>
                <a:gd name="connsiteX6" fmla="*/ 1909887 w 3561860"/>
                <a:gd name="connsiteY6" fmla="*/ 6000627 h 6967151"/>
                <a:gd name="connsiteX7" fmla="*/ 2467826 w 3561860"/>
                <a:gd name="connsiteY7" fmla="*/ 6512071 h 6967151"/>
                <a:gd name="connsiteX8" fmla="*/ 1785900 w 3561860"/>
                <a:gd name="connsiteY8" fmla="*/ 5210214 h 6967151"/>
                <a:gd name="connsiteX9" fmla="*/ 1475932 w 3561860"/>
                <a:gd name="connsiteY9" fmla="*/ 2420519 h 6967151"/>
                <a:gd name="connsiteX10" fmla="*/ 794009 w 3561860"/>
                <a:gd name="connsiteY10" fmla="*/ 2296533 h 6967151"/>
                <a:gd name="connsiteX11" fmla="*/ 282565 w 3561860"/>
                <a:gd name="connsiteY11" fmla="*/ 2405021 h 6967151"/>
                <a:gd name="connsiteX12" fmla="*/ 65587 w 3561860"/>
                <a:gd name="connsiteY12" fmla="*/ 2017564 h 6967151"/>
                <a:gd name="connsiteX13" fmla="*/ 825004 w 3561860"/>
                <a:gd name="connsiteY13" fmla="*/ 1583611 h 6967151"/>
                <a:gd name="connsiteX0" fmla="*/ 825004 w 3561860"/>
                <a:gd name="connsiteY0" fmla="*/ 1583611 h 6967151"/>
                <a:gd name="connsiteX1" fmla="*/ 2622808 w 3561860"/>
                <a:gd name="connsiteY1" fmla="*/ 173265 h 6967151"/>
                <a:gd name="connsiteX2" fmla="*/ 2312842 w 3561860"/>
                <a:gd name="connsiteY2" fmla="*/ 3536398 h 6967151"/>
                <a:gd name="connsiteX3" fmla="*/ 3552706 w 3561860"/>
                <a:gd name="connsiteY3" fmla="*/ 5411690 h 6967151"/>
                <a:gd name="connsiteX4" fmla="*/ 3273737 w 3561860"/>
                <a:gd name="connsiteY4" fmla="*/ 6574064 h 6967151"/>
                <a:gd name="connsiteX5" fmla="*/ 1212463 w 3561860"/>
                <a:gd name="connsiteY5" fmla="*/ 6558566 h 6967151"/>
                <a:gd name="connsiteX6" fmla="*/ 1909887 w 3561860"/>
                <a:gd name="connsiteY6" fmla="*/ 6000627 h 6967151"/>
                <a:gd name="connsiteX7" fmla="*/ 2467826 w 3561860"/>
                <a:gd name="connsiteY7" fmla="*/ 6512071 h 6967151"/>
                <a:gd name="connsiteX8" fmla="*/ 1785900 w 3561860"/>
                <a:gd name="connsiteY8" fmla="*/ 5210214 h 6967151"/>
                <a:gd name="connsiteX9" fmla="*/ 1475932 w 3561860"/>
                <a:gd name="connsiteY9" fmla="*/ 2420519 h 6967151"/>
                <a:gd name="connsiteX10" fmla="*/ 794009 w 3561860"/>
                <a:gd name="connsiteY10" fmla="*/ 2296533 h 6967151"/>
                <a:gd name="connsiteX11" fmla="*/ 282565 w 3561860"/>
                <a:gd name="connsiteY11" fmla="*/ 2405021 h 6967151"/>
                <a:gd name="connsiteX12" fmla="*/ 65587 w 3561860"/>
                <a:gd name="connsiteY12" fmla="*/ 2017564 h 6967151"/>
                <a:gd name="connsiteX13" fmla="*/ 825004 w 3561860"/>
                <a:gd name="connsiteY13" fmla="*/ 1583611 h 6967151"/>
                <a:gd name="connsiteX0" fmla="*/ 825004 w 3561860"/>
                <a:gd name="connsiteY0" fmla="*/ 1583611 h 6943363"/>
                <a:gd name="connsiteX1" fmla="*/ 2622808 w 3561860"/>
                <a:gd name="connsiteY1" fmla="*/ 173265 h 6943363"/>
                <a:gd name="connsiteX2" fmla="*/ 2312842 w 3561860"/>
                <a:gd name="connsiteY2" fmla="*/ 3536398 h 6943363"/>
                <a:gd name="connsiteX3" fmla="*/ 3552706 w 3561860"/>
                <a:gd name="connsiteY3" fmla="*/ 5411690 h 6943363"/>
                <a:gd name="connsiteX4" fmla="*/ 3273737 w 3561860"/>
                <a:gd name="connsiteY4" fmla="*/ 6574064 h 6943363"/>
                <a:gd name="connsiteX5" fmla="*/ 1212463 w 3561860"/>
                <a:gd name="connsiteY5" fmla="*/ 6558566 h 6943363"/>
                <a:gd name="connsiteX6" fmla="*/ 1909887 w 3561860"/>
                <a:gd name="connsiteY6" fmla="*/ 6000627 h 6943363"/>
                <a:gd name="connsiteX7" fmla="*/ 2467826 w 3561860"/>
                <a:gd name="connsiteY7" fmla="*/ 6512071 h 6943363"/>
                <a:gd name="connsiteX8" fmla="*/ 1785900 w 3561860"/>
                <a:gd name="connsiteY8" fmla="*/ 5210214 h 6943363"/>
                <a:gd name="connsiteX9" fmla="*/ 1475932 w 3561860"/>
                <a:gd name="connsiteY9" fmla="*/ 2420519 h 6943363"/>
                <a:gd name="connsiteX10" fmla="*/ 794009 w 3561860"/>
                <a:gd name="connsiteY10" fmla="*/ 2296533 h 6943363"/>
                <a:gd name="connsiteX11" fmla="*/ 282565 w 3561860"/>
                <a:gd name="connsiteY11" fmla="*/ 2405021 h 6943363"/>
                <a:gd name="connsiteX12" fmla="*/ 65587 w 3561860"/>
                <a:gd name="connsiteY12" fmla="*/ 2017564 h 6943363"/>
                <a:gd name="connsiteX13" fmla="*/ 825004 w 3561860"/>
                <a:gd name="connsiteY13" fmla="*/ 1583611 h 6943363"/>
                <a:gd name="connsiteX0" fmla="*/ 825004 w 3564744"/>
                <a:gd name="connsiteY0" fmla="*/ 1583611 h 6943363"/>
                <a:gd name="connsiteX1" fmla="*/ 2622808 w 3564744"/>
                <a:gd name="connsiteY1" fmla="*/ 173265 h 6943363"/>
                <a:gd name="connsiteX2" fmla="*/ 2312842 w 3564744"/>
                <a:gd name="connsiteY2" fmla="*/ 3536398 h 6943363"/>
                <a:gd name="connsiteX3" fmla="*/ 3552706 w 3564744"/>
                <a:gd name="connsiteY3" fmla="*/ 5411690 h 6943363"/>
                <a:gd name="connsiteX4" fmla="*/ 3273737 w 3564744"/>
                <a:gd name="connsiteY4" fmla="*/ 6574064 h 6943363"/>
                <a:gd name="connsiteX5" fmla="*/ 1212463 w 3564744"/>
                <a:gd name="connsiteY5" fmla="*/ 6558566 h 6943363"/>
                <a:gd name="connsiteX6" fmla="*/ 1909887 w 3564744"/>
                <a:gd name="connsiteY6" fmla="*/ 6000627 h 6943363"/>
                <a:gd name="connsiteX7" fmla="*/ 2467826 w 3564744"/>
                <a:gd name="connsiteY7" fmla="*/ 6512071 h 6943363"/>
                <a:gd name="connsiteX8" fmla="*/ 1785900 w 3564744"/>
                <a:gd name="connsiteY8" fmla="*/ 5210214 h 6943363"/>
                <a:gd name="connsiteX9" fmla="*/ 1475932 w 3564744"/>
                <a:gd name="connsiteY9" fmla="*/ 2420519 h 6943363"/>
                <a:gd name="connsiteX10" fmla="*/ 794009 w 3564744"/>
                <a:gd name="connsiteY10" fmla="*/ 2296533 h 6943363"/>
                <a:gd name="connsiteX11" fmla="*/ 282565 w 3564744"/>
                <a:gd name="connsiteY11" fmla="*/ 2405021 h 6943363"/>
                <a:gd name="connsiteX12" fmla="*/ 65587 w 3564744"/>
                <a:gd name="connsiteY12" fmla="*/ 2017564 h 6943363"/>
                <a:gd name="connsiteX13" fmla="*/ 825004 w 3564744"/>
                <a:gd name="connsiteY13" fmla="*/ 1583611 h 6943363"/>
                <a:gd name="connsiteX0" fmla="*/ 825004 w 3600585"/>
                <a:gd name="connsiteY0" fmla="*/ 1583611 h 6943363"/>
                <a:gd name="connsiteX1" fmla="*/ 2622808 w 3600585"/>
                <a:gd name="connsiteY1" fmla="*/ 173265 h 6943363"/>
                <a:gd name="connsiteX2" fmla="*/ 2312842 w 3600585"/>
                <a:gd name="connsiteY2" fmla="*/ 3536398 h 6943363"/>
                <a:gd name="connsiteX3" fmla="*/ 3552706 w 3600585"/>
                <a:gd name="connsiteY3" fmla="*/ 5411690 h 6943363"/>
                <a:gd name="connsiteX4" fmla="*/ 3273737 w 3600585"/>
                <a:gd name="connsiteY4" fmla="*/ 6574064 h 6943363"/>
                <a:gd name="connsiteX5" fmla="*/ 1212463 w 3600585"/>
                <a:gd name="connsiteY5" fmla="*/ 6558566 h 6943363"/>
                <a:gd name="connsiteX6" fmla="*/ 1909887 w 3600585"/>
                <a:gd name="connsiteY6" fmla="*/ 6000627 h 6943363"/>
                <a:gd name="connsiteX7" fmla="*/ 2467826 w 3600585"/>
                <a:gd name="connsiteY7" fmla="*/ 6512071 h 6943363"/>
                <a:gd name="connsiteX8" fmla="*/ 1785900 w 3600585"/>
                <a:gd name="connsiteY8" fmla="*/ 5210214 h 6943363"/>
                <a:gd name="connsiteX9" fmla="*/ 1475932 w 3600585"/>
                <a:gd name="connsiteY9" fmla="*/ 2420519 h 6943363"/>
                <a:gd name="connsiteX10" fmla="*/ 794009 w 3600585"/>
                <a:gd name="connsiteY10" fmla="*/ 2296533 h 6943363"/>
                <a:gd name="connsiteX11" fmla="*/ 282565 w 3600585"/>
                <a:gd name="connsiteY11" fmla="*/ 2405021 h 6943363"/>
                <a:gd name="connsiteX12" fmla="*/ 65587 w 3600585"/>
                <a:gd name="connsiteY12" fmla="*/ 2017564 h 6943363"/>
                <a:gd name="connsiteX13" fmla="*/ 825004 w 3600585"/>
                <a:gd name="connsiteY13" fmla="*/ 1583611 h 6943363"/>
                <a:gd name="connsiteX0" fmla="*/ 825004 w 3613580"/>
                <a:gd name="connsiteY0" fmla="*/ 1583611 h 6943363"/>
                <a:gd name="connsiteX1" fmla="*/ 2622808 w 3613580"/>
                <a:gd name="connsiteY1" fmla="*/ 173265 h 6943363"/>
                <a:gd name="connsiteX2" fmla="*/ 2312842 w 3613580"/>
                <a:gd name="connsiteY2" fmla="*/ 3536398 h 6943363"/>
                <a:gd name="connsiteX3" fmla="*/ 3552706 w 3613580"/>
                <a:gd name="connsiteY3" fmla="*/ 5411690 h 6943363"/>
                <a:gd name="connsiteX4" fmla="*/ 3273737 w 3613580"/>
                <a:gd name="connsiteY4" fmla="*/ 6574064 h 6943363"/>
                <a:gd name="connsiteX5" fmla="*/ 1212463 w 3613580"/>
                <a:gd name="connsiteY5" fmla="*/ 6558566 h 6943363"/>
                <a:gd name="connsiteX6" fmla="*/ 1909887 w 3613580"/>
                <a:gd name="connsiteY6" fmla="*/ 6000627 h 6943363"/>
                <a:gd name="connsiteX7" fmla="*/ 2467826 w 3613580"/>
                <a:gd name="connsiteY7" fmla="*/ 6512071 h 6943363"/>
                <a:gd name="connsiteX8" fmla="*/ 1785900 w 3613580"/>
                <a:gd name="connsiteY8" fmla="*/ 5210214 h 6943363"/>
                <a:gd name="connsiteX9" fmla="*/ 1475932 w 3613580"/>
                <a:gd name="connsiteY9" fmla="*/ 2420519 h 6943363"/>
                <a:gd name="connsiteX10" fmla="*/ 794009 w 3613580"/>
                <a:gd name="connsiteY10" fmla="*/ 2296533 h 6943363"/>
                <a:gd name="connsiteX11" fmla="*/ 282565 w 3613580"/>
                <a:gd name="connsiteY11" fmla="*/ 2405021 h 6943363"/>
                <a:gd name="connsiteX12" fmla="*/ 65587 w 3613580"/>
                <a:gd name="connsiteY12" fmla="*/ 2017564 h 6943363"/>
                <a:gd name="connsiteX13" fmla="*/ 825004 w 3613580"/>
                <a:gd name="connsiteY13" fmla="*/ 1583611 h 6943363"/>
                <a:gd name="connsiteX0" fmla="*/ 825004 w 3613580"/>
                <a:gd name="connsiteY0" fmla="*/ 1583611 h 6943363"/>
                <a:gd name="connsiteX1" fmla="*/ 2622808 w 3613580"/>
                <a:gd name="connsiteY1" fmla="*/ 173265 h 6943363"/>
                <a:gd name="connsiteX2" fmla="*/ 2312842 w 3613580"/>
                <a:gd name="connsiteY2" fmla="*/ 3536398 h 6943363"/>
                <a:gd name="connsiteX3" fmla="*/ 3552706 w 3613580"/>
                <a:gd name="connsiteY3" fmla="*/ 5411690 h 6943363"/>
                <a:gd name="connsiteX4" fmla="*/ 3273737 w 3613580"/>
                <a:gd name="connsiteY4" fmla="*/ 6574064 h 6943363"/>
                <a:gd name="connsiteX5" fmla="*/ 1212463 w 3613580"/>
                <a:gd name="connsiteY5" fmla="*/ 6558566 h 6943363"/>
                <a:gd name="connsiteX6" fmla="*/ 1909887 w 3613580"/>
                <a:gd name="connsiteY6" fmla="*/ 6000627 h 6943363"/>
                <a:gd name="connsiteX7" fmla="*/ 2467826 w 3613580"/>
                <a:gd name="connsiteY7" fmla="*/ 6512071 h 6943363"/>
                <a:gd name="connsiteX8" fmla="*/ 1785900 w 3613580"/>
                <a:gd name="connsiteY8" fmla="*/ 5210214 h 6943363"/>
                <a:gd name="connsiteX9" fmla="*/ 1475932 w 3613580"/>
                <a:gd name="connsiteY9" fmla="*/ 2420519 h 6943363"/>
                <a:gd name="connsiteX10" fmla="*/ 794009 w 3613580"/>
                <a:gd name="connsiteY10" fmla="*/ 2296533 h 6943363"/>
                <a:gd name="connsiteX11" fmla="*/ 282565 w 3613580"/>
                <a:gd name="connsiteY11" fmla="*/ 2405021 h 6943363"/>
                <a:gd name="connsiteX12" fmla="*/ 65587 w 3613580"/>
                <a:gd name="connsiteY12" fmla="*/ 2017564 h 6943363"/>
                <a:gd name="connsiteX13" fmla="*/ 825004 w 3613580"/>
                <a:gd name="connsiteY13" fmla="*/ 1583611 h 6943363"/>
                <a:gd name="connsiteX0" fmla="*/ 825004 w 3617367"/>
                <a:gd name="connsiteY0" fmla="*/ 1583611 h 6945165"/>
                <a:gd name="connsiteX1" fmla="*/ 2622808 w 3617367"/>
                <a:gd name="connsiteY1" fmla="*/ 173265 h 6945165"/>
                <a:gd name="connsiteX2" fmla="*/ 2312842 w 3617367"/>
                <a:gd name="connsiteY2" fmla="*/ 3536398 h 6945165"/>
                <a:gd name="connsiteX3" fmla="*/ 3552706 w 3617367"/>
                <a:gd name="connsiteY3" fmla="*/ 5411690 h 6945165"/>
                <a:gd name="connsiteX4" fmla="*/ 3299137 w 3617367"/>
                <a:gd name="connsiteY4" fmla="*/ 6580414 h 6945165"/>
                <a:gd name="connsiteX5" fmla="*/ 1212463 w 3617367"/>
                <a:gd name="connsiteY5" fmla="*/ 6558566 h 6945165"/>
                <a:gd name="connsiteX6" fmla="*/ 1909887 w 3617367"/>
                <a:gd name="connsiteY6" fmla="*/ 6000627 h 6945165"/>
                <a:gd name="connsiteX7" fmla="*/ 2467826 w 3617367"/>
                <a:gd name="connsiteY7" fmla="*/ 6512071 h 6945165"/>
                <a:gd name="connsiteX8" fmla="*/ 1785900 w 3617367"/>
                <a:gd name="connsiteY8" fmla="*/ 5210214 h 6945165"/>
                <a:gd name="connsiteX9" fmla="*/ 1475932 w 3617367"/>
                <a:gd name="connsiteY9" fmla="*/ 2420519 h 6945165"/>
                <a:gd name="connsiteX10" fmla="*/ 794009 w 3617367"/>
                <a:gd name="connsiteY10" fmla="*/ 2296533 h 6945165"/>
                <a:gd name="connsiteX11" fmla="*/ 282565 w 3617367"/>
                <a:gd name="connsiteY11" fmla="*/ 2405021 h 6945165"/>
                <a:gd name="connsiteX12" fmla="*/ 65587 w 3617367"/>
                <a:gd name="connsiteY12" fmla="*/ 2017564 h 6945165"/>
                <a:gd name="connsiteX13" fmla="*/ 825004 w 3617367"/>
                <a:gd name="connsiteY13" fmla="*/ 1583611 h 6945165"/>
                <a:gd name="connsiteX0" fmla="*/ 825004 w 3602752"/>
                <a:gd name="connsiteY0" fmla="*/ 1583611 h 6945165"/>
                <a:gd name="connsiteX1" fmla="*/ 2622808 w 3602752"/>
                <a:gd name="connsiteY1" fmla="*/ 173265 h 6945165"/>
                <a:gd name="connsiteX2" fmla="*/ 2312842 w 3602752"/>
                <a:gd name="connsiteY2" fmla="*/ 3536398 h 6945165"/>
                <a:gd name="connsiteX3" fmla="*/ 3552706 w 3602752"/>
                <a:gd name="connsiteY3" fmla="*/ 5411690 h 6945165"/>
                <a:gd name="connsiteX4" fmla="*/ 3299137 w 3602752"/>
                <a:gd name="connsiteY4" fmla="*/ 6580414 h 6945165"/>
                <a:gd name="connsiteX5" fmla="*/ 1212463 w 3602752"/>
                <a:gd name="connsiteY5" fmla="*/ 6558566 h 6945165"/>
                <a:gd name="connsiteX6" fmla="*/ 1909887 w 3602752"/>
                <a:gd name="connsiteY6" fmla="*/ 6000627 h 6945165"/>
                <a:gd name="connsiteX7" fmla="*/ 2467826 w 3602752"/>
                <a:gd name="connsiteY7" fmla="*/ 6512071 h 6945165"/>
                <a:gd name="connsiteX8" fmla="*/ 1785900 w 3602752"/>
                <a:gd name="connsiteY8" fmla="*/ 5210214 h 6945165"/>
                <a:gd name="connsiteX9" fmla="*/ 1475932 w 3602752"/>
                <a:gd name="connsiteY9" fmla="*/ 2420519 h 6945165"/>
                <a:gd name="connsiteX10" fmla="*/ 794009 w 3602752"/>
                <a:gd name="connsiteY10" fmla="*/ 2296533 h 6945165"/>
                <a:gd name="connsiteX11" fmla="*/ 282565 w 3602752"/>
                <a:gd name="connsiteY11" fmla="*/ 2405021 h 6945165"/>
                <a:gd name="connsiteX12" fmla="*/ 65587 w 3602752"/>
                <a:gd name="connsiteY12" fmla="*/ 2017564 h 6945165"/>
                <a:gd name="connsiteX13" fmla="*/ 825004 w 3602752"/>
                <a:gd name="connsiteY13" fmla="*/ 1583611 h 6945165"/>
                <a:gd name="connsiteX0" fmla="*/ 825004 w 3606501"/>
                <a:gd name="connsiteY0" fmla="*/ 1583611 h 6945165"/>
                <a:gd name="connsiteX1" fmla="*/ 2622808 w 3606501"/>
                <a:gd name="connsiteY1" fmla="*/ 173265 h 6945165"/>
                <a:gd name="connsiteX2" fmla="*/ 2312842 w 3606501"/>
                <a:gd name="connsiteY2" fmla="*/ 3536398 h 6945165"/>
                <a:gd name="connsiteX3" fmla="*/ 3552706 w 3606501"/>
                <a:gd name="connsiteY3" fmla="*/ 5411690 h 6945165"/>
                <a:gd name="connsiteX4" fmla="*/ 3299137 w 3606501"/>
                <a:gd name="connsiteY4" fmla="*/ 6580414 h 6945165"/>
                <a:gd name="connsiteX5" fmla="*/ 1212463 w 3606501"/>
                <a:gd name="connsiteY5" fmla="*/ 6558566 h 6945165"/>
                <a:gd name="connsiteX6" fmla="*/ 1909887 w 3606501"/>
                <a:gd name="connsiteY6" fmla="*/ 6000627 h 6945165"/>
                <a:gd name="connsiteX7" fmla="*/ 2467826 w 3606501"/>
                <a:gd name="connsiteY7" fmla="*/ 6512071 h 6945165"/>
                <a:gd name="connsiteX8" fmla="*/ 1785900 w 3606501"/>
                <a:gd name="connsiteY8" fmla="*/ 5210214 h 6945165"/>
                <a:gd name="connsiteX9" fmla="*/ 1475932 w 3606501"/>
                <a:gd name="connsiteY9" fmla="*/ 2420519 h 6945165"/>
                <a:gd name="connsiteX10" fmla="*/ 794009 w 3606501"/>
                <a:gd name="connsiteY10" fmla="*/ 2296533 h 6945165"/>
                <a:gd name="connsiteX11" fmla="*/ 282565 w 3606501"/>
                <a:gd name="connsiteY11" fmla="*/ 2405021 h 6945165"/>
                <a:gd name="connsiteX12" fmla="*/ 65587 w 3606501"/>
                <a:gd name="connsiteY12" fmla="*/ 2017564 h 6945165"/>
                <a:gd name="connsiteX13" fmla="*/ 825004 w 3606501"/>
                <a:gd name="connsiteY13" fmla="*/ 1583611 h 6945165"/>
                <a:gd name="connsiteX0" fmla="*/ 825004 w 3603345"/>
                <a:gd name="connsiteY0" fmla="*/ 1583611 h 6945165"/>
                <a:gd name="connsiteX1" fmla="*/ 2622808 w 3603345"/>
                <a:gd name="connsiteY1" fmla="*/ 173265 h 6945165"/>
                <a:gd name="connsiteX2" fmla="*/ 2312842 w 3603345"/>
                <a:gd name="connsiteY2" fmla="*/ 3536398 h 6945165"/>
                <a:gd name="connsiteX3" fmla="*/ 3552706 w 3603345"/>
                <a:gd name="connsiteY3" fmla="*/ 5411690 h 6945165"/>
                <a:gd name="connsiteX4" fmla="*/ 3299137 w 3603345"/>
                <a:gd name="connsiteY4" fmla="*/ 6580414 h 6945165"/>
                <a:gd name="connsiteX5" fmla="*/ 1212463 w 3603345"/>
                <a:gd name="connsiteY5" fmla="*/ 6558566 h 6945165"/>
                <a:gd name="connsiteX6" fmla="*/ 1909887 w 3603345"/>
                <a:gd name="connsiteY6" fmla="*/ 6000627 h 6945165"/>
                <a:gd name="connsiteX7" fmla="*/ 2467826 w 3603345"/>
                <a:gd name="connsiteY7" fmla="*/ 6512071 h 6945165"/>
                <a:gd name="connsiteX8" fmla="*/ 1785900 w 3603345"/>
                <a:gd name="connsiteY8" fmla="*/ 5210214 h 6945165"/>
                <a:gd name="connsiteX9" fmla="*/ 1475932 w 3603345"/>
                <a:gd name="connsiteY9" fmla="*/ 2420519 h 6945165"/>
                <a:gd name="connsiteX10" fmla="*/ 794009 w 3603345"/>
                <a:gd name="connsiteY10" fmla="*/ 2296533 h 6945165"/>
                <a:gd name="connsiteX11" fmla="*/ 282565 w 3603345"/>
                <a:gd name="connsiteY11" fmla="*/ 2405021 h 6945165"/>
                <a:gd name="connsiteX12" fmla="*/ 65587 w 3603345"/>
                <a:gd name="connsiteY12" fmla="*/ 2017564 h 6945165"/>
                <a:gd name="connsiteX13" fmla="*/ 825004 w 3603345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00627 h 6945165"/>
                <a:gd name="connsiteX7" fmla="*/ 2467826 w 3608229"/>
                <a:gd name="connsiteY7" fmla="*/ 6512071 h 6945165"/>
                <a:gd name="connsiteX8" fmla="*/ 1785900 w 3608229"/>
                <a:gd name="connsiteY8" fmla="*/ 5210214 h 6945165"/>
                <a:gd name="connsiteX9" fmla="*/ 1475932 w 3608229"/>
                <a:gd name="connsiteY9" fmla="*/ 2420519 h 6945165"/>
                <a:gd name="connsiteX10" fmla="*/ 794009 w 3608229"/>
                <a:gd name="connsiteY10" fmla="*/ 2296533 h 6945165"/>
                <a:gd name="connsiteX11" fmla="*/ 282565 w 3608229"/>
                <a:gd name="connsiteY11" fmla="*/ 2405021 h 6945165"/>
                <a:gd name="connsiteX12" fmla="*/ 65587 w 3608229"/>
                <a:gd name="connsiteY12" fmla="*/ 2017564 h 6945165"/>
                <a:gd name="connsiteX13" fmla="*/ 825004 w 3608229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00627 h 6945165"/>
                <a:gd name="connsiteX7" fmla="*/ 2467826 w 3608229"/>
                <a:gd name="connsiteY7" fmla="*/ 6512071 h 6945165"/>
                <a:gd name="connsiteX8" fmla="*/ 1785900 w 3608229"/>
                <a:gd name="connsiteY8" fmla="*/ 5210214 h 6945165"/>
                <a:gd name="connsiteX9" fmla="*/ 1475932 w 3608229"/>
                <a:gd name="connsiteY9" fmla="*/ 2420519 h 6945165"/>
                <a:gd name="connsiteX10" fmla="*/ 794009 w 3608229"/>
                <a:gd name="connsiteY10" fmla="*/ 2296533 h 6945165"/>
                <a:gd name="connsiteX11" fmla="*/ 282565 w 3608229"/>
                <a:gd name="connsiteY11" fmla="*/ 2405021 h 6945165"/>
                <a:gd name="connsiteX12" fmla="*/ 65587 w 3608229"/>
                <a:gd name="connsiteY12" fmla="*/ 2017564 h 6945165"/>
                <a:gd name="connsiteX13" fmla="*/ 825004 w 3608229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2467826 w 3608229"/>
                <a:gd name="connsiteY7" fmla="*/ 6512071 h 6945165"/>
                <a:gd name="connsiteX8" fmla="*/ 1785900 w 3608229"/>
                <a:gd name="connsiteY8" fmla="*/ 5210214 h 6945165"/>
                <a:gd name="connsiteX9" fmla="*/ 1475932 w 3608229"/>
                <a:gd name="connsiteY9" fmla="*/ 2420519 h 6945165"/>
                <a:gd name="connsiteX10" fmla="*/ 794009 w 3608229"/>
                <a:gd name="connsiteY10" fmla="*/ 2296533 h 6945165"/>
                <a:gd name="connsiteX11" fmla="*/ 282565 w 3608229"/>
                <a:gd name="connsiteY11" fmla="*/ 2405021 h 6945165"/>
                <a:gd name="connsiteX12" fmla="*/ 65587 w 3608229"/>
                <a:gd name="connsiteY12" fmla="*/ 2017564 h 6945165"/>
                <a:gd name="connsiteX13" fmla="*/ 825004 w 3608229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2467826 w 3608229"/>
                <a:gd name="connsiteY7" fmla="*/ 6512071 h 6945165"/>
                <a:gd name="connsiteX8" fmla="*/ 1785900 w 3608229"/>
                <a:gd name="connsiteY8" fmla="*/ 5210214 h 6945165"/>
                <a:gd name="connsiteX9" fmla="*/ 1475932 w 3608229"/>
                <a:gd name="connsiteY9" fmla="*/ 2420519 h 6945165"/>
                <a:gd name="connsiteX10" fmla="*/ 794009 w 3608229"/>
                <a:gd name="connsiteY10" fmla="*/ 2296533 h 6945165"/>
                <a:gd name="connsiteX11" fmla="*/ 282565 w 3608229"/>
                <a:gd name="connsiteY11" fmla="*/ 2405021 h 6945165"/>
                <a:gd name="connsiteX12" fmla="*/ 65587 w 3608229"/>
                <a:gd name="connsiteY12" fmla="*/ 2017564 h 6945165"/>
                <a:gd name="connsiteX13" fmla="*/ 825004 w 3608229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2467826 w 3608229"/>
                <a:gd name="connsiteY7" fmla="*/ 6512071 h 6945165"/>
                <a:gd name="connsiteX8" fmla="*/ 1785900 w 3608229"/>
                <a:gd name="connsiteY8" fmla="*/ 5210214 h 6945165"/>
                <a:gd name="connsiteX9" fmla="*/ 1475932 w 3608229"/>
                <a:gd name="connsiteY9" fmla="*/ 2420519 h 6945165"/>
                <a:gd name="connsiteX10" fmla="*/ 794009 w 3608229"/>
                <a:gd name="connsiteY10" fmla="*/ 2296533 h 6945165"/>
                <a:gd name="connsiteX11" fmla="*/ 282565 w 3608229"/>
                <a:gd name="connsiteY11" fmla="*/ 2405021 h 6945165"/>
                <a:gd name="connsiteX12" fmla="*/ 65587 w 3608229"/>
                <a:gd name="connsiteY12" fmla="*/ 2017564 h 6945165"/>
                <a:gd name="connsiteX13" fmla="*/ 825004 w 3608229"/>
                <a:gd name="connsiteY13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540617 w 3608229"/>
                <a:gd name="connsiteY7" fmla="*/ 60802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4009 w 3608229"/>
                <a:gd name="connsiteY11" fmla="*/ 2296533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1628 w 3608229"/>
                <a:gd name="connsiteY11" fmla="*/ 2270340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1628 w 3608229"/>
                <a:gd name="connsiteY11" fmla="*/ 2270340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1628 w 3608229"/>
                <a:gd name="connsiteY11" fmla="*/ 2270340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1628 w 3608229"/>
                <a:gd name="connsiteY11" fmla="*/ 2270340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  <a:gd name="connsiteX0" fmla="*/ 825004 w 3608229"/>
                <a:gd name="connsiteY0" fmla="*/ 1583611 h 6945165"/>
                <a:gd name="connsiteX1" fmla="*/ 2622808 w 3608229"/>
                <a:gd name="connsiteY1" fmla="*/ 173265 h 6945165"/>
                <a:gd name="connsiteX2" fmla="*/ 2312842 w 3608229"/>
                <a:gd name="connsiteY2" fmla="*/ 3536398 h 6945165"/>
                <a:gd name="connsiteX3" fmla="*/ 3552706 w 3608229"/>
                <a:gd name="connsiteY3" fmla="*/ 5411690 h 6945165"/>
                <a:gd name="connsiteX4" fmla="*/ 3299137 w 3608229"/>
                <a:gd name="connsiteY4" fmla="*/ 6580414 h 6945165"/>
                <a:gd name="connsiteX5" fmla="*/ 1212463 w 3608229"/>
                <a:gd name="connsiteY5" fmla="*/ 6558566 h 6945165"/>
                <a:gd name="connsiteX6" fmla="*/ 1909887 w 3608229"/>
                <a:gd name="connsiteY6" fmla="*/ 6045077 h 6945165"/>
                <a:gd name="connsiteX7" fmla="*/ 1477117 w 3608229"/>
                <a:gd name="connsiteY7" fmla="*/ 6067572 h 6945165"/>
                <a:gd name="connsiteX8" fmla="*/ 2467826 w 3608229"/>
                <a:gd name="connsiteY8" fmla="*/ 6512071 h 6945165"/>
                <a:gd name="connsiteX9" fmla="*/ 1785900 w 3608229"/>
                <a:gd name="connsiteY9" fmla="*/ 5210214 h 6945165"/>
                <a:gd name="connsiteX10" fmla="*/ 1475932 w 3608229"/>
                <a:gd name="connsiteY10" fmla="*/ 2420519 h 6945165"/>
                <a:gd name="connsiteX11" fmla="*/ 791628 w 3608229"/>
                <a:gd name="connsiteY11" fmla="*/ 2270340 h 6945165"/>
                <a:gd name="connsiteX12" fmla="*/ 282565 w 3608229"/>
                <a:gd name="connsiteY12" fmla="*/ 2405021 h 6945165"/>
                <a:gd name="connsiteX13" fmla="*/ 65587 w 3608229"/>
                <a:gd name="connsiteY13" fmla="*/ 2017564 h 6945165"/>
                <a:gd name="connsiteX14" fmla="*/ 825004 w 3608229"/>
                <a:gd name="connsiteY14" fmla="*/ 1583611 h 6945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608229" h="6945165">
                  <a:moveTo>
                    <a:pt x="825004" y="1583611"/>
                  </a:moveTo>
                  <a:cubicBezTo>
                    <a:pt x="742347" y="710540"/>
                    <a:pt x="1264123" y="-441501"/>
                    <a:pt x="2622808" y="173265"/>
                  </a:cubicBezTo>
                  <a:cubicBezTo>
                    <a:pt x="4255296" y="1526783"/>
                    <a:pt x="2416164" y="2415354"/>
                    <a:pt x="2312842" y="3536398"/>
                  </a:cubicBezTo>
                  <a:cubicBezTo>
                    <a:pt x="2328340" y="4063340"/>
                    <a:pt x="3281486" y="4706517"/>
                    <a:pt x="3552706" y="5411690"/>
                  </a:cubicBezTo>
                  <a:cubicBezTo>
                    <a:pt x="3746650" y="6074673"/>
                    <a:pt x="3376305" y="6520896"/>
                    <a:pt x="3299137" y="6580414"/>
                  </a:cubicBezTo>
                  <a:cubicBezTo>
                    <a:pt x="3254687" y="6642730"/>
                    <a:pt x="2261182" y="7382559"/>
                    <a:pt x="1212463" y="6558566"/>
                  </a:cubicBezTo>
                  <a:cubicBezTo>
                    <a:pt x="742563" y="5853823"/>
                    <a:pt x="1775138" y="5297177"/>
                    <a:pt x="1909887" y="6045077"/>
                  </a:cubicBezTo>
                  <a:cubicBezTo>
                    <a:pt x="1601571" y="5948428"/>
                    <a:pt x="1549227" y="6002440"/>
                    <a:pt x="1477117" y="6067572"/>
                  </a:cubicBezTo>
                  <a:cubicBezTo>
                    <a:pt x="1322457" y="6437504"/>
                    <a:pt x="2000437" y="6722697"/>
                    <a:pt x="2467826" y="6512071"/>
                  </a:cubicBezTo>
                  <a:cubicBezTo>
                    <a:pt x="2610647" y="6414561"/>
                    <a:pt x="3237144" y="5863080"/>
                    <a:pt x="1785900" y="5210214"/>
                  </a:cubicBezTo>
                  <a:cubicBezTo>
                    <a:pt x="148245" y="4802091"/>
                    <a:pt x="-466522" y="3123110"/>
                    <a:pt x="1475932" y="2420519"/>
                  </a:cubicBezTo>
                  <a:cubicBezTo>
                    <a:pt x="1096224" y="2384356"/>
                    <a:pt x="1011954" y="2253995"/>
                    <a:pt x="791628" y="2270340"/>
                  </a:cubicBezTo>
                  <a:cubicBezTo>
                    <a:pt x="602299" y="2275788"/>
                    <a:pt x="352469" y="2685402"/>
                    <a:pt x="282565" y="2405021"/>
                  </a:cubicBezTo>
                  <a:cubicBezTo>
                    <a:pt x="181826" y="2386940"/>
                    <a:pt x="-135891" y="2250037"/>
                    <a:pt x="65587" y="2017564"/>
                  </a:cubicBezTo>
                  <a:cubicBezTo>
                    <a:pt x="349723" y="1950404"/>
                    <a:pt x="680353" y="1991734"/>
                    <a:pt x="825004" y="1583611"/>
                  </a:cubicBezTo>
                  <a:close/>
                </a:path>
              </a:pathLst>
            </a:custGeom>
            <a:solidFill>
              <a:srgbClr val="FFFF3F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6821068-D677-EFB9-4A14-AB99E24316D0}"/>
                </a:ext>
              </a:extLst>
            </p:cNvPr>
            <p:cNvSpPr/>
            <p:nvPr/>
          </p:nvSpPr>
          <p:spPr>
            <a:xfrm>
              <a:off x="3684847" y="3226827"/>
              <a:ext cx="2644337" cy="4009893"/>
            </a:xfrm>
            <a:custGeom>
              <a:avLst/>
              <a:gdLst>
                <a:gd name="connsiteX0" fmla="*/ 1952221 w 2644337"/>
                <a:gd name="connsiteY0" fmla="*/ 155 h 3965597"/>
                <a:gd name="connsiteX1" fmla="*/ 1284564 w 2644337"/>
                <a:gd name="connsiteY1" fmla="*/ 1451583 h 3965597"/>
                <a:gd name="connsiteX2" fmla="*/ 2518277 w 2644337"/>
                <a:gd name="connsiteY2" fmla="*/ 2903011 h 3965597"/>
                <a:gd name="connsiteX3" fmla="*/ 2397552 w 2644337"/>
                <a:gd name="connsiteY3" fmla="*/ 3931018 h 3965597"/>
                <a:gd name="connsiteX4" fmla="*/ 2322322 w 2644337"/>
                <a:gd name="connsiteY4" fmla="*/ 3965597 h 3965597"/>
                <a:gd name="connsiteX5" fmla="*/ 2359230 w 2644337"/>
                <a:gd name="connsiteY5" fmla="*/ 3921003 h 3965597"/>
                <a:gd name="connsiteX6" fmla="*/ 1519521 w 2644337"/>
                <a:gd name="connsiteY6" fmla="*/ 2771889 h 3965597"/>
                <a:gd name="connsiteX7" fmla="*/ 1034893 w 2644337"/>
                <a:gd name="connsiteY7" fmla="*/ 50854 h 3965597"/>
                <a:gd name="connsiteX8" fmla="*/ 1074685 w 2644337"/>
                <a:gd name="connsiteY8" fmla="*/ 35212 h 3965597"/>
                <a:gd name="connsiteX9" fmla="*/ 1104496 w 2644337"/>
                <a:gd name="connsiteY9" fmla="*/ 38255 h 3965597"/>
                <a:gd name="connsiteX10" fmla="*/ 1952221 w 2644337"/>
                <a:gd name="connsiteY10" fmla="*/ 155 h 3965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44337" h="3965597">
                  <a:moveTo>
                    <a:pt x="1952221" y="155"/>
                  </a:moveTo>
                  <a:cubicBezTo>
                    <a:pt x="1498650" y="239640"/>
                    <a:pt x="1199897" y="1057279"/>
                    <a:pt x="1284564" y="1451583"/>
                  </a:cubicBezTo>
                  <a:cubicBezTo>
                    <a:pt x="1340202" y="2073279"/>
                    <a:pt x="2394906" y="2474840"/>
                    <a:pt x="2518277" y="2903011"/>
                  </a:cubicBezTo>
                  <a:cubicBezTo>
                    <a:pt x="2618516" y="3074008"/>
                    <a:pt x="2793015" y="3696942"/>
                    <a:pt x="2397552" y="3931018"/>
                  </a:cubicBezTo>
                  <a:lnTo>
                    <a:pt x="2322322" y="3965597"/>
                  </a:lnTo>
                  <a:lnTo>
                    <a:pt x="2359230" y="3921003"/>
                  </a:lnTo>
                  <a:cubicBezTo>
                    <a:pt x="2527658" y="3694159"/>
                    <a:pt x="2607954" y="3261539"/>
                    <a:pt x="1519521" y="2771889"/>
                  </a:cubicBezTo>
                  <a:cubicBezTo>
                    <a:pt x="-66957" y="2376520"/>
                    <a:pt x="-693479" y="788480"/>
                    <a:pt x="1034893" y="50854"/>
                  </a:cubicBezTo>
                  <a:lnTo>
                    <a:pt x="1074685" y="35212"/>
                  </a:lnTo>
                  <a:lnTo>
                    <a:pt x="1104496" y="38255"/>
                  </a:lnTo>
                  <a:cubicBezTo>
                    <a:pt x="1427893" y="58212"/>
                    <a:pt x="1649235" y="-3473"/>
                    <a:pt x="1952221" y="155"/>
                  </a:cubicBezTo>
                  <a:close/>
                </a:path>
              </a:pathLst>
            </a:custGeom>
            <a:solidFill>
              <a:srgbClr val="92D050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9A4EB8A-E8A4-9646-2DB7-9CEEA6D906F2}"/>
                </a:ext>
              </a:extLst>
            </p:cNvPr>
            <p:cNvSpPr/>
            <p:nvPr/>
          </p:nvSpPr>
          <p:spPr>
            <a:xfrm>
              <a:off x="4827814" y="2656114"/>
              <a:ext cx="1413329" cy="618651"/>
            </a:xfrm>
            <a:custGeom>
              <a:avLst/>
              <a:gdLst>
                <a:gd name="connsiteX0" fmla="*/ 0 w 1451429"/>
                <a:gd name="connsiteY0" fmla="*/ 624115 h 624115"/>
                <a:gd name="connsiteX1" fmla="*/ 1451429 w 1451429"/>
                <a:gd name="connsiteY1" fmla="*/ 0 h 624115"/>
                <a:gd name="connsiteX2" fmla="*/ 1451429 w 1451429"/>
                <a:gd name="connsiteY2" fmla="*/ 0 h 624115"/>
                <a:gd name="connsiteX0" fmla="*/ 0 w 1451429"/>
                <a:gd name="connsiteY0" fmla="*/ 624115 h 624115"/>
                <a:gd name="connsiteX1" fmla="*/ 1451429 w 1451429"/>
                <a:gd name="connsiteY1" fmla="*/ 0 h 624115"/>
                <a:gd name="connsiteX2" fmla="*/ 1451429 w 1451429"/>
                <a:gd name="connsiteY2" fmla="*/ 0 h 624115"/>
                <a:gd name="connsiteX0" fmla="*/ 0 w 1451429"/>
                <a:gd name="connsiteY0" fmla="*/ 624115 h 624115"/>
                <a:gd name="connsiteX1" fmla="*/ 1451429 w 1451429"/>
                <a:gd name="connsiteY1" fmla="*/ 0 h 624115"/>
                <a:gd name="connsiteX2" fmla="*/ 1451429 w 1451429"/>
                <a:gd name="connsiteY2" fmla="*/ 0 h 624115"/>
                <a:gd name="connsiteX0" fmla="*/ 0 w 1426029"/>
                <a:gd name="connsiteY0" fmla="*/ 598715 h 598715"/>
                <a:gd name="connsiteX1" fmla="*/ 1426029 w 1426029"/>
                <a:gd name="connsiteY1" fmla="*/ 0 h 598715"/>
                <a:gd name="connsiteX2" fmla="*/ 1426029 w 1426029"/>
                <a:gd name="connsiteY2" fmla="*/ 0 h 598715"/>
                <a:gd name="connsiteX0" fmla="*/ 0 w 1426029"/>
                <a:gd name="connsiteY0" fmla="*/ 598715 h 598715"/>
                <a:gd name="connsiteX1" fmla="*/ 1426029 w 1426029"/>
                <a:gd name="connsiteY1" fmla="*/ 0 h 598715"/>
                <a:gd name="connsiteX2" fmla="*/ 1426029 w 1426029"/>
                <a:gd name="connsiteY2" fmla="*/ 0 h 598715"/>
                <a:gd name="connsiteX0" fmla="*/ 0 w 1426029"/>
                <a:gd name="connsiteY0" fmla="*/ 598715 h 598715"/>
                <a:gd name="connsiteX1" fmla="*/ 1426029 w 1426029"/>
                <a:gd name="connsiteY1" fmla="*/ 0 h 598715"/>
                <a:gd name="connsiteX2" fmla="*/ 1426029 w 1426029"/>
                <a:gd name="connsiteY2" fmla="*/ 0 h 598715"/>
                <a:gd name="connsiteX0" fmla="*/ 0 w 1426029"/>
                <a:gd name="connsiteY0" fmla="*/ 598715 h 598715"/>
                <a:gd name="connsiteX1" fmla="*/ 1426029 w 1426029"/>
                <a:gd name="connsiteY1" fmla="*/ 0 h 598715"/>
                <a:gd name="connsiteX2" fmla="*/ 1426029 w 1426029"/>
                <a:gd name="connsiteY2" fmla="*/ 0 h 598715"/>
                <a:gd name="connsiteX0" fmla="*/ 0 w 1413329"/>
                <a:gd name="connsiteY0" fmla="*/ 573315 h 573315"/>
                <a:gd name="connsiteX1" fmla="*/ 1413329 w 1413329"/>
                <a:gd name="connsiteY1" fmla="*/ 0 h 573315"/>
                <a:gd name="connsiteX2" fmla="*/ 1413329 w 1413329"/>
                <a:gd name="connsiteY2" fmla="*/ 0 h 573315"/>
                <a:gd name="connsiteX0" fmla="*/ 0 w 1413329"/>
                <a:gd name="connsiteY0" fmla="*/ 573315 h 602141"/>
                <a:gd name="connsiteX1" fmla="*/ 1413329 w 1413329"/>
                <a:gd name="connsiteY1" fmla="*/ 0 h 602141"/>
                <a:gd name="connsiteX2" fmla="*/ 1413329 w 1413329"/>
                <a:gd name="connsiteY2" fmla="*/ 0 h 602141"/>
                <a:gd name="connsiteX0" fmla="*/ 0 w 1413329"/>
                <a:gd name="connsiteY0" fmla="*/ 598715 h 624223"/>
                <a:gd name="connsiteX1" fmla="*/ 1413329 w 1413329"/>
                <a:gd name="connsiteY1" fmla="*/ 0 h 624223"/>
                <a:gd name="connsiteX2" fmla="*/ 1413329 w 1413329"/>
                <a:gd name="connsiteY2" fmla="*/ 0 h 624223"/>
                <a:gd name="connsiteX0" fmla="*/ 0 w 1413329"/>
                <a:gd name="connsiteY0" fmla="*/ 566965 h 596710"/>
                <a:gd name="connsiteX1" fmla="*/ 1413329 w 1413329"/>
                <a:gd name="connsiteY1" fmla="*/ 0 h 596710"/>
                <a:gd name="connsiteX2" fmla="*/ 1413329 w 1413329"/>
                <a:gd name="connsiteY2" fmla="*/ 0 h 596710"/>
                <a:gd name="connsiteX0" fmla="*/ 0 w 1413329"/>
                <a:gd name="connsiteY0" fmla="*/ 592365 h 618651"/>
                <a:gd name="connsiteX1" fmla="*/ 1413329 w 1413329"/>
                <a:gd name="connsiteY1" fmla="*/ 0 h 618651"/>
                <a:gd name="connsiteX2" fmla="*/ 1413329 w 1413329"/>
                <a:gd name="connsiteY2" fmla="*/ 0 h 61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3329" h="618651">
                  <a:moveTo>
                    <a:pt x="0" y="592365"/>
                  </a:moveTo>
                  <a:cubicBezTo>
                    <a:pt x="648910" y="663727"/>
                    <a:pt x="1050169" y="627138"/>
                    <a:pt x="1413329" y="0"/>
                  </a:cubicBezTo>
                  <a:lnTo>
                    <a:pt x="1413329" y="0"/>
                  </a:lnTo>
                </a:path>
              </a:pathLst>
            </a:custGeom>
            <a:solidFill>
              <a:srgbClr val="FFFF3F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658C788-1328-0952-72E1-07A8E57D8A61}"/>
                </a:ext>
              </a:extLst>
            </p:cNvPr>
            <p:cNvSpPr/>
            <p:nvPr/>
          </p:nvSpPr>
          <p:spPr>
            <a:xfrm>
              <a:off x="3644540" y="3061493"/>
              <a:ext cx="159544" cy="145257"/>
            </a:xfrm>
            <a:custGeom>
              <a:avLst/>
              <a:gdLst>
                <a:gd name="connsiteX0" fmla="*/ 0 w 123825"/>
                <a:gd name="connsiteY0" fmla="*/ 133350 h 133350"/>
                <a:gd name="connsiteX1" fmla="*/ 123825 w 123825"/>
                <a:gd name="connsiteY1" fmla="*/ 0 h 133350"/>
                <a:gd name="connsiteX2" fmla="*/ 123825 w 123825"/>
                <a:gd name="connsiteY2" fmla="*/ 0 h 133350"/>
                <a:gd name="connsiteX0" fmla="*/ 0 w 159544"/>
                <a:gd name="connsiteY0" fmla="*/ 145257 h 145257"/>
                <a:gd name="connsiteX1" fmla="*/ 159544 w 159544"/>
                <a:gd name="connsiteY1" fmla="*/ 0 h 145257"/>
                <a:gd name="connsiteX2" fmla="*/ 159544 w 159544"/>
                <a:gd name="connsiteY2" fmla="*/ 0 h 145257"/>
                <a:gd name="connsiteX0" fmla="*/ 0 w 159544"/>
                <a:gd name="connsiteY0" fmla="*/ 145257 h 145257"/>
                <a:gd name="connsiteX1" fmla="*/ 159544 w 159544"/>
                <a:gd name="connsiteY1" fmla="*/ 0 h 145257"/>
                <a:gd name="connsiteX2" fmla="*/ 159544 w 159544"/>
                <a:gd name="connsiteY2" fmla="*/ 0 h 145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9544" h="145257">
                  <a:moveTo>
                    <a:pt x="0" y="145257"/>
                  </a:moveTo>
                  <a:cubicBezTo>
                    <a:pt x="146050" y="139701"/>
                    <a:pt x="106363" y="48419"/>
                    <a:pt x="159544" y="0"/>
                  </a:cubicBezTo>
                  <a:lnTo>
                    <a:pt x="159544" y="0"/>
                  </a:lnTo>
                </a:path>
              </a:pathLst>
            </a:cu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9C398253-CDD6-A3CF-4E4A-73E7AF1A8D5B}"/>
                </a:ext>
              </a:extLst>
            </p:cNvPr>
            <p:cNvSpPr/>
            <p:nvPr/>
          </p:nvSpPr>
          <p:spPr>
            <a:xfrm rot="20109352">
              <a:off x="3701608" y="3035955"/>
              <a:ext cx="152301" cy="152301"/>
            </a:xfrm>
            <a:prstGeom prst="arc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112B554-E4E7-B0A9-1A65-44FC676C94F4}"/>
                </a:ext>
              </a:extLst>
            </p:cNvPr>
            <p:cNvSpPr/>
            <p:nvPr/>
          </p:nvSpPr>
          <p:spPr>
            <a:xfrm>
              <a:off x="4664149" y="1468978"/>
              <a:ext cx="579120" cy="781139"/>
            </a:xfrm>
            <a:prstGeom prst="roundRect">
              <a:avLst>
                <a:gd name="adj" fmla="val 44434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14A79DE-F182-8206-BFB1-133EAD1550E6}"/>
                </a:ext>
              </a:extLst>
            </p:cNvPr>
            <p:cNvSpPr/>
            <p:nvPr/>
          </p:nvSpPr>
          <p:spPr>
            <a:xfrm>
              <a:off x="4696414" y="1613824"/>
              <a:ext cx="363957" cy="573046"/>
            </a:xfrm>
            <a:prstGeom prst="roundRect">
              <a:avLst>
                <a:gd name="adj" fmla="val 44434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F56C238-6A1F-AB87-FF25-7F594CECF25E}"/>
                </a:ext>
              </a:extLst>
            </p:cNvPr>
            <p:cNvSpPr/>
            <p:nvPr/>
          </p:nvSpPr>
          <p:spPr>
            <a:xfrm>
              <a:off x="4696414" y="1685476"/>
              <a:ext cx="312769" cy="492451"/>
            </a:xfrm>
            <a:prstGeom prst="roundRect">
              <a:avLst>
                <a:gd name="adj" fmla="val 44434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43ACB1E-5B39-0C0A-C634-E5650DE614E9}"/>
                </a:ext>
              </a:extLst>
            </p:cNvPr>
            <p:cNvSpPr/>
            <p:nvPr/>
          </p:nvSpPr>
          <p:spPr>
            <a:xfrm>
              <a:off x="4723236" y="1890388"/>
              <a:ext cx="154568" cy="243366"/>
            </a:xfrm>
            <a:prstGeom prst="roundRect">
              <a:avLst>
                <a:gd name="adj" fmla="val 44434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313AF1E-511A-166B-BA89-92773C90BAD4}"/>
                </a:ext>
              </a:extLst>
            </p:cNvPr>
            <p:cNvSpPr/>
            <p:nvPr/>
          </p:nvSpPr>
          <p:spPr>
            <a:xfrm>
              <a:off x="4705542" y="2082190"/>
              <a:ext cx="638751" cy="208993"/>
            </a:xfrm>
            <a:custGeom>
              <a:avLst/>
              <a:gdLst>
                <a:gd name="connsiteX0" fmla="*/ 0 w 844550"/>
                <a:gd name="connsiteY0" fmla="*/ 0 h 367463"/>
                <a:gd name="connsiteX1" fmla="*/ 844550 w 844550"/>
                <a:gd name="connsiteY1" fmla="*/ 0 h 367463"/>
                <a:gd name="connsiteX2" fmla="*/ 844550 w 844550"/>
                <a:gd name="connsiteY2" fmla="*/ 367463 h 367463"/>
                <a:gd name="connsiteX3" fmla="*/ 0 w 844550"/>
                <a:gd name="connsiteY3" fmla="*/ 367463 h 367463"/>
                <a:gd name="connsiteX4" fmla="*/ 0 w 844550"/>
                <a:gd name="connsiteY4" fmla="*/ 0 h 367463"/>
                <a:gd name="connsiteX0" fmla="*/ 50800 w 844550"/>
                <a:gd name="connsiteY0" fmla="*/ 12700 h 367463"/>
                <a:gd name="connsiteX1" fmla="*/ 844550 w 844550"/>
                <a:gd name="connsiteY1" fmla="*/ 0 h 367463"/>
                <a:gd name="connsiteX2" fmla="*/ 844550 w 844550"/>
                <a:gd name="connsiteY2" fmla="*/ 367463 h 367463"/>
                <a:gd name="connsiteX3" fmla="*/ 0 w 844550"/>
                <a:gd name="connsiteY3" fmla="*/ 367463 h 367463"/>
                <a:gd name="connsiteX4" fmla="*/ 50800 w 844550"/>
                <a:gd name="connsiteY4" fmla="*/ 12700 h 367463"/>
                <a:gd name="connsiteX0" fmla="*/ 50800 w 844550"/>
                <a:gd name="connsiteY0" fmla="*/ 27087 h 381850"/>
                <a:gd name="connsiteX1" fmla="*/ 844550 w 844550"/>
                <a:gd name="connsiteY1" fmla="*/ 14387 h 381850"/>
                <a:gd name="connsiteX2" fmla="*/ 844550 w 844550"/>
                <a:gd name="connsiteY2" fmla="*/ 381850 h 381850"/>
                <a:gd name="connsiteX3" fmla="*/ 0 w 844550"/>
                <a:gd name="connsiteY3" fmla="*/ 381850 h 381850"/>
                <a:gd name="connsiteX4" fmla="*/ 50800 w 844550"/>
                <a:gd name="connsiteY4" fmla="*/ 27087 h 381850"/>
                <a:gd name="connsiteX0" fmla="*/ 50800 w 844550"/>
                <a:gd name="connsiteY0" fmla="*/ 27087 h 381850"/>
                <a:gd name="connsiteX1" fmla="*/ 762000 w 844550"/>
                <a:gd name="connsiteY1" fmla="*/ 14387 h 381850"/>
                <a:gd name="connsiteX2" fmla="*/ 844550 w 844550"/>
                <a:gd name="connsiteY2" fmla="*/ 381850 h 381850"/>
                <a:gd name="connsiteX3" fmla="*/ 0 w 844550"/>
                <a:gd name="connsiteY3" fmla="*/ 381850 h 381850"/>
                <a:gd name="connsiteX4" fmla="*/ 50800 w 844550"/>
                <a:gd name="connsiteY4" fmla="*/ 27087 h 381850"/>
                <a:gd name="connsiteX0" fmla="*/ 50800 w 844550"/>
                <a:gd name="connsiteY0" fmla="*/ 37311 h 392074"/>
                <a:gd name="connsiteX1" fmla="*/ 762000 w 844550"/>
                <a:gd name="connsiteY1" fmla="*/ 24611 h 392074"/>
                <a:gd name="connsiteX2" fmla="*/ 844550 w 844550"/>
                <a:gd name="connsiteY2" fmla="*/ 392074 h 392074"/>
                <a:gd name="connsiteX3" fmla="*/ 0 w 844550"/>
                <a:gd name="connsiteY3" fmla="*/ 392074 h 392074"/>
                <a:gd name="connsiteX4" fmla="*/ 50800 w 844550"/>
                <a:gd name="connsiteY4" fmla="*/ 37311 h 392074"/>
                <a:gd name="connsiteX0" fmla="*/ 0 w 793750"/>
                <a:gd name="connsiteY0" fmla="*/ 37311 h 392074"/>
                <a:gd name="connsiteX1" fmla="*/ 711200 w 793750"/>
                <a:gd name="connsiteY1" fmla="*/ 24611 h 392074"/>
                <a:gd name="connsiteX2" fmla="*/ 793750 w 793750"/>
                <a:gd name="connsiteY2" fmla="*/ 392074 h 392074"/>
                <a:gd name="connsiteX3" fmla="*/ 0 w 793750"/>
                <a:gd name="connsiteY3" fmla="*/ 37311 h 392074"/>
                <a:gd name="connsiteX0" fmla="*/ 0 w 711200"/>
                <a:gd name="connsiteY0" fmla="*/ 37311 h 506374"/>
                <a:gd name="connsiteX1" fmla="*/ 711200 w 711200"/>
                <a:gd name="connsiteY1" fmla="*/ 24611 h 506374"/>
                <a:gd name="connsiteX2" fmla="*/ 412750 w 711200"/>
                <a:gd name="connsiteY2" fmla="*/ 506374 h 506374"/>
                <a:gd name="connsiteX3" fmla="*/ 0 w 711200"/>
                <a:gd name="connsiteY3" fmla="*/ 37311 h 506374"/>
                <a:gd name="connsiteX0" fmla="*/ 0 w 711200"/>
                <a:gd name="connsiteY0" fmla="*/ 37311 h 506374"/>
                <a:gd name="connsiteX1" fmla="*/ 711200 w 711200"/>
                <a:gd name="connsiteY1" fmla="*/ 24611 h 506374"/>
                <a:gd name="connsiteX2" fmla="*/ 412750 w 711200"/>
                <a:gd name="connsiteY2" fmla="*/ 506374 h 506374"/>
                <a:gd name="connsiteX3" fmla="*/ 0 w 711200"/>
                <a:gd name="connsiteY3" fmla="*/ 37311 h 506374"/>
                <a:gd name="connsiteX0" fmla="*/ 0 w 711200"/>
                <a:gd name="connsiteY0" fmla="*/ 37311 h 506374"/>
                <a:gd name="connsiteX1" fmla="*/ 711200 w 711200"/>
                <a:gd name="connsiteY1" fmla="*/ 24611 h 506374"/>
                <a:gd name="connsiteX2" fmla="*/ 412750 w 711200"/>
                <a:gd name="connsiteY2" fmla="*/ 506374 h 506374"/>
                <a:gd name="connsiteX3" fmla="*/ 0 w 711200"/>
                <a:gd name="connsiteY3" fmla="*/ 37311 h 506374"/>
                <a:gd name="connsiteX0" fmla="*/ 0 w 711200"/>
                <a:gd name="connsiteY0" fmla="*/ 37311 h 506374"/>
                <a:gd name="connsiteX1" fmla="*/ 711200 w 711200"/>
                <a:gd name="connsiteY1" fmla="*/ 24611 h 506374"/>
                <a:gd name="connsiteX2" fmla="*/ 412750 w 711200"/>
                <a:gd name="connsiteY2" fmla="*/ 506374 h 506374"/>
                <a:gd name="connsiteX3" fmla="*/ 0 w 711200"/>
                <a:gd name="connsiteY3" fmla="*/ 37311 h 506374"/>
                <a:gd name="connsiteX0" fmla="*/ 412750 w 711200"/>
                <a:gd name="connsiteY0" fmla="*/ 506374 h 597814"/>
                <a:gd name="connsiteX1" fmla="*/ 0 w 711200"/>
                <a:gd name="connsiteY1" fmla="*/ 37311 h 597814"/>
                <a:gd name="connsiteX2" fmla="*/ 711200 w 711200"/>
                <a:gd name="connsiteY2" fmla="*/ 24611 h 597814"/>
                <a:gd name="connsiteX3" fmla="*/ 504190 w 711200"/>
                <a:gd name="connsiteY3" fmla="*/ 597814 h 597814"/>
                <a:gd name="connsiteX0" fmla="*/ 412750 w 711200"/>
                <a:gd name="connsiteY0" fmla="*/ 506374 h 506374"/>
                <a:gd name="connsiteX1" fmla="*/ 0 w 711200"/>
                <a:gd name="connsiteY1" fmla="*/ 37311 h 506374"/>
                <a:gd name="connsiteX2" fmla="*/ 711200 w 711200"/>
                <a:gd name="connsiteY2" fmla="*/ 24611 h 506374"/>
                <a:gd name="connsiteX0" fmla="*/ 0 w 711200"/>
                <a:gd name="connsiteY0" fmla="*/ 37311 h 37311"/>
                <a:gd name="connsiteX1" fmla="*/ 711200 w 711200"/>
                <a:gd name="connsiteY1" fmla="*/ 24611 h 37311"/>
                <a:gd name="connsiteX0" fmla="*/ 0 w 711200"/>
                <a:gd name="connsiteY0" fmla="*/ 12700 h 179494"/>
                <a:gd name="connsiteX1" fmla="*/ 711200 w 711200"/>
                <a:gd name="connsiteY1" fmla="*/ 0 h 179494"/>
                <a:gd name="connsiteX0" fmla="*/ 0 w 711200"/>
                <a:gd name="connsiteY0" fmla="*/ 79958 h 79958"/>
                <a:gd name="connsiteX1" fmla="*/ 711200 w 711200"/>
                <a:gd name="connsiteY1" fmla="*/ 67258 h 79958"/>
                <a:gd name="connsiteX0" fmla="*/ 0 w 711200"/>
                <a:gd name="connsiteY0" fmla="*/ 75008 h 75008"/>
                <a:gd name="connsiteX1" fmla="*/ 711200 w 711200"/>
                <a:gd name="connsiteY1" fmla="*/ 62308 h 75008"/>
                <a:gd name="connsiteX0" fmla="*/ 0 w 679450"/>
                <a:gd name="connsiteY0" fmla="*/ 99902 h 99902"/>
                <a:gd name="connsiteX1" fmla="*/ 679450 w 679450"/>
                <a:gd name="connsiteY1" fmla="*/ 53780 h 99902"/>
                <a:gd name="connsiteX0" fmla="*/ 0 w 679450"/>
                <a:gd name="connsiteY0" fmla="*/ 78860 h 78860"/>
                <a:gd name="connsiteX1" fmla="*/ 679450 w 679450"/>
                <a:gd name="connsiteY1" fmla="*/ 32738 h 78860"/>
                <a:gd name="connsiteX0" fmla="*/ 0 w 546100"/>
                <a:gd name="connsiteY0" fmla="*/ 65945 h 65945"/>
                <a:gd name="connsiteX1" fmla="*/ 546100 w 546100"/>
                <a:gd name="connsiteY1" fmla="*/ 36534 h 65945"/>
                <a:gd name="connsiteX0" fmla="*/ 0 w 514350"/>
                <a:gd name="connsiteY0" fmla="*/ 65945 h 65945"/>
                <a:gd name="connsiteX1" fmla="*/ 514350 w 514350"/>
                <a:gd name="connsiteY1" fmla="*/ 36534 h 65945"/>
                <a:gd name="connsiteX0" fmla="*/ 0 w 514350"/>
                <a:gd name="connsiteY0" fmla="*/ 71018 h 71018"/>
                <a:gd name="connsiteX1" fmla="*/ 514350 w 514350"/>
                <a:gd name="connsiteY1" fmla="*/ 41607 h 71018"/>
                <a:gd name="connsiteX0" fmla="*/ 0 w 514350"/>
                <a:gd name="connsiteY0" fmla="*/ 63013 h 63013"/>
                <a:gd name="connsiteX1" fmla="*/ 514350 w 514350"/>
                <a:gd name="connsiteY1" fmla="*/ 45539 h 63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4350" h="63013">
                  <a:moveTo>
                    <a:pt x="0" y="63013"/>
                  </a:moveTo>
                  <a:cubicBezTo>
                    <a:pt x="4233" y="5593"/>
                    <a:pt x="421217" y="-35832"/>
                    <a:pt x="514350" y="45539"/>
                  </a:cubicBezTo>
                </a:path>
              </a:pathLst>
            </a:custGeom>
            <a:solidFill>
              <a:srgbClr val="FFFF3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67060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-200512" y="-291099"/>
            <a:ext cx="3307250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Turtle</a:t>
            </a:r>
            <a:endParaRPr kumimoji="0" lang="en-US" sz="107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C0D2814-25DE-8789-DB77-85F37823F7BA}"/>
              </a:ext>
            </a:extLst>
          </p:cNvPr>
          <p:cNvGrpSpPr/>
          <p:nvPr/>
        </p:nvGrpSpPr>
        <p:grpSpPr>
          <a:xfrm>
            <a:off x="5061821" y="-32946"/>
            <a:ext cx="6086853" cy="5841539"/>
            <a:chOff x="534144" y="1452302"/>
            <a:chExt cx="6086853" cy="5841539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C5637BB-4D0B-EDCD-69AD-F68844DDC822}"/>
                </a:ext>
              </a:extLst>
            </p:cNvPr>
            <p:cNvSpPr/>
            <p:nvPr/>
          </p:nvSpPr>
          <p:spPr>
            <a:xfrm>
              <a:off x="2076416" y="4217862"/>
              <a:ext cx="2998218" cy="2759404"/>
            </a:xfrm>
            <a:prstGeom prst="ellipse">
              <a:avLst/>
            </a:prstGeom>
            <a:solidFill>
              <a:srgbClr val="570709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B763E75-A7E6-E08B-2ABF-4AC4E289254E}"/>
                </a:ext>
              </a:extLst>
            </p:cNvPr>
            <p:cNvSpPr/>
            <p:nvPr/>
          </p:nvSpPr>
          <p:spPr>
            <a:xfrm>
              <a:off x="3262347" y="6390742"/>
              <a:ext cx="643392" cy="786036"/>
            </a:xfrm>
            <a:prstGeom prst="ellipse">
              <a:avLst/>
            </a:prstGeom>
            <a:solidFill>
              <a:srgbClr val="A7EF1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76408DC-EFB5-0C3F-7C6A-8D3E9C5FE8ED}"/>
                </a:ext>
              </a:extLst>
            </p:cNvPr>
            <p:cNvSpPr/>
            <p:nvPr/>
          </p:nvSpPr>
          <p:spPr>
            <a:xfrm>
              <a:off x="2266950" y="4423229"/>
              <a:ext cx="2582691" cy="2441121"/>
            </a:xfrm>
            <a:prstGeom prst="ellipse">
              <a:avLst/>
            </a:prstGeom>
            <a:solidFill>
              <a:srgbClr val="76140B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41">
              <a:extLst>
                <a:ext uri="{FF2B5EF4-FFF2-40B4-BE49-F238E27FC236}">
                  <a16:creationId xmlns:a16="http://schemas.microsoft.com/office/drawing/2014/main" id="{95EEF5BF-5EDE-82F1-CFFF-938D067B1761}"/>
                </a:ext>
              </a:extLst>
            </p:cNvPr>
            <p:cNvSpPr/>
            <p:nvPr/>
          </p:nvSpPr>
          <p:spPr>
            <a:xfrm>
              <a:off x="2532083" y="4509680"/>
              <a:ext cx="2054871" cy="1303376"/>
            </a:xfrm>
            <a:custGeom>
              <a:avLst/>
              <a:gdLst>
                <a:gd name="connsiteX0" fmla="*/ 0 w 1962864"/>
                <a:gd name="connsiteY0" fmla="*/ 584434 h 1168868"/>
                <a:gd name="connsiteX1" fmla="*/ 981432 w 1962864"/>
                <a:gd name="connsiteY1" fmla="*/ 0 h 1168868"/>
                <a:gd name="connsiteX2" fmla="*/ 1962864 w 1962864"/>
                <a:gd name="connsiteY2" fmla="*/ 584434 h 1168868"/>
                <a:gd name="connsiteX3" fmla="*/ 981432 w 1962864"/>
                <a:gd name="connsiteY3" fmla="*/ 1168868 h 1168868"/>
                <a:gd name="connsiteX4" fmla="*/ 0 w 1962864"/>
                <a:gd name="connsiteY4" fmla="*/ 584434 h 1168868"/>
                <a:gd name="connsiteX0" fmla="*/ 0 w 1991439"/>
                <a:gd name="connsiteY0" fmla="*/ 914344 h 1203453"/>
                <a:gd name="connsiteX1" fmla="*/ 1010007 w 1991439"/>
                <a:gd name="connsiteY1" fmla="*/ 6060 h 1203453"/>
                <a:gd name="connsiteX2" fmla="*/ 1991439 w 1991439"/>
                <a:gd name="connsiteY2" fmla="*/ 590494 h 1203453"/>
                <a:gd name="connsiteX3" fmla="*/ 1010007 w 1991439"/>
                <a:gd name="connsiteY3" fmla="*/ 1174928 h 1203453"/>
                <a:gd name="connsiteX4" fmla="*/ 0 w 1991439"/>
                <a:gd name="connsiteY4" fmla="*/ 914344 h 1203453"/>
                <a:gd name="connsiteX0" fmla="*/ 841 w 1992280"/>
                <a:gd name="connsiteY0" fmla="*/ 914344 h 1308024"/>
                <a:gd name="connsiteX1" fmla="*/ 1010848 w 1992280"/>
                <a:gd name="connsiteY1" fmla="*/ 6060 h 1308024"/>
                <a:gd name="connsiteX2" fmla="*/ 1992280 w 1992280"/>
                <a:gd name="connsiteY2" fmla="*/ 590494 h 1308024"/>
                <a:gd name="connsiteX3" fmla="*/ 1010848 w 1992280"/>
                <a:gd name="connsiteY3" fmla="*/ 1174928 h 1308024"/>
                <a:gd name="connsiteX4" fmla="*/ 841 w 1992280"/>
                <a:gd name="connsiteY4" fmla="*/ 914344 h 1308024"/>
                <a:gd name="connsiteX0" fmla="*/ 841 w 1992280"/>
                <a:gd name="connsiteY0" fmla="*/ 914344 h 1330741"/>
                <a:gd name="connsiteX1" fmla="*/ 1010848 w 1992280"/>
                <a:gd name="connsiteY1" fmla="*/ 6060 h 1330741"/>
                <a:gd name="connsiteX2" fmla="*/ 1992280 w 1992280"/>
                <a:gd name="connsiteY2" fmla="*/ 590494 h 1330741"/>
                <a:gd name="connsiteX3" fmla="*/ 1010848 w 1992280"/>
                <a:gd name="connsiteY3" fmla="*/ 1174928 h 1330741"/>
                <a:gd name="connsiteX4" fmla="*/ 841 w 1992280"/>
                <a:gd name="connsiteY4" fmla="*/ 914344 h 1330741"/>
                <a:gd name="connsiteX0" fmla="*/ 831 w 1935120"/>
                <a:gd name="connsiteY0" fmla="*/ 908364 h 1305097"/>
                <a:gd name="connsiteX1" fmla="*/ 1010838 w 1935120"/>
                <a:gd name="connsiteY1" fmla="*/ 80 h 1305097"/>
                <a:gd name="connsiteX2" fmla="*/ 1935120 w 1935120"/>
                <a:gd name="connsiteY2" fmla="*/ 936939 h 1305097"/>
                <a:gd name="connsiteX3" fmla="*/ 1010838 w 1935120"/>
                <a:gd name="connsiteY3" fmla="*/ 1168948 h 1305097"/>
                <a:gd name="connsiteX4" fmla="*/ 831 w 1935120"/>
                <a:gd name="connsiteY4" fmla="*/ 908364 h 1305097"/>
                <a:gd name="connsiteX0" fmla="*/ 848 w 2030387"/>
                <a:gd name="connsiteY0" fmla="*/ 908364 h 1305097"/>
                <a:gd name="connsiteX1" fmla="*/ 1010855 w 2030387"/>
                <a:gd name="connsiteY1" fmla="*/ 80 h 1305097"/>
                <a:gd name="connsiteX2" fmla="*/ 2030387 w 2030387"/>
                <a:gd name="connsiteY2" fmla="*/ 936939 h 1305097"/>
                <a:gd name="connsiteX3" fmla="*/ 1010855 w 2030387"/>
                <a:gd name="connsiteY3" fmla="*/ 1168948 h 1305097"/>
                <a:gd name="connsiteX4" fmla="*/ 848 w 2030387"/>
                <a:gd name="connsiteY4" fmla="*/ 908364 h 1305097"/>
                <a:gd name="connsiteX0" fmla="*/ 848 w 2043214"/>
                <a:gd name="connsiteY0" fmla="*/ 908364 h 1305097"/>
                <a:gd name="connsiteX1" fmla="*/ 1010855 w 2043214"/>
                <a:gd name="connsiteY1" fmla="*/ 80 h 1305097"/>
                <a:gd name="connsiteX2" fmla="*/ 2030387 w 2043214"/>
                <a:gd name="connsiteY2" fmla="*/ 936939 h 1305097"/>
                <a:gd name="connsiteX3" fmla="*/ 1010855 w 2043214"/>
                <a:gd name="connsiteY3" fmla="*/ 1168948 h 1305097"/>
                <a:gd name="connsiteX4" fmla="*/ 848 w 2043214"/>
                <a:gd name="connsiteY4" fmla="*/ 908364 h 1305097"/>
                <a:gd name="connsiteX0" fmla="*/ 848 w 2043482"/>
                <a:gd name="connsiteY0" fmla="*/ 909447 h 1306180"/>
                <a:gd name="connsiteX1" fmla="*/ 1010855 w 2043482"/>
                <a:gd name="connsiteY1" fmla="*/ 1163 h 1306180"/>
                <a:gd name="connsiteX2" fmla="*/ 2030387 w 2043482"/>
                <a:gd name="connsiteY2" fmla="*/ 938022 h 1306180"/>
                <a:gd name="connsiteX3" fmla="*/ 1010855 w 2043482"/>
                <a:gd name="connsiteY3" fmla="*/ 1170031 h 1306180"/>
                <a:gd name="connsiteX4" fmla="*/ 848 w 2043482"/>
                <a:gd name="connsiteY4" fmla="*/ 909447 h 1306180"/>
                <a:gd name="connsiteX0" fmla="*/ 852 w 2062046"/>
                <a:gd name="connsiteY0" fmla="*/ 908934 h 1302574"/>
                <a:gd name="connsiteX1" fmla="*/ 1010859 w 2062046"/>
                <a:gd name="connsiteY1" fmla="*/ 650 h 1302574"/>
                <a:gd name="connsiteX2" fmla="*/ 2049441 w 2062046"/>
                <a:gd name="connsiteY2" fmla="*/ 994659 h 1302574"/>
                <a:gd name="connsiteX3" fmla="*/ 1010859 w 2062046"/>
                <a:gd name="connsiteY3" fmla="*/ 1169518 h 1302574"/>
                <a:gd name="connsiteX4" fmla="*/ 852 w 2062046"/>
                <a:gd name="connsiteY4" fmla="*/ 908934 h 1302574"/>
                <a:gd name="connsiteX0" fmla="*/ 852 w 2054688"/>
                <a:gd name="connsiteY0" fmla="*/ 908934 h 1302574"/>
                <a:gd name="connsiteX1" fmla="*/ 1010859 w 2054688"/>
                <a:gd name="connsiteY1" fmla="*/ 650 h 1302574"/>
                <a:gd name="connsiteX2" fmla="*/ 2049441 w 2054688"/>
                <a:gd name="connsiteY2" fmla="*/ 994659 h 1302574"/>
                <a:gd name="connsiteX3" fmla="*/ 1010859 w 2054688"/>
                <a:gd name="connsiteY3" fmla="*/ 1169518 h 1302574"/>
                <a:gd name="connsiteX4" fmla="*/ 852 w 2054688"/>
                <a:gd name="connsiteY4" fmla="*/ 908934 h 1302574"/>
                <a:gd name="connsiteX0" fmla="*/ 852 w 2054871"/>
                <a:gd name="connsiteY0" fmla="*/ 909736 h 1303376"/>
                <a:gd name="connsiteX1" fmla="*/ 1010859 w 2054871"/>
                <a:gd name="connsiteY1" fmla="*/ 1452 h 1303376"/>
                <a:gd name="connsiteX2" fmla="*/ 2049441 w 2054871"/>
                <a:gd name="connsiteY2" fmla="*/ 995461 h 1303376"/>
                <a:gd name="connsiteX3" fmla="*/ 1010859 w 2054871"/>
                <a:gd name="connsiteY3" fmla="*/ 1170320 h 1303376"/>
                <a:gd name="connsiteX4" fmla="*/ 852 w 2054871"/>
                <a:gd name="connsiteY4" fmla="*/ 909736 h 1303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4871" h="1303376">
                  <a:moveTo>
                    <a:pt x="852" y="909736"/>
                  </a:moveTo>
                  <a:cubicBezTo>
                    <a:pt x="29427" y="205962"/>
                    <a:pt x="640853" y="25265"/>
                    <a:pt x="1010859" y="1452"/>
                  </a:cubicBezTo>
                  <a:cubicBezTo>
                    <a:pt x="1380865" y="-22361"/>
                    <a:pt x="2125641" y="244062"/>
                    <a:pt x="2049441" y="995461"/>
                  </a:cubicBezTo>
                  <a:cubicBezTo>
                    <a:pt x="2049441" y="1318235"/>
                    <a:pt x="1352290" y="1184607"/>
                    <a:pt x="1010859" y="1170320"/>
                  </a:cubicBezTo>
                  <a:cubicBezTo>
                    <a:pt x="669428" y="1156033"/>
                    <a:pt x="-27723" y="1613510"/>
                    <a:pt x="852" y="909736"/>
                  </a:cubicBezTo>
                  <a:close/>
                </a:path>
              </a:pathLst>
            </a:custGeom>
            <a:solidFill>
              <a:srgbClr val="A7EF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42">
              <a:extLst>
                <a:ext uri="{FF2B5EF4-FFF2-40B4-BE49-F238E27FC236}">
                  <a16:creationId xmlns:a16="http://schemas.microsoft.com/office/drawing/2014/main" id="{6984A1B2-A245-4466-2792-9B1F110214BE}"/>
                </a:ext>
              </a:extLst>
            </p:cNvPr>
            <p:cNvSpPr/>
            <p:nvPr/>
          </p:nvSpPr>
          <p:spPr>
            <a:xfrm>
              <a:off x="534144" y="3833126"/>
              <a:ext cx="2397230" cy="1518566"/>
            </a:xfrm>
            <a:custGeom>
              <a:avLst/>
              <a:gdLst>
                <a:gd name="connsiteX0" fmla="*/ 0 w 1135687"/>
                <a:gd name="connsiteY0" fmla="*/ 0 h 787179"/>
                <a:gd name="connsiteX1" fmla="*/ 1135687 w 1135687"/>
                <a:gd name="connsiteY1" fmla="*/ 0 h 787179"/>
                <a:gd name="connsiteX2" fmla="*/ 1135687 w 1135687"/>
                <a:gd name="connsiteY2" fmla="*/ 787179 h 787179"/>
                <a:gd name="connsiteX3" fmla="*/ 0 w 1135687"/>
                <a:gd name="connsiteY3" fmla="*/ 787179 h 787179"/>
                <a:gd name="connsiteX4" fmla="*/ 0 w 1135687"/>
                <a:gd name="connsiteY4" fmla="*/ 0 h 787179"/>
                <a:gd name="connsiteX0" fmla="*/ 0 w 1135687"/>
                <a:gd name="connsiteY0" fmla="*/ 0 h 787179"/>
                <a:gd name="connsiteX1" fmla="*/ 1135687 w 1135687"/>
                <a:gd name="connsiteY1" fmla="*/ 0 h 787179"/>
                <a:gd name="connsiteX2" fmla="*/ 992812 w 1135687"/>
                <a:gd name="connsiteY2" fmla="*/ 739554 h 787179"/>
                <a:gd name="connsiteX3" fmla="*/ 0 w 1135687"/>
                <a:gd name="connsiteY3" fmla="*/ 787179 h 787179"/>
                <a:gd name="connsiteX4" fmla="*/ 0 w 1135687"/>
                <a:gd name="connsiteY4" fmla="*/ 0 h 787179"/>
                <a:gd name="connsiteX0" fmla="*/ 0 w 1202362"/>
                <a:gd name="connsiteY0" fmla="*/ 0 h 787179"/>
                <a:gd name="connsiteX1" fmla="*/ 1202362 w 1202362"/>
                <a:gd name="connsiteY1" fmla="*/ 647700 h 787179"/>
                <a:gd name="connsiteX2" fmla="*/ 992812 w 1202362"/>
                <a:gd name="connsiteY2" fmla="*/ 739554 h 787179"/>
                <a:gd name="connsiteX3" fmla="*/ 0 w 1202362"/>
                <a:gd name="connsiteY3" fmla="*/ 787179 h 787179"/>
                <a:gd name="connsiteX4" fmla="*/ 0 w 1202362"/>
                <a:gd name="connsiteY4" fmla="*/ 0 h 787179"/>
                <a:gd name="connsiteX0" fmla="*/ 0 w 2373937"/>
                <a:gd name="connsiteY0" fmla="*/ 0 h 1311054"/>
                <a:gd name="connsiteX1" fmla="*/ 2373937 w 2373937"/>
                <a:gd name="connsiteY1" fmla="*/ 1171575 h 1311054"/>
                <a:gd name="connsiteX2" fmla="*/ 2164387 w 2373937"/>
                <a:gd name="connsiteY2" fmla="*/ 1263429 h 1311054"/>
                <a:gd name="connsiteX3" fmla="*/ 1171575 w 2373937"/>
                <a:gd name="connsiteY3" fmla="*/ 1311054 h 1311054"/>
                <a:gd name="connsiteX4" fmla="*/ 0 w 2373937"/>
                <a:gd name="connsiteY4" fmla="*/ 0 h 1311054"/>
                <a:gd name="connsiteX0" fmla="*/ 0 w 2373937"/>
                <a:gd name="connsiteY0" fmla="*/ 0 h 1263429"/>
                <a:gd name="connsiteX1" fmla="*/ 2373937 w 2373937"/>
                <a:gd name="connsiteY1" fmla="*/ 1171575 h 1263429"/>
                <a:gd name="connsiteX2" fmla="*/ 2164387 w 2373937"/>
                <a:gd name="connsiteY2" fmla="*/ 1263429 h 1263429"/>
                <a:gd name="connsiteX3" fmla="*/ 0 w 2373937"/>
                <a:gd name="connsiteY3" fmla="*/ 0 h 1263429"/>
                <a:gd name="connsiteX0" fmla="*/ 6207 w 2380144"/>
                <a:gd name="connsiteY0" fmla="*/ 0 h 1263429"/>
                <a:gd name="connsiteX1" fmla="*/ 2380144 w 2380144"/>
                <a:gd name="connsiteY1" fmla="*/ 1171575 h 1263429"/>
                <a:gd name="connsiteX2" fmla="*/ 2170594 w 2380144"/>
                <a:gd name="connsiteY2" fmla="*/ 1263429 h 1263429"/>
                <a:gd name="connsiteX3" fmla="*/ 6207 w 2380144"/>
                <a:gd name="connsiteY3" fmla="*/ 0 h 1263429"/>
                <a:gd name="connsiteX0" fmla="*/ 6207 w 2380144"/>
                <a:gd name="connsiteY0" fmla="*/ 204882 h 1468311"/>
                <a:gd name="connsiteX1" fmla="*/ 2380144 w 2380144"/>
                <a:gd name="connsiteY1" fmla="*/ 1376457 h 1468311"/>
                <a:gd name="connsiteX2" fmla="*/ 2170594 w 2380144"/>
                <a:gd name="connsiteY2" fmla="*/ 1468311 h 1468311"/>
                <a:gd name="connsiteX3" fmla="*/ 6207 w 2380144"/>
                <a:gd name="connsiteY3" fmla="*/ 204882 h 1468311"/>
                <a:gd name="connsiteX0" fmla="*/ 6207 w 2380144"/>
                <a:gd name="connsiteY0" fmla="*/ 264371 h 1527800"/>
                <a:gd name="connsiteX1" fmla="*/ 2380144 w 2380144"/>
                <a:gd name="connsiteY1" fmla="*/ 1435946 h 1527800"/>
                <a:gd name="connsiteX2" fmla="*/ 2170594 w 2380144"/>
                <a:gd name="connsiteY2" fmla="*/ 1527800 h 1527800"/>
                <a:gd name="connsiteX3" fmla="*/ 6207 w 2380144"/>
                <a:gd name="connsiteY3" fmla="*/ 264371 h 1527800"/>
                <a:gd name="connsiteX0" fmla="*/ 5517 w 2379454"/>
                <a:gd name="connsiteY0" fmla="*/ 264371 h 1527800"/>
                <a:gd name="connsiteX1" fmla="*/ 2379454 w 2379454"/>
                <a:gd name="connsiteY1" fmla="*/ 1435946 h 1527800"/>
                <a:gd name="connsiteX2" fmla="*/ 2169904 w 2379454"/>
                <a:gd name="connsiteY2" fmla="*/ 1527800 h 1527800"/>
                <a:gd name="connsiteX3" fmla="*/ 5517 w 2379454"/>
                <a:gd name="connsiteY3" fmla="*/ 264371 h 1527800"/>
                <a:gd name="connsiteX0" fmla="*/ 26518 w 2400455"/>
                <a:gd name="connsiteY0" fmla="*/ 264371 h 1527800"/>
                <a:gd name="connsiteX1" fmla="*/ 2400455 w 2400455"/>
                <a:gd name="connsiteY1" fmla="*/ 1435946 h 1527800"/>
                <a:gd name="connsiteX2" fmla="*/ 2190905 w 2400455"/>
                <a:gd name="connsiteY2" fmla="*/ 1527800 h 1527800"/>
                <a:gd name="connsiteX3" fmla="*/ 26518 w 2400455"/>
                <a:gd name="connsiteY3" fmla="*/ 264371 h 1527800"/>
                <a:gd name="connsiteX0" fmla="*/ 31101 w 2405038"/>
                <a:gd name="connsiteY0" fmla="*/ 264371 h 1527800"/>
                <a:gd name="connsiteX1" fmla="*/ 2405038 w 2405038"/>
                <a:gd name="connsiteY1" fmla="*/ 1435946 h 1527800"/>
                <a:gd name="connsiteX2" fmla="*/ 2195488 w 2405038"/>
                <a:gd name="connsiteY2" fmla="*/ 1527800 h 1527800"/>
                <a:gd name="connsiteX3" fmla="*/ 31101 w 2405038"/>
                <a:gd name="connsiteY3" fmla="*/ 264371 h 1527800"/>
                <a:gd name="connsiteX0" fmla="*/ 5166 w 2379103"/>
                <a:gd name="connsiteY0" fmla="*/ 264371 h 1538656"/>
                <a:gd name="connsiteX1" fmla="*/ 2379103 w 2379103"/>
                <a:gd name="connsiteY1" fmla="*/ 1435946 h 1538656"/>
                <a:gd name="connsiteX2" fmla="*/ 2169553 w 2379103"/>
                <a:gd name="connsiteY2" fmla="*/ 1527800 h 1538656"/>
                <a:gd name="connsiteX3" fmla="*/ 1755715 w 2379103"/>
                <a:gd name="connsiteY3" fmla="*/ 1387498 h 1538656"/>
                <a:gd name="connsiteX4" fmla="*/ 5166 w 2379103"/>
                <a:gd name="connsiteY4" fmla="*/ 264371 h 1538656"/>
                <a:gd name="connsiteX0" fmla="*/ 15028 w 2388965"/>
                <a:gd name="connsiteY0" fmla="*/ 264371 h 1538656"/>
                <a:gd name="connsiteX1" fmla="*/ 2388965 w 2388965"/>
                <a:gd name="connsiteY1" fmla="*/ 1435946 h 1538656"/>
                <a:gd name="connsiteX2" fmla="*/ 2179415 w 2388965"/>
                <a:gd name="connsiteY2" fmla="*/ 1527800 h 1538656"/>
                <a:gd name="connsiteX3" fmla="*/ 1765577 w 2388965"/>
                <a:gd name="connsiteY3" fmla="*/ 1387498 h 1538656"/>
                <a:gd name="connsiteX4" fmla="*/ 15028 w 2388965"/>
                <a:gd name="connsiteY4" fmla="*/ 264371 h 1538656"/>
                <a:gd name="connsiteX0" fmla="*/ 19053 w 2392990"/>
                <a:gd name="connsiteY0" fmla="*/ 264371 h 1538656"/>
                <a:gd name="connsiteX1" fmla="*/ 2392990 w 2392990"/>
                <a:gd name="connsiteY1" fmla="*/ 1435946 h 1538656"/>
                <a:gd name="connsiteX2" fmla="*/ 2183440 w 2392990"/>
                <a:gd name="connsiteY2" fmla="*/ 1527800 h 1538656"/>
                <a:gd name="connsiteX3" fmla="*/ 1769602 w 2392990"/>
                <a:gd name="connsiteY3" fmla="*/ 1387498 h 1538656"/>
                <a:gd name="connsiteX4" fmla="*/ 19053 w 2392990"/>
                <a:gd name="connsiteY4" fmla="*/ 264371 h 1538656"/>
                <a:gd name="connsiteX0" fmla="*/ 21359 w 2395296"/>
                <a:gd name="connsiteY0" fmla="*/ 264371 h 1528179"/>
                <a:gd name="connsiteX1" fmla="*/ 2395296 w 2395296"/>
                <a:gd name="connsiteY1" fmla="*/ 1435946 h 1528179"/>
                <a:gd name="connsiteX2" fmla="*/ 2185746 w 2395296"/>
                <a:gd name="connsiteY2" fmla="*/ 1527800 h 1528179"/>
                <a:gd name="connsiteX3" fmla="*/ 1624270 w 2395296"/>
                <a:gd name="connsiteY3" fmla="*/ 1339873 h 1528179"/>
                <a:gd name="connsiteX4" fmla="*/ 21359 w 2395296"/>
                <a:gd name="connsiteY4" fmla="*/ 264371 h 1528179"/>
                <a:gd name="connsiteX0" fmla="*/ 21359 w 2395296"/>
                <a:gd name="connsiteY0" fmla="*/ 264371 h 1527800"/>
                <a:gd name="connsiteX1" fmla="*/ 2395296 w 2395296"/>
                <a:gd name="connsiteY1" fmla="*/ 1435946 h 1527800"/>
                <a:gd name="connsiteX2" fmla="*/ 2185746 w 2395296"/>
                <a:gd name="connsiteY2" fmla="*/ 1527800 h 1527800"/>
                <a:gd name="connsiteX3" fmla="*/ 1624270 w 2395296"/>
                <a:gd name="connsiteY3" fmla="*/ 1339873 h 1527800"/>
                <a:gd name="connsiteX4" fmla="*/ 21359 w 2395296"/>
                <a:gd name="connsiteY4" fmla="*/ 264371 h 1527800"/>
                <a:gd name="connsiteX0" fmla="*/ 29428 w 2403365"/>
                <a:gd name="connsiteY0" fmla="*/ 264371 h 1527800"/>
                <a:gd name="connsiteX1" fmla="*/ 2403365 w 2403365"/>
                <a:gd name="connsiteY1" fmla="*/ 1435946 h 1527800"/>
                <a:gd name="connsiteX2" fmla="*/ 2193815 w 2403365"/>
                <a:gd name="connsiteY2" fmla="*/ 1527800 h 1527800"/>
                <a:gd name="connsiteX3" fmla="*/ 1632339 w 2403365"/>
                <a:gd name="connsiteY3" fmla="*/ 1339873 h 1527800"/>
                <a:gd name="connsiteX4" fmla="*/ 29428 w 2403365"/>
                <a:gd name="connsiteY4" fmla="*/ 264371 h 1527800"/>
                <a:gd name="connsiteX0" fmla="*/ 25283 w 2399220"/>
                <a:gd name="connsiteY0" fmla="*/ 264371 h 1527800"/>
                <a:gd name="connsiteX1" fmla="*/ 2399220 w 2399220"/>
                <a:gd name="connsiteY1" fmla="*/ 1435946 h 1527800"/>
                <a:gd name="connsiteX2" fmla="*/ 2189670 w 2399220"/>
                <a:gd name="connsiteY2" fmla="*/ 1527800 h 1527800"/>
                <a:gd name="connsiteX3" fmla="*/ 1628194 w 2399220"/>
                <a:gd name="connsiteY3" fmla="*/ 1339873 h 1527800"/>
                <a:gd name="connsiteX4" fmla="*/ 25283 w 2399220"/>
                <a:gd name="connsiteY4" fmla="*/ 264371 h 1527800"/>
                <a:gd name="connsiteX0" fmla="*/ 23293 w 2397230"/>
                <a:gd name="connsiteY0" fmla="*/ 264371 h 1527800"/>
                <a:gd name="connsiteX1" fmla="*/ 2397230 w 2397230"/>
                <a:gd name="connsiteY1" fmla="*/ 1435946 h 1527800"/>
                <a:gd name="connsiteX2" fmla="*/ 2187680 w 2397230"/>
                <a:gd name="connsiteY2" fmla="*/ 1527800 h 1527800"/>
                <a:gd name="connsiteX3" fmla="*/ 1626204 w 2397230"/>
                <a:gd name="connsiteY3" fmla="*/ 1339873 h 1527800"/>
                <a:gd name="connsiteX4" fmla="*/ 23293 w 2397230"/>
                <a:gd name="connsiteY4" fmla="*/ 264371 h 1527800"/>
                <a:gd name="connsiteX0" fmla="*/ 23293 w 2397230"/>
                <a:gd name="connsiteY0" fmla="*/ 259044 h 1522473"/>
                <a:gd name="connsiteX1" fmla="*/ 2397230 w 2397230"/>
                <a:gd name="connsiteY1" fmla="*/ 1430619 h 1522473"/>
                <a:gd name="connsiteX2" fmla="*/ 2187680 w 2397230"/>
                <a:gd name="connsiteY2" fmla="*/ 1522473 h 1522473"/>
                <a:gd name="connsiteX3" fmla="*/ 1626204 w 2397230"/>
                <a:gd name="connsiteY3" fmla="*/ 1334546 h 1522473"/>
                <a:gd name="connsiteX4" fmla="*/ 23293 w 2397230"/>
                <a:gd name="connsiteY4" fmla="*/ 259044 h 1522473"/>
                <a:gd name="connsiteX0" fmla="*/ 23293 w 2397230"/>
                <a:gd name="connsiteY0" fmla="*/ 235168 h 1498597"/>
                <a:gd name="connsiteX1" fmla="*/ 2397230 w 2397230"/>
                <a:gd name="connsiteY1" fmla="*/ 1406743 h 1498597"/>
                <a:gd name="connsiteX2" fmla="*/ 2187680 w 2397230"/>
                <a:gd name="connsiteY2" fmla="*/ 1498597 h 1498597"/>
                <a:gd name="connsiteX3" fmla="*/ 1626204 w 2397230"/>
                <a:gd name="connsiteY3" fmla="*/ 1310670 h 1498597"/>
                <a:gd name="connsiteX4" fmla="*/ 23293 w 2397230"/>
                <a:gd name="connsiteY4" fmla="*/ 235168 h 1498597"/>
                <a:gd name="connsiteX0" fmla="*/ 23293 w 2397230"/>
                <a:gd name="connsiteY0" fmla="*/ 251962 h 1515391"/>
                <a:gd name="connsiteX1" fmla="*/ 2397230 w 2397230"/>
                <a:gd name="connsiteY1" fmla="*/ 1423537 h 1515391"/>
                <a:gd name="connsiteX2" fmla="*/ 2187680 w 2397230"/>
                <a:gd name="connsiteY2" fmla="*/ 1515391 h 1515391"/>
                <a:gd name="connsiteX3" fmla="*/ 1626204 w 2397230"/>
                <a:gd name="connsiteY3" fmla="*/ 1327464 h 1515391"/>
                <a:gd name="connsiteX4" fmla="*/ 23293 w 2397230"/>
                <a:gd name="connsiteY4" fmla="*/ 251962 h 1515391"/>
                <a:gd name="connsiteX0" fmla="*/ 23293 w 2397230"/>
                <a:gd name="connsiteY0" fmla="*/ 251962 h 1518566"/>
                <a:gd name="connsiteX1" fmla="*/ 2397230 w 2397230"/>
                <a:gd name="connsiteY1" fmla="*/ 1423537 h 1518566"/>
                <a:gd name="connsiteX2" fmla="*/ 2187680 w 2397230"/>
                <a:gd name="connsiteY2" fmla="*/ 1515391 h 1518566"/>
                <a:gd name="connsiteX3" fmla="*/ 1626204 w 2397230"/>
                <a:gd name="connsiteY3" fmla="*/ 1327464 h 1518566"/>
                <a:gd name="connsiteX4" fmla="*/ 23293 w 2397230"/>
                <a:gd name="connsiteY4" fmla="*/ 251962 h 151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7230" h="1518566">
                  <a:moveTo>
                    <a:pt x="23293" y="251962"/>
                  </a:moveTo>
                  <a:cubicBezTo>
                    <a:pt x="455830" y="-430663"/>
                    <a:pt x="2326643" y="378962"/>
                    <a:pt x="2397230" y="1423537"/>
                  </a:cubicBezTo>
                  <a:cubicBezTo>
                    <a:pt x="2327380" y="1454155"/>
                    <a:pt x="2276580" y="1535573"/>
                    <a:pt x="2187680" y="1515391"/>
                  </a:cubicBezTo>
                  <a:cubicBezTo>
                    <a:pt x="2083782" y="1514460"/>
                    <a:pt x="2072660" y="1423736"/>
                    <a:pt x="1626204" y="1327464"/>
                  </a:cubicBezTo>
                  <a:cubicBezTo>
                    <a:pt x="893998" y="1288342"/>
                    <a:pt x="-171093" y="874918"/>
                    <a:pt x="23293" y="251962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42">
              <a:extLst>
                <a:ext uri="{FF2B5EF4-FFF2-40B4-BE49-F238E27FC236}">
                  <a16:creationId xmlns:a16="http://schemas.microsoft.com/office/drawing/2014/main" id="{BBC8FB54-3004-3021-EFDD-84389DD5AD37}"/>
                </a:ext>
              </a:extLst>
            </p:cNvPr>
            <p:cNvSpPr/>
            <p:nvPr/>
          </p:nvSpPr>
          <p:spPr>
            <a:xfrm flipH="1">
              <a:off x="4223767" y="3818326"/>
              <a:ext cx="2397230" cy="1518566"/>
            </a:xfrm>
            <a:custGeom>
              <a:avLst/>
              <a:gdLst>
                <a:gd name="connsiteX0" fmla="*/ 0 w 1135687"/>
                <a:gd name="connsiteY0" fmla="*/ 0 h 787179"/>
                <a:gd name="connsiteX1" fmla="*/ 1135687 w 1135687"/>
                <a:gd name="connsiteY1" fmla="*/ 0 h 787179"/>
                <a:gd name="connsiteX2" fmla="*/ 1135687 w 1135687"/>
                <a:gd name="connsiteY2" fmla="*/ 787179 h 787179"/>
                <a:gd name="connsiteX3" fmla="*/ 0 w 1135687"/>
                <a:gd name="connsiteY3" fmla="*/ 787179 h 787179"/>
                <a:gd name="connsiteX4" fmla="*/ 0 w 1135687"/>
                <a:gd name="connsiteY4" fmla="*/ 0 h 787179"/>
                <a:gd name="connsiteX0" fmla="*/ 0 w 1135687"/>
                <a:gd name="connsiteY0" fmla="*/ 0 h 787179"/>
                <a:gd name="connsiteX1" fmla="*/ 1135687 w 1135687"/>
                <a:gd name="connsiteY1" fmla="*/ 0 h 787179"/>
                <a:gd name="connsiteX2" fmla="*/ 992812 w 1135687"/>
                <a:gd name="connsiteY2" fmla="*/ 739554 h 787179"/>
                <a:gd name="connsiteX3" fmla="*/ 0 w 1135687"/>
                <a:gd name="connsiteY3" fmla="*/ 787179 h 787179"/>
                <a:gd name="connsiteX4" fmla="*/ 0 w 1135687"/>
                <a:gd name="connsiteY4" fmla="*/ 0 h 787179"/>
                <a:gd name="connsiteX0" fmla="*/ 0 w 1202362"/>
                <a:gd name="connsiteY0" fmla="*/ 0 h 787179"/>
                <a:gd name="connsiteX1" fmla="*/ 1202362 w 1202362"/>
                <a:gd name="connsiteY1" fmla="*/ 647700 h 787179"/>
                <a:gd name="connsiteX2" fmla="*/ 992812 w 1202362"/>
                <a:gd name="connsiteY2" fmla="*/ 739554 h 787179"/>
                <a:gd name="connsiteX3" fmla="*/ 0 w 1202362"/>
                <a:gd name="connsiteY3" fmla="*/ 787179 h 787179"/>
                <a:gd name="connsiteX4" fmla="*/ 0 w 1202362"/>
                <a:gd name="connsiteY4" fmla="*/ 0 h 787179"/>
                <a:gd name="connsiteX0" fmla="*/ 0 w 2373937"/>
                <a:gd name="connsiteY0" fmla="*/ 0 h 1311054"/>
                <a:gd name="connsiteX1" fmla="*/ 2373937 w 2373937"/>
                <a:gd name="connsiteY1" fmla="*/ 1171575 h 1311054"/>
                <a:gd name="connsiteX2" fmla="*/ 2164387 w 2373937"/>
                <a:gd name="connsiteY2" fmla="*/ 1263429 h 1311054"/>
                <a:gd name="connsiteX3" fmla="*/ 1171575 w 2373937"/>
                <a:gd name="connsiteY3" fmla="*/ 1311054 h 1311054"/>
                <a:gd name="connsiteX4" fmla="*/ 0 w 2373937"/>
                <a:gd name="connsiteY4" fmla="*/ 0 h 1311054"/>
                <a:gd name="connsiteX0" fmla="*/ 0 w 2373937"/>
                <a:gd name="connsiteY0" fmla="*/ 0 h 1263429"/>
                <a:gd name="connsiteX1" fmla="*/ 2373937 w 2373937"/>
                <a:gd name="connsiteY1" fmla="*/ 1171575 h 1263429"/>
                <a:gd name="connsiteX2" fmla="*/ 2164387 w 2373937"/>
                <a:gd name="connsiteY2" fmla="*/ 1263429 h 1263429"/>
                <a:gd name="connsiteX3" fmla="*/ 0 w 2373937"/>
                <a:gd name="connsiteY3" fmla="*/ 0 h 1263429"/>
                <a:gd name="connsiteX0" fmla="*/ 6207 w 2380144"/>
                <a:gd name="connsiteY0" fmla="*/ 0 h 1263429"/>
                <a:gd name="connsiteX1" fmla="*/ 2380144 w 2380144"/>
                <a:gd name="connsiteY1" fmla="*/ 1171575 h 1263429"/>
                <a:gd name="connsiteX2" fmla="*/ 2170594 w 2380144"/>
                <a:gd name="connsiteY2" fmla="*/ 1263429 h 1263429"/>
                <a:gd name="connsiteX3" fmla="*/ 6207 w 2380144"/>
                <a:gd name="connsiteY3" fmla="*/ 0 h 1263429"/>
                <a:gd name="connsiteX0" fmla="*/ 6207 w 2380144"/>
                <a:gd name="connsiteY0" fmla="*/ 204882 h 1468311"/>
                <a:gd name="connsiteX1" fmla="*/ 2380144 w 2380144"/>
                <a:gd name="connsiteY1" fmla="*/ 1376457 h 1468311"/>
                <a:gd name="connsiteX2" fmla="*/ 2170594 w 2380144"/>
                <a:gd name="connsiteY2" fmla="*/ 1468311 h 1468311"/>
                <a:gd name="connsiteX3" fmla="*/ 6207 w 2380144"/>
                <a:gd name="connsiteY3" fmla="*/ 204882 h 1468311"/>
                <a:gd name="connsiteX0" fmla="*/ 6207 w 2380144"/>
                <a:gd name="connsiteY0" fmla="*/ 264371 h 1527800"/>
                <a:gd name="connsiteX1" fmla="*/ 2380144 w 2380144"/>
                <a:gd name="connsiteY1" fmla="*/ 1435946 h 1527800"/>
                <a:gd name="connsiteX2" fmla="*/ 2170594 w 2380144"/>
                <a:gd name="connsiteY2" fmla="*/ 1527800 h 1527800"/>
                <a:gd name="connsiteX3" fmla="*/ 6207 w 2380144"/>
                <a:gd name="connsiteY3" fmla="*/ 264371 h 1527800"/>
                <a:gd name="connsiteX0" fmla="*/ 5517 w 2379454"/>
                <a:gd name="connsiteY0" fmla="*/ 264371 h 1527800"/>
                <a:gd name="connsiteX1" fmla="*/ 2379454 w 2379454"/>
                <a:gd name="connsiteY1" fmla="*/ 1435946 h 1527800"/>
                <a:gd name="connsiteX2" fmla="*/ 2169904 w 2379454"/>
                <a:gd name="connsiteY2" fmla="*/ 1527800 h 1527800"/>
                <a:gd name="connsiteX3" fmla="*/ 5517 w 2379454"/>
                <a:gd name="connsiteY3" fmla="*/ 264371 h 1527800"/>
                <a:gd name="connsiteX0" fmla="*/ 26518 w 2400455"/>
                <a:gd name="connsiteY0" fmla="*/ 264371 h 1527800"/>
                <a:gd name="connsiteX1" fmla="*/ 2400455 w 2400455"/>
                <a:gd name="connsiteY1" fmla="*/ 1435946 h 1527800"/>
                <a:gd name="connsiteX2" fmla="*/ 2190905 w 2400455"/>
                <a:gd name="connsiteY2" fmla="*/ 1527800 h 1527800"/>
                <a:gd name="connsiteX3" fmla="*/ 26518 w 2400455"/>
                <a:gd name="connsiteY3" fmla="*/ 264371 h 1527800"/>
                <a:gd name="connsiteX0" fmla="*/ 31101 w 2405038"/>
                <a:gd name="connsiteY0" fmla="*/ 264371 h 1527800"/>
                <a:gd name="connsiteX1" fmla="*/ 2405038 w 2405038"/>
                <a:gd name="connsiteY1" fmla="*/ 1435946 h 1527800"/>
                <a:gd name="connsiteX2" fmla="*/ 2195488 w 2405038"/>
                <a:gd name="connsiteY2" fmla="*/ 1527800 h 1527800"/>
                <a:gd name="connsiteX3" fmla="*/ 31101 w 2405038"/>
                <a:gd name="connsiteY3" fmla="*/ 264371 h 1527800"/>
                <a:gd name="connsiteX0" fmla="*/ 5166 w 2379103"/>
                <a:gd name="connsiteY0" fmla="*/ 264371 h 1538656"/>
                <a:gd name="connsiteX1" fmla="*/ 2379103 w 2379103"/>
                <a:gd name="connsiteY1" fmla="*/ 1435946 h 1538656"/>
                <a:gd name="connsiteX2" fmla="*/ 2169553 w 2379103"/>
                <a:gd name="connsiteY2" fmla="*/ 1527800 h 1538656"/>
                <a:gd name="connsiteX3" fmla="*/ 1755715 w 2379103"/>
                <a:gd name="connsiteY3" fmla="*/ 1387498 h 1538656"/>
                <a:gd name="connsiteX4" fmla="*/ 5166 w 2379103"/>
                <a:gd name="connsiteY4" fmla="*/ 264371 h 1538656"/>
                <a:gd name="connsiteX0" fmla="*/ 15028 w 2388965"/>
                <a:gd name="connsiteY0" fmla="*/ 264371 h 1538656"/>
                <a:gd name="connsiteX1" fmla="*/ 2388965 w 2388965"/>
                <a:gd name="connsiteY1" fmla="*/ 1435946 h 1538656"/>
                <a:gd name="connsiteX2" fmla="*/ 2179415 w 2388965"/>
                <a:gd name="connsiteY2" fmla="*/ 1527800 h 1538656"/>
                <a:gd name="connsiteX3" fmla="*/ 1765577 w 2388965"/>
                <a:gd name="connsiteY3" fmla="*/ 1387498 h 1538656"/>
                <a:gd name="connsiteX4" fmla="*/ 15028 w 2388965"/>
                <a:gd name="connsiteY4" fmla="*/ 264371 h 1538656"/>
                <a:gd name="connsiteX0" fmla="*/ 19053 w 2392990"/>
                <a:gd name="connsiteY0" fmla="*/ 264371 h 1538656"/>
                <a:gd name="connsiteX1" fmla="*/ 2392990 w 2392990"/>
                <a:gd name="connsiteY1" fmla="*/ 1435946 h 1538656"/>
                <a:gd name="connsiteX2" fmla="*/ 2183440 w 2392990"/>
                <a:gd name="connsiteY2" fmla="*/ 1527800 h 1538656"/>
                <a:gd name="connsiteX3" fmla="*/ 1769602 w 2392990"/>
                <a:gd name="connsiteY3" fmla="*/ 1387498 h 1538656"/>
                <a:gd name="connsiteX4" fmla="*/ 19053 w 2392990"/>
                <a:gd name="connsiteY4" fmla="*/ 264371 h 1538656"/>
                <a:gd name="connsiteX0" fmla="*/ 21359 w 2395296"/>
                <a:gd name="connsiteY0" fmla="*/ 264371 h 1528179"/>
                <a:gd name="connsiteX1" fmla="*/ 2395296 w 2395296"/>
                <a:gd name="connsiteY1" fmla="*/ 1435946 h 1528179"/>
                <a:gd name="connsiteX2" fmla="*/ 2185746 w 2395296"/>
                <a:gd name="connsiteY2" fmla="*/ 1527800 h 1528179"/>
                <a:gd name="connsiteX3" fmla="*/ 1624270 w 2395296"/>
                <a:gd name="connsiteY3" fmla="*/ 1339873 h 1528179"/>
                <a:gd name="connsiteX4" fmla="*/ 21359 w 2395296"/>
                <a:gd name="connsiteY4" fmla="*/ 264371 h 1528179"/>
                <a:gd name="connsiteX0" fmla="*/ 21359 w 2395296"/>
                <a:gd name="connsiteY0" fmla="*/ 264371 h 1527800"/>
                <a:gd name="connsiteX1" fmla="*/ 2395296 w 2395296"/>
                <a:gd name="connsiteY1" fmla="*/ 1435946 h 1527800"/>
                <a:gd name="connsiteX2" fmla="*/ 2185746 w 2395296"/>
                <a:gd name="connsiteY2" fmla="*/ 1527800 h 1527800"/>
                <a:gd name="connsiteX3" fmla="*/ 1624270 w 2395296"/>
                <a:gd name="connsiteY3" fmla="*/ 1339873 h 1527800"/>
                <a:gd name="connsiteX4" fmla="*/ 21359 w 2395296"/>
                <a:gd name="connsiteY4" fmla="*/ 264371 h 1527800"/>
                <a:gd name="connsiteX0" fmla="*/ 29428 w 2403365"/>
                <a:gd name="connsiteY0" fmla="*/ 264371 h 1527800"/>
                <a:gd name="connsiteX1" fmla="*/ 2403365 w 2403365"/>
                <a:gd name="connsiteY1" fmla="*/ 1435946 h 1527800"/>
                <a:gd name="connsiteX2" fmla="*/ 2193815 w 2403365"/>
                <a:gd name="connsiteY2" fmla="*/ 1527800 h 1527800"/>
                <a:gd name="connsiteX3" fmla="*/ 1632339 w 2403365"/>
                <a:gd name="connsiteY3" fmla="*/ 1339873 h 1527800"/>
                <a:gd name="connsiteX4" fmla="*/ 29428 w 2403365"/>
                <a:gd name="connsiteY4" fmla="*/ 264371 h 1527800"/>
                <a:gd name="connsiteX0" fmla="*/ 25283 w 2399220"/>
                <a:gd name="connsiteY0" fmla="*/ 264371 h 1527800"/>
                <a:gd name="connsiteX1" fmla="*/ 2399220 w 2399220"/>
                <a:gd name="connsiteY1" fmla="*/ 1435946 h 1527800"/>
                <a:gd name="connsiteX2" fmla="*/ 2189670 w 2399220"/>
                <a:gd name="connsiteY2" fmla="*/ 1527800 h 1527800"/>
                <a:gd name="connsiteX3" fmla="*/ 1628194 w 2399220"/>
                <a:gd name="connsiteY3" fmla="*/ 1339873 h 1527800"/>
                <a:gd name="connsiteX4" fmla="*/ 25283 w 2399220"/>
                <a:gd name="connsiteY4" fmla="*/ 264371 h 1527800"/>
                <a:gd name="connsiteX0" fmla="*/ 23293 w 2397230"/>
                <a:gd name="connsiteY0" fmla="*/ 264371 h 1527800"/>
                <a:gd name="connsiteX1" fmla="*/ 2397230 w 2397230"/>
                <a:gd name="connsiteY1" fmla="*/ 1435946 h 1527800"/>
                <a:gd name="connsiteX2" fmla="*/ 2187680 w 2397230"/>
                <a:gd name="connsiteY2" fmla="*/ 1527800 h 1527800"/>
                <a:gd name="connsiteX3" fmla="*/ 1626204 w 2397230"/>
                <a:gd name="connsiteY3" fmla="*/ 1339873 h 1527800"/>
                <a:gd name="connsiteX4" fmla="*/ 23293 w 2397230"/>
                <a:gd name="connsiteY4" fmla="*/ 264371 h 1527800"/>
                <a:gd name="connsiteX0" fmla="*/ 23293 w 2397230"/>
                <a:gd name="connsiteY0" fmla="*/ 259044 h 1522473"/>
                <a:gd name="connsiteX1" fmla="*/ 2397230 w 2397230"/>
                <a:gd name="connsiteY1" fmla="*/ 1430619 h 1522473"/>
                <a:gd name="connsiteX2" fmla="*/ 2187680 w 2397230"/>
                <a:gd name="connsiteY2" fmla="*/ 1522473 h 1522473"/>
                <a:gd name="connsiteX3" fmla="*/ 1626204 w 2397230"/>
                <a:gd name="connsiteY3" fmla="*/ 1334546 h 1522473"/>
                <a:gd name="connsiteX4" fmla="*/ 23293 w 2397230"/>
                <a:gd name="connsiteY4" fmla="*/ 259044 h 1522473"/>
                <a:gd name="connsiteX0" fmla="*/ 23293 w 2397230"/>
                <a:gd name="connsiteY0" fmla="*/ 235168 h 1498597"/>
                <a:gd name="connsiteX1" fmla="*/ 2397230 w 2397230"/>
                <a:gd name="connsiteY1" fmla="*/ 1406743 h 1498597"/>
                <a:gd name="connsiteX2" fmla="*/ 2187680 w 2397230"/>
                <a:gd name="connsiteY2" fmla="*/ 1498597 h 1498597"/>
                <a:gd name="connsiteX3" fmla="*/ 1626204 w 2397230"/>
                <a:gd name="connsiteY3" fmla="*/ 1310670 h 1498597"/>
                <a:gd name="connsiteX4" fmla="*/ 23293 w 2397230"/>
                <a:gd name="connsiteY4" fmla="*/ 235168 h 1498597"/>
                <a:gd name="connsiteX0" fmla="*/ 23293 w 2397230"/>
                <a:gd name="connsiteY0" fmla="*/ 251962 h 1515391"/>
                <a:gd name="connsiteX1" fmla="*/ 2397230 w 2397230"/>
                <a:gd name="connsiteY1" fmla="*/ 1423537 h 1515391"/>
                <a:gd name="connsiteX2" fmla="*/ 2187680 w 2397230"/>
                <a:gd name="connsiteY2" fmla="*/ 1515391 h 1515391"/>
                <a:gd name="connsiteX3" fmla="*/ 1626204 w 2397230"/>
                <a:gd name="connsiteY3" fmla="*/ 1327464 h 1515391"/>
                <a:gd name="connsiteX4" fmla="*/ 23293 w 2397230"/>
                <a:gd name="connsiteY4" fmla="*/ 251962 h 1515391"/>
                <a:gd name="connsiteX0" fmla="*/ 23293 w 2397230"/>
                <a:gd name="connsiteY0" fmla="*/ 251962 h 1518566"/>
                <a:gd name="connsiteX1" fmla="*/ 2397230 w 2397230"/>
                <a:gd name="connsiteY1" fmla="*/ 1423537 h 1518566"/>
                <a:gd name="connsiteX2" fmla="*/ 2187680 w 2397230"/>
                <a:gd name="connsiteY2" fmla="*/ 1515391 h 1518566"/>
                <a:gd name="connsiteX3" fmla="*/ 1626204 w 2397230"/>
                <a:gd name="connsiteY3" fmla="*/ 1327464 h 1518566"/>
                <a:gd name="connsiteX4" fmla="*/ 23293 w 2397230"/>
                <a:gd name="connsiteY4" fmla="*/ 251962 h 151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7230" h="1518566">
                  <a:moveTo>
                    <a:pt x="23293" y="251962"/>
                  </a:moveTo>
                  <a:cubicBezTo>
                    <a:pt x="455830" y="-430663"/>
                    <a:pt x="2326643" y="378962"/>
                    <a:pt x="2397230" y="1423537"/>
                  </a:cubicBezTo>
                  <a:cubicBezTo>
                    <a:pt x="2327380" y="1454155"/>
                    <a:pt x="2276580" y="1535573"/>
                    <a:pt x="2187680" y="1515391"/>
                  </a:cubicBezTo>
                  <a:cubicBezTo>
                    <a:pt x="2083782" y="1514460"/>
                    <a:pt x="2072660" y="1423736"/>
                    <a:pt x="1626204" y="1327464"/>
                  </a:cubicBezTo>
                  <a:cubicBezTo>
                    <a:pt x="893998" y="1288342"/>
                    <a:pt x="-171093" y="874918"/>
                    <a:pt x="23293" y="251962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38">
              <a:extLst>
                <a:ext uri="{FF2B5EF4-FFF2-40B4-BE49-F238E27FC236}">
                  <a16:creationId xmlns:a16="http://schemas.microsoft.com/office/drawing/2014/main" id="{DC5C7F0D-09D8-0F71-1BB7-BCE4798A73CE}"/>
                </a:ext>
              </a:extLst>
            </p:cNvPr>
            <p:cNvSpPr/>
            <p:nvPr/>
          </p:nvSpPr>
          <p:spPr>
            <a:xfrm>
              <a:off x="3043870" y="4168361"/>
              <a:ext cx="1063310" cy="595021"/>
            </a:xfrm>
            <a:custGeom>
              <a:avLst/>
              <a:gdLst>
                <a:gd name="connsiteX0" fmla="*/ 0 w 674690"/>
                <a:gd name="connsiteY0" fmla="*/ 0 h 726219"/>
                <a:gd name="connsiteX1" fmla="*/ 674690 w 674690"/>
                <a:gd name="connsiteY1" fmla="*/ 0 h 726219"/>
                <a:gd name="connsiteX2" fmla="*/ 674690 w 674690"/>
                <a:gd name="connsiteY2" fmla="*/ 726219 h 726219"/>
                <a:gd name="connsiteX3" fmla="*/ 0 w 674690"/>
                <a:gd name="connsiteY3" fmla="*/ 726219 h 726219"/>
                <a:gd name="connsiteX4" fmla="*/ 0 w 674690"/>
                <a:gd name="connsiteY4" fmla="*/ 0 h 726219"/>
                <a:gd name="connsiteX0" fmla="*/ 0 w 834710"/>
                <a:gd name="connsiteY0" fmla="*/ 0 h 855759"/>
                <a:gd name="connsiteX1" fmla="*/ 834710 w 834710"/>
                <a:gd name="connsiteY1" fmla="*/ 129540 h 855759"/>
                <a:gd name="connsiteX2" fmla="*/ 834710 w 834710"/>
                <a:gd name="connsiteY2" fmla="*/ 855759 h 855759"/>
                <a:gd name="connsiteX3" fmla="*/ 160020 w 834710"/>
                <a:gd name="connsiteY3" fmla="*/ 855759 h 855759"/>
                <a:gd name="connsiteX4" fmla="*/ 0 w 834710"/>
                <a:gd name="connsiteY4" fmla="*/ 0 h 855759"/>
                <a:gd name="connsiteX0" fmla="*/ 60960 w 895670"/>
                <a:gd name="connsiteY0" fmla="*/ 0 h 855759"/>
                <a:gd name="connsiteX1" fmla="*/ 895670 w 895670"/>
                <a:gd name="connsiteY1" fmla="*/ 129540 h 855759"/>
                <a:gd name="connsiteX2" fmla="*/ 895670 w 895670"/>
                <a:gd name="connsiteY2" fmla="*/ 855759 h 855759"/>
                <a:gd name="connsiteX3" fmla="*/ 0 w 895670"/>
                <a:gd name="connsiteY3" fmla="*/ 756699 h 855759"/>
                <a:gd name="connsiteX4" fmla="*/ 60960 w 895670"/>
                <a:gd name="connsiteY4" fmla="*/ 0 h 855759"/>
                <a:gd name="connsiteX0" fmla="*/ 60960 w 1040450"/>
                <a:gd name="connsiteY0" fmla="*/ 0 h 756699"/>
                <a:gd name="connsiteX1" fmla="*/ 895670 w 1040450"/>
                <a:gd name="connsiteY1" fmla="*/ 129540 h 756699"/>
                <a:gd name="connsiteX2" fmla="*/ 1040450 w 1040450"/>
                <a:gd name="connsiteY2" fmla="*/ 741459 h 756699"/>
                <a:gd name="connsiteX3" fmla="*/ 0 w 1040450"/>
                <a:gd name="connsiteY3" fmla="*/ 756699 h 756699"/>
                <a:gd name="connsiteX4" fmla="*/ 60960 w 1040450"/>
                <a:gd name="connsiteY4" fmla="*/ 0 h 756699"/>
                <a:gd name="connsiteX0" fmla="*/ 60960 w 1040450"/>
                <a:gd name="connsiteY0" fmla="*/ 22860 h 779559"/>
                <a:gd name="connsiteX1" fmla="*/ 971870 w 1040450"/>
                <a:gd name="connsiteY1" fmla="*/ 0 h 779559"/>
                <a:gd name="connsiteX2" fmla="*/ 1040450 w 1040450"/>
                <a:gd name="connsiteY2" fmla="*/ 764319 h 779559"/>
                <a:gd name="connsiteX3" fmla="*/ 0 w 1040450"/>
                <a:gd name="connsiteY3" fmla="*/ 779559 h 779559"/>
                <a:gd name="connsiteX4" fmla="*/ 60960 w 1040450"/>
                <a:gd name="connsiteY4" fmla="*/ 22860 h 779559"/>
                <a:gd name="connsiteX0" fmla="*/ 60960 w 1040450"/>
                <a:gd name="connsiteY0" fmla="*/ 22860 h 779559"/>
                <a:gd name="connsiteX1" fmla="*/ 971870 w 1040450"/>
                <a:gd name="connsiteY1" fmla="*/ 0 h 779559"/>
                <a:gd name="connsiteX2" fmla="*/ 1040450 w 1040450"/>
                <a:gd name="connsiteY2" fmla="*/ 764319 h 779559"/>
                <a:gd name="connsiteX3" fmla="*/ 0 w 1040450"/>
                <a:gd name="connsiteY3" fmla="*/ 779559 h 779559"/>
                <a:gd name="connsiteX4" fmla="*/ 60960 w 1040450"/>
                <a:gd name="connsiteY4" fmla="*/ 22860 h 779559"/>
                <a:gd name="connsiteX0" fmla="*/ 60960 w 1040450"/>
                <a:gd name="connsiteY0" fmla="*/ 22860 h 779559"/>
                <a:gd name="connsiteX1" fmla="*/ 971870 w 1040450"/>
                <a:gd name="connsiteY1" fmla="*/ 0 h 779559"/>
                <a:gd name="connsiteX2" fmla="*/ 1040450 w 1040450"/>
                <a:gd name="connsiteY2" fmla="*/ 764319 h 779559"/>
                <a:gd name="connsiteX3" fmla="*/ 0 w 1040450"/>
                <a:gd name="connsiteY3" fmla="*/ 779559 h 779559"/>
                <a:gd name="connsiteX4" fmla="*/ 60960 w 1040450"/>
                <a:gd name="connsiteY4" fmla="*/ 22860 h 779559"/>
                <a:gd name="connsiteX0" fmla="*/ 83820 w 1063310"/>
                <a:gd name="connsiteY0" fmla="*/ 22860 h 779559"/>
                <a:gd name="connsiteX1" fmla="*/ 994730 w 1063310"/>
                <a:gd name="connsiteY1" fmla="*/ 0 h 779559"/>
                <a:gd name="connsiteX2" fmla="*/ 1063310 w 1063310"/>
                <a:gd name="connsiteY2" fmla="*/ 764319 h 779559"/>
                <a:gd name="connsiteX3" fmla="*/ 0 w 1063310"/>
                <a:gd name="connsiteY3" fmla="*/ 779559 h 779559"/>
                <a:gd name="connsiteX4" fmla="*/ 83820 w 1063310"/>
                <a:gd name="connsiteY4" fmla="*/ 22860 h 779559"/>
                <a:gd name="connsiteX0" fmla="*/ 83820 w 1063310"/>
                <a:gd name="connsiteY0" fmla="*/ 22860 h 779559"/>
                <a:gd name="connsiteX1" fmla="*/ 994730 w 1063310"/>
                <a:gd name="connsiteY1" fmla="*/ 0 h 779559"/>
                <a:gd name="connsiteX2" fmla="*/ 1063310 w 1063310"/>
                <a:gd name="connsiteY2" fmla="*/ 764319 h 779559"/>
                <a:gd name="connsiteX3" fmla="*/ 0 w 1063310"/>
                <a:gd name="connsiteY3" fmla="*/ 779559 h 779559"/>
                <a:gd name="connsiteX4" fmla="*/ 83820 w 1063310"/>
                <a:gd name="connsiteY4" fmla="*/ 22860 h 779559"/>
                <a:gd name="connsiteX0" fmla="*/ 45720 w 1063310"/>
                <a:gd name="connsiteY0" fmla="*/ 0 h 787179"/>
                <a:gd name="connsiteX1" fmla="*/ 994730 w 1063310"/>
                <a:gd name="connsiteY1" fmla="*/ 7620 h 787179"/>
                <a:gd name="connsiteX2" fmla="*/ 1063310 w 1063310"/>
                <a:gd name="connsiteY2" fmla="*/ 771939 h 787179"/>
                <a:gd name="connsiteX3" fmla="*/ 0 w 1063310"/>
                <a:gd name="connsiteY3" fmla="*/ 787179 h 787179"/>
                <a:gd name="connsiteX4" fmla="*/ 45720 w 1063310"/>
                <a:gd name="connsiteY4" fmla="*/ 0 h 787179"/>
                <a:gd name="connsiteX0" fmla="*/ 45720 w 1063310"/>
                <a:gd name="connsiteY0" fmla="*/ 0 h 787179"/>
                <a:gd name="connsiteX1" fmla="*/ 994730 w 1063310"/>
                <a:gd name="connsiteY1" fmla="*/ 7620 h 787179"/>
                <a:gd name="connsiteX2" fmla="*/ 1063310 w 1063310"/>
                <a:gd name="connsiteY2" fmla="*/ 771939 h 787179"/>
                <a:gd name="connsiteX3" fmla="*/ 0 w 1063310"/>
                <a:gd name="connsiteY3" fmla="*/ 787179 h 787179"/>
                <a:gd name="connsiteX4" fmla="*/ 45720 w 1063310"/>
                <a:gd name="connsiteY4" fmla="*/ 0 h 787179"/>
                <a:gd name="connsiteX0" fmla="*/ 0 w 1063310"/>
                <a:gd name="connsiteY0" fmla="*/ 787179 h 908149"/>
                <a:gd name="connsiteX1" fmla="*/ 45720 w 1063310"/>
                <a:gd name="connsiteY1" fmla="*/ 0 h 908149"/>
                <a:gd name="connsiteX2" fmla="*/ 994730 w 1063310"/>
                <a:gd name="connsiteY2" fmla="*/ 7620 h 908149"/>
                <a:gd name="connsiteX3" fmla="*/ 1063310 w 1063310"/>
                <a:gd name="connsiteY3" fmla="*/ 771939 h 908149"/>
                <a:gd name="connsiteX4" fmla="*/ 91440 w 1063310"/>
                <a:gd name="connsiteY4" fmla="*/ 908149 h 908149"/>
                <a:gd name="connsiteX0" fmla="*/ 0 w 1063310"/>
                <a:gd name="connsiteY0" fmla="*/ 787179 h 787179"/>
                <a:gd name="connsiteX1" fmla="*/ 45720 w 1063310"/>
                <a:gd name="connsiteY1" fmla="*/ 0 h 787179"/>
                <a:gd name="connsiteX2" fmla="*/ 994730 w 1063310"/>
                <a:gd name="connsiteY2" fmla="*/ 7620 h 787179"/>
                <a:gd name="connsiteX3" fmla="*/ 1063310 w 1063310"/>
                <a:gd name="connsiteY3" fmla="*/ 771939 h 78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3310" h="787179">
                  <a:moveTo>
                    <a:pt x="0" y="787179"/>
                  </a:moveTo>
                  <a:cubicBezTo>
                    <a:pt x="127000" y="557806"/>
                    <a:pt x="116840" y="236993"/>
                    <a:pt x="45720" y="0"/>
                  </a:cubicBezTo>
                  <a:lnTo>
                    <a:pt x="994730" y="7620"/>
                  </a:lnTo>
                  <a:cubicBezTo>
                    <a:pt x="933770" y="452893"/>
                    <a:pt x="987110" y="585746"/>
                    <a:pt x="1063310" y="771939"/>
                  </a:cubicBezTo>
                </a:path>
              </a:pathLst>
            </a:custGeom>
            <a:solidFill>
              <a:srgbClr val="A7EF1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4896F38-1A12-5ABC-6423-5939E07004E9}"/>
                </a:ext>
              </a:extLst>
            </p:cNvPr>
            <p:cNvSpPr/>
            <p:nvPr/>
          </p:nvSpPr>
          <p:spPr>
            <a:xfrm>
              <a:off x="2473659" y="4772308"/>
              <a:ext cx="2188675" cy="2150336"/>
            </a:xfrm>
            <a:prstGeom prst="ellipse">
              <a:avLst/>
            </a:prstGeom>
            <a:solidFill>
              <a:srgbClr val="FDE6AA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43">
              <a:extLst>
                <a:ext uri="{FF2B5EF4-FFF2-40B4-BE49-F238E27FC236}">
                  <a16:creationId xmlns:a16="http://schemas.microsoft.com/office/drawing/2014/main" id="{FBCE5BAE-0705-B242-99EC-7A49FF7EF416}"/>
                </a:ext>
              </a:extLst>
            </p:cNvPr>
            <p:cNvSpPr/>
            <p:nvPr/>
          </p:nvSpPr>
          <p:spPr>
            <a:xfrm>
              <a:off x="1687081" y="6166069"/>
              <a:ext cx="1384732" cy="1127772"/>
            </a:xfrm>
            <a:custGeom>
              <a:avLst/>
              <a:gdLst>
                <a:gd name="connsiteX0" fmla="*/ 0 w 580729"/>
                <a:gd name="connsiteY0" fmla="*/ 0 h 483955"/>
                <a:gd name="connsiteX1" fmla="*/ 580729 w 580729"/>
                <a:gd name="connsiteY1" fmla="*/ 0 h 483955"/>
                <a:gd name="connsiteX2" fmla="*/ 580729 w 580729"/>
                <a:gd name="connsiteY2" fmla="*/ 483955 h 483955"/>
                <a:gd name="connsiteX3" fmla="*/ 0 w 580729"/>
                <a:gd name="connsiteY3" fmla="*/ 483955 h 483955"/>
                <a:gd name="connsiteX4" fmla="*/ 0 w 580729"/>
                <a:gd name="connsiteY4" fmla="*/ 0 h 483955"/>
                <a:gd name="connsiteX0" fmla="*/ 0 w 580729"/>
                <a:gd name="connsiteY0" fmla="*/ 127000 h 610955"/>
                <a:gd name="connsiteX1" fmla="*/ 301329 w 580729"/>
                <a:gd name="connsiteY1" fmla="*/ 0 h 610955"/>
                <a:gd name="connsiteX2" fmla="*/ 580729 w 580729"/>
                <a:gd name="connsiteY2" fmla="*/ 610955 h 610955"/>
                <a:gd name="connsiteX3" fmla="*/ 0 w 580729"/>
                <a:gd name="connsiteY3" fmla="*/ 610955 h 610955"/>
                <a:gd name="connsiteX4" fmla="*/ 0 w 580729"/>
                <a:gd name="connsiteY4" fmla="*/ 127000 h 610955"/>
                <a:gd name="connsiteX0" fmla="*/ 0 w 1444329"/>
                <a:gd name="connsiteY0" fmla="*/ 977900 h 977900"/>
                <a:gd name="connsiteX1" fmla="*/ 1164929 w 1444329"/>
                <a:gd name="connsiteY1" fmla="*/ 0 h 977900"/>
                <a:gd name="connsiteX2" fmla="*/ 1444329 w 1444329"/>
                <a:gd name="connsiteY2" fmla="*/ 610955 h 977900"/>
                <a:gd name="connsiteX3" fmla="*/ 863600 w 1444329"/>
                <a:gd name="connsiteY3" fmla="*/ 610955 h 977900"/>
                <a:gd name="connsiteX4" fmla="*/ 0 w 1444329"/>
                <a:gd name="connsiteY4" fmla="*/ 977900 h 977900"/>
                <a:gd name="connsiteX0" fmla="*/ 0 w 1444329"/>
                <a:gd name="connsiteY0" fmla="*/ 977900 h 977900"/>
                <a:gd name="connsiteX1" fmla="*/ 1164929 w 1444329"/>
                <a:gd name="connsiteY1" fmla="*/ 0 h 977900"/>
                <a:gd name="connsiteX2" fmla="*/ 1444329 w 1444329"/>
                <a:gd name="connsiteY2" fmla="*/ 610955 h 977900"/>
                <a:gd name="connsiteX3" fmla="*/ 0 w 1444329"/>
                <a:gd name="connsiteY3" fmla="*/ 977900 h 977900"/>
                <a:gd name="connsiteX0" fmla="*/ 187150 w 1631479"/>
                <a:gd name="connsiteY0" fmla="*/ 977900 h 977900"/>
                <a:gd name="connsiteX1" fmla="*/ 1352079 w 1631479"/>
                <a:gd name="connsiteY1" fmla="*/ 0 h 977900"/>
                <a:gd name="connsiteX2" fmla="*/ 1631479 w 1631479"/>
                <a:gd name="connsiteY2" fmla="*/ 610955 h 977900"/>
                <a:gd name="connsiteX3" fmla="*/ 187150 w 1631479"/>
                <a:gd name="connsiteY3" fmla="*/ 977900 h 977900"/>
                <a:gd name="connsiteX0" fmla="*/ 189349 w 1633678"/>
                <a:gd name="connsiteY0" fmla="*/ 999443 h 999443"/>
                <a:gd name="connsiteX1" fmla="*/ 1354278 w 1633678"/>
                <a:gd name="connsiteY1" fmla="*/ 21543 h 999443"/>
                <a:gd name="connsiteX2" fmla="*/ 1633678 w 1633678"/>
                <a:gd name="connsiteY2" fmla="*/ 632498 h 999443"/>
                <a:gd name="connsiteX3" fmla="*/ 189349 w 1633678"/>
                <a:gd name="connsiteY3" fmla="*/ 999443 h 999443"/>
                <a:gd name="connsiteX0" fmla="*/ 189349 w 1354278"/>
                <a:gd name="connsiteY0" fmla="*/ 999443 h 999443"/>
                <a:gd name="connsiteX1" fmla="*/ 1354278 w 1354278"/>
                <a:gd name="connsiteY1" fmla="*/ 21543 h 999443"/>
                <a:gd name="connsiteX2" fmla="*/ 189349 w 1354278"/>
                <a:gd name="connsiteY2" fmla="*/ 999443 h 999443"/>
                <a:gd name="connsiteX0" fmla="*/ 189349 w 1372048"/>
                <a:gd name="connsiteY0" fmla="*/ 999443 h 999443"/>
                <a:gd name="connsiteX1" fmla="*/ 1354278 w 1372048"/>
                <a:gd name="connsiteY1" fmla="*/ 21543 h 999443"/>
                <a:gd name="connsiteX2" fmla="*/ 189349 w 1372048"/>
                <a:gd name="connsiteY2" fmla="*/ 999443 h 999443"/>
                <a:gd name="connsiteX0" fmla="*/ 189349 w 1375763"/>
                <a:gd name="connsiteY0" fmla="*/ 999443 h 1129420"/>
                <a:gd name="connsiteX1" fmla="*/ 1354278 w 1375763"/>
                <a:gd name="connsiteY1" fmla="*/ 21543 h 1129420"/>
                <a:gd name="connsiteX2" fmla="*/ 189349 w 1375763"/>
                <a:gd name="connsiteY2" fmla="*/ 999443 h 1129420"/>
                <a:gd name="connsiteX0" fmla="*/ 189349 w 1406187"/>
                <a:gd name="connsiteY0" fmla="*/ 999443 h 1110312"/>
                <a:gd name="connsiteX1" fmla="*/ 1354278 w 1406187"/>
                <a:gd name="connsiteY1" fmla="*/ 21543 h 1110312"/>
                <a:gd name="connsiteX2" fmla="*/ 189349 w 1406187"/>
                <a:gd name="connsiteY2" fmla="*/ 999443 h 1110312"/>
                <a:gd name="connsiteX0" fmla="*/ 171081 w 1387919"/>
                <a:gd name="connsiteY0" fmla="*/ 1021078 h 1131947"/>
                <a:gd name="connsiteX1" fmla="*/ 1336010 w 1387919"/>
                <a:gd name="connsiteY1" fmla="*/ 43178 h 1131947"/>
                <a:gd name="connsiteX2" fmla="*/ 171081 w 1387919"/>
                <a:gd name="connsiteY2" fmla="*/ 1021078 h 1131947"/>
                <a:gd name="connsiteX0" fmla="*/ 167894 w 1384732"/>
                <a:gd name="connsiteY0" fmla="*/ 1016903 h 1127772"/>
                <a:gd name="connsiteX1" fmla="*/ 1332823 w 1384732"/>
                <a:gd name="connsiteY1" fmla="*/ 39003 h 1127772"/>
                <a:gd name="connsiteX2" fmla="*/ 167894 w 1384732"/>
                <a:gd name="connsiteY2" fmla="*/ 1016903 h 112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84732" h="1127772">
                  <a:moveTo>
                    <a:pt x="167894" y="1016903"/>
                  </a:moveTo>
                  <a:cubicBezTo>
                    <a:pt x="-535996" y="297236"/>
                    <a:pt x="1192163" y="-136680"/>
                    <a:pt x="1332823" y="39003"/>
                  </a:cubicBezTo>
                  <a:cubicBezTo>
                    <a:pt x="1604913" y="371320"/>
                    <a:pt x="746704" y="1478336"/>
                    <a:pt x="167894" y="1016903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43">
              <a:extLst>
                <a:ext uri="{FF2B5EF4-FFF2-40B4-BE49-F238E27FC236}">
                  <a16:creationId xmlns:a16="http://schemas.microsoft.com/office/drawing/2014/main" id="{94775606-B216-BDBB-3A2F-6F901F366018}"/>
                </a:ext>
              </a:extLst>
            </p:cNvPr>
            <p:cNvSpPr/>
            <p:nvPr/>
          </p:nvSpPr>
          <p:spPr>
            <a:xfrm flipH="1">
              <a:off x="4107180" y="6162134"/>
              <a:ext cx="1384732" cy="1127772"/>
            </a:xfrm>
            <a:custGeom>
              <a:avLst/>
              <a:gdLst>
                <a:gd name="connsiteX0" fmla="*/ 0 w 580729"/>
                <a:gd name="connsiteY0" fmla="*/ 0 h 483955"/>
                <a:gd name="connsiteX1" fmla="*/ 580729 w 580729"/>
                <a:gd name="connsiteY1" fmla="*/ 0 h 483955"/>
                <a:gd name="connsiteX2" fmla="*/ 580729 w 580729"/>
                <a:gd name="connsiteY2" fmla="*/ 483955 h 483955"/>
                <a:gd name="connsiteX3" fmla="*/ 0 w 580729"/>
                <a:gd name="connsiteY3" fmla="*/ 483955 h 483955"/>
                <a:gd name="connsiteX4" fmla="*/ 0 w 580729"/>
                <a:gd name="connsiteY4" fmla="*/ 0 h 483955"/>
                <a:gd name="connsiteX0" fmla="*/ 0 w 580729"/>
                <a:gd name="connsiteY0" fmla="*/ 127000 h 610955"/>
                <a:gd name="connsiteX1" fmla="*/ 301329 w 580729"/>
                <a:gd name="connsiteY1" fmla="*/ 0 h 610955"/>
                <a:gd name="connsiteX2" fmla="*/ 580729 w 580729"/>
                <a:gd name="connsiteY2" fmla="*/ 610955 h 610955"/>
                <a:gd name="connsiteX3" fmla="*/ 0 w 580729"/>
                <a:gd name="connsiteY3" fmla="*/ 610955 h 610955"/>
                <a:gd name="connsiteX4" fmla="*/ 0 w 580729"/>
                <a:gd name="connsiteY4" fmla="*/ 127000 h 610955"/>
                <a:gd name="connsiteX0" fmla="*/ 0 w 1444329"/>
                <a:gd name="connsiteY0" fmla="*/ 977900 h 977900"/>
                <a:gd name="connsiteX1" fmla="*/ 1164929 w 1444329"/>
                <a:gd name="connsiteY1" fmla="*/ 0 h 977900"/>
                <a:gd name="connsiteX2" fmla="*/ 1444329 w 1444329"/>
                <a:gd name="connsiteY2" fmla="*/ 610955 h 977900"/>
                <a:gd name="connsiteX3" fmla="*/ 863600 w 1444329"/>
                <a:gd name="connsiteY3" fmla="*/ 610955 h 977900"/>
                <a:gd name="connsiteX4" fmla="*/ 0 w 1444329"/>
                <a:gd name="connsiteY4" fmla="*/ 977900 h 977900"/>
                <a:gd name="connsiteX0" fmla="*/ 0 w 1444329"/>
                <a:gd name="connsiteY0" fmla="*/ 977900 h 977900"/>
                <a:gd name="connsiteX1" fmla="*/ 1164929 w 1444329"/>
                <a:gd name="connsiteY1" fmla="*/ 0 h 977900"/>
                <a:gd name="connsiteX2" fmla="*/ 1444329 w 1444329"/>
                <a:gd name="connsiteY2" fmla="*/ 610955 h 977900"/>
                <a:gd name="connsiteX3" fmla="*/ 0 w 1444329"/>
                <a:gd name="connsiteY3" fmla="*/ 977900 h 977900"/>
                <a:gd name="connsiteX0" fmla="*/ 187150 w 1631479"/>
                <a:gd name="connsiteY0" fmla="*/ 977900 h 977900"/>
                <a:gd name="connsiteX1" fmla="*/ 1352079 w 1631479"/>
                <a:gd name="connsiteY1" fmla="*/ 0 h 977900"/>
                <a:gd name="connsiteX2" fmla="*/ 1631479 w 1631479"/>
                <a:gd name="connsiteY2" fmla="*/ 610955 h 977900"/>
                <a:gd name="connsiteX3" fmla="*/ 187150 w 1631479"/>
                <a:gd name="connsiteY3" fmla="*/ 977900 h 977900"/>
                <a:gd name="connsiteX0" fmla="*/ 189349 w 1633678"/>
                <a:gd name="connsiteY0" fmla="*/ 999443 h 999443"/>
                <a:gd name="connsiteX1" fmla="*/ 1354278 w 1633678"/>
                <a:gd name="connsiteY1" fmla="*/ 21543 h 999443"/>
                <a:gd name="connsiteX2" fmla="*/ 1633678 w 1633678"/>
                <a:gd name="connsiteY2" fmla="*/ 632498 h 999443"/>
                <a:gd name="connsiteX3" fmla="*/ 189349 w 1633678"/>
                <a:gd name="connsiteY3" fmla="*/ 999443 h 999443"/>
                <a:gd name="connsiteX0" fmla="*/ 189349 w 1354278"/>
                <a:gd name="connsiteY0" fmla="*/ 999443 h 999443"/>
                <a:gd name="connsiteX1" fmla="*/ 1354278 w 1354278"/>
                <a:gd name="connsiteY1" fmla="*/ 21543 h 999443"/>
                <a:gd name="connsiteX2" fmla="*/ 189349 w 1354278"/>
                <a:gd name="connsiteY2" fmla="*/ 999443 h 999443"/>
                <a:gd name="connsiteX0" fmla="*/ 189349 w 1372048"/>
                <a:gd name="connsiteY0" fmla="*/ 999443 h 999443"/>
                <a:gd name="connsiteX1" fmla="*/ 1354278 w 1372048"/>
                <a:gd name="connsiteY1" fmla="*/ 21543 h 999443"/>
                <a:gd name="connsiteX2" fmla="*/ 189349 w 1372048"/>
                <a:gd name="connsiteY2" fmla="*/ 999443 h 999443"/>
                <a:gd name="connsiteX0" fmla="*/ 189349 w 1375763"/>
                <a:gd name="connsiteY0" fmla="*/ 999443 h 1129420"/>
                <a:gd name="connsiteX1" fmla="*/ 1354278 w 1375763"/>
                <a:gd name="connsiteY1" fmla="*/ 21543 h 1129420"/>
                <a:gd name="connsiteX2" fmla="*/ 189349 w 1375763"/>
                <a:gd name="connsiteY2" fmla="*/ 999443 h 1129420"/>
                <a:gd name="connsiteX0" fmla="*/ 189349 w 1406187"/>
                <a:gd name="connsiteY0" fmla="*/ 999443 h 1110312"/>
                <a:gd name="connsiteX1" fmla="*/ 1354278 w 1406187"/>
                <a:gd name="connsiteY1" fmla="*/ 21543 h 1110312"/>
                <a:gd name="connsiteX2" fmla="*/ 189349 w 1406187"/>
                <a:gd name="connsiteY2" fmla="*/ 999443 h 1110312"/>
                <a:gd name="connsiteX0" fmla="*/ 171081 w 1387919"/>
                <a:gd name="connsiteY0" fmla="*/ 1021078 h 1131947"/>
                <a:gd name="connsiteX1" fmla="*/ 1336010 w 1387919"/>
                <a:gd name="connsiteY1" fmla="*/ 43178 h 1131947"/>
                <a:gd name="connsiteX2" fmla="*/ 171081 w 1387919"/>
                <a:gd name="connsiteY2" fmla="*/ 1021078 h 1131947"/>
                <a:gd name="connsiteX0" fmla="*/ 167894 w 1384732"/>
                <a:gd name="connsiteY0" fmla="*/ 1016903 h 1127772"/>
                <a:gd name="connsiteX1" fmla="*/ 1332823 w 1384732"/>
                <a:gd name="connsiteY1" fmla="*/ 39003 h 1127772"/>
                <a:gd name="connsiteX2" fmla="*/ 167894 w 1384732"/>
                <a:gd name="connsiteY2" fmla="*/ 1016903 h 112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84732" h="1127772">
                  <a:moveTo>
                    <a:pt x="167894" y="1016903"/>
                  </a:moveTo>
                  <a:cubicBezTo>
                    <a:pt x="-535996" y="297236"/>
                    <a:pt x="1192163" y="-136680"/>
                    <a:pt x="1332823" y="39003"/>
                  </a:cubicBezTo>
                  <a:cubicBezTo>
                    <a:pt x="1604913" y="371320"/>
                    <a:pt x="746704" y="1478336"/>
                    <a:pt x="167894" y="1016903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1">
              <a:extLst>
                <a:ext uri="{FF2B5EF4-FFF2-40B4-BE49-F238E27FC236}">
                  <a16:creationId xmlns:a16="http://schemas.microsoft.com/office/drawing/2014/main" id="{214DEEC4-0053-AA5E-ABF2-63B79360596D}"/>
                </a:ext>
              </a:extLst>
            </p:cNvPr>
            <p:cNvSpPr/>
            <p:nvPr/>
          </p:nvSpPr>
          <p:spPr>
            <a:xfrm>
              <a:off x="1842125" y="1452302"/>
              <a:ext cx="3483836" cy="2970927"/>
            </a:xfrm>
            <a:custGeom>
              <a:avLst/>
              <a:gdLst>
                <a:gd name="connsiteX0" fmla="*/ 0 w 1912202"/>
                <a:gd name="connsiteY0" fmla="*/ 0 h 2114550"/>
                <a:gd name="connsiteX1" fmla="*/ 1912202 w 1912202"/>
                <a:gd name="connsiteY1" fmla="*/ 0 h 2114550"/>
                <a:gd name="connsiteX2" fmla="*/ 1912202 w 1912202"/>
                <a:gd name="connsiteY2" fmla="*/ 2114550 h 2114550"/>
                <a:gd name="connsiteX3" fmla="*/ 0 w 1912202"/>
                <a:gd name="connsiteY3" fmla="*/ 2114550 h 2114550"/>
                <a:gd name="connsiteX4" fmla="*/ 0 w 1912202"/>
                <a:gd name="connsiteY4" fmla="*/ 0 h 2114550"/>
                <a:gd name="connsiteX0" fmla="*/ 711200 w 1912202"/>
                <a:gd name="connsiteY0" fmla="*/ 0 h 2433865"/>
                <a:gd name="connsiteX1" fmla="*/ 1912202 w 1912202"/>
                <a:gd name="connsiteY1" fmla="*/ 319315 h 2433865"/>
                <a:gd name="connsiteX2" fmla="*/ 1912202 w 1912202"/>
                <a:gd name="connsiteY2" fmla="*/ 2433865 h 2433865"/>
                <a:gd name="connsiteX3" fmla="*/ 0 w 1912202"/>
                <a:gd name="connsiteY3" fmla="*/ 2433865 h 2433865"/>
                <a:gd name="connsiteX4" fmla="*/ 711200 w 1912202"/>
                <a:gd name="connsiteY4" fmla="*/ 0 h 2433865"/>
                <a:gd name="connsiteX0" fmla="*/ 0 w 1201002"/>
                <a:gd name="connsiteY0" fmla="*/ 0 h 2970894"/>
                <a:gd name="connsiteX1" fmla="*/ 1201002 w 1201002"/>
                <a:gd name="connsiteY1" fmla="*/ 319315 h 2970894"/>
                <a:gd name="connsiteX2" fmla="*/ 1201002 w 1201002"/>
                <a:gd name="connsiteY2" fmla="*/ 2433865 h 2970894"/>
                <a:gd name="connsiteX3" fmla="*/ 14514 w 1201002"/>
                <a:gd name="connsiteY3" fmla="*/ 2970894 h 2970894"/>
                <a:gd name="connsiteX4" fmla="*/ 0 w 1201002"/>
                <a:gd name="connsiteY4" fmla="*/ 0 h 2970894"/>
                <a:gd name="connsiteX0" fmla="*/ 1364348 w 2565350"/>
                <a:gd name="connsiteY0" fmla="*/ 0 h 2970894"/>
                <a:gd name="connsiteX1" fmla="*/ 2565350 w 2565350"/>
                <a:gd name="connsiteY1" fmla="*/ 319315 h 2970894"/>
                <a:gd name="connsiteX2" fmla="*/ 2565350 w 2565350"/>
                <a:gd name="connsiteY2" fmla="*/ 2433865 h 2970894"/>
                <a:gd name="connsiteX3" fmla="*/ 1378862 w 2565350"/>
                <a:gd name="connsiteY3" fmla="*/ 2970894 h 2970894"/>
                <a:gd name="connsiteX4" fmla="*/ 1364348 w 2565350"/>
                <a:gd name="connsiteY4" fmla="*/ 0 h 2970894"/>
                <a:gd name="connsiteX0" fmla="*/ 1760839 w 2961841"/>
                <a:gd name="connsiteY0" fmla="*/ 38 h 2970932"/>
                <a:gd name="connsiteX1" fmla="*/ 2961841 w 2961841"/>
                <a:gd name="connsiteY1" fmla="*/ 319353 h 2970932"/>
                <a:gd name="connsiteX2" fmla="*/ 2961841 w 2961841"/>
                <a:gd name="connsiteY2" fmla="*/ 2433903 h 2970932"/>
                <a:gd name="connsiteX3" fmla="*/ 1775353 w 2961841"/>
                <a:gd name="connsiteY3" fmla="*/ 2970932 h 2970932"/>
                <a:gd name="connsiteX4" fmla="*/ 1760839 w 2961841"/>
                <a:gd name="connsiteY4" fmla="*/ 38 h 2970932"/>
                <a:gd name="connsiteX0" fmla="*/ 1632389 w 2833391"/>
                <a:gd name="connsiteY0" fmla="*/ 37 h 2970931"/>
                <a:gd name="connsiteX1" fmla="*/ 2833391 w 2833391"/>
                <a:gd name="connsiteY1" fmla="*/ 319352 h 2970931"/>
                <a:gd name="connsiteX2" fmla="*/ 2833391 w 2833391"/>
                <a:gd name="connsiteY2" fmla="*/ 2433902 h 2970931"/>
                <a:gd name="connsiteX3" fmla="*/ 1646903 w 2833391"/>
                <a:gd name="connsiteY3" fmla="*/ 2970931 h 2970931"/>
                <a:gd name="connsiteX4" fmla="*/ 1632389 w 2833391"/>
                <a:gd name="connsiteY4" fmla="*/ 37 h 2970931"/>
                <a:gd name="connsiteX0" fmla="*/ 1632389 w 2833391"/>
                <a:gd name="connsiteY0" fmla="*/ 37 h 2970931"/>
                <a:gd name="connsiteX1" fmla="*/ 2833391 w 2833391"/>
                <a:gd name="connsiteY1" fmla="*/ 2433902 h 2970931"/>
                <a:gd name="connsiteX2" fmla="*/ 1646903 w 2833391"/>
                <a:gd name="connsiteY2" fmla="*/ 2970931 h 2970931"/>
                <a:gd name="connsiteX3" fmla="*/ 1632389 w 2833391"/>
                <a:gd name="connsiteY3" fmla="*/ 37 h 2970931"/>
                <a:gd name="connsiteX0" fmla="*/ 1632389 w 1646903"/>
                <a:gd name="connsiteY0" fmla="*/ 37 h 2970931"/>
                <a:gd name="connsiteX1" fmla="*/ 1646903 w 1646903"/>
                <a:gd name="connsiteY1" fmla="*/ 2970931 h 2970931"/>
                <a:gd name="connsiteX2" fmla="*/ 1632389 w 1646903"/>
                <a:gd name="connsiteY2" fmla="*/ 37 h 2970931"/>
                <a:gd name="connsiteX0" fmla="*/ 1632389 w 3041892"/>
                <a:gd name="connsiteY0" fmla="*/ 37 h 2970931"/>
                <a:gd name="connsiteX1" fmla="*/ 1646903 w 3041892"/>
                <a:gd name="connsiteY1" fmla="*/ 2970931 h 2970931"/>
                <a:gd name="connsiteX2" fmla="*/ 1632389 w 3041892"/>
                <a:gd name="connsiteY2" fmla="*/ 37 h 2970931"/>
                <a:gd name="connsiteX0" fmla="*/ 1632389 w 3488542"/>
                <a:gd name="connsiteY0" fmla="*/ 37 h 2970931"/>
                <a:gd name="connsiteX1" fmla="*/ 1646903 w 3488542"/>
                <a:gd name="connsiteY1" fmla="*/ 2970931 h 2970931"/>
                <a:gd name="connsiteX2" fmla="*/ 1632389 w 3488542"/>
                <a:gd name="connsiteY2" fmla="*/ 37 h 2970931"/>
                <a:gd name="connsiteX0" fmla="*/ 1632389 w 3312957"/>
                <a:gd name="connsiteY0" fmla="*/ 37 h 2970931"/>
                <a:gd name="connsiteX1" fmla="*/ 1646903 w 3312957"/>
                <a:gd name="connsiteY1" fmla="*/ 2970931 h 2970931"/>
                <a:gd name="connsiteX2" fmla="*/ 1632389 w 3312957"/>
                <a:gd name="connsiteY2" fmla="*/ 37 h 2970931"/>
                <a:gd name="connsiteX0" fmla="*/ 1681255 w 3361823"/>
                <a:gd name="connsiteY0" fmla="*/ 37 h 2970931"/>
                <a:gd name="connsiteX1" fmla="*/ 1695769 w 3361823"/>
                <a:gd name="connsiteY1" fmla="*/ 2970931 h 2970931"/>
                <a:gd name="connsiteX2" fmla="*/ 1681255 w 3361823"/>
                <a:gd name="connsiteY2" fmla="*/ 37 h 2970931"/>
                <a:gd name="connsiteX0" fmla="*/ 1681255 w 3420706"/>
                <a:gd name="connsiteY0" fmla="*/ 37 h 2970931"/>
                <a:gd name="connsiteX1" fmla="*/ 1695769 w 3420706"/>
                <a:gd name="connsiteY1" fmla="*/ 2970931 h 2970931"/>
                <a:gd name="connsiteX2" fmla="*/ 1681255 w 3420706"/>
                <a:gd name="connsiteY2" fmla="*/ 37 h 2970931"/>
                <a:gd name="connsiteX0" fmla="*/ 1660244 w 3399695"/>
                <a:gd name="connsiteY0" fmla="*/ 35 h 2970929"/>
                <a:gd name="connsiteX1" fmla="*/ 1674758 w 3399695"/>
                <a:gd name="connsiteY1" fmla="*/ 2970929 h 2970929"/>
                <a:gd name="connsiteX2" fmla="*/ 1660244 w 3399695"/>
                <a:gd name="connsiteY2" fmla="*/ 35 h 2970929"/>
                <a:gd name="connsiteX0" fmla="*/ 1660244 w 3394526"/>
                <a:gd name="connsiteY0" fmla="*/ 35 h 2970929"/>
                <a:gd name="connsiteX1" fmla="*/ 1674758 w 3394526"/>
                <a:gd name="connsiteY1" fmla="*/ 2970929 h 2970929"/>
                <a:gd name="connsiteX2" fmla="*/ 1660244 w 3394526"/>
                <a:gd name="connsiteY2" fmla="*/ 35 h 2970929"/>
                <a:gd name="connsiteX0" fmla="*/ 1727747 w 3462029"/>
                <a:gd name="connsiteY0" fmla="*/ 35 h 2970929"/>
                <a:gd name="connsiteX1" fmla="*/ 1742261 w 3462029"/>
                <a:gd name="connsiteY1" fmla="*/ 2970929 h 2970929"/>
                <a:gd name="connsiteX2" fmla="*/ 1727747 w 3462029"/>
                <a:gd name="connsiteY2" fmla="*/ 35 h 2970929"/>
                <a:gd name="connsiteX0" fmla="*/ 1727747 w 3509530"/>
                <a:gd name="connsiteY0" fmla="*/ 35 h 2970929"/>
                <a:gd name="connsiteX1" fmla="*/ 1742261 w 3509530"/>
                <a:gd name="connsiteY1" fmla="*/ 2970929 h 2970929"/>
                <a:gd name="connsiteX2" fmla="*/ 1727747 w 3509530"/>
                <a:gd name="connsiteY2" fmla="*/ 35 h 2970929"/>
                <a:gd name="connsiteX0" fmla="*/ 1707154 w 3488937"/>
                <a:gd name="connsiteY0" fmla="*/ 33 h 2970927"/>
                <a:gd name="connsiteX1" fmla="*/ 1721668 w 3488937"/>
                <a:gd name="connsiteY1" fmla="*/ 2970927 h 2970927"/>
                <a:gd name="connsiteX2" fmla="*/ 1707154 w 3488937"/>
                <a:gd name="connsiteY2" fmla="*/ 33 h 2970927"/>
                <a:gd name="connsiteX0" fmla="*/ 1707154 w 3483836"/>
                <a:gd name="connsiteY0" fmla="*/ 33 h 2970927"/>
                <a:gd name="connsiteX1" fmla="*/ 1721668 w 3483836"/>
                <a:gd name="connsiteY1" fmla="*/ 2970927 h 2970927"/>
                <a:gd name="connsiteX2" fmla="*/ 1707154 w 3483836"/>
                <a:gd name="connsiteY2" fmla="*/ 33 h 2970927"/>
                <a:gd name="connsiteX0" fmla="*/ 1707154 w 3483836"/>
                <a:gd name="connsiteY0" fmla="*/ 33 h 2970927"/>
                <a:gd name="connsiteX1" fmla="*/ 1721668 w 3483836"/>
                <a:gd name="connsiteY1" fmla="*/ 2970927 h 2970927"/>
                <a:gd name="connsiteX2" fmla="*/ 1707154 w 3483836"/>
                <a:gd name="connsiteY2" fmla="*/ 33 h 2970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83836" h="2970927">
                  <a:moveTo>
                    <a:pt x="1707154" y="33"/>
                  </a:moveTo>
                  <a:cubicBezTo>
                    <a:pt x="3698635" y="36017"/>
                    <a:pt x="4420116" y="2871443"/>
                    <a:pt x="1721668" y="2970927"/>
                  </a:cubicBezTo>
                  <a:cubicBezTo>
                    <a:pt x="-968313" y="2902287"/>
                    <a:pt x="-138580" y="-11154"/>
                    <a:pt x="1707154" y="33"/>
                  </a:cubicBezTo>
                  <a:close/>
                </a:path>
              </a:pathLst>
            </a:custGeom>
            <a:solidFill>
              <a:srgbClr val="A7EF16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30226F5-ED9B-6039-9BE7-D01206FB5E6B}"/>
                </a:ext>
              </a:extLst>
            </p:cNvPr>
            <p:cNvGrpSpPr/>
            <p:nvPr/>
          </p:nvGrpSpPr>
          <p:grpSpPr>
            <a:xfrm>
              <a:off x="4126544" y="2446364"/>
              <a:ext cx="979875" cy="1108175"/>
              <a:chOff x="4126544" y="2446364"/>
              <a:chExt cx="979875" cy="110817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0A040291-FE51-DFBD-0F64-7749E87A4030}"/>
                  </a:ext>
                </a:extLst>
              </p:cNvPr>
              <p:cNvSpPr/>
              <p:nvPr/>
            </p:nvSpPr>
            <p:spPr>
              <a:xfrm>
                <a:off x="4126544" y="2446364"/>
                <a:ext cx="979875" cy="1108175"/>
              </a:xfrm>
              <a:prstGeom prst="ellipse">
                <a:avLst/>
              </a:pr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780E3D6C-27D7-F8AA-2B29-6BEA468CF936}"/>
                  </a:ext>
                </a:extLst>
              </p:cNvPr>
              <p:cNvSpPr/>
              <p:nvPr/>
            </p:nvSpPr>
            <p:spPr>
              <a:xfrm>
                <a:off x="4144054" y="2473326"/>
                <a:ext cx="824186" cy="970694"/>
              </a:xfrm>
              <a:prstGeom prst="ellipse">
                <a:avLst/>
              </a:prstGeom>
              <a:solidFill>
                <a:srgbClr val="A7EF16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8AEB980C-6C83-473E-14BB-357FE6B3F3C4}"/>
                  </a:ext>
                </a:extLst>
              </p:cNvPr>
              <p:cNvSpPr/>
              <p:nvPr/>
            </p:nvSpPr>
            <p:spPr>
              <a:xfrm>
                <a:off x="4197905" y="2473326"/>
                <a:ext cx="651736" cy="781744"/>
              </a:xfrm>
              <a:prstGeom prst="ellipse">
                <a:avLst/>
              </a:prstGeom>
              <a:solidFill>
                <a:schemeClr val="tx1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0CA117D8-D169-2EA9-F0BC-5732A48E50F6}"/>
                  </a:ext>
                </a:extLst>
              </p:cNvPr>
              <p:cNvSpPr/>
              <p:nvPr/>
            </p:nvSpPr>
            <p:spPr>
              <a:xfrm>
                <a:off x="4144054" y="2473326"/>
                <a:ext cx="824186" cy="664054"/>
              </a:xfrm>
              <a:custGeom>
                <a:avLst/>
                <a:gdLst>
                  <a:gd name="connsiteX0" fmla="*/ 412093 w 824186"/>
                  <a:gd name="connsiteY0" fmla="*/ 0 h 664054"/>
                  <a:gd name="connsiteX1" fmla="*/ 824186 w 824186"/>
                  <a:gd name="connsiteY1" fmla="*/ 485347 h 664054"/>
                  <a:gd name="connsiteX2" fmla="*/ 815814 w 824186"/>
                  <a:gd name="connsiteY2" fmla="*/ 583161 h 664054"/>
                  <a:gd name="connsiteX3" fmla="*/ 815459 w 824186"/>
                  <a:gd name="connsiteY3" fmla="*/ 584509 h 664054"/>
                  <a:gd name="connsiteX4" fmla="*/ 793285 w 824186"/>
                  <a:gd name="connsiteY4" fmla="*/ 551347 h 664054"/>
                  <a:gd name="connsiteX5" fmla="*/ 42511 w 824186"/>
                  <a:gd name="connsiteY5" fmla="*/ 644966 h 664054"/>
                  <a:gd name="connsiteX6" fmla="*/ 29693 w 824186"/>
                  <a:gd name="connsiteY6" fmla="*/ 664054 h 664054"/>
                  <a:gd name="connsiteX7" fmla="*/ 8372 w 824186"/>
                  <a:gd name="connsiteY7" fmla="*/ 583161 h 664054"/>
                  <a:gd name="connsiteX8" fmla="*/ 0 w 824186"/>
                  <a:gd name="connsiteY8" fmla="*/ 485347 h 664054"/>
                  <a:gd name="connsiteX9" fmla="*/ 412093 w 824186"/>
                  <a:gd name="connsiteY9" fmla="*/ 0 h 664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24186" h="664054">
                    <a:moveTo>
                      <a:pt x="412093" y="0"/>
                    </a:moveTo>
                    <a:cubicBezTo>
                      <a:pt x="639686" y="0"/>
                      <a:pt x="824186" y="217297"/>
                      <a:pt x="824186" y="485347"/>
                    </a:cubicBezTo>
                    <a:cubicBezTo>
                      <a:pt x="824186" y="518853"/>
                      <a:pt x="821303" y="551567"/>
                      <a:pt x="815814" y="583161"/>
                    </a:cubicBezTo>
                    <a:lnTo>
                      <a:pt x="815459" y="584509"/>
                    </a:lnTo>
                    <a:lnTo>
                      <a:pt x="793285" y="551347"/>
                    </a:lnTo>
                    <a:cubicBezTo>
                      <a:pt x="470925" y="104666"/>
                      <a:pt x="276525" y="303447"/>
                      <a:pt x="42511" y="644966"/>
                    </a:cubicBezTo>
                    <a:lnTo>
                      <a:pt x="29693" y="664054"/>
                    </a:lnTo>
                    <a:lnTo>
                      <a:pt x="8372" y="583161"/>
                    </a:lnTo>
                    <a:cubicBezTo>
                      <a:pt x="2883" y="551567"/>
                      <a:pt x="0" y="518853"/>
                      <a:pt x="0" y="485347"/>
                    </a:cubicBezTo>
                    <a:cubicBezTo>
                      <a:pt x="0" y="217297"/>
                      <a:pt x="184500" y="0"/>
                      <a:pt x="41209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880E5DEA-DFB9-0A3A-5F1B-C85226201F95}"/>
                  </a:ext>
                </a:extLst>
              </p:cNvPr>
              <p:cNvSpPr/>
              <p:nvPr/>
            </p:nvSpPr>
            <p:spPr>
              <a:xfrm rot="15884771">
                <a:off x="4389112" y="2526921"/>
                <a:ext cx="347221" cy="367897"/>
              </a:xfrm>
              <a:prstGeom prst="ellipse">
                <a:avLst/>
              </a:pr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C6F4D349-8726-C5FA-8096-7DD81D1AB9A7}"/>
                </a:ext>
              </a:extLst>
            </p:cNvPr>
            <p:cNvGrpSpPr/>
            <p:nvPr/>
          </p:nvGrpSpPr>
          <p:grpSpPr>
            <a:xfrm>
              <a:off x="2771204" y="3268102"/>
              <a:ext cx="1630303" cy="702281"/>
              <a:chOff x="2771204" y="3268102"/>
              <a:chExt cx="1630303" cy="702281"/>
            </a:xfrm>
          </p:grpSpPr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92969511-2FB5-C9B9-ED15-C8B072D5B4B6}"/>
                  </a:ext>
                </a:extLst>
              </p:cNvPr>
              <p:cNvSpPr/>
              <p:nvPr/>
            </p:nvSpPr>
            <p:spPr>
              <a:xfrm>
                <a:off x="3205834" y="3538997"/>
                <a:ext cx="724327" cy="427654"/>
              </a:xfrm>
              <a:custGeom>
                <a:avLst/>
                <a:gdLst>
                  <a:gd name="connsiteX0" fmla="*/ 0 w 724327"/>
                  <a:gd name="connsiteY0" fmla="*/ 0 h 427654"/>
                  <a:gd name="connsiteX1" fmla="*/ 20138 w 724327"/>
                  <a:gd name="connsiteY1" fmla="*/ 15670 h 427654"/>
                  <a:gd name="connsiteX2" fmla="*/ 692500 w 724327"/>
                  <a:gd name="connsiteY2" fmla="*/ 55497 h 427654"/>
                  <a:gd name="connsiteX3" fmla="*/ 724327 w 724327"/>
                  <a:gd name="connsiteY3" fmla="*/ 38417 h 427654"/>
                  <a:gd name="connsiteX4" fmla="*/ 722456 w 724327"/>
                  <a:gd name="connsiteY4" fmla="*/ 55795 h 427654"/>
                  <a:gd name="connsiteX5" fmla="*/ 379936 w 724327"/>
                  <a:gd name="connsiteY5" fmla="*/ 427654 h 427654"/>
                  <a:gd name="connsiteX6" fmla="*/ 2448 w 724327"/>
                  <a:gd name="connsiteY6" fmla="*/ 7753 h 427654"/>
                  <a:gd name="connsiteX7" fmla="*/ 0 w 724327"/>
                  <a:gd name="connsiteY7" fmla="*/ 0 h 427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4327" h="427654">
                    <a:moveTo>
                      <a:pt x="0" y="0"/>
                    </a:moveTo>
                    <a:lnTo>
                      <a:pt x="20138" y="15670"/>
                    </a:lnTo>
                    <a:cubicBezTo>
                      <a:pt x="227516" y="155449"/>
                      <a:pt x="500471" y="137332"/>
                      <a:pt x="692500" y="55497"/>
                    </a:cubicBezTo>
                    <a:lnTo>
                      <a:pt x="724327" y="38417"/>
                    </a:lnTo>
                    <a:lnTo>
                      <a:pt x="722456" y="55795"/>
                    </a:lnTo>
                    <a:cubicBezTo>
                      <a:pt x="694678" y="193143"/>
                      <a:pt x="577491" y="423582"/>
                      <a:pt x="379936" y="427654"/>
                    </a:cubicBezTo>
                    <a:cubicBezTo>
                      <a:pt x="129905" y="418042"/>
                      <a:pt x="43957" y="144073"/>
                      <a:pt x="2448" y="775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140B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A603137-A282-4A61-32B1-0E5228BC460F}"/>
                  </a:ext>
                </a:extLst>
              </p:cNvPr>
              <p:cNvSpPr/>
              <p:nvPr/>
            </p:nvSpPr>
            <p:spPr>
              <a:xfrm>
                <a:off x="3317497" y="3677631"/>
                <a:ext cx="546445" cy="292752"/>
              </a:xfrm>
              <a:custGeom>
                <a:avLst/>
                <a:gdLst>
                  <a:gd name="connsiteX0" fmla="*/ 204843 w 544447"/>
                  <a:gd name="connsiteY0" fmla="*/ 230 h 292752"/>
                  <a:gd name="connsiteX1" fmla="*/ 496909 w 544447"/>
                  <a:gd name="connsiteY1" fmla="*/ 66455 h 292752"/>
                  <a:gd name="connsiteX2" fmla="*/ 544447 w 544447"/>
                  <a:gd name="connsiteY2" fmla="*/ 95503 h 292752"/>
                  <a:gd name="connsiteX3" fmla="*/ 543269 w 544447"/>
                  <a:gd name="connsiteY3" fmla="*/ 97836 h 292752"/>
                  <a:gd name="connsiteX4" fmla="*/ 269242 w 544447"/>
                  <a:gd name="connsiteY4" fmla="*/ 292752 h 292752"/>
                  <a:gd name="connsiteX5" fmla="*/ 2302 w 544447"/>
                  <a:gd name="connsiteY5" fmla="*/ 130317 h 292752"/>
                  <a:gd name="connsiteX6" fmla="*/ 0 w 544447"/>
                  <a:gd name="connsiteY6" fmla="*/ 126328 h 292752"/>
                  <a:gd name="connsiteX7" fmla="*/ 23227 w 544447"/>
                  <a:gd name="connsiteY7" fmla="*/ 96342 h 292752"/>
                  <a:gd name="connsiteX8" fmla="*/ 204843 w 544447"/>
                  <a:gd name="connsiteY8" fmla="*/ 230 h 292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44447" h="292752">
                    <a:moveTo>
                      <a:pt x="204843" y="230"/>
                    </a:moveTo>
                    <a:cubicBezTo>
                      <a:pt x="298628" y="-2702"/>
                      <a:pt x="407814" y="22676"/>
                      <a:pt x="496909" y="66455"/>
                    </a:cubicBezTo>
                    <a:lnTo>
                      <a:pt x="544447" y="95503"/>
                    </a:lnTo>
                    <a:lnTo>
                      <a:pt x="543269" y="97836"/>
                    </a:lnTo>
                    <a:cubicBezTo>
                      <a:pt x="484792" y="199238"/>
                      <a:pt x="392714" y="290207"/>
                      <a:pt x="269242" y="292752"/>
                    </a:cubicBezTo>
                    <a:cubicBezTo>
                      <a:pt x="144227" y="287946"/>
                      <a:pt x="60232" y="217051"/>
                      <a:pt x="2302" y="130317"/>
                    </a:cubicBezTo>
                    <a:lnTo>
                      <a:pt x="0" y="126328"/>
                    </a:lnTo>
                    <a:lnTo>
                      <a:pt x="23227" y="96342"/>
                    </a:lnTo>
                    <a:cubicBezTo>
                      <a:pt x="70740" y="44562"/>
                      <a:pt x="131046" y="6912"/>
                      <a:pt x="204843" y="230"/>
                    </a:cubicBezTo>
                    <a:close/>
                  </a:path>
                </a:pathLst>
              </a:custGeom>
              <a:solidFill>
                <a:srgbClr val="FE9F92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AF63A4AB-4A5D-99AA-4C1D-B9EBB3A5DC26}"/>
                  </a:ext>
                </a:extLst>
              </p:cNvPr>
              <p:cNvSpPr/>
              <p:nvPr/>
            </p:nvSpPr>
            <p:spPr>
              <a:xfrm>
                <a:off x="3106738" y="3459163"/>
                <a:ext cx="969962" cy="206788"/>
              </a:xfrm>
              <a:custGeom>
                <a:avLst/>
                <a:gdLst>
                  <a:gd name="connsiteX0" fmla="*/ 0 w 1003300"/>
                  <a:gd name="connsiteY0" fmla="*/ 12700 h 12700"/>
                  <a:gd name="connsiteX1" fmla="*/ 1003300 w 1003300"/>
                  <a:gd name="connsiteY1" fmla="*/ 0 h 12700"/>
                  <a:gd name="connsiteX2" fmla="*/ 1003300 w 1003300"/>
                  <a:gd name="connsiteY2" fmla="*/ 0 h 12700"/>
                  <a:gd name="connsiteX0" fmla="*/ 0 w 969962"/>
                  <a:gd name="connsiteY0" fmla="*/ 0 h 20637"/>
                  <a:gd name="connsiteX1" fmla="*/ 969962 w 969962"/>
                  <a:gd name="connsiteY1" fmla="*/ 20637 h 20637"/>
                  <a:gd name="connsiteX2" fmla="*/ 969962 w 969962"/>
                  <a:gd name="connsiteY2" fmla="*/ 20637 h 20637"/>
                  <a:gd name="connsiteX0" fmla="*/ 0 w 969962"/>
                  <a:gd name="connsiteY0" fmla="*/ 0 h 150923"/>
                  <a:gd name="connsiteX1" fmla="*/ 969962 w 969962"/>
                  <a:gd name="connsiteY1" fmla="*/ 20637 h 150923"/>
                  <a:gd name="connsiteX2" fmla="*/ 969962 w 969962"/>
                  <a:gd name="connsiteY2" fmla="*/ 20637 h 150923"/>
                  <a:gd name="connsiteX0" fmla="*/ 0 w 969962"/>
                  <a:gd name="connsiteY0" fmla="*/ 0 h 206788"/>
                  <a:gd name="connsiteX1" fmla="*/ 969962 w 969962"/>
                  <a:gd name="connsiteY1" fmla="*/ 20637 h 206788"/>
                  <a:gd name="connsiteX2" fmla="*/ 969962 w 969962"/>
                  <a:gd name="connsiteY2" fmla="*/ 20637 h 206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69962" h="206788">
                    <a:moveTo>
                      <a:pt x="0" y="0"/>
                    </a:moveTo>
                    <a:cubicBezTo>
                      <a:pt x="280458" y="330729"/>
                      <a:pt x="803804" y="209021"/>
                      <a:pt x="969962" y="20637"/>
                    </a:cubicBezTo>
                    <a:lnTo>
                      <a:pt x="969962" y="20637"/>
                    </a:lnTo>
                  </a:path>
                </a:pathLst>
              </a:custGeom>
              <a:solidFill>
                <a:srgbClr val="A7EF16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Arc 90">
                <a:extLst>
                  <a:ext uri="{FF2B5EF4-FFF2-40B4-BE49-F238E27FC236}">
                    <a16:creationId xmlns:a16="http://schemas.microsoft.com/office/drawing/2014/main" id="{04224BB8-F692-1680-EAE3-0A6BCE520336}"/>
                  </a:ext>
                </a:extLst>
              </p:cNvPr>
              <p:cNvSpPr/>
              <p:nvPr/>
            </p:nvSpPr>
            <p:spPr>
              <a:xfrm rot="4242203">
                <a:off x="2832975" y="3207720"/>
                <a:ext cx="261831" cy="385374"/>
              </a:xfrm>
              <a:prstGeom prst="arc">
                <a:avLst>
                  <a:gd name="adj1" fmla="val 17874109"/>
                  <a:gd name="adj2" fmla="val 578200"/>
                </a:avLst>
              </a:prstGeom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Arc 91">
                <a:extLst>
                  <a:ext uri="{FF2B5EF4-FFF2-40B4-BE49-F238E27FC236}">
                    <a16:creationId xmlns:a16="http://schemas.microsoft.com/office/drawing/2014/main" id="{4895F1B4-0B81-F6EC-7DAE-7FDCF89AB29D}"/>
                  </a:ext>
                </a:extLst>
              </p:cNvPr>
              <p:cNvSpPr/>
              <p:nvPr/>
            </p:nvSpPr>
            <p:spPr>
              <a:xfrm rot="17357797" flipH="1">
                <a:off x="4077904" y="3206331"/>
                <a:ext cx="261831" cy="385374"/>
              </a:xfrm>
              <a:prstGeom prst="arc">
                <a:avLst>
                  <a:gd name="adj1" fmla="val 17874109"/>
                  <a:gd name="adj2" fmla="val 578200"/>
                </a:avLst>
              </a:prstGeom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75A7808-6387-DCB7-F236-973AC4B6F6D9}"/>
                </a:ext>
              </a:extLst>
            </p:cNvPr>
            <p:cNvGrpSpPr/>
            <p:nvPr/>
          </p:nvGrpSpPr>
          <p:grpSpPr>
            <a:xfrm>
              <a:off x="3315384" y="3044982"/>
              <a:ext cx="535162" cy="157429"/>
              <a:chOff x="3315384" y="3044982"/>
              <a:chExt cx="535162" cy="157429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9A128C3-4261-2A4C-5609-667F031D61E7}"/>
                  </a:ext>
                </a:extLst>
              </p:cNvPr>
              <p:cNvSpPr/>
              <p:nvPr/>
            </p:nvSpPr>
            <p:spPr>
              <a:xfrm rot="1275055">
                <a:off x="3769304" y="3044982"/>
                <a:ext cx="81242" cy="15742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A61E866B-B370-E782-6B7A-7325512D07D8}"/>
                  </a:ext>
                </a:extLst>
              </p:cNvPr>
              <p:cNvSpPr/>
              <p:nvPr/>
            </p:nvSpPr>
            <p:spPr>
              <a:xfrm rot="20324945" flipH="1">
                <a:off x="3315384" y="3044982"/>
                <a:ext cx="81242" cy="15742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9721A55D-307E-84D2-FF26-AC05B64EF617}"/>
                </a:ext>
              </a:extLst>
            </p:cNvPr>
            <p:cNvGrpSpPr/>
            <p:nvPr/>
          </p:nvGrpSpPr>
          <p:grpSpPr>
            <a:xfrm flipH="1">
              <a:off x="2055753" y="2494527"/>
              <a:ext cx="979875" cy="1108175"/>
              <a:chOff x="4126544" y="2446364"/>
              <a:chExt cx="979875" cy="1108175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AFE863F5-3E3E-9273-0131-24BB3B079AF7}"/>
                  </a:ext>
                </a:extLst>
              </p:cNvPr>
              <p:cNvSpPr/>
              <p:nvPr/>
            </p:nvSpPr>
            <p:spPr>
              <a:xfrm>
                <a:off x="4126544" y="2446364"/>
                <a:ext cx="979875" cy="1108175"/>
              </a:xfrm>
              <a:prstGeom prst="ellipse">
                <a:avLst/>
              </a:pr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973346FF-FFC6-61AE-A47B-E18DF0E7EB5E}"/>
                  </a:ext>
                </a:extLst>
              </p:cNvPr>
              <p:cNvSpPr/>
              <p:nvPr/>
            </p:nvSpPr>
            <p:spPr>
              <a:xfrm>
                <a:off x="4144054" y="2473326"/>
                <a:ext cx="824186" cy="970694"/>
              </a:xfrm>
              <a:prstGeom prst="ellipse">
                <a:avLst/>
              </a:prstGeom>
              <a:solidFill>
                <a:srgbClr val="A7EF16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28765E11-FC7D-BCBB-DA51-F597413B176D}"/>
                  </a:ext>
                </a:extLst>
              </p:cNvPr>
              <p:cNvSpPr/>
              <p:nvPr/>
            </p:nvSpPr>
            <p:spPr>
              <a:xfrm>
                <a:off x="4197905" y="2473326"/>
                <a:ext cx="651736" cy="781744"/>
              </a:xfrm>
              <a:prstGeom prst="ellipse">
                <a:avLst/>
              </a:prstGeom>
              <a:solidFill>
                <a:schemeClr val="tx1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6903890E-33CD-A171-7D61-117867F6EE42}"/>
                  </a:ext>
                </a:extLst>
              </p:cNvPr>
              <p:cNvSpPr/>
              <p:nvPr/>
            </p:nvSpPr>
            <p:spPr>
              <a:xfrm>
                <a:off x="4144054" y="2473326"/>
                <a:ext cx="824186" cy="664054"/>
              </a:xfrm>
              <a:custGeom>
                <a:avLst/>
                <a:gdLst>
                  <a:gd name="connsiteX0" fmla="*/ 412093 w 824186"/>
                  <a:gd name="connsiteY0" fmla="*/ 0 h 664054"/>
                  <a:gd name="connsiteX1" fmla="*/ 824186 w 824186"/>
                  <a:gd name="connsiteY1" fmla="*/ 485347 h 664054"/>
                  <a:gd name="connsiteX2" fmla="*/ 815814 w 824186"/>
                  <a:gd name="connsiteY2" fmla="*/ 583161 h 664054"/>
                  <a:gd name="connsiteX3" fmla="*/ 815459 w 824186"/>
                  <a:gd name="connsiteY3" fmla="*/ 584509 h 664054"/>
                  <a:gd name="connsiteX4" fmla="*/ 793285 w 824186"/>
                  <a:gd name="connsiteY4" fmla="*/ 551347 h 664054"/>
                  <a:gd name="connsiteX5" fmla="*/ 42511 w 824186"/>
                  <a:gd name="connsiteY5" fmla="*/ 644966 h 664054"/>
                  <a:gd name="connsiteX6" fmla="*/ 29693 w 824186"/>
                  <a:gd name="connsiteY6" fmla="*/ 664054 h 664054"/>
                  <a:gd name="connsiteX7" fmla="*/ 8372 w 824186"/>
                  <a:gd name="connsiteY7" fmla="*/ 583161 h 664054"/>
                  <a:gd name="connsiteX8" fmla="*/ 0 w 824186"/>
                  <a:gd name="connsiteY8" fmla="*/ 485347 h 664054"/>
                  <a:gd name="connsiteX9" fmla="*/ 412093 w 824186"/>
                  <a:gd name="connsiteY9" fmla="*/ 0 h 664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24186" h="664054">
                    <a:moveTo>
                      <a:pt x="412093" y="0"/>
                    </a:moveTo>
                    <a:cubicBezTo>
                      <a:pt x="639686" y="0"/>
                      <a:pt x="824186" y="217297"/>
                      <a:pt x="824186" y="485347"/>
                    </a:cubicBezTo>
                    <a:cubicBezTo>
                      <a:pt x="824186" y="518853"/>
                      <a:pt x="821303" y="551567"/>
                      <a:pt x="815814" y="583161"/>
                    </a:cubicBezTo>
                    <a:lnTo>
                      <a:pt x="815459" y="584509"/>
                    </a:lnTo>
                    <a:lnTo>
                      <a:pt x="793285" y="551347"/>
                    </a:lnTo>
                    <a:cubicBezTo>
                      <a:pt x="470925" y="104666"/>
                      <a:pt x="276525" y="303447"/>
                      <a:pt x="42511" y="644966"/>
                    </a:cubicBezTo>
                    <a:lnTo>
                      <a:pt x="29693" y="664054"/>
                    </a:lnTo>
                    <a:lnTo>
                      <a:pt x="8372" y="583161"/>
                    </a:lnTo>
                    <a:cubicBezTo>
                      <a:pt x="2883" y="551567"/>
                      <a:pt x="0" y="518853"/>
                      <a:pt x="0" y="485347"/>
                    </a:cubicBezTo>
                    <a:cubicBezTo>
                      <a:pt x="0" y="217297"/>
                      <a:pt x="184500" y="0"/>
                      <a:pt x="41209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687D5C96-E6A7-286C-02F5-600DDBAFC06F}"/>
                  </a:ext>
                </a:extLst>
              </p:cNvPr>
              <p:cNvSpPr/>
              <p:nvPr/>
            </p:nvSpPr>
            <p:spPr>
              <a:xfrm rot="15884771">
                <a:off x="4389112" y="2526921"/>
                <a:ext cx="347221" cy="367897"/>
              </a:xfrm>
              <a:prstGeom prst="ellipse">
                <a:avLst/>
              </a:prstGeom>
              <a:solidFill>
                <a:schemeClr val="bg1"/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FC02EB6-E659-EC2B-4CE8-A1079F47FEE9}"/>
              </a:ext>
            </a:extLst>
          </p:cNvPr>
          <p:cNvGrpSpPr/>
          <p:nvPr/>
        </p:nvGrpSpPr>
        <p:grpSpPr>
          <a:xfrm>
            <a:off x="480938" y="-819764"/>
            <a:ext cx="6086853" cy="5841539"/>
            <a:chOff x="534144" y="1452302"/>
            <a:chExt cx="6086853" cy="5841539"/>
          </a:xfrm>
          <a:solidFill>
            <a:schemeClr val="bg1"/>
          </a:solidFill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85CD5A8-B505-B335-EEFF-2499518293BD}"/>
                </a:ext>
              </a:extLst>
            </p:cNvPr>
            <p:cNvSpPr/>
            <p:nvPr/>
          </p:nvSpPr>
          <p:spPr>
            <a:xfrm>
              <a:off x="2076416" y="4217862"/>
              <a:ext cx="2998218" cy="2759404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7FF83C73-3B69-6527-F0E4-88BCE8CB303C}"/>
                </a:ext>
              </a:extLst>
            </p:cNvPr>
            <p:cNvSpPr/>
            <p:nvPr/>
          </p:nvSpPr>
          <p:spPr>
            <a:xfrm>
              <a:off x="3262347" y="6390742"/>
              <a:ext cx="643392" cy="786036"/>
            </a:xfrm>
            <a:prstGeom prst="ellips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F774B544-3584-4AEA-9624-8327B00DBA1F}"/>
                </a:ext>
              </a:extLst>
            </p:cNvPr>
            <p:cNvSpPr/>
            <p:nvPr/>
          </p:nvSpPr>
          <p:spPr>
            <a:xfrm>
              <a:off x="2266950" y="4423229"/>
              <a:ext cx="2582691" cy="2441121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41">
              <a:extLst>
                <a:ext uri="{FF2B5EF4-FFF2-40B4-BE49-F238E27FC236}">
                  <a16:creationId xmlns:a16="http://schemas.microsoft.com/office/drawing/2014/main" id="{20EBC918-6761-33DD-B8E5-3CF6BC777A8D}"/>
                </a:ext>
              </a:extLst>
            </p:cNvPr>
            <p:cNvSpPr/>
            <p:nvPr/>
          </p:nvSpPr>
          <p:spPr>
            <a:xfrm>
              <a:off x="2532083" y="4509680"/>
              <a:ext cx="2054871" cy="1303376"/>
            </a:xfrm>
            <a:custGeom>
              <a:avLst/>
              <a:gdLst>
                <a:gd name="connsiteX0" fmla="*/ 0 w 1962864"/>
                <a:gd name="connsiteY0" fmla="*/ 584434 h 1168868"/>
                <a:gd name="connsiteX1" fmla="*/ 981432 w 1962864"/>
                <a:gd name="connsiteY1" fmla="*/ 0 h 1168868"/>
                <a:gd name="connsiteX2" fmla="*/ 1962864 w 1962864"/>
                <a:gd name="connsiteY2" fmla="*/ 584434 h 1168868"/>
                <a:gd name="connsiteX3" fmla="*/ 981432 w 1962864"/>
                <a:gd name="connsiteY3" fmla="*/ 1168868 h 1168868"/>
                <a:gd name="connsiteX4" fmla="*/ 0 w 1962864"/>
                <a:gd name="connsiteY4" fmla="*/ 584434 h 1168868"/>
                <a:gd name="connsiteX0" fmla="*/ 0 w 1991439"/>
                <a:gd name="connsiteY0" fmla="*/ 914344 h 1203453"/>
                <a:gd name="connsiteX1" fmla="*/ 1010007 w 1991439"/>
                <a:gd name="connsiteY1" fmla="*/ 6060 h 1203453"/>
                <a:gd name="connsiteX2" fmla="*/ 1991439 w 1991439"/>
                <a:gd name="connsiteY2" fmla="*/ 590494 h 1203453"/>
                <a:gd name="connsiteX3" fmla="*/ 1010007 w 1991439"/>
                <a:gd name="connsiteY3" fmla="*/ 1174928 h 1203453"/>
                <a:gd name="connsiteX4" fmla="*/ 0 w 1991439"/>
                <a:gd name="connsiteY4" fmla="*/ 914344 h 1203453"/>
                <a:gd name="connsiteX0" fmla="*/ 841 w 1992280"/>
                <a:gd name="connsiteY0" fmla="*/ 914344 h 1308024"/>
                <a:gd name="connsiteX1" fmla="*/ 1010848 w 1992280"/>
                <a:gd name="connsiteY1" fmla="*/ 6060 h 1308024"/>
                <a:gd name="connsiteX2" fmla="*/ 1992280 w 1992280"/>
                <a:gd name="connsiteY2" fmla="*/ 590494 h 1308024"/>
                <a:gd name="connsiteX3" fmla="*/ 1010848 w 1992280"/>
                <a:gd name="connsiteY3" fmla="*/ 1174928 h 1308024"/>
                <a:gd name="connsiteX4" fmla="*/ 841 w 1992280"/>
                <a:gd name="connsiteY4" fmla="*/ 914344 h 1308024"/>
                <a:gd name="connsiteX0" fmla="*/ 841 w 1992280"/>
                <a:gd name="connsiteY0" fmla="*/ 914344 h 1330741"/>
                <a:gd name="connsiteX1" fmla="*/ 1010848 w 1992280"/>
                <a:gd name="connsiteY1" fmla="*/ 6060 h 1330741"/>
                <a:gd name="connsiteX2" fmla="*/ 1992280 w 1992280"/>
                <a:gd name="connsiteY2" fmla="*/ 590494 h 1330741"/>
                <a:gd name="connsiteX3" fmla="*/ 1010848 w 1992280"/>
                <a:gd name="connsiteY3" fmla="*/ 1174928 h 1330741"/>
                <a:gd name="connsiteX4" fmla="*/ 841 w 1992280"/>
                <a:gd name="connsiteY4" fmla="*/ 914344 h 1330741"/>
                <a:gd name="connsiteX0" fmla="*/ 831 w 1935120"/>
                <a:gd name="connsiteY0" fmla="*/ 908364 h 1305097"/>
                <a:gd name="connsiteX1" fmla="*/ 1010838 w 1935120"/>
                <a:gd name="connsiteY1" fmla="*/ 80 h 1305097"/>
                <a:gd name="connsiteX2" fmla="*/ 1935120 w 1935120"/>
                <a:gd name="connsiteY2" fmla="*/ 936939 h 1305097"/>
                <a:gd name="connsiteX3" fmla="*/ 1010838 w 1935120"/>
                <a:gd name="connsiteY3" fmla="*/ 1168948 h 1305097"/>
                <a:gd name="connsiteX4" fmla="*/ 831 w 1935120"/>
                <a:gd name="connsiteY4" fmla="*/ 908364 h 1305097"/>
                <a:gd name="connsiteX0" fmla="*/ 848 w 2030387"/>
                <a:gd name="connsiteY0" fmla="*/ 908364 h 1305097"/>
                <a:gd name="connsiteX1" fmla="*/ 1010855 w 2030387"/>
                <a:gd name="connsiteY1" fmla="*/ 80 h 1305097"/>
                <a:gd name="connsiteX2" fmla="*/ 2030387 w 2030387"/>
                <a:gd name="connsiteY2" fmla="*/ 936939 h 1305097"/>
                <a:gd name="connsiteX3" fmla="*/ 1010855 w 2030387"/>
                <a:gd name="connsiteY3" fmla="*/ 1168948 h 1305097"/>
                <a:gd name="connsiteX4" fmla="*/ 848 w 2030387"/>
                <a:gd name="connsiteY4" fmla="*/ 908364 h 1305097"/>
                <a:gd name="connsiteX0" fmla="*/ 848 w 2043214"/>
                <a:gd name="connsiteY0" fmla="*/ 908364 h 1305097"/>
                <a:gd name="connsiteX1" fmla="*/ 1010855 w 2043214"/>
                <a:gd name="connsiteY1" fmla="*/ 80 h 1305097"/>
                <a:gd name="connsiteX2" fmla="*/ 2030387 w 2043214"/>
                <a:gd name="connsiteY2" fmla="*/ 936939 h 1305097"/>
                <a:gd name="connsiteX3" fmla="*/ 1010855 w 2043214"/>
                <a:gd name="connsiteY3" fmla="*/ 1168948 h 1305097"/>
                <a:gd name="connsiteX4" fmla="*/ 848 w 2043214"/>
                <a:gd name="connsiteY4" fmla="*/ 908364 h 1305097"/>
                <a:gd name="connsiteX0" fmla="*/ 848 w 2043482"/>
                <a:gd name="connsiteY0" fmla="*/ 909447 h 1306180"/>
                <a:gd name="connsiteX1" fmla="*/ 1010855 w 2043482"/>
                <a:gd name="connsiteY1" fmla="*/ 1163 h 1306180"/>
                <a:gd name="connsiteX2" fmla="*/ 2030387 w 2043482"/>
                <a:gd name="connsiteY2" fmla="*/ 938022 h 1306180"/>
                <a:gd name="connsiteX3" fmla="*/ 1010855 w 2043482"/>
                <a:gd name="connsiteY3" fmla="*/ 1170031 h 1306180"/>
                <a:gd name="connsiteX4" fmla="*/ 848 w 2043482"/>
                <a:gd name="connsiteY4" fmla="*/ 909447 h 1306180"/>
                <a:gd name="connsiteX0" fmla="*/ 852 w 2062046"/>
                <a:gd name="connsiteY0" fmla="*/ 908934 h 1302574"/>
                <a:gd name="connsiteX1" fmla="*/ 1010859 w 2062046"/>
                <a:gd name="connsiteY1" fmla="*/ 650 h 1302574"/>
                <a:gd name="connsiteX2" fmla="*/ 2049441 w 2062046"/>
                <a:gd name="connsiteY2" fmla="*/ 994659 h 1302574"/>
                <a:gd name="connsiteX3" fmla="*/ 1010859 w 2062046"/>
                <a:gd name="connsiteY3" fmla="*/ 1169518 h 1302574"/>
                <a:gd name="connsiteX4" fmla="*/ 852 w 2062046"/>
                <a:gd name="connsiteY4" fmla="*/ 908934 h 1302574"/>
                <a:gd name="connsiteX0" fmla="*/ 852 w 2054688"/>
                <a:gd name="connsiteY0" fmla="*/ 908934 h 1302574"/>
                <a:gd name="connsiteX1" fmla="*/ 1010859 w 2054688"/>
                <a:gd name="connsiteY1" fmla="*/ 650 h 1302574"/>
                <a:gd name="connsiteX2" fmla="*/ 2049441 w 2054688"/>
                <a:gd name="connsiteY2" fmla="*/ 994659 h 1302574"/>
                <a:gd name="connsiteX3" fmla="*/ 1010859 w 2054688"/>
                <a:gd name="connsiteY3" fmla="*/ 1169518 h 1302574"/>
                <a:gd name="connsiteX4" fmla="*/ 852 w 2054688"/>
                <a:gd name="connsiteY4" fmla="*/ 908934 h 1302574"/>
                <a:gd name="connsiteX0" fmla="*/ 852 w 2054871"/>
                <a:gd name="connsiteY0" fmla="*/ 909736 h 1303376"/>
                <a:gd name="connsiteX1" fmla="*/ 1010859 w 2054871"/>
                <a:gd name="connsiteY1" fmla="*/ 1452 h 1303376"/>
                <a:gd name="connsiteX2" fmla="*/ 2049441 w 2054871"/>
                <a:gd name="connsiteY2" fmla="*/ 995461 h 1303376"/>
                <a:gd name="connsiteX3" fmla="*/ 1010859 w 2054871"/>
                <a:gd name="connsiteY3" fmla="*/ 1170320 h 1303376"/>
                <a:gd name="connsiteX4" fmla="*/ 852 w 2054871"/>
                <a:gd name="connsiteY4" fmla="*/ 909736 h 1303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4871" h="1303376">
                  <a:moveTo>
                    <a:pt x="852" y="909736"/>
                  </a:moveTo>
                  <a:cubicBezTo>
                    <a:pt x="29427" y="205962"/>
                    <a:pt x="640853" y="25265"/>
                    <a:pt x="1010859" y="1452"/>
                  </a:cubicBezTo>
                  <a:cubicBezTo>
                    <a:pt x="1380865" y="-22361"/>
                    <a:pt x="2125641" y="244062"/>
                    <a:pt x="2049441" y="995461"/>
                  </a:cubicBezTo>
                  <a:cubicBezTo>
                    <a:pt x="2049441" y="1318235"/>
                    <a:pt x="1352290" y="1184607"/>
                    <a:pt x="1010859" y="1170320"/>
                  </a:cubicBezTo>
                  <a:cubicBezTo>
                    <a:pt x="669428" y="1156033"/>
                    <a:pt x="-27723" y="1613510"/>
                    <a:pt x="852" y="909736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42">
              <a:extLst>
                <a:ext uri="{FF2B5EF4-FFF2-40B4-BE49-F238E27FC236}">
                  <a16:creationId xmlns:a16="http://schemas.microsoft.com/office/drawing/2014/main" id="{F8D8A93C-73A8-255B-6809-BF225BDDC888}"/>
                </a:ext>
              </a:extLst>
            </p:cNvPr>
            <p:cNvSpPr/>
            <p:nvPr/>
          </p:nvSpPr>
          <p:spPr>
            <a:xfrm>
              <a:off x="534144" y="3833126"/>
              <a:ext cx="2397230" cy="1518566"/>
            </a:xfrm>
            <a:custGeom>
              <a:avLst/>
              <a:gdLst>
                <a:gd name="connsiteX0" fmla="*/ 0 w 1135687"/>
                <a:gd name="connsiteY0" fmla="*/ 0 h 787179"/>
                <a:gd name="connsiteX1" fmla="*/ 1135687 w 1135687"/>
                <a:gd name="connsiteY1" fmla="*/ 0 h 787179"/>
                <a:gd name="connsiteX2" fmla="*/ 1135687 w 1135687"/>
                <a:gd name="connsiteY2" fmla="*/ 787179 h 787179"/>
                <a:gd name="connsiteX3" fmla="*/ 0 w 1135687"/>
                <a:gd name="connsiteY3" fmla="*/ 787179 h 787179"/>
                <a:gd name="connsiteX4" fmla="*/ 0 w 1135687"/>
                <a:gd name="connsiteY4" fmla="*/ 0 h 787179"/>
                <a:gd name="connsiteX0" fmla="*/ 0 w 1135687"/>
                <a:gd name="connsiteY0" fmla="*/ 0 h 787179"/>
                <a:gd name="connsiteX1" fmla="*/ 1135687 w 1135687"/>
                <a:gd name="connsiteY1" fmla="*/ 0 h 787179"/>
                <a:gd name="connsiteX2" fmla="*/ 992812 w 1135687"/>
                <a:gd name="connsiteY2" fmla="*/ 739554 h 787179"/>
                <a:gd name="connsiteX3" fmla="*/ 0 w 1135687"/>
                <a:gd name="connsiteY3" fmla="*/ 787179 h 787179"/>
                <a:gd name="connsiteX4" fmla="*/ 0 w 1135687"/>
                <a:gd name="connsiteY4" fmla="*/ 0 h 787179"/>
                <a:gd name="connsiteX0" fmla="*/ 0 w 1202362"/>
                <a:gd name="connsiteY0" fmla="*/ 0 h 787179"/>
                <a:gd name="connsiteX1" fmla="*/ 1202362 w 1202362"/>
                <a:gd name="connsiteY1" fmla="*/ 647700 h 787179"/>
                <a:gd name="connsiteX2" fmla="*/ 992812 w 1202362"/>
                <a:gd name="connsiteY2" fmla="*/ 739554 h 787179"/>
                <a:gd name="connsiteX3" fmla="*/ 0 w 1202362"/>
                <a:gd name="connsiteY3" fmla="*/ 787179 h 787179"/>
                <a:gd name="connsiteX4" fmla="*/ 0 w 1202362"/>
                <a:gd name="connsiteY4" fmla="*/ 0 h 787179"/>
                <a:gd name="connsiteX0" fmla="*/ 0 w 2373937"/>
                <a:gd name="connsiteY0" fmla="*/ 0 h 1311054"/>
                <a:gd name="connsiteX1" fmla="*/ 2373937 w 2373937"/>
                <a:gd name="connsiteY1" fmla="*/ 1171575 h 1311054"/>
                <a:gd name="connsiteX2" fmla="*/ 2164387 w 2373937"/>
                <a:gd name="connsiteY2" fmla="*/ 1263429 h 1311054"/>
                <a:gd name="connsiteX3" fmla="*/ 1171575 w 2373937"/>
                <a:gd name="connsiteY3" fmla="*/ 1311054 h 1311054"/>
                <a:gd name="connsiteX4" fmla="*/ 0 w 2373937"/>
                <a:gd name="connsiteY4" fmla="*/ 0 h 1311054"/>
                <a:gd name="connsiteX0" fmla="*/ 0 w 2373937"/>
                <a:gd name="connsiteY0" fmla="*/ 0 h 1263429"/>
                <a:gd name="connsiteX1" fmla="*/ 2373937 w 2373937"/>
                <a:gd name="connsiteY1" fmla="*/ 1171575 h 1263429"/>
                <a:gd name="connsiteX2" fmla="*/ 2164387 w 2373937"/>
                <a:gd name="connsiteY2" fmla="*/ 1263429 h 1263429"/>
                <a:gd name="connsiteX3" fmla="*/ 0 w 2373937"/>
                <a:gd name="connsiteY3" fmla="*/ 0 h 1263429"/>
                <a:gd name="connsiteX0" fmla="*/ 6207 w 2380144"/>
                <a:gd name="connsiteY0" fmla="*/ 0 h 1263429"/>
                <a:gd name="connsiteX1" fmla="*/ 2380144 w 2380144"/>
                <a:gd name="connsiteY1" fmla="*/ 1171575 h 1263429"/>
                <a:gd name="connsiteX2" fmla="*/ 2170594 w 2380144"/>
                <a:gd name="connsiteY2" fmla="*/ 1263429 h 1263429"/>
                <a:gd name="connsiteX3" fmla="*/ 6207 w 2380144"/>
                <a:gd name="connsiteY3" fmla="*/ 0 h 1263429"/>
                <a:gd name="connsiteX0" fmla="*/ 6207 w 2380144"/>
                <a:gd name="connsiteY0" fmla="*/ 204882 h 1468311"/>
                <a:gd name="connsiteX1" fmla="*/ 2380144 w 2380144"/>
                <a:gd name="connsiteY1" fmla="*/ 1376457 h 1468311"/>
                <a:gd name="connsiteX2" fmla="*/ 2170594 w 2380144"/>
                <a:gd name="connsiteY2" fmla="*/ 1468311 h 1468311"/>
                <a:gd name="connsiteX3" fmla="*/ 6207 w 2380144"/>
                <a:gd name="connsiteY3" fmla="*/ 204882 h 1468311"/>
                <a:gd name="connsiteX0" fmla="*/ 6207 w 2380144"/>
                <a:gd name="connsiteY0" fmla="*/ 264371 h 1527800"/>
                <a:gd name="connsiteX1" fmla="*/ 2380144 w 2380144"/>
                <a:gd name="connsiteY1" fmla="*/ 1435946 h 1527800"/>
                <a:gd name="connsiteX2" fmla="*/ 2170594 w 2380144"/>
                <a:gd name="connsiteY2" fmla="*/ 1527800 h 1527800"/>
                <a:gd name="connsiteX3" fmla="*/ 6207 w 2380144"/>
                <a:gd name="connsiteY3" fmla="*/ 264371 h 1527800"/>
                <a:gd name="connsiteX0" fmla="*/ 5517 w 2379454"/>
                <a:gd name="connsiteY0" fmla="*/ 264371 h 1527800"/>
                <a:gd name="connsiteX1" fmla="*/ 2379454 w 2379454"/>
                <a:gd name="connsiteY1" fmla="*/ 1435946 h 1527800"/>
                <a:gd name="connsiteX2" fmla="*/ 2169904 w 2379454"/>
                <a:gd name="connsiteY2" fmla="*/ 1527800 h 1527800"/>
                <a:gd name="connsiteX3" fmla="*/ 5517 w 2379454"/>
                <a:gd name="connsiteY3" fmla="*/ 264371 h 1527800"/>
                <a:gd name="connsiteX0" fmla="*/ 26518 w 2400455"/>
                <a:gd name="connsiteY0" fmla="*/ 264371 h 1527800"/>
                <a:gd name="connsiteX1" fmla="*/ 2400455 w 2400455"/>
                <a:gd name="connsiteY1" fmla="*/ 1435946 h 1527800"/>
                <a:gd name="connsiteX2" fmla="*/ 2190905 w 2400455"/>
                <a:gd name="connsiteY2" fmla="*/ 1527800 h 1527800"/>
                <a:gd name="connsiteX3" fmla="*/ 26518 w 2400455"/>
                <a:gd name="connsiteY3" fmla="*/ 264371 h 1527800"/>
                <a:gd name="connsiteX0" fmla="*/ 31101 w 2405038"/>
                <a:gd name="connsiteY0" fmla="*/ 264371 h 1527800"/>
                <a:gd name="connsiteX1" fmla="*/ 2405038 w 2405038"/>
                <a:gd name="connsiteY1" fmla="*/ 1435946 h 1527800"/>
                <a:gd name="connsiteX2" fmla="*/ 2195488 w 2405038"/>
                <a:gd name="connsiteY2" fmla="*/ 1527800 h 1527800"/>
                <a:gd name="connsiteX3" fmla="*/ 31101 w 2405038"/>
                <a:gd name="connsiteY3" fmla="*/ 264371 h 1527800"/>
                <a:gd name="connsiteX0" fmla="*/ 5166 w 2379103"/>
                <a:gd name="connsiteY0" fmla="*/ 264371 h 1538656"/>
                <a:gd name="connsiteX1" fmla="*/ 2379103 w 2379103"/>
                <a:gd name="connsiteY1" fmla="*/ 1435946 h 1538656"/>
                <a:gd name="connsiteX2" fmla="*/ 2169553 w 2379103"/>
                <a:gd name="connsiteY2" fmla="*/ 1527800 h 1538656"/>
                <a:gd name="connsiteX3" fmla="*/ 1755715 w 2379103"/>
                <a:gd name="connsiteY3" fmla="*/ 1387498 h 1538656"/>
                <a:gd name="connsiteX4" fmla="*/ 5166 w 2379103"/>
                <a:gd name="connsiteY4" fmla="*/ 264371 h 1538656"/>
                <a:gd name="connsiteX0" fmla="*/ 15028 w 2388965"/>
                <a:gd name="connsiteY0" fmla="*/ 264371 h 1538656"/>
                <a:gd name="connsiteX1" fmla="*/ 2388965 w 2388965"/>
                <a:gd name="connsiteY1" fmla="*/ 1435946 h 1538656"/>
                <a:gd name="connsiteX2" fmla="*/ 2179415 w 2388965"/>
                <a:gd name="connsiteY2" fmla="*/ 1527800 h 1538656"/>
                <a:gd name="connsiteX3" fmla="*/ 1765577 w 2388965"/>
                <a:gd name="connsiteY3" fmla="*/ 1387498 h 1538656"/>
                <a:gd name="connsiteX4" fmla="*/ 15028 w 2388965"/>
                <a:gd name="connsiteY4" fmla="*/ 264371 h 1538656"/>
                <a:gd name="connsiteX0" fmla="*/ 19053 w 2392990"/>
                <a:gd name="connsiteY0" fmla="*/ 264371 h 1538656"/>
                <a:gd name="connsiteX1" fmla="*/ 2392990 w 2392990"/>
                <a:gd name="connsiteY1" fmla="*/ 1435946 h 1538656"/>
                <a:gd name="connsiteX2" fmla="*/ 2183440 w 2392990"/>
                <a:gd name="connsiteY2" fmla="*/ 1527800 h 1538656"/>
                <a:gd name="connsiteX3" fmla="*/ 1769602 w 2392990"/>
                <a:gd name="connsiteY3" fmla="*/ 1387498 h 1538656"/>
                <a:gd name="connsiteX4" fmla="*/ 19053 w 2392990"/>
                <a:gd name="connsiteY4" fmla="*/ 264371 h 1538656"/>
                <a:gd name="connsiteX0" fmla="*/ 21359 w 2395296"/>
                <a:gd name="connsiteY0" fmla="*/ 264371 h 1528179"/>
                <a:gd name="connsiteX1" fmla="*/ 2395296 w 2395296"/>
                <a:gd name="connsiteY1" fmla="*/ 1435946 h 1528179"/>
                <a:gd name="connsiteX2" fmla="*/ 2185746 w 2395296"/>
                <a:gd name="connsiteY2" fmla="*/ 1527800 h 1528179"/>
                <a:gd name="connsiteX3" fmla="*/ 1624270 w 2395296"/>
                <a:gd name="connsiteY3" fmla="*/ 1339873 h 1528179"/>
                <a:gd name="connsiteX4" fmla="*/ 21359 w 2395296"/>
                <a:gd name="connsiteY4" fmla="*/ 264371 h 1528179"/>
                <a:gd name="connsiteX0" fmla="*/ 21359 w 2395296"/>
                <a:gd name="connsiteY0" fmla="*/ 264371 h 1527800"/>
                <a:gd name="connsiteX1" fmla="*/ 2395296 w 2395296"/>
                <a:gd name="connsiteY1" fmla="*/ 1435946 h 1527800"/>
                <a:gd name="connsiteX2" fmla="*/ 2185746 w 2395296"/>
                <a:gd name="connsiteY2" fmla="*/ 1527800 h 1527800"/>
                <a:gd name="connsiteX3" fmla="*/ 1624270 w 2395296"/>
                <a:gd name="connsiteY3" fmla="*/ 1339873 h 1527800"/>
                <a:gd name="connsiteX4" fmla="*/ 21359 w 2395296"/>
                <a:gd name="connsiteY4" fmla="*/ 264371 h 1527800"/>
                <a:gd name="connsiteX0" fmla="*/ 29428 w 2403365"/>
                <a:gd name="connsiteY0" fmla="*/ 264371 h 1527800"/>
                <a:gd name="connsiteX1" fmla="*/ 2403365 w 2403365"/>
                <a:gd name="connsiteY1" fmla="*/ 1435946 h 1527800"/>
                <a:gd name="connsiteX2" fmla="*/ 2193815 w 2403365"/>
                <a:gd name="connsiteY2" fmla="*/ 1527800 h 1527800"/>
                <a:gd name="connsiteX3" fmla="*/ 1632339 w 2403365"/>
                <a:gd name="connsiteY3" fmla="*/ 1339873 h 1527800"/>
                <a:gd name="connsiteX4" fmla="*/ 29428 w 2403365"/>
                <a:gd name="connsiteY4" fmla="*/ 264371 h 1527800"/>
                <a:gd name="connsiteX0" fmla="*/ 25283 w 2399220"/>
                <a:gd name="connsiteY0" fmla="*/ 264371 h 1527800"/>
                <a:gd name="connsiteX1" fmla="*/ 2399220 w 2399220"/>
                <a:gd name="connsiteY1" fmla="*/ 1435946 h 1527800"/>
                <a:gd name="connsiteX2" fmla="*/ 2189670 w 2399220"/>
                <a:gd name="connsiteY2" fmla="*/ 1527800 h 1527800"/>
                <a:gd name="connsiteX3" fmla="*/ 1628194 w 2399220"/>
                <a:gd name="connsiteY3" fmla="*/ 1339873 h 1527800"/>
                <a:gd name="connsiteX4" fmla="*/ 25283 w 2399220"/>
                <a:gd name="connsiteY4" fmla="*/ 264371 h 1527800"/>
                <a:gd name="connsiteX0" fmla="*/ 23293 w 2397230"/>
                <a:gd name="connsiteY0" fmla="*/ 264371 h 1527800"/>
                <a:gd name="connsiteX1" fmla="*/ 2397230 w 2397230"/>
                <a:gd name="connsiteY1" fmla="*/ 1435946 h 1527800"/>
                <a:gd name="connsiteX2" fmla="*/ 2187680 w 2397230"/>
                <a:gd name="connsiteY2" fmla="*/ 1527800 h 1527800"/>
                <a:gd name="connsiteX3" fmla="*/ 1626204 w 2397230"/>
                <a:gd name="connsiteY3" fmla="*/ 1339873 h 1527800"/>
                <a:gd name="connsiteX4" fmla="*/ 23293 w 2397230"/>
                <a:gd name="connsiteY4" fmla="*/ 264371 h 1527800"/>
                <a:gd name="connsiteX0" fmla="*/ 23293 w 2397230"/>
                <a:gd name="connsiteY0" fmla="*/ 259044 h 1522473"/>
                <a:gd name="connsiteX1" fmla="*/ 2397230 w 2397230"/>
                <a:gd name="connsiteY1" fmla="*/ 1430619 h 1522473"/>
                <a:gd name="connsiteX2" fmla="*/ 2187680 w 2397230"/>
                <a:gd name="connsiteY2" fmla="*/ 1522473 h 1522473"/>
                <a:gd name="connsiteX3" fmla="*/ 1626204 w 2397230"/>
                <a:gd name="connsiteY3" fmla="*/ 1334546 h 1522473"/>
                <a:gd name="connsiteX4" fmla="*/ 23293 w 2397230"/>
                <a:gd name="connsiteY4" fmla="*/ 259044 h 1522473"/>
                <a:gd name="connsiteX0" fmla="*/ 23293 w 2397230"/>
                <a:gd name="connsiteY0" fmla="*/ 235168 h 1498597"/>
                <a:gd name="connsiteX1" fmla="*/ 2397230 w 2397230"/>
                <a:gd name="connsiteY1" fmla="*/ 1406743 h 1498597"/>
                <a:gd name="connsiteX2" fmla="*/ 2187680 w 2397230"/>
                <a:gd name="connsiteY2" fmla="*/ 1498597 h 1498597"/>
                <a:gd name="connsiteX3" fmla="*/ 1626204 w 2397230"/>
                <a:gd name="connsiteY3" fmla="*/ 1310670 h 1498597"/>
                <a:gd name="connsiteX4" fmla="*/ 23293 w 2397230"/>
                <a:gd name="connsiteY4" fmla="*/ 235168 h 1498597"/>
                <a:gd name="connsiteX0" fmla="*/ 23293 w 2397230"/>
                <a:gd name="connsiteY0" fmla="*/ 251962 h 1515391"/>
                <a:gd name="connsiteX1" fmla="*/ 2397230 w 2397230"/>
                <a:gd name="connsiteY1" fmla="*/ 1423537 h 1515391"/>
                <a:gd name="connsiteX2" fmla="*/ 2187680 w 2397230"/>
                <a:gd name="connsiteY2" fmla="*/ 1515391 h 1515391"/>
                <a:gd name="connsiteX3" fmla="*/ 1626204 w 2397230"/>
                <a:gd name="connsiteY3" fmla="*/ 1327464 h 1515391"/>
                <a:gd name="connsiteX4" fmla="*/ 23293 w 2397230"/>
                <a:gd name="connsiteY4" fmla="*/ 251962 h 1515391"/>
                <a:gd name="connsiteX0" fmla="*/ 23293 w 2397230"/>
                <a:gd name="connsiteY0" fmla="*/ 251962 h 1518566"/>
                <a:gd name="connsiteX1" fmla="*/ 2397230 w 2397230"/>
                <a:gd name="connsiteY1" fmla="*/ 1423537 h 1518566"/>
                <a:gd name="connsiteX2" fmla="*/ 2187680 w 2397230"/>
                <a:gd name="connsiteY2" fmla="*/ 1515391 h 1518566"/>
                <a:gd name="connsiteX3" fmla="*/ 1626204 w 2397230"/>
                <a:gd name="connsiteY3" fmla="*/ 1327464 h 1518566"/>
                <a:gd name="connsiteX4" fmla="*/ 23293 w 2397230"/>
                <a:gd name="connsiteY4" fmla="*/ 251962 h 151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7230" h="1518566">
                  <a:moveTo>
                    <a:pt x="23293" y="251962"/>
                  </a:moveTo>
                  <a:cubicBezTo>
                    <a:pt x="455830" y="-430663"/>
                    <a:pt x="2326643" y="378962"/>
                    <a:pt x="2397230" y="1423537"/>
                  </a:cubicBezTo>
                  <a:cubicBezTo>
                    <a:pt x="2327380" y="1454155"/>
                    <a:pt x="2276580" y="1535573"/>
                    <a:pt x="2187680" y="1515391"/>
                  </a:cubicBezTo>
                  <a:cubicBezTo>
                    <a:pt x="2083782" y="1514460"/>
                    <a:pt x="2072660" y="1423736"/>
                    <a:pt x="1626204" y="1327464"/>
                  </a:cubicBezTo>
                  <a:cubicBezTo>
                    <a:pt x="893998" y="1288342"/>
                    <a:pt x="-171093" y="874918"/>
                    <a:pt x="23293" y="251962"/>
                  </a:cubicBez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42">
              <a:extLst>
                <a:ext uri="{FF2B5EF4-FFF2-40B4-BE49-F238E27FC236}">
                  <a16:creationId xmlns:a16="http://schemas.microsoft.com/office/drawing/2014/main" id="{2A6A2F37-C1D3-8037-E639-227AF44E9D67}"/>
                </a:ext>
              </a:extLst>
            </p:cNvPr>
            <p:cNvSpPr/>
            <p:nvPr/>
          </p:nvSpPr>
          <p:spPr>
            <a:xfrm flipH="1">
              <a:off x="4223767" y="3818326"/>
              <a:ext cx="2397230" cy="1518566"/>
            </a:xfrm>
            <a:custGeom>
              <a:avLst/>
              <a:gdLst>
                <a:gd name="connsiteX0" fmla="*/ 0 w 1135687"/>
                <a:gd name="connsiteY0" fmla="*/ 0 h 787179"/>
                <a:gd name="connsiteX1" fmla="*/ 1135687 w 1135687"/>
                <a:gd name="connsiteY1" fmla="*/ 0 h 787179"/>
                <a:gd name="connsiteX2" fmla="*/ 1135687 w 1135687"/>
                <a:gd name="connsiteY2" fmla="*/ 787179 h 787179"/>
                <a:gd name="connsiteX3" fmla="*/ 0 w 1135687"/>
                <a:gd name="connsiteY3" fmla="*/ 787179 h 787179"/>
                <a:gd name="connsiteX4" fmla="*/ 0 w 1135687"/>
                <a:gd name="connsiteY4" fmla="*/ 0 h 787179"/>
                <a:gd name="connsiteX0" fmla="*/ 0 w 1135687"/>
                <a:gd name="connsiteY0" fmla="*/ 0 h 787179"/>
                <a:gd name="connsiteX1" fmla="*/ 1135687 w 1135687"/>
                <a:gd name="connsiteY1" fmla="*/ 0 h 787179"/>
                <a:gd name="connsiteX2" fmla="*/ 992812 w 1135687"/>
                <a:gd name="connsiteY2" fmla="*/ 739554 h 787179"/>
                <a:gd name="connsiteX3" fmla="*/ 0 w 1135687"/>
                <a:gd name="connsiteY3" fmla="*/ 787179 h 787179"/>
                <a:gd name="connsiteX4" fmla="*/ 0 w 1135687"/>
                <a:gd name="connsiteY4" fmla="*/ 0 h 787179"/>
                <a:gd name="connsiteX0" fmla="*/ 0 w 1202362"/>
                <a:gd name="connsiteY0" fmla="*/ 0 h 787179"/>
                <a:gd name="connsiteX1" fmla="*/ 1202362 w 1202362"/>
                <a:gd name="connsiteY1" fmla="*/ 647700 h 787179"/>
                <a:gd name="connsiteX2" fmla="*/ 992812 w 1202362"/>
                <a:gd name="connsiteY2" fmla="*/ 739554 h 787179"/>
                <a:gd name="connsiteX3" fmla="*/ 0 w 1202362"/>
                <a:gd name="connsiteY3" fmla="*/ 787179 h 787179"/>
                <a:gd name="connsiteX4" fmla="*/ 0 w 1202362"/>
                <a:gd name="connsiteY4" fmla="*/ 0 h 787179"/>
                <a:gd name="connsiteX0" fmla="*/ 0 w 2373937"/>
                <a:gd name="connsiteY0" fmla="*/ 0 h 1311054"/>
                <a:gd name="connsiteX1" fmla="*/ 2373937 w 2373937"/>
                <a:gd name="connsiteY1" fmla="*/ 1171575 h 1311054"/>
                <a:gd name="connsiteX2" fmla="*/ 2164387 w 2373937"/>
                <a:gd name="connsiteY2" fmla="*/ 1263429 h 1311054"/>
                <a:gd name="connsiteX3" fmla="*/ 1171575 w 2373937"/>
                <a:gd name="connsiteY3" fmla="*/ 1311054 h 1311054"/>
                <a:gd name="connsiteX4" fmla="*/ 0 w 2373937"/>
                <a:gd name="connsiteY4" fmla="*/ 0 h 1311054"/>
                <a:gd name="connsiteX0" fmla="*/ 0 w 2373937"/>
                <a:gd name="connsiteY0" fmla="*/ 0 h 1263429"/>
                <a:gd name="connsiteX1" fmla="*/ 2373937 w 2373937"/>
                <a:gd name="connsiteY1" fmla="*/ 1171575 h 1263429"/>
                <a:gd name="connsiteX2" fmla="*/ 2164387 w 2373937"/>
                <a:gd name="connsiteY2" fmla="*/ 1263429 h 1263429"/>
                <a:gd name="connsiteX3" fmla="*/ 0 w 2373937"/>
                <a:gd name="connsiteY3" fmla="*/ 0 h 1263429"/>
                <a:gd name="connsiteX0" fmla="*/ 6207 w 2380144"/>
                <a:gd name="connsiteY0" fmla="*/ 0 h 1263429"/>
                <a:gd name="connsiteX1" fmla="*/ 2380144 w 2380144"/>
                <a:gd name="connsiteY1" fmla="*/ 1171575 h 1263429"/>
                <a:gd name="connsiteX2" fmla="*/ 2170594 w 2380144"/>
                <a:gd name="connsiteY2" fmla="*/ 1263429 h 1263429"/>
                <a:gd name="connsiteX3" fmla="*/ 6207 w 2380144"/>
                <a:gd name="connsiteY3" fmla="*/ 0 h 1263429"/>
                <a:gd name="connsiteX0" fmla="*/ 6207 w 2380144"/>
                <a:gd name="connsiteY0" fmla="*/ 204882 h 1468311"/>
                <a:gd name="connsiteX1" fmla="*/ 2380144 w 2380144"/>
                <a:gd name="connsiteY1" fmla="*/ 1376457 h 1468311"/>
                <a:gd name="connsiteX2" fmla="*/ 2170594 w 2380144"/>
                <a:gd name="connsiteY2" fmla="*/ 1468311 h 1468311"/>
                <a:gd name="connsiteX3" fmla="*/ 6207 w 2380144"/>
                <a:gd name="connsiteY3" fmla="*/ 204882 h 1468311"/>
                <a:gd name="connsiteX0" fmla="*/ 6207 w 2380144"/>
                <a:gd name="connsiteY0" fmla="*/ 264371 h 1527800"/>
                <a:gd name="connsiteX1" fmla="*/ 2380144 w 2380144"/>
                <a:gd name="connsiteY1" fmla="*/ 1435946 h 1527800"/>
                <a:gd name="connsiteX2" fmla="*/ 2170594 w 2380144"/>
                <a:gd name="connsiteY2" fmla="*/ 1527800 h 1527800"/>
                <a:gd name="connsiteX3" fmla="*/ 6207 w 2380144"/>
                <a:gd name="connsiteY3" fmla="*/ 264371 h 1527800"/>
                <a:gd name="connsiteX0" fmla="*/ 5517 w 2379454"/>
                <a:gd name="connsiteY0" fmla="*/ 264371 h 1527800"/>
                <a:gd name="connsiteX1" fmla="*/ 2379454 w 2379454"/>
                <a:gd name="connsiteY1" fmla="*/ 1435946 h 1527800"/>
                <a:gd name="connsiteX2" fmla="*/ 2169904 w 2379454"/>
                <a:gd name="connsiteY2" fmla="*/ 1527800 h 1527800"/>
                <a:gd name="connsiteX3" fmla="*/ 5517 w 2379454"/>
                <a:gd name="connsiteY3" fmla="*/ 264371 h 1527800"/>
                <a:gd name="connsiteX0" fmla="*/ 26518 w 2400455"/>
                <a:gd name="connsiteY0" fmla="*/ 264371 h 1527800"/>
                <a:gd name="connsiteX1" fmla="*/ 2400455 w 2400455"/>
                <a:gd name="connsiteY1" fmla="*/ 1435946 h 1527800"/>
                <a:gd name="connsiteX2" fmla="*/ 2190905 w 2400455"/>
                <a:gd name="connsiteY2" fmla="*/ 1527800 h 1527800"/>
                <a:gd name="connsiteX3" fmla="*/ 26518 w 2400455"/>
                <a:gd name="connsiteY3" fmla="*/ 264371 h 1527800"/>
                <a:gd name="connsiteX0" fmla="*/ 31101 w 2405038"/>
                <a:gd name="connsiteY0" fmla="*/ 264371 h 1527800"/>
                <a:gd name="connsiteX1" fmla="*/ 2405038 w 2405038"/>
                <a:gd name="connsiteY1" fmla="*/ 1435946 h 1527800"/>
                <a:gd name="connsiteX2" fmla="*/ 2195488 w 2405038"/>
                <a:gd name="connsiteY2" fmla="*/ 1527800 h 1527800"/>
                <a:gd name="connsiteX3" fmla="*/ 31101 w 2405038"/>
                <a:gd name="connsiteY3" fmla="*/ 264371 h 1527800"/>
                <a:gd name="connsiteX0" fmla="*/ 5166 w 2379103"/>
                <a:gd name="connsiteY0" fmla="*/ 264371 h 1538656"/>
                <a:gd name="connsiteX1" fmla="*/ 2379103 w 2379103"/>
                <a:gd name="connsiteY1" fmla="*/ 1435946 h 1538656"/>
                <a:gd name="connsiteX2" fmla="*/ 2169553 w 2379103"/>
                <a:gd name="connsiteY2" fmla="*/ 1527800 h 1538656"/>
                <a:gd name="connsiteX3" fmla="*/ 1755715 w 2379103"/>
                <a:gd name="connsiteY3" fmla="*/ 1387498 h 1538656"/>
                <a:gd name="connsiteX4" fmla="*/ 5166 w 2379103"/>
                <a:gd name="connsiteY4" fmla="*/ 264371 h 1538656"/>
                <a:gd name="connsiteX0" fmla="*/ 15028 w 2388965"/>
                <a:gd name="connsiteY0" fmla="*/ 264371 h 1538656"/>
                <a:gd name="connsiteX1" fmla="*/ 2388965 w 2388965"/>
                <a:gd name="connsiteY1" fmla="*/ 1435946 h 1538656"/>
                <a:gd name="connsiteX2" fmla="*/ 2179415 w 2388965"/>
                <a:gd name="connsiteY2" fmla="*/ 1527800 h 1538656"/>
                <a:gd name="connsiteX3" fmla="*/ 1765577 w 2388965"/>
                <a:gd name="connsiteY3" fmla="*/ 1387498 h 1538656"/>
                <a:gd name="connsiteX4" fmla="*/ 15028 w 2388965"/>
                <a:gd name="connsiteY4" fmla="*/ 264371 h 1538656"/>
                <a:gd name="connsiteX0" fmla="*/ 19053 w 2392990"/>
                <a:gd name="connsiteY0" fmla="*/ 264371 h 1538656"/>
                <a:gd name="connsiteX1" fmla="*/ 2392990 w 2392990"/>
                <a:gd name="connsiteY1" fmla="*/ 1435946 h 1538656"/>
                <a:gd name="connsiteX2" fmla="*/ 2183440 w 2392990"/>
                <a:gd name="connsiteY2" fmla="*/ 1527800 h 1538656"/>
                <a:gd name="connsiteX3" fmla="*/ 1769602 w 2392990"/>
                <a:gd name="connsiteY3" fmla="*/ 1387498 h 1538656"/>
                <a:gd name="connsiteX4" fmla="*/ 19053 w 2392990"/>
                <a:gd name="connsiteY4" fmla="*/ 264371 h 1538656"/>
                <a:gd name="connsiteX0" fmla="*/ 21359 w 2395296"/>
                <a:gd name="connsiteY0" fmla="*/ 264371 h 1528179"/>
                <a:gd name="connsiteX1" fmla="*/ 2395296 w 2395296"/>
                <a:gd name="connsiteY1" fmla="*/ 1435946 h 1528179"/>
                <a:gd name="connsiteX2" fmla="*/ 2185746 w 2395296"/>
                <a:gd name="connsiteY2" fmla="*/ 1527800 h 1528179"/>
                <a:gd name="connsiteX3" fmla="*/ 1624270 w 2395296"/>
                <a:gd name="connsiteY3" fmla="*/ 1339873 h 1528179"/>
                <a:gd name="connsiteX4" fmla="*/ 21359 w 2395296"/>
                <a:gd name="connsiteY4" fmla="*/ 264371 h 1528179"/>
                <a:gd name="connsiteX0" fmla="*/ 21359 w 2395296"/>
                <a:gd name="connsiteY0" fmla="*/ 264371 h 1527800"/>
                <a:gd name="connsiteX1" fmla="*/ 2395296 w 2395296"/>
                <a:gd name="connsiteY1" fmla="*/ 1435946 h 1527800"/>
                <a:gd name="connsiteX2" fmla="*/ 2185746 w 2395296"/>
                <a:gd name="connsiteY2" fmla="*/ 1527800 h 1527800"/>
                <a:gd name="connsiteX3" fmla="*/ 1624270 w 2395296"/>
                <a:gd name="connsiteY3" fmla="*/ 1339873 h 1527800"/>
                <a:gd name="connsiteX4" fmla="*/ 21359 w 2395296"/>
                <a:gd name="connsiteY4" fmla="*/ 264371 h 1527800"/>
                <a:gd name="connsiteX0" fmla="*/ 29428 w 2403365"/>
                <a:gd name="connsiteY0" fmla="*/ 264371 h 1527800"/>
                <a:gd name="connsiteX1" fmla="*/ 2403365 w 2403365"/>
                <a:gd name="connsiteY1" fmla="*/ 1435946 h 1527800"/>
                <a:gd name="connsiteX2" fmla="*/ 2193815 w 2403365"/>
                <a:gd name="connsiteY2" fmla="*/ 1527800 h 1527800"/>
                <a:gd name="connsiteX3" fmla="*/ 1632339 w 2403365"/>
                <a:gd name="connsiteY3" fmla="*/ 1339873 h 1527800"/>
                <a:gd name="connsiteX4" fmla="*/ 29428 w 2403365"/>
                <a:gd name="connsiteY4" fmla="*/ 264371 h 1527800"/>
                <a:gd name="connsiteX0" fmla="*/ 25283 w 2399220"/>
                <a:gd name="connsiteY0" fmla="*/ 264371 h 1527800"/>
                <a:gd name="connsiteX1" fmla="*/ 2399220 w 2399220"/>
                <a:gd name="connsiteY1" fmla="*/ 1435946 h 1527800"/>
                <a:gd name="connsiteX2" fmla="*/ 2189670 w 2399220"/>
                <a:gd name="connsiteY2" fmla="*/ 1527800 h 1527800"/>
                <a:gd name="connsiteX3" fmla="*/ 1628194 w 2399220"/>
                <a:gd name="connsiteY3" fmla="*/ 1339873 h 1527800"/>
                <a:gd name="connsiteX4" fmla="*/ 25283 w 2399220"/>
                <a:gd name="connsiteY4" fmla="*/ 264371 h 1527800"/>
                <a:gd name="connsiteX0" fmla="*/ 23293 w 2397230"/>
                <a:gd name="connsiteY0" fmla="*/ 264371 h 1527800"/>
                <a:gd name="connsiteX1" fmla="*/ 2397230 w 2397230"/>
                <a:gd name="connsiteY1" fmla="*/ 1435946 h 1527800"/>
                <a:gd name="connsiteX2" fmla="*/ 2187680 w 2397230"/>
                <a:gd name="connsiteY2" fmla="*/ 1527800 h 1527800"/>
                <a:gd name="connsiteX3" fmla="*/ 1626204 w 2397230"/>
                <a:gd name="connsiteY3" fmla="*/ 1339873 h 1527800"/>
                <a:gd name="connsiteX4" fmla="*/ 23293 w 2397230"/>
                <a:gd name="connsiteY4" fmla="*/ 264371 h 1527800"/>
                <a:gd name="connsiteX0" fmla="*/ 23293 w 2397230"/>
                <a:gd name="connsiteY0" fmla="*/ 259044 h 1522473"/>
                <a:gd name="connsiteX1" fmla="*/ 2397230 w 2397230"/>
                <a:gd name="connsiteY1" fmla="*/ 1430619 h 1522473"/>
                <a:gd name="connsiteX2" fmla="*/ 2187680 w 2397230"/>
                <a:gd name="connsiteY2" fmla="*/ 1522473 h 1522473"/>
                <a:gd name="connsiteX3" fmla="*/ 1626204 w 2397230"/>
                <a:gd name="connsiteY3" fmla="*/ 1334546 h 1522473"/>
                <a:gd name="connsiteX4" fmla="*/ 23293 w 2397230"/>
                <a:gd name="connsiteY4" fmla="*/ 259044 h 1522473"/>
                <a:gd name="connsiteX0" fmla="*/ 23293 w 2397230"/>
                <a:gd name="connsiteY0" fmla="*/ 235168 h 1498597"/>
                <a:gd name="connsiteX1" fmla="*/ 2397230 w 2397230"/>
                <a:gd name="connsiteY1" fmla="*/ 1406743 h 1498597"/>
                <a:gd name="connsiteX2" fmla="*/ 2187680 w 2397230"/>
                <a:gd name="connsiteY2" fmla="*/ 1498597 h 1498597"/>
                <a:gd name="connsiteX3" fmla="*/ 1626204 w 2397230"/>
                <a:gd name="connsiteY3" fmla="*/ 1310670 h 1498597"/>
                <a:gd name="connsiteX4" fmla="*/ 23293 w 2397230"/>
                <a:gd name="connsiteY4" fmla="*/ 235168 h 1498597"/>
                <a:gd name="connsiteX0" fmla="*/ 23293 w 2397230"/>
                <a:gd name="connsiteY0" fmla="*/ 251962 h 1515391"/>
                <a:gd name="connsiteX1" fmla="*/ 2397230 w 2397230"/>
                <a:gd name="connsiteY1" fmla="*/ 1423537 h 1515391"/>
                <a:gd name="connsiteX2" fmla="*/ 2187680 w 2397230"/>
                <a:gd name="connsiteY2" fmla="*/ 1515391 h 1515391"/>
                <a:gd name="connsiteX3" fmla="*/ 1626204 w 2397230"/>
                <a:gd name="connsiteY3" fmla="*/ 1327464 h 1515391"/>
                <a:gd name="connsiteX4" fmla="*/ 23293 w 2397230"/>
                <a:gd name="connsiteY4" fmla="*/ 251962 h 1515391"/>
                <a:gd name="connsiteX0" fmla="*/ 23293 w 2397230"/>
                <a:gd name="connsiteY0" fmla="*/ 251962 h 1518566"/>
                <a:gd name="connsiteX1" fmla="*/ 2397230 w 2397230"/>
                <a:gd name="connsiteY1" fmla="*/ 1423537 h 1518566"/>
                <a:gd name="connsiteX2" fmla="*/ 2187680 w 2397230"/>
                <a:gd name="connsiteY2" fmla="*/ 1515391 h 1518566"/>
                <a:gd name="connsiteX3" fmla="*/ 1626204 w 2397230"/>
                <a:gd name="connsiteY3" fmla="*/ 1327464 h 1518566"/>
                <a:gd name="connsiteX4" fmla="*/ 23293 w 2397230"/>
                <a:gd name="connsiteY4" fmla="*/ 251962 h 151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7230" h="1518566">
                  <a:moveTo>
                    <a:pt x="23293" y="251962"/>
                  </a:moveTo>
                  <a:cubicBezTo>
                    <a:pt x="455830" y="-430663"/>
                    <a:pt x="2326643" y="378962"/>
                    <a:pt x="2397230" y="1423537"/>
                  </a:cubicBezTo>
                  <a:cubicBezTo>
                    <a:pt x="2327380" y="1454155"/>
                    <a:pt x="2276580" y="1535573"/>
                    <a:pt x="2187680" y="1515391"/>
                  </a:cubicBezTo>
                  <a:cubicBezTo>
                    <a:pt x="2083782" y="1514460"/>
                    <a:pt x="2072660" y="1423736"/>
                    <a:pt x="1626204" y="1327464"/>
                  </a:cubicBezTo>
                  <a:cubicBezTo>
                    <a:pt x="893998" y="1288342"/>
                    <a:pt x="-171093" y="874918"/>
                    <a:pt x="23293" y="251962"/>
                  </a:cubicBez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38">
              <a:extLst>
                <a:ext uri="{FF2B5EF4-FFF2-40B4-BE49-F238E27FC236}">
                  <a16:creationId xmlns:a16="http://schemas.microsoft.com/office/drawing/2014/main" id="{42E14C47-0177-B497-6FC5-CFFD16C98F87}"/>
                </a:ext>
              </a:extLst>
            </p:cNvPr>
            <p:cNvSpPr/>
            <p:nvPr/>
          </p:nvSpPr>
          <p:spPr>
            <a:xfrm>
              <a:off x="3043870" y="4168361"/>
              <a:ext cx="1063310" cy="595021"/>
            </a:xfrm>
            <a:custGeom>
              <a:avLst/>
              <a:gdLst>
                <a:gd name="connsiteX0" fmla="*/ 0 w 674690"/>
                <a:gd name="connsiteY0" fmla="*/ 0 h 726219"/>
                <a:gd name="connsiteX1" fmla="*/ 674690 w 674690"/>
                <a:gd name="connsiteY1" fmla="*/ 0 h 726219"/>
                <a:gd name="connsiteX2" fmla="*/ 674690 w 674690"/>
                <a:gd name="connsiteY2" fmla="*/ 726219 h 726219"/>
                <a:gd name="connsiteX3" fmla="*/ 0 w 674690"/>
                <a:gd name="connsiteY3" fmla="*/ 726219 h 726219"/>
                <a:gd name="connsiteX4" fmla="*/ 0 w 674690"/>
                <a:gd name="connsiteY4" fmla="*/ 0 h 726219"/>
                <a:gd name="connsiteX0" fmla="*/ 0 w 834710"/>
                <a:gd name="connsiteY0" fmla="*/ 0 h 855759"/>
                <a:gd name="connsiteX1" fmla="*/ 834710 w 834710"/>
                <a:gd name="connsiteY1" fmla="*/ 129540 h 855759"/>
                <a:gd name="connsiteX2" fmla="*/ 834710 w 834710"/>
                <a:gd name="connsiteY2" fmla="*/ 855759 h 855759"/>
                <a:gd name="connsiteX3" fmla="*/ 160020 w 834710"/>
                <a:gd name="connsiteY3" fmla="*/ 855759 h 855759"/>
                <a:gd name="connsiteX4" fmla="*/ 0 w 834710"/>
                <a:gd name="connsiteY4" fmla="*/ 0 h 855759"/>
                <a:gd name="connsiteX0" fmla="*/ 60960 w 895670"/>
                <a:gd name="connsiteY0" fmla="*/ 0 h 855759"/>
                <a:gd name="connsiteX1" fmla="*/ 895670 w 895670"/>
                <a:gd name="connsiteY1" fmla="*/ 129540 h 855759"/>
                <a:gd name="connsiteX2" fmla="*/ 895670 w 895670"/>
                <a:gd name="connsiteY2" fmla="*/ 855759 h 855759"/>
                <a:gd name="connsiteX3" fmla="*/ 0 w 895670"/>
                <a:gd name="connsiteY3" fmla="*/ 756699 h 855759"/>
                <a:gd name="connsiteX4" fmla="*/ 60960 w 895670"/>
                <a:gd name="connsiteY4" fmla="*/ 0 h 855759"/>
                <a:gd name="connsiteX0" fmla="*/ 60960 w 1040450"/>
                <a:gd name="connsiteY0" fmla="*/ 0 h 756699"/>
                <a:gd name="connsiteX1" fmla="*/ 895670 w 1040450"/>
                <a:gd name="connsiteY1" fmla="*/ 129540 h 756699"/>
                <a:gd name="connsiteX2" fmla="*/ 1040450 w 1040450"/>
                <a:gd name="connsiteY2" fmla="*/ 741459 h 756699"/>
                <a:gd name="connsiteX3" fmla="*/ 0 w 1040450"/>
                <a:gd name="connsiteY3" fmla="*/ 756699 h 756699"/>
                <a:gd name="connsiteX4" fmla="*/ 60960 w 1040450"/>
                <a:gd name="connsiteY4" fmla="*/ 0 h 756699"/>
                <a:gd name="connsiteX0" fmla="*/ 60960 w 1040450"/>
                <a:gd name="connsiteY0" fmla="*/ 22860 h 779559"/>
                <a:gd name="connsiteX1" fmla="*/ 971870 w 1040450"/>
                <a:gd name="connsiteY1" fmla="*/ 0 h 779559"/>
                <a:gd name="connsiteX2" fmla="*/ 1040450 w 1040450"/>
                <a:gd name="connsiteY2" fmla="*/ 764319 h 779559"/>
                <a:gd name="connsiteX3" fmla="*/ 0 w 1040450"/>
                <a:gd name="connsiteY3" fmla="*/ 779559 h 779559"/>
                <a:gd name="connsiteX4" fmla="*/ 60960 w 1040450"/>
                <a:gd name="connsiteY4" fmla="*/ 22860 h 779559"/>
                <a:gd name="connsiteX0" fmla="*/ 60960 w 1040450"/>
                <a:gd name="connsiteY0" fmla="*/ 22860 h 779559"/>
                <a:gd name="connsiteX1" fmla="*/ 971870 w 1040450"/>
                <a:gd name="connsiteY1" fmla="*/ 0 h 779559"/>
                <a:gd name="connsiteX2" fmla="*/ 1040450 w 1040450"/>
                <a:gd name="connsiteY2" fmla="*/ 764319 h 779559"/>
                <a:gd name="connsiteX3" fmla="*/ 0 w 1040450"/>
                <a:gd name="connsiteY3" fmla="*/ 779559 h 779559"/>
                <a:gd name="connsiteX4" fmla="*/ 60960 w 1040450"/>
                <a:gd name="connsiteY4" fmla="*/ 22860 h 779559"/>
                <a:gd name="connsiteX0" fmla="*/ 60960 w 1040450"/>
                <a:gd name="connsiteY0" fmla="*/ 22860 h 779559"/>
                <a:gd name="connsiteX1" fmla="*/ 971870 w 1040450"/>
                <a:gd name="connsiteY1" fmla="*/ 0 h 779559"/>
                <a:gd name="connsiteX2" fmla="*/ 1040450 w 1040450"/>
                <a:gd name="connsiteY2" fmla="*/ 764319 h 779559"/>
                <a:gd name="connsiteX3" fmla="*/ 0 w 1040450"/>
                <a:gd name="connsiteY3" fmla="*/ 779559 h 779559"/>
                <a:gd name="connsiteX4" fmla="*/ 60960 w 1040450"/>
                <a:gd name="connsiteY4" fmla="*/ 22860 h 779559"/>
                <a:gd name="connsiteX0" fmla="*/ 83820 w 1063310"/>
                <a:gd name="connsiteY0" fmla="*/ 22860 h 779559"/>
                <a:gd name="connsiteX1" fmla="*/ 994730 w 1063310"/>
                <a:gd name="connsiteY1" fmla="*/ 0 h 779559"/>
                <a:gd name="connsiteX2" fmla="*/ 1063310 w 1063310"/>
                <a:gd name="connsiteY2" fmla="*/ 764319 h 779559"/>
                <a:gd name="connsiteX3" fmla="*/ 0 w 1063310"/>
                <a:gd name="connsiteY3" fmla="*/ 779559 h 779559"/>
                <a:gd name="connsiteX4" fmla="*/ 83820 w 1063310"/>
                <a:gd name="connsiteY4" fmla="*/ 22860 h 779559"/>
                <a:gd name="connsiteX0" fmla="*/ 83820 w 1063310"/>
                <a:gd name="connsiteY0" fmla="*/ 22860 h 779559"/>
                <a:gd name="connsiteX1" fmla="*/ 994730 w 1063310"/>
                <a:gd name="connsiteY1" fmla="*/ 0 h 779559"/>
                <a:gd name="connsiteX2" fmla="*/ 1063310 w 1063310"/>
                <a:gd name="connsiteY2" fmla="*/ 764319 h 779559"/>
                <a:gd name="connsiteX3" fmla="*/ 0 w 1063310"/>
                <a:gd name="connsiteY3" fmla="*/ 779559 h 779559"/>
                <a:gd name="connsiteX4" fmla="*/ 83820 w 1063310"/>
                <a:gd name="connsiteY4" fmla="*/ 22860 h 779559"/>
                <a:gd name="connsiteX0" fmla="*/ 45720 w 1063310"/>
                <a:gd name="connsiteY0" fmla="*/ 0 h 787179"/>
                <a:gd name="connsiteX1" fmla="*/ 994730 w 1063310"/>
                <a:gd name="connsiteY1" fmla="*/ 7620 h 787179"/>
                <a:gd name="connsiteX2" fmla="*/ 1063310 w 1063310"/>
                <a:gd name="connsiteY2" fmla="*/ 771939 h 787179"/>
                <a:gd name="connsiteX3" fmla="*/ 0 w 1063310"/>
                <a:gd name="connsiteY3" fmla="*/ 787179 h 787179"/>
                <a:gd name="connsiteX4" fmla="*/ 45720 w 1063310"/>
                <a:gd name="connsiteY4" fmla="*/ 0 h 787179"/>
                <a:gd name="connsiteX0" fmla="*/ 45720 w 1063310"/>
                <a:gd name="connsiteY0" fmla="*/ 0 h 787179"/>
                <a:gd name="connsiteX1" fmla="*/ 994730 w 1063310"/>
                <a:gd name="connsiteY1" fmla="*/ 7620 h 787179"/>
                <a:gd name="connsiteX2" fmla="*/ 1063310 w 1063310"/>
                <a:gd name="connsiteY2" fmla="*/ 771939 h 787179"/>
                <a:gd name="connsiteX3" fmla="*/ 0 w 1063310"/>
                <a:gd name="connsiteY3" fmla="*/ 787179 h 787179"/>
                <a:gd name="connsiteX4" fmla="*/ 45720 w 1063310"/>
                <a:gd name="connsiteY4" fmla="*/ 0 h 787179"/>
                <a:gd name="connsiteX0" fmla="*/ 0 w 1063310"/>
                <a:gd name="connsiteY0" fmla="*/ 787179 h 908149"/>
                <a:gd name="connsiteX1" fmla="*/ 45720 w 1063310"/>
                <a:gd name="connsiteY1" fmla="*/ 0 h 908149"/>
                <a:gd name="connsiteX2" fmla="*/ 994730 w 1063310"/>
                <a:gd name="connsiteY2" fmla="*/ 7620 h 908149"/>
                <a:gd name="connsiteX3" fmla="*/ 1063310 w 1063310"/>
                <a:gd name="connsiteY3" fmla="*/ 771939 h 908149"/>
                <a:gd name="connsiteX4" fmla="*/ 91440 w 1063310"/>
                <a:gd name="connsiteY4" fmla="*/ 908149 h 908149"/>
                <a:gd name="connsiteX0" fmla="*/ 0 w 1063310"/>
                <a:gd name="connsiteY0" fmla="*/ 787179 h 787179"/>
                <a:gd name="connsiteX1" fmla="*/ 45720 w 1063310"/>
                <a:gd name="connsiteY1" fmla="*/ 0 h 787179"/>
                <a:gd name="connsiteX2" fmla="*/ 994730 w 1063310"/>
                <a:gd name="connsiteY2" fmla="*/ 7620 h 787179"/>
                <a:gd name="connsiteX3" fmla="*/ 1063310 w 1063310"/>
                <a:gd name="connsiteY3" fmla="*/ 771939 h 78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3310" h="787179">
                  <a:moveTo>
                    <a:pt x="0" y="787179"/>
                  </a:moveTo>
                  <a:cubicBezTo>
                    <a:pt x="127000" y="557806"/>
                    <a:pt x="116840" y="236993"/>
                    <a:pt x="45720" y="0"/>
                  </a:cubicBezTo>
                  <a:lnTo>
                    <a:pt x="994730" y="7620"/>
                  </a:lnTo>
                  <a:cubicBezTo>
                    <a:pt x="933770" y="452893"/>
                    <a:pt x="987110" y="585746"/>
                    <a:pt x="1063310" y="771939"/>
                  </a:cubicBezTo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FC898EC4-AD81-433E-2567-DC4F0551A5C4}"/>
                </a:ext>
              </a:extLst>
            </p:cNvPr>
            <p:cNvSpPr/>
            <p:nvPr/>
          </p:nvSpPr>
          <p:spPr>
            <a:xfrm>
              <a:off x="2473659" y="4772308"/>
              <a:ext cx="2188675" cy="2150336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43">
              <a:extLst>
                <a:ext uri="{FF2B5EF4-FFF2-40B4-BE49-F238E27FC236}">
                  <a16:creationId xmlns:a16="http://schemas.microsoft.com/office/drawing/2014/main" id="{A8EE7275-05BE-ABC1-5465-5A6D6BBA292D}"/>
                </a:ext>
              </a:extLst>
            </p:cNvPr>
            <p:cNvSpPr/>
            <p:nvPr/>
          </p:nvSpPr>
          <p:spPr>
            <a:xfrm>
              <a:off x="1687081" y="6166069"/>
              <a:ext cx="1384732" cy="1127772"/>
            </a:xfrm>
            <a:custGeom>
              <a:avLst/>
              <a:gdLst>
                <a:gd name="connsiteX0" fmla="*/ 0 w 580729"/>
                <a:gd name="connsiteY0" fmla="*/ 0 h 483955"/>
                <a:gd name="connsiteX1" fmla="*/ 580729 w 580729"/>
                <a:gd name="connsiteY1" fmla="*/ 0 h 483955"/>
                <a:gd name="connsiteX2" fmla="*/ 580729 w 580729"/>
                <a:gd name="connsiteY2" fmla="*/ 483955 h 483955"/>
                <a:gd name="connsiteX3" fmla="*/ 0 w 580729"/>
                <a:gd name="connsiteY3" fmla="*/ 483955 h 483955"/>
                <a:gd name="connsiteX4" fmla="*/ 0 w 580729"/>
                <a:gd name="connsiteY4" fmla="*/ 0 h 483955"/>
                <a:gd name="connsiteX0" fmla="*/ 0 w 580729"/>
                <a:gd name="connsiteY0" fmla="*/ 127000 h 610955"/>
                <a:gd name="connsiteX1" fmla="*/ 301329 w 580729"/>
                <a:gd name="connsiteY1" fmla="*/ 0 h 610955"/>
                <a:gd name="connsiteX2" fmla="*/ 580729 w 580729"/>
                <a:gd name="connsiteY2" fmla="*/ 610955 h 610955"/>
                <a:gd name="connsiteX3" fmla="*/ 0 w 580729"/>
                <a:gd name="connsiteY3" fmla="*/ 610955 h 610955"/>
                <a:gd name="connsiteX4" fmla="*/ 0 w 580729"/>
                <a:gd name="connsiteY4" fmla="*/ 127000 h 610955"/>
                <a:gd name="connsiteX0" fmla="*/ 0 w 1444329"/>
                <a:gd name="connsiteY0" fmla="*/ 977900 h 977900"/>
                <a:gd name="connsiteX1" fmla="*/ 1164929 w 1444329"/>
                <a:gd name="connsiteY1" fmla="*/ 0 h 977900"/>
                <a:gd name="connsiteX2" fmla="*/ 1444329 w 1444329"/>
                <a:gd name="connsiteY2" fmla="*/ 610955 h 977900"/>
                <a:gd name="connsiteX3" fmla="*/ 863600 w 1444329"/>
                <a:gd name="connsiteY3" fmla="*/ 610955 h 977900"/>
                <a:gd name="connsiteX4" fmla="*/ 0 w 1444329"/>
                <a:gd name="connsiteY4" fmla="*/ 977900 h 977900"/>
                <a:gd name="connsiteX0" fmla="*/ 0 w 1444329"/>
                <a:gd name="connsiteY0" fmla="*/ 977900 h 977900"/>
                <a:gd name="connsiteX1" fmla="*/ 1164929 w 1444329"/>
                <a:gd name="connsiteY1" fmla="*/ 0 h 977900"/>
                <a:gd name="connsiteX2" fmla="*/ 1444329 w 1444329"/>
                <a:gd name="connsiteY2" fmla="*/ 610955 h 977900"/>
                <a:gd name="connsiteX3" fmla="*/ 0 w 1444329"/>
                <a:gd name="connsiteY3" fmla="*/ 977900 h 977900"/>
                <a:gd name="connsiteX0" fmla="*/ 187150 w 1631479"/>
                <a:gd name="connsiteY0" fmla="*/ 977900 h 977900"/>
                <a:gd name="connsiteX1" fmla="*/ 1352079 w 1631479"/>
                <a:gd name="connsiteY1" fmla="*/ 0 h 977900"/>
                <a:gd name="connsiteX2" fmla="*/ 1631479 w 1631479"/>
                <a:gd name="connsiteY2" fmla="*/ 610955 h 977900"/>
                <a:gd name="connsiteX3" fmla="*/ 187150 w 1631479"/>
                <a:gd name="connsiteY3" fmla="*/ 977900 h 977900"/>
                <a:gd name="connsiteX0" fmla="*/ 189349 w 1633678"/>
                <a:gd name="connsiteY0" fmla="*/ 999443 h 999443"/>
                <a:gd name="connsiteX1" fmla="*/ 1354278 w 1633678"/>
                <a:gd name="connsiteY1" fmla="*/ 21543 h 999443"/>
                <a:gd name="connsiteX2" fmla="*/ 1633678 w 1633678"/>
                <a:gd name="connsiteY2" fmla="*/ 632498 h 999443"/>
                <a:gd name="connsiteX3" fmla="*/ 189349 w 1633678"/>
                <a:gd name="connsiteY3" fmla="*/ 999443 h 999443"/>
                <a:gd name="connsiteX0" fmla="*/ 189349 w 1354278"/>
                <a:gd name="connsiteY0" fmla="*/ 999443 h 999443"/>
                <a:gd name="connsiteX1" fmla="*/ 1354278 w 1354278"/>
                <a:gd name="connsiteY1" fmla="*/ 21543 h 999443"/>
                <a:gd name="connsiteX2" fmla="*/ 189349 w 1354278"/>
                <a:gd name="connsiteY2" fmla="*/ 999443 h 999443"/>
                <a:gd name="connsiteX0" fmla="*/ 189349 w 1372048"/>
                <a:gd name="connsiteY0" fmla="*/ 999443 h 999443"/>
                <a:gd name="connsiteX1" fmla="*/ 1354278 w 1372048"/>
                <a:gd name="connsiteY1" fmla="*/ 21543 h 999443"/>
                <a:gd name="connsiteX2" fmla="*/ 189349 w 1372048"/>
                <a:gd name="connsiteY2" fmla="*/ 999443 h 999443"/>
                <a:gd name="connsiteX0" fmla="*/ 189349 w 1375763"/>
                <a:gd name="connsiteY0" fmla="*/ 999443 h 1129420"/>
                <a:gd name="connsiteX1" fmla="*/ 1354278 w 1375763"/>
                <a:gd name="connsiteY1" fmla="*/ 21543 h 1129420"/>
                <a:gd name="connsiteX2" fmla="*/ 189349 w 1375763"/>
                <a:gd name="connsiteY2" fmla="*/ 999443 h 1129420"/>
                <a:gd name="connsiteX0" fmla="*/ 189349 w 1406187"/>
                <a:gd name="connsiteY0" fmla="*/ 999443 h 1110312"/>
                <a:gd name="connsiteX1" fmla="*/ 1354278 w 1406187"/>
                <a:gd name="connsiteY1" fmla="*/ 21543 h 1110312"/>
                <a:gd name="connsiteX2" fmla="*/ 189349 w 1406187"/>
                <a:gd name="connsiteY2" fmla="*/ 999443 h 1110312"/>
                <a:gd name="connsiteX0" fmla="*/ 171081 w 1387919"/>
                <a:gd name="connsiteY0" fmla="*/ 1021078 h 1131947"/>
                <a:gd name="connsiteX1" fmla="*/ 1336010 w 1387919"/>
                <a:gd name="connsiteY1" fmla="*/ 43178 h 1131947"/>
                <a:gd name="connsiteX2" fmla="*/ 171081 w 1387919"/>
                <a:gd name="connsiteY2" fmla="*/ 1021078 h 1131947"/>
                <a:gd name="connsiteX0" fmla="*/ 167894 w 1384732"/>
                <a:gd name="connsiteY0" fmla="*/ 1016903 h 1127772"/>
                <a:gd name="connsiteX1" fmla="*/ 1332823 w 1384732"/>
                <a:gd name="connsiteY1" fmla="*/ 39003 h 1127772"/>
                <a:gd name="connsiteX2" fmla="*/ 167894 w 1384732"/>
                <a:gd name="connsiteY2" fmla="*/ 1016903 h 112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84732" h="1127772">
                  <a:moveTo>
                    <a:pt x="167894" y="1016903"/>
                  </a:moveTo>
                  <a:cubicBezTo>
                    <a:pt x="-535996" y="297236"/>
                    <a:pt x="1192163" y="-136680"/>
                    <a:pt x="1332823" y="39003"/>
                  </a:cubicBezTo>
                  <a:cubicBezTo>
                    <a:pt x="1604913" y="371320"/>
                    <a:pt x="746704" y="1478336"/>
                    <a:pt x="167894" y="1016903"/>
                  </a:cubicBez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43">
              <a:extLst>
                <a:ext uri="{FF2B5EF4-FFF2-40B4-BE49-F238E27FC236}">
                  <a16:creationId xmlns:a16="http://schemas.microsoft.com/office/drawing/2014/main" id="{96F3A7C3-4EC0-0C5A-5699-363D83FAF248}"/>
                </a:ext>
              </a:extLst>
            </p:cNvPr>
            <p:cNvSpPr/>
            <p:nvPr/>
          </p:nvSpPr>
          <p:spPr>
            <a:xfrm flipH="1">
              <a:off x="4107180" y="6162134"/>
              <a:ext cx="1384732" cy="1127772"/>
            </a:xfrm>
            <a:custGeom>
              <a:avLst/>
              <a:gdLst>
                <a:gd name="connsiteX0" fmla="*/ 0 w 580729"/>
                <a:gd name="connsiteY0" fmla="*/ 0 h 483955"/>
                <a:gd name="connsiteX1" fmla="*/ 580729 w 580729"/>
                <a:gd name="connsiteY1" fmla="*/ 0 h 483955"/>
                <a:gd name="connsiteX2" fmla="*/ 580729 w 580729"/>
                <a:gd name="connsiteY2" fmla="*/ 483955 h 483955"/>
                <a:gd name="connsiteX3" fmla="*/ 0 w 580729"/>
                <a:gd name="connsiteY3" fmla="*/ 483955 h 483955"/>
                <a:gd name="connsiteX4" fmla="*/ 0 w 580729"/>
                <a:gd name="connsiteY4" fmla="*/ 0 h 483955"/>
                <a:gd name="connsiteX0" fmla="*/ 0 w 580729"/>
                <a:gd name="connsiteY0" fmla="*/ 127000 h 610955"/>
                <a:gd name="connsiteX1" fmla="*/ 301329 w 580729"/>
                <a:gd name="connsiteY1" fmla="*/ 0 h 610955"/>
                <a:gd name="connsiteX2" fmla="*/ 580729 w 580729"/>
                <a:gd name="connsiteY2" fmla="*/ 610955 h 610955"/>
                <a:gd name="connsiteX3" fmla="*/ 0 w 580729"/>
                <a:gd name="connsiteY3" fmla="*/ 610955 h 610955"/>
                <a:gd name="connsiteX4" fmla="*/ 0 w 580729"/>
                <a:gd name="connsiteY4" fmla="*/ 127000 h 610955"/>
                <a:gd name="connsiteX0" fmla="*/ 0 w 1444329"/>
                <a:gd name="connsiteY0" fmla="*/ 977900 h 977900"/>
                <a:gd name="connsiteX1" fmla="*/ 1164929 w 1444329"/>
                <a:gd name="connsiteY1" fmla="*/ 0 h 977900"/>
                <a:gd name="connsiteX2" fmla="*/ 1444329 w 1444329"/>
                <a:gd name="connsiteY2" fmla="*/ 610955 h 977900"/>
                <a:gd name="connsiteX3" fmla="*/ 863600 w 1444329"/>
                <a:gd name="connsiteY3" fmla="*/ 610955 h 977900"/>
                <a:gd name="connsiteX4" fmla="*/ 0 w 1444329"/>
                <a:gd name="connsiteY4" fmla="*/ 977900 h 977900"/>
                <a:gd name="connsiteX0" fmla="*/ 0 w 1444329"/>
                <a:gd name="connsiteY0" fmla="*/ 977900 h 977900"/>
                <a:gd name="connsiteX1" fmla="*/ 1164929 w 1444329"/>
                <a:gd name="connsiteY1" fmla="*/ 0 h 977900"/>
                <a:gd name="connsiteX2" fmla="*/ 1444329 w 1444329"/>
                <a:gd name="connsiteY2" fmla="*/ 610955 h 977900"/>
                <a:gd name="connsiteX3" fmla="*/ 0 w 1444329"/>
                <a:gd name="connsiteY3" fmla="*/ 977900 h 977900"/>
                <a:gd name="connsiteX0" fmla="*/ 187150 w 1631479"/>
                <a:gd name="connsiteY0" fmla="*/ 977900 h 977900"/>
                <a:gd name="connsiteX1" fmla="*/ 1352079 w 1631479"/>
                <a:gd name="connsiteY1" fmla="*/ 0 h 977900"/>
                <a:gd name="connsiteX2" fmla="*/ 1631479 w 1631479"/>
                <a:gd name="connsiteY2" fmla="*/ 610955 h 977900"/>
                <a:gd name="connsiteX3" fmla="*/ 187150 w 1631479"/>
                <a:gd name="connsiteY3" fmla="*/ 977900 h 977900"/>
                <a:gd name="connsiteX0" fmla="*/ 189349 w 1633678"/>
                <a:gd name="connsiteY0" fmla="*/ 999443 h 999443"/>
                <a:gd name="connsiteX1" fmla="*/ 1354278 w 1633678"/>
                <a:gd name="connsiteY1" fmla="*/ 21543 h 999443"/>
                <a:gd name="connsiteX2" fmla="*/ 1633678 w 1633678"/>
                <a:gd name="connsiteY2" fmla="*/ 632498 h 999443"/>
                <a:gd name="connsiteX3" fmla="*/ 189349 w 1633678"/>
                <a:gd name="connsiteY3" fmla="*/ 999443 h 999443"/>
                <a:gd name="connsiteX0" fmla="*/ 189349 w 1354278"/>
                <a:gd name="connsiteY0" fmla="*/ 999443 h 999443"/>
                <a:gd name="connsiteX1" fmla="*/ 1354278 w 1354278"/>
                <a:gd name="connsiteY1" fmla="*/ 21543 h 999443"/>
                <a:gd name="connsiteX2" fmla="*/ 189349 w 1354278"/>
                <a:gd name="connsiteY2" fmla="*/ 999443 h 999443"/>
                <a:gd name="connsiteX0" fmla="*/ 189349 w 1372048"/>
                <a:gd name="connsiteY0" fmla="*/ 999443 h 999443"/>
                <a:gd name="connsiteX1" fmla="*/ 1354278 w 1372048"/>
                <a:gd name="connsiteY1" fmla="*/ 21543 h 999443"/>
                <a:gd name="connsiteX2" fmla="*/ 189349 w 1372048"/>
                <a:gd name="connsiteY2" fmla="*/ 999443 h 999443"/>
                <a:gd name="connsiteX0" fmla="*/ 189349 w 1375763"/>
                <a:gd name="connsiteY0" fmla="*/ 999443 h 1129420"/>
                <a:gd name="connsiteX1" fmla="*/ 1354278 w 1375763"/>
                <a:gd name="connsiteY1" fmla="*/ 21543 h 1129420"/>
                <a:gd name="connsiteX2" fmla="*/ 189349 w 1375763"/>
                <a:gd name="connsiteY2" fmla="*/ 999443 h 1129420"/>
                <a:gd name="connsiteX0" fmla="*/ 189349 w 1406187"/>
                <a:gd name="connsiteY0" fmla="*/ 999443 h 1110312"/>
                <a:gd name="connsiteX1" fmla="*/ 1354278 w 1406187"/>
                <a:gd name="connsiteY1" fmla="*/ 21543 h 1110312"/>
                <a:gd name="connsiteX2" fmla="*/ 189349 w 1406187"/>
                <a:gd name="connsiteY2" fmla="*/ 999443 h 1110312"/>
                <a:gd name="connsiteX0" fmla="*/ 171081 w 1387919"/>
                <a:gd name="connsiteY0" fmla="*/ 1021078 h 1131947"/>
                <a:gd name="connsiteX1" fmla="*/ 1336010 w 1387919"/>
                <a:gd name="connsiteY1" fmla="*/ 43178 h 1131947"/>
                <a:gd name="connsiteX2" fmla="*/ 171081 w 1387919"/>
                <a:gd name="connsiteY2" fmla="*/ 1021078 h 1131947"/>
                <a:gd name="connsiteX0" fmla="*/ 167894 w 1384732"/>
                <a:gd name="connsiteY0" fmla="*/ 1016903 h 1127772"/>
                <a:gd name="connsiteX1" fmla="*/ 1332823 w 1384732"/>
                <a:gd name="connsiteY1" fmla="*/ 39003 h 1127772"/>
                <a:gd name="connsiteX2" fmla="*/ 167894 w 1384732"/>
                <a:gd name="connsiteY2" fmla="*/ 1016903 h 112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84732" h="1127772">
                  <a:moveTo>
                    <a:pt x="167894" y="1016903"/>
                  </a:moveTo>
                  <a:cubicBezTo>
                    <a:pt x="-535996" y="297236"/>
                    <a:pt x="1192163" y="-136680"/>
                    <a:pt x="1332823" y="39003"/>
                  </a:cubicBezTo>
                  <a:cubicBezTo>
                    <a:pt x="1604913" y="371320"/>
                    <a:pt x="746704" y="1478336"/>
                    <a:pt x="167894" y="1016903"/>
                  </a:cubicBezTo>
                  <a:close/>
                </a:path>
              </a:pathLst>
            </a:cu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">
              <a:extLst>
                <a:ext uri="{FF2B5EF4-FFF2-40B4-BE49-F238E27FC236}">
                  <a16:creationId xmlns:a16="http://schemas.microsoft.com/office/drawing/2014/main" id="{FEB6D497-48FC-E565-BE64-CC03C6C50FF2}"/>
                </a:ext>
              </a:extLst>
            </p:cNvPr>
            <p:cNvSpPr/>
            <p:nvPr/>
          </p:nvSpPr>
          <p:spPr>
            <a:xfrm>
              <a:off x="1861546" y="1452302"/>
              <a:ext cx="3483836" cy="2970927"/>
            </a:xfrm>
            <a:custGeom>
              <a:avLst/>
              <a:gdLst>
                <a:gd name="connsiteX0" fmla="*/ 0 w 1912202"/>
                <a:gd name="connsiteY0" fmla="*/ 0 h 2114550"/>
                <a:gd name="connsiteX1" fmla="*/ 1912202 w 1912202"/>
                <a:gd name="connsiteY1" fmla="*/ 0 h 2114550"/>
                <a:gd name="connsiteX2" fmla="*/ 1912202 w 1912202"/>
                <a:gd name="connsiteY2" fmla="*/ 2114550 h 2114550"/>
                <a:gd name="connsiteX3" fmla="*/ 0 w 1912202"/>
                <a:gd name="connsiteY3" fmla="*/ 2114550 h 2114550"/>
                <a:gd name="connsiteX4" fmla="*/ 0 w 1912202"/>
                <a:gd name="connsiteY4" fmla="*/ 0 h 2114550"/>
                <a:gd name="connsiteX0" fmla="*/ 711200 w 1912202"/>
                <a:gd name="connsiteY0" fmla="*/ 0 h 2433865"/>
                <a:gd name="connsiteX1" fmla="*/ 1912202 w 1912202"/>
                <a:gd name="connsiteY1" fmla="*/ 319315 h 2433865"/>
                <a:gd name="connsiteX2" fmla="*/ 1912202 w 1912202"/>
                <a:gd name="connsiteY2" fmla="*/ 2433865 h 2433865"/>
                <a:gd name="connsiteX3" fmla="*/ 0 w 1912202"/>
                <a:gd name="connsiteY3" fmla="*/ 2433865 h 2433865"/>
                <a:gd name="connsiteX4" fmla="*/ 711200 w 1912202"/>
                <a:gd name="connsiteY4" fmla="*/ 0 h 2433865"/>
                <a:gd name="connsiteX0" fmla="*/ 0 w 1201002"/>
                <a:gd name="connsiteY0" fmla="*/ 0 h 2970894"/>
                <a:gd name="connsiteX1" fmla="*/ 1201002 w 1201002"/>
                <a:gd name="connsiteY1" fmla="*/ 319315 h 2970894"/>
                <a:gd name="connsiteX2" fmla="*/ 1201002 w 1201002"/>
                <a:gd name="connsiteY2" fmla="*/ 2433865 h 2970894"/>
                <a:gd name="connsiteX3" fmla="*/ 14514 w 1201002"/>
                <a:gd name="connsiteY3" fmla="*/ 2970894 h 2970894"/>
                <a:gd name="connsiteX4" fmla="*/ 0 w 1201002"/>
                <a:gd name="connsiteY4" fmla="*/ 0 h 2970894"/>
                <a:gd name="connsiteX0" fmla="*/ 1364348 w 2565350"/>
                <a:gd name="connsiteY0" fmla="*/ 0 h 2970894"/>
                <a:gd name="connsiteX1" fmla="*/ 2565350 w 2565350"/>
                <a:gd name="connsiteY1" fmla="*/ 319315 h 2970894"/>
                <a:gd name="connsiteX2" fmla="*/ 2565350 w 2565350"/>
                <a:gd name="connsiteY2" fmla="*/ 2433865 h 2970894"/>
                <a:gd name="connsiteX3" fmla="*/ 1378862 w 2565350"/>
                <a:gd name="connsiteY3" fmla="*/ 2970894 h 2970894"/>
                <a:gd name="connsiteX4" fmla="*/ 1364348 w 2565350"/>
                <a:gd name="connsiteY4" fmla="*/ 0 h 2970894"/>
                <a:gd name="connsiteX0" fmla="*/ 1760839 w 2961841"/>
                <a:gd name="connsiteY0" fmla="*/ 38 h 2970932"/>
                <a:gd name="connsiteX1" fmla="*/ 2961841 w 2961841"/>
                <a:gd name="connsiteY1" fmla="*/ 319353 h 2970932"/>
                <a:gd name="connsiteX2" fmla="*/ 2961841 w 2961841"/>
                <a:gd name="connsiteY2" fmla="*/ 2433903 h 2970932"/>
                <a:gd name="connsiteX3" fmla="*/ 1775353 w 2961841"/>
                <a:gd name="connsiteY3" fmla="*/ 2970932 h 2970932"/>
                <a:gd name="connsiteX4" fmla="*/ 1760839 w 2961841"/>
                <a:gd name="connsiteY4" fmla="*/ 38 h 2970932"/>
                <a:gd name="connsiteX0" fmla="*/ 1632389 w 2833391"/>
                <a:gd name="connsiteY0" fmla="*/ 37 h 2970931"/>
                <a:gd name="connsiteX1" fmla="*/ 2833391 w 2833391"/>
                <a:gd name="connsiteY1" fmla="*/ 319352 h 2970931"/>
                <a:gd name="connsiteX2" fmla="*/ 2833391 w 2833391"/>
                <a:gd name="connsiteY2" fmla="*/ 2433902 h 2970931"/>
                <a:gd name="connsiteX3" fmla="*/ 1646903 w 2833391"/>
                <a:gd name="connsiteY3" fmla="*/ 2970931 h 2970931"/>
                <a:gd name="connsiteX4" fmla="*/ 1632389 w 2833391"/>
                <a:gd name="connsiteY4" fmla="*/ 37 h 2970931"/>
                <a:gd name="connsiteX0" fmla="*/ 1632389 w 2833391"/>
                <a:gd name="connsiteY0" fmla="*/ 37 h 2970931"/>
                <a:gd name="connsiteX1" fmla="*/ 2833391 w 2833391"/>
                <a:gd name="connsiteY1" fmla="*/ 2433902 h 2970931"/>
                <a:gd name="connsiteX2" fmla="*/ 1646903 w 2833391"/>
                <a:gd name="connsiteY2" fmla="*/ 2970931 h 2970931"/>
                <a:gd name="connsiteX3" fmla="*/ 1632389 w 2833391"/>
                <a:gd name="connsiteY3" fmla="*/ 37 h 2970931"/>
                <a:gd name="connsiteX0" fmla="*/ 1632389 w 1646903"/>
                <a:gd name="connsiteY0" fmla="*/ 37 h 2970931"/>
                <a:gd name="connsiteX1" fmla="*/ 1646903 w 1646903"/>
                <a:gd name="connsiteY1" fmla="*/ 2970931 h 2970931"/>
                <a:gd name="connsiteX2" fmla="*/ 1632389 w 1646903"/>
                <a:gd name="connsiteY2" fmla="*/ 37 h 2970931"/>
                <a:gd name="connsiteX0" fmla="*/ 1632389 w 3041892"/>
                <a:gd name="connsiteY0" fmla="*/ 37 h 2970931"/>
                <a:gd name="connsiteX1" fmla="*/ 1646903 w 3041892"/>
                <a:gd name="connsiteY1" fmla="*/ 2970931 h 2970931"/>
                <a:gd name="connsiteX2" fmla="*/ 1632389 w 3041892"/>
                <a:gd name="connsiteY2" fmla="*/ 37 h 2970931"/>
                <a:gd name="connsiteX0" fmla="*/ 1632389 w 3488542"/>
                <a:gd name="connsiteY0" fmla="*/ 37 h 2970931"/>
                <a:gd name="connsiteX1" fmla="*/ 1646903 w 3488542"/>
                <a:gd name="connsiteY1" fmla="*/ 2970931 h 2970931"/>
                <a:gd name="connsiteX2" fmla="*/ 1632389 w 3488542"/>
                <a:gd name="connsiteY2" fmla="*/ 37 h 2970931"/>
                <a:gd name="connsiteX0" fmla="*/ 1632389 w 3312957"/>
                <a:gd name="connsiteY0" fmla="*/ 37 h 2970931"/>
                <a:gd name="connsiteX1" fmla="*/ 1646903 w 3312957"/>
                <a:gd name="connsiteY1" fmla="*/ 2970931 h 2970931"/>
                <a:gd name="connsiteX2" fmla="*/ 1632389 w 3312957"/>
                <a:gd name="connsiteY2" fmla="*/ 37 h 2970931"/>
                <a:gd name="connsiteX0" fmla="*/ 1681255 w 3361823"/>
                <a:gd name="connsiteY0" fmla="*/ 37 h 2970931"/>
                <a:gd name="connsiteX1" fmla="*/ 1695769 w 3361823"/>
                <a:gd name="connsiteY1" fmla="*/ 2970931 h 2970931"/>
                <a:gd name="connsiteX2" fmla="*/ 1681255 w 3361823"/>
                <a:gd name="connsiteY2" fmla="*/ 37 h 2970931"/>
                <a:gd name="connsiteX0" fmla="*/ 1681255 w 3420706"/>
                <a:gd name="connsiteY0" fmla="*/ 37 h 2970931"/>
                <a:gd name="connsiteX1" fmla="*/ 1695769 w 3420706"/>
                <a:gd name="connsiteY1" fmla="*/ 2970931 h 2970931"/>
                <a:gd name="connsiteX2" fmla="*/ 1681255 w 3420706"/>
                <a:gd name="connsiteY2" fmla="*/ 37 h 2970931"/>
                <a:gd name="connsiteX0" fmla="*/ 1660244 w 3399695"/>
                <a:gd name="connsiteY0" fmla="*/ 35 h 2970929"/>
                <a:gd name="connsiteX1" fmla="*/ 1674758 w 3399695"/>
                <a:gd name="connsiteY1" fmla="*/ 2970929 h 2970929"/>
                <a:gd name="connsiteX2" fmla="*/ 1660244 w 3399695"/>
                <a:gd name="connsiteY2" fmla="*/ 35 h 2970929"/>
                <a:gd name="connsiteX0" fmla="*/ 1660244 w 3394526"/>
                <a:gd name="connsiteY0" fmla="*/ 35 h 2970929"/>
                <a:gd name="connsiteX1" fmla="*/ 1674758 w 3394526"/>
                <a:gd name="connsiteY1" fmla="*/ 2970929 h 2970929"/>
                <a:gd name="connsiteX2" fmla="*/ 1660244 w 3394526"/>
                <a:gd name="connsiteY2" fmla="*/ 35 h 2970929"/>
                <a:gd name="connsiteX0" fmla="*/ 1727747 w 3462029"/>
                <a:gd name="connsiteY0" fmla="*/ 35 h 2970929"/>
                <a:gd name="connsiteX1" fmla="*/ 1742261 w 3462029"/>
                <a:gd name="connsiteY1" fmla="*/ 2970929 h 2970929"/>
                <a:gd name="connsiteX2" fmla="*/ 1727747 w 3462029"/>
                <a:gd name="connsiteY2" fmla="*/ 35 h 2970929"/>
                <a:gd name="connsiteX0" fmla="*/ 1727747 w 3509530"/>
                <a:gd name="connsiteY0" fmla="*/ 35 h 2970929"/>
                <a:gd name="connsiteX1" fmla="*/ 1742261 w 3509530"/>
                <a:gd name="connsiteY1" fmla="*/ 2970929 h 2970929"/>
                <a:gd name="connsiteX2" fmla="*/ 1727747 w 3509530"/>
                <a:gd name="connsiteY2" fmla="*/ 35 h 2970929"/>
                <a:gd name="connsiteX0" fmla="*/ 1707154 w 3488937"/>
                <a:gd name="connsiteY0" fmla="*/ 33 h 2970927"/>
                <a:gd name="connsiteX1" fmla="*/ 1721668 w 3488937"/>
                <a:gd name="connsiteY1" fmla="*/ 2970927 h 2970927"/>
                <a:gd name="connsiteX2" fmla="*/ 1707154 w 3488937"/>
                <a:gd name="connsiteY2" fmla="*/ 33 h 2970927"/>
                <a:gd name="connsiteX0" fmla="*/ 1707154 w 3483836"/>
                <a:gd name="connsiteY0" fmla="*/ 33 h 2970927"/>
                <a:gd name="connsiteX1" fmla="*/ 1721668 w 3483836"/>
                <a:gd name="connsiteY1" fmla="*/ 2970927 h 2970927"/>
                <a:gd name="connsiteX2" fmla="*/ 1707154 w 3483836"/>
                <a:gd name="connsiteY2" fmla="*/ 33 h 2970927"/>
                <a:gd name="connsiteX0" fmla="*/ 1707154 w 3483836"/>
                <a:gd name="connsiteY0" fmla="*/ 33 h 2970927"/>
                <a:gd name="connsiteX1" fmla="*/ 1721668 w 3483836"/>
                <a:gd name="connsiteY1" fmla="*/ 2970927 h 2970927"/>
                <a:gd name="connsiteX2" fmla="*/ 1707154 w 3483836"/>
                <a:gd name="connsiteY2" fmla="*/ 33 h 2970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83836" h="2970927">
                  <a:moveTo>
                    <a:pt x="1707154" y="33"/>
                  </a:moveTo>
                  <a:cubicBezTo>
                    <a:pt x="3698635" y="36017"/>
                    <a:pt x="4420116" y="2871443"/>
                    <a:pt x="1721668" y="2970927"/>
                  </a:cubicBezTo>
                  <a:cubicBezTo>
                    <a:pt x="-968313" y="2902287"/>
                    <a:pt x="-138580" y="-11154"/>
                    <a:pt x="1707154" y="33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A1F043CD-6120-944E-88C2-F51C04EB0BCE}"/>
                </a:ext>
              </a:extLst>
            </p:cNvPr>
            <p:cNvGrpSpPr/>
            <p:nvPr/>
          </p:nvGrpSpPr>
          <p:grpSpPr>
            <a:xfrm>
              <a:off x="4126544" y="2446364"/>
              <a:ext cx="979875" cy="1108175"/>
              <a:chOff x="4126544" y="2446364"/>
              <a:chExt cx="979875" cy="1108175"/>
            </a:xfrm>
            <a:grpFill/>
          </p:grpSpPr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A1EFF23F-D1F4-AC18-F6DA-0932F6EF4C4C}"/>
                  </a:ext>
                </a:extLst>
              </p:cNvPr>
              <p:cNvSpPr/>
              <p:nvPr/>
            </p:nvSpPr>
            <p:spPr>
              <a:xfrm>
                <a:off x="4126544" y="2446364"/>
                <a:ext cx="979875" cy="1108175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5E1B3596-CA3A-B566-F3FD-206D8CF6CD85}"/>
                  </a:ext>
                </a:extLst>
              </p:cNvPr>
              <p:cNvSpPr/>
              <p:nvPr/>
            </p:nvSpPr>
            <p:spPr>
              <a:xfrm>
                <a:off x="4144054" y="2473326"/>
                <a:ext cx="824186" cy="9706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2F67ACC7-80A3-9121-E94F-C527A39E6FBF}"/>
                  </a:ext>
                </a:extLst>
              </p:cNvPr>
              <p:cNvSpPr/>
              <p:nvPr/>
            </p:nvSpPr>
            <p:spPr>
              <a:xfrm>
                <a:off x="4144054" y="2473326"/>
                <a:ext cx="824186" cy="664054"/>
              </a:xfrm>
              <a:custGeom>
                <a:avLst/>
                <a:gdLst>
                  <a:gd name="connsiteX0" fmla="*/ 412093 w 824186"/>
                  <a:gd name="connsiteY0" fmla="*/ 0 h 664054"/>
                  <a:gd name="connsiteX1" fmla="*/ 824186 w 824186"/>
                  <a:gd name="connsiteY1" fmla="*/ 485347 h 664054"/>
                  <a:gd name="connsiteX2" fmla="*/ 815814 w 824186"/>
                  <a:gd name="connsiteY2" fmla="*/ 583161 h 664054"/>
                  <a:gd name="connsiteX3" fmla="*/ 815459 w 824186"/>
                  <a:gd name="connsiteY3" fmla="*/ 584509 h 664054"/>
                  <a:gd name="connsiteX4" fmla="*/ 793285 w 824186"/>
                  <a:gd name="connsiteY4" fmla="*/ 551347 h 664054"/>
                  <a:gd name="connsiteX5" fmla="*/ 42511 w 824186"/>
                  <a:gd name="connsiteY5" fmla="*/ 644966 h 664054"/>
                  <a:gd name="connsiteX6" fmla="*/ 29693 w 824186"/>
                  <a:gd name="connsiteY6" fmla="*/ 664054 h 664054"/>
                  <a:gd name="connsiteX7" fmla="*/ 8372 w 824186"/>
                  <a:gd name="connsiteY7" fmla="*/ 583161 h 664054"/>
                  <a:gd name="connsiteX8" fmla="*/ 0 w 824186"/>
                  <a:gd name="connsiteY8" fmla="*/ 485347 h 664054"/>
                  <a:gd name="connsiteX9" fmla="*/ 412093 w 824186"/>
                  <a:gd name="connsiteY9" fmla="*/ 0 h 664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24186" h="664054">
                    <a:moveTo>
                      <a:pt x="412093" y="0"/>
                    </a:moveTo>
                    <a:cubicBezTo>
                      <a:pt x="639686" y="0"/>
                      <a:pt x="824186" y="217297"/>
                      <a:pt x="824186" y="485347"/>
                    </a:cubicBezTo>
                    <a:cubicBezTo>
                      <a:pt x="824186" y="518853"/>
                      <a:pt x="821303" y="551567"/>
                      <a:pt x="815814" y="583161"/>
                    </a:cubicBezTo>
                    <a:lnTo>
                      <a:pt x="815459" y="584509"/>
                    </a:lnTo>
                    <a:lnTo>
                      <a:pt x="793285" y="551347"/>
                    </a:lnTo>
                    <a:cubicBezTo>
                      <a:pt x="470925" y="104666"/>
                      <a:pt x="276525" y="303447"/>
                      <a:pt x="42511" y="644966"/>
                    </a:cubicBezTo>
                    <a:lnTo>
                      <a:pt x="29693" y="664054"/>
                    </a:lnTo>
                    <a:lnTo>
                      <a:pt x="8372" y="583161"/>
                    </a:lnTo>
                    <a:cubicBezTo>
                      <a:pt x="2883" y="551567"/>
                      <a:pt x="0" y="518853"/>
                      <a:pt x="0" y="485347"/>
                    </a:cubicBezTo>
                    <a:cubicBezTo>
                      <a:pt x="0" y="217297"/>
                      <a:pt x="184500" y="0"/>
                      <a:pt x="412093" y="0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63F6D3AF-0743-5EE7-1A84-060EFE93801B}"/>
                  </a:ext>
                </a:extLst>
              </p:cNvPr>
              <p:cNvSpPr/>
              <p:nvPr/>
            </p:nvSpPr>
            <p:spPr>
              <a:xfrm>
                <a:off x="4197905" y="2473326"/>
                <a:ext cx="651736" cy="78174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24EDF3FE-F4AC-6ACD-6A3E-B985F3C71A69}"/>
                  </a:ext>
                </a:extLst>
              </p:cNvPr>
              <p:cNvSpPr/>
              <p:nvPr/>
            </p:nvSpPr>
            <p:spPr>
              <a:xfrm rot="15884771">
                <a:off x="4389112" y="2526921"/>
                <a:ext cx="347221" cy="367897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1A405E9F-B3FD-13B8-0A44-02F078B4F0D5}"/>
                </a:ext>
              </a:extLst>
            </p:cNvPr>
            <p:cNvGrpSpPr/>
            <p:nvPr/>
          </p:nvGrpSpPr>
          <p:grpSpPr>
            <a:xfrm>
              <a:off x="2771204" y="3268102"/>
              <a:ext cx="1630303" cy="698549"/>
              <a:chOff x="2771204" y="3268102"/>
              <a:chExt cx="1630303" cy="698549"/>
            </a:xfrm>
            <a:grpFill/>
          </p:grpSpPr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A0D60C8C-F1AD-C24E-E699-5E8563707864}"/>
                  </a:ext>
                </a:extLst>
              </p:cNvPr>
              <p:cNvSpPr/>
              <p:nvPr/>
            </p:nvSpPr>
            <p:spPr>
              <a:xfrm>
                <a:off x="3205834" y="3538997"/>
                <a:ext cx="724327" cy="427654"/>
              </a:xfrm>
              <a:custGeom>
                <a:avLst/>
                <a:gdLst>
                  <a:gd name="connsiteX0" fmla="*/ 0 w 724327"/>
                  <a:gd name="connsiteY0" fmla="*/ 0 h 427654"/>
                  <a:gd name="connsiteX1" fmla="*/ 20138 w 724327"/>
                  <a:gd name="connsiteY1" fmla="*/ 15670 h 427654"/>
                  <a:gd name="connsiteX2" fmla="*/ 692500 w 724327"/>
                  <a:gd name="connsiteY2" fmla="*/ 55497 h 427654"/>
                  <a:gd name="connsiteX3" fmla="*/ 724327 w 724327"/>
                  <a:gd name="connsiteY3" fmla="*/ 38417 h 427654"/>
                  <a:gd name="connsiteX4" fmla="*/ 722456 w 724327"/>
                  <a:gd name="connsiteY4" fmla="*/ 55795 h 427654"/>
                  <a:gd name="connsiteX5" fmla="*/ 379936 w 724327"/>
                  <a:gd name="connsiteY5" fmla="*/ 427654 h 427654"/>
                  <a:gd name="connsiteX6" fmla="*/ 2448 w 724327"/>
                  <a:gd name="connsiteY6" fmla="*/ 7753 h 427654"/>
                  <a:gd name="connsiteX7" fmla="*/ 0 w 724327"/>
                  <a:gd name="connsiteY7" fmla="*/ 0 h 427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4327" h="427654">
                    <a:moveTo>
                      <a:pt x="0" y="0"/>
                    </a:moveTo>
                    <a:lnTo>
                      <a:pt x="20138" y="15670"/>
                    </a:lnTo>
                    <a:cubicBezTo>
                      <a:pt x="227516" y="155449"/>
                      <a:pt x="500471" y="137332"/>
                      <a:pt x="692500" y="55497"/>
                    </a:cubicBezTo>
                    <a:lnTo>
                      <a:pt x="724327" y="38417"/>
                    </a:lnTo>
                    <a:lnTo>
                      <a:pt x="722456" y="55795"/>
                    </a:lnTo>
                    <a:cubicBezTo>
                      <a:pt x="694678" y="193143"/>
                      <a:pt x="577491" y="423582"/>
                      <a:pt x="379936" y="427654"/>
                    </a:cubicBezTo>
                    <a:cubicBezTo>
                      <a:pt x="129905" y="418042"/>
                      <a:pt x="43957" y="144073"/>
                      <a:pt x="2448" y="775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C8EFF0DA-1C4D-A6DA-FA49-73A50DE60BF8}"/>
                  </a:ext>
                </a:extLst>
              </p:cNvPr>
              <p:cNvSpPr/>
              <p:nvPr/>
            </p:nvSpPr>
            <p:spPr>
              <a:xfrm>
                <a:off x="3319495" y="3665951"/>
                <a:ext cx="544447" cy="292752"/>
              </a:xfrm>
              <a:custGeom>
                <a:avLst/>
                <a:gdLst>
                  <a:gd name="connsiteX0" fmla="*/ 204843 w 544447"/>
                  <a:gd name="connsiteY0" fmla="*/ 230 h 292752"/>
                  <a:gd name="connsiteX1" fmla="*/ 496909 w 544447"/>
                  <a:gd name="connsiteY1" fmla="*/ 66455 h 292752"/>
                  <a:gd name="connsiteX2" fmla="*/ 544447 w 544447"/>
                  <a:gd name="connsiteY2" fmla="*/ 95503 h 292752"/>
                  <a:gd name="connsiteX3" fmla="*/ 543269 w 544447"/>
                  <a:gd name="connsiteY3" fmla="*/ 97836 h 292752"/>
                  <a:gd name="connsiteX4" fmla="*/ 269242 w 544447"/>
                  <a:gd name="connsiteY4" fmla="*/ 292752 h 292752"/>
                  <a:gd name="connsiteX5" fmla="*/ 2302 w 544447"/>
                  <a:gd name="connsiteY5" fmla="*/ 130317 h 292752"/>
                  <a:gd name="connsiteX6" fmla="*/ 0 w 544447"/>
                  <a:gd name="connsiteY6" fmla="*/ 126328 h 292752"/>
                  <a:gd name="connsiteX7" fmla="*/ 23227 w 544447"/>
                  <a:gd name="connsiteY7" fmla="*/ 96342 h 292752"/>
                  <a:gd name="connsiteX8" fmla="*/ 204843 w 544447"/>
                  <a:gd name="connsiteY8" fmla="*/ 230 h 292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44447" h="292752">
                    <a:moveTo>
                      <a:pt x="204843" y="230"/>
                    </a:moveTo>
                    <a:cubicBezTo>
                      <a:pt x="298628" y="-2702"/>
                      <a:pt x="407814" y="22676"/>
                      <a:pt x="496909" y="66455"/>
                    </a:cubicBezTo>
                    <a:lnTo>
                      <a:pt x="544447" y="95503"/>
                    </a:lnTo>
                    <a:lnTo>
                      <a:pt x="543269" y="97836"/>
                    </a:lnTo>
                    <a:cubicBezTo>
                      <a:pt x="484792" y="199238"/>
                      <a:pt x="392714" y="290207"/>
                      <a:pt x="269242" y="292752"/>
                    </a:cubicBezTo>
                    <a:cubicBezTo>
                      <a:pt x="144227" y="287946"/>
                      <a:pt x="60232" y="217051"/>
                      <a:pt x="2302" y="130317"/>
                    </a:cubicBezTo>
                    <a:lnTo>
                      <a:pt x="0" y="126328"/>
                    </a:lnTo>
                    <a:lnTo>
                      <a:pt x="23227" y="96342"/>
                    </a:lnTo>
                    <a:cubicBezTo>
                      <a:pt x="70740" y="44562"/>
                      <a:pt x="131046" y="6912"/>
                      <a:pt x="204843" y="230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9BD4681E-E570-859D-4A42-387AE69888A5}"/>
                  </a:ext>
                </a:extLst>
              </p:cNvPr>
              <p:cNvSpPr/>
              <p:nvPr/>
            </p:nvSpPr>
            <p:spPr>
              <a:xfrm>
                <a:off x="3106738" y="3459163"/>
                <a:ext cx="969962" cy="206788"/>
              </a:xfrm>
              <a:custGeom>
                <a:avLst/>
                <a:gdLst>
                  <a:gd name="connsiteX0" fmla="*/ 0 w 1003300"/>
                  <a:gd name="connsiteY0" fmla="*/ 12700 h 12700"/>
                  <a:gd name="connsiteX1" fmla="*/ 1003300 w 1003300"/>
                  <a:gd name="connsiteY1" fmla="*/ 0 h 12700"/>
                  <a:gd name="connsiteX2" fmla="*/ 1003300 w 1003300"/>
                  <a:gd name="connsiteY2" fmla="*/ 0 h 12700"/>
                  <a:gd name="connsiteX0" fmla="*/ 0 w 969962"/>
                  <a:gd name="connsiteY0" fmla="*/ 0 h 20637"/>
                  <a:gd name="connsiteX1" fmla="*/ 969962 w 969962"/>
                  <a:gd name="connsiteY1" fmla="*/ 20637 h 20637"/>
                  <a:gd name="connsiteX2" fmla="*/ 969962 w 969962"/>
                  <a:gd name="connsiteY2" fmla="*/ 20637 h 20637"/>
                  <a:gd name="connsiteX0" fmla="*/ 0 w 969962"/>
                  <a:gd name="connsiteY0" fmla="*/ 0 h 150923"/>
                  <a:gd name="connsiteX1" fmla="*/ 969962 w 969962"/>
                  <a:gd name="connsiteY1" fmla="*/ 20637 h 150923"/>
                  <a:gd name="connsiteX2" fmla="*/ 969962 w 969962"/>
                  <a:gd name="connsiteY2" fmla="*/ 20637 h 150923"/>
                  <a:gd name="connsiteX0" fmla="*/ 0 w 969962"/>
                  <a:gd name="connsiteY0" fmla="*/ 0 h 206788"/>
                  <a:gd name="connsiteX1" fmla="*/ 969962 w 969962"/>
                  <a:gd name="connsiteY1" fmla="*/ 20637 h 206788"/>
                  <a:gd name="connsiteX2" fmla="*/ 969962 w 969962"/>
                  <a:gd name="connsiteY2" fmla="*/ 20637 h 206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69962" h="206788">
                    <a:moveTo>
                      <a:pt x="0" y="0"/>
                    </a:moveTo>
                    <a:cubicBezTo>
                      <a:pt x="280458" y="330729"/>
                      <a:pt x="803804" y="209021"/>
                      <a:pt x="969962" y="20637"/>
                    </a:cubicBezTo>
                    <a:lnTo>
                      <a:pt x="969962" y="20637"/>
                    </a:lnTo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Arc 123">
                <a:extLst>
                  <a:ext uri="{FF2B5EF4-FFF2-40B4-BE49-F238E27FC236}">
                    <a16:creationId xmlns:a16="http://schemas.microsoft.com/office/drawing/2014/main" id="{45FE4901-0A8E-0D62-D7D3-334C89F7C132}"/>
                  </a:ext>
                </a:extLst>
              </p:cNvPr>
              <p:cNvSpPr/>
              <p:nvPr/>
            </p:nvSpPr>
            <p:spPr>
              <a:xfrm rot="4242203">
                <a:off x="2832975" y="3207720"/>
                <a:ext cx="261831" cy="385374"/>
              </a:xfrm>
              <a:prstGeom prst="arc">
                <a:avLst>
                  <a:gd name="adj1" fmla="val 17874109"/>
                  <a:gd name="adj2" fmla="val 578200"/>
                </a:avLst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Arc 124">
                <a:extLst>
                  <a:ext uri="{FF2B5EF4-FFF2-40B4-BE49-F238E27FC236}">
                    <a16:creationId xmlns:a16="http://schemas.microsoft.com/office/drawing/2014/main" id="{FE324156-E864-A3E1-CA7E-10FF44BC6348}"/>
                  </a:ext>
                </a:extLst>
              </p:cNvPr>
              <p:cNvSpPr/>
              <p:nvPr/>
            </p:nvSpPr>
            <p:spPr>
              <a:xfrm rot="17357797" flipH="1">
                <a:off x="4077904" y="3206331"/>
                <a:ext cx="261831" cy="385374"/>
              </a:xfrm>
              <a:prstGeom prst="arc">
                <a:avLst>
                  <a:gd name="adj1" fmla="val 17874109"/>
                  <a:gd name="adj2" fmla="val 578200"/>
                </a:avLst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93EEBC1B-C74F-EC3B-EA99-9FEA897C559A}"/>
                </a:ext>
              </a:extLst>
            </p:cNvPr>
            <p:cNvGrpSpPr/>
            <p:nvPr/>
          </p:nvGrpSpPr>
          <p:grpSpPr>
            <a:xfrm>
              <a:off x="3315384" y="3044982"/>
              <a:ext cx="535162" cy="157429"/>
              <a:chOff x="3315384" y="3044982"/>
              <a:chExt cx="535162" cy="157429"/>
            </a:xfrm>
            <a:grpFill/>
          </p:grpSpPr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AFE44F51-4D29-1653-ACD2-7DCA325ECAD8}"/>
                  </a:ext>
                </a:extLst>
              </p:cNvPr>
              <p:cNvSpPr/>
              <p:nvPr/>
            </p:nvSpPr>
            <p:spPr>
              <a:xfrm rot="1275055">
                <a:off x="3769304" y="3044982"/>
                <a:ext cx="81242" cy="15742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F152FC60-943E-D38F-B602-4063C8DC838D}"/>
                  </a:ext>
                </a:extLst>
              </p:cNvPr>
              <p:cNvSpPr/>
              <p:nvPr/>
            </p:nvSpPr>
            <p:spPr>
              <a:xfrm rot="20324945" flipH="1">
                <a:off x="3315384" y="3044982"/>
                <a:ext cx="81242" cy="15742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7023DAA5-069A-741E-2B8A-45CC23487CFA}"/>
                </a:ext>
              </a:extLst>
            </p:cNvPr>
            <p:cNvGrpSpPr/>
            <p:nvPr/>
          </p:nvGrpSpPr>
          <p:grpSpPr>
            <a:xfrm flipH="1">
              <a:off x="2055753" y="2494527"/>
              <a:ext cx="979875" cy="1108175"/>
              <a:chOff x="4126544" y="2446364"/>
              <a:chExt cx="979875" cy="1108175"/>
            </a:xfrm>
            <a:grpFill/>
          </p:grpSpPr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38BAD373-1AAB-2EF3-6BDC-97E661DBCE02}"/>
                  </a:ext>
                </a:extLst>
              </p:cNvPr>
              <p:cNvSpPr/>
              <p:nvPr/>
            </p:nvSpPr>
            <p:spPr>
              <a:xfrm>
                <a:off x="4126544" y="2446364"/>
                <a:ext cx="979875" cy="1108175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E4DDBA9D-B18F-FE3C-9936-5618FB1A4BBE}"/>
                  </a:ext>
                </a:extLst>
              </p:cNvPr>
              <p:cNvSpPr/>
              <p:nvPr/>
            </p:nvSpPr>
            <p:spPr>
              <a:xfrm>
                <a:off x="4144054" y="2473326"/>
                <a:ext cx="824186" cy="97069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D1857CA4-B61A-F44A-1EBD-C531F32AFCB4}"/>
                  </a:ext>
                </a:extLst>
              </p:cNvPr>
              <p:cNvSpPr/>
              <p:nvPr/>
            </p:nvSpPr>
            <p:spPr>
              <a:xfrm>
                <a:off x="4144054" y="2473326"/>
                <a:ext cx="824186" cy="664054"/>
              </a:xfrm>
              <a:custGeom>
                <a:avLst/>
                <a:gdLst>
                  <a:gd name="connsiteX0" fmla="*/ 412093 w 824186"/>
                  <a:gd name="connsiteY0" fmla="*/ 0 h 664054"/>
                  <a:gd name="connsiteX1" fmla="*/ 824186 w 824186"/>
                  <a:gd name="connsiteY1" fmla="*/ 485347 h 664054"/>
                  <a:gd name="connsiteX2" fmla="*/ 815814 w 824186"/>
                  <a:gd name="connsiteY2" fmla="*/ 583161 h 664054"/>
                  <a:gd name="connsiteX3" fmla="*/ 815459 w 824186"/>
                  <a:gd name="connsiteY3" fmla="*/ 584509 h 664054"/>
                  <a:gd name="connsiteX4" fmla="*/ 793285 w 824186"/>
                  <a:gd name="connsiteY4" fmla="*/ 551347 h 664054"/>
                  <a:gd name="connsiteX5" fmla="*/ 42511 w 824186"/>
                  <a:gd name="connsiteY5" fmla="*/ 644966 h 664054"/>
                  <a:gd name="connsiteX6" fmla="*/ 29693 w 824186"/>
                  <a:gd name="connsiteY6" fmla="*/ 664054 h 664054"/>
                  <a:gd name="connsiteX7" fmla="*/ 8372 w 824186"/>
                  <a:gd name="connsiteY7" fmla="*/ 583161 h 664054"/>
                  <a:gd name="connsiteX8" fmla="*/ 0 w 824186"/>
                  <a:gd name="connsiteY8" fmla="*/ 485347 h 664054"/>
                  <a:gd name="connsiteX9" fmla="*/ 412093 w 824186"/>
                  <a:gd name="connsiteY9" fmla="*/ 0 h 664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24186" h="664054">
                    <a:moveTo>
                      <a:pt x="412093" y="0"/>
                    </a:moveTo>
                    <a:cubicBezTo>
                      <a:pt x="639686" y="0"/>
                      <a:pt x="824186" y="217297"/>
                      <a:pt x="824186" y="485347"/>
                    </a:cubicBezTo>
                    <a:cubicBezTo>
                      <a:pt x="824186" y="518853"/>
                      <a:pt x="821303" y="551567"/>
                      <a:pt x="815814" y="583161"/>
                    </a:cubicBezTo>
                    <a:lnTo>
                      <a:pt x="815459" y="584509"/>
                    </a:lnTo>
                    <a:lnTo>
                      <a:pt x="793285" y="551347"/>
                    </a:lnTo>
                    <a:cubicBezTo>
                      <a:pt x="470925" y="104666"/>
                      <a:pt x="276525" y="303447"/>
                      <a:pt x="42511" y="644966"/>
                    </a:cubicBezTo>
                    <a:lnTo>
                      <a:pt x="29693" y="664054"/>
                    </a:lnTo>
                    <a:lnTo>
                      <a:pt x="8372" y="583161"/>
                    </a:lnTo>
                    <a:cubicBezTo>
                      <a:pt x="2883" y="551567"/>
                      <a:pt x="0" y="518853"/>
                      <a:pt x="0" y="485347"/>
                    </a:cubicBezTo>
                    <a:cubicBezTo>
                      <a:pt x="0" y="217297"/>
                      <a:pt x="184500" y="0"/>
                      <a:pt x="412093" y="0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F5EEA63F-E1FC-901C-DE46-3B4FE16B1811}"/>
                  </a:ext>
                </a:extLst>
              </p:cNvPr>
              <p:cNvSpPr/>
              <p:nvPr/>
            </p:nvSpPr>
            <p:spPr>
              <a:xfrm>
                <a:off x="4197905" y="2473326"/>
                <a:ext cx="651736" cy="781744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5050AAD3-374D-AD91-B632-4A756EF5B46B}"/>
                  </a:ext>
                </a:extLst>
              </p:cNvPr>
              <p:cNvSpPr/>
              <p:nvPr/>
            </p:nvSpPr>
            <p:spPr>
              <a:xfrm rot="15884771">
                <a:off x="4389112" y="2526921"/>
                <a:ext cx="347221" cy="367897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478ECD1-5BE0-26C9-CE1E-77A095743E63}"/>
              </a:ext>
            </a:extLst>
          </p:cNvPr>
          <p:cNvGrpSpPr/>
          <p:nvPr/>
        </p:nvGrpSpPr>
        <p:grpSpPr>
          <a:xfrm>
            <a:off x="63311" y="1447839"/>
            <a:ext cx="6086853" cy="5841539"/>
            <a:chOff x="534144" y="1452302"/>
            <a:chExt cx="6086853" cy="5841539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006FB32-BA98-4565-0008-F0C6DE4301D4}"/>
                </a:ext>
              </a:extLst>
            </p:cNvPr>
            <p:cNvSpPr/>
            <p:nvPr/>
          </p:nvSpPr>
          <p:spPr>
            <a:xfrm>
              <a:off x="2076416" y="4217862"/>
              <a:ext cx="2998218" cy="2759404"/>
            </a:xfrm>
            <a:prstGeom prst="ellipse">
              <a:avLst/>
            </a:prstGeom>
            <a:solidFill>
              <a:srgbClr val="570709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11421D7F-028C-69D4-1A42-8702339CBD10}"/>
                </a:ext>
              </a:extLst>
            </p:cNvPr>
            <p:cNvSpPr/>
            <p:nvPr/>
          </p:nvSpPr>
          <p:spPr>
            <a:xfrm>
              <a:off x="3262347" y="6390742"/>
              <a:ext cx="643392" cy="786036"/>
            </a:xfrm>
            <a:prstGeom prst="ellipse">
              <a:avLst/>
            </a:prstGeom>
            <a:solidFill>
              <a:srgbClr val="A7EF1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3599D1D-F7DA-AE6A-F203-C8D625A38537}"/>
                </a:ext>
              </a:extLst>
            </p:cNvPr>
            <p:cNvSpPr/>
            <p:nvPr/>
          </p:nvSpPr>
          <p:spPr>
            <a:xfrm>
              <a:off x="2266950" y="4423229"/>
              <a:ext cx="2582691" cy="2441121"/>
            </a:xfrm>
            <a:prstGeom prst="ellipse">
              <a:avLst/>
            </a:prstGeom>
            <a:solidFill>
              <a:srgbClr val="76140B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51CB22A-12E1-7018-8B3F-0425186A136D}"/>
                </a:ext>
              </a:extLst>
            </p:cNvPr>
            <p:cNvSpPr/>
            <p:nvPr/>
          </p:nvSpPr>
          <p:spPr>
            <a:xfrm>
              <a:off x="2532083" y="4509680"/>
              <a:ext cx="2054871" cy="1303376"/>
            </a:xfrm>
            <a:custGeom>
              <a:avLst/>
              <a:gdLst>
                <a:gd name="connsiteX0" fmla="*/ 0 w 1962864"/>
                <a:gd name="connsiteY0" fmla="*/ 584434 h 1168868"/>
                <a:gd name="connsiteX1" fmla="*/ 981432 w 1962864"/>
                <a:gd name="connsiteY1" fmla="*/ 0 h 1168868"/>
                <a:gd name="connsiteX2" fmla="*/ 1962864 w 1962864"/>
                <a:gd name="connsiteY2" fmla="*/ 584434 h 1168868"/>
                <a:gd name="connsiteX3" fmla="*/ 981432 w 1962864"/>
                <a:gd name="connsiteY3" fmla="*/ 1168868 h 1168868"/>
                <a:gd name="connsiteX4" fmla="*/ 0 w 1962864"/>
                <a:gd name="connsiteY4" fmla="*/ 584434 h 1168868"/>
                <a:gd name="connsiteX0" fmla="*/ 0 w 1991439"/>
                <a:gd name="connsiteY0" fmla="*/ 914344 h 1203453"/>
                <a:gd name="connsiteX1" fmla="*/ 1010007 w 1991439"/>
                <a:gd name="connsiteY1" fmla="*/ 6060 h 1203453"/>
                <a:gd name="connsiteX2" fmla="*/ 1991439 w 1991439"/>
                <a:gd name="connsiteY2" fmla="*/ 590494 h 1203453"/>
                <a:gd name="connsiteX3" fmla="*/ 1010007 w 1991439"/>
                <a:gd name="connsiteY3" fmla="*/ 1174928 h 1203453"/>
                <a:gd name="connsiteX4" fmla="*/ 0 w 1991439"/>
                <a:gd name="connsiteY4" fmla="*/ 914344 h 1203453"/>
                <a:gd name="connsiteX0" fmla="*/ 841 w 1992280"/>
                <a:gd name="connsiteY0" fmla="*/ 914344 h 1308024"/>
                <a:gd name="connsiteX1" fmla="*/ 1010848 w 1992280"/>
                <a:gd name="connsiteY1" fmla="*/ 6060 h 1308024"/>
                <a:gd name="connsiteX2" fmla="*/ 1992280 w 1992280"/>
                <a:gd name="connsiteY2" fmla="*/ 590494 h 1308024"/>
                <a:gd name="connsiteX3" fmla="*/ 1010848 w 1992280"/>
                <a:gd name="connsiteY3" fmla="*/ 1174928 h 1308024"/>
                <a:gd name="connsiteX4" fmla="*/ 841 w 1992280"/>
                <a:gd name="connsiteY4" fmla="*/ 914344 h 1308024"/>
                <a:gd name="connsiteX0" fmla="*/ 841 w 1992280"/>
                <a:gd name="connsiteY0" fmla="*/ 914344 h 1330741"/>
                <a:gd name="connsiteX1" fmla="*/ 1010848 w 1992280"/>
                <a:gd name="connsiteY1" fmla="*/ 6060 h 1330741"/>
                <a:gd name="connsiteX2" fmla="*/ 1992280 w 1992280"/>
                <a:gd name="connsiteY2" fmla="*/ 590494 h 1330741"/>
                <a:gd name="connsiteX3" fmla="*/ 1010848 w 1992280"/>
                <a:gd name="connsiteY3" fmla="*/ 1174928 h 1330741"/>
                <a:gd name="connsiteX4" fmla="*/ 841 w 1992280"/>
                <a:gd name="connsiteY4" fmla="*/ 914344 h 1330741"/>
                <a:gd name="connsiteX0" fmla="*/ 831 w 1935120"/>
                <a:gd name="connsiteY0" fmla="*/ 908364 h 1305097"/>
                <a:gd name="connsiteX1" fmla="*/ 1010838 w 1935120"/>
                <a:gd name="connsiteY1" fmla="*/ 80 h 1305097"/>
                <a:gd name="connsiteX2" fmla="*/ 1935120 w 1935120"/>
                <a:gd name="connsiteY2" fmla="*/ 936939 h 1305097"/>
                <a:gd name="connsiteX3" fmla="*/ 1010838 w 1935120"/>
                <a:gd name="connsiteY3" fmla="*/ 1168948 h 1305097"/>
                <a:gd name="connsiteX4" fmla="*/ 831 w 1935120"/>
                <a:gd name="connsiteY4" fmla="*/ 908364 h 1305097"/>
                <a:gd name="connsiteX0" fmla="*/ 848 w 2030387"/>
                <a:gd name="connsiteY0" fmla="*/ 908364 h 1305097"/>
                <a:gd name="connsiteX1" fmla="*/ 1010855 w 2030387"/>
                <a:gd name="connsiteY1" fmla="*/ 80 h 1305097"/>
                <a:gd name="connsiteX2" fmla="*/ 2030387 w 2030387"/>
                <a:gd name="connsiteY2" fmla="*/ 936939 h 1305097"/>
                <a:gd name="connsiteX3" fmla="*/ 1010855 w 2030387"/>
                <a:gd name="connsiteY3" fmla="*/ 1168948 h 1305097"/>
                <a:gd name="connsiteX4" fmla="*/ 848 w 2030387"/>
                <a:gd name="connsiteY4" fmla="*/ 908364 h 1305097"/>
                <a:gd name="connsiteX0" fmla="*/ 848 w 2043214"/>
                <a:gd name="connsiteY0" fmla="*/ 908364 h 1305097"/>
                <a:gd name="connsiteX1" fmla="*/ 1010855 w 2043214"/>
                <a:gd name="connsiteY1" fmla="*/ 80 h 1305097"/>
                <a:gd name="connsiteX2" fmla="*/ 2030387 w 2043214"/>
                <a:gd name="connsiteY2" fmla="*/ 936939 h 1305097"/>
                <a:gd name="connsiteX3" fmla="*/ 1010855 w 2043214"/>
                <a:gd name="connsiteY3" fmla="*/ 1168948 h 1305097"/>
                <a:gd name="connsiteX4" fmla="*/ 848 w 2043214"/>
                <a:gd name="connsiteY4" fmla="*/ 908364 h 1305097"/>
                <a:gd name="connsiteX0" fmla="*/ 848 w 2043482"/>
                <a:gd name="connsiteY0" fmla="*/ 909447 h 1306180"/>
                <a:gd name="connsiteX1" fmla="*/ 1010855 w 2043482"/>
                <a:gd name="connsiteY1" fmla="*/ 1163 h 1306180"/>
                <a:gd name="connsiteX2" fmla="*/ 2030387 w 2043482"/>
                <a:gd name="connsiteY2" fmla="*/ 938022 h 1306180"/>
                <a:gd name="connsiteX3" fmla="*/ 1010855 w 2043482"/>
                <a:gd name="connsiteY3" fmla="*/ 1170031 h 1306180"/>
                <a:gd name="connsiteX4" fmla="*/ 848 w 2043482"/>
                <a:gd name="connsiteY4" fmla="*/ 909447 h 1306180"/>
                <a:gd name="connsiteX0" fmla="*/ 852 w 2062046"/>
                <a:gd name="connsiteY0" fmla="*/ 908934 h 1302574"/>
                <a:gd name="connsiteX1" fmla="*/ 1010859 w 2062046"/>
                <a:gd name="connsiteY1" fmla="*/ 650 h 1302574"/>
                <a:gd name="connsiteX2" fmla="*/ 2049441 w 2062046"/>
                <a:gd name="connsiteY2" fmla="*/ 994659 h 1302574"/>
                <a:gd name="connsiteX3" fmla="*/ 1010859 w 2062046"/>
                <a:gd name="connsiteY3" fmla="*/ 1169518 h 1302574"/>
                <a:gd name="connsiteX4" fmla="*/ 852 w 2062046"/>
                <a:gd name="connsiteY4" fmla="*/ 908934 h 1302574"/>
                <a:gd name="connsiteX0" fmla="*/ 852 w 2054688"/>
                <a:gd name="connsiteY0" fmla="*/ 908934 h 1302574"/>
                <a:gd name="connsiteX1" fmla="*/ 1010859 w 2054688"/>
                <a:gd name="connsiteY1" fmla="*/ 650 h 1302574"/>
                <a:gd name="connsiteX2" fmla="*/ 2049441 w 2054688"/>
                <a:gd name="connsiteY2" fmla="*/ 994659 h 1302574"/>
                <a:gd name="connsiteX3" fmla="*/ 1010859 w 2054688"/>
                <a:gd name="connsiteY3" fmla="*/ 1169518 h 1302574"/>
                <a:gd name="connsiteX4" fmla="*/ 852 w 2054688"/>
                <a:gd name="connsiteY4" fmla="*/ 908934 h 1302574"/>
                <a:gd name="connsiteX0" fmla="*/ 852 w 2054871"/>
                <a:gd name="connsiteY0" fmla="*/ 909736 h 1303376"/>
                <a:gd name="connsiteX1" fmla="*/ 1010859 w 2054871"/>
                <a:gd name="connsiteY1" fmla="*/ 1452 h 1303376"/>
                <a:gd name="connsiteX2" fmla="*/ 2049441 w 2054871"/>
                <a:gd name="connsiteY2" fmla="*/ 995461 h 1303376"/>
                <a:gd name="connsiteX3" fmla="*/ 1010859 w 2054871"/>
                <a:gd name="connsiteY3" fmla="*/ 1170320 h 1303376"/>
                <a:gd name="connsiteX4" fmla="*/ 852 w 2054871"/>
                <a:gd name="connsiteY4" fmla="*/ 909736 h 1303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4871" h="1303376">
                  <a:moveTo>
                    <a:pt x="852" y="909736"/>
                  </a:moveTo>
                  <a:cubicBezTo>
                    <a:pt x="29427" y="205962"/>
                    <a:pt x="640853" y="25265"/>
                    <a:pt x="1010859" y="1452"/>
                  </a:cubicBezTo>
                  <a:cubicBezTo>
                    <a:pt x="1380865" y="-22361"/>
                    <a:pt x="2125641" y="244062"/>
                    <a:pt x="2049441" y="995461"/>
                  </a:cubicBezTo>
                  <a:cubicBezTo>
                    <a:pt x="2049441" y="1318235"/>
                    <a:pt x="1352290" y="1184607"/>
                    <a:pt x="1010859" y="1170320"/>
                  </a:cubicBezTo>
                  <a:cubicBezTo>
                    <a:pt x="669428" y="1156033"/>
                    <a:pt x="-27723" y="1613510"/>
                    <a:pt x="852" y="909736"/>
                  </a:cubicBezTo>
                  <a:close/>
                </a:path>
              </a:pathLst>
            </a:custGeom>
            <a:solidFill>
              <a:srgbClr val="A7EF1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1DB1487-D31D-54F4-DF75-5CBA9C56F3F5}"/>
                </a:ext>
              </a:extLst>
            </p:cNvPr>
            <p:cNvSpPr/>
            <p:nvPr/>
          </p:nvSpPr>
          <p:spPr>
            <a:xfrm>
              <a:off x="534144" y="3833126"/>
              <a:ext cx="2397230" cy="1518566"/>
            </a:xfrm>
            <a:custGeom>
              <a:avLst/>
              <a:gdLst>
                <a:gd name="connsiteX0" fmla="*/ 0 w 1135687"/>
                <a:gd name="connsiteY0" fmla="*/ 0 h 787179"/>
                <a:gd name="connsiteX1" fmla="*/ 1135687 w 1135687"/>
                <a:gd name="connsiteY1" fmla="*/ 0 h 787179"/>
                <a:gd name="connsiteX2" fmla="*/ 1135687 w 1135687"/>
                <a:gd name="connsiteY2" fmla="*/ 787179 h 787179"/>
                <a:gd name="connsiteX3" fmla="*/ 0 w 1135687"/>
                <a:gd name="connsiteY3" fmla="*/ 787179 h 787179"/>
                <a:gd name="connsiteX4" fmla="*/ 0 w 1135687"/>
                <a:gd name="connsiteY4" fmla="*/ 0 h 787179"/>
                <a:gd name="connsiteX0" fmla="*/ 0 w 1135687"/>
                <a:gd name="connsiteY0" fmla="*/ 0 h 787179"/>
                <a:gd name="connsiteX1" fmla="*/ 1135687 w 1135687"/>
                <a:gd name="connsiteY1" fmla="*/ 0 h 787179"/>
                <a:gd name="connsiteX2" fmla="*/ 992812 w 1135687"/>
                <a:gd name="connsiteY2" fmla="*/ 739554 h 787179"/>
                <a:gd name="connsiteX3" fmla="*/ 0 w 1135687"/>
                <a:gd name="connsiteY3" fmla="*/ 787179 h 787179"/>
                <a:gd name="connsiteX4" fmla="*/ 0 w 1135687"/>
                <a:gd name="connsiteY4" fmla="*/ 0 h 787179"/>
                <a:gd name="connsiteX0" fmla="*/ 0 w 1202362"/>
                <a:gd name="connsiteY0" fmla="*/ 0 h 787179"/>
                <a:gd name="connsiteX1" fmla="*/ 1202362 w 1202362"/>
                <a:gd name="connsiteY1" fmla="*/ 647700 h 787179"/>
                <a:gd name="connsiteX2" fmla="*/ 992812 w 1202362"/>
                <a:gd name="connsiteY2" fmla="*/ 739554 h 787179"/>
                <a:gd name="connsiteX3" fmla="*/ 0 w 1202362"/>
                <a:gd name="connsiteY3" fmla="*/ 787179 h 787179"/>
                <a:gd name="connsiteX4" fmla="*/ 0 w 1202362"/>
                <a:gd name="connsiteY4" fmla="*/ 0 h 787179"/>
                <a:gd name="connsiteX0" fmla="*/ 0 w 2373937"/>
                <a:gd name="connsiteY0" fmla="*/ 0 h 1311054"/>
                <a:gd name="connsiteX1" fmla="*/ 2373937 w 2373937"/>
                <a:gd name="connsiteY1" fmla="*/ 1171575 h 1311054"/>
                <a:gd name="connsiteX2" fmla="*/ 2164387 w 2373937"/>
                <a:gd name="connsiteY2" fmla="*/ 1263429 h 1311054"/>
                <a:gd name="connsiteX3" fmla="*/ 1171575 w 2373937"/>
                <a:gd name="connsiteY3" fmla="*/ 1311054 h 1311054"/>
                <a:gd name="connsiteX4" fmla="*/ 0 w 2373937"/>
                <a:gd name="connsiteY4" fmla="*/ 0 h 1311054"/>
                <a:gd name="connsiteX0" fmla="*/ 0 w 2373937"/>
                <a:gd name="connsiteY0" fmla="*/ 0 h 1263429"/>
                <a:gd name="connsiteX1" fmla="*/ 2373937 w 2373937"/>
                <a:gd name="connsiteY1" fmla="*/ 1171575 h 1263429"/>
                <a:gd name="connsiteX2" fmla="*/ 2164387 w 2373937"/>
                <a:gd name="connsiteY2" fmla="*/ 1263429 h 1263429"/>
                <a:gd name="connsiteX3" fmla="*/ 0 w 2373937"/>
                <a:gd name="connsiteY3" fmla="*/ 0 h 1263429"/>
                <a:gd name="connsiteX0" fmla="*/ 6207 w 2380144"/>
                <a:gd name="connsiteY0" fmla="*/ 0 h 1263429"/>
                <a:gd name="connsiteX1" fmla="*/ 2380144 w 2380144"/>
                <a:gd name="connsiteY1" fmla="*/ 1171575 h 1263429"/>
                <a:gd name="connsiteX2" fmla="*/ 2170594 w 2380144"/>
                <a:gd name="connsiteY2" fmla="*/ 1263429 h 1263429"/>
                <a:gd name="connsiteX3" fmla="*/ 6207 w 2380144"/>
                <a:gd name="connsiteY3" fmla="*/ 0 h 1263429"/>
                <a:gd name="connsiteX0" fmla="*/ 6207 w 2380144"/>
                <a:gd name="connsiteY0" fmla="*/ 204882 h 1468311"/>
                <a:gd name="connsiteX1" fmla="*/ 2380144 w 2380144"/>
                <a:gd name="connsiteY1" fmla="*/ 1376457 h 1468311"/>
                <a:gd name="connsiteX2" fmla="*/ 2170594 w 2380144"/>
                <a:gd name="connsiteY2" fmla="*/ 1468311 h 1468311"/>
                <a:gd name="connsiteX3" fmla="*/ 6207 w 2380144"/>
                <a:gd name="connsiteY3" fmla="*/ 204882 h 1468311"/>
                <a:gd name="connsiteX0" fmla="*/ 6207 w 2380144"/>
                <a:gd name="connsiteY0" fmla="*/ 264371 h 1527800"/>
                <a:gd name="connsiteX1" fmla="*/ 2380144 w 2380144"/>
                <a:gd name="connsiteY1" fmla="*/ 1435946 h 1527800"/>
                <a:gd name="connsiteX2" fmla="*/ 2170594 w 2380144"/>
                <a:gd name="connsiteY2" fmla="*/ 1527800 h 1527800"/>
                <a:gd name="connsiteX3" fmla="*/ 6207 w 2380144"/>
                <a:gd name="connsiteY3" fmla="*/ 264371 h 1527800"/>
                <a:gd name="connsiteX0" fmla="*/ 5517 w 2379454"/>
                <a:gd name="connsiteY0" fmla="*/ 264371 h 1527800"/>
                <a:gd name="connsiteX1" fmla="*/ 2379454 w 2379454"/>
                <a:gd name="connsiteY1" fmla="*/ 1435946 h 1527800"/>
                <a:gd name="connsiteX2" fmla="*/ 2169904 w 2379454"/>
                <a:gd name="connsiteY2" fmla="*/ 1527800 h 1527800"/>
                <a:gd name="connsiteX3" fmla="*/ 5517 w 2379454"/>
                <a:gd name="connsiteY3" fmla="*/ 264371 h 1527800"/>
                <a:gd name="connsiteX0" fmla="*/ 26518 w 2400455"/>
                <a:gd name="connsiteY0" fmla="*/ 264371 h 1527800"/>
                <a:gd name="connsiteX1" fmla="*/ 2400455 w 2400455"/>
                <a:gd name="connsiteY1" fmla="*/ 1435946 h 1527800"/>
                <a:gd name="connsiteX2" fmla="*/ 2190905 w 2400455"/>
                <a:gd name="connsiteY2" fmla="*/ 1527800 h 1527800"/>
                <a:gd name="connsiteX3" fmla="*/ 26518 w 2400455"/>
                <a:gd name="connsiteY3" fmla="*/ 264371 h 1527800"/>
                <a:gd name="connsiteX0" fmla="*/ 31101 w 2405038"/>
                <a:gd name="connsiteY0" fmla="*/ 264371 h 1527800"/>
                <a:gd name="connsiteX1" fmla="*/ 2405038 w 2405038"/>
                <a:gd name="connsiteY1" fmla="*/ 1435946 h 1527800"/>
                <a:gd name="connsiteX2" fmla="*/ 2195488 w 2405038"/>
                <a:gd name="connsiteY2" fmla="*/ 1527800 h 1527800"/>
                <a:gd name="connsiteX3" fmla="*/ 31101 w 2405038"/>
                <a:gd name="connsiteY3" fmla="*/ 264371 h 1527800"/>
                <a:gd name="connsiteX0" fmla="*/ 5166 w 2379103"/>
                <a:gd name="connsiteY0" fmla="*/ 264371 h 1538656"/>
                <a:gd name="connsiteX1" fmla="*/ 2379103 w 2379103"/>
                <a:gd name="connsiteY1" fmla="*/ 1435946 h 1538656"/>
                <a:gd name="connsiteX2" fmla="*/ 2169553 w 2379103"/>
                <a:gd name="connsiteY2" fmla="*/ 1527800 h 1538656"/>
                <a:gd name="connsiteX3" fmla="*/ 1755715 w 2379103"/>
                <a:gd name="connsiteY3" fmla="*/ 1387498 h 1538656"/>
                <a:gd name="connsiteX4" fmla="*/ 5166 w 2379103"/>
                <a:gd name="connsiteY4" fmla="*/ 264371 h 1538656"/>
                <a:gd name="connsiteX0" fmla="*/ 15028 w 2388965"/>
                <a:gd name="connsiteY0" fmla="*/ 264371 h 1538656"/>
                <a:gd name="connsiteX1" fmla="*/ 2388965 w 2388965"/>
                <a:gd name="connsiteY1" fmla="*/ 1435946 h 1538656"/>
                <a:gd name="connsiteX2" fmla="*/ 2179415 w 2388965"/>
                <a:gd name="connsiteY2" fmla="*/ 1527800 h 1538656"/>
                <a:gd name="connsiteX3" fmla="*/ 1765577 w 2388965"/>
                <a:gd name="connsiteY3" fmla="*/ 1387498 h 1538656"/>
                <a:gd name="connsiteX4" fmla="*/ 15028 w 2388965"/>
                <a:gd name="connsiteY4" fmla="*/ 264371 h 1538656"/>
                <a:gd name="connsiteX0" fmla="*/ 19053 w 2392990"/>
                <a:gd name="connsiteY0" fmla="*/ 264371 h 1538656"/>
                <a:gd name="connsiteX1" fmla="*/ 2392990 w 2392990"/>
                <a:gd name="connsiteY1" fmla="*/ 1435946 h 1538656"/>
                <a:gd name="connsiteX2" fmla="*/ 2183440 w 2392990"/>
                <a:gd name="connsiteY2" fmla="*/ 1527800 h 1538656"/>
                <a:gd name="connsiteX3" fmla="*/ 1769602 w 2392990"/>
                <a:gd name="connsiteY3" fmla="*/ 1387498 h 1538656"/>
                <a:gd name="connsiteX4" fmla="*/ 19053 w 2392990"/>
                <a:gd name="connsiteY4" fmla="*/ 264371 h 1538656"/>
                <a:gd name="connsiteX0" fmla="*/ 21359 w 2395296"/>
                <a:gd name="connsiteY0" fmla="*/ 264371 h 1528179"/>
                <a:gd name="connsiteX1" fmla="*/ 2395296 w 2395296"/>
                <a:gd name="connsiteY1" fmla="*/ 1435946 h 1528179"/>
                <a:gd name="connsiteX2" fmla="*/ 2185746 w 2395296"/>
                <a:gd name="connsiteY2" fmla="*/ 1527800 h 1528179"/>
                <a:gd name="connsiteX3" fmla="*/ 1624270 w 2395296"/>
                <a:gd name="connsiteY3" fmla="*/ 1339873 h 1528179"/>
                <a:gd name="connsiteX4" fmla="*/ 21359 w 2395296"/>
                <a:gd name="connsiteY4" fmla="*/ 264371 h 1528179"/>
                <a:gd name="connsiteX0" fmla="*/ 21359 w 2395296"/>
                <a:gd name="connsiteY0" fmla="*/ 264371 h 1527800"/>
                <a:gd name="connsiteX1" fmla="*/ 2395296 w 2395296"/>
                <a:gd name="connsiteY1" fmla="*/ 1435946 h 1527800"/>
                <a:gd name="connsiteX2" fmla="*/ 2185746 w 2395296"/>
                <a:gd name="connsiteY2" fmla="*/ 1527800 h 1527800"/>
                <a:gd name="connsiteX3" fmla="*/ 1624270 w 2395296"/>
                <a:gd name="connsiteY3" fmla="*/ 1339873 h 1527800"/>
                <a:gd name="connsiteX4" fmla="*/ 21359 w 2395296"/>
                <a:gd name="connsiteY4" fmla="*/ 264371 h 1527800"/>
                <a:gd name="connsiteX0" fmla="*/ 29428 w 2403365"/>
                <a:gd name="connsiteY0" fmla="*/ 264371 h 1527800"/>
                <a:gd name="connsiteX1" fmla="*/ 2403365 w 2403365"/>
                <a:gd name="connsiteY1" fmla="*/ 1435946 h 1527800"/>
                <a:gd name="connsiteX2" fmla="*/ 2193815 w 2403365"/>
                <a:gd name="connsiteY2" fmla="*/ 1527800 h 1527800"/>
                <a:gd name="connsiteX3" fmla="*/ 1632339 w 2403365"/>
                <a:gd name="connsiteY3" fmla="*/ 1339873 h 1527800"/>
                <a:gd name="connsiteX4" fmla="*/ 29428 w 2403365"/>
                <a:gd name="connsiteY4" fmla="*/ 264371 h 1527800"/>
                <a:gd name="connsiteX0" fmla="*/ 25283 w 2399220"/>
                <a:gd name="connsiteY0" fmla="*/ 264371 h 1527800"/>
                <a:gd name="connsiteX1" fmla="*/ 2399220 w 2399220"/>
                <a:gd name="connsiteY1" fmla="*/ 1435946 h 1527800"/>
                <a:gd name="connsiteX2" fmla="*/ 2189670 w 2399220"/>
                <a:gd name="connsiteY2" fmla="*/ 1527800 h 1527800"/>
                <a:gd name="connsiteX3" fmla="*/ 1628194 w 2399220"/>
                <a:gd name="connsiteY3" fmla="*/ 1339873 h 1527800"/>
                <a:gd name="connsiteX4" fmla="*/ 25283 w 2399220"/>
                <a:gd name="connsiteY4" fmla="*/ 264371 h 1527800"/>
                <a:gd name="connsiteX0" fmla="*/ 23293 w 2397230"/>
                <a:gd name="connsiteY0" fmla="*/ 264371 h 1527800"/>
                <a:gd name="connsiteX1" fmla="*/ 2397230 w 2397230"/>
                <a:gd name="connsiteY1" fmla="*/ 1435946 h 1527800"/>
                <a:gd name="connsiteX2" fmla="*/ 2187680 w 2397230"/>
                <a:gd name="connsiteY2" fmla="*/ 1527800 h 1527800"/>
                <a:gd name="connsiteX3" fmla="*/ 1626204 w 2397230"/>
                <a:gd name="connsiteY3" fmla="*/ 1339873 h 1527800"/>
                <a:gd name="connsiteX4" fmla="*/ 23293 w 2397230"/>
                <a:gd name="connsiteY4" fmla="*/ 264371 h 1527800"/>
                <a:gd name="connsiteX0" fmla="*/ 23293 w 2397230"/>
                <a:gd name="connsiteY0" fmla="*/ 259044 h 1522473"/>
                <a:gd name="connsiteX1" fmla="*/ 2397230 w 2397230"/>
                <a:gd name="connsiteY1" fmla="*/ 1430619 h 1522473"/>
                <a:gd name="connsiteX2" fmla="*/ 2187680 w 2397230"/>
                <a:gd name="connsiteY2" fmla="*/ 1522473 h 1522473"/>
                <a:gd name="connsiteX3" fmla="*/ 1626204 w 2397230"/>
                <a:gd name="connsiteY3" fmla="*/ 1334546 h 1522473"/>
                <a:gd name="connsiteX4" fmla="*/ 23293 w 2397230"/>
                <a:gd name="connsiteY4" fmla="*/ 259044 h 1522473"/>
                <a:gd name="connsiteX0" fmla="*/ 23293 w 2397230"/>
                <a:gd name="connsiteY0" fmla="*/ 235168 h 1498597"/>
                <a:gd name="connsiteX1" fmla="*/ 2397230 w 2397230"/>
                <a:gd name="connsiteY1" fmla="*/ 1406743 h 1498597"/>
                <a:gd name="connsiteX2" fmla="*/ 2187680 w 2397230"/>
                <a:gd name="connsiteY2" fmla="*/ 1498597 h 1498597"/>
                <a:gd name="connsiteX3" fmla="*/ 1626204 w 2397230"/>
                <a:gd name="connsiteY3" fmla="*/ 1310670 h 1498597"/>
                <a:gd name="connsiteX4" fmla="*/ 23293 w 2397230"/>
                <a:gd name="connsiteY4" fmla="*/ 235168 h 1498597"/>
                <a:gd name="connsiteX0" fmla="*/ 23293 w 2397230"/>
                <a:gd name="connsiteY0" fmla="*/ 251962 h 1515391"/>
                <a:gd name="connsiteX1" fmla="*/ 2397230 w 2397230"/>
                <a:gd name="connsiteY1" fmla="*/ 1423537 h 1515391"/>
                <a:gd name="connsiteX2" fmla="*/ 2187680 w 2397230"/>
                <a:gd name="connsiteY2" fmla="*/ 1515391 h 1515391"/>
                <a:gd name="connsiteX3" fmla="*/ 1626204 w 2397230"/>
                <a:gd name="connsiteY3" fmla="*/ 1327464 h 1515391"/>
                <a:gd name="connsiteX4" fmla="*/ 23293 w 2397230"/>
                <a:gd name="connsiteY4" fmla="*/ 251962 h 1515391"/>
                <a:gd name="connsiteX0" fmla="*/ 23293 w 2397230"/>
                <a:gd name="connsiteY0" fmla="*/ 251962 h 1518566"/>
                <a:gd name="connsiteX1" fmla="*/ 2397230 w 2397230"/>
                <a:gd name="connsiteY1" fmla="*/ 1423537 h 1518566"/>
                <a:gd name="connsiteX2" fmla="*/ 2187680 w 2397230"/>
                <a:gd name="connsiteY2" fmla="*/ 1515391 h 1518566"/>
                <a:gd name="connsiteX3" fmla="*/ 1626204 w 2397230"/>
                <a:gd name="connsiteY3" fmla="*/ 1327464 h 1518566"/>
                <a:gd name="connsiteX4" fmla="*/ 23293 w 2397230"/>
                <a:gd name="connsiteY4" fmla="*/ 251962 h 151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7230" h="1518566">
                  <a:moveTo>
                    <a:pt x="23293" y="251962"/>
                  </a:moveTo>
                  <a:cubicBezTo>
                    <a:pt x="455830" y="-430663"/>
                    <a:pt x="2326643" y="378962"/>
                    <a:pt x="2397230" y="1423537"/>
                  </a:cubicBezTo>
                  <a:cubicBezTo>
                    <a:pt x="2327380" y="1454155"/>
                    <a:pt x="2276580" y="1535573"/>
                    <a:pt x="2187680" y="1515391"/>
                  </a:cubicBezTo>
                  <a:cubicBezTo>
                    <a:pt x="2083782" y="1514460"/>
                    <a:pt x="2072660" y="1423736"/>
                    <a:pt x="1626204" y="1327464"/>
                  </a:cubicBezTo>
                  <a:cubicBezTo>
                    <a:pt x="893998" y="1288342"/>
                    <a:pt x="-171093" y="874918"/>
                    <a:pt x="23293" y="251962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2">
              <a:extLst>
                <a:ext uri="{FF2B5EF4-FFF2-40B4-BE49-F238E27FC236}">
                  <a16:creationId xmlns:a16="http://schemas.microsoft.com/office/drawing/2014/main" id="{28C5BD41-A785-C5E2-5A5D-6B233E30849A}"/>
                </a:ext>
              </a:extLst>
            </p:cNvPr>
            <p:cNvSpPr/>
            <p:nvPr/>
          </p:nvSpPr>
          <p:spPr>
            <a:xfrm flipH="1">
              <a:off x="4223767" y="3818326"/>
              <a:ext cx="2397230" cy="1518566"/>
            </a:xfrm>
            <a:custGeom>
              <a:avLst/>
              <a:gdLst>
                <a:gd name="connsiteX0" fmla="*/ 0 w 1135687"/>
                <a:gd name="connsiteY0" fmla="*/ 0 h 787179"/>
                <a:gd name="connsiteX1" fmla="*/ 1135687 w 1135687"/>
                <a:gd name="connsiteY1" fmla="*/ 0 h 787179"/>
                <a:gd name="connsiteX2" fmla="*/ 1135687 w 1135687"/>
                <a:gd name="connsiteY2" fmla="*/ 787179 h 787179"/>
                <a:gd name="connsiteX3" fmla="*/ 0 w 1135687"/>
                <a:gd name="connsiteY3" fmla="*/ 787179 h 787179"/>
                <a:gd name="connsiteX4" fmla="*/ 0 w 1135687"/>
                <a:gd name="connsiteY4" fmla="*/ 0 h 787179"/>
                <a:gd name="connsiteX0" fmla="*/ 0 w 1135687"/>
                <a:gd name="connsiteY0" fmla="*/ 0 h 787179"/>
                <a:gd name="connsiteX1" fmla="*/ 1135687 w 1135687"/>
                <a:gd name="connsiteY1" fmla="*/ 0 h 787179"/>
                <a:gd name="connsiteX2" fmla="*/ 992812 w 1135687"/>
                <a:gd name="connsiteY2" fmla="*/ 739554 h 787179"/>
                <a:gd name="connsiteX3" fmla="*/ 0 w 1135687"/>
                <a:gd name="connsiteY3" fmla="*/ 787179 h 787179"/>
                <a:gd name="connsiteX4" fmla="*/ 0 w 1135687"/>
                <a:gd name="connsiteY4" fmla="*/ 0 h 787179"/>
                <a:gd name="connsiteX0" fmla="*/ 0 w 1202362"/>
                <a:gd name="connsiteY0" fmla="*/ 0 h 787179"/>
                <a:gd name="connsiteX1" fmla="*/ 1202362 w 1202362"/>
                <a:gd name="connsiteY1" fmla="*/ 647700 h 787179"/>
                <a:gd name="connsiteX2" fmla="*/ 992812 w 1202362"/>
                <a:gd name="connsiteY2" fmla="*/ 739554 h 787179"/>
                <a:gd name="connsiteX3" fmla="*/ 0 w 1202362"/>
                <a:gd name="connsiteY3" fmla="*/ 787179 h 787179"/>
                <a:gd name="connsiteX4" fmla="*/ 0 w 1202362"/>
                <a:gd name="connsiteY4" fmla="*/ 0 h 787179"/>
                <a:gd name="connsiteX0" fmla="*/ 0 w 2373937"/>
                <a:gd name="connsiteY0" fmla="*/ 0 h 1311054"/>
                <a:gd name="connsiteX1" fmla="*/ 2373937 w 2373937"/>
                <a:gd name="connsiteY1" fmla="*/ 1171575 h 1311054"/>
                <a:gd name="connsiteX2" fmla="*/ 2164387 w 2373937"/>
                <a:gd name="connsiteY2" fmla="*/ 1263429 h 1311054"/>
                <a:gd name="connsiteX3" fmla="*/ 1171575 w 2373937"/>
                <a:gd name="connsiteY3" fmla="*/ 1311054 h 1311054"/>
                <a:gd name="connsiteX4" fmla="*/ 0 w 2373937"/>
                <a:gd name="connsiteY4" fmla="*/ 0 h 1311054"/>
                <a:gd name="connsiteX0" fmla="*/ 0 w 2373937"/>
                <a:gd name="connsiteY0" fmla="*/ 0 h 1263429"/>
                <a:gd name="connsiteX1" fmla="*/ 2373937 w 2373937"/>
                <a:gd name="connsiteY1" fmla="*/ 1171575 h 1263429"/>
                <a:gd name="connsiteX2" fmla="*/ 2164387 w 2373937"/>
                <a:gd name="connsiteY2" fmla="*/ 1263429 h 1263429"/>
                <a:gd name="connsiteX3" fmla="*/ 0 w 2373937"/>
                <a:gd name="connsiteY3" fmla="*/ 0 h 1263429"/>
                <a:gd name="connsiteX0" fmla="*/ 6207 w 2380144"/>
                <a:gd name="connsiteY0" fmla="*/ 0 h 1263429"/>
                <a:gd name="connsiteX1" fmla="*/ 2380144 w 2380144"/>
                <a:gd name="connsiteY1" fmla="*/ 1171575 h 1263429"/>
                <a:gd name="connsiteX2" fmla="*/ 2170594 w 2380144"/>
                <a:gd name="connsiteY2" fmla="*/ 1263429 h 1263429"/>
                <a:gd name="connsiteX3" fmla="*/ 6207 w 2380144"/>
                <a:gd name="connsiteY3" fmla="*/ 0 h 1263429"/>
                <a:gd name="connsiteX0" fmla="*/ 6207 w 2380144"/>
                <a:gd name="connsiteY0" fmla="*/ 204882 h 1468311"/>
                <a:gd name="connsiteX1" fmla="*/ 2380144 w 2380144"/>
                <a:gd name="connsiteY1" fmla="*/ 1376457 h 1468311"/>
                <a:gd name="connsiteX2" fmla="*/ 2170594 w 2380144"/>
                <a:gd name="connsiteY2" fmla="*/ 1468311 h 1468311"/>
                <a:gd name="connsiteX3" fmla="*/ 6207 w 2380144"/>
                <a:gd name="connsiteY3" fmla="*/ 204882 h 1468311"/>
                <a:gd name="connsiteX0" fmla="*/ 6207 w 2380144"/>
                <a:gd name="connsiteY0" fmla="*/ 264371 h 1527800"/>
                <a:gd name="connsiteX1" fmla="*/ 2380144 w 2380144"/>
                <a:gd name="connsiteY1" fmla="*/ 1435946 h 1527800"/>
                <a:gd name="connsiteX2" fmla="*/ 2170594 w 2380144"/>
                <a:gd name="connsiteY2" fmla="*/ 1527800 h 1527800"/>
                <a:gd name="connsiteX3" fmla="*/ 6207 w 2380144"/>
                <a:gd name="connsiteY3" fmla="*/ 264371 h 1527800"/>
                <a:gd name="connsiteX0" fmla="*/ 5517 w 2379454"/>
                <a:gd name="connsiteY0" fmla="*/ 264371 h 1527800"/>
                <a:gd name="connsiteX1" fmla="*/ 2379454 w 2379454"/>
                <a:gd name="connsiteY1" fmla="*/ 1435946 h 1527800"/>
                <a:gd name="connsiteX2" fmla="*/ 2169904 w 2379454"/>
                <a:gd name="connsiteY2" fmla="*/ 1527800 h 1527800"/>
                <a:gd name="connsiteX3" fmla="*/ 5517 w 2379454"/>
                <a:gd name="connsiteY3" fmla="*/ 264371 h 1527800"/>
                <a:gd name="connsiteX0" fmla="*/ 26518 w 2400455"/>
                <a:gd name="connsiteY0" fmla="*/ 264371 h 1527800"/>
                <a:gd name="connsiteX1" fmla="*/ 2400455 w 2400455"/>
                <a:gd name="connsiteY1" fmla="*/ 1435946 h 1527800"/>
                <a:gd name="connsiteX2" fmla="*/ 2190905 w 2400455"/>
                <a:gd name="connsiteY2" fmla="*/ 1527800 h 1527800"/>
                <a:gd name="connsiteX3" fmla="*/ 26518 w 2400455"/>
                <a:gd name="connsiteY3" fmla="*/ 264371 h 1527800"/>
                <a:gd name="connsiteX0" fmla="*/ 31101 w 2405038"/>
                <a:gd name="connsiteY0" fmla="*/ 264371 h 1527800"/>
                <a:gd name="connsiteX1" fmla="*/ 2405038 w 2405038"/>
                <a:gd name="connsiteY1" fmla="*/ 1435946 h 1527800"/>
                <a:gd name="connsiteX2" fmla="*/ 2195488 w 2405038"/>
                <a:gd name="connsiteY2" fmla="*/ 1527800 h 1527800"/>
                <a:gd name="connsiteX3" fmla="*/ 31101 w 2405038"/>
                <a:gd name="connsiteY3" fmla="*/ 264371 h 1527800"/>
                <a:gd name="connsiteX0" fmla="*/ 5166 w 2379103"/>
                <a:gd name="connsiteY0" fmla="*/ 264371 h 1538656"/>
                <a:gd name="connsiteX1" fmla="*/ 2379103 w 2379103"/>
                <a:gd name="connsiteY1" fmla="*/ 1435946 h 1538656"/>
                <a:gd name="connsiteX2" fmla="*/ 2169553 w 2379103"/>
                <a:gd name="connsiteY2" fmla="*/ 1527800 h 1538656"/>
                <a:gd name="connsiteX3" fmla="*/ 1755715 w 2379103"/>
                <a:gd name="connsiteY3" fmla="*/ 1387498 h 1538656"/>
                <a:gd name="connsiteX4" fmla="*/ 5166 w 2379103"/>
                <a:gd name="connsiteY4" fmla="*/ 264371 h 1538656"/>
                <a:gd name="connsiteX0" fmla="*/ 15028 w 2388965"/>
                <a:gd name="connsiteY0" fmla="*/ 264371 h 1538656"/>
                <a:gd name="connsiteX1" fmla="*/ 2388965 w 2388965"/>
                <a:gd name="connsiteY1" fmla="*/ 1435946 h 1538656"/>
                <a:gd name="connsiteX2" fmla="*/ 2179415 w 2388965"/>
                <a:gd name="connsiteY2" fmla="*/ 1527800 h 1538656"/>
                <a:gd name="connsiteX3" fmla="*/ 1765577 w 2388965"/>
                <a:gd name="connsiteY3" fmla="*/ 1387498 h 1538656"/>
                <a:gd name="connsiteX4" fmla="*/ 15028 w 2388965"/>
                <a:gd name="connsiteY4" fmla="*/ 264371 h 1538656"/>
                <a:gd name="connsiteX0" fmla="*/ 19053 w 2392990"/>
                <a:gd name="connsiteY0" fmla="*/ 264371 h 1538656"/>
                <a:gd name="connsiteX1" fmla="*/ 2392990 w 2392990"/>
                <a:gd name="connsiteY1" fmla="*/ 1435946 h 1538656"/>
                <a:gd name="connsiteX2" fmla="*/ 2183440 w 2392990"/>
                <a:gd name="connsiteY2" fmla="*/ 1527800 h 1538656"/>
                <a:gd name="connsiteX3" fmla="*/ 1769602 w 2392990"/>
                <a:gd name="connsiteY3" fmla="*/ 1387498 h 1538656"/>
                <a:gd name="connsiteX4" fmla="*/ 19053 w 2392990"/>
                <a:gd name="connsiteY4" fmla="*/ 264371 h 1538656"/>
                <a:gd name="connsiteX0" fmla="*/ 21359 w 2395296"/>
                <a:gd name="connsiteY0" fmla="*/ 264371 h 1528179"/>
                <a:gd name="connsiteX1" fmla="*/ 2395296 w 2395296"/>
                <a:gd name="connsiteY1" fmla="*/ 1435946 h 1528179"/>
                <a:gd name="connsiteX2" fmla="*/ 2185746 w 2395296"/>
                <a:gd name="connsiteY2" fmla="*/ 1527800 h 1528179"/>
                <a:gd name="connsiteX3" fmla="*/ 1624270 w 2395296"/>
                <a:gd name="connsiteY3" fmla="*/ 1339873 h 1528179"/>
                <a:gd name="connsiteX4" fmla="*/ 21359 w 2395296"/>
                <a:gd name="connsiteY4" fmla="*/ 264371 h 1528179"/>
                <a:gd name="connsiteX0" fmla="*/ 21359 w 2395296"/>
                <a:gd name="connsiteY0" fmla="*/ 264371 h 1527800"/>
                <a:gd name="connsiteX1" fmla="*/ 2395296 w 2395296"/>
                <a:gd name="connsiteY1" fmla="*/ 1435946 h 1527800"/>
                <a:gd name="connsiteX2" fmla="*/ 2185746 w 2395296"/>
                <a:gd name="connsiteY2" fmla="*/ 1527800 h 1527800"/>
                <a:gd name="connsiteX3" fmla="*/ 1624270 w 2395296"/>
                <a:gd name="connsiteY3" fmla="*/ 1339873 h 1527800"/>
                <a:gd name="connsiteX4" fmla="*/ 21359 w 2395296"/>
                <a:gd name="connsiteY4" fmla="*/ 264371 h 1527800"/>
                <a:gd name="connsiteX0" fmla="*/ 29428 w 2403365"/>
                <a:gd name="connsiteY0" fmla="*/ 264371 h 1527800"/>
                <a:gd name="connsiteX1" fmla="*/ 2403365 w 2403365"/>
                <a:gd name="connsiteY1" fmla="*/ 1435946 h 1527800"/>
                <a:gd name="connsiteX2" fmla="*/ 2193815 w 2403365"/>
                <a:gd name="connsiteY2" fmla="*/ 1527800 h 1527800"/>
                <a:gd name="connsiteX3" fmla="*/ 1632339 w 2403365"/>
                <a:gd name="connsiteY3" fmla="*/ 1339873 h 1527800"/>
                <a:gd name="connsiteX4" fmla="*/ 29428 w 2403365"/>
                <a:gd name="connsiteY4" fmla="*/ 264371 h 1527800"/>
                <a:gd name="connsiteX0" fmla="*/ 25283 w 2399220"/>
                <a:gd name="connsiteY0" fmla="*/ 264371 h 1527800"/>
                <a:gd name="connsiteX1" fmla="*/ 2399220 w 2399220"/>
                <a:gd name="connsiteY1" fmla="*/ 1435946 h 1527800"/>
                <a:gd name="connsiteX2" fmla="*/ 2189670 w 2399220"/>
                <a:gd name="connsiteY2" fmla="*/ 1527800 h 1527800"/>
                <a:gd name="connsiteX3" fmla="*/ 1628194 w 2399220"/>
                <a:gd name="connsiteY3" fmla="*/ 1339873 h 1527800"/>
                <a:gd name="connsiteX4" fmla="*/ 25283 w 2399220"/>
                <a:gd name="connsiteY4" fmla="*/ 264371 h 1527800"/>
                <a:gd name="connsiteX0" fmla="*/ 23293 w 2397230"/>
                <a:gd name="connsiteY0" fmla="*/ 264371 h 1527800"/>
                <a:gd name="connsiteX1" fmla="*/ 2397230 w 2397230"/>
                <a:gd name="connsiteY1" fmla="*/ 1435946 h 1527800"/>
                <a:gd name="connsiteX2" fmla="*/ 2187680 w 2397230"/>
                <a:gd name="connsiteY2" fmla="*/ 1527800 h 1527800"/>
                <a:gd name="connsiteX3" fmla="*/ 1626204 w 2397230"/>
                <a:gd name="connsiteY3" fmla="*/ 1339873 h 1527800"/>
                <a:gd name="connsiteX4" fmla="*/ 23293 w 2397230"/>
                <a:gd name="connsiteY4" fmla="*/ 264371 h 1527800"/>
                <a:gd name="connsiteX0" fmla="*/ 23293 w 2397230"/>
                <a:gd name="connsiteY0" fmla="*/ 259044 h 1522473"/>
                <a:gd name="connsiteX1" fmla="*/ 2397230 w 2397230"/>
                <a:gd name="connsiteY1" fmla="*/ 1430619 h 1522473"/>
                <a:gd name="connsiteX2" fmla="*/ 2187680 w 2397230"/>
                <a:gd name="connsiteY2" fmla="*/ 1522473 h 1522473"/>
                <a:gd name="connsiteX3" fmla="*/ 1626204 w 2397230"/>
                <a:gd name="connsiteY3" fmla="*/ 1334546 h 1522473"/>
                <a:gd name="connsiteX4" fmla="*/ 23293 w 2397230"/>
                <a:gd name="connsiteY4" fmla="*/ 259044 h 1522473"/>
                <a:gd name="connsiteX0" fmla="*/ 23293 w 2397230"/>
                <a:gd name="connsiteY0" fmla="*/ 235168 h 1498597"/>
                <a:gd name="connsiteX1" fmla="*/ 2397230 w 2397230"/>
                <a:gd name="connsiteY1" fmla="*/ 1406743 h 1498597"/>
                <a:gd name="connsiteX2" fmla="*/ 2187680 w 2397230"/>
                <a:gd name="connsiteY2" fmla="*/ 1498597 h 1498597"/>
                <a:gd name="connsiteX3" fmla="*/ 1626204 w 2397230"/>
                <a:gd name="connsiteY3" fmla="*/ 1310670 h 1498597"/>
                <a:gd name="connsiteX4" fmla="*/ 23293 w 2397230"/>
                <a:gd name="connsiteY4" fmla="*/ 235168 h 1498597"/>
                <a:gd name="connsiteX0" fmla="*/ 23293 w 2397230"/>
                <a:gd name="connsiteY0" fmla="*/ 251962 h 1515391"/>
                <a:gd name="connsiteX1" fmla="*/ 2397230 w 2397230"/>
                <a:gd name="connsiteY1" fmla="*/ 1423537 h 1515391"/>
                <a:gd name="connsiteX2" fmla="*/ 2187680 w 2397230"/>
                <a:gd name="connsiteY2" fmla="*/ 1515391 h 1515391"/>
                <a:gd name="connsiteX3" fmla="*/ 1626204 w 2397230"/>
                <a:gd name="connsiteY3" fmla="*/ 1327464 h 1515391"/>
                <a:gd name="connsiteX4" fmla="*/ 23293 w 2397230"/>
                <a:gd name="connsiteY4" fmla="*/ 251962 h 1515391"/>
                <a:gd name="connsiteX0" fmla="*/ 23293 w 2397230"/>
                <a:gd name="connsiteY0" fmla="*/ 251962 h 1518566"/>
                <a:gd name="connsiteX1" fmla="*/ 2397230 w 2397230"/>
                <a:gd name="connsiteY1" fmla="*/ 1423537 h 1518566"/>
                <a:gd name="connsiteX2" fmla="*/ 2187680 w 2397230"/>
                <a:gd name="connsiteY2" fmla="*/ 1515391 h 1518566"/>
                <a:gd name="connsiteX3" fmla="*/ 1626204 w 2397230"/>
                <a:gd name="connsiteY3" fmla="*/ 1327464 h 1518566"/>
                <a:gd name="connsiteX4" fmla="*/ 23293 w 2397230"/>
                <a:gd name="connsiteY4" fmla="*/ 251962 h 1518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7230" h="1518566">
                  <a:moveTo>
                    <a:pt x="23293" y="251962"/>
                  </a:moveTo>
                  <a:cubicBezTo>
                    <a:pt x="455830" y="-430663"/>
                    <a:pt x="2326643" y="378962"/>
                    <a:pt x="2397230" y="1423537"/>
                  </a:cubicBezTo>
                  <a:cubicBezTo>
                    <a:pt x="2327380" y="1454155"/>
                    <a:pt x="2276580" y="1535573"/>
                    <a:pt x="2187680" y="1515391"/>
                  </a:cubicBezTo>
                  <a:cubicBezTo>
                    <a:pt x="2083782" y="1514460"/>
                    <a:pt x="2072660" y="1423736"/>
                    <a:pt x="1626204" y="1327464"/>
                  </a:cubicBezTo>
                  <a:cubicBezTo>
                    <a:pt x="893998" y="1288342"/>
                    <a:pt x="-171093" y="874918"/>
                    <a:pt x="23293" y="251962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523E2CF-9BCE-E353-3E3A-7C08A40B9EAC}"/>
                </a:ext>
              </a:extLst>
            </p:cNvPr>
            <p:cNvSpPr/>
            <p:nvPr/>
          </p:nvSpPr>
          <p:spPr>
            <a:xfrm>
              <a:off x="3043870" y="4168361"/>
              <a:ext cx="1063310" cy="595021"/>
            </a:xfrm>
            <a:custGeom>
              <a:avLst/>
              <a:gdLst>
                <a:gd name="connsiteX0" fmla="*/ 0 w 674690"/>
                <a:gd name="connsiteY0" fmla="*/ 0 h 726219"/>
                <a:gd name="connsiteX1" fmla="*/ 674690 w 674690"/>
                <a:gd name="connsiteY1" fmla="*/ 0 h 726219"/>
                <a:gd name="connsiteX2" fmla="*/ 674690 w 674690"/>
                <a:gd name="connsiteY2" fmla="*/ 726219 h 726219"/>
                <a:gd name="connsiteX3" fmla="*/ 0 w 674690"/>
                <a:gd name="connsiteY3" fmla="*/ 726219 h 726219"/>
                <a:gd name="connsiteX4" fmla="*/ 0 w 674690"/>
                <a:gd name="connsiteY4" fmla="*/ 0 h 726219"/>
                <a:gd name="connsiteX0" fmla="*/ 0 w 834710"/>
                <a:gd name="connsiteY0" fmla="*/ 0 h 855759"/>
                <a:gd name="connsiteX1" fmla="*/ 834710 w 834710"/>
                <a:gd name="connsiteY1" fmla="*/ 129540 h 855759"/>
                <a:gd name="connsiteX2" fmla="*/ 834710 w 834710"/>
                <a:gd name="connsiteY2" fmla="*/ 855759 h 855759"/>
                <a:gd name="connsiteX3" fmla="*/ 160020 w 834710"/>
                <a:gd name="connsiteY3" fmla="*/ 855759 h 855759"/>
                <a:gd name="connsiteX4" fmla="*/ 0 w 834710"/>
                <a:gd name="connsiteY4" fmla="*/ 0 h 855759"/>
                <a:gd name="connsiteX0" fmla="*/ 60960 w 895670"/>
                <a:gd name="connsiteY0" fmla="*/ 0 h 855759"/>
                <a:gd name="connsiteX1" fmla="*/ 895670 w 895670"/>
                <a:gd name="connsiteY1" fmla="*/ 129540 h 855759"/>
                <a:gd name="connsiteX2" fmla="*/ 895670 w 895670"/>
                <a:gd name="connsiteY2" fmla="*/ 855759 h 855759"/>
                <a:gd name="connsiteX3" fmla="*/ 0 w 895670"/>
                <a:gd name="connsiteY3" fmla="*/ 756699 h 855759"/>
                <a:gd name="connsiteX4" fmla="*/ 60960 w 895670"/>
                <a:gd name="connsiteY4" fmla="*/ 0 h 855759"/>
                <a:gd name="connsiteX0" fmla="*/ 60960 w 1040450"/>
                <a:gd name="connsiteY0" fmla="*/ 0 h 756699"/>
                <a:gd name="connsiteX1" fmla="*/ 895670 w 1040450"/>
                <a:gd name="connsiteY1" fmla="*/ 129540 h 756699"/>
                <a:gd name="connsiteX2" fmla="*/ 1040450 w 1040450"/>
                <a:gd name="connsiteY2" fmla="*/ 741459 h 756699"/>
                <a:gd name="connsiteX3" fmla="*/ 0 w 1040450"/>
                <a:gd name="connsiteY3" fmla="*/ 756699 h 756699"/>
                <a:gd name="connsiteX4" fmla="*/ 60960 w 1040450"/>
                <a:gd name="connsiteY4" fmla="*/ 0 h 756699"/>
                <a:gd name="connsiteX0" fmla="*/ 60960 w 1040450"/>
                <a:gd name="connsiteY0" fmla="*/ 22860 h 779559"/>
                <a:gd name="connsiteX1" fmla="*/ 971870 w 1040450"/>
                <a:gd name="connsiteY1" fmla="*/ 0 h 779559"/>
                <a:gd name="connsiteX2" fmla="*/ 1040450 w 1040450"/>
                <a:gd name="connsiteY2" fmla="*/ 764319 h 779559"/>
                <a:gd name="connsiteX3" fmla="*/ 0 w 1040450"/>
                <a:gd name="connsiteY3" fmla="*/ 779559 h 779559"/>
                <a:gd name="connsiteX4" fmla="*/ 60960 w 1040450"/>
                <a:gd name="connsiteY4" fmla="*/ 22860 h 779559"/>
                <a:gd name="connsiteX0" fmla="*/ 60960 w 1040450"/>
                <a:gd name="connsiteY0" fmla="*/ 22860 h 779559"/>
                <a:gd name="connsiteX1" fmla="*/ 971870 w 1040450"/>
                <a:gd name="connsiteY1" fmla="*/ 0 h 779559"/>
                <a:gd name="connsiteX2" fmla="*/ 1040450 w 1040450"/>
                <a:gd name="connsiteY2" fmla="*/ 764319 h 779559"/>
                <a:gd name="connsiteX3" fmla="*/ 0 w 1040450"/>
                <a:gd name="connsiteY3" fmla="*/ 779559 h 779559"/>
                <a:gd name="connsiteX4" fmla="*/ 60960 w 1040450"/>
                <a:gd name="connsiteY4" fmla="*/ 22860 h 779559"/>
                <a:gd name="connsiteX0" fmla="*/ 60960 w 1040450"/>
                <a:gd name="connsiteY0" fmla="*/ 22860 h 779559"/>
                <a:gd name="connsiteX1" fmla="*/ 971870 w 1040450"/>
                <a:gd name="connsiteY1" fmla="*/ 0 h 779559"/>
                <a:gd name="connsiteX2" fmla="*/ 1040450 w 1040450"/>
                <a:gd name="connsiteY2" fmla="*/ 764319 h 779559"/>
                <a:gd name="connsiteX3" fmla="*/ 0 w 1040450"/>
                <a:gd name="connsiteY3" fmla="*/ 779559 h 779559"/>
                <a:gd name="connsiteX4" fmla="*/ 60960 w 1040450"/>
                <a:gd name="connsiteY4" fmla="*/ 22860 h 779559"/>
                <a:gd name="connsiteX0" fmla="*/ 83820 w 1063310"/>
                <a:gd name="connsiteY0" fmla="*/ 22860 h 779559"/>
                <a:gd name="connsiteX1" fmla="*/ 994730 w 1063310"/>
                <a:gd name="connsiteY1" fmla="*/ 0 h 779559"/>
                <a:gd name="connsiteX2" fmla="*/ 1063310 w 1063310"/>
                <a:gd name="connsiteY2" fmla="*/ 764319 h 779559"/>
                <a:gd name="connsiteX3" fmla="*/ 0 w 1063310"/>
                <a:gd name="connsiteY3" fmla="*/ 779559 h 779559"/>
                <a:gd name="connsiteX4" fmla="*/ 83820 w 1063310"/>
                <a:gd name="connsiteY4" fmla="*/ 22860 h 779559"/>
                <a:gd name="connsiteX0" fmla="*/ 83820 w 1063310"/>
                <a:gd name="connsiteY0" fmla="*/ 22860 h 779559"/>
                <a:gd name="connsiteX1" fmla="*/ 994730 w 1063310"/>
                <a:gd name="connsiteY1" fmla="*/ 0 h 779559"/>
                <a:gd name="connsiteX2" fmla="*/ 1063310 w 1063310"/>
                <a:gd name="connsiteY2" fmla="*/ 764319 h 779559"/>
                <a:gd name="connsiteX3" fmla="*/ 0 w 1063310"/>
                <a:gd name="connsiteY3" fmla="*/ 779559 h 779559"/>
                <a:gd name="connsiteX4" fmla="*/ 83820 w 1063310"/>
                <a:gd name="connsiteY4" fmla="*/ 22860 h 779559"/>
                <a:gd name="connsiteX0" fmla="*/ 45720 w 1063310"/>
                <a:gd name="connsiteY0" fmla="*/ 0 h 787179"/>
                <a:gd name="connsiteX1" fmla="*/ 994730 w 1063310"/>
                <a:gd name="connsiteY1" fmla="*/ 7620 h 787179"/>
                <a:gd name="connsiteX2" fmla="*/ 1063310 w 1063310"/>
                <a:gd name="connsiteY2" fmla="*/ 771939 h 787179"/>
                <a:gd name="connsiteX3" fmla="*/ 0 w 1063310"/>
                <a:gd name="connsiteY3" fmla="*/ 787179 h 787179"/>
                <a:gd name="connsiteX4" fmla="*/ 45720 w 1063310"/>
                <a:gd name="connsiteY4" fmla="*/ 0 h 787179"/>
                <a:gd name="connsiteX0" fmla="*/ 45720 w 1063310"/>
                <a:gd name="connsiteY0" fmla="*/ 0 h 787179"/>
                <a:gd name="connsiteX1" fmla="*/ 994730 w 1063310"/>
                <a:gd name="connsiteY1" fmla="*/ 7620 h 787179"/>
                <a:gd name="connsiteX2" fmla="*/ 1063310 w 1063310"/>
                <a:gd name="connsiteY2" fmla="*/ 771939 h 787179"/>
                <a:gd name="connsiteX3" fmla="*/ 0 w 1063310"/>
                <a:gd name="connsiteY3" fmla="*/ 787179 h 787179"/>
                <a:gd name="connsiteX4" fmla="*/ 45720 w 1063310"/>
                <a:gd name="connsiteY4" fmla="*/ 0 h 787179"/>
                <a:gd name="connsiteX0" fmla="*/ 0 w 1063310"/>
                <a:gd name="connsiteY0" fmla="*/ 787179 h 908149"/>
                <a:gd name="connsiteX1" fmla="*/ 45720 w 1063310"/>
                <a:gd name="connsiteY1" fmla="*/ 0 h 908149"/>
                <a:gd name="connsiteX2" fmla="*/ 994730 w 1063310"/>
                <a:gd name="connsiteY2" fmla="*/ 7620 h 908149"/>
                <a:gd name="connsiteX3" fmla="*/ 1063310 w 1063310"/>
                <a:gd name="connsiteY3" fmla="*/ 771939 h 908149"/>
                <a:gd name="connsiteX4" fmla="*/ 91440 w 1063310"/>
                <a:gd name="connsiteY4" fmla="*/ 908149 h 908149"/>
                <a:gd name="connsiteX0" fmla="*/ 0 w 1063310"/>
                <a:gd name="connsiteY0" fmla="*/ 787179 h 787179"/>
                <a:gd name="connsiteX1" fmla="*/ 45720 w 1063310"/>
                <a:gd name="connsiteY1" fmla="*/ 0 h 787179"/>
                <a:gd name="connsiteX2" fmla="*/ 994730 w 1063310"/>
                <a:gd name="connsiteY2" fmla="*/ 7620 h 787179"/>
                <a:gd name="connsiteX3" fmla="*/ 1063310 w 1063310"/>
                <a:gd name="connsiteY3" fmla="*/ 771939 h 78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3310" h="787179">
                  <a:moveTo>
                    <a:pt x="0" y="787179"/>
                  </a:moveTo>
                  <a:cubicBezTo>
                    <a:pt x="127000" y="557806"/>
                    <a:pt x="116840" y="236993"/>
                    <a:pt x="45720" y="0"/>
                  </a:cubicBezTo>
                  <a:lnTo>
                    <a:pt x="994730" y="7620"/>
                  </a:lnTo>
                  <a:cubicBezTo>
                    <a:pt x="933770" y="452893"/>
                    <a:pt x="987110" y="585746"/>
                    <a:pt x="1063310" y="771939"/>
                  </a:cubicBezTo>
                </a:path>
              </a:pathLst>
            </a:custGeom>
            <a:solidFill>
              <a:srgbClr val="A7EF1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46BBA84-D379-29B3-5885-F95C7977676B}"/>
                </a:ext>
              </a:extLst>
            </p:cNvPr>
            <p:cNvSpPr/>
            <p:nvPr/>
          </p:nvSpPr>
          <p:spPr>
            <a:xfrm>
              <a:off x="2473659" y="4772308"/>
              <a:ext cx="2188675" cy="2150336"/>
            </a:xfrm>
            <a:prstGeom prst="ellipse">
              <a:avLst/>
            </a:prstGeom>
            <a:solidFill>
              <a:srgbClr val="FDE6AA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1DFC725-86F7-0571-6781-4FD647C7CA2F}"/>
                </a:ext>
              </a:extLst>
            </p:cNvPr>
            <p:cNvSpPr/>
            <p:nvPr/>
          </p:nvSpPr>
          <p:spPr>
            <a:xfrm>
              <a:off x="1687081" y="6166069"/>
              <a:ext cx="1384732" cy="1127772"/>
            </a:xfrm>
            <a:custGeom>
              <a:avLst/>
              <a:gdLst>
                <a:gd name="connsiteX0" fmla="*/ 0 w 580729"/>
                <a:gd name="connsiteY0" fmla="*/ 0 h 483955"/>
                <a:gd name="connsiteX1" fmla="*/ 580729 w 580729"/>
                <a:gd name="connsiteY1" fmla="*/ 0 h 483955"/>
                <a:gd name="connsiteX2" fmla="*/ 580729 w 580729"/>
                <a:gd name="connsiteY2" fmla="*/ 483955 h 483955"/>
                <a:gd name="connsiteX3" fmla="*/ 0 w 580729"/>
                <a:gd name="connsiteY3" fmla="*/ 483955 h 483955"/>
                <a:gd name="connsiteX4" fmla="*/ 0 w 580729"/>
                <a:gd name="connsiteY4" fmla="*/ 0 h 483955"/>
                <a:gd name="connsiteX0" fmla="*/ 0 w 580729"/>
                <a:gd name="connsiteY0" fmla="*/ 127000 h 610955"/>
                <a:gd name="connsiteX1" fmla="*/ 301329 w 580729"/>
                <a:gd name="connsiteY1" fmla="*/ 0 h 610955"/>
                <a:gd name="connsiteX2" fmla="*/ 580729 w 580729"/>
                <a:gd name="connsiteY2" fmla="*/ 610955 h 610955"/>
                <a:gd name="connsiteX3" fmla="*/ 0 w 580729"/>
                <a:gd name="connsiteY3" fmla="*/ 610955 h 610955"/>
                <a:gd name="connsiteX4" fmla="*/ 0 w 580729"/>
                <a:gd name="connsiteY4" fmla="*/ 127000 h 610955"/>
                <a:gd name="connsiteX0" fmla="*/ 0 w 1444329"/>
                <a:gd name="connsiteY0" fmla="*/ 977900 h 977900"/>
                <a:gd name="connsiteX1" fmla="*/ 1164929 w 1444329"/>
                <a:gd name="connsiteY1" fmla="*/ 0 h 977900"/>
                <a:gd name="connsiteX2" fmla="*/ 1444329 w 1444329"/>
                <a:gd name="connsiteY2" fmla="*/ 610955 h 977900"/>
                <a:gd name="connsiteX3" fmla="*/ 863600 w 1444329"/>
                <a:gd name="connsiteY3" fmla="*/ 610955 h 977900"/>
                <a:gd name="connsiteX4" fmla="*/ 0 w 1444329"/>
                <a:gd name="connsiteY4" fmla="*/ 977900 h 977900"/>
                <a:gd name="connsiteX0" fmla="*/ 0 w 1444329"/>
                <a:gd name="connsiteY0" fmla="*/ 977900 h 977900"/>
                <a:gd name="connsiteX1" fmla="*/ 1164929 w 1444329"/>
                <a:gd name="connsiteY1" fmla="*/ 0 h 977900"/>
                <a:gd name="connsiteX2" fmla="*/ 1444329 w 1444329"/>
                <a:gd name="connsiteY2" fmla="*/ 610955 h 977900"/>
                <a:gd name="connsiteX3" fmla="*/ 0 w 1444329"/>
                <a:gd name="connsiteY3" fmla="*/ 977900 h 977900"/>
                <a:gd name="connsiteX0" fmla="*/ 187150 w 1631479"/>
                <a:gd name="connsiteY0" fmla="*/ 977900 h 977900"/>
                <a:gd name="connsiteX1" fmla="*/ 1352079 w 1631479"/>
                <a:gd name="connsiteY1" fmla="*/ 0 h 977900"/>
                <a:gd name="connsiteX2" fmla="*/ 1631479 w 1631479"/>
                <a:gd name="connsiteY2" fmla="*/ 610955 h 977900"/>
                <a:gd name="connsiteX3" fmla="*/ 187150 w 1631479"/>
                <a:gd name="connsiteY3" fmla="*/ 977900 h 977900"/>
                <a:gd name="connsiteX0" fmla="*/ 189349 w 1633678"/>
                <a:gd name="connsiteY0" fmla="*/ 999443 h 999443"/>
                <a:gd name="connsiteX1" fmla="*/ 1354278 w 1633678"/>
                <a:gd name="connsiteY1" fmla="*/ 21543 h 999443"/>
                <a:gd name="connsiteX2" fmla="*/ 1633678 w 1633678"/>
                <a:gd name="connsiteY2" fmla="*/ 632498 h 999443"/>
                <a:gd name="connsiteX3" fmla="*/ 189349 w 1633678"/>
                <a:gd name="connsiteY3" fmla="*/ 999443 h 999443"/>
                <a:gd name="connsiteX0" fmla="*/ 189349 w 1354278"/>
                <a:gd name="connsiteY0" fmla="*/ 999443 h 999443"/>
                <a:gd name="connsiteX1" fmla="*/ 1354278 w 1354278"/>
                <a:gd name="connsiteY1" fmla="*/ 21543 h 999443"/>
                <a:gd name="connsiteX2" fmla="*/ 189349 w 1354278"/>
                <a:gd name="connsiteY2" fmla="*/ 999443 h 999443"/>
                <a:gd name="connsiteX0" fmla="*/ 189349 w 1372048"/>
                <a:gd name="connsiteY0" fmla="*/ 999443 h 999443"/>
                <a:gd name="connsiteX1" fmla="*/ 1354278 w 1372048"/>
                <a:gd name="connsiteY1" fmla="*/ 21543 h 999443"/>
                <a:gd name="connsiteX2" fmla="*/ 189349 w 1372048"/>
                <a:gd name="connsiteY2" fmla="*/ 999443 h 999443"/>
                <a:gd name="connsiteX0" fmla="*/ 189349 w 1375763"/>
                <a:gd name="connsiteY0" fmla="*/ 999443 h 1129420"/>
                <a:gd name="connsiteX1" fmla="*/ 1354278 w 1375763"/>
                <a:gd name="connsiteY1" fmla="*/ 21543 h 1129420"/>
                <a:gd name="connsiteX2" fmla="*/ 189349 w 1375763"/>
                <a:gd name="connsiteY2" fmla="*/ 999443 h 1129420"/>
                <a:gd name="connsiteX0" fmla="*/ 189349 w 1406187"/>
                <a:gd name="connsiteY0" fmla="*/ 999443 h 1110312"/>
                <a:gd name="connsiteX1" fmla="*/ 1354278 w 1406187"/>
                <a:gd name="connsiteY1" fmla="*/ 21543 h 1110312"/>
                <a:gd name="connsiteX2" fmla="*/ 189349 w 1406187"/>
                <a:gd name="connsiteY2" fmla="*/ 999443 h 1110312"/>
                <a:gd name="connsiteX0" fmla="*/ 171081 w 1387919"/>
                <a:gd name="connsiteY0" fmla="*/ 1021078 h 1131947"/>
                <a:gd name="connsiteX1" fmla="*/ 1336010 w 1387919"/>
                <a:gd name="connsiteY1" fmla="*/ 43178 h 1131947"/>
                <a:gd name="connsiteX2" fmla="*/ 171081 w 1387919"/>
                <a:gd name="connsiteY2" fmla="*/ 1021078 h 1131947"/>
                <a:gd name="connsiteX0" fmla="*/ 167894 w 1384732"/>
                <a:gd name="connsiteY0" fmla="*/ 1016903 h 1127772"/>
                <a:gd name="connsiteX1" fmla="*/ 1332823 w 1384732"/>
                <a:gd name="connsiteY1" fmla="*/ 39003 h 1127772"/>
                <a:gd name="connsiteX2" fmla="*/ 167894 w 1384732"/>
                <a:gd name="connsiteY2" fmla="*/ 1016903 h 112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84732" h="1127772">
                  <a:moveTo>
                    <a:pt x="167894" y="1016903"/>
                  </a:moveTo>
                  <a:cubicBezTo>
                    <a:pt x="-535996" y="297236"/>
                    <a:pt x="1192163" y="-136680"/>
                    <a:pt x="1332823" y="39003"/>
                  </a:cubicBezTo>
                  <a:cubicBezTo>
                    <a:pt x="1604913" y="371320"/>
                    <a:pt x="746704" y="1478336"/>
                    <a:pt x="167894" y="1016903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3">
              <a:extLst>
                <a:ext uri="{FF2B5EF4-FFF2-40B4-BE49-F238E27FC236}">
                  <a16:creationId xmlns:a16="http://schemas.microsoft.com/office/drawing/2014/main" id="{88FAAB5D-C1CC-E4A9-1FCD-FCAFFB7DA9D8}"/>
                </a:ext>
              </a:extLst>
            </p:cNvPr>
            <p:cNvSpPr/>
            <p:nvPr/>
          </p:nvSpPr>
          <p:spPr>
            <a:xfrm flipH="1">
              <a:off x="4107180" y="6162134"/>
              <a:ext cx="1384732" cy="1127772"/>
            </a:xfrm>
            <a:custGeom>
              <a:avLst/>
              <a:gdLst>
                <a:gd name="connsiteX0" fmla="*/ 0 w 580729"/>
                <a:gd name="connsiteY0" fmla="*/ 0 h 483955"/>
                <a:gd name="connsiteX1" fmla="*/ 580729 w 580729"/>
                <a:gd name="connsiteY1" fmla="*/ 0 h 483955"/>
                <a:gd name="connsiteX2" fmla="*/ 580729 w 580729"/>
                <a:gd name="connsiteY2" fmla="*/ 483955 h 483955"/>
                <a:gd name="connsiteX3" fmla="*/ 0 w 580729"/>
                <a:gd name="connsiteY3" fmla="*/ 483955 h 483955"/>
                <a:gd name="connsiteX4" fmla="*/ 0 w 580729"/>
                <a:gd name="connsiteY4" fmla="*/ 0 h 483955"/>
                <a:gd name="connsiteX0" fmla="*/ 0 w 580729"/>
                <a:gd name="connsiteY0" fmla="*/ 127000 h 610955"/>
                <a:gd name="connsiteX1" fmla="*/ 301329 w 580729"/>
                <a:gd name="connsiteY1" fmla="*/ 0 h 610955"/>
                <a:gd name="connsiteX2" fmla="*/ 580729 w 580729"/>
                <a:gd name="connsiteY2" fmla="*/ 610955 h 610955"/>
                <a:gd name="connsiteX3" fmla="*/ 0 w 580729"/>
                <a:gd name="connsiteY3" fmla="*/ 610955 h 610955"/>
                <a:gd name="connsiteX4" fmla="*/ 0 w 580729"/>
                <a:gd name="connsiteY4" fmla="*/ 127000 h 610955"/>
                <a:gd name="connsiteX0" fmla="*/ 0 w 1444329"/>
                <a:gd name="connsiteY0" fmla="*/ 977900 h 977900"/>
                <a:gd name="connsiteX1" fmla="*/ 1164929 w 1444329"/>
                <a:gd name="connsiteY1" fmla="*/ 0 h 977900"/>
                <a:gd name="connsiteX2" fmla="*/ 1444329 w 1444329"/>
                <a:gd name="connsiteY2" fmla="*/ 610955 h 977900"/>
                <a:gd name="connsiteX3" fmla="*/ 863600 w 1444329"/>
                <a:gd name="connsiteY3" fmla="*/ 610955 h 977900"/>
                <a:gd name="connsiteX4" fmla="*/ 0 w 1444329"/>
                <a:gd name="connsiteY4" fmla="*/ 977900 h 977900"/>
                <a:gd name="connsiteX0" fmla="*/ 0 w 1444329"/>
                <a:gd name="connsiteY0" fmla="*/ 977900 h 977900"/>
                <a:gd name="connsiteX1" fmla="*/ 1164929 w 1444329"/>
                <a:gd name="connsiteY1" fmla="*/ 0 h 977900"/>
                <a:gd name="connsiteX2" fmla="*/ 1444329 w 1444329"/>
                <a:gd name="connsiteY2" fmla="*/ 610955 h 977900"/>
                <a:gd name="connsiteX3" fmla="*/ 0 w 1444329"/>
                <a:gd name="connsiteY3" fmla="*/ 977900 h 977900"/>
                <a:gd name="connsiteX0" fmla="*/ 187150 w 1631479"/>
                <a:gd name="connsiteY0" fmla="*/ 977900 h 977900"/>
                <a:gd name="connsiteX1" fmla="*/ 1352079 w 1631479"/>
                <a:gd name="connsiteY1" fmla="*/ 0 h 977900"/>
                <a:gd name="connsiteX2" fmla="*/ 1631479 w 1631479"/>
                <a:gd name="connsiteY2" fmla="*/ 610955 h 977900"/>
                <a:gd name="connsiteX3" fmla="*/ 187150 w 1631479"/>
                <a:gd name="connsiteY3" fmla="*/ 977900 h 977900"/>
                <a:gd name="connsiteX0" fmla="*/ 189349 w 1633678"/>
                <a:gd name="connsiteY0" fmla="*/ 999443 h 999443"/>
                <a:gd name="connsiteX1" fmla="*/ 1354278 w 1633678"/>
                <a:gd name="connsiteY1" fmla="*/ 21543 h 999443"/>
                <a:gd name="connsiteX2" fmla="*/ 1633678 w 1633678"/>
                <a:gd name="connsiteY2" fmla="*/ 632498 h 999443"/>
                <a:gd name="connsiteX3" fmla="*/ 189349 w 1633678"/>
                <a:gd name="connsiteY3" fmla="*/ 999443 h 999443"/>
                <a:gd name="connsiteX0" fmla="*/ 189349 w 1354278"/>
                <a:gd name="connsiteY0" fmla="*/ 999443 h 999443"/>
                <a:gd name="connsiteX1" fmla="*/ 1354278 w 1354278"/>
                <a:gd name="connsiteY1" fmla="*/ 21543 h 999443"/>
                <a:gd name="connsiteX2" fmla="*/ 189349 w 1354278"/>
                <a:gd name="connsiteY2" fmla="*/ 999443 h 999443"/>
                <a:gd name="connsiteX0" fmla="*/ 189349 w 1372048"/>
                <a:gd name="connsiteY0" fmla="*/ 999443 h 999443"/>
                <a:gd name="connsiteX1" fmla="*/ 1354278 w 1372048"/>
                <a:gd name="connsiteY1" fmla="*/ 21543 h 999443"/>
                <a:gd name="connsiteX2" fmla="*/ 189349 w 1372048"/>
                <a:gd name="connsiteY2" fmla="*/ 999443 h 999443"/>
                <a:gd name="connsiteX0" fmla="*/ 189349 w 1375763"/>
                <a:gd name="connsiteY0" fmla="*/ 999443 h 1129420"/>
                <a:gd name="connsiteX1" fmla="*/ 1354278 w 1375763"/>
                <a:gd name="connsiteY1" fmla="*/ 21543 h 1129420"/>
                <a:gd name="connsiteX2" fmla="*/ 189349 w 1375763"/>
                <a:gd name="connsiteY2" fmla="*/ 999443 h 1129420"/>
                <a:gd name="connsiteX0" fmla="*/ 189349 w 1406187"/>
                <a:gd name="connsiteY0" fmla="*/ 999443 h 1110312"/>
                <a:gd name="connsiteX1" fmla="*/ 1354278 w 1406187"/>
                <a:gd name="connsiteY1" fmla="*/ 21543 h 1110312"/>
                <a:gd name="connsiteX2" fmla="*/ 189349 w 1406187"/>
                <a:gd name="connsiteY2" fmla="*/ 999443 h 1110312"/>
                <a:gd name="connsiteX0" fmla="*/ 171081 w 1387919"/>
                <a:gd name="connsiteY0" fmla="*/ 1021078 h 1131947"/>
                <a:gd name="connsiteX1" fmla="*/ 1336010 w 1387919"/>
                <a:gd name="connsiteY1" fmla="*/ 43178 h 1131947"/>
                <a:gd name="connsiteX2" fmla="*/ 171081 w 1387919"/>
                <a:gd name="connsiteY2" fmla="*/ 1021078 h 1131947"/>
                <a:gd name="connsiteX0" fmla="*/ 167894 w 1384732"/>
                <a:gd name="connsiteY0" fmla="*/ 1016903 h 1127772"/>
                <a:gd name="connsiteX1" fmla="*/ 1332823 w 1384732"/>
                <a:gd name="connsiteY1" fmla="*/ 39003 h 1127772"/>
                <a:gd name="connsiteX2" fmla="*/ 167894 w 1384732"/>
                <a:gd name="connsiteY2" fmla="*/ 1016903 h 112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84732" h="1127772">
                  <a:moveTo>
                    <a:pt x="167894" y="1016903"/>
                  </a:moveTo>
                  <a:cubicBezTo>
                    <a:pt x="-535996" y="297236"/>
                    <a:pt x="1192163" y="-136680"/>
                    <a:pt x="1332823" y="39003"/>
                  </a:cubicBezTo>
                  <a:cubicBezTo>
                    <a:pt x="1604913" y="371320"/>
                    <a:pt x="746704" y="1478336"/>
                    <a:pt x="167894" y="1016903"/>
                  </a:cubicBezTo>
                  <a:close/>
                </a:path>
              </a:pathLst>
            </a:custGeom>
            <a:solidFill>
              <a:srgbClr val="A7EF1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EE28E21-8F29-A082-CAA1-D1DA184781B1}"/>
                </a:ext>
              </a:extLst>
            </p:cNvPr>
            <p:cNvSpPr/>
            <p:nvPr/>
          </p:nvSpPr>
          <p:spPr>
            <a:xfrm>
              <a:off x="1861546" y="1452302"/>
              <a:ext cx="3483836" cy="2970927"/>
            </a:xfrm>
            <a:custGeom>
              <a:avLst/>
              <a:gdLst>
                <a:gd name="connsiteX0" fmla="*/ 0 w 1912202"/>
                <a:gd name="connsiteY0" fmla="*/ 0 h 2114550"/>
                <a:gd name="connsiteX1" fmla="*/ 1912202 w 1912202"/>
                <a:gd name="connsiteY1" fmla="*/ 0 h 2114550"/>
                <a:gd name="connsiteX2" fmla="*/ 1912202 w 1912202"/>
                <a:gd name="connsiteY2" fmla="*/ 2114550 h 2114550"/>
                <a:gd name="connsiteX3" fmla="*/ 0 w 1912202"/>
                <a:gd name="connsiteY3" fmla="*/ 2114550 h 2114550"/>
                <a:gd name="connsiteX4" fmla="*/ 0 w 1912202"/>
                <a:gd name="connsiteY4" fmla="*/ 0 h 2114550"/>
                <a:gd name="connsiteX0" fmla="*/ 711200 w 1912202"/>
                <a:gd name="connsiteY0" fmla="*/ 0 h 2433865"/>
                <a:gd name="connsiteX1" fmla="*/ 1912202 w 1912202"/>
                <a:gd name="connsiteY1" fmla="*/ 319315 h 2433865"/>
                <a:gd name="connsiteX2" fmla="*/ 1912202 w 1912202"/>
                <a:gd name="connsiteY2" fmla="*/ 2433865 h 2433865"/>
                <a:gd name="connsiteX3" fmla="*/ 0 w 1912202"/>
                <a:gd name="connsiteY3" fmla="*/ 2433865 h 2433865"/>
                <a:gd name="connsiteX4" fmla="*/ 711200 w 1912202"/>
                <a:gd name="connsiteY4" fmla="*/ 0 h 2433865"/>
                <a:gd name="connsiteX0" fmla="*/ 0 w 1201002"/>
                <a:gd name="connsiteY0" fmla="*/ 0 h 2970894"/>
                <a:gd name="connsiteX1" fmla="*/ 1201002 w 1201002"/>
                <a:gd name="connsiteY1" fmla="*/ 319315 h 2970894"/>
                <a:gd name="connsiteX2" fmla="*/ 1201002 w 1201002"/>
                <a:gd name="connsiteY2" fmla="*/ 2433865 h 2970894"/>
                <a:gd name="connsiteX3" fmla="*/ 14514 w 1201002"/>
                <a:gd name="connsiteY3" fmla="*/ 2970894 h 2970894"/>
                <a:gd name="connsiteX4" fmla="*/ 0 w 1201002"/>
                <a:gd name="connsiteY4" fmla="*/ 0 h 2970894"/>
                <a:gd name="connsiteX0" fmla="*/ 1364348 w 2565350"/>
                <a:gd name="connsiteY0" fmla="*/ 0 h 2970894"/>
                <a:gd name="connsiteX1" fmla="*/ 2565350 w 2565350"/>
                <a:gd name="connsiteY1" fmla="*/ 319315 h 2970894"/>
                <a:gd name="connsiteX2" fmla="*/ 2565350 w 2565350"/>
                <a:gd name="connsiteY2" fmla="*/ 2433865 h 2970894"/>
                <a:gd name="connsiteX3" fmla="*/ 1378862 w 2565350"/>
                <a:gd name="connsiteY3" fmla="*/ 2970894 h 2970894"/>
                <a:gd name="connsiteX4" fmla="*/ 1364348 w 2565350"/>
                <a:gd name="connsiteY4" fmla="*/ 0 h 2970894"/>
                <a:gd name="connsiteX0" fmla="*/ 1760839 w 2961841"/>
                <a:gd name="connsiteY0" fmla="*/ 38 h 2970932"/>
                <a:gd name="connsiteX1" fmla="*/ 2961841 w 2961841"/>
                <a:gd name="connsiteY1" fmla="*/ 319353 h 2970932"/>
                <a:gd name="connsiteX2" fmla="*/ 2961841 w 2961841"/>
                <a:gd name="connsiteY2" fmla="*/ 2433903 h 2970932"/>
                <a:gd name="connsiteX3" fmla="*/ 1775353 w 2961841"/>
                <a:gd name="connsiteY3" fmla="*/ 2970932 h 2970932"/>
                <a:gd name="connsiteX4" fmla="*/ 1760839 w 2961841"/>
                <a:gd name="connsiteY4" fmla="*/ 38 h 2970932"/>
                <a:gd name="connsiteX0" fmla="*/ 1632389 w 2833391"/>
                <a:gd name="connsiteY0" fmla="*/ 37 h 2970931"/>
                <a:gd name="connsiteX1" fmla="*/ 2833391 w 2833391"/>
                <a:gd name="connsiteY1" fmla="*/ 319352 h 2970931"/>
                <a:gd name="connsiteX2" fmla="*/ 2833391 w 2833391"/>
                <a:gd name="connsiteY2" fmla="*/ 2433902 h 2970931"/>
                <a:gd name="connsiteX3" fmla="*/ 1646903 w 2833391"/>
                <a:gd name="connsiteY3" fmla="*/ 2970931 h 2970931"/>
                <a:gd name="connsiteX4" fmla="*/ 1632389 w 2833391"/>
                <a:gd name="connsiteY4" fmla="*/ 37 h 2970931"/>
                <a:gd name="connsiteX0" fmla="*/ 1632389 w 2833391"/>
                <a:gd name="connsiteY0" fmla="*/ 37 h 2970931"/>
                <a:gd name="connsiteX1" fmla="*/ 2833391 w 2833391"/>
                <a:gd name="connsiteY1" fmla="*/ 2433902 h 2970931"/>
                <a:gd name="connsiteX2" fmla="*/ 1646903 w 2833391"/>
                <a:gd name="connsiteY2" fmla="*/ 2970931 h 2970931"/>
                <a:gd name="connsiteX3" fmla="*/ 1632389 w 2833391"/>
                <a:gd name="connsiteY3" fmla="*/ 37 h 2970931"/>
                <a:gd name="connsiteX0" fmla="*/ 1632389 w 1646903"/>
                <a:gd name="connsiteY0" fmla="*/ 37 h 2970931"/>
                <a:gd name="connsiteX1" fmla="*/ 1646903 w 1646903"/>
                <a:gd name="connsiteY1" fmla="*/ 2970931 h 2970931"/>
                <a:gd name="connsiteX2" fmla="*/ 1632389 w 1646903"/>
                <a:gd name="connsiteY2" fmla="*/ 37 h 2970931"/>
                <a:gd name="connsiteX0" fmla="*/ 1632389 w 3041892"/>
                <a:gd name="connsiteY0" fmla="*/ 37 h 2970931"/>
                <a:gd name="connsiteX1" fmla="*/ 1646903 w 3041892"/>
                <a:gd name="connsiteY1" fmla="*/ 2970931 h 2970931"/>
                <a:gd name="connsiteX2" fmla="*/ 1632389 w 3041892"/>
                <a:gd name="connsiteY2" fmla="*/ 37 h 2970931"/>
                <a:gd name="connsiteX0" fmla="*/ 1632389 w 3488542"/>
                <a:gd name="connsiteY0" fmla="*/ 37 h 2970931"/>
                <a:gd name="connsiteX1" fmla="*/ 1646903 w 3488542"/>
                <a:gd name="connsiteY1" fmla="*/ 2970931 h 2970931"/>
                <a:gd name="connsiteX2" fmla="*/ 1632389 w 3488542"/>
                <a:gd name="connsiteY2" fmla="*/ 37 h 2970931"/>
                <a:gd name="connsiteX0" fmla="*/ 1632389 w 3312957"/>
                <a:gd name="connsiteY0" fmla="*/ 37 h 2970931"/>
                <a:gd name="connsiteX1" fmla="*/ 1646903 w 3312957"/>
                <a:gd name="connsiteY1" fmla="*/ 2970931 h 2970931"/>
                <a:gd name="connsiteX2" fmla="*/ 1632389 w 3312957"/>
                <a:gd name="connsiteY2" fmla="*/ 37 h 2970931"/>
                <a:gd name="connsiteX0" fmla="*/ 1681255 w 3361823"/>
                <a:gd name="connsiteY0" fmla="*/ 37 h 2970931"/>
                <a:gd name="connsiteX1" fmla="*/ 1695769 w 3361823"/>
                <a:gd name="connsiteY1" fmla="*/ 2970931 h 2970931"/>
                <a:gd name="connsiteX2" fmla="*/ 1681255 w 3361823"/>
                <a:gd name="connsiteY2" fmla="*/ 37 h 2970931"/>
                <a:gd name="connsiteX0" fmla="*/ 1681255 w 3420706"/>
                <a:gd name="connsiteY0" fmla="*/ 37 h 2970931"/>
                <a:gd name="connsiteX1" fmla="*/ 1695769 w 3420706"/>
                <a:gd name="connsiteY1" fmla="*/ 2970931 h 2970931"/>
                <a:gd name="connsiteX2" fmla="*/ 1681255 w 3420706"/>
                <a:gd name="connsiteY2" fmla="*/ 37 h 2970931"/>
                <a:gd name="connsiteX0" fmla="*/ 1660244 w 3399695"/>
                <a:gd name="connsiteY0" fmla="*/ 35 h 2970929"/>
                <a:gd name="connsiteX1" fmla="*/ 1674758 w 3399695"/>
                <a:gd name="connsiteY1" fmla="*/ 2970929 h 2970929"/>
                <a:gd name="connsiteX2" fmla="*/ 1660244 w 3399695"/>
                <a:gd name="connsiteY2" fmla="*/ 35 h 2970929"/>
                <a:gd name="connsiteX0" fmla="*/ 1660244 w 3394526"/>
                <a:gd name="connsiteY0" fmla="*/ 35 h 2970929"/>
                <a:gd name="connsiteX1" fmla="*/ 1674758 w 3394526"/>
                <a:gd name="connsiteY1" fmla="*/ 2970929 h 2970929"/>
                <a:gd name="connsiteX2" fmla="*/ 1660244 w 3394526"/>
                <a:gd name="connsiteY2" fmla="*/ 35 h 2970929"/>
                <a:gd name="connsiteX0" fmla="*/ 1727747 w 3462029"/>
                <a:gd name="connsiteY0" fmla="*/ 35 h 2970929"/>
                <a:gd name="connsiteX1" fmla="*/ 1742261 w 3462029"/>
                <a:gd name="connsiteY1" fmla="*/ 2970929 h 2970929"/>
                <a:gd name="connsiteX2" fmla="*/ 1727747 w 3462029"/>
                <a:gd name="connsiteY2" fmla="*/ 35 h 2970929"/>
                <a:gd name="connsiteX0" fmla="*/ 1727747 w 3509530"/>
                <a:gd name="connsiteY0" fmla="*/ 35 h 2970929"/>
                <a:gd name="connsiteX1" fmla="*/ 1742261 w 3509530"/>
                <a:gd name="connsiteY1" fmla="*/ 2970929 h 2970929"/>
                <a:gd name="connsiteX2" fmla="*/ 1727747 w 3509530"/>
                <a:gd name="connsiteY2" fmla="*/ 35 h 2970929"/>
                <a:gd name="connsiteX0" fmla="*/ 1707154 w 3488937"/>
                <a:gd name="connsiteY0" fmla="*/ 33 h 2970927"/>
                <a:gd name="connsiteX1" fmla="*/ 1721668 w 3488937"/>
                <a:gd name="connsiteY1" fmla="*/ 2970927 h 2970927"/>
                <a:gd name="connsiteX2" fmla="*/ 1707154 w 3488937"/>
                <a:gd name="connsiteY2" fmla="*/ 33 h 2970927"/>
                <a:gd name="connsiteX0" fmla="*/ 1707154 w 3483836"/>
                <a:gd name="connsiteY0" fmla="*/ 33 h 2970927"/>
                <a:gd name="connsiteX1" fmla="*/ 1721668 w 3483836"/>
                <a:gd name="connsiteY1" fmla="*/ 2970927 h 2970927"/>
                <a:gd name="connsiteX2" fmla="*/ 1707154 w 3483836"/>
                <a:gd name="connsiteY2" fmla="*/ 33 h 2970927"/>
                <a:gd name="connsiteX0" fmla="*/ 1707154 w 3483836"/>
                <a:gd name="connsiteY0" fmla="*/ 33 h 2970927"/>
                <a:gd name="connsiteX1" fmla="*/ 1721668 w 3483836"/>
                <a:gd name="connsiteY1" fmla="*/ 2970927 h 2970927"/>
                <a:gd name="connsiteX2" fmla="*/ 1707154 w 3483836"/>
                <a:gd name="connsiteY2" fmla="*/ 33 h 2970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83836" h="2970927">
                  <a:moveTo>
                    <a:pt x="1707154" y="33"/>
                  </a:moveTo>
                  <a:cubicBezTo>
                    <a:pt x="3698635" y="36017"/>
                    <a:pt x="4420116" y="2871443"/>
                    <a:pt x="1721668" y="2970927"/>
                  </a:cubicBezTo>
                  <a:cubicBezTo>
                    <a:pt x="-968313" y="2902287"/>
                    <a:pt x="-138580" y="-11154"/>
                    <a:pt x="1707154" y="33"/>
                  </a:cubicBezTo>
                  <a:close/>
                </a:path>
              </a:pathLst>
            </a:custGeom>
            <a:solidFill>
              <a:srgbClr val="A7EF1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8DBBDF-260D-AEC0-4A88-FFACF98908D6}"/>
                </a:ext>
              </a:extLst>
            </p:cNvPr>
            <p:cNvGrpSpPr/>
            <p:nvPr/>
          </p:nvGrpSpPr>
          <p:grpSpPr>
            <a:xfrm>
              <a:off x="4126544" y="2446364"/>
              <a:ext cx="979875" cy="1108175"/>
              <a:chOff x="4126544" y="2446364"/>
              <a:chExt cx="979875" cy="1108175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8AA7BA8-3ECC-64FF-3DF0-E00D8D393867}"/>
                  </a:ext>
                </a:extLst>
              </p:cNvPr>
              <p:cNvSpPr/>
              <p:nvPr/>
            </p:nvSpPr>
            <p:spPr>
              <a:xfrm>
                <a:off x="4126544" y="2446364"/>
                <a:ext cx="979875" cy="110817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7D43DC2-EB7C-F82A-5F31-13FEEA1EDCBA}"/>
                  </a:ext>
                </a:extLst>
              </p:cNvPr>
              <p:cNvSpPr/>
              <p:nvPr/>
            </p:nvSpPr>
            <p:spPr>
              <a:xfrm>
                <a:off x="4144054" y="2473326"/>
                <a:ext cx="824186" cy="970694"/>
              </a:xfrm>
              <a:prstGeom prst="ellipse">
                <a:avLst/>
              </a:prstGeom>
              <a:solidFill>
                <a:srgbClr val="A7EF16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CDA2CC9-BE10-08C6-A07E-F171A548F8AD}"/>
                  </a:ext>
                </a:extLst>
              </p:cNvPr>
              <p:cNvSpPr/>
              <p:nvPr/>
            </p:nvSpPr>
            <p:spPr>
              <a:xfrm>
                <a:off x="4197905" y="2473326"/>
                <a:ext cx="651736" cy="7817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F1B6D9A-AE2E-F97F-ACAB-B8A9E401BCD1}"/>
                  </a:ext>
                </a:extLst>
              </p:cNvPr>
              <p:cNvSpPr/>
              <p:nvPr/>
            </p:nvSpPr>
            <p:spPr>
              <a:xfrm>
                <a:off x="4144054" y="2473326"/>
                <a:ext cx="824186" cy="664054"/>
              </a:xfrm>
              <a:custGeom>
                <a:avLst/>
                <a:gdLst>
                  <a:gd name="connsiteX0" fmla="*/ 412093 w 824186"/>
                  <a:gd name="connsiteY0" fmla="*/ 0 h 664054"/>
                  <a:gd name="connsiteX1" fmla="*/ 824186 w 824186"/>
                  <a:gd name="connsiteY1" fmla="*/ 485347 h 664054"/>
                  <a:gd name="connsiteX2" fmla="*/ 815814 w 824186"/>
                  <a:gd name="connsiteY2" fmla="*/ 583161 h 664054"/>
                  <a:gd name="connsiteX3" fmla="*/ 815459 w 824186"/>
                  <a:gd name="connsiteY3" fmla="*/ 584509 h 664054"/>
                  <a:gd name="connsiteX4" fmla="*/ 793285 w 824186"/>
                  <a:gd name="connsiteY4" fmla="*/ 551347 h 664054"/>
                  <a:gd name="connsiteX5" fmla="*/ 42511 w 824186"/>
                  <a:gd name="connsiteY5" fmla="*/ 644966 h 664054"/>
                  <a:gd name="connsiteX6" fmla="*/ 29693 w 824186"/>
                  <a:gd name="connsiteY6" fmla="*/ 664054 h 664054"/>
                  <a:gd name="connsiteX7" fmla="*/ 8372 w 824186"/>
                  <a:gd name="connsiteY7" fmla="*/ 583161 h 664054"/>
                  <a:gd name="connsiteX8" fmla="*/ 0 w 824186"/>
                  <a:gd name="connsiteY8" fmla="*/ 485347 h 664054"/>
                  <a:gd name="connsiteX9" fmla="*/ 412093 w 824186"/>
                  <a:gd name="connsiteY9" fmla="*/ 0 h 664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24186" h="664054">
                    <a:moveTo>
                      <a:pt x="412093" y="0"/>
                    </a:moveTo>
                    <a:cubicBezTo>
                      <a:pt x="639686" y="0"/>
                      <a:pt x="824186" y="217297"/>
                      <a:pt x="824186" y="485347"/>
                    </a:cubicBezTo>
                    <a:cubicBezTo>
                      <a:pt x="824186" y="518853"/>
                      <a:pt x="821303" y="551567"/>
                      <a:pt x="815814" y="583161"/>
                    </a:cubicBezTo>
                    <a:lnTo>
                      <a:pt x="815459" y="584509"/>
                    </a:lnTo>
                    <a:lnTo>
                      <a:pt x="793285" y="551347"/>
                    </a:lnTo>
                    <a:cubicBezTo>
                      <a:pt x="470925" y="104666"/>
                      <a:pt x="276525" y="303447"/>
                      <a:pt x="42511" y="644966"/>
                    </a:cubicBezTo>
                    <a:lnTo>
                      <a:pt x="29693" y="664054"/>
                    </a:lnTo>
                    <a:lnTo>
                      <a:pt x="8372" y="583161"/>
                    </a:lnTo>
                    <a:cubicBezTo>
                      <a:pt x="2883" y="551567"/>
                      <a:pt x="0" y="518853"/>
                      <a:pt x="0" y="485347"/>
                    </a:cubicBezTo>
                    <a:cubicBezTo>
                      <a:pt x="0" y="217297"/>
                      <a:pt x="184500" y="0"/>
                      <a:pt x="41209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86D8B4F-9549-13BF-7310-D4F035A58D81}"/>
                  </a:ext>
                </a:extLst>
              </p:cNvPr>
              <p:cNvSpPr/>
              <p:nvPr/>
            </p:nvSpPr>
            <p:spPr>
              <a:xfrm rot="15884771">
                <a:off x="4389112" y="2526921"/>
                <a:ext cx="347221" cy="36789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1DDE835-47FF-3CF9-2B48-5298FE96DC0C}"/>
                </a:ext>
              </a:extLst>
            </p:cNvPr>
            <p:cNvGrpSpPr/>
            <p:nvPr/>
          </p:nvGrpSpPr>
          <p:grpSpPr>
            <a:xfrm>
              <a:off x="2771204" y="3268102"/>
              <a:ext cx="1630303" cy="698549"/>
              <a:chOff x="2771204" y="3268102"/>
              <a:chExt cx="1630303" cy="698549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C3A18CE-87BD-E426-FE6F-DC1579F47573}"/>
                  </a:ext>
                </a:extLst>
              </p:cNvPr>
              <p:cNvSpPr/>
              <p:nvPr/>
            </p:nvSpPr>
            <p:spPr>
              <a:xfrm>
                <a:off x="3205834" y="3538997"/>
                <a:ext cx="724327" cy="427654"/>
              </a:xfrm>
              <a:custGeom>
                <a:avLst/>
                <a:gdLst>
                  <a:gd name="connsiteX0" fmla="*/ 0 w 724327"/>
                  <a:gd name="connsiteY0" fmla="*/ 0 h 427654"/>
                  <a:gd name="connsiteX1" fmla="*/ 20138 w 724327"/>
                  <a:gd name="connsiteY1" fmla="*/ 15670 h 427654"/>
                  <a:gd name="connsiteX2" fmla="*/ 692500 w 724327"/>
                  <a:gd name="connsiteY2" fmla="*/ 55497 h 427654"/>
                  <a:gd name="connsiteX3" fmla="*/ 724327 w 724327"/>
                  <a:gd name="connsiteY3" fmla="*/ 38417 h 427654"/>
                  <a:gd name="connsiteX4" fmla="*/ 722456 w 724327"/>
                  <a:gd name="connsiteY4" fmla="*/ 55795 h 427654"/>
                  <a:gd name="connsiteX5" fmla="*/ 379936 w 724327"/>
                  <a:gd name="connsiteY5" fmla="*/ 427654 h 427654"/>
                  <a:gd name="connsiteX6" fmla="*/ 2448 w 724327"/>
                  <a:gd name="connsiteY6" fmla="*/ 7753 h 427654"/>
                  <a:gd name="connsiteX7" fmla="*/ 0 w 724327"/>
                  <a:gd name="connsiteY7" fmla="*/ 0 h 427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4327" h="427654">
                    <a:moveTo>
                      <a:pt x="0" y="0"/>
                    </a:moveTo>
                    <a:lnTo>
                      <a:pt x="20138" y="15670"/>
                    </a:lnTo>
                    <a:cubicBezTo>
                      <a:pt x="227516" y="155449"/>
                      <a:pt x="500471" y="137332"/>
                      <a:pt x="692500" y="55497"/>
                    </a:cubicBezTo>
                    <a:lnTo>
                      <a:pt x="724327" y="38417"/>
                    </a:lnTo>
                    <a:lnTo>
                      <a:pt x="722456" y="55795"/>
                    </a:lnTo>
                    <a:cubicBezTo>
                      <a:pt x="694678" y="193143"/>
                      <a:pt x="577491" y="423582"/>
                      <a:pt x="379936" y="427654"/>
                    </a:cubicBezTo>
                    <a:cubicBezTo>
                      <a:pt x="129905" y="418042"/>
                      <a:pt x="43957" y="144073"/>
                      <a:pt x="2448" y="775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140B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50147091-8F65-6EBE-072E-212A39B85D97}"/>
                  </a:ext>
                </a:extLst>
              </p:cNvPr>
              <p:cNvSpPr/>
              <p:nvPr/>
            </p:nvSpPr>
            <p:spPr>
              <a:xfrm>
                <a:off x="3319495" y="3665951"/>
                <a:ext cx="544447" cy="292752"/>
              </a:xfrm>
              <a:custGeom>
                <a:avLst/>
                <a:gdLst>
                  <a:gd name="connsiteX0" fmla="*/ 204843 w 544447"/>
                  <a:gd name="connsiteY0" fmla="*/ 230 h 292752"/>
                  <a:gd name="connsiteX1" fmla="*/ 496909 w 544447"/>
                  <a:gd name="connsiteY1" fmla="*/ 66455 h 292752"/>
                  <a:gd name="connsiteX2" fmla="*/ 544447 w 544447"/>
                  <a:gd name="connsiteY2" fmla="*/ 95503 h 292752"/>
                  <a:gd name="connsiteX3" fmla="*/ 543269 w 544447"/>
                  <a:gd name="connsiteY3" fmla="*/ 97836 h 292752"/>
                  <a:gd name="connsiteX4" fmla="*/ 269242 w 544447"/>
                  <a:gd name="connsiteY4" fmla="*/ 292752 h 292752"/>
                  <a:gd name="connsiteX5" fmla="*/ 2302 w 544447"/>
                  <a:gd name="connsiteY5" fmla="*/ 130317 h 292752"/>
                  <a:gd name="connsiteX6" fmla="*/ 0 w 544447"/>
                  <a:gd name="connsiteY6" fmla="*/ 126328 h 292752"/>
                  <a:gd name="connsiteX7" fmla="*/ 23227 w 544447"/>
                  <a:gd name="connsiteY7" fmla="*/ 96342 h 292752"/>
                  <a:gd name="connsiteX8" fmla="*/ 204843 w 544447"/>
                  <a:gd name="connsiteY8" fmla="*/ 230 h 292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44447" h="292752">
                    <a:moveTo>
                      <a:pt x="204843" y="230"/>
                    </a:moveTo>
                    <a:cubicBezTo>
                      <a:pt x="298628" y="-2702"/>
                      <a:pt x="407814" y="22676"/>
                      <a:pt x="496909" y="66455"/>
                    </a:cubicBezTo>
                    <a:lnTo>
                      <a:pt x="544447" y="95503"/>
                    </a:lnTo>
                    <a:lnTo>
                      <a:pt x="543269" y="97836"/>
                    </a:lnTo>
                    <a:cubicBezTo>
                      <a:pt x="484792" y="199238"/>
                      <a:pt x="392714" y="290207"/>
                      <a:pt x="269242" y="292752"/>
                    </a:cubicBezTo>
                    <a:cubicBezTo>
                      <a:pt x="144227" y="287946"/>
                      <a:pt x="60232" y="217051"/>
                      <a:pt x="2302" y="130317"/>
                    </a:cubicBezTo>
                    <a:lnTo>
                      <a:pt x="0" y="126328"/>
                    </a:lnTo>
                    <a:lnTo>
                      <a:pt x="23227" y="96342"/>
                    </a:lnTo>
                    <a:cubicBezTo>
                      <a:pt x="70740" y="44562"/>
                      <a:pt x="131046" y="6912"/>
                      <a:pt x="204843" y="230"/>
                    </a:cubicBezTo>
                    <a:close/>
                  </a:path>
                </a:pathLst>
              </a:custGeom>
              <a:solidFill>
                <a:srgbClr val="FE9F92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3ADEBCAE-6173-8552-61E4-49BCA547CB01}"/>
                  </a:ext>
                </a:extLst>
              </p:cNvPr>
              <p:cNvSpPr/>
              <p:nvPr/>
            </p:nvSpPr>
            <p:spPr>
              <a:xfrm>
                <a:off x="3106738" y="3459163"/>
                <a:ext cx="969962" cy="206788"/>
              </a:xfrm>
              <a:custGeom>
                <a:avLst/>
                <a:gdLst>
                  <a:gd name="connsiteX0" fmla="*/ 0 w 1003300"/>
                  <a:gd name="connsiteY0" fmla="*/ 12700 h 12700"/>
                  <a:gd name="connsiteX1" fmla="*/ 1003300 w 1003300"/>
                  <a:gd name="connsiteY1" fmla="*/ 0 h 12700"/>
                  <a:gd name="connsiteX2" fmla="*/ 1003300 w 1003300"/>
                  <a:gd name="connsiteY2" fmla="*/ 0 h 12700"/>
                  <a:gd name="connsiteX0" fmla="*/ 0 w 969962"/>
                  <a:gd name="connsiteY0" fmla="*/ 0 h 20637"/>
                  <a:gd name="connsiteX1" fmla="*/ 969962 w 969962"/>
                  <a:gd name="connsiteY1" fmla="*/ 20637 h 20637"/>
                  <a:gd name="connsiteX2" fmla="*/ 969962 w 969962"/>
                  <a:gd name="connsiteY2" fmla="*/ 20637 h 20637"/>
                  <a:gd name="connsiteX0" fmla="*/ 0 w 969962"/>
                  <a:gd name="connsiteY0" fmla="*/ 0 h 150923"/>
                  <a:gd name="connsiteX1" fmla="*/ 969962 w 969962"/>
                  <a:gd name="connsiteY1" fmla="*/ 20637 h 150923"/>
                  <a:gd name="connsiteX2" fmla="*/ 969962 w 969962"/>
                  <a:gd name="connsiteY2" fmla="*/ 20637 h 150923"/>
                  <a:gd name="connsiteX0" fmla="*/ 0 w 969962"/>
                  <a:gd name="connsiteY0" fmla="*/ 0 h 206788"/>
                  <a:gd name="connsiteX1" fmla="*/ 969962 w 969962"/>
                  <a:gd name="connsiteY1" fmla="*/ 20637 h 206788"/>
                  <a:gd name="connsiteX2" fmla="*/ 969962 w 969962"/>
                  <a:gd name="connsiteY2" fmla="*/ 20637 h 206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69962" h="206788">
                    <a:moveTo>
                      <a:pt x="0" y="0"/>
                    </a:moveTo>
                    <a:cubicBezTo>
                      <a:pt x="280458" y="330729"/>
                      <a:pt x="803804" y="209021"/>
                      <a:pt x="969962" y="20637"/>
                    </a:cubicBezTo>
                    <a:lnTo>
                      <a:pt x="969962" y="20637"/>
                    </a:lnTo>
                  </a:path>
                </a:pathLst>
              </a:custGeom>
              <a:solidFill>
                <a:srgbClr val="A7EF16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DF1C06C0-2C23-7A3A-EDCC-3D756D257F22}"/>
                  </a:ext>
                </a:extLst>
              </p:cNvPr>
              <p:cNvSpPr/>
              <p:nvPr/>
            </p:nvSpPr>
            <p:spPr>
              <a:xfrm rot="4242203">
                <a:off x="2832975" y="3207720"/>
                <a:ext cx="261831" cy="385374"/>
              </a:xfrm>
              <a:prstGeom prst="arc">
                <a:avLst>
                  <a:gd name="adj1" fmla="val 17874109"/>
                  <a:gd name="adj2" fmla="val 578200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CE89AC7E-B3AC-E624-8958-3C845CDC7D9E}"/>
                  </a:ext>
                </a:extLst>
              </p:cNvPr>
              <p:cNvSpPr/>
              <p:nvPr/>
            </p:nvSpPr>
            <p:spPr>
              <a:xfrm rot="17357797" flipH="1">
                <a:off x="4077904" y="3206331"/>
                <a:ext cx="261831" cy="385374"/>
              </a:xfrm>
              <a:prstGeom prst="arc">
                <a:avLst>
                  <a:gd name="adj1" fmla="val 17874109"/>
                  <a:gd name="adj2" fmla="val 578200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2597A8B-71AB-28DE-ABEA-FCA7A6ABC0CD}"/>
                </a:ext>
              </a:extLst>
            </p:cNvPr>
            <p:cNvGrpSpPr/>
            <p:nvPr/>
          </p:nvGrpSpPr>
          <p:grpSpPr>
            <a:xfrm>
              <a:off x="3315384" y="3044982"/>
              <a:ext cx="535162" cy="157429"/>
              <a:chOff x="3315384" y="3044982"/>
              <a:chExt cx="535162" cy="157429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333EA52-E1DB-B06E-2A32-DD994BF8B0BE}"/>
                  </a:ext>
                </a:extLst>
              </p:cNvPr>
              <p:cNvSpPr/>
              <p:nvPr/>
            </p:nvSpPr>
            <p:spPr>
              <a:xfrm rot="1275055">
                <a:off x="3769304" y="3044982"/>
                <a:ext cx="81242" cy="15742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E710350-04E3-B3FF-DF6B-B70C4FFCE718}"/>
                  </a:ext>
                </a:extLst>
              </p:cNvPr>
              <p:cNvSpPr/>
              <p:nvPr/>
            </p:nvSpPr>
            <p:spPr>
              <a:xfrm rot="20324945" flipH="1">
                <a:off x="3315384" y="3044982"/>
                <a:ext cx="81242" cy="15742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645DEB6-8FE6-A043-5B0E-C268FD517DBF}"/>
                </a:ext>
              </a:extLst>
            </p:cNvPr>
            <p:cNvGrpSpPr/>
            <p:nvPr/>
          </p:nvGrpSpPr>
          <p:grpSpPr>
            <a:xfrm flipH="1">
              <a:off x="2055753" y="2494527"/>
              <a:ext cx="979875" cy="1108175"/>
              <a:chOff x="4126544" y="2446364"/>
              <a:chExt cx="979875" cy="1108175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D5DBFBD0-2F09-F7D1-91D9-E86224622CFD}"/>
                  </a:ext>
                </a:extLst>
              </p:cNvPr>
              <p:cNvSpPr/>
              <p:nvPr/>
            </p:nvSpPr>
            <p:spPr>
              <a:xfrm>
                <a:off x="4126544" y="2446364"/>
                <a:ext cx="979875" cy="110817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2A1CB483-CAFC-D3A1-D047-DA6A096AC549}"/>
                  </a:ext>
                </a:extLst>
              </p:cNvPr>
              <p:cNvSpPr/>
              <p:nvPr/>
            </p:nvSpPr>
            <p:spPr>
              <a:xfrm>
                <a:off x="4144054" y="2473326"/>
                <a:ext cx="824186" cy="970694"/>
              </a:xfrm>
              <a:prstGeom prst="ellipse">
                <a:avLst/>
              </a:prstGeom>
              <a:solidFill>
                <a:srgbClr val="A7EF16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D85D84A-F40A-AECB-B740-0830A7F52A88}"/>
                  </a:ext>
                </a:extLst>
              </p:cNvPr>
              <p:cNvSpPr/>
              <p:nvPr/>
            </p:nvSpPr>
            <p:spPr>
              <a:xfrm>
                <a:off x="4197905" y="2473326"/>
                <a:ext cx="651736" cy="78174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B1BA861C-CBCB-4CBF-6C2A-EF40DD28EFE8}"/>
                  </a:ext>
                </a:extLst>
              </p:cNvPr>
              <p:cNvSpPr/>
              <p:nvPr/>
            </p:nvSpPr>
            <p:spPr>
              <a:xfrm>
                <a:off x="4144054" y="2473326"/>
                <a:ext cx="824186" cy="664054"/>
              </a:xfrm>
              <a:custGeom>
                <a:avLst/>
                <a:gdLst>
                  <a:gd name="connsiteX0" fmla="*/ 412093 w 824186"/>
                  <a:gd name="connsiteY0" fmla="*/ 0 h 664054"/>
                  <a:gd name="connsiteX1" fmla="*/ 824186 w 824186"/>
                  <a:gd name="connsiteY1" fmla="*/ 485347 h 664054"/>
                  <a:gd name="connsiteX2" fmla="*/ 815814 w 824186"/>
                  <a:gd name="connsiteY2" fmla="*/ 583161 h 664054"/>
                  <a:gd name="connsiteX3" fmla="*/ 815459 w 824186"/>
                  <a:gd name="connsiteY3" fmla="*/ 584509 h 664054"/>
                  <a:gd name="connsiteX4" fmla="*/ 793285 w 824186"/>
                  <a:gd name="connsiteY4" fmla="*/ 551347 h 664054"/>
                  <a:gd name="connsiteX5" fmla="*/ 42511 w 824186"/>
                  <a:gd name="connsiteY5" fmla="*/ 644966 h 664054"/>
                  <a:gd name="connsiteX6" fmla="*/ 29693 w 824186"/>
                  <a:gd name="connsiteY6" fmla="*/ 664054 h 664054"/>
                  <a:gd name="connsiteX7" fmla="*/ 8372 w 824186"/>
                  <a:gd name="connsiteY7" fmla="*/ 583161 h 664054"/>
                  <a:gd name="connsiteX8" fmla="*/ 0 w 824186"/>
                  <a:gd name="connsiteY8" fmla="*/ 485347 h 664054"/>
                  <a:gd name="connsiteX9" fmla="*/ 412093 w 824186"/>
                  <a:gd name="connsiteY9" fmla="*/ 0 h 664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24186" h="664054">
                    <a:moveTo>
                      <a:pt x="412093" y="0"/>
                    </a:moveTo>
                    <a:cubicBezTo>
                      <a:pt x="639686" y="0"/>
                      <a:pt x="824186" y="217297"/>
                      <a:pt x="824186" y="485347"/>
                    </a:cubicBezTo>
                    <a:cubicBezTo>
                      <a:pt x="824186" y="518853"/>
                      <a:pt x="821303" y="551567"/>
                      <a:pt x="815814" y="583161"/>
                    </a:cubicBezTo>
                    <a:lnTo>
                      <a:pt x="815459" y="584509"/>
                    </a:lnTo>
                    <a:lnTo>
                      <a:pt x="793285" y="551347"/>
                    </a:lnTo>
                    <a:cubicBezTo>
                      <a:pt x="470925" y="104666"/>
                      <a:pt x="276525" y="303447"/>
                      <a:pt x="42511" y="644966"/>
                    </a:cubicBezTo>
                    <a:lnTo>
                      <a:pt x="29693" y="664054"/>
                    </a:lnTo>
                    <a:lnTo>
                      <a:pt x="8372" y="583161"/>
                    </a:lnTo>
                    <a:cubicBezTo>
                      <a:pt x="2883" y="551567"/>
                      <a:pt x="0" y="518853"/>
                      <a:pt x="0" y="485347"/>
                    </a:cubicBezTo>
                    <a:cubicBezTo>
                      <a:pt x="0" y="217297"/>
                      <a:pt x="184500" y="0"/>
                      <a:pt x="41209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9B82A0A1-42BB-3FE4-0227-4499E64495E0}"/>
                  </a:ext>
                </a:extLst>
              </p:cNvPr>
              <p:cNvSpPr/>
              <p:nvPr/>
            </p:nvSpPr>
            <p:spPr>
              <a:xfrm rot="15884771">
                <a:off x="4389112" y="2526921"/>
                <a:ext cx="347221" cy="36789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60858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1978</TotalTime>
  <Words>9</Words>
  <Application>Microsoft Office PowerPoint</Application>
  <PresentationFormat>Custom</PresentationFormat>
  <Paragraphs>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 Black</vt:lpstr>
      <vt:lpstr>Calibri</vt:lpstr>
      <vt:lpstr>Calibri Light</vt:lpstr>
      <vt:lpstr>Teaching Print Dotted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227</cp:revision>
  <dcterms:created xsi:type="dcterms:W3CDTF">2025-02-22T17:47:33Z</dcterms:created>
  <dcterms:modified xsi:type="dcterms:W3CDTF">2025-05-17T14:46:03Z</dcterms:modified>
</cp:coreProperties>
</file>