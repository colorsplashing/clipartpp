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9" r:id="rId3"/>
    <p:sldId id="294" r:id="rId4"/>
    <p:sldId id="293" r:id="rId5"/>
    <p:sldId id="290" r:id="rId6"/>
    <p:sldId id="291" r:id="rId7"/>
    <p:sldId id="292" r:id="rId8"/>
    <p:sldId id="295" r:id="rId9"/>
    <p:sldId id="300" r:id="rId10"/>
    <p:sldId id="297" r:id="rId11"/>
    <p:sldId id="298" r:id="rId12"/>
    <p:sldId id="299" r:id="rId1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651"/>
    <a:srgbClr val="A08BA7"/>
    <a:srgbClr val="FD8FAA"/>
    <a:srgbClr val="FF7F50"/>
    <a:srgbClr val="856C8E"/>
    <a:srgbClr val="FF2D2D"/>
    <a:srgbClr val="FC7093"/>
    <a:srgbClr val="FFCD17"/>
    <a:srgbClr val="9D88A4"/>
    <a:srgbClr val="FFF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83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B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u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s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y 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B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EA5B6B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53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s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rgbClr val="218781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5AA8103-750D-999E-AFAF-17D463F11A01}"/>
              </a:ext>
            </a:extLst>
          </p:cNvPr>
          <p:cNvGrpSpPr/>
          <p:nvPr/>
        </p:nvGrpSpPr>
        <p:grpSpPr>
          <a:xfrm>
            <a:off x="3375242" y="2186546"/>
            <a:ext cx="3621820" cy="3847127"/>
            <a:chOff x="1972933" y="1435578"/>
            <a:chExt cx="3597923" cy="382174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795CB61-0363-1FEA-833D-0F3DC6B98C90}"/>
                </a:ext>
              </a:extLst>
            </p:cNvPr>
            <p:cNvGrpSpPr/>
            <p:nvPr/>
          </p:nvGrpSpPr>
          <p:grpSpPr>
            <a:xfrm flipH="1">
              <a:off x="4184113" y="3409016"/>
              <a:ext cx="1205650" cy="1531201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330D125-EE06-F6E3-15A0-A7A36A174F19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20EB372-6B7D-2E2B-DDC9-3B7F807A2F55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58D62E5-F1B7-D257-F563-521321F9D834}"/>
                </a:ext>
              </a:extLst>
            </p:cNvPr>
            <p:cNvGrpSpPr/>
            <p:nvPr/>
          </p:nvGrpSpPr>
          <p:grpSpPr>
            <a:xfrm>
              <a:off x="2075062" y="3426729"/>
              <a:ext cx="1205650" cy="1531201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284D67F3-5566-8517-08A5-B0D49560CB2E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DFD5C35-F860-B0A0-CC34-3FF5B91EBDE6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1" name="Rectangle 24">
              <a:extLst>
                <a:ext uri="{FF2B5EF4-FFF2-40B4-BE49-F238E27FC236}">
                  <a16:creationId xmlns:a16="http://schemas.microsoft.com/office/drawing/2014/main" id="{AA47AA35-2B57-A061-30AB-C89CC08811DB}"/>
                </a:ext>
              </a:extLst>
            </p:cNvPr>
            <p:cNvSpPr/>
            <p:nvPr/>
          </p:nvSpPr>
          <p:spPr>
            <a:xfrm>
              <a:off x="2718281" y="3278849"/>
              <a:ext cx="2090836" cy="1978473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5A91FE0A-F0DA-638E-C266-2526E6AE1FDE}"/>
                </a:ext>
              </a:extLst>
            </p:cNvPr>
            <p:cNvSpPr/>
            <p:nvPr/>
          </p:nvSpPr>
          <p:spPr>
            <a:xfrm>
              <a:off x="2262595" y="1435578"/>
              <a:ext cx="3004414" cy="2586398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DF67F82-0F17-4FF5-C10E-B47C5C4C1D7C}"/>
                </a:ext>
              </a:extLst>
            </p:cNvPr>
            <p:cNvSpPr/>
            <p:nvPr/>
          </p:nvSpPr>
          <p:spPr>
            <a:xfrm>
              <a:off x="1972933" y="1596988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4606ABA0-6381-B9E9-B397-2EAC5A6FFD26}"/>
                </a:ext>
              </a:extLst>
            </p:cNvPr>
            <p:cNvSpPr/>
            <p:nvPr/>
          </p:nvSpPr>
          <p:spPr>
            <a:xfrm rot="9500543">
              <a:off x="3601913" y="3244281"/>
              <a:ext cx="314714" cy="314714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5586CE6-F98D-6B22-8BDF-E242C5521EE3}"/>
                </a:ext>
              </a:extLst>
            </p:cNvPr>
            <p:cNvGrpSpPr/>
            <p:nvPr/>
          </p:nvGrpSpPr>
          <p:grpSpPr>
            <a:xfrm>
              <a:off x="2788371" y="2413698"/>
              <a:ext cx="673395" cy="828081"/>
              <a:chOff x="2788371" y="2413698"/>
              <a:chExt cx="673395" cy="828081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CF49115C-CAA2-E215-FD5B-F9B75F2C2F44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ABB4F4C5-E4E8-8D9D-BF26-D6BF052BD067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2E65CB0F-71E3-D78E-6D81-B81CD8D3ACEB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0702714C-4FB4-F9E8-1EEF-ECF2CC2BF475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6" name="Freeform: Shape 65">
                  <a:extLst>
                    <a:ext uri="{FF2B5EF4-FFF2-40B4-BE49-F238E27FC236}">
                      <a16:creationId xmlns:a16="http://schemas.microsoft.com/office/drawing/2014/main" id="{43285532-3B82-688B-4957-F4577498A7ED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7" name="Freeform: Shape 66">
                  <a:extLst>
                    <a:ext uri="{FF2B5EF4-FFF2-40B4-BE49-F238E27FC236}">
                      <a16:creationId xmlns:a16="http://schemas.microsoft.com/office/drawing/2014/main" id="{4DDACAB4-C38F-159E-ABC1-67CF72205A14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8" name="Freeform: Shape 67">
                  <a:extLst>
                    <a:ext uri="{FF2B5EF4-FFF2-40B4-BE49-F238E27FC236}">
                      <a16:creationId xmlns:a16="http://schemas.microsoft.com/office/drawing/2014/main" id="{053F53E9-0F37-4055-FD17-6C7F0AE4C518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2" name="Arc 61">
                <a:extLst>
                  <a:ext uri="{FF2B5EF4-FFF2-40B4-BE49-F238E27FC236}">
                    <a16:creationId xmlns:a16="http://schemas.microsoft.com/office/drawing/2014/main" id="{56EDC045-B468-BD5B-2D44-F44C7E02BD36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7AE301B-CDE4-21DB-D98F-11205FBE1C37}"/>
                </a:ext>
              </a:extLst>
            </p:cNvPr>
            <p:cNvSpPr/>
            <p:nvPr/>
          </p:nvSpPr>
          <p:spPr>
            <a:xfrm flipH="1">
              <a:off x="4617708" y="1534361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5D79620-F77D-DBD7-42F6-4AE94E98D36E}"/>
                </a:ext>
              </a:extLst>
            </p:cNvPr>
            <p:cNvGrpSpPr/>
            <p:nvPr/>
          </p:nvGrpSpPr>
          <p:grpSpPr>
            <a:xfrm flipH="1">
              <a:off x="4045924" y="2420364"/>
              <a:ext cx="673395" cy="828081"/>
              <a:chOff x="2788371" y="2413698"/>
              <a:chExt cx="673395" cy="828081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FD5E3CC-0D1F-9A1A-F031-EC089649BD49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8B5BA30F-604C-9262-7843-F8A01DFA456C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26548449-FD0B-286E-DF3D-2228DF0E52E4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0E4FF5C-362F-2DA8-37F5-59DC1F7D33ED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884213FB-2B90-A49B-9FE5-0BCB786F3AC0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BA3041F5-2F35-E98B-59B1-DE4B36F673DF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44F49D57-17AA-F86A-35F0-4A00A8316FB2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2791621-C882-DBD1-3FF4-40AD82AD3770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2270737-95BD-736D-209F-22F7072AAAC3}"/>
                </a:ext>
              </a:extLst>
            </p:cNvPr>
            <p:cNvSpPr/>
            <p:nvPr/>
          </p:nvSpPr>
          <p:spPr>
            <a:xfrm>
              <a:off x="2718281" y="4027937"/>
              <a:ext cx="2090836" cy="731656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FACD5E7-E35E-3AA2-0847-4086F5296D1A}"/>
              </a:ext>
            </a:extLst>
          </p:cNvPr>
          <p:cNvGrpSpPr/>
          <p:nvPr/>
        </p:nvGrpSpPr>
        <p:grpSpPr>
          <a:xfrm rot="940518">
            <a:off x="586090" y="3096228"/>
            <a:ext cx="3737848" cy="3970373"/>
            <a:chOff x="5164264" y="871660"/>
            <a:chExt cx="4279878" cy="4546122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9A9F221-3B7B-1E1B-F84E-DC3C4F46834D}"/>
                </a:ext>
              </a:extLst>
            </p:cNvPr>
            <p:cNvGrpSpPr/>
            <p:nvPr/>
          </p:nvGrpSpPr>
          <p:grpSpPr>
            <a:xfrm flipH="1">
              <a:off x="7794554" y="3219146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1A93F70-A239-73D8-5C29-DB2DA3E4F178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0797BB7A-2ACD-4A5A-4D0F-237A9E703777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F99D5150-DE52-725D-C577-815D856D14CB}"/>
                </a:ext>
              </a:extLst>
            </p:cNvPr>
            <p:cNvGrpSpPr/>
            <p:nvPr/>
          </p:nvGrpSpPr>
          <p:grpSpPr>
            <a:xfrm>
              <a:off x="5285751" y="3240216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C8D43C2A-6A15-B0D7-EA20-319584732537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AF6AEF83-3AA1-4213-8CB8-E24EAEC340E5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6" name="Rectangle 24">
              <a:extLst>
                <a:ext uri="{FF2B5EF4-FFF2-40B4-BE49-F238E27FC236}">
                  <a16:creationId xmlns:a16="http://schemas.microsoft.com/office/drawing/2014/main" id="{B356314B-470B-A27B-A71E-4C89087B4000}"/>
                </a:ext>
              </a:extLst>
            </p:cNvPr>
            <p:cNvSpPr/>
            <p:nvPr/>
          </p:nvSpPr>
          <p:spPr>
            <a:xfrm>
              <a:off x="6050886" y="3064307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Rectangle 8">
              <a:extLst>
                <a:ext uri="{FF2B5EF4-FFF2-40B4-BE49-F238E27FC236}">
                  <a16:creationId xmlns:a16="http://schemas.microsoft.com/office/drawing/2014/main" id="{97B31743-8B74-7367-560E-B5F3FFEA584F}"/>
                </a:ext>
              </a:extLst>
            </p:cNvPr>
            <p:cNvSpPr/>
            <p:nvPr/>
          </p:nvSpPr>
          <p:spPr>
            <a:xfrm>
              <a:off x="5508829" y="871660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6EDC453-5848-A658-8DF2-6035E6EC6AF1}"/>
                </a:ext>
              </a:extLst>
            </p:cNvPr>
            <p:cNvSpPr/>
            <p:nvPr/>
          </p:nvSpPr>
          <p:spPr>
            <a:xfrm>
              <a:off x="5164264" y="106366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7783A43E-A6D2-C505-7169-440D1228A763}"/>
                </a:ext>
              </a:extLst>
            </p:cNvPr>
            <p:cNvSpPr/>
            <p:nvPr/>
          </p:nvSpPr>
          <p:spPr>
            <a:xfrm rot="9634460">
              <a:off x="6846089" y="2567074"/>
              <a:ext cx="822291" cy="744168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1830238-08D5-FD84-C7BC-959B42BA0E2C}"/>
                </a:ext>
              </a:extLst>
            </p:cNvPr>
            <p:cNvSpPr/>
            <p:nvPr/>
          </p:nvSpPr>
          <p:spPr>
            <a:xfrm flipH="1">
              <a:off x="8310333" y="989166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9B9ADB93-114E-1C64-4332-0A346D21E299}"/>
                </a:ext>
              </a:extLst>
            </p:cNvPr>
            <p:cNvSpPr/>
            <p:nvPr/>
          </p:nvSpPr>
          <p:spPr>
            <a:xfrm>
              <a:off x="6050886" y="3955378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F0349E2A-52AA-5E8A-FC8F-A2FC23C1AF92}"/>
                </a:ext>
              </a:extLst>
            </p:cNvPr>
            <p:cNvGrpSpPr/>
            <p:nvPr/>
          </p:nvGrpSpPr>
          <p:grpSpPr>
            <a:xfrm>
              <a:off x="7918336" y="2107505"/>
              <a:ext cx="563582" cy="341024"/>
              <a:chOff x="7918336" y="2107505"/>
              <a:chExt cx="563582" cy="341024"/>
            </a:xfrm>
          </p:grpSpPr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325F994-8056-35D0-5073-311BB221C0C0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0ABF503E-D2E7-D640-E896-4984DCE89145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557B237-A604-1D9A-3F33-524A0BA0A633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6703345C-8DF9-16EC-6014-C01918859EBF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955CAC05-6795-96DC-D0AA-A3EDA98A05E8}"/>
                </a:ext>
              </a:extLst>
            </p:cNvPr>
            <p:cNvGrpSpPr/>
            <p:nvPr/>
          </p:nvGrpSpPr>
          <p:grpSpPr>
            <a:xfrm flipH="1">
              <a:off x="6081577" y="2077605"/>
              <a:ext cx="563582" cy="341024"/>
              <a:chOff x="7918336" y="2107505"/>
              <a:chExt cx="563582" cy="341024"/>
            </a:xfrm>
          </p:grpSpPr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B15105F3-382E-7D8C-30DE-17C06AB08898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4B38310C-CCEE-7144-6D03-51AB532DE701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EE1A5CA6-C8C6-FA16-3C0A-45DB89723F14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D41F720-0C8F-2F62-A225-0B716086A1CA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4" name="Arc 83">
              <a:extLst>
                <a:ext uri="{FF2B5EF4-FFF2-40B4-BE49-F238E27FC236}">
                  <a16:creationId xmlns:a16="http://schemas.microsoft.com/office/drawing/2014/main" id="{E6A6915C-79B8-DCB9-2EFA-C05C27915FF5}"/>
                </a:ext>
              </a:extLst>
            </p:cNvPr>
            <p:cNvSpPr/>
            <p:nvPr/>
          </p:nvSpPr>
          <p:spPr>
            <a:xfrm rot="9634460">
              <a:off x="7597527" y="2917723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796E2505-40AB-16BA-34E0-14050B9ED436}"/>
                </a:ext>
              </a:extLst>
            </p:cNvPr>
            <p:cNvSpPr/>
            <p:nvPr/>
          </p:nvSpPr>
          <p:spPr>
            <a:xfrm rot="5873861">
              <a:off x="6762507" y="2955492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52859FCE-21FD-FF9A-845F-38204E9E110F}"/>
              </a:ext>
            </a:extLst>
          </p:cNvPr>
          <p:cNvGrpSpPr/>
          <p:nvPr/>
        </p:nvGrpSpPr>
        <p:grpSpPr>
          <a:xfrm>
            <a:off x="5846357" y="3019406"/>
            <a:ext cx="4090132" cy="4083537"/>
            <a:chOff x="5416543" y="2517868"/>
            <a:chExt cx="4514775" cy="4507496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36342E20-24B2-39DD-2CF5-F673D7630C6E}"/>
                </a:ext>
              </a:extLst>
            </p:cNvPr>
            <p:cNvGrpSpPr/>
            <p:nvPr/>
          </p:nvGrpSpPr>
          <p:grpSpPr>
            <a:xfrm flipH="1">
              <a:off x="8045027" y="4430098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EBD6B16B-6D1D-5C57-EBAA-F13BB5471D0C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58140346-9D43-A182-CB47-4BC7DBDC1DB2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D0D111B6-7287-F4DF-0D72-14665C4EBEA8}"/>
                </a:ext>
              </a:extLst>
            </p:cNvPr>
            <p:cNvGrpSpPr/>
            <p:nvPr/>
          </p:nvGrpSpPr>
          <p:grpSpPr>
            <a:xfrm>
              <a:off x="5416543" y="4795717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9D885879-8E15-21B2-E0DA-1583FF887D56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86A6B728-2CB6-FD70-6BD2-BB61F159FEAC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9" name="Rectangle 24">
              <a:extLst>
                <a:ext uri="{FF2B5EF4-FFF2-40B4-BE49-F238E27FC236}">
                  <a16:creationId xmlns:a16="http://schemas.microsoft.com/office/drawing/2014/main" id="{5504F1DE-FDEB-7ECA-9589-35F4F81377EC}"/>
                </a:ext>
              </a:extLst>
            </p:cNvPr>
            <p:cNvSpPr/>
            <p:nvPr/>
          </p:nvSpPr>
          <p:spPr>
            <a:xfrm>
              <a:off x="6392970" y="4671889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0" name="Rectangle 8">
              <a:extLst>
                <a:ext uri="{FF2B5EF4-FFF2-40B4-BE49-F238E27FC236}">
                  <a16:creationId xmlns:a16="http://schemas.microsoft.com/office/drawing/2014/main" id="{99D81C51-99E2-5087-08E4-32938DDE889A}"/>
                </a:ext>
              </a:extLst>
            </p:cNvPr>
            <p:cNvSpPr/>
            <p:nvPr/>
          </p:nvSpPr>
          <p:spPr>
            <a:xfrm>
              <a:off x="5996005" y="2517868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C2F47F0-F485-1582-E87A-2D988DEF16F1}"/>
                </a:ext>
              </a:extLst>
            </p:cNvPr>
            <p:cNvSpPr/>
            <p:nvPr/>
          </p:nvSpPr>
          <p:spPr>
            <a:xfrm>
              <a:off x="5651440" y="2709872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DBCC102E-420A-6979-B335-81C16B2E0C34}"/>
                </a:ext>
              </a:extLst>
            </p:cNvPr>
            <p:cNvSpPr/>
            <p:nvPr/>
          </p:nvSpPr>
          <p:spPr>
            <a:xfrm flipH="1">
              <a:off x="8797509" y="263537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F2CF05-BA2A-A296-9D2D-A567338BF9FE}"/>
                </a:ext>
              </a:extLst>
            </p:cNvPr>
            <p:cNvSpPr/>
            <p:nvPr/>
          </p:nvSpPr>
          <p:spPr>
            <a:xfrm>
              <a:off x="6392970" y="5562960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CFE4658A-8E9B-193D-0A05-6D623B4A10BD}"/>
                </a:ext>
              </a:extLst>
            </p:cNvPr>
            <p:cNvSpPr/>
            <p:nvPr/>
          </p:nvSpPr>
          <p:spPr>
            <a:xfrm>
              <a:off x="7879133" y="4631596"/>
              <a:ext cx="324726" cy="32472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459E49A2-54FF-5DE8-50E3-3C5FF0D00340}"/>
                </a:ext>
              </a:extLst>
            </p:cNvPr>
            <p:cNvGrpSpPr/>
            <p:nvPr/>
          </p:nvGrpSpPr>
          <p:grpSpPr>
            <a:xfrm>
              <a:off x="8444847" y="3412236"/>
              <a:ext cx="801031" cy="985036"/>
              <a:chOff x="3571992" y="4603536"/>
              <a:chExt cx="801031" cy="985036"/>
            </a:xfrm>
          </p:grpSpPr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E8C3B141-AD96-0D48-4CDB-26385839CAF2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6D0B957B-34E4-2DCD-CE27-EFD2D686EC01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EA583DE-550F-255C-B614-9AEAEE9F0638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0A3984D1-0504-EB5C-88FA-0EEC922E00FA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D0F8477E-CCB0-E3E6-C05B-C4E04B16A939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F1729B45-B88B-2A07-AC6B-602A9FE446BB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Arc 179">
                <a:extLst>
                  <a:ext uri="{FF2B5EF4-FFF2-40B4-BE49-F238E27FC236}">
                    <a16:creationId xmlns:a16="http://schemas.microsoft.com/office/drawing/2014/main" id="{B203CF65-4E15-0C41-F6C1-4B6CE4C4EE3C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8C965636-DFD1-B862-7DA2-5103E21D12B6}"/>
                </a:ext>
              </a:extLst>
            </p:cNvPr>
            <p:cNvGrpSpPr/>
            <p:nvPr/>
          </p:nvGrpSpPr>
          <p:grpSpPr>
            <a:xfrm flipH="1">
              <a:off x="6785249" y="3431935"/>
              <a:ext cx="801031" cy="985036"/>
              <a:chOff x="3571992" y="4603536"/>
              <a:chExt cx="801031" cy="985036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99977396-DAA6-7CF7-9D9B-05C4A3F5D9B4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634D1FEF-F9BD-1A8F-B16A-0D43AEBD592E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97073CE0-9F24-DC73-7480-6321F4CFDCA7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AB68A2BB-9DD4-DD02-E00E-45A61C18DA72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1F54C7C9-EB97-4D96-D44F-254FCA60EEC6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D57C2B2-59CC-5448-3B9A-9524704BF9B4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Arc 172">
                <a:extLst>
                  <a:ext uri="{FF2B5EF4-FFF2-40B4-BE49-F238E27FC236}">
                    <a16:creationId xmlns:a16="http://schemas.microsoft.com/office/drawing/2014/main" id="{D4FB6C74-22BF-7E25-D913-42020011E2C6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1442E3A-A12C-E9C3-AAB6-A19D2F568B54}"/>
              </a:ext>
            </a:extLst>
          </p:cNvPr>
          <p:cNvGrpSpPr/>
          <p:nvPr/>
        </p:nvGrpSpPr>
        <p:grpSpPr>
          <a:xfrm>
            <a:off x="1010718" y="422209"/>
            <a:ext cx="4279878" cy="4546122"/>
            <a:chOff x="1972933" y="1435578"/>
            <a:chExt cx="3597923" cy="3821744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B575968-B00A-983E-1E52-8AE4FD9C4F35}"/>
                </a:ext>
              </a:extLst>
            </p:cNvPr>
            <p:cNvGrpSpPr/>
            <p:nvPr/>
          </p:nvGrpSpPr>
          <p:grpSpPr>
            <a:xfrm flipH="1">
              <a:off x="4184113" y="3409016"/>
              <a:ext cx="1205650" cy="1531201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BA29348-31C3-3CF9-9FB9-B400C18D6FDD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C1B80AF-6B7C-6F37-0B92-04B323C43ACA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3D3F80C-1CEA-DDED-753F-E92DE7A22915}"/>
                </a:ext>
              </a:extLst>
            </p:cNvPr>
            <p:cNvGrpSpPr/>
            <p:nvPr/>
          </p:nvGrpSpPr>
          <p:grpSpPr>
            <a:xfrm>
              <a:off x="2075062" y="3426729"/>
              <a:ext cx="1205650" cy="1531201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5084703-A2D6-E3A5-FA8A-D141FA3B1D74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AF1EB7D7-B042-3499-BB0F-06A4919B53A4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7" name="Rectangle 24">
              <a:extLst>
                <a:ext uri="{FF2B5EF4-FFF2-40B4-BE49-F238E27FC236}">
                  <a16:creationId xmlns:a16="http://schemas.microsoft.com/office/drawing/2014/main" id="{9B5A87A6-DED9-76A1-C9D2-F2CCF9D8E887}"/>
                </a:ext>
              </a:extLst>
            </p:cNvPr>
            <p:cNvSpPr/>
            <p:nvPr/>
          </p:nvSpPr>
          <p:spPr>
            <a:xfrm>
              <a:off x="2718281" y="3278849"/>
              <a:ext cx="2090836" cy="1978473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EB95B723-24C9-60FA-2834-748AC4159C53}"/>
                </a:ext>
              </a:extLst>
            </p:cNvPr>
            <p:cNvSpPr/>
            <p:nvPr/>
          </p:nvSpPr>
          <p:spPr>
            <a:xfrm>
              <a:off x="2262595" y="1435578"/>
              <a:ext cx="3004414" cy="2586398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AF1C307-BC32-923B-7DCA-DF2C3D3C7AF0}"/>
                </a:ext>
              </a:extLst>
            </p:cNvPr>
            <p:cNvSpPr/>
            <p:nvPr/>
          </p:nvSpPr>
          <p:spPr>
            <a:xfrm>
              <a:off x="1972933" y="1596988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5539CBD1-B1DC-1705-BF95-BB39D396512B}"/>
                </a:ext>
              </a:extLst>
            </p:cNvPr>
            <p:cNvSpPr/>
            <p:nvPr/>
          </p:nvSpPr>
          <p:spPr>
            <a:xfrm rot="9500543">
              <a:off x="3601913" y="3244281"/>
              <a:ext cx="314714" cy="314714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53B193F-B3AB-6C5B-2E3C-8BAFA6F2BD12}"/>
                </a:ext>
              </a:extLst>
            </p:cNvPr>
            <p:cNvGrpSpPr/>
            <p:nvPr/>
          </p:nvGrpSpPr>
          <p:grpSpPr>
            <a:xfrm>
              <a:off x="2788371" y="2413698"/>
              <a:ext cx="673395" cy="828081"/>
              <a:chOff x="2788371" y="2413698"/>
              <a:chExt cx="673395" cy="828081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AC61FC4-E62F-DBE3-0078-153652A1B8DD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35B391F-5D29-0735-9B20-FB747727555A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AE84E68B-081D-D41A-0FF5-8544D4B5F41A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2B852A4-232E-92B9-40B8-AA85DE5BF984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188F7FC8-AEE5-E15A-9266-AFD7764767A0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7B00C2FC-38B5-5280-0FE7-F44268463F35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94B80B85-F47D-B271-A285-2DD3C36BF8BB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8F38794B-D0AC-D3AF-4A3B-4EB3B50D930B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9A828E2-C094-9472-D726-CE463244EB45}"/>
                </a:ext>
              </a:extLst>
            </p:cNvPr>
            <p:cNvSpPr/>
            <p:nvPr/>
          </p:nvSpPr>
          <p:spPr>
            <a:xfrm flipH="1">
              <a:off x="4617708" y="1534361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341E9FF-8A28-A10B-E150-415C8F1F1A26}"/>
                </a:ext>
              </a:extLst>
            </p:cNvPr>
            <p:cNvGrpSpPr/>
            <p:nvPr/>
          </p:nvGrpSpPr>
          <p:grpSpPr>
            <a:xfrm flipH="1">
              <a:off x="4045924" y="2420364"/>
              <a:ext cx="673395" cy="828081"/>
              <a:chOff x="2788371" y="2413698"/>
              <a:chExt cx="673395" cy="828081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E2898C6-2EAE-C5F4-0275-5A71822BBF39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EC7D7E7-CAC0-B96A-A4D5-DB760F530694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7768633-EDB9-048F-940E-F75DC9F116A3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26FFC32-FA70-AAD8-E5E5-402C4DFE3DAB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A7EF3A5B-8850-F1AB-2412-3F10960A6C37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DE3656D4-63D0-5FF9-8163-F7176DEC1AFA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DD89A096-F985-0349-8242-E2E88DA850B8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06587E45-BF9B-991A-E0CD-0E9AA18D571A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B4C6314-FB55-FDB6-1467-DB3DF33EEC70}"/>
                </a:ext>
              </a:extLst>
            </p:cNvPr>
            <p:cNvSpPr/>
            <p:nvPr/>
          </p:nvSpPr>
          <p:spPr>
            <a:xfrm>
              <a:off x="2718281" y="4027937"/>
              <a:ext cx="2090836" cy="731656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3B1F222-27BA-F823-ABAB-DBD178CEA7BD}"/>
              </a:ext>
            </a:extLst>
          </p:cNvPr>
          <p:cNvGrpSpPr/>
          <p:nvPr/>
        </p:nvGrpSpPr>
        <p:grpSpPr>
          <a:xfrm>
            <a:off x="5520081" y="581131"/>
            <a:ext cx="4279878" cy="4546122"/>
            <a:chOff x="1972933" y="1435578"/>
            <a:chExt cx="3597923" cy="3821744"/>
          </a:xfrm>
          <a:solidFill>
            <a:schemeClr val="bg1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09F40088-948B-CD4C-BA76-550C812A56DF}"/>
                </a:ext>
              </a:extLst>
            </p:cNvPr>
            <p:cNvGrpSpPr/>
            <p:nvPr/>
          </p:nvGrpSpPr>
          <p:grpSpPr>
            <a:xfrm flipH="1">
              <a:off x="4184113" y="3409016"/>
              <a:ext cx="1205650" cy="1531201"/>
              <a:chOff x="1969722" y="3425409"/>
              <a:chExt cx="1205650" cy="1531201"/>
            </a:xfrm>
            <a:grpFill/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FA115D35-408C-62ED-B2C0-79DF3D623584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6CB4A88B-DC8C-CDF7-0D99-BA844E8F9E43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30B84F9A-8EEA-2ADF-3CE3-5307352E801C}"/>
                </a:ext>
              </a:extLst>
            </p:cNvPr>
            <p:cNvGrpSpPr/>
            <p:nvPr/>
          </p:nvGrpSpPr>
          <p:grpSpPr>
            <a:xfrm>
              <a:off x="2075062" y="3426729"/>
              <a:ext cx="1205650" cy="1531201"/>
              <a:chOff x="1969722" y="3425409"/>
              <a:chExt cx="1205650" cy="1531201"/>
            </a:xfrm>
            <a:grpFill/>
          </p:grpSpPr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135EE842-B1A8-A249-9980-BBCAAD39280D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E0D8E08-C38E-8844-3BC5-1C002F3ED3F5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2" name="Rectangle 24">
              <a:extLst>
                <a:ext uri="{FF2B5EF4-FFF2-40B4-BE49-F238E27FC236}">
                  <a16:creationId xmlns:a16="http://schemas.microsoft.com/office/drawing/2014/main" id="{51AB9C8E-8023-1E76-D2C5-F4156D33BBFF}"/>
                </a:ext>
              </a:extLst>
            </p:cNvPr>
            <p:cNvSpPr/>
            <p:nvPr/>
          </p:nvSpPr>
          <p:spPr>
            <a:xfrm>
              <a:off x="2718281" y="3278849"/>
              <a:ext cx="2090836" cy="1978473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Rectangle 8">
              <a:extLst>
                <a:ext uri="{FF2B5EF4-FFF2-40B4-BE49-F238E27FC236}">
                  <a16:creationId xmlns:a16="http://schemas.microsoft.com/office/drawing/2014/main" id="{4EBE3ADB-7A38-240F-62B0-09A11977CC22}"/>
                </a:ext>
              </a:extLst>
            </p:cNvPr>
            <p:cNvSpPr/>
            <p:nvPr/>
          </p:nvSpPr>
          <p:spPr>
            <a:xfrm>
              <a:off x="2262595" y="1435578"/>
              <a:ext cx="3004414" cy="2586398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7A13DE2-0489-B7E6-B89B-398676FBD341}"/>
                </a:ext>
              </a:extLst>
            </p:cNvPr>
            <p:cNvSpPr/>
            <p:nvPr/>
          </p:nvSpPr>
          <p:spPr>
            <a:xfrm>
              <a:off x="1972933" y="1596988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Arc 124">
              <a:extLst>
                <a:ext uri="{FF2B5EF4-FFF2-40B4-BE49-F238E27FC236}">
                  <a16:creationId xmlns:a16="http://schemas.microsoft.com/office/drawing/2014/main" id="{CEC86585-CCEA-CBD6-A52F-215BC313684E}"/>
                </a:ext>
              </a:extLst>
            </p:cNvPr>
            <p:cNvSpPr/>
            <p:nvPr/>
          </p:nvSpPr>
          <p:spPr>
            <a:xfrm rot="9500543">
              <a:off x="3601913" y="3244281"/>
              <a:ext cx="314714" cy="314714"/>
            </a:xfrm>
            <a:prstGeom prst="arc">
              <a:avLst>
                <a:gd name="adj1" fmla="val 12939651"/>
                <a:gd name="adj2" fmla="val 0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D4D70E3-1782-3981-E630-32D089BF0017}"/>
                </a:ext>
              </a:extLst>
            </p:cNvPr>
            <p:cNvGrpSpPr/>
            <p:nvPr/>
          </p:nvGrpSpPr>
          <p:grpSpPr>
            <a:xfrm>
              <a:off x="2788371" y="2413698"/>
              <a:ext cx="673395" cy="828081"/>
              <a:chOff x="2788371" y="2413698"/>
              <a:chExt cx="673395" cy="828081"/>
            </a:xfrm>
            <a:grpFill/>
          </p:grpSpPr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380458DF-528E-E821-77F1-92E98090B8C1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  <a:grpFill/>
            </p:grpSpPr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198AED0D-F436-2346-7A44-58C2F76BB0AA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1299CBFA-7261-4831-DDCF-828F2B061CB5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F3E97591-3A17-A428-1F98-80BF4DAD5F95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A774BC35-0382-4985-F48E-03EA77787369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: Shape 143">
                  <a:extLst>
                    <a:ext uri="{FF2B5EF4-FFF2-40B4-BE49-F238E27FC236}">
                      <a16:creationId xmlns:a16="http://schemas.microsoft.com/office/drawing/2014/main" id="{5FDC925F-A985-C681-F4A3-7EDCA4A34B69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5" name="Freeform: Shape 144">
                  <a:extLst>
                    <a:ext uri="{FF2B5EF4-FFF2-40B4-BE49-F238E27FC236}">
                      <a16:creationId xmlns:a16="http://schemas.microsoft.com/office/drawing/2014/main" id="{BDAB3FC0-9F89-7FBD-1E91-FB333856F740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9" name="Arc 138">
                <a:extLst>
                  <a:ext uri="{FF2B5EF4-FFF2-40B4-BE49-F238E27FC236}">
                    <a16:creationId xmlns:a16="http://schemas.microsoft.com/office/drawing/2014/main" id="{57219944-6511-2045-012B-74D3FD0E6022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A32B9DE-EAE9-3182-9E87-32FECEAA80D6}"/>
                </a:ext>
              </a:extLst>
            </p:cNvPr>
            <p:cNvSpPr/>
            <p:nvPr/>
          </p:nvSpPr>
          <p:spPr>
            <a:xfrm flipH="1">
              <a:off x="4617708" y="1534361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0FF639DB-F3C6-3F41-D3B5-EB3931DC9B1F}"/>
                </a:ext>
              </a:extLst>
            </p:cNvPr>
            <p:cNvGrpSpPr/>
            <p:nvPr/>
          </p:nvGrpSpPr>
          <p:grpSpPr>
            <a:xfrm flipH="1">
              <a:off x="4045924" y="2420364"/>
              <a:ext cx="673395" cy="828081"/>
              <a:chOff x="2788371" y="2413698"/>
              <a:chExt cx="673395" cy="828081"/>
            </a:xfrm>
            <a:grpFill/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2C0DED07-6DAB-B88E-8E5A-C6BCF25E6AEF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  <a:grpFill/>
            </p:grpSpPr>
            <p:sp>
              <p:nvSpPr>
                <p:cNvPr id="132" name="Oval 131">
                  <a:extLst>
                    <a:ext uri="{FF2B5EF4-FFF2-40B4-BE49-F238E27FC236}">
                      <a16:creationId xmlns:a16="http://schemas.microsoft.com/office/drawing/2014/main" id="{F5916454-FA57-C104-A9AE-9341F524B4E1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7E99FA34-5B74-38DF-5FE4-B8E9EB392AFE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CA84AADC-945A-0F9E-1772-8750FD34DABF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5" name="Freeform: Shape 134">
                  <a:extLst>
                    <a:ext uri="{FF2B5EF4-FFF2-40B4-BE49-F238E27FC236}">
                      <a16:creationId xmlns:a16="http://schemas.microsoft.com/office/drawing/2014/main" id="{72B3C675-92B6-5263-3D56-26F4817E32F8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6" name="Freeform: Shape 135">
                  <a:extLst>
                    <a:ext uri="{FF2B5EF4-FFF2-40B4-BE49-F238E27FC236}">
                      <a16:creationId xmlns:a16="http://schemas.microsoft.com/office/drawing/2014/main" id="{76C82C51-CE7B-3BE0-E946-7B974949A720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: Shape 136">
                  <a:extLst>
                    <a:ext uri="{FF2B5EF4-FFF2-40B4-BE49-F238E27FC236}">
                      <a16:creationId xmlns:a16="http://schemas.microsoft.com/office/drawing/2014/main" id="{B7B091D4-D84E-2A43-B15A-A2D00E93C97C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1" name="Arc 130">
                <a:extLst>
                  <a:ext uri="{FF2B5EF4-FFF2-40B4-BE49-F238E27FC236}">
                    <a16:creationId xmlns:a16="http://schemas.microsoft.com/office/drawing/2014/main" id="{FC25AE07-35ED-FE56-A189-D9FF91D58183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3B9CE681-E59F-B01C-30E8-25F164F8CE14}"/>
                </a:ext>
              </a:extLst>
            </p:cNvPr>
            <p:cNvSpPr/>
            <p:nvPr/>
          </p:nvSpPr>
          <p:spPr>
            <a:xfrm>
              <a:off x="2718281" y="4027937"/>
              <a:ext cx="2090836" cy="731656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86D21544-4676-5DB4-4B04-B9C8336831A9}"/>
              </a:ext>
            </a:extLst>
          </p:cNvPr>
          <p:cNvGrpSpPr/>
          <p:nvPr/>
        </p:nvGrpSpPr>
        <p:grpSpPr>
          <a:xfrm>
            <a:off x="1965443" y="2262123"/>
            <a:ext cx="4279878" cy="4546122"/>
            <a:chOff x="1972933" y="1435578"/>
            <a:chExt cx="3597923" cy="3821744"/>
          </a:xfrm>
        </p:grpSpPr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99416C39-D275-9980-C54D-7B66B1600EE1}"/>
                </a:ext>
              </a:extLst>
            </p:cNvPr>
            <p:cNvGrpSpPr/>
            <p:nvPr/>
          </p:nvGrpSpPr>
          <p:grpSpPr>
            <a:xfrm flipH="1">
              <a:off x="4184113" y="3409016"/>
              <a:ext cx="1205650" cy="1531201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EAC090A7-CE42-D565-4E24-E3CA7B1D4FFB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9583FF45-CFFB-C474-7F0C-CF14CABE3972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48A57B2C-1370-5C93-5499-5561863335F2}"/>
                </a:ext>
              </a:extLst>
            </p:cNvPr>
            <p:cNvGrpSpPr/>
            <p:nvPr/>
          </p:nvGrpSpPr>
          <p:grpSpPr>
            <a:xfrm>
              <a:off x="2075062" y="3426729"/>
              <a:ext cx="1205650" cy="1531201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31FB1ED9-F316-D7A0-8B8B-EDAD83968F28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CDD763D2-EDDB-5573-90C4-A623DFA786FF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3" name="Rectangle 24">
              <a:extLst>
                <a:ext uri="{FF2B5EF4-FFF2-40B4-BE49-F238E27FC236}">
                  <a16:creationId xmlns:a16="http://schemas.microsoft.com/office/drawing/2014/main" id="{C5F7AE40-98A8-9D60-D815-F2A0CFFC7D03}"/>
                </a:ext>
              </a:extLst>
            </p:cNvPr>
            <p:cNvSpPr/>
            <p:nvPr/>
          </p:nvSpPr>
          <p:spPr>
            <a:xfrm>
              <a:off x="2718281" y="3278849"/>
              <a:ext cx="2090836" cy="1978473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4" name="Rectangle 8">
              <a:extLst>
                <a:ext uri="{FF2B5EF4-FFF2-40B4-BE49-F238E27FC236}">
                  <a16:creationId xmlns:a16="http://schemas.microsoft.com/office/drawing/2014/main" id="{CC62C013-5946-99D0-56F6-27C6FD963E1B}"/>
                </a:ext>
              </a:extLst>
            </p:cNvPr>
            <p:cNvSpPr/>
            <p:nvPr/>
          </p:nvSpPr>
          <p:spPr>
            <a:xfrm>
              <a:off x="2262595" y="1435578"/>
              <a:ext cx="3004414" cy="2586398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DF3D9FB5-280A-D6EF-56A2-9F15CAAF7071}"/>
                </a:ext>
              </a:extLst>
            </p:cNvPr>
            <p:cNvSpPr/>
            <p:nvPr/>
          </p:nvSpPr>
          <p:spPr>
            <a:xfrm>
              <a:off x="1972933" y="1596988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6" name="Arc 155">
              <a:extLst>
                <a:ext uri="{FF2B5EF4-FFF2-40B4-BE49-F238E27FC236}">
                  <a16:creationId xmlns:a16="http://schemas.microsoft.com/office/drawing/2014/main" id="{7876F66D-0B4F-233E-7EFC-14C8A2873223}"/>
                </a:ext>
              </a:extLst>
            </p:cNvPr>
            <p:cNvSpPr/>
            <p:nvPr/>
          </p:nvSpPr>
          <p:spPr>
            <a:xfrm rot="9500543">
              <a:off x="3601913" y="3244281"/>
              <a:ext cx="314714" cy="314714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10A446D6-8CD2-034A-AFA2-6D550EB00674}"/>
                </a:ext>
              </a:extLst>
            </p:cNvPr>
            <p:cNvGrpSpPr/>
            <p:nvPr/>
          </p:nvGrpSpPr>
          <p:grpSpPr>
            <a:xfrm>
              <a:off x="2788371" y="2413698"/>
              <a:ext cx="673395" cy="828081"/>
              <a:chOff x="2788371" y="2413698"/>
              <a:chExt cx="673395" cy="828081"/>
            </a:xfrm>
          </p:grpSpPr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64C201A1-EAE9-6A07-CE01-83BB73166857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BE0BA5E0-BE6D-86D1-BF5D-EFF0F9D994F5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BBE48E05-FD09-23AD-AC70-8404646F7AF7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543F6D39-4303-0F66-B7E8-DD9D23C8E471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: Shape 173">
                  <a:extLst>
                    <a:ext uri="{FF2B5EF4-FFF2-40B4-BE49-F238E27FC236}">
                      <a16:creationId xmlns:a16="http://schemas.microsoft.com/office/drawing/2014/main" id="{0E02A3D0-3F29-3884-4CEA-CAD68D8B985F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" name="Freeform: Shape 174">
                  <a:extLst>
                    <a:ext uri="{FF2B5EF4-FFF2-40B4-BE49-F238E27FC236}">
                      <a16:creationId xmlns:a16="http://schemas.microsoft.com/office/drawing/2014/main" id="{064585F2-1A40-AD04-D157-08C95798DF37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" name="Freeform: Shape 175">
                  <a:extLst>
                    <a:ext uri="{FF2B5EF4-FFF2-40B4-BE49-F238E27FC236}">
                      <a16:creationId xmlns:a16="http://schemas.microsoft.com/office/drawing/2014/main" id="{7F104B41-414A-2225-A066-9B2E243BF7E6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0" name="Arc 169">
                <a:extLst>
                  <a:ext uri="{FF2B5EF4-FFF2-40B4-BE49-F238E27FC236}">
                    <a16:creationId xmlns:a16="http://schemas.microsoft.com/office/drawing/2014/main" id="{7557F14B-E875-06F6-03AB-A8A7E0DF8BC0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3DE74B15-F0AE-5350-B61E-A34CAFCC2912}"/>
                </a:ext>
              </a:extLst>
            </p:cNvPr>
            <p:cNvSpPr/>
            <p:nvPr/>
          </p:nvSpPr>
          <p:spPr>
            <a:xfrm flipH="1">
              <a:off x="4617708" y="1534361"/>
              <a:ext cx="953148" cy="550456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0D1069BF-7D2D-4CAE-CDC5-4B40C932EBCE}"/>
                </a:ext>
              </a:extLst>
            </p:cNvPr>
            <p:cNvGrpSpPr/>
            <p:nvPr/>
          </p:nvGrpSpPr>
          <p:grpSpPr>
            <a:xfrm flipH="1">
              <a:off x="4045924" y="2420364"/>
              <a:ext cx="673395" cy="828081"/>
              <a:chOff x="2788371" y="2413698"/>
              <a:chExt cx="673395" cy="828081"/>
            </a:xfrm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EC2E2BD8-D4BF-5444-41F4-CC3C9CBF183E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163" name="Oval 162">
                  <a:extLst>
                    <a:ext uri="{FF2B5EF4-FFF2-40B4-BE49-F238E27FC236}">
                      <a16:creationId xmlns:a16="http://schemas.microsoft.com/office/drawing/2014/main" id="{4FD55F42-B9AC-A366-1339-3279A7E355C0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FA7DEA62-C953-C224-91DA-79BE9BED6F31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78263023-0C51-FC9B-DBE3-5DE144042D3C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6" name="Freeform: Shape 165">
                  <a:extLst>
                    <a:ext uri="{FF2B5EF4-FFF2-40B4-BE49-F238E27FC236}">
                      <a16:creationId xmlns:a16="http://schemas.microsoft.com/office/drawing/2014/main" id="{7F55D9D4-C9AD-F68A-2BE1-2545F95F9039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7" name="Freeform: Shape 166">
                  <a:extLst>
                    <a:ext uri="{FF2B5EF4-FFF2-40B4-BE49-F238E27FC236}">
                      <a16:creationId xmlns:a16="http://schemas.microsoft.com/office/drawing/2014/main" id="{8F62802F-0233-0674-C17E-CBF8D84B2D94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Freeform: Shape 167">
                  <a:extLst>
                    <a:ext uri="{FF2B5EF4-FFF2-40B4-BE49-F238E27FC236}">
                      <a16:creationId xmlns:a16="http://schemas.microsoft.com/office/drawing/2014/main" id="{E691802B-C79B-A9D1-3473-77216BE140B8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AAAF56CD-E7EF-014B-A43F-8BDD1CDE1270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C135E7D-9D85-44F3-8E38-FC098A82445B}"/>
                </a:ext>
              </a:extLst>
            </p:cNvPr>
            <p:cNvSpPr/>
            <p:nvPr/>
          </p:nvSpPr>
          <p:spPr>
            <a:xfrm>
              <a:off x="2718281" y="4027937"/>
              <a:ext cx="2090836" cy="731656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33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9851B881-8F29-0740-AFDA-B9D21F5D9CCA}"/>
              </a:ext>
            </a:extLst>
          </p:cNvPr>
          <p:cNvGrpSpPr/>
          <p:nvPr/>
        </p:nvGrpSpPr>
        <p:grpSpPr>
          <a:xfrm>
            <a:off x="4839151" y="2710342"/>
            <a:ext cx="572914" cy="587254"/>
            <a:chOff x="2772188" y="2546257"/>
            <a:chExt cx="481626" cy="49368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0EC9A7A1-ACB0-32F5-1F34-8DDDB4F6C29A}"/>
                </a:ext>
              </a:extLst>
            </p:cNvPr>
            <p:cNvGrpSpPr/>
            <p:nvPr/>
          </p:nvGrpSpPr>
          <p:grpSpPr>
            <a:xfrm>
              <a:off x="2772188" y="2546257"/>
              <a:ext cx="249849" cy="113201"/>
              <a:chOff x="2772188" y="2546257"/>
              <a:chExt cx="249849" cy="113201"/>
            </a:xfrm>
          </p:grpSpPr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724096DA-4044-8BE2-6696-EE277EA6C6BD}"/>
                  </a:ext>
                </a:extLst>
              </p:cNvPr>
              <p:cNvSpPr/>
              <p:nvPr/>
            </p:nvSpPr>
            <p:spPr>
              <a:xfrm rot="792171">
                <a:off x="2923612" y="2546257"/>
                <a:ext cx="98425" cy="22174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BC13D626-77FD-46FF-3D37-A516E89F671D}"/>
                  </a:ext>
                </a:extLst>
              </p:cNvPr>
              <p:cNvSpPr/>
              <p:nvPr/>
            </p:nvSpPr>
            <p:spPr>
              <a:xfrm>
                <a:off x="2840770" y="2570292"/>
                <a:ext cx="98425" cy="22174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D185C78-91E9-4CA5-9667-72055CA1608B}"/>
                  </a:ext>
                </a:extLst>
              </p:cNvPr>
              <p:cNvSpPr/>
              <p:nvPr/>
            </p:nvSpPr>
            <p:spPr>
              <a:xfrm rot="610617">
                <a:off x="2772188" y="2637284"/>
                <a:ext cx="98425" cy="22174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3E1B6017-A27D-29A7-8B94-0C7FCBE8F6ED}"/>
                </a:ext>
              </a:extLst>
            </p:cNvPr>
            <p:cNvSpPr/>
            <p:nvPr/>
          </p:nvSpPr>
          <p:spPr>
            <a:xfrm rot="19878355">
              <a:off x="2849923" y="2548304"/>
              <a:ext cx="403891" cy="491634"/>
            </a:xfrm>
            <a:prstGeom prst="arc">
              <a:avLst>
                <a:gd name="adj1" fmla="val 14674233"/>
                <a:gd name="adj2" fmla="val 0"/>
              </a:avLst>
            </a:prstGeom>
            <a:noFill/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07BB7BD-0D7F-13AA-549F-2B07191860B3}"/>
              </a:ext>
            </a:extLst>
          </p:cNvPr>
          <p:cNvGrpSpPr/>
          <p:nvPr/>
        </p:nvGrpSpPr>
        <p:grpSpPr>
          <a:xfrm>
            <a:off x="5651440" y="2517868"/>
            <a:ext cx="4279878" cy="4546122"/>
            <a:chOff x="5164264" y="871660"/>
            <a:chExt cx="4279878" cy="4546122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EF1BA8D-9BC7-DE09-3868-CD838E4283E5}"/>
                </a:ext>
              </a:extLst>
            </p:cNvPr>
            <p:cNvGrpSpPr/>
            <p:nvPr/>
          </p:nvGrpSpPr>
          <p:grpSpPr>
            <a:xfrm flipH="1">
              <a:off x="7794554" y="3219146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99B1C3E0-6505-D530-F9A2-7C35C28BCDD9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DD5FE287-B763-BFA4-17A0-A77C29E5E455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01D0971-7420-30C5-876A-EE02BE46FD2C}"/>
                </a:ext>
              </a:extLst>
            </p:cNvPr>
            <p:cNvGrpSpPr/>
            <p:nvPr/>
          </p:nvGrpSpPr>
          <p:grpSpPr>
            <a:xfrm>
              <a:off x="5285751" y="3240216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27094857-F681-89AE-D612-6213D097889C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336AB5A-BBB2-5A61-CD5C-16A8F1B7C298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" name="Rectangle 24">
              <a:extLst>
                <a:ext uri="{FF2B5EF4-FFF2-40B4-BE49-F238E27FC236}">
                  <a16:creationId xmlns:a16="http://schemas.microsoft.com/office/drawing/2014/main" id="{8D79E1B5-944A-B9FB-5337-785FEBE81060}"/>
                </a:ext>
              </a:extLst>
            </p:cNvPr>
            <p:cNvSpPr/>
            <p:nvPr/>
          </p:nvSpPr>
          <p:spPr>
            <a:xfrm>
              <a:off x="6050886" y="3064307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B075C7CB-66D6-C5C5-2E48-6ACC334F2E56}"/>
                </a:ext>
              </a:extLst>
            </p:cNvPr>
            <p:cNvSpPr/>
            <p:nvPr/>
          </p:nvSpPr>
          <p:spPr>
            <a:xfrm>
              <a:off x="5508829" y="871660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5526B9C-D94E-E140-B17E-EA663872F471}"/>
                </a:ext>
              </a:extLst>
            </p:cNvPr>
            <p:cNvSpPr/>
            <p:nvPr/>
          </p:nvSpPr>
          <p:spPr>
            <a:xfrm>
              <a:off x="5164264" y="106366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E0D19351-FF87-9131-2518-3E71707AF486}"/>
                </a:ext>
              </a:extLst>
            </p:cNvPr>
            <p:cNvSpPr/>
            <p:nvPr/>
          </p:nvSpPr>
          <p:spPr>
            <a:xfrm rot="9634460">
              <a:off x="6846089" y="2567074"/>
              <a:ext cx="822291" cy="744168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81AC658-A3A6-B3FF-BE5F-69B216F124BA}"/>
                </a:ext>
              </a:extLst>
            </p:cNvPr>
            <p:cNvSpPr/>
            <p:nvPr/>
          </p:nvSpPr>
          <p:spPr>
            <a:xfrm flipH="1">
              <a:off x="8310333" y="989166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DF098E0-AE8C-B110-C4BB-2F5E723599CE}"/>
                </a:ext>
              </a:extLst>
            </p:cNvPr>
            <p:cNvSpPr/>
            <p:nvPr/>
          </p:nvSpPr>
          <p:spPr>
            <a:xfrm>
              <a:off x="6050886" y="3955378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895448D-4C15-332C-1263-A299BE2914EB}"/>
                </a:ext>
              </a:extLst>
            </p:cNvPr>
            <p:cNvGrpSpPr/>
            <p:nvPr/>
          </p:nvGrpSpPr>
          <p:grpSpPr>
            <a:xfrm>
              <a:off x="7918336" y="2107505"/>
              <a:ext cx="563582" cy="341024"/>
              <a:chOff x="7918336" y="2107505"/>
              <a:chExt cx="563582" cy="341024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A518EB8-C3CC-14DE-A2E5-7570DC259D95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0457C379-32A0-3176-E629-53BA4669ED33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3C255F4-ED33-D580-4B6B-8FDE64FA2C1D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79C702C-8587-A79A-3463-91987DEB5915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24B4117-049C-4AB3-3812-9B4173E01D61}"/>
                </a:ext>
              </a:extLst>
            </p:cNvPr>
            <p:cNvGrpSpPr/>
            <p:nvPr/>
          </p:nvGrpSpPr>
          <p:grpSpPr>
            <a:xfrm flipH="1">
              <a:off x="6081577" y="2077605"/>
              <a:ext cx="563582" cy="341024"/>
              <a:chOff x="7918336" y="2107505"/>
              <a:chExt cx="563582" cy="341024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14D13AFC-D94F-CB51-A802-A2853DFD1E6C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1E57A89C-B5A3-86F3-44A9-884B0DA33875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09DF2A85-3C2E-8C7C-3BCB-261EDF0D2ABB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770C81F-E5EA-474A-1118-78FDFEF7F28F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EBAE57AC-09AD-291A-C857-9FCD004E3C9C}"/>
                </a:ext>
              </a:extLst>
            </p:cNvPr>
            <p:cNvSpPr/>
            <p:nvPr/>
          </p:nvSpPr>
          <p:spPr>
            <a:xfrm rot="9634460">
              <a:off x="7597527" y="2917723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F809E289-8BB7-E68C-9882-4962A94965EE}"/>
                </a:ext>
              </a:extLst>
            </p:cNvPr>
            <p:cNvSpPr/>
            <p:nvPr/>
          </p:nvSpPr>
          <p:spPr>
            <a:xfrm rot="5873861">
              <a:off x="6762507" y="2955492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0B942C8-F8F2-A351-1090-0AD658169DAF}"/>
              </a:ext>
            </a:extLst>
          </p:cNvPr>
          <p:cNvGrpSpPr/>
          <p:nvPr/>
        </p:nvGrpSpPr>
        <p:grpSpPr>
          <a:xfrm>
            <a:off x="1028640" y="1857468"/>
            <a:ext cx="4279878" cy="4546122"/>
            <a:chOff x="5164264" y="871660"/>
            <a:chExt cx="4279878" cy="454612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D9FD675-4008-86D6-A40A-07A898DAB856}"/>
                </a:ext>
              </a:extLst>
            </p:cNvPr>
            <p:cNvGrpSpPr/>
            <p:nvPr/>
          </p:nvGrpSpPr>
          <p:grpSpPr>
            <a:xfrm flipH="1">
              <a:off x="7794554" y="3219146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5484AB2E-49A0-CE39-04A6-7D08453E3BA6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204ECD6-49C1-188D-997F-7682028679F5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3F04CC4-8286-A663-3241-46BEC38231DF}"/>
                </a:ext>
              </a:extLst>
            </p:cNvPr>
            <p:cNvGrpSpPr/>
            <p:nvPr/>
          </p:nvGrpSpPr>
          <p:grpSpPr>
            <a:xfrm>
              <a:off x="5285751" y="3240216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825FA23-7F47-E0F7-D8D0-1BA812F12080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CE16AA6F-6EE8-297C-4D82-437E48768959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" name="Rectangle 24">
              <a:extLst>
                <a:ext uri="{FF2B5EF4-FFF2-40B4-BE49-F238E27FC236}">
                  <a16:creationId xmlns:a16="http://schemas.microsoft.com/office/drawing/2014/main" id="{C91A6B60-49EA-337C-4A20-BE65B52BB378}"/>
                </a:ext>
              </a:extLst>
            </p:cNvPr>
            <p:cNvSpPr/>
            <p:nvPr/>
          </p:nvSpPr>
          <p:spPr>
            <a:xfrm>
              <a:off x="6050886" y="3064307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8">
              <a:extLst>
                <a:ext uri="{FF2B5EF4-FFF2-40B4-BE49-F238E27FC236}">
                  <a16:creationId xmlns:a16="http://schemas.microsoft.com/office/drawing/2014/main" id="{55ABF813-BA23-63E3-73E9-FA59112D1BB2}"/>
                </a:ext>
              </a:extLst>
            </p:cNvPr>
            <p:cNvSpPr/>
            <p:nvPr/>
          </p:nvSpPr>
          <p:spPr>
            <a:xfrm>
              <a:off x="5508829" y="871660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5FFB153-9135-ABAA-A901-C313989CD4BB}"/>
                </a:ext>
              </a:extLst>
            </p:cNvPr>
            <p:cNvSpPr/>
            <p:nvPr/>
          </p:nvSpPr>
          <p:spPr>
            <a:xfrm>
              <a:off x="5164264" y="106366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3CDF154D-2E66-CBF9-B4F0-4BEDBFE7B939}"/>
                </a:ext>
              </a:extLst>
            </p:cNvPr>
            <p:cNvSpPr/>
            <p:nvPr/>
          </p:nvSpPr>
          <p:spPr>
            <a:xfrm rot="9634460">
              <a:off x="6846089" y="2567074"/>
              <a:ext cx="822291" cy="744168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5005C72-CB3B-D401-9D47-2AF2F555B8E7}"/>
                </a:ext>
              </a:extLst>
            </p:cNvPr>
            <p:cNvSpPr/>
            <p:nvPr/>
          </p:nvSpPr>
          <p:spPr>
            <a:xfrm flipH="1">
              <a:off x="8310333" y="989166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950BE37-FFE5-6FF4-C907-29E4A56BF99F}"/>
                </a:ext>
              </a:extLst>
            </p:cNvPr>
            <p:cNvSpPr/>
            <p:nvPr/>
          </p:nvSpPr>
          <p:spPr>
            <a:xfrm>
              <a:off x="6050886" y="3955378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1AD1D47-0D23-7C1B-C615-46DCA0D6F10F}"/>
                </a:ext>
              </a:extLst>
            </p:cNvPr>
            <p:cNvGrpSpPr/>
            <p:nvPr/>
          </p:nvGrpSpPr>
          <p:grpSpPr>
            <a:xfrm>
              <a:off x="7918336" y="2107505"/>
              <a:ext cx="563582" cy="341024"/>
              <a:chOff x="7918336" y="2107505"/>
              <a:chExt cx="563582" cy="341024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86E9FC0A-8995-BF48-C760-96CA0660381A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52CD92DC-4A17-1DB2-F860-AB7CEA1AC035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A47B28F3-B777-672F-BBD2-45E2458E0E6D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0AED3BB6-D626-CB78-B810-81801EC3E851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E9AB540-AB4B-BCEB-1FAB-1DE52327C523}"/>
                </a:ext>
              </a:extLst>
            </p:cNvPr>
            <p:cNvGrpSpPr/>
            <p:nvPr/>
          </p:nvGrpSpPr>
          <p:grpSpPr>
            <a:xfrm flipH="1">
              <a:off x="6081577" y="2077605"/>
              <a:ext cx="563582" cy="341024"/>
              <a:chOff x="7918336" y="2107505"/>
              <a:chExt cx="563582" cy="341024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92FEE0FE-D79E-BE8A-7C29-F77DDD1A2264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77A1C28A-70A1-A3B1-F954-357ED19263FB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1E842957-B874-8A6B-B7AD-415FAF7F38F9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6CD7963-5B0B-C4F4-399D-51ABDE84A04C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9FF12B12-61B4-1259-A1BD-0C4B602C882B}"/>
                </a:ext>
              </a:extLst>
            </p:cNvPr>
            <p:cNvSpPr/>
            <p:nvPr/>
          </p:nvSpPr>
          <p:spPr>
            <a:xfrm rot="9634460">
              <a:off x="7597527" y="2917723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9AD5875D-6F34-A1D4-1CB1-D5F42CD6EE58}"/>
                </a:ext>
              </a:extLst>
            </p:cNvPr>
            <p:cNvSpPr/>
            <p:nvPr/>
          </p:nvSpPr>
          <p:spPr>
            <a:xfrm rot="5873861">
              <a:off x="6762507" y="2955492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370D3A97-D75F-DAC0-17FE-19C7752B3C67}"/>
              </a:ext>
            </a:extLst>
          </p:cNvPr>
          <p:cNvGrpSpPr/>
          <p:nvPr/>
        </p:nvGrpSpPr>
        <p:grpSpPr>
          <a:xfrm>
            <a:off x="4797423" y="-13013"/>
            <a:ext cx="4279878" cy="4546122"/>
            <a:chOff x="5164264" y="871660"/>
            <a:chExt cx="4279878" cy="4546122"/>
          </a:xfrm>
          <a:solidFill>
            <a:schemeClr val="bg1"/>
          </a:solidFill>
        </p:grpSpPr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3364A64D-F1DD-B73A-BC09-180839404714}"/>
                </a:ext>
              </a:extLst>
            </p:cNvPr>
            <p:cNvGrpSpPr/>
            <p:nvPr/>
          </p:nvGrpSpPr>
          <p:grpSpPr>
            <a:xfrm flipH="1">
              <a:off x="7794554" y="3219146"/>
              <a:ext cx="1434170" cy="1821427"/>
              <a:chOff x="1969722" y="3425409"/>
              <a:chExt cx="1205650" cy="1531201"/>
            </a:xfrm>
            <a:grpFill/>
          </p:grpSpPr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76FDF891-7791-0F30-8697-5BD9674E2C65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CBB7CE0E-4273-864E-DC3C-AED01769D1E0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4131C3A-31D4-DF57-0A6C-0E769019BDFD}"/>
                </a:ext>
              </a:extLst>
            </p:cNvPr>
            <p:cNvGrpSpPr/>
            <p:nvPr/>
          </p:nvGrpSpPr>
          <p:grpSpPr>
            <a:xfrm>
              <a:off x="5285751" y="3240216"/>
              <a:ext cx="1434170" cy="1821427"/>
              <a:chOff x="1969722" y="3425409"/>
              <a:chExt cx="1205650" cy="1531201"/>
            </a:xfrm>
            <a:grpFill/>
          </p:grpSpPr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540FF3A5-3BF2-6D74-DB8A-1234988F1C6E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619119F6-A8C4-4DF2-AE90-79A18B4B613F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9" name="Rectangle 24">
              <a:extLst>
                <a:ext uri="{FF2B5EF4-FFF2-40B4-BE49-F238E27FC236}">
                  <a16:creationId xmlns:a16="http://schemas.microsoft.com/office/drawing/2014/main" id="{0EF05488-307C-202E-3CF3-35EE927433E0}"/>
                </a:ext>
              </a:extLst>
            </p:cNvPr>
            <p:cNvSpPr/>
            <p:nvPr/>
          </p:nvSpPr>
          <p:spPr>
            <a:xfrm>
              <a:off x="6050886" y="3064307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Rectangle 8">
              <a:extLst>
                <a:ext uri="{FF2B5EF4-FFF2-40B4-BE49-F238E27FC236}">
                  <a16:creationId xmlns:a16="http://schemas.microsoft.com/office/drawing/2014/main" id="{7BBFF36B-7A47-AEFF-C50B-AEF3FFD810EA}"/>
                </a:ext>
              </a:extLst>
            </p:cNvPr>
            <p:cNvSpPr/>
            <p:nvPr/>
          </p:nvSpPr>
          <p:spPr>
            <a:xfrm>
              <a:off x="5508829" y="871660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0FFBE64-9ED0-F2D5-9046-62C54B8FA2DC}"/>
                </a:ext>
              </a:extLst>
            </p:cNvPr>
            <p:cNvSpPr/>
            <p:nvPr/>
          </p:nvSpPr>
          <p:spPr>
            <a:xfrm>
              <a:off x="5164264" y="106366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Arc 121">
              <a:extLst>
                <a:ext uri="{FF2B5EF4-FFF2-40B4-BE49-F238E27FC236}">
                  <a16:creationId xmlns:a16="http://schemas.microsoft.com/office/drawing/2014/main" id="{296E441E-077D-68C1-E1B9-1A890919D3D8}"/>
                </a:ext>
              </a:extLst>
            </p:cNvPr>
            <p:cNvSpPr/>
            <p:nvPr/>
          </p:nvSpPr>
          <p:spPr>
            <a:xfrm rot="9634460">
              <a:off x="6846089" y="2567074"/>
              <a:ext cx="822291" cy="744168"/>
            </a:xfrm>
            <a:prstGeom prst="arc">
              <a:avLst>
                <a:gd name="adj1" fmla="val 12939651"/>
                <a:gd name="adj2" fmla="val 0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24B737DA-3C8E-87EC-8239-FDB444B43F0D}"/>
                </a:ext>
              </a:extLst>
            </p:cNvPr>
            <p:cNvSpPr/>
            <p:nvPr/>
          </p:nvSpPr>
          <p:spPr>
            <a:xfrm flipH="1">
              <a:off x="8310333" y="989166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F79996D-C4D2-97E0-6436-5B96225C6679}"/>
                </a:ext>
              </a:extLst>
            </p:cNvPr>
            <p:cNvSpPr/>
            <p:nvPr/>
          </p:nvSpPr>
          <p:spPr>
            <a:xfrm>
              <a:off x="6050886" y="3955378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8857D53E-FDD6-D3E4-AED5-CBC995106118}"/>
                </a:ext>
              </a:extLst>
            </p:cNvPr>
            <p:cNvGrpSpPr/>
            <p:nvPr/>
          </p:nvGrpSpPr>
          <p:grpSpPr>
            <a:xfrm>
              <a:off x="7918336" y="2107505"/>
              <a:ext cx="563582" cy="341024"/>
              <a:chOff x="7918336" y="2107505"/>
              <a:chExt cx="563582" cy="341024"/>
            </a:xfrm>
            <a:grpFill/>
          </p:grpSpPr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686ACF9C-43C7-EFF4-D730-BC9F8455265F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B755772D-A117-08EB-20F6-84211CE98A40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CD3B1260-7BC5-54C3-4328-9D9B01125415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6F6E5BBE-4249-2F18-4B47-A609654D448F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0DF4706F-2D3C-4E23-72A1-239A62645681}"/>
                </a:ext>
              </a:extLst>
            </p:cNvPr>
            <p:cNvGrpSpPr/>
            <p:nvPr/>
          </p:nvGrpSpPr>
          <p:grpSpPr>
            <a:xfrm flipH="1">
              <a:off x="6081577" y="2077605"/>
              <a:ext cx="563582" cy="341024"/>
              <a:chOff x="7918336" y="2107505"/>
              <a:chExt cx="563582" cy="341024"/>
            </a:xfrm>
            <a:grpFill/>
          </p:grpSpPr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161D756C-7F94-6643-4D90-7A67B9895000}"/>
                  </a:ext>
                </a:extLst>
              </p:cNvPr>
              <p:cNvSpPr/>
              <p:nvPr/>
            </p:nvSpPr>
            <p:spPr>
              <a:xfrm rot="1407024">
                <a:off x="7918336" y="2107505"/>
                <a:ext cx="456018" cy="341024"/>
              </a:xfrm>
              <a:custGeom>
                <a:avLst/>
                <a:gdLst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65791 w 685477"/>
                  <a:gd name="connsiteY6" fmla="*/ 68160 h 512620"/>
                  <a:gd name="connsiteX7" fmla="*/ 409986 w 685477"/>
                  <a:gd name="connsiteY7" fmla="*/ 69908 h 512620"/>
                  <a:gd name="connsiteX8" fmla="*/ 3412 w 685477"/>
                  <a:gd name="connsiteY8" fmla="*/ 512620 h 512620"/>
                  <a:gd name="connsiteX9" fmla="*/ 401872 w 685477"/>
                  <a:gd name="connsiteY9" fmla="*/ 3412 h 512620"/>
                  <a:gd name="connsiteX10" fmla="*/ 494461 w 685477"/>
                  <a:gd name="connsiteY10" fmla="*/ 1472 h 512620"/>
                  <a:gd name="connsiteX0" fmla="*/ 494461 w 685477"/>
                  <a:gd name="connsiteY0" fmla="*/ 1472 h 512620"/>
                  <a:gd name="connsiteX1" fmla="*/ 665072 w 685477"/>
                  <a:gd name="connsiteY1" fmla="*/ 49959 h 512620"/>
                  <a:gd name="connsiteX2" fmla="*/ 685477 w 685477"/>
                  <a:gd name="connsiteY2" fmla="*/ 62993 h 512620"/>
                  <a:gd name="connsiteX3" fmla="*/ 675687 w 685477"/>
                  <a:gd name="connsiteY3" fmla="*/ 59992 h 512620"/>
                  <a:gd name="connsiteX4" fmla="*/ 584061 w 685477"/>
                  <a:gd name="connsiteY4" fmla="*/ 51580 h 512620"/>
                  <a:gd name="connsiteX5" fmla="*/ 492435 w 685477"/>
                  <a:gd name="connsiteY5" fmla="*/ 59992 h 512620"/>
                  <a:gd name="connsiteX6" fmla="*/ 409986 w 685477"/>
                  <a:gd name="connsiteY6" fmla="*/ 69908 h 512620"/>
                  <a:gd name="connsiteX7" fmla="*/ 3412 w 685477"/>
                  <a:gd name="connsiteY7" fmla="*/ 512620 h 512620"/>
                  <a:gd name="connsiteX8" fmla="*/ 401872 w 685477"/>
                  <a:gd name="connsiteY8" fmla="*/ 3412 h 512620"/>
                  <a:gd name="connsiteX9" fmla="*/ 494461 w 685477"/>
                  <a:gd name="connsiteY9" fmla="*/ 1472 h 512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85477" h="512620">
                    <a:moveTo>
                      <a:pt x="494461" y="1472"/>
                    </a:moveTo>
                    <a:cubicBezTo>
                      <a:pt x="555023" y="6354"/>
                      <a:pt x="612803" y="23229"/>
                      <a:pt x="665072" y="49959"/>
                    </a:cubicBezTo>
                    <a:lnTo>
                      <a:pt x="685477" y="62993"/>
                    </a:lnTo>
                    <a:lnTo>
                      <a:pt x="675687" y="59992"/>
                    </a:lnTo>
                    <a:cubicBezTo>
                      <a:pt x="647525" y="54575"/>
                      <a:pt x="616562" y="51580"/>
                      <a:pt x="584061" y="51580"/>
                    </a:cubicBezTo>
                    <a:cubicBezTo>
                      <a:pt x="551560" y="51580"/>
                      <a:pt x="520597" y="54575"/>
                      <a:pt x="492435" y="59992"/>
                    </a:cubicBezTo>
                    <a:lnTo>
                      <a:pt x="409986" y="69908"/>
                    </a:lnTo>
                    <a:cubicBezTo>
                      <a:pt x="184061" y="97474"/>
                      <a:pt x="11686" y="285170"/>
                      <a:pt x="3412" y="512620"/>
                    </a:cubicBezTo>
                    <a:cubicBezTo>
                      <a:pt x="-27171" y="261974"/>
                      <a:pt x="151226" y="33994"/>
                      <a:pt x="401872" y="3412"/>
                    </a:cubicBezTo>
                    <a:cubicBezTo>
                      <a:pt x="433203" y="-411"/>
                      <a:pt x="464179" y="-969"/>
                      <a:pt x="494461" y="1472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E1E2E0AA-F81D-9972-8165-D84A0B4FD729}"/>
                  </a:ext>
                </a:extLst>
              </p:cNvPr>
              <p:cNvSpPr/>
              <p:nvPr/>
            </p:nvSpPr>
            <p:spPr>
              <a:xfrm rot="20807829" flipH="1">
                <a:off x="8171278" y="211239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CAAB651B-6209-49D0-D1F4-F2D0E8C5259B}"/>
                  </a:ext>
                </a:extLst>
              </p:cNvPr>
              <p:cNvSpPr/>
              <p:nvPr/>
            </p:nvSpPr>
            <p:spPr>
              <a:xfrm rot="20807829" flipH="1">
                <a:off x="8280422" y="2153672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674F22F6-AD1D-5C35-F694-AADACE8F3B22}"/>
                  </a:ext>
                </a:extLst>
              </p:cNvPr>
              <p:cNvSpPr/>
              <p:nvPr/>
            </p:nvSpPr>
            <p:spPr>
              <a:xfrm rot="20807829" flipH="1">
                <a:off x="8364837" y="2208717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7" name="Arc 126">
              <a:extLst>
                <a:ext uri="{FF2B5EF4-FFF2-40B4-BE49-F238E27FC236}">
                  <a16:creationId xmlns:a16="http://schemas.microsoft.com/office/drawing/2014/main" id="{62208DDE-4EEF-ADCF-F625-DA06ABFC831A}"/>
                </a:ext>
              </a:extLst>
            </p:cNvPr>
            <p:cNvSpPr/>
            <p:nvPr/>
          </p:nvSpPr>
          <p:spPr>
            <a:xfrm rot="9634460">
              <a:off x="7597527" y="2917723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8" name="Arc 127">
              <a:extLst>
                <a:ext uri="{FF2B5EF4-FFF2-40B4-BE49-F238E27FC236}">
                  <a16:creationId xmlns:a16="http://schemas.microsoft.com/office/drawing/2014/main" id="{DE025DD5-3DE8-90A1-4468-519D7720CDF7}"/>
                </a:ext>
              </a:extLst>
            </p:cNvPr>
            <p:cNvSpPr/>
            <p:nvPr/>
          </p:nvSpPr>
          <p:spPr>
            <a:xfrm rot="5873861">
              <a:off x="6762507" y="2955492"/>
              <a:ext cx="155648" cy="140860"/>
            </a:xfrm>
            <a:prstGeom prst="arc">
              <a:avLst>
                <a:gd name="adj1" fmla="val 16464870"/>
                <a:gd name="adj2" fmla="val 0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5207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9AA952D-8908-ED65-56B3-73087FD5E2EB}"/>
              </a:ext>
            </a:extLst>
          </p:cNvPr>
          <p:cNvGrpSpPr/>
          <p:nvPr/>
        </p:nvGrpSpPr>
        <p:grpSpPr>
          <a:xfrm>
            <a:off x="1026091" y="2253386"/>
            <a:ext cx="4309705" cy="4914258"/>
            <a:chOff x="1390666" y="2504868"/>
            <a:chExt cx="4309705" cy="4914258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8BCAE869-1077-186E-69C0-BF548AA2D3A0}"/>
                </a:ext>
              </a:extLst>
            </p:cNvPr>
            <p:cNvGrpSpPr/>
            <p:nvPr/>
          </p:nvGrpSpPr>
          <p:grpSpPr>
            <a:xfrm>
              <a:off x="1390666" y="2504868"/>
              <a:ext cx="4309705" cy="4914258"/>
              <a:chOff x="1390666" y="2504868"/>
              <a:chExt cx="4309705" cy="4914258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4EFEBA-D478-EA45-53BD-9BD11C808010}"/>
                  </a:ext>
                </a:extLst>
              </p:cNvPr>
              <p:cNvGrpSpPr/>
              <p:nvPr/>
            </p:nvGrpSpPr>
            <p:grpSpPr>
              <a:xfrm rot="10800000">
                <a:off x="2156215" y="2504868"/>
                <a:ext cx="2487136" cy="2353475"/>
                <a:chOff x="2197748" y="5289662"/>
                <a:chExt cx="2487136" cy="2353475"/>
              </a:xfrm>
            </p:grpSpPr>
            <p:sp>
              <p:nvSpPr>
                <p:cNvPr id="93" name="Rectangle 24">
                  <a:extLst>
                    <a:ext uri="{FF2B5EF4-FFF2-40B4-BE49-F238E27FC236}">
                      <a16:creationId xmlns:a16="http://schemas.microsoft.com/office/drawing/2014/main" id="{8927BD08-95B4-DAE6-8E86-F6F1441EF617}"/>
                    </a:ext>
                  </a:extLst>
                </p:cNvPr>
                <p:cNvSpPr/>
                <p:nvPr/>
              </p:nvSpPr>
              <p:spPr>
                <a:xfrm>
                  <a:off x="2197748" y="5289662"/>
                  <a:ext cx="2487136" cy="2353475"/>
                </a:xfrm>
                <a:custGeom>
                  <a:avLst/>
                  <a:gdLst>
                    <a:gd name="connsiteX0" fmla="*/ 0 w 799686"/>
                    <a:gd name="connsiteY0" fmla="*/ 0 h 708473"/>
                    <a:gd name="connsiteX1" fmla="*/ 799686 w 799686"/>
                    <a:gd name="connsiteY1" fmla="*/ 0 h 708473"/>
                    <a:gd name="connsiteX2" fmla="*/ 799686 w 799686"/>
                    <a:gd name="connsiteY2" fmla="*/ 708473 h 708473"/>
                    <a:gd name="connsiteX3" fmla="*/ 0 w 799686"/>
                    <a:gd name="connsiteY3" fmla="*/ 708473 h 708473"/>
                    <a:gd name="connsiteX4" fmla="*/ 0 w 799686"/>
                    <a:gd name="connsiteY4" fmla="*/ 0 h 708473"/>
                    <a:gd name="connsiteX0" fmla="*/ 0 w 799686"/>
                    <a:gd name="connsiteY0" fmla="*/ 0 h 1051373"/>
                    <a:gd name="connsiteX1" fmla="*/ 799686 w 799686"/>
                    <a:gd name="connsiteY1" fmla="*/ 0 h 1051373"/>
                    <a:gd name="connsiteX2" fmla="*/ 799686 w 799686"/>
                    <a:gd name="connsiteY2" fmla="*/ 708473 h 1051373"/>
                    <a:gd name="connsiteX3" fmla="*/ 88900 w 799686"/>
                    <a:gd name="connsiteY3" fmla="*/ 1051373 h 1051373"/>
                    <a:gd name="connsiteX4" fmla="*/ 0 w 799686"/>
                    <a:gd name="connsiteY4" fmla="*/ 0 h 1051373"/>
                    <a:gd name="connsiteX0" fmla="*/ 0 w 1269586"/>
                    <a:gd name="connsiteY0" fmla="*/ 0 h 1813373"/>
                    <a:gd name="connsiteX1" fmla="*/ 1269586 w 1269586"/>
                    <a:gd name="connsiteY1" fmla="*/ 762000 h 1813373"/>
                    <a:gd name="connsiteX2" fmla="*/ 1269586 w 1269586"/>
                    <a:gd name="connsiteY2" fmla="*/ 1470473 h 1813373"/>
                    <a:gd name="connsiteX3" fmla="*/ 558800 w 1269586"/>
                    <a:gd name="connsiteY3" fmla="*/ 1813373 h 1813373"/>
                    <a:gd name="connsiteX4" fmla="*/ 0 w 1269586"/>
                    <a:gd name="connsiteY4" fmla="*/ 0 h 18133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1269586 w 1320386"/>
                    <a:gd name="connsiteY2" fmla="*/ 1610173 h 1953073"/>
                    <a:gd name="connsiteX3" fmla="*/ 558800 w 1320386"/>
                    <a:gd name="connsiteY3" fmla="*/ 1953073 h 1953073"/>
                    <a:gd name="connsiteX4" fmla="*/ 0 w 1320386"/>
                    <a:gd name="connsiteY4" fmla="*/ 139700 h 19530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558800 w 1320386"/>
                    <a:gd name="connsiteY2" fmla="*/ 1953073 h 1953073"/>
                    <a:gd name="connsiteX3" fmla="*/ 0 w 1320386"/>
                    <a:gd name="connsiteY3" fmla="*/ 139700 h 1953073"/>
                    <a:gd name="connsiteX0" fmla="*/ 0 w 1589232"/>
                    <a:gd name="connsiteY0" fmla="*/ 139700 h 1953073"/>
                    <a:gd name="connsiteX1" fmla="*/ 1320386 w 1589232"/>
                    <a:gd name="connsiteY1" fmla="*/ 0 h 1953073"/>
                    <a:gd name="connsiteX2" fmla="*/ 558800 w 1589232"/>
                    <a:gd name="connsiteY2" fmla="*/ 1953073 h 1953073"/>
                    <a:gd name="connsiteX3" fmla="*/ 0 w 1589232"/>
                    <a:gd name="connsiteY3" fmla="*/ 139700 h 1953073"/>
                    <a:gd name="connsiteX0" fmla="*/ 499635 w 2088867"/>
                    <a:gd name="connsiteY0" fmla="*/ 139700 h 1953073"/>
                    <a:gd name="connsiteX1" fmla="*/ 1820021 w 2088867"/>
                    <a:gd name="connsiteY1" fmla="*/ 0 h 1953073"/>
                    <a:gd name="connsiteX2" fmla="*/ 1058435 w 2088867"/>
                    <a:gd name="connsiteY2" fmla="*/ 1953073 h 1953073"/>
                    <a:gd name="connsiteX3" fmla="*/ 499635 w 2088867"/>
                    <a:gd name="connsiteY3" fmla="*/ 139700 h 1953073"/>
                    <a:gd name="connsiteX0" fmla="*/ 520808 w 2110040"/>
                    <a:gd name="connsiteY0" fmla="*/ 139700 h 1953073"/>
                    <a:gd name="connsiteX1" fmla="*/ 1841194 w 2110040"/>
                    <a:gd name="connsiteY1" fmla="*/ 0 h 1953073"/>
                    <a:gd name="connsiteX2" fmla="*/ 1079608 w 2110040"/>
                    <a:gd name="connsiteY2" fmla="*/ 1953073 h 1953073"/>
                    <a:gd name="connsiteX3" fmla="*/ 520808 w 2110040"/>
                    <a:gd name="connsiteY3" fmla="*/ 139700 h 1953073"/>
                    <a:gd name="connsiteX0" fmla="*/ 356377 w 1945609"/>
                    <a:gd name="connsiteY0" fmla="*/ 139700 h 1953073"/>
                    <a:gd name="connsiteX1" fmla="*/ 1676763 w 1945609"/>
                    <a:gd name="connsiteY1" fmla="*/ 0 h 1953073"/>
                    <a:gd name="connsiteX2" fmla="*/ 915177 w 1945609"/>
                    <a:gd name="connsiteY2" fmla="*/ 1953073 h 1953073"/>
                    <a:gd name="connsiteX3" fmla="*/ 356377 w 1945609"/>
                    <a:gd name="connsiteY3" fmla="*/ 139700 h 1953073"/>
                    <a:gd name="connsiteX0" fmla="*/ 421865 w 2011097"/>
                    <a:gd name="connsiteY0" fmla="*/ 139700 h 1953073"/>
                    <a:gd name="connsiteX1" fmla="*/ 1742251 w 2011097"/>
                    <a:gd name="connsiteY1" fmla="*/ 0 h 1953073"/>
                    <a:gd name="connsiteX2" fmla="*/ 980665 w 2011097"/>
                    <a:gd name="connsiteY2" fmla="*/ 1953073 h 1953073"/>
                    <a:gd name="connsiteX3" fmla="*/ 421865 w 2011097"/>
                    <a:gd name="connsiteY3" fmla="*/ 139700 h 1953073"/>
                    <a:gd name="connsiteX0" fmla="*/ 432822 w 2022054"/>
                    <a:gd name="connsiteY0" fmla="*/ 139700 h 1953073"/>
                    <a:gd name="connsiteX1" fmla="*/ 1753208 w 2022054"/>
                    <a:gd name="connsiteY1" fmla="*/ 0 h 1953073"/>
                    <a:gd name="connsiteX2" fmla="*/ 991622 w 2022054"/>
                    <a:gd name="connsiteY2" fmla="*/ 1953073 h 1953073"/>
                    <a:gd name="connsiteX3" fmla="*/ 432822 w 2022054"/>
                    <a:gd name="connsiteY3" fmla="*/ 139700 h 1953073"/>
                    <a:gd name="connsiteX0" fmla="*/ 384320 w 2049752"/>
                    <a:gd name="connsiteY0" fmla="*/ 63500 h 1953073"/>
                    <a:gd name="connsiteX1" fmla="*/ 1780906 w 2049752"/>
                    <a:gd name="connsiteY1" fmla="*/ 0 h 1953073"/>
                    <a:gd name="connsiteX2" fmla="*/ 1019320 w 2049752"/>
                    <a:gd name="connsiteY2" fmla="*/ 1953073 h 1953073"/>
                    <a:gd name="connsiteX3" fmla="*/ 384320 w 2049752"/>
                    <a:gd name="connsiteY3" fmla="*/ 63500 h 1953073"/>
                    <a:gd name="connsiteX0" fmla="*/ 384320 w 2069519"/>
                    <a:gd name="connsiteY0" fmla="*/ 88900 h 1978473"/>
                    <a:gd name="connsiteX1" fmla="*/ 1831706 w 2069519"/>
                    <a:gd name="connsiteY1" fmla="*/ 0 h 1978473"/>
                    <a:gd name="connsiteX2" fmla="*/ 1019320 w 2069519"/>
                    <a:gd name="connsiteY2" fmla="*/ 1978473 h 1978473"/>
                    <a:gd name="connsiteX3" fmla="*/ 384320 w 2069519"/>
                    <a:gd name="connsiteY3" fmla="*/ 88900 h 1978473"/>
                    <a:gd name="connsiteX0" fmla="*/ 384320 w 2090836"/>
                    <a:gd name="connsiteY0" fmla="*/ 88900 h 1978473"/>
                    <a:gd name="connsiteX1" fmla="*/ 1831706 w 2090836"/>
                    <a:gd name="connsiteY1" fmla="*/ 0 h 1978473"/>
                    <a:gd name="connsiteX2" fmla="*/ 1019320 w 2090836"/>
                    <a:gd name="connsiteY2" fmla="*/ 1978473 h 1978473"/>
                    <a:gd name="connsiteX3" fmla="*/ 384320 w 2090836"/>
                    <a:gd name="connsiteY3" fmla="*/ 88900 h 1978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0836" h="1978473">
                      <a:moveTo>
                        <a:pt x="384320" y="88900"/>
                      </a:moveTo>
                      <a:lnTo>
                        <a:pt x="1831706" y="0"/>
                      </a:lnTo>
                      <a:cubicBezTo>
                        <a:pt x="1577844" y="651024"/>
                        <a:pt x="3000382" y="1276649"/>
                        <a:pt x="1019320" y="1978473"/>
                      </a:cubicBezTo>
                      <a:cubicBezTo>
                        <a:pt x="-894147" y="1386715"/>
                        <a:pt x="494387" y="363158"/>
                        <a:pt x="384320" y="88900"/>
                      </a:cubicBezTo>
                      <a:close/>
                    </a:path>
                  </a:pathLst>
                </a:custGeom>
                <a:solidFill>
                  <a:srgbClr val="F8ED3B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71703C95-16E3-C148-6173-A48BAEAE1C0F}"/>
                    </a:ext>
                  </a:extLst>
                </p:cNvPr>
                <p:cNvSpPr/>
                <p:nvPr/>
              </p:nvSpPr>
              <p:spPr>
                <a:xfrm>
                  <a:off x="2197748" y="6180733"/>
                  <a:ext cx="2487136" cy="870335"/>
                </a:xfrm>
                <a:custGeom>
                  <a:avLst/>
                  <a:gdLst>
                    <a:gd name="connsiteX0" fmla="*/ 85313 w 2090836"/>
                    <a:gd name="connsiteY0" fmla="*/ 0 h 731656"/>
                    <a:gd name="connsiteX1" fmla="*/ 103638 w 2090836"/>
                    <a:gd name="connsiteY1" fmla="*/ 13227 h 731656"/>
                    <a:gd name="connsiteX2" fmla="*/ 1901708 w 2090836"/>
                    <a:gd name="connsiteY2" fmla="*/ 98568 h 731656"/>
                    <a:gd name="connsiteX3" fmla="*/ 2012822 w 2090836"/>
                    <a:gd name="connsiteY3" fmla="*/ 45877 h 731656"/>
                    <a:gd name="connsiteX4" fmla="*/ 2035732 w 2090836"/>
                    <a:gd name="connsiteY4" fmla="*/ 101169 h 731656"/>
                    <a:gd name="connsiteX5" fmla="*/ 2089158 w 2090836"/>
                    <a:gd name="connsiteY5" fmla="*/ 406818 h 731656"/>
                    <a:gd name="connsiteX6" fmla="*/ 2082082 w 2090836"/>
                    <a:gd name="connsiteY6" fmla="*/ 454530 h 731656"/>
                    <a:gd name="connsiteX7" fmla="*/ 2061872 w 2090836"/>
                    <a:gd name="connsiteY7" fmla="*/ 462605 h 731656"/>
                    <a:gd name="connsiteX8" fmla="*/ 100105 w 2090836"/>
                    <a:gd name="connsiteY8" fmla="*/ 467357 h 731656"/>
                    <a:gd name="connsiteX9" fmla="*/ 3394 w 2090836"/>
                    <a:gd name="connsiteY9" fmla="*/ 410264 h 731656"/>
                    <a:gd name="connsiteX10" fmla="*/ 293 w 2090836"/>
                    <a:gd name="connsiteY10" fmla="*/ 375443 h 731656"/>
                    <a:gd name="connsiteX11" fmla="*/ 70262 w 2090836"/>
                    <a:gd name="connsiteY11" fmla="*/ 32997 h 731656"/>
                    <a:gd name="connsiteX12" fmla="*/ 85313 w 2090836"/>
                    <a:gd name="connsiteY12" fmla="*/ 0 h 731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90836" h="731656">
                      <a:moveTo>
                        <a:pt x="85313" y="0"/>
                      </a:moveTo>
                      <a:lnTo>
                        <a:pt x="103638" y="13227"/>
                      </a:lnTo>
                      <a:cubicBezTo>
                        <a:pt x="624258" y="359537"/>
                        <a:pt x="1237831" y="390353"/>
                        <a:pt x="1901708" y="98568"/>
                      </a:cubicBezTo>
                      <a:lnTo>
                        <a:pt x="2012822" y="45877"/>
                      </a:lnTo>
                      <a:lnTo>
                        <a:pt x="2035732" y="101169"/>
                      </a:lnTo>
                      <a:cubicBezTo>
                        <a:pt x="2073333" y="202458"/>
                        <a:pt x="2097601" y="304211"/>
                        <a:pt x="2089158" y="406818"/>
                      </a:cubicBezTo>
                      <a:lnTo>
                        <a:pt x="2082082" y="454530"/>
                      </a:lnTo>
                      <a:lnTo>
                        <a:pt x="2061872" y="462605"/>
                      </a:lnTo>
                      <a:cubicBezTo>
                        <a:pt x="1621195" y="644809"/>
                        <a:pt x="981489" y="961521"/>
                        <a:pt x="100105" y="467357"/>
                      </a:cubicBezTo>
                      <a:lnTo>
                        <a:pt x="3394" y="410264"/>
                      </a:lnTo>
                      <a:lnTo>
                        <a:pt x="293" y="375443"/>
                      </a:lnTo>
                      <a:cubicBezTo>
                        <a:pt x="-3282" y="258620"/>
                        <a:pt x="26146" y="142970"/>
                        <a:pt x="70262" y="32997"/>
                      </a:cubicBezTo>
                      <a:lnTo>
                        <a:pt x="85313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6FCD74C9-3C1E-9905-B8F7-5B35D1018661}"/>
                  </a:ext>
                </a:extLst>
              </p:cNvPr>
              <p:cNvGrpSpPr/>
              <p:nvPr/>
            </p:nvGrpSpPr>
            <p:grpSpPr>
              <a:xfrm rot="18237131" flipH="1">
                <a:off x="4072573" y="3748414"/>
                <a:ext cx="1434170" cy="1821427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43B07106-021A-D3EA-F59C-9C5625146C69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08467302-C844-4BC6-C011-6C3DE24543A0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067297CF-8E90-6036-9DA5-B99E52B1BE94}"/>
                  </a:ext>
                </a:extLst>
              </p:cNvPr>
              <p:cNvGrpSpPr/>
              <p:nvPr/>
            </p:nvGrpSpPr>
            <p:grpSpPr>
              <a:xfrm rot="2251720">
                <a:off x="1390666" y="3797659"/>
                <a:ext cx="1434170" cy="1821427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11" name="Oval 110">
                  <a:extLst>
                    <a:ext uri="{FF2B5EF4-FFF2-40B4-BE49-F238E27FC236}">
                      <a16:creationId xmlns:a16="http://schemas.microsoft.com/office/drawing/2014/main" id="{85886F00-9D9B-C402-476B-641E6CB81CD9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428B5798-4006-2B63-8195-E5F7CCFB136F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03DD638B-74C2-2F4B-99F2-BE7EEAC97473}"/>
                  </a:ext>
                </a:extLst>
              </p:cNvPr>
              <p:cNvGrpSpPr/>
              <p:nvPr/>
            </p:nvGrpSpPr>
            <p:grpSpPr>
              <a:xfrm>
                <a:off x="1716721" y="4342499"/>
                <a:ext cx="3573875" cy="3076627"/>
                <a:chOff x="1583316" y="3140485"/>
                <a:chExt cx="3573875" cy="3076627"/>
              </a:xfrm>
            </p:grpSpPr>
            <p:sp>
              <p:nvSpPr>
                <p:cNvPr id="94" name="Rectangle 8">
                  <a:extLst>
                    <a:ext uri="{FF2B5EF4-FFF2-40B4-BE49-F238E27FC236}">
                      <a16:creationId xmlns:a16="http://schemas.microsoft.com/office/drawing/2014/main" id="{634E1943-2CB0-FF77-6D16-FC711C72F6E3}"/>
                    </a:ext>
                  </a:extLst>
                </p:cNvPr>
                <p:cNvSpPr/>
                <p:nvPr/>
              </p:nvSpPr>
              <p:spPr>
                <a:xfrm>
                  <a:off x="1583316" y="3140485"/>
                  <a:ext cx="3573875" cy="3076627"/>
                </a:xfrm>
                <a:custGeom>
                  <a:avLst/>
                  <a:gdLst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2057400 w 2057400"/>
                    <a:gd name="connsiteY2" fmla="*/ 647700 h 647700"/>
                    <a:gd name="connsiteX3" fmla="*/ 0 w 2057400"/>
                    <a:gd name="connsiteY3" fmla="*/ 647700 h 647700"/>
                    <a:gd name="connsiteX4" fmla="*/ 0 w 2057400"/>
                    <a:gd name="connsiteY4" fmla="*/ 0 h 647700"/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0 w 2057400"/>
                    <a:gd name="connsiteY2" fmla="*/ 647700 h 647700"/>
                    <a:gd name="connsiteX3" fmla="*/ 0 w 2057400"/>
                    <a:gd name="connsiteY3" fmla="*/ 0 h 647700"/>
                    <a:gd name="connsiteX0" fmla="*/ 0 w 2222500"/>
                    <a:gd name="connsiteY0" fmla="*/ 0 h 647700"/>
                    <a:gd name="connsiteX1" fmla="*/ 2222500 w 2222500"/>
                    <a:gd name="connsiteY1" fmla="*/ 482600 h 647700"/>
                    <a:gd name="connsiteX2" fmla="*/ 0 w 2222500"/>
                    <a:gd name="connsiteY2" fmla="*/ 647700 h 647700"/>
                    <a:gd name="connsiteX3" fmla="*/ 0 w 2222500"/>
                    <a:gd name="connsiteY3" fmla="*/ 0 h 647700"/>
                    <a:gd name="connsiteX0" fmla="*/ 0 w 2222500"/>
                    <a:gd name="connsiteY0" fmla="*/ 0 h 840315"/>
                    <a:gd name="connsiteX1" fmla="*/ 2222500 w 2222500"/>
                    <a:gd name="connsiteY1" fmla="*/ 482600 h 840315"/>
                    <a:gd name="connsiteX2" fmla="*/ 0 w 2222500"/>
                    <a:gd name="connsiteY2" fmla="*/ 647700 h 840315"/>
                    <a:gd name="connsiteX3" fmla="*/ 0 w 2222500"/>
                    <a:gd name="connsiteY3" fmla="*/ 0 h 840315"/>
                    <a:gd name="connsiteX0" fmla="*/ 723900 w 2946400"/>
                    <a:gd name="connsiteY0" fmla="*/ 0 h 824792"/>
                    <a:gd name="connsiteX1" fmla="*/ 2946400 w 2946400"/>
                    <a:gd name="connsiteY1" fmla="*/ 482600 h 824792"/>
                    <a:gd name="connsiteX2" fmla="*/ 0 w 2946400"/>
                    <a:gd name="connsiteY2" fmla="*/ 596900 h 824792"/>
                    <a:gd name="connsiteX3" fmla="*/ 723900 w 2946400"/>
                    <a:gd name="connsiteY3" fmla="*/ 0 h 824792"/>
                    <a:gd name="connsiteX0" fmla="*/ 723900 w 2946400"/>
                    <a:gd name="connsiteY0" fmla="*/ 0 h 1205947"/>
                    <a:gd name="connsiteX1" fmla="*/ 2946400 w 2946400"/>
                    <a:gd name="connsiteY1" fmla="*/ 482600 h 1205947"/>
                    <a:gd name="connsiteX2" fmla="*/ 0 w 2946400"/>
                    <a:gd name="connsiteY2" fmla="*/ 596900 h 1205947"/>
                    <a:gd name="connsiteX3" fmla="*/ 723900 w 2946400"/>
                    <a:gd name="connsiteY3" fmla="*/ 0 h 1205947"/>
                    <a:gd name="connsiteX0" fmla="*/ 723900 w 2946423"/>
                    <a:gd name="connsiteY0" fmla="*/ 0 h 1218081"/>
                    <a:gd name="connsiteX1" fmla="*/ 2946400 w 2946423"/>
                    <a:gd name="connsiteY1" fmla="*/ 482600 h 1218081"/>
                    <a:gd name="connsiteX2" fmla="*/ 0 w 2946423"/>
                    <a:gd name="connsiteY2" fmla="*/ 596900 h 1218081"/>
                    <a:gd name="connsiteX3" fmla="*/ 723900 w 2946423"/>
                    <a:gd name="connsiteY3" fmla="*/ 0 h 1218081"/>
                    <a:gd name="connsiteX0" fmla="*/ 0 w 2946423"/>
                    <a:gd name="connsiteY0" fmla="*/ 114300 h 735481"/>
                    <a:gd name="connsiteX1" fmla="*/ 2946400 w 2946423"/>
                    <a:gd name="connsiteY1" fmla="*/ 0 h 735481"/>
                    <a:gd name="connsiteX2" fmla="*/ 0 w 2946423"/>
                    <a:gd name="connsiteY2" fmla="*/ 114300 h 735481"/>
                    <a:gd name="connsiteX0" fmla="*/ 27 w 2946450"/>
                    <a:gd name="connsiteY0" fmla="*/ 1545489 h 2166670"/>
                    <a:gd name="connsiteX1" fmla="*/ 2946427 w 2946450"/>
                    <a:gd name="connsiteY1" fmla="*/ 1431189 h 2166670"/>
                    <a:gd name="connsiteX2" fmla="*/ 27 w 2946450"/>
                    <a:gd name="connsiteY2" fmla="*/ 1545489 h 2166670"/>
                    <a:gd name="connsiteX0" fmla="*/ 16 w 3015713"/>
                    <a:gd name="connsiteY0" fmla="*/ 2044822 h 2666003"/>
                    <a:gd name="connsiteX1" fmla="*/ 2946416 w 3015713"/>
                    <a:gd name="connsiteY1" fmla="*/ 1930522 h 2666003"/>
                    <a:gd name="connsiteX2" fmla="*/ 16 w 3015713"/>
                    <a:gd name="connsiteY2" fmla="*/ 2044822 h 2666003"/>
                    <a:gd name="connsiteX0" fmla="*/ 11809 w 3023631"/>
                    <a:gd name="connsiteY0" fmla="*/ 1918700 h 2539881"/>
                    <a:gd name="connsiteX1" fmla="*/ 2958209 w 3023631"/>
                    <a:gd name="connsiteY1" fmla="*/ 1804400 h 2539881"/>
                    <a:gd name="connsiteX2" fmla="*/ 11809 w 3023631"/>
                    <a:gd name="connsiteY2" fmla="*/ 1918700 h 2539881"/>
                    <a:gd name="connsiteX0" fmla="*/ 11589 w 3038485"/>
                    <a:gd name="connsiteY0" fmla="*/ 1978139 h 2599320"/>
                    <a:gd name="connsiteX1" fmla="*/ 2957989 w 3038485"/>
                    <a:gd name="connsiteY1" fmla="*/ 1863839 h 2599320"/>
                    <a:gd name="connsiteX2" fmla="*/ 11589 w 3038485"/>
                    <a:gd name="connsiteY2" fmla="*/ 1978139 h 2599320"/>
                    <a:gd name="connsiteX0" fmla="*/ 11480 w 3075773"/>
                    <a:gd name="connsiteY0" fmla="*/ 1978139 h 2599320"/>
                    <a:gd name="connsiteX1" fmla="*/ 2995980 w 3075773"/>
                    <a:gd name="connsiteY1" fmla="*/ 1863839 h 2599320"/>
                    <a:gd name="connsiteX2" fmla="*/ 11480 w 3075773"/>
                    <a:gd name="connsiteY2" fmla="*/ 1978139 h 2599320"/>
                    <a:gd name="connsiteX0" fmla="*/ 12565 w 3018177"/>
                    <a:gd name="connsiteY0" fmla="*/ 1973844 h 2595025"/>
                    <a:gd name="connsiteX1" fmla="*/ 2997065 w 3018177"/>
                    <a:gd name="connsiteY1" fmla="*/ 1859544 h 2595025"/>
                    <a:gd name="connsiteX2" fmla="*/ 12565 w 3018177"/>
                    <a:gd name="connsiteY2" fmla="*/ 1973844 h 2595025"/>
                    <a:gd name="connsiteX0" fmla="*/ 12524 w 3019686"/>
                    <a:gd name="connsiteY0" fmla="*/ 2087884 h 2709065"/>
                    <a:gd name="connsiteX1" fmla="*/ 2997024 w 3019686"/>
                    <a:gd name="connsiteY1" fmla="*/ 1973584 h 2709065"/>
                    <a:gd name="connsiteX2" fmla="*/ 12524 w 3019686"/>
                    <a:gd name="connsiteY2" fmla="*/ 2087884 h 2709065"/>
                    <a:gd name="connsiteX0" fmla="*/ 11347 w 3018584"/>
                    <a:gd name="connsiteY0" fmla="*/ 1949183 h 2570364"/>
                    <a:gd name="connsiteX1" fmla="*/ 2995847 w 3018584"/>
                    <a:gd name="connsiteY1" fmla="*/ 1834883 h 2570364"/>
                    <a:gd name="connsiteX2" fmla="*/ 11347 w 3018584"/>
                    <a:gd name="connsiteY2" fmla="*/ 1949183 h 2570364"/>
                    <a:gd name="connsiteX0" fmla="*/ 11415 w 2996562"/>
                    <a:gd name="connsiteY0" fmla="*/ 1949183 h 2570364"/>
                    <a:gd name="connsiteX1" fmla="*/ 2973690 w 2996562"/>
                    <a:gd name="connsiteY1" fmla="*/ 1834883 h 2570364"/>
                    <a:gd name="connsiteX2" fmla="*/ 11415 w 2996562"/>
                    <a:gd name="connsiteY2" fmla="*/ 1949183 h 2570364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54 w 2983978"/>
                    <a:gd name="connsiteY0" fmla="*/ 1924976 h 2585410"/>
                    <a:gd name="connsiteX1" fmla="*/ 2961029 w 2983978"/>
                    <a:gd name="connsiteY1" fmla="*/ 1861476 h 2585410"/>
                    <a:gd name="connsiteX2" fmla="*/ 11454 w 2983978"/>
                    <a:gd name="connsiteY2" fmla="*/ 1924976 h 2585410"/>
                    <a:gd name="connsiteX0" fmla="*/ 11454 w 2983978"/>
                    <a:gd name="connsiteY0" fmla="*/ 1924976 h 2619551"/>
                    <a:gd name="connsiteX1" fmla="*/ 2961029 w 2983978"/>
                    <a:gd name="connsiteY1" fmla="*/ 1861476 h 2619551"/>
                    <a:gd name="connsiteX2" fmla="*/ 11454 w 2983978"/>
                    <a:gd name="connsiteY2" fmla="*/ 1924976 h 2619551"/>
                    <a:gd name="connsiteX0" fmla="*/ 18254 w 2990383"/>
                    <a:gd name="connsiteY0" fmla="*/ 1924976 h 2619551"/>
                    <a:gd name="connsiteX1" fmla="*/ 2967829 w 2990383"/>
                    <a:gd name="connsiteY1" fmla="*/ 1861476 h 2619551"/>
                    <a:gd name="connsiteX2" fmla="*/ 18254 w 2990383"/>
                    <a:gd name="connsiteY2" fmla="*/ 1924976 h 2619551"/>
                    <a:gd name="connsiteX0" fmla="*/ 32932 w 3004414"/>
                    <a:gd name="connsiteY0" fmla="*/ 1891823 h 2586398"/>
                    <a:gd name="connsiteX1" fmla="*/ 2982507 w 3004414"/>
                    <a:gd name="connsiteY1" fmla="*/ 1828323 h 2586398"/>
                    <a:gd name="connsiteX2" fmla="*/ 32932 w 3004414"/>
                    <a:gd name="connsiteY2" fmla="*/ 1891823 h 2586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04414" h="2586398">
                      <a:moveTo>
                        <a:pt x="32932" y="1891823"/>
                      </a:moveTo>
                      <a:cubicBezTo>
                        <a:pt x="-385110" y="-791052"/>
                        <a:pt x="3321174" y="-444977"/>
                        <a:pt x="2982507" y="1828323"/>
                      </a:cubicBezTo>
                      <a:cubicBezTo>
                        <a:pt x="2990974" y="2594556"/>
                        <a:pt x="430865" y="3030590"/>
                        <a:pt x="32932" y="1891823"/>
                      </a:cubicBezTo>
                      <a:close/>
                    </a:path>
                  </a:pathLst>
                </a:custGeom>
                <a:solidFill>
                  <a:srgbClr val="F8ED3B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Arc 95">
                  <a:extLst>
                    <a:ext uri="{FF2B5EF4-FFF2-40B4-BE49-F238E27FC236}">
                      <a16:creationId xmlns:a16="http://schemas.microsoft.com/office/drawing/2014/main" id="{59DDB719-C4E9-683A-2B07-87D4E58A72C5}"/>
                    </a:ext>
                  </a:extLst>
                </p:cNvPr>
                <p:cNvSpPr/>
                <p:nvPr/>
              </p:nvSpPr>
              <p:spPr>
                <a:xfrm rot="9634460">
                  <a:off x="3151578" y="5059982"/>
                  <a:ext cx="303962" cy="275084"/>
                </a:xfrm>
                <a:prstGeom prst="arc">
                  <a:avLst>
                    <a:gd name="adj1" fmla="val 12939651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BD5579B-D939-4E9B-4AA4-0CF72C57848D}"/>
                    </a:ext>
                  </a:extLst>
                </p:cNvPr>
                <p:cNvGrpSpPr/>
                <p:nvPr/>
              </p:nvGrpSpPr>
              <p:grpSpPr>
                <a:xfrm rot="10473855" flipH="1">
                  <a:off x="3992823" y="4376330"/>
                  <a:ext cx="563582" cy="341024"/>
                  <a:chOff x="7918336" y="2107505"/>
                  <a:chExt cx="563582" cy="341024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544CD3CE-1B83-B134-C60F-7B0D8C0EBF6A}"/>
                      </a:ext>
                    </a:extLst>
                  </p:cNvPr>
                  <p:cNvSpPr/>
                  <p:nvPr/>
                </p:nvSpPr>
                <p:spPr>
                  <a:xfrm rot="1407024">
                    <a:off x="7918336" y="2107505"/>
                    <a:ext cx="456018" cy="341024"/>
                  </a:xfrm>
                  <a:custGeom>
                    <a:avLst/>
                    <a:gdLst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65791 w 685477"/>
                      <a:gd name="connsiteY6" fmla="*/ 68160 h 512620"/>
                      <a:gd name="connsiteX7" fmla="*/ 409986 w 685477"/>
                      <a:gd name="connsiteY7" fmla="*/ 69908 h 512620"/>
                      <a:gd name="connsiteX8" fmla="*/ 3412 w 685477"/>
                      <a:gd name="connsiteY8" fmla="*/ 512620 h 512620"/>
                      <a:gd name="connsiteX9" fmla="*/ 401872 w 685477"/>
                      <a:gd name="connsiteY9" fmla="*/ 3412 h 512620"/>
                      <a:gd name="connsiteX10" fmla="*/ 494461 w 685477"/>
                      <a:gd name="connsiteY10" fmla="*/ 1472 h 512620"/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09986 w 685477"/>
                      <a:gd name="connsiteY6" fmla="*/ 69908 h 512620"/>
                      <a:gd name="connsiteX7" fmla="*/ 3412 w 685477"/>
                      <a:gd name="connsiteY7" fmla="*/ 512620 h 512620"/>
                      <a:gd name="connsiteX8" fmla="*/ 401872 w 685477"/>
                      <a:gd name="connsiteY8" fmla="*/ 3412 h 512620"/>
                      <a:gd name="connsiteX9" fmla="*/ 494461 w 685477"/>
                      <a:gd name="connsiteY9" fmla="*/ 1472 h 51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85477" h="512620">
                        <a:moveTo>
                          <a:pt x="494461" y="1472"/>
                        </a:moveTo>
                        <a:cubicBezTo>
                          <a:pt x="555023" y="6354"/>
                          <a:pt x="612803" y="23229"/>
                          <a:pt x="665072" y="49959"/>
                        </a:cubicBezTo>
                        <a:lnTo>
                          <a:pt x="685477" y="62993"/>
                        </a:lnTo>
                        <a:lnTo>
                          <a:pt x="675687" y="59992"/>
                        </a:lnTo>
                        <a:cubicBezTo>
                          <a:pt x="647525" y="54575"/>
                          <a:pt x="616562" y="51580"/>
                          <a:pt x="584061" y="51580"/>
                        </a:cubicBezTo>
                        <a:cubicBezTo>
                          <a:pt x="551560" y="51580"/>
                          <a:pt x="520597" y="54575"/>
                          <a:pt x="492435" y="59992"/>
                        </a:cubicBezTo>
                        <a:lnTo>
                          <a:pt x="409986" y="69908"/>
                        </a:lnTo>
                        <a:cubicBezTo>
                          <a:pt x="184061" y="97474"/>
                          <a:pt x="11686" y="285170"/>
                          <a:pt x="3412" y="512620"/>
                        </a:cubicBezTo>
                        <a:cubicBezTo>
                          <a:pt x="-27171" y="261974"/>
                          <a:pt x="151226" y="33994"/>
                          <a:pt x="401872" y="3412"/>
                        </a:cubicBezTo>
                        <a:cubicBezTo>
                          <a:pt x="433203" y="-411"/>
                          <a:pt x="464179" y="-969"/>
                          <a:pt x="494461" y="1472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077FA2AE-16B4-E5D0-A30A-2B39A2A5E48F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171278" y="211239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" name="Freeform: Shape 108">
                    <a:extLst>
                      <a:ext uri="{FF2B5EF4-FFF2-40B4-BE49-F238E27FC236}">
                        <a16:creationId xmlns:a16="http://schemas.microsoft.com/office/drawing/2014/main" id="{3F7E2F24-D221-8475-9CE2-CD4E93F16B38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280422" y="215367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" name="Freeform: Shape 109">
                    <a:extLst>
                      <a:ext uri="{FF2B5EF4-FFF2-40B4-BE49-F238E27FC236}">
                        <a16:creationId xmlns:a16="http://schemas.microsoft.com/office/drawing/2014/main" id="{E48B7A15-13D1-0D8E-C8C8-8459437D8621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364837" y="2208717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00" name="Group 99">
                  <a:extLst>
                    <a:ext uri="{FF2B5EF4-FFF2-40B4-BE49-F238E27FC236}">
                      <a16:creationId xmlns:a16="http://schemas.microsoft.com/office/drawing/2014/main" id="{23D2B961-8C1C-2684-E721-99411EC4012D}"/>
                    </a:ext>
                  </a:extLst>
                </p:cNvPr>
                <p:cNvGrpSpPr/>
                <p:nvPr/>
              </p:nvGrpSpPr>
              <p:grpSpPr>
                <a:xfrm rot="10800000">
                  <a:off x="2147864" y="4363942"/>
                  <a:ext cx="563582" cy="341024"/>
                  <a:chOff x="7918336" y="2107505"/>
                  <a:chExt cx="563582" cy="341024"/>
                </a:xfrm>
              </p:grpSpPr>
              <p:sp>
                <p:nvSpPr>
                  <p:cNvPr id="103" name="Freeform: Shape 102">
                    <a:extLst>
                      <a:ext uri="{FF2B5EF4-FFF2-40B4-BE49-F238E27FC236}">
                        <a16:creationId xmlns:a16="http://schemas.microsoft.com/office/drawing/2014/main" id="{C63870FC-3EA6-EFAE-FA5E-223F33C75471}"/>
                      </a:ext>
                    </a:extLst>
                  </p:cNvPr>
                  <p:cNvSpPr/>
                  <p:nvPr/>
                </p:nvSpPr>
                <p:spPr>
                  <a:xfrm rot="1407024">
                    <a:off x="7918336" y="2107505"/>
                    <a:ext cx="456018" cy="341024"/>
                  </a:xfrm>
                  <a:custGeom>
                    <a:avLst/>
                    <a:gdLst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65791 w 685477"/>
                      <a:gd name="connsiteY6" fmla="*/ 68160 h 512620"/>
                      <a:gd name="connsiteX7" fmla="*/ 409986 w 685477"/>
                      <a:gd name="connsiteY7" fmla="*/ 69908 h 512620"/>
                      <a:gd name="connsiteX8" fmla="*/ 3412 w 685477"/>
                      <a:gd name="connsiteY8" fmla="*/ 512620 h 512620"/>
                      <a:gd name="connsiteX9" fmla="*/ 401872 w 685477"/>
                      <a:gd name="connsiteY9" fmla="*/ 3412 h 512620"/>
                      <a:gd name="connsiteX10" fmla="*/ 494461 w 685477"/>
                      <a:gd name="connsiteY10" fmla="*/ 1472 h 512620"/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09986 w 685477"/>
                      <a:gd name="connsiteY6" fmla="*/ 69908 h 512620"/>
                      <a:gd name="connsiteX7" fmla="*/ 3412 w 685477"/>
                      <a:gd name="connsiteY7" fmla="*/ 512620 h 512620"/>
                      <a:gd name="connsiteX8" fmla="*/ 401872 w 685477"/>
                      <a:gd name="connsiteY8" fmla="*/ 3412 h 512620"/>
                      <a:gd name="connsiteX9" fmla="*/ 494461 w 685477"/>
                      <a:gd name="connsiteY9" fmla="*/ 1472 h 51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85477" h="512620">
                        <a:moveTo>
                          <a:pt x="494461" y="1472"/>
                        </a:moveTo>
                        <a:cubicBezTo>
                          <a:pt x="555023" y="6354"/>
                          <a:pt x="612803" y="23229"/>
                          <a:pt x="665072" y="49959"/>
                        </a:cubicBezTo>
                        <a:lnTo>
                          <a:pt x="685477" y="62993"/>
                        </a:lnTo>
                        <a:lnTo>
                          <a:pt x="675687" y="59992"/>
                        </a:lnTo>
                        <a:cubicBezTo>
                          <a:pt x="647525" y="54575"/>
                          <a:pt x="616562" y="51580"/>
                          <a:pt x="584061" y="51580"/>
                        </a:cubicBezTo>
                        <a:cubicBezTo>
                          <a:pt x="551560" y="51580"/>
                          <a:pt x="520597" y="54575"/>
                          <a:pt x="492435" y="59992"/>
                        </a:cubicBezTo>
                        <a:lnTo>
                          <a:pt x="409986" y="69908"/>
                        </a:lnTo>
                        <a:cubicBezTo>
                          <a:pt x="184061" y="97474"/>
                          <a:pt x="11686" y="285170"/>
                          <a:pt x="3412" y="512620"/>
                        </a:cubicBezTo>
                        <a:cubicBezTo>
                          <a:pt x="-27171" y="261974"/>
                          <a:pt x="151226" y="33994"/>
                          <a:pt x="401872" y="3412"/>
                        </a:cubicBezTo>
                        <a:cubicBezTo>
                          <a:pt x="433203" y="-411"/>
                          <a:pt x="464179" y="-969"/>
                          <a:pt x="494461" y="1472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4" name="Freeform: Shape 103">
                    <a:extLst>
                      <a:ext uri="{FF2B5EF4-FFF2-40B4-BE49-F238E27FC236}">
                        <a16:creationId xmlns:a16="http://schemas.microsoft.com/office/drawing/2014/main" id="{D5B9B1EE-6849-47B6-419C-8A9047F30B25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171278" y="211239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5" name="Freeform: Shape 104">
                    <a:extLst>
                      <a:ext uri="{FF2B5EF4-FFF2-40B4-BE49-F238E27FC236}">
                        <a16:creationId xmlns:a16="http://schemas.microsoft.com/office/drawing/2014/main" id="{E2951C7A-81C7-BE7D-E75E-F89870F64187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280422" y="215367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6" name="Freeform: Shape 105">
                    <a:extLst>
                      <a:ext uri="{FF2B5EF4-FFF2-40B4-BE49-F238E27FC236}">
                        <a16:creationId xmlns:a16="http://schemas.microsoft.com/office/drawing/2014/main" id="{4716CA96-79D8-A09F-FB8A-CA17B74F531A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364837" y="2208717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2C3F1C38-C70C-0BDC-8763-1FC64B7F6BA4}"/>
                </a:ext>
              </a:extLst>
            </p:cNvPr>
            <p:cNvSpPr/>
            <p:nvPr/>
          </p:nvSpPr>
          <p:spPr>
            <a:xfrm>
              <a:off x="2039255" y="3970135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BDC6692-284A-2488-A750-6F0F75AF9186}"/>
                </a:ext>
              </a:extLst>
            </p:cNvPr>
            <p:cNvSpPr/>
            <p:nvPr/>
          </p:nvSpPr>
          <p:spPr>
            <a:xfrm flipH="1">
              <a:off x="3659473" y="3985562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E07CEB5-A5A1-EEA9-ABC3-CA98D446F078}"/>
              </a:ext>
            </a:extLst>
          </p:cNvPr>
          <p:cNvGrpSpPr/>
          <p:nvPr/>
        </p:nvGrpSpPr>
        <p:grpSpPr>
          <a:xfrm>
            <a:off x="5727610" y="1931741"/>
            <a:ext cx="4309705" cy="4914258"/>
            <a:chOff x="1390666" y="2504868"/>
            <a:chExt cx="4309705" cy="4914258"/>
          </a:xfrm>
          <a:solidFill>
            <a:schemeClr val="bg1"/>
          </a:solidFill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2BD60F5-1D01-917D-A74E-6EB330928C62}"/>
                </a:ext>
              </a:extLst>
            </p:cNvPr>
            <p:cNvGrpSpPr/>
            <p:nvPr/>
          </p:nvGrpSpPr>
          <p:grpSpPr>
            <a:xfrm>
              <a:off x="1390666" y="2504868"/>
              <a:ext cx="4309705" cy="4914258"/>
              <a:chOff x="1390666" y="2504868"/>
              <a:chExt cx="4309705" cy="4914258"/>
            </a:xfrm>
            <a:grpFill/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A6723082-15A7-8EF2-B10C-B3B1ED7E85C2}"/>
                  </a:ext>
                </a:extLst>
              </p:cNvPr>
              <p:cNvGrpSpPr/>
              <p:nvPr/>
            </p:nvGrpSpPr>
            <p:grpSpPr>
              <a:xfrm rot="10800000">
                <a:off x="2156215" y="2504868"/>
                <a:ext cx="2487136" cy="2353475"/>
                <a:chOff x="2197748" y="5289662"/>
                <a:chExt cx="2487136" cy="2353475"/>
              </a:xfrm>
              <a:grpFill/>
            </p:grpSpPr>
            <p:sp>
              <p:nvSpPr>
                <p:cNvPr id="77" name="Rectangle 24">
                  <a:extLst>
                    <a:ext uri="{FF2B5EF4-FFF2-40B4-BE49-F238E27FC236}">
                      <a16:creationId xmlns:a16="http://schemas.microsoft.com/office/drawing/2014/main" id="{430FFBBB-20FB-8D8A-4B8C-055B2E5DA7D3}"/>
                    </a:ext>
                  </a:extLst>
                </p:cNvPr>
                <p:cNvSpPr/>
                <p:nvPr/>
              </p:nvSpPr>
              <p:spPr>
                <a:xfrm>
                  <a:off x="2197748" y="5289662"/>
                  <a:ext cx="2487136" cy="2353475"/>
                </a:xfrm>
                <a:custGeom>
                  <a:avLst/>
                  <a:gdLst>
                    <a:gd name="connsiteX0" fmla="*/ 0 w 799686"/>
                    <a:gd name="connsiteY0" fmla="*/ 0 h 708473"/>
                    <a:gd name="connsiteX1" fmla="*/ 799686 w 799686"/>
                    <a:gd name="connsiteY1" fmla="*/ 0 h 708473"/>
                    <a:gd name="connsiteX2" fmla="*/ 799686 w 799686"/>
                    <a:gd name="connsiteY2" fmla="*/ 708473 h 708473"/>
                    <a:gd name="connsiteX3" fmla="*/ 0 w 799686"/>
                    <a:gd name="connsiteY3" fmla="*/ 708473 h 708473"/>
                    <a:gd name="connsiteX4" fmla="*/ 0 w 799686"/>
                    <a:gd name="connsiteY4" fmla="*/ 0 h 708473"/>
                    <a:gd name="connsiteX0" fmla="*/ 0 w 799686"/>
                    <a:gd name="connsiteY0" fmla="*/ 0 h 1051373"/>
                    <a:gd name="connsiteX1" fmla="*/ 799686 w 799686"/>
                    <a:gd name="connsiteY1" fmla="*/ 0 h 1051373"/>
                    <a:gd name="connsiteX2" fmla="*/ 799686 w 799686"/>
                    <a:gd name="connsiteY2" fmla="*/ 708473 h 1051373"/>
                    <a:gd name="connsiteX3" fmla="*/ 88900 w 799686"/>
                    <a:gd name="connsiteY3" fmla="*/ 1051373 h 1051373"/>
                    <a:gd name="connsiteX4" fmla="*/ 0 w 799686"/>
                    <a:gd name="connsiteY4" fmla="*/ 0 h 1051373"/>
                    <a:gd name="connsiteX0" fmla="*/ 0 w 1269586"/>
                    <a:gd name="connsiteY0" fmla="*/ 0 h 1813373"/>
                    <a:gd name="connsiteX1" fmla="*/ 1269586 w 1269586"/>
                    <a:gd name="connsiteY1" fmla="*/ 762000 h 1813373"/>
                    <a:gd name="connsiteX2" fmla="*/ 1269586 w 1269586"/>
                    <a:gd name="connsiteY2" fmla="*/ 1470473 h 1813373"/>
                    <a:gd name="connsiteX3" fmla="*/ 558800 w 1269586"/>
                    <a:gd name="connsiteY3" fmla="*/ 1813373 h 1813373"/>
                    <a:gd name="connsiteX4" fmla="*/ 0 w 1269586"/>
                    <a:gd name="connsiteY4" fmla="*/ 0 h 18133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1269586 w 1320386"/>
                    <a:gd name="connsiteY2" fmla="*/ 1610173 h 1953073"/>
                    <a:gd name="connsiteX3" fmla="*/ 558800 w 1320386"/>
                    <a:gd name="connsiteY3" fmla="*/ 1953073 h 1953073"/>
                    <a:gd name="connsiteX4" fmla="*/ 0 w 1320386"/>
                    <a:gd name="connsiteY4" fmla="*/ 139700 h 19530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558800 w 1320386"/>
                    <a:gd name="connsiteY2" fmla="*/ 1953073 h 1953073"/>
                    <a:gd name="connsiteX3" fmla="*/ 0 w 1320386"/>
                    <a:gd name="connsiteY3" fmla="*/ 139700 h 1953073"/>
                    <a:gd name="connsiteX0" fmla="*/ 0 w 1589232"/>
                    <a:gd name="connsiteY0" fmla="*/ 139700 h 1953073"/>
                    <a:gd name="connsiteX1" fmla="*/ 1320386 w 1589232"/>
                    <a:gd name="connsiteY1" fmla="*/ 0 h 1953073"/>
                    <a:gd name="connsiteX2" fmla="*/ 558800 w 1589232"/>
                    <a:gd name="connsiteY2" fmla="*/ 1953073 h 1953073"/>
                    <a:gd name="connsiteX3" fmla="*/ 0 w 1589232"/>
                    <a:gd name="connsiteY3" fmla="*/ 139700 h 1953073"/>
                    <a:gd name="connsiteX0" fmla="*/ 499635 w 2088867"/>
                    <a:gd name="connsiteY0" fmla="*/ 139700 h 1953073"/>
                    <a:gd name="connsiteX1" fmla="*/ 1820021 w 2088867"/>
                    <a:gd name="connsiteY1" fmla="*/ 0 h 1953073"/>
                    <a:gd name="connsiteX2" fmla="*/ 1058435 w 2088867"/>
                    <a:gd name="connsiteY2" fmla="*/ 1953073 h 1953073"/>
                    <a:gd name="connsiteX3" fmla="*/ 499635 w 2088867"/>
                    <a:gd name="connsiteY3" fmla="*/ 139700 h 1953073"/>
                    <a:gd name="connsiteX0" fmla="*/ 520808 w 2110040"/>
                    <a:gd name="connsiteY0" fmla="*/ 139700 h 1953073"/>
                    <a:gd name="connsiteX1" fmla="*/ 1841194 w 2110040"/>
                    <a:gd name="connsiteY1" fmla="*/ 0 h 1953073"/>
                    <a:gd name="connsiteX2" fmla="*/ 1079608 w 2110040"/>
                    <a:gd name="connsiteY2" fmla="*/ 1953073 h 1953073"/>
                    <a:gd name="connsiteX3" fmla="*/ 520808 w 2110040"/>
                    <a:gd name="connsiteY3" fmla="*/ 139700 h 1953073"/>
                    <a:gd name="connsiteX0" fmla="*/ 356377 w 1945609"/>
                    <a:gd name="connsiteY0" fmla="*/ 139700 h 1953073"/>
                    <a:gd name="connsiteX1" fmla="*/ 1676763 w 1945609"/>
                    <a:gd name="connsiteY1" fmla="*/ 0 h 1953073"/>
                    <a:gd name="connsiteX2" fmla="*/ 915177 w 1945609"/>
                    <a:gd name="connsiteY2" fmla="*/ 1953073 h 1953073"/>
                    <a:gd name="connsiteX3" fmla="*/ 356377 w 1945609"/>
                    <a:gd name="connsiteY3" fmla="*/ 139700 h 1953073"/>
                    <a:gd name="connsiteX0" fmla="*/ 421865 w 2011097"/>
                    <a:gd name="connsiteY0" fmla="*/ 139700 h 1953073"/>
                    <a:gd name="connsiteX1" fmla="*/ 1742251 w 2011097"/>
                    <a:gd name="connsiteY1" fmla="*/ 0 h 1953073"/>
                    <a:gd name="connsiteX2" fmla="*/ 980665 w 2011097"/>
                    <a:gd name="connsiteY2" fmla="*/ 1953073 h 1953073"/>
                    <a:gd name="connsiteX3" fmla="*/ 421865 w 2011097"/>
                    <a:gd name="connsiteY3" fmla="*/ 139700 h 1953073"/>
                    <a:gd name="connsiteX0" fmla="*/ 432822 w 2022054"/>
                    <a:gd name="connsiteY0" fmla="*/ 139700 h 1953073"/>
                    <a:gd name="connsiteX1" fmla="*/ 1753208 w 2022054"/>
                    <a:gd name="connsiteY1" fmla="*/ 0 h 1953073"/>
                    <a:gd name="connsiteX2" fmla="*/ 991622 w 2022054"/>
                    <a:gd name="connsiteY2" fmla="*/ 1953073 h 1953073"/>
                    <a:gd name="connsiteX3" fmla="*/ 432822 w 2022054"/>
                    <a:gd name="connsiteY3" fmla="*/ 139700 h 1953073"/>
                    <a:gd name="connsiteX0" fmla="*/ 384320 w 2049752"/>
                    <a:gd name="connsiteY0" fmla="*/ 63500 h 1953073"/>
                    <a:gd name="connsiteX1" fmla="*/ 1780906 w 2049752"/>
                    <a:gd name="connsiteY1" fmla="*/ 0 h 1953073"/>
                    <a:gd name="connsiteX2" fmla="*/ 1019320 w 2049752"/>
                    <a:gd name="connsiteY2" fmla="*/ 1953073 h 1953073"/>
                    <a:gd name="connsiteX3" fmla="*/ 384320 w 2049752"/>
                    <a:gd name="connsiteY3" fmla="*/ 63500 h 1953073"/>
                    <a:gd name="connsiteX0" fmla="*/ 384320 w 2069519"/>
                    <a:gd name="connsiteY0" fmla="*/ 88900 h 1978473"/>
                    <a:gd name="connsiteX1" fmla="*/ 1831706 w 2069519"/>
                    <a:gd name="connsiteY1" fmla="*/ 0 h 1978473"/>
                    <a:gd name="connsiteX2" fmla="*/ 1019320 w 2069519"/>
                    <a:gd name="connsiteY2" fmla="*/ 1978473 h 1978473"/>
                    <a:gd name="connsiteX3" fmla="*/ 384320 w 2069519"/>
                    <a:gd name="connsiteY3" fmla="*/ 88900 h 1978473"/>
                    <a:gd name="connsiteX0" fmla="*/ 384320 w 2090836"/>
                    <a:gd name="connsiteY0" fmla="*/ 88900 h 1978473"/>
                    <a:gd name="connsiteX1" fmla="*/ 1831706 w 2090836"/>
                    <a:gd name="connsiteY1" fmla="*/ 0 h 1978473"/>
                    <a:gd name="connsiteX2" fmla="*/ 1019320 w 2090836"/>
                    <a:gd name="connsiteY2" fmla="*/ 1978473 h 1978473"/>
                    <a:gd name="connsiteX3" fmla="*/ 384320 w 2090836"/>
                    <a:gd name="connsiteY3" fmla="*/ 88900 h 1978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0836" h="1978473">
                      <a:moveTo>
                        <a:pt x="384320" y="88900"/>
                      </a:moveTo>
                      <a:lnTo>
                        <a:pt x="1831706" y="0"/>
                      </a:lnTo>
                      <a:cubicBezTo>
                        <a:pt x="1577844" y="651024"/>
                        <a:pt x="3000382" y="1276649"/>
                        <a:pt x="1019320" y="1978473"/>
                      </a:cubicBezTo>
                      <a:cubicBezTo>
                        <a:pt x="-894147" y="1386715"/>
                        <a:pt x="494387" y="363158"/>
                        <a:pt x="384320" y="88900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75926E31-D9ED-731F-7D29-241191057E47}"/>
                    </a:ext>
                  </a:extLst>
                </p:cNvPr>
                <p:cNvSpPr/>
                <p:nvPr/>
              </p:nvSpPr>
              <p:spPr>
                <a:xfrm>
                  <a:off x="2197748" y="6180733"/>
                  <a:ext cx="2487136" cy="870335"/>
                </a:xfrm>
                <a:custGeom>
                  <a:avLst/>
                  <a:gdLst>
                    <a:gd name="connsiteX0" fmla="*/ 85313 w 2090836"/>
                    <a:gd name="connsiteY0" fmla="*/ 0 h 731656"/>
                    <a:gd name="connsiteX1" fmla="*/ 103638 w 2090836"/>
                    <a:gd name="connsiteY1" fmla="*/ 13227 h 731656"/>
                    <a:gd name="connsiteX2" fmla="*/ 1901708 w 2090836"/>
                    <a:gd name="connsiteY2" fmla="*/ 98568 h 731656"/>
                    <a:gd name="connsiteX3" fmla="*/ 2012822 w 2090836"/>
                    <a:gd name="connsiteY3" fmla="*/ 45877 h 731656"/>
                    <a:gd name="connsiteX4" fmla="*/ 2035732 w 2090836"/>
                    <a:gd name="connsiteY4" fmla="*/ 101169 h 731656"/>
                    <a:gd name="connsiteX5" fmla="*/ 2089158 w 2090836"/>
                    <a:gd name="connsiteY5" fmla="*/ 406818 h 731656"/>
                    <a:gd name="connsiteX6" fmla="*/ 2082082 w 2090836"/>
                    <a:gd name="connsiteY6" fmla="*/ 454530 h 731656"/>
                    <a:gd name="connsiteX7" fmla="*/ 2061872 w 2090836"/>
                    <a:gd name="connsiteY7" fmla="*/ 462605 h 731656"/>
                    <a:gd name="connsiteX8" fmla="*/ 100105 w 2090836"/>
                    <a:gd name="connsiteY8" fmla="*/ 467357 h 731656"/>
                    <a:gd name="connsiteX9" fmla="*/ 3394 w 2090836"/>
                    <a:gd name="connsiteY9" fmla="*/ 410264 h 731656"/>
                    <a:gd name="connsiteX10" fmla="*/ 293 w 2090836"/>
                    <a:gd name="connsiteY10" fmla="*/ 375443 h 731656"/>
                    <a:gd name="connsiteX11" fmla="*/ 70262 w 2090836"/>
                    <a:gd name="connsiteY11" fmla="*/ 32997 h 731656"/>
                    <a:gd name="connsiteX12" fmla="*/ 85313 w 2090836"/>
                    <a:gd name="connsiteY12" fmla="*/ 0 h 731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90836" h="731656">
                      <a:moveTo>
                        <a:pt x="85313" y="0"/>
                      </a:moveTo>
                      <a:lnTo>
                        <a:pt x="103638" y="13227"/>
                      </a:lnTo>
                      <a:cubicBezTo>
                        <a:pt x="624258" y="359537"/>
                        <a:pt x="1237831" y="390353"/>
                        <a:pt x="1901708" y="98568"/>
                      </a:cubicBezTo>
                      <a:lnTo>
                        <a:pt x="2012822" y="45877"/>
                      </a:lnTo>
                      <a:lnTo>
                        <a:pt x="2035732" y="101169"/>
                      </a:lnTo>
                      <a:cubicBezTo>
                        <a:pt x="2073333" y="202458"/>
                        <a:pt x="2097601" y="304211"/>
                        <a:pt x="2089158" y="406818"/>
                      </a:cubicBezTo>
                      <a:lnTo>
                        <a:pt x="2082082" y="454530"/>
                      </a:lnTo>
                      <a:lnTo>
                        <a:pt x="2061872" y="462605"/>
                      </a:lnTo>
                      <a:cubicBezTo>
                        <a:pt x="1621195" y="644809"/>
                        <a:pt x="981489" y="961521"/>
                        <a:pt x="100105" y="467357"/>
                      </a:cubicBezTo>
                      <a:lnTo>
                        <a:pt x="3394" y="410264"/>
                      </a:lnTo>
                      <a:lnTo>
                        <a:pt x="293" y="375443"/>
                      </a:lnTo>
                      <a:cubicBezTo>
                        <a:pt x="-3282" y="258620"/>
                        <a:pt x="26146" y="142970"/>
                        <a:pt x="70262" y="32997"/>
                      </a:cubicBezTo>
                      <a:lnTo>
                        <a:pt x="85313" y="0"/>
                      </a:ln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FBBBFC0-9E0E-A7E0-D94F-BD76CC13C91A}"/>
                  </a:ext>
                </a:extLst>
              </p:cNvPr>
              <p:cNvGrpSpPr/>
              <p:nvPr/>
            </p:nvGrpSpPr>
            <p:grpSpPr>
              <a:xfrm rot="18237131" flipH="1">
                <a:off x="4072573" y="3748414"/>
                <a:ext cx="1434170" cy="1821427"/>
                <a:chOff x="1969722" y="3425409"/>
                <a:chExt cx="1205650" cy="1531201"/>
              </a:xfrm>
              <a:grpFill/>
            </p:grpSpPr>
            <p:sp>
              <p:nvSpPr>
                <p:cNvPr id="74" name="Oval 73">
                  <a:extLst>
                    <a:ext uri="{FF2B5EF4-FFF2-40B4-BE49-F238E27FC236}">
                      <a16:creationId xmlns:a16="http://schemas.microsoft.com/office/drawing/2014/main" id="{90A7EBA3-3B6C-24D9-EBA8-CADEFCEFBCE0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DC653DEC-6E25-68C5-6C6F-FBC42BBC3503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71819F0-2021-9609-E126-7A4EAF222BCD}"/>
                  </a:ext>
                </a:extLst>
              </p:cNvPr>
              <p:cNvGrpSpPr/>
              <p:nvPr/>
            </p:nvGrpSpPr>
            <p:grpSpPr>
              <a:xfrm rot="2251720">
                <a:off x="1390666" y="3797659"/>
                <a:ext cx="1434170" cy="1821427"/>
                <a:chOff x="1969722" y="3425409"/>
                <a:chExt cx="1205650" cy="1531201"/>
              </a:xfrm>
              <a:grpFill/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49BDDA9E-F21D-479D-A7A1-2E2A848ACEA0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3" name="Oval 72">
                  <a:extLst>
                    <a:ext uri="{FF2B5EF4-FFF2-40B4-BE49-F238E27FC236}">
                      <a16:creationId xmlns:a16="http://schemas.microsoft.com/office/drawing/2014/main" id="{01468ED4-DB99-AA3B-E0E0-B637391736DB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77AAD38-B1BA-0D18-613F-DAEC7C5908F8}"/>
                  </a:ext>
                </a:extLst>
              </p:cNvPr>
              <p:cNvGrpSpPr/>
              <p:nvPr/>
            </p:nvGrpSpPr>
            <p:grpSpPr>
              <a:xfrm>
                <a:off x="1716721" y="4342499"/>
                <a:ext cx="3573875" cy="3076627"/>
                <a:chOff x="1583316" y="3140485"/>
                <a:chExt cx="3573875" cy="3076627"/>
              </a:xfrm>
              <a:grpFill/>
            </p:grpSpPr>
            <p:sp>
              <p:nvSpPr>
                <p:cNvPr id="19" name="Rectangle 8">
                  <a:extLst>
                    <a:ext uri="{FF2B5EF4-FFF2-40B4-BE49-F238E27FC236}">
                      <a16:creationId xmlns:a16="http://schemas.microsoft.com/office/drawing/2014/main" id="{A93FC056-E182-E4F6-CC2E-AC5315D20F79}"/>
                    </a:ext>
                  </a:extLst>
                </p:cNvPr>
                <p:cNvSpPr/>
                <p:nvPr/>
              </p:nvSpPr>
              <p:spPr>
                <a:xfrm>
                  <a:off x="1583316" y="3140485"/>
                  <a:ext cx="3573875" cy="3076627"/>
                </a:xfrm>
                <a:custGeom>
                  <a:avLst/>
                  <a:gdLst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2057400 w 2057400"/>
                    <a:gd name="connsiteY2" fmla="*/ 647700 h 647700"/>
                    <a:gd name="connsiteX3" fmla="*/ 0 w 2057400"/>
                    <a:gd name="connsiteY3" fmla="*/ 647700 h 647700"/>
                    <a:gd name="connsiteX4" fmla="*/ 0 w 2057400"/>
                    <a:gd name="connsiteY4" fmla="*/ 0 h 647700"/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0 w 2057400"/>
                    <a:gd name="connsiteY2" fmla="*/ 647700 h 647700"/>
                    <a:gd name="connsiteX3" fmla="*/ 0 w 2057400"/>
                    <a:gd name="connsiteY3" fmla="*/ 0 h 647700"/>
                    <a:gd name="connsiteX0" fmla="*/ 0 w 2222500"/>
                    <a:gd name="connsiteY0" fmla="*/ 0 h 647700"/>
                    <a:gd name="connsiteX1" fmla="*/ 2222500 w 2222500"/>
                    <a:gd name="connsiteY1" fmla="*/ 482600 h 647700"/>
                    <a:gd name="connsiteX2" fmla="*/ 0 w 2222500"/>
                    <a:gd name="connsiteY2" fmla="*/ 647700 h 647700"/>
                    <a:gd name="connsiteX3" fmla="*/ 0 w 2222500"/>
                    <a:gd name="connsiteY3" fmla="*/ 0 h 647700"/>
                    <a:gd name="connsiteX0" fmla="*/ 0 w 2222500"/>
                    <a:gd name="connsiteY0" fmla="*/ 0 h 840315"/>
                    <a:gd name="connsiteX1" fmla="*/ 2222500 w 2222500"/>
                    <a:gd name="connsiteY1" fmla="*/ 482600 h 840315"/>
                    <a:gd name="connsiteX2" fmla="*/ 0 w 2222500"/>
                    <a:gd name="connsiteY2" fmla="*/ 647700 h 840315"/>
                    <a:gd name="connsiteX3" fmla="*/ 0 w 2222500"/>
                    <a:gd name="connsiteY3" fmla="*/ 0 h 840315"/>
                    <a:gd name="connsiteX0" fmla="*/ 723900 w 2946400"/>
                    <a:gd name="connsiteY0" fmla="*/ 0 h 824792"/>
                    <a:gd name="connsiteX1" fmla="*/ 2946400 w 2946400"/>
                    <a:gd name="connsiteY1" fmla="*/ 482600 h 824792"/>
                    <a:gd name="connsiteX2" fmla="*/ 0 w 2946400"/>
                    <a:gd name="connsiteY2" fmla="*/ 596900 h 824792"/>
                    <a:gd name="connsiteX3" fmla="*/ 723900 w 2946400"/>
                    <a:gd name="connsiteY3" fmla="*/ 0 h 824792"/>
                    <a:gd name="connsiteX0" fmla="*/ 723900 w 2946400"/>
                    <a:gd name="connsiteY0" fmla="*/ 0 h 1205947"/>
                    <a:gd name="connsiteX1" fmla="*/ 2946400 w 2946400"/>
                    <a:gd name="connsiteY1" fmla="*/ 482600 h 1205947"/>
                    <a:gd name="connsiteX2" fmla="*/ 0 w 2946400"/>
                    <a:gd name="connsiteY2" fmla="*/ 596900 h 1205947"/>
                    <a:gd name="connsiteX3" fmla="*/ 723900 w 2946400"/>
                    <a:gd name="connsiteY3" fmla="*/ 0 h 1205947"/>
                    <a:gd name="connsiteX0" fmla="*/ 723900 w 2946423"/>
                    <a:gd name="connsiteY0" fmla="*/ 0 h 1218081"/>
                    <a:gd name="connsiteX1" fmla="*/ 2946400 w 2946423"/>
                    <a:gd name="connsiteY1" fmla="*/ 482600 h 1218081"/>
                    <a:gd name="connsiteX2" fmla="*/ 0 w 2946423"/>
                    <a:gd name="connsiteY2" fmla="*/ 596900 h 1218081"/>
                    <a:gd name="connsiteX3" fmla="*/ 723900 w 2946423"/>
                    <a:gd name="connsiteY3" fmla="*/ 0 h 1218081"/>
                    <a:gd name="connsiteX0" fmla="*/ 0 w 2946423"/>
                    <a:gd name="connsiteY0" fmla="*/ 114300 h 735481"/>
                    <a:gd name="connsiteX1" fmla="*/ 2946400 w 2946423"/>
                    <a:gd name="connsiteY1" fmla="*/ 0 h 735481"/>
                    <a:gd name="connsiteX2" fmla="*/ 0 w 2946423"/>
                    <a:gd name="connsiteY2" fmla="*/ 114300 h 735481"/>
                    <a:gd name="connsiteX0" fmla="*/ 27 w 2946450"/>
                    <a:gd name="connsiteY0" fmla="*/ 1545489 h 2166670"/>
                    <a:gd name="connsiteX1" fmla="*/ 2946427 w 2946450"/>
                    <a:gd name="connsiteY1" fmla="*/ 1431189 h 2166670"/>
                    <a:gd name="connsiteX2" fmla="*/ 27 w 2946450"/>
                    <a:gd name="connsiteY2" fmla="*/ 1545489 h 2166670"/>
                    <a:gd name="connsiteX0" fmla="*/ 16 w 3015713"/>
                    <a:gd name="connsiteY0" fmla="*/ 2044822 h 2666003"/>
                    <a:gd name="connsiteX1" fmla="*/ 2946416 w 3015713"/>
                    <a:gd name="connsiteY1" fmla="*/ 1930522 h 2666003"/>
                    <a:gd name="connsiteX2" fmla="*/ 16 w 3015713"/>
                    <a:gd name="connsiteY2" fmla="*/ 2044822 h 2666003"/>
                    <a:gd name="connsiteX0" fmla="*/ 11809 w 3023631"/>
                    <a:gd name="connsiteY0" fmla="*/ 1918700 h 2539881"/>
                    <a:gd name="connsiteX1" fmla="*/ 2958209 w 3023631"/>
                    <a:gd name="connsiteY1" fmla="*/ 1804400 h 2539881"/>
                    <a:gd name="connsiteX2" fmla="*/ 11809 w 3023631"/>
                    <a:gd name="connsiteY2" fmla="*/ 1918700 h 2539881"/>
                    <a:gd name="connsiteX0" fmla="*/ 11589 w 3038485"/>
                    <a:gd name="connsiteY0" fmla="*/ 1978139 h 2599320"/>
                    <a:gd name="connsiteX1" fmla="*/ 2957989 w 3038485"/>
                    <a:gd name="connsiteY1" fmla="*/ 1863839 h 2599320"/>
                    <a:gd name="connsiteX2" fmla="*/ 11589 w 3038485"/>
                    <a:gd name="connsiteY2" fmla="*/ 1978139 h 2599320"/>
                    <a:gd name="connsiteX0" fmla="*/ 11480 w 3075773"/>
                    <a:gd name="connsiteY0" fmla="*/ 1978139 h 2599320"/>
                    <a:gd name="connsiteX1" fmla="*/ 2995980 w 3075773"/>
                    <a:gd name="connsiteY1" fmla="*/ 1863839 h 2599320"/>
                    <a:gd name="connsiteX2" fmla="*/ 11480 w 3075773"/>
                    <a:gd name="connsiteY2" fmla="*/ 1978139 h 2599320"/>
                    <a:gd name="connsiteX0" fmla="*/ 12565 w 3018177"/>
                    <a:gd name="connsiteY0" fmla="*/ 1973844 h 2595025"/>
                    <a:gd name="connsiteX1" fmla="*/ 2997065 w 3018177"/>
                    <a:gd name="connsiteY1" fmla="*/ 1859544 h 2595025"/>
                    <a:gd name="connsiteX2" fmla="*/ 12565 w 3018177"/>
                    <a:gd name="connsiteY2" fmla="*/ 1973844 h 2595025"/>
                    <a:gd name="connsiteX0" fmla="*/ 12524 w 3019686"/>
                    <a:gd name="connsiteY0" fmla="*/ 2087884 h 2709065"/>
                    <a:gd name="connsiteX1" fmla="*/ 2997024 w 3019686"/>
                    <a:gd name="connsiteY1" fmla="*/ 1973584 h 2709065"/>
                    <a:gd name="connsiteX2" fmla="*/ 12524 w 3019686"/>
                    <a:gd name="connsiteY2" fmla="*/ 2087884 h 2709065"/>
                    <a:gd name="connsiteX0" fmla="*/ 11347 w 3018584"/>
                    <a:gd name="connsiteY0" fmla="*/ 1949183 h 2570364"/>
                    <a:gd name="connsiteX1" fmla="*/ 2995847 w 3018584"/>
                    <a:gd name="connsiteY1" fmla="*/ 1834883 h 2570364"/>
                    <a:gd name="connsiteX2" fmla="*/ 11347 w 3018584"/>
                    <a:gd name="connsiteY2" fmla="*/ 1949183 h 2570364"/>
                    <a:gd name="connsiteX0" fmla="*/ 11415 w 2996562"/>
                    <a:gd name="connsiteY0" fmla="*/ 1949183 h 2570364"/>
                    <a:gd name="connsiteX1" fmla="*/ 2973690 w 2996562"/>
                    <a:gd name="connsiteY1" fmla="*/ 1834883 h 2570364"/>
                    <a:gd name="connsiteX2" fmla="*/ 11415 w 2996562"/>
                    <a:gd name="connsiteY2" fmla="*/ 1949183 h 2570364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54 w 2983978"/>
                    <a:gd name="connsiteY0" fmla="*/ 1924976 h 2585410"/>
                    <a:gd name="connsiteX1" fmla="*/ 2961029 w 2983978"/>
                    <a:gd name="connsiteY1" fmla="*/ 1861476 h 2585410"/>
                    <a:gd name="connsiteX2" fmla="*/ 11454 w 2983978"/>
                    <a:gd name="connsiteY2" fmla="*/ 1924976 h 2585410"/>
                    <a:gd name="connsiteX0" fmla="*/ 11454 w 2983978"/>
                    <a:gd name="connsiteY0" fmla="*/ 1924976 h 2619551"/>
                    <a:gd name="connsiteX1" fmla="*/ 2961029 w 2983978"/>
                    <a:gd name="connsiteY1" fmla="*/ 1861476 h 2619551"/>
                    <a:gd name="connsiteX2" fmla="*/ 11454 w 2983978"/>
                    <a:gd name="connsiteY2" fmla="*/ 1924976 h 2619551"/>
                    <a:gd name="connsiteX0" fmla="*/ 18254 w 2990383"/>
                    <a:gd name="connsiteY0" fmla="*/ 1924976 h 2619551"/>
                    <a:gd name="connsiteX1" fmla="*/ 2967829 w 2990383"/>
                    <a:gd name="connsiteY1" fmla="*/ 1861476 h 2619551"/>
                    <a:gd name="connsiteX2" fmla="*/ 18254 w 2990383"/>
                    <a:gd name="connsiteY2" fmla="*/ 1924976 h 2619551"/>
                    <a:gd name="connsiteX0" fmla="*/ 32932 w 3004414"/>
                    <a:gd name="connsiteY0" fmla="*/ 1891823 h 2586398"/>
                    <a:gd name="connsiteX1" fmla="*/ 2982507 w 3004414"/>
                    <a:gd name="connsiteY1" fmla="*/ 1828323 h 2586398"/>
                    <a:gd name="connsiteX2" fmla="*/ 32932 w 3004414"/>
                    <a:gd name="connsiteY2" fmla="*/ 1891823 h 2586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04414" h="2586398">
                      <a:moveTo>
                        <a:pt x="32932" y="1891823"/>
                      </a:moveTo>
                      <a:cubicBezTo>
                        <a:pt x="-385110" y="-791052"/>
                        <a:pt x="3321174" y="-444977"/>
                        <a:pt x="2982507" y="1828323"/>
                      </a:cubicBezTo>
                      <a:cubicBezTo>
                        <a:pt x="2990974" y="2594556"/>
                        <a:pt x="430865" y="3030590"/>
                        <a:pt x="32932" y="1891823"/>
                      </a:cubicBezTo>
                      <a:close/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Arc 19">
                  <a:extLst>
                    <a:ext uri="{FF2B5EF4-FFF2-40B4-BE49-F238E27FC236}">
                      <a16:creationId xmlns:a16="http://schemas.microsoft.com/office/drawing/2014/main" id="{38051089-FB67-0843-AE65-D310BF4C05EA}"/>
                    </a:ext>
                  </a:extLst>
                </p:cNvPr>
                <p:cNvSpPr/>
                <p:nvPr/>
              </p:nvSpPr>
              <p:spPr>
                <a:xfrm rot="9634460">
                  <a:off x="3151578" y="5059982"/>
                  <a:ext cx="303962" cy="275084"/>
                </a:xfrm>
                <a:prstGeom prst="arc">
                  <a:avLst>
                    <a:gd name="adj1" fmla="val 12939651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2FDFF8A0-CF8C-487F-C72C-8D8808379DFF}"/>
                    </a:ext>
                  </a:extLst>
                </p:cNvPr>
                <p:cNvGrpSpPr/>
                <p:nvPr/>
              </p:nvGrpSpPr>
              <p:grpSpPr>
                <a:xfrm rot="10473855" flipH="1">
                  <a:off x="3992823" y="4376330"/>
                  <a:ext cx="563582" cy="341024"/>
                  <a:chOff x="7918336" y="2107505"/>
                  <a:chExt cx="563582" cy="341024"/>
                </a:xfrm>
                <a:grpFill/>
              </p:grpSpPr>
              <p:sp>
                <p:nvSpPr>
                  <p:cNvPr id="27" name="Freeform: Shape 26">
                    <a:extLst>
                      <a:ext uri="{FF2B5EF4-FFF2-40B4-BE49-F238E27FC236}">
                        <a16:creationId xmlns:a16="http://schemas.microsoft.com/office/drawing/2014/main" id="{3424A45E-7F29-A9ED-1809-7B15D03D9BA0}"/>
                      </a:ext>
                    </a:extLst>
                  </p:cNvPr>
                  <p:cNvSpPr/>
                  <p:nvPr/>
                </p:nvSpPr>
                <p:spPr>
                  <a:xfrm rot="1407024">
                    <a:off x="7918336" y="2107505"/>
                    <a:ext cx="456018" cy="341024"/>
                  </a:xfrm>
                  <a:custGeom>
                    <a:avLst/>
                    <a:gdLst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65791 w 685477"/>
                      <a:gd name="connsiteY6" fmla="*/ 68160 h 512620"/>
                      <a:gd name="connsiteX7" fmla="*/ 409986 w 685477"/>
                      <a:gd name="connsiteY7" fmla="*/ 69908 h 512620"/>
                      <a:gd name="connsiteX8" fmla="*/ 3412 w 685477"/>
                      <a:gd name="connsiteY8" fmla="*/ 512620 h 512620"/>
                      <a:gd name="connsiteX9" fmla="*/ 401872 w 685477"/>
                      <a:gd name="connsiteY9" fmla="*/ 3412 h 512620"/>
                      <a:gd name="connsiteX10" fmla="*/ 494461 w 685477"/>
                      <a:gd name="connsiteY10" fmla="*/ 1472 h 512620"/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09986 w 685477"/>
                      <a:gd name="connsiteY6" fmla="*/ 69908 h 512620"/>
                      <a:gd name="connsiteX7" fmla="*/ 3412 w 685477"/>
                      <a:gd name="connsiteY7" fmla="*/ 512620 h 512620"/>
                      <a:gd name="connsiteX8" fmla="*/ 401872 w 685477"/>
                      <a:gd name="connsiteY8" fmla="*/ 3412 h 512620"/>
                      <a:gd name="connsiteX9" fmla="*/ 494461 w 685477"/>
                      <a:gd name="connsiteY9" fmla="*/ 1472 h 51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85477" h="512620">
                        <a:moveTo>
                          <a:pt x="494461" y="1472"/>
                        </a:moveTo>
                        <a:cubicBezTo>
                          <a:pt x="555023" y="6354"/>
                          <a:pt x="612803" y="23229"/>
                          <a:pt x="665072" y="49959"/>
                        </a:cubicBezTo>
                        <a:lnTo>
                          <a:pt x="685477" y="62993"/>
                        </a:lnTo>
                        <a:lnTo>
                          <a:pt x="675687" y="59992"/>
                        </a:lnTo>
                        <a:cubicBezTo>
                          <a:pt x="647525" y="54575"/>
                          <a:pt x="616562" y="51580"/>
                          <a:pt x="584061" y="51580"/>
                        </a:cubicBezTo>
                        <a:cubicBezTo>
                          <a:pt x="551560" y="51580"/>
                          <a:pt x="520597" y="54575"/>
                          <a:pt x="492435" y="59992"/>
                        </a:cubicBezTo>
                        <a:lnTo>
                          <a:pt x="409986" y="69908"/>
                        </a:lnTo>
                        <a:cubicBezTo>
                          <a:pt x="184061" y="97474"/>
                          <a:pt x="11686" y="285170"/>
                          <a:pt x="3412" y="512620"/>
                        </a:cubicBezTo>
                        <a:cubicBezTo>
                          <a:pt x="-27171" y="261974"/>
                          <a:pt x="151226" y="33994"/>
                          <a:pt x="401872" y="3412"/>
                        </a:cubicBezTo>
                        <a:cubicBezTo>
                          <a:pt x="433203" y="-411"/>
                          <a:pt x="464179" y="-969"/>
                          <a:pt x="494461" y="1472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8" name="Freeform: Shape 27">
                    <a:extLst>
                      <a:ext uri="{FF2B5EF4-FFF2-40B4-BE49-F238E27FC236}">
                        <a16:creationId xmlns:a16="http://schemas.microsoft.com/office/drawing/2014/main" id="{DCF096E0-97F1-0216-3D7C-595AD4C18078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171278" y="211239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" name="Freeform: Shape 28">
                    <a:extLst>
                      <a:ext uri="{FF2B5EF4-FFF2-40B4-BE49-F238E27FC236}">
                        <a16:creationId xmlns:a16="http://schemas.microsoft.com/office/drawing/2014/main" id="{3014234C-FCBB-61BC-7BE2-884BB40BE607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280422" y="215367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" name="Freeform: Shape 70">
                    <a:extLst>
                      <a:ext uri="{FF2B5EF4-FFF2-40B4-BE49-F238E27FC236}">
                        <a16:creationId xmlns:a16="http://schemas.microsoft.com/office/drawing/2014/main" id="{7A54D826-AF89-B7CD-B5D0-BD4F02A0622B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364837" y="2208717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BF20E808-EA97-B9CC-915F-736B44A1DD74}"/>
                    </a:ext>
                  </a:extLst>
                </p:cNvPr>
                <p:cNvGrpSpPr/>
                <p:nvPr/>
              </p:nvGrpSpPr>
              <p:grpSpPr>
                <a:xfrm rot="10800000">
                  <a:off x="2147864" y="4363942"/>
                  <a:ext cx="563582" cy="341024"/>
                  <a:chOff x="7918336" y="2107505"/>
                  <a:chExt cx="563582" cy="341024"/>
                </a:xfrm>
                <a:grpFill/>
              </p:grpSpPr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78A9F5DF-2C4C-F433-C4E8-8D52218652F6}"/>
                      </a:ext>
                    </a:extLst>
                  </p:cNvPr>
                  <p:cNvSpPr/>
                  <p:nvPr/>
                </p:nvSpPr>
                <p:spPr>
                  <a:xfrm rot="1407024">
                    <a:off x="7918336" y="2107505"/>
                    <a:ext cx="456018" cy="341024"/>
                  </a:xfrm>
                  <a:custGeom>
                    <a:avLst/>
                    <a:gdLst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65791 w 685477"/>
                      <a:gd name="connsiteY6" fmla="*/ 68160 h 512620"/>
                      <a:gd name="connsiteX7" fmla="*/ 409986 w 685477"/>
                      <a:gd name="connsiteY7" fmla="*/ 69908 h 512620"/>
                      <a:gd name="connsiteX8" fmla="*/ 3412 w 685477"/>
                      <a:gd name="connsiteY8" fmla="*/ 512620 h 512620"/>
                      <a:gd name="connsiteX9" fmla="*/ 401872 w 685477"/>
                      <a:gd name="connsiteY9" fmla="*/ 3412 h 512620"/>
                      <a:gd name="connsiteX10" fmla="*/ 494461 w 685477"/>
                      <a:gd name="connsiteY10" fmla="*/ 1472 h 512620"/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09986 w 685477"/>
                      <a:gd name="connsiteY6" fmla="*/ 69908 h 512620"/>
                      <a:gd name="connsiteX7" fmla="*/ 3412 w 685477"/>
                      <a:gd name="connsiteY7" fmla="*/ 512620 h 512620"/>
                      <a:gd name="connsiteX8" fmla="*/ 401872 w 685477"/>
                      <a:gd name="connsiteY8" fmla="*/ 3412 h 512620"/>
                      <a:gd name="connsiteX9" fmla="*/ 494461 w 685477"/>
                      <a:gd name="connsiteY9" fmla="*/ 1472 h 51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85477" h="512620">
                        <a:moveTo>
                          <a:pt x="494461" y="1472"/>
                        </a:moveTo>
                        <a:cubicBezTo>
                          <a:pt x="555023" y="6354"/>
                          <a:pt x="612803" y="23229"/>
                          <a:pt x="665072" y="49959"/>
                        </a:cubicBezTo>
                        <a:lnTo>
                          <a:pt x="685477" y="62993"/>
                        </a:lnTo>
                        <a:lnTo>
                          <a:pt x="675687" y="59992"/>
                        </a:lnTo>
                        <a:cubicBezTo>
                          <a:pt x="647525" y="54575"/>
                          <a:pt x="616562" y="51580"/>
                          <a:pt x="584061" y="51580"/>
                        </a:cubicBezTo>
                        <a:cubicBezTo>
                          <a:pt x="551560" y="51580"/>
                          <a:pt x="520597" y="54575"/>
                          <a:pt x="492435" y="59992"/>
                        </a:cubicBezTo>
                        <a:lnTo>
                          <a:pt x="409986" y="69908"/>
                        </a:lnTo>
                        <a:cubicBezTo>
                          <a:pt x="184061" y="97474"/>
                          <a:pt x="11686" y="285170"/>
                          <a:pt x="3412" y="512620"/>
                        </a:cubicBezTo>
                        <a:cubicBezTo>
                          <a:pt x="-27171" y="261974"/>
                          <a:pt x="151226" y="33994"/>
                          <a:pt x="401872" y="3412"/>
                        </a:cubicBezTo>
                        <a:cubicBezTo>
                          <a:pt x="433203" y="-411"/>
                          <a:pt x="464179" y="-969"/>
                          <a:pt x="494461" y="1472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6D968D5F-3690-E113-DB7B-7EB7C787C871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171278" y="211239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" name="Freeform: Shape 24">
                    <a:extLst>
                      <a:ext uri="{FF2B5EF4-FFF2-40B4-BE49-F238E27FC236}">
                        <a16:creationId xmlns:a16="http://schemas.microsoft.com/office/drawing/2014/main" id="{0725E5E2-7E68-6970-A5B7-20B6FFB463A1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280422" y="215367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" name="Freeform: Shape 25">
                    <a:extLst>
                      <a:ext uri="{FF2B5EF4-FFF2-40B4-BE49-F238E27FC236}">
                        <a16:creationId xmlns:a16="http://schemas.microsoft.com/office/drawing/2014/main" id="{F7805935-32D6-5CBC-88F4-6451BD9BDB59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364837" y="2208717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69B0A5-D386-B17C-8F52-1460FD5D7F17}"/>
                </a:ext>
              </a:extLst>
            </p:cNvPr>
            <p:cNvSpPr/>
            <p:nvPr/>
          </p:nvSpPr>
          <p:spPr>
            <a:xfrm>
              <a:off x="2039255" y="3970135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D5CCE7B-E7BC-8CDF-E67B-2B2AD7C98705}"/>
                </a:ext>
              </a:extLst>
            </p:cNvPr>
            <p:cNvSpPr/>
            <p:nvPr/>
          </p:nvSpPr>
          <p:spPr>
            <a:xfrm flipH="1">
              <a:off x="3659473" y="3985562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D71046B-F62E-14D7-392C-8BDBDECA41E2}"/>
              </a:ext>
            </a:extLst>
          </p:cNvPr>
          <p:cNvGrpSpPr/>
          <p:nvPr/>
        </p:nvGrpSpPr>
        <p:grpSpPr>
          <a:xfrm>
            <a:off x="3427022" y="194364"/>
            <a:ext cx="4309705" cy="4914258"/>
            <a:chOff x="1390666" y="2504868"/>
            <a:chExt cx="4309705" cy="4914258"/>
          </a:xfrm>
        </p:grpSpPr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FD6244E-0034-931C-7C55-F317F738FF54}"/>
                </a:ext>
              </a:extLst>
            </p:cNvPr>
            <p:cNvGrpSpPr/>
            <p:nvPr/>
          </p:nvGrpSpPr>
          <p:grpSpPr>
            <a:xfrm>
              <a:off x="1390666" y="2504868"/>
              <a:ext cx="4309705" cy="4914258"/>
              <a:chOff x="1390666" y="2504868"/>
              <a:chExt cx="4309705" cy="4914258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5A20F294-7287-3ABA-93BA-F58353661B90}"/>
                  </a:ext>
                </a:extLst>
              </p:cNvPr>
              <p:cNvGrpSpPr/>
              <p:nvPr/>
            </p:nvGrpSpPr>
            <p:grpSpPr>
              <a:xfrm rot="10800000">
                <a:off x="2156215" y="2504868"/>
                <a:ext cx="2487136" cy="2353475"/>
                <a:chOff x="2197748" y="5289662"/>
                <a:chExt cx="2487136" cy="2353475"/>
              </a:xfrm>
            </p:grpSpPr>
            <p:sp>
              <p:nvSpPr>
                <p:cNvPr id="141" name="Rectangle 24">
                  <a:extLst>
                    <a:ext uri="{FF2B5EF4-FFF2-40B4-BE49-F238E27FC236}">
                      <a16:creationId xmlns:a16="http://schemas.microsoft.com/office/drawing/2014/main" id="{F1D43071-5101-49FB-7F89-6E200C0AB81A}"/>
                    </a:ext>
                  </a:extLst>
                </p:cNvPr>
                <p:cNvSpPr/>
                <p:nvPr/>
              </p:nvSpPr>
              <p:spPr>
                <a:xfrm>
                  <a:off x="2197748" y="5289662"/>
                  <a:ext cx="2487136" cy="2353475"/>
                </a:xfrm>
                <a:custGeom>
                  <a:avLst/>
                  <a:gdLst>
                    <a:gd name="connsiteX0" fmla="*/ 0 w 799686"/>
                    <a:gd name="connsiteY0" fmla="*/ 0 h 708473"/>
                    <a:gd name="connsiteX1" fmla="*/ 799686 w 799686"/>
                    <a:gd name="connsiteY1" fmla="*/ 0 h 708473"/>
                    <a:gd name="connsiteX2" fmla="*/ 799686 w 799686"/>
                    <a:gd name="connsiteY2" fmla="*/ 708473 h 708473"/>
                    <a:gd name="connsiteX3" fmla="*/ 0 w 799686"/>
                    <a:gd name="connsiteY3" fmla="*/ 708473 h 708473"/>
                    <a:gd name="connsiteX4" fmla="*/ 0 w 799686"/>
                    <a:gd name="connsiteY4" fmla="*/ 0 h 708473"/>
                    <a:gd name="connsiteX0" fmla="*/ 0 w 799686"/>
                    <a:gd name="connsiteY0" fmla="*/ 0 h 1051373"/>
                    <a:gd name="connsiteX1" fmla="*/ 799686 w 799686"/>
                    <a:gd name="connsiteY1" fmla="*/ 0 h 1051373"/>
                    <a:gd name="connsiteX2" fmla="*/ 799686 w 799686"/>
                    <a:gd name="connsiteY2" fmla="*/ 708473 h 1051373"/>
                    <a:gd name="connsiteX3" fmla="*/ 88900 w 799686"/>
                    <a:gd name="connsiteY3" fmla="*/ 1051373 h 1051373"/>
                    <a:gd name="connsiteX4" fmla="*/ 0 w 799686"/>
                    <a:gd name="connsiteY4" fmla="*/ 0 h 1051373"/>
                    <a:gd name="connsiteX0" fmla="*/ 0 w 1269586"/>
                    <a:gd name="connsiteY0" fmla="*/ 0 h 1813373"/>
                    <a:gd name="connsiteX1" fmla="*/ 1269586 w 1269586"/>
                    <a:gd name="connsiteY1" fmla="*/ 762000 h 1813373"/>
                    <a:gd name="connsiteX2" fmla="*/ 1269586 w 1269586"/>
                    <a:gd name="connsiteY2" fmla="*/ 1470473 h 1813373"/>
                    <a:gd name="connsiteX3" fmla="*/ 558800 w 1269586"/>
                    <a:gd name="connsiteY3" fmla="*/ 1813373 h 1813373"/>
                    <a:gd name="connsiteX4" fmla="*/ 0 w 1269586"/>
                    <a:gd name="connsiteY4" fmla="*/ 0 h 18133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1269586 w 1320386"/>
                    <a:gd name="connsiteY2" fmla="*/ 1610173 h 1953073"/>
                    <a:gd name="connsiteX3" fmla="*/ 558800 w 1320386"/>
                    <a:gd name="connsiteY3" fmla="*/ 1953073 h 1953073"/>
                    <a:gd name="connsiteX4" fmla="*/ 0 w 1320386"/>
                    <a:gd name="connsiteY4" fmla="*/ 139700 h 19530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558800 w 1320386"/>
                    <a:gd name="connsiteY2" fmla="*/ 1953073 h 1953073"/>
                    <a:gd name="connsiteX3" fmla="*/ 0 w 1320386"/>
                    <a:gd name="connsiteY3" fmla="*/ 139700 h 1953073"/>
                    <a:gd name="connsiteX0" fmla="*/ 0 w 1589232"/>
                    <a:gd name="connsiteY0" fmla="*/ 139700 h 1953073"/>
                    <a:gd name="connsiteX1" fmla="*/ 1320386 w 1589232"/>
                    <a:gd name="connsiteY1" fmla="*/ 0 h 1953073"/>
                    <a:gd name="connsiteX2" fmla="*/ 558800 w 1589232"/>
                    <a:gd name="connsiteY2" fmla="*/ 1953073 h 1953073"/>
                    <a:gd name="connsiteX3" fmla="*/ 0 w 1589232"/>
                    <a:gd name="connsiteY3" fmla="*/ 139700 h 1953073"/>
                    <a:gd name="connsiteX0" fmla="*/ 499635 w 2088867"/>
                    <a:gd name="connsiteY0" fmla="*/ 139700 h 1953073"/>
                    <a:gd name="connsiteX1" fmla="*/ 1820021 w 2088867"/>
                    <a:gd name="connsiteY1" fmla="*/ 0 h 1953073"/>
                    <a:gd name="connsiteX2" fmla="*/ 1058435 w 2088867"/>
                    <a:gd name="connsiteY2" fmla="*/ 1953073 h 1953073"/>
                    <a:gd name="connsiteX3" fmla="*/ 499635 w 2088867"/>
                    <a:gd name="connsiteY3" fmla="*/ 139700 h 1953073"/>
                    <a:gd name="connsiteX0" fmla="*/ 520808 w 2110040"/>
                    <a:gd name="connsiteY0" fmla="*/ 139700 h 1953073"/>
                    <a:gd name="connsiteX1" fmla="*/ 1841194 w 2110040"/>
                    <a:gd name="connsiteY1" fmla="*/ 0 h 1953073"/>
                    <a:gd name="connsiteX2" fmla="*/ 1079608 w 2110040"/>
                    <a:gd name="connsiteY2" fmla="*/ 1953073 h 1953073"/>
                    <a:gd name="connsiteX3" fmla="*/ 520808 w 2110040"/>
                    <a:gd name="connsiteY3" fmla="*/ 139700 h 1953073"/>
                    <a:gd name="connsiteX0" fmla="*/ 356377 w 1945609"/>
                    <a:gd name="connsiteY0" fmla="*/ 139700 h 1953073"/>
                    <a:gd name="connsiteX1" fmla="*/ 1676763 w 1945609"/>
                    <a:gd name="connsiteY1" fmla="*/ 0 h 1953073"/>
                    <a:gd name="connsiteX2" fmla="*/ 915177 w 1945609"/>
                    <a:gd name="connsiteY2" fmla="*/ 1953073 h 1953073"/>
                    <a:gd name="connsiteX3" fmla="*/ 356377 w 1945609"/>
                    <a:gd name="connsiteY3" fmla="*/ 139700 h 1953073"/>
                    <a:gd name="connsiteX0" fmla="*/ 421865 w 2011097"/>
                    <a:gd name="connsiteY0" fmla="*/ 139700 h 1953073"/>
                    <a:gd name="connsiteX1" fmla="*/ 1742251 w 2011097"/>
                    <a:gd name="connsiteY1" fmla="*/ 0 h 1953073"/>
                    <a:gd name="connsiteX2" fmla="*/ 980665 w 2011097"/>
                    <a:gd name="connsiteY2" fmla="*/ 1953073 h 1953073"/>
                    <a:gd name="connsiteX3" fmla="*/ 421865 w 2011097"/>
                    <a:gd name="connsiteY3" fmla="*/ 139700 h 1953073"/>
                    <a:gd name="connsiteX0" fmla="*/ 432822 w 2022054"/>
                    <a:gd name="connsiteY0" fmla="*/ 139700 h 1953073"/>
                    <a:gd name="connsiteX1" fmla="*/ 1753208 w 2022054"/>
                    <a:gd name="connsiteY1" fmla="*/ 0 h 1953073"/>
                    <a:gd name="connsiteX2" fmla="*/ 991622 w 2022054"/>
                    <a:gd name="connsiteY2" fmla="*/ 1953073 h 1953073"/>
                    <a:gd name="connsiteX3" fmla="*/ 432822 w 2022054"/>
                    <a:gd name="connsiteY3" fmla="*/ 139700 h 1953073"/>
                    <a:gd name="connsiteX0" fmla="*/ 384320 w 2049752"/>
                    <a:gd name="connsiteY0" fmla="*/ 63500 h 1953073"/>
                    <a:gd name="connsiteX1" fmla="*/ 1780906 w 2049752"/>
                    <a:gd name="connsiteY1" fmla="*/ 0 h 1953073"/>
                    <a:gd name="connsiteX2" fmla="*/ 1019320 w 2049752"/>
                    <a:gd name="connsiteY2" fmla="*/ 1953073 h 1953073"/>
                    <a:gd name="connsiteX3" fmla="*/ 384320 w 2049752"/>
                    <a:gd name="connsiteY3" fmla="*/ 63500 h 1953073"/>
                    <a:gd name="connsiteX0" fmla="*/ 384320 w 2069519"/>
                    <a:gd name="connsiteY0" fmla="*/ 88900 h 1978473"/>
                    <a:gd name="connsiteX1" fmla="*/ 1831706 w 2069519"/>
                    <a:gd name="connsiteY1" fmla="*/ 0 h 1978473"/>
                    <a:gd name="connsiteX2" fmla="*/ 1019320 w 2069519"/>
                    <a:gd name="connsiteY2" fmla="*/ 1978473 h 1978473"/>
                    <a:gd name="connsiteX3" fmla="*/ 384320 w 2069519"/>
                    <a:gd name="connsiteY3" fmla="*/ 88900 h 1978473"/>
                    <a:gd name="connsiteX0" fmla="*/ 384320 w 2090836"/>
                    <a:gd name="connsiteY0" fmla="*/ 88900 h 1978473"/>
                    <a:gd name="connsiteX1" fmla="*/ 1831706 w 2090836"/>
                    <a:gd name="connsiteY1" fmla="*/ 0 h 1978473"/>
                    <a:gd name="connsiteX2" fmla="*/ 1019320 w 2090836"/>
                    <a:gd name="connsiteY2" fmla="*/ 1978473 h 1978473"/>
                    <a:gd name="connsiteX3" fmla="*/ 384320 w 2090836"/>
                    <a:gd name="connsiteY3" fmla="*/ 88900 h 1978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0836" h="1978473">
                      <a:moveTo>
                        <a:pt x="384320" y="88900"/>
                      </a:moveTo>
                      <a:lnTo>
                        <a:pt x="1831706" y="0"/>
                      </a:lnTo>
                      <a:cubicBezTo>
                        <a:pt x="1577844" y="651024"/>
                        <a:pt x="3000382" y="1276649"/>
                        <a:pt x="1019320" y="1978473"/>
                      </a:cubicBezTo>
                      <a:cubicBezTo>
                        <a:pt x="-894147" y="1386715"/>
                        <a:pt x="494387" y="363158"/>
                        <a:pt x="384320" y="88900"/>
                      </a:cubicBezTo>
                      <a:close/>
                    </a:path>
                  </a:pathLst>
                </a:custGeom>
                <a:solidFill>
                  <a:srgbClr val="F8ED3B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A425E34D-5140-4C80-3BA7-A9280972E136}"/>
                    </a:ext>
                  </a:extLst>
                </p:cNvPr>
                <p:cNvSpPr/>
                <p:nvPr/>
              </p:nvSpPr>
              <p:spPr>
                <a:xfrm>
                  <a:off x="2197748" y="6180733"/>
                  <a:ext cx="2487136" cy="870335"/>
                </a:xfrm>
                <a:custGeom>
                  <a:avLst/>
                  <a:gdLst>
                    <a:gd name="connsiteX0" fmla="*/ 85313 w 2090836"/>
                    <a:gd name="connsiteY0" fmla="*/ 0 h 731656"/>
                    <a:gd name="connsiteX1" fmla="*/ 103638 w 2090836"/>
                    <a:gd name="connsiteY1" fmla="*/ 13227 h 731656"/>
                    <a:gd name="connsiteX2" fmla="*/ 1901708 w 2090836"/>
                    <a:gd name="connsiteY2" fmla="*/ 98568 h 731656"/>
                    <a:gd name="connsiteX3" fmla="*/ 2012822 w 2090836"/>
                    <a:gd name="connsiteY3" fmla="*/ 45877 h 731656"/>
                    <a:gd name="connsiteX4" fmla="*/ 2035732 w 2090836"/>
                    <a:gd name="connsiteY4" fmla="*/ 101169 h 731656"/>
                    <a:gd name="connsiteX5" fmla="*/ 2089158 w 2090836"/>
                    <a:gd name="connsiteY5" fmla="*/ 406818 h 731656"/>
                    <a:gd name="connsiteX6" fmla="*/ 2082082 w 2090836"/>
                    <a:gd name="connsiteY6" fmla="*/ 454530 h 731656"/>
                    <a:gd name="connsiteX7" fmla="*/ 2061872 w 2090836"/>
                    <a:gd name="connsiteY7" fmla="*/ 462605 h 731656"/>
                    <a:gd name="connsiteX8" fmla="*/ 100105 w 2090836"/>
                    <a:gd name="connsiteY8" fmla="*/ 467357 h 731656"/>
                    <a:gd name="connsiteX9" fmla="*/ 3394 w 2090836"/>
                    <a:gd name="connsiteY9" fmla="*/ 410264 h 731656"/>
                    <a:gd name="connsiteX10" fmla="*/ 293 w 2090836"/>
                    <a:gd name="connsiteY10" fmla="*/ 375443 h 731656"/>
                    <a:gd name="connsiteX11" fmla="*/ 70262 w 2090836"/>
                    <a:gd name="connsiteY11" fmla="*/ 32997 h 731656"/>
                    <a:gd name="connsiteX12" fmla="*/ 85313 w 2090836"/>
                    <a:gd name="connsiteY12" fmla="*/ 0 h 731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90836" h="731656">
                      <a:moveTo>
                        <a:pt x="85313" y="0"/>
                      </a:moveTo>
                      <a:lnTo>
                        <a:pt x="103638" y="13227"/>
                      </a:lnTo>
                      <a:cubicBezTo>
                        <a:pt x="624258" y="359537"/>
                        <a:pt x="1237831" y="390353"/>
                        <a:pt x="1901708" y="98568"/>
                      </a:cubicBezTo>
                      <a:lnTo>
                        <a:pt x="2012822" y="45877"/>
                      </a:lnTo>
                      <a:lnTo>
                        <a:pt x="2035732" y="101169"/>
                      </a:lnTo>
                      <a:cubicBezTo>
                        <a:pt x="2073333" y="202458"/>
                        <a:pt x="2097601" y="304211"/>
                        <a:pt x="2089158" y="406818"/>
                      </a:cubicBezTo>
                      <a:lnTo>
                        <a:pt x="2082082" y="454530"/>
                      </a:lnTo>
                      <a:lnTo>
                        <a:pt x="2061872" y="462605"/>
                      </a:lnTo>
                      <a:cubicBezTo>
                        <a:pt x="1621195" y="644809"/>
                        <a:pt x="981489" y="961521"/>
                        <a:pt x="100105" y="467357"/>
                      </a:cubicBezTo>
                      <a:lnTo>
                        <a:pt x="3394" y="410264"/>
                      </a:lnTo>
                      <a:lnTo>
                        <a:pt x="293" y="375443"/>
                      </a:lnTo>
                      <a:cubicBezTo>
                        <a:pt x="-3282" y="258620"/>
                        <a:pt x="26146" y="142970"/>
                        <a:pt x="70262" y="32997"/>
                      </a:cubicBezTo>
                      <a:lnTo>
                        <a:pt x="85313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1932C21F-41E2-E384-20F3-1D7C65688C6E}"/>
                  </a:ext>
                </a:extLst>
              </p:cNvPr>
              <p:cNvGrpSpPr/>
              <p:nvPr/>
            </p:nvGrpSpPr>
            <p:grpSpPr>
              <a:xfrm rot="18237131" flipH="1">
                <a:off x="4072573" y="3748414"/>
                <a:ext cx="1434170" cy="1821427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39" name="Oval 138">
                  <a:extLst>
                    <a:ext uri="{FF2B5EF4-FFF2-40B4-BE49-F238E27FC236}">
                      <a16:creationId xmlns:a16="http://schemas.microsoft.com/office/drawing/2014/main" id="{2A63D10D-7FDA-2ADB-C88F-636E272392F6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0D6A6C38-5F9F-7B51-BF82-07A52912456F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BB04AE85-553C-6A32-DE16-0DE785A1BBB7}"/>
                  </a:ext>
                </a:extLst>
              </p:cNvPr>
              <p:cNvGrpSpPr/>
              <p:nvPr/>
            </p:nvGrpSpPr>
            <p:grpSpPr>
              <a:xfrm rot="2251720">
                <a:off x="1390666" y="3797659"/>
                <a:ext cx="1434170" cy="1821427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04F148DC-9A43-350C-5064-C9C3493E9343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Oval 137">
                  <a:extLst>
                    <a:ext uri="{FF2B5EF4-FFF2-40B4-BE49-F238E27FC236}">
                      <a16:creationId xmlns:a16="http://schemas.microsoft.com/office/drawing/2014/main" id="{4F6BDF88-67F2-394D-20FF-B92CEB8936F4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0F93D54D-B87F-8057-0433-D87019B5E545}"/>
                  </a:ext>
                </a:extLst>
              </p:cNvPr>
              <p:cNvGrpSpPr/>
              <p:nvPr/>
            </p:nvGrpSpPr>
            <p:grpSpPr>
              <a:xfrm>
                <a:off x="1716721" y="4342499"/>
                <a:ext cx="3573875" cy="3076627"/>
                <a:chOff x="1583316" y="3140485"/>
                <a:chExt cx="3573875" cy="3076627"/>
              </a:xfrm>
            </p:grpSpPr>
            <p:sp>
              <p:nvSpPr>
                <p:cNvPr id="125" name="Rectangle 8">
                  <a:extLst>
                    <a:ext uri="{FF2B5EF4-FFF2-40B4-BE49-F238E27FC236}">
                      <a16:creationId xmlns:a16="http://schemas.microsoft.com/office/drawing/2014/main" id="{5F23762C-1495-2B2F-1464-5747F3448ACB}"/>
                    </a:ext>
                  </a:extLst>
                </p:cNvPr>
                <p:cNvSpPr/>
                <p:nvPr/>
              </p:nvSpPr>
              <p:spPr>
                <a:xfrm>
                  <a:off x="1583316" y="3140485"/>
                  <a:ext cx="3573875" cy="3076627"/>
                </a:xfrm>
                <a:custGeom>
                  <a:avLst/>
                  <a:gdLst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2057400 w 2057400"/>
                    <a:gd name="connsiteY2" fmla="*/ 647700 h 647700"/>
                    <a:gd name="connsiteX3" fmla="*/ 0 w 2057400"/>
                    <a:gd name="connsiteY3" fmla="*/ 647700 h 647700"/>
                    <a:gd name="connsiteX4" fmla="*/ 0 w 2057400"/>
                    <a:gd name="connsiteY4" fmla="*/ 0 h 647700"/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0 w 2057400"/>
                    <a:gd name="connsiteY2" fmla="*/ 647700 h 647700"/>
                    <a:gd name="connsiteX3" fmla="*/ 0 w 2057400"/>
                    <a:gd name="connsiteY3" fmla="*/ 0 h 647700"/>
                    <a:gd name="connsiteX0" fmla="*/ 0 w 2222500"/>
                    <a:gd name="connsiteY0" fmla="*/ 0 h 647700"/>
                    <a:gd name="connsiteX1" fmla="*/ 2222500 w 2222500"/>
                    <a:gd name="connsiteY1" fmla="*/ 482600 h 647700"/>
                    <a:gd name="connsiteX2" fmla="*/ 0 w 2222500"/>
                    <a:gd name="connsiteY2" fmla="*/ 647700 h 647700"/>
                    <a:gd name="connsiteX3" fmla="*/ 0 w 2222500"/>
                    <a:gd name="connsiteY3" fmla="*/ 0 h 647700"/>
                    <a:gd name="connsiteX0" fmla="*/ 0 w 2222500"/>
                    <a:gd name="connsiteY0" fmla="*/ 0 h 840315"/>
                    <a:gd name="connsiteX1" fmla="*/ 2222500 w 2222500"/>
                    <a:gd name="connsiteY1" fmla="*/ 482600 h 840315"/>
                    <a:gd name="connsiteX2" fmla="*/ 0 w 2222500"/>
                    <a:gd name="connsiteY2" fmla="*/ 647700 h 840315"/>
                    <a:gd name="connsiteX3" fmla="*/ 0 w 2222500"/>
                    <a:gd name="connsiteY3" fmla="*/ 0 h 840315"/>
                    <a:gd name="connsiteX0" fmla="*/ 723900 w 2946400"/>
                    <a:gd name="connsiteY0" fmla="*/ 0 h 824792"/>
                    <a:gd name="connsiteX1" fmla="*/ 2946400 w 2946400"/>
                    <a:gd name="connsiteY1" fmla="*/ 482600 h 824792"/>
                    <a:gd name="connsiteX2" fmla="*/ 0 w 2946400"/>
                    <a:gd name="connsiteY2" fmla="*/ 596900 h 824792"/>
                    <a:gd name="connsiteX3" fmla="*/ 723900 w 2946400"/>
                    <a:gd name="connsiteY3" fmla="*/ 0 h 824792"/>
                    <a:gd name="connsiteX0" fmla="*/ 723900 w 2946400"/>
                    <a:gd name="connsiteY0" fmla="*/ 0 h 1205947"/>
                    <a:gd name="connsiteX1" fmla="*/ 2946400 w 2946400"/>
                    <a:gd name="connsiteY1" fmla="*/ 482600 h 1205947"/>
                    <a:gd name="connsiteX2" fmla="*/ 0 w 2946400"/>
                    <a:gd name="connsiteY2" fmla="*/ 596900 h 1205947"/>
                    <a:gd name="connsiteX3" fmla="*/ 723900 w 2946400"/>
                    <a:gd name="connsiteY3" fmla="*/ 0 h 1205947"/>
                    <a:gd name="connsiteX0" fmla="*/ 723900 w 2946423"/>
                    <a:gd name="connsiteY0" fmla="*/ 0 h 1218081"/>
                    <a:gd name="connsiteX1" fmla="*/ 2946400 w 2946423"/>
                    <a:gd name="connsiteY1" fmla="*/ 482600 h 1218081"/>
                    <a:gd name="connsiteX2" fmla="*/ 0 w 2946423"/>
                    <a:gd name="connsiteY2" fmla="*/ 596900 h 1218081"/>
                    <a:gd name="connsiteX3" fmla="*/ 723900 w 2946423"/>
                    <a:gd name="connsiteY3" fmla="*/ 0 h 1218081"/>
                    <a:gd name="connsiteX0" fmla="*/ 0 w 2946423"/>
                    <a:gd name="connsiteY0" fmla="*/ 114300 h 735481"/>
                    <a:gd name="connsiteX1" fmla="*/ 2946400 w 2946423"/>
                    <a:gd name="connsiteY1" fmla="*/ 0 h 735481"/>
                    <a:gd name="connsiteX2" fmla="*/ 0 w 2946423"/>
                    <a:gd name="connsiteY2" fmla="*/ 114300 h 735481"/>
                    <a:gd name="connsiteX0" fmla="*/ 27 w 2946450"/>
                    <a:gd name="connsiteY0" fmla="*/ 1545489 h 2166670"/>
                    <a:gd name="connsiteX1" fmla="*/ 2946427 w 2946450"/>
                    <a:gd name="connsiteY1" fmla="*/ 1431189 h 2166670"/>
                    <a:gd name="connsiteX2" fmla="*/ 27 w 2946450"/>
                    <a:gd name="connsiteY2" fmla="*/ 1545489 h 2166670"/>
                    <a:gd name="connsiteX0" fmla="*/ 16 w 3015713"/>
                    <a:gd name="connsiteY0" fmla="*/ 2044822 h 2666003"/>
                    <a:gd name="connsiteX1" fmla="*/ 2946416 w 3015713"/>
                    <a:gd name="connsiteY1" fmla="*/ 1930522 h 2666003"/>
                    <a:gd name="connsiteX2" fmla="*/ 16 w 3015713"/>
                    <a:gd name="connsiteY2" fmla="*/ 2044822 h 2666003"/>
                    <a:gd name="connsiteX0" fmla="*/ 11809 w 3023631"/>
                    <a:gd name="connsiteY0" fmla="*/ 1918700 h 2539881"/>
                    <a:gd name="connsiteX1" fmla="*/ 2958209 w 3023631"/>
                    <a:gd name="connsiteY1" fmla="*/ 1804400 h 2539881"/>
                    <a:gd name="connsiteX2" fmla="*/ 11809 w 3023631"/>
                    <a:gd name="connsiteY2" fmla="*/ 1918700 h 2539881"/>
                    <a:gd name="connsiteX0" fmla="*/ 11589 w 3038485"/>
                    <a:gd name="connsiteY0" fmla="*/ 1978139 h 2599320"/>
                    <a:gd name="connsiteX1" fmla="*/ 2957989 w 3038485"/>
                    <a:gd name="connsiteY1" fmla="*/ 1863839 h 2599320"/>
                    <a:gd name="connsiteX2" fmla="*/ 11589 w 3038485"/>
                    <a:gd name="connsiteY2" fmla="*/ 1978139 h 2599320"/>
                    <a:gd name="connsiteX0" fmla="*/ 11480 w 3075773"/>
                    <a:gd name="connsiteY0" fmla="*/ 1978139 h 2599320"/>
                    <a:gd name="connsiteX1" fmla="*/ 2995980 w 3075773"/>
                    <a:gd name="connsiteY1" fmla="*/ 1863839 h 2599320"/>
                    <a:gd name="connsiteX2" fmla="*/ 11480 w 3075773"/>
                    <a:gd name="connsiteY2" fmla="*/ 1978139 h 2599320"/>
                    <a:gd name="connsiteX0" fmla="*/ 12565 w 3018177"/>
                    <a:gd name="connsiteY0" fmla="*/ 1973844 h 2595025"/>
                    <a:gd name="connsiteX1" fmla="*/ 2997065 w 3018177"/>
                    <a:gd name="connsiteY1" fmla="*/ 1859544 h 2595025"/>
                    <a:gd name="connsiteX2" fmla="*/ 12565 w 3018177"/>
                    <a:gd name="connsiteY2" fmla="*/ 1973844 h 2595025"/>
                    <a:gd name="connsiteX0" fmla="*/ 12524 w 3019686"/>
                    <a:gd name="connsiteY0" fmla="*/ 2087884 h 2709065"/>
                    <a:gd name="connsiteX1" fmla="*/ 2997024 w 3019686"/>
                    <a:gd name="connsiteY1" fmla="*/ 1973584 h 2709065"/>
                    <a:gd name="connsiteX2" fmla="*/ 12524 w 3019686"/>
                    <a:gd name="connsiteY2" fmla="*/ 2087884 h 2709065"/>
                    <a:gd name="connsiteX0" fmla="*/ 11347 w 3018584"/>
                    <a:gd name="connsiteY0" fmla="*/ 1949183 h 2570364"/>
                    <a:gd name="connsiteX1" fmla="*/ 2995847 w 3018584"/>
                    <a:gd name="connsiteY1" fmla="*/ 1834883 h 2570364"/>
                    <a:gd name="connsiteX2" fmla="*/ 11347 w 3018584"/>
                    <a:gd name="connsiteY2" fmla="*/ 1949183 h 2570364"/>
                    <a:gd name="connsiteX0" fmla="*/ 11415 w 2996562"/>
                    <a:gd name="connsiteY0" fmla="*/ 1949183 h 2570364"/>
                    <a:gd name="connsiteX1" fmla="*/ 2973690 w 2996562"/>
                    <a:gd name="connsiteY1" fmla="*/ 1834883 h 2570364"/>
                    <a:gd name="connsiteX2" fmla="*/ 11415 w 2996562"/>
                    <a:gd name="connsiteY2" fmla="*/ 1949183 h 2570364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54 w 2983978"/>
                    <a:gd name="connsiteY0" fmla="*/ 1924976 h 2585410"/>
                    <a:gd name="connsiteX1" fmla="*/ 2961029 w 2983978"/>
                    <a:gd name="connsiteY1" fmla="*/ 1861476 h 2585410"/>
                    <a:gd name="connsiteX2" fmla="*/ 11454 w 2983978"/>
                    <a:gd name="connsiteY2" fmla="*/ 1924976 h 2585410"/>
                    <a:gd name="connsiteX0" fmla="*/ 11454 w 2983978"/>
                    <a:gd name="connsiteY0" fmla="*/ 1924976 h 2619551"/>
                    <a:gd name="connsiteX1" fmla="*/ 2961029 w 2983978"/>
                    <a:gd name="connsiteY1" fmla="*/ 1861476 h 2619551"/>
                    <a:gd name="connsiteX2" fmla="*/ 11454 w 2983978"/>
                    <a:gd name="connsiteY2" fmla="*/ 1924976 h 2619551"/>
                    <a:gd name="connsiteX0" fmla="*/ 18254 w 2990383"/>
                    <a:gd name="connsiteY0" fmla="*/ 1924976 h 2619551"/>
                    <a:gd name="connsiteX1" fmla="*/ 2967829 w 2990383"/>
                    <a:gd name="connsiteY1" fmla="*/ 1861476 h 2619551"/>
                    <a:gd name="connsiteX2" fmla="*/ 18254 w 2990383"/>
                    <a:gd name="connsiteY2" fmla="*/ 1924976 h 2619551"/>
                    <a:gd name="connsiteX0" fmla="*/ 32932 w 3004414"/>
                    <a:gd name="connsiteY0" fmla="*/ 1891823 h 2586398"/>
                    <a:gd name="connsiteX1" fmla="*/ 2982507 w 3004414"/>
                    <a:gd name="connsiteY1" fmla="*/ 1828323 h 2586398"/>
                    <a:gd name="connsiteX2" fmla="*/ 32932 w 3004414"/>
                    <a:gd name="connsiteY2" fmla="*/ 1891823 h 2586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04414" h="2586398">
                      <a:moveTo>
                        <a:pt x="32932" y="1891823"/>
                      </a:moveTo>
                      <a:cubicBezTo>
                        <a:pt x="-385110" y="-791052"/>
                        <a:pt x="3321174" y="-444977"/>
                        <a:pt x="2982507" y="1828323"/>
                      </a:cubicBezTo>
                      <a:cubicBezTo>
                        <a:pt x="2990974" y="2594556"/>
                        <a:pt x="430865" y="3030590"/>
                        <a:pt x="32932" y="1891823"/>
                      </a:cubicBezTo>
                      <a:close/>
                    </a:path>
                  </a:pathLst>
                </a:custGeom>
                <a:solidFill>
                  <a:srgbClr val="F8ED3B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Arc 125">
                  <a:extLst>
                    <a:ext uri="{FF2B5EF4-FFF2-40B4-BE49-F238E27FC236}">
                      <a16:creationId xmlns:a16="http://schemas.microsoft.com/office/drawing/2014/main" id="{05D7B75D-BA87-1683-5A48-887330702FA6}"/>
                    </a:ext>
                  </a:extLst>
                </p:cNvPr>
                <p:cNvSpPr/>
                <p:nvPr/>
              </p:nvSpPr>
              <p:spPr>
                <a:xfrm rot="9634460">
                  <a:off x="3151578" y="5059982"/>
                  <a:ext cx="303962" cy="275084"/>
                </a:xfrm>
                <a:prstGeom prst="arc">
                  <a:avLst>
                    <a:gd name="adj1" fmla="val 12939651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EDE7A5FA-B51F-9B87-5124-82EB5A7BCC65}"/>
                    </a:ext>
                  </a:extLst>
                </p:cNvPr>
                <p:cNvGrpSpPr/>
                <p:nvPr/>
              </p:nvGrpSpPr>
              <p:grpSpPr>
                <a:xfrm rot="10473855" flipH="1">
                  <a:off x="3992823" y="4376330"/>
                  <a:ext cx="563582" cy="341024"/>
                  <a:chOff x="7918336" y="2107505"/>
                  <a:chExt cx="563582" cy="341024"/>
                </a:xfrm>
              </p:grpSpPr>
              <p:sp>
                <p:nvSpPr>
                  <p:cNvPr id="133" name="Freeform: Shape 132">
                    <a:extLst>
                      <a:ext uri="{FF2B5EF4-FFF2-40B4-BE49-F238E27FC236}">
                        <a16:creationId xmlns:a16="http://schemas.microsoft.com/office/drawing/2014/main" id="{4D6650AF-6E44-FF8D-94EC-CAE4038F4F5D}"/>
                      </a:ext>
                    </a:extLst>
                  </p:cNvPr>
                  <p:cNvSpPr/>
                  <p:nvPr/>
                </p:nvSpPr>
                <p:spPr>
                  <a:xfrm rot="1407024">
                    <a:off x="7918336" y="2107505"/>
                    <a:ext cx="456018" cy="341024"/>
                  </a:xfrm>
                  <a:custGeom>
                    <a:avLst/>
                    <a:gdLst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65791 w 685477"/>
                      <a:gd name="connsiteY6" fmla="*/ 68160 h 512620"/>
                      <a:gd name="connsiteX7" fmla="*/ 409986 w 685477"/>
                      <a:gd name="connsiteY7" fmla="*/ 69908 h 512620"/>
                      <a:gd name="connsiteX8" fmla="*/ 3412 w 685477"/>
                      <a:gd name="connsiteY8" fmla="*/ 512620 h 512620"/>
                      <a:gd name="connsiteX9" fmla="*/ 401872 w 685477"/>
                      <a:gd name="connsiteY9" fmla="*/ 3412 h 512620"/>
                      <a:gd name="connsiteX10" fmla="*/ 494461 w 685477"/>
                      <a:gd name="connsiteY10" fmla="*/ 1472 h 512620"/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09986 w 685477"/>
                      <a:gd name="connsiteY6" fmla="*/ 69908 h 512620"/>
                      <a:gd name="connsiteX7" fmla="*/ 3412 w 685477"/>
                      <a:gd name="connsiteY7" fmla="*/ 512620 h 512620"/>
                      <a:gd name="connsiteX8" fmla="*/ 401872 w 685477"/>
                      <a:gd name="connsiteY8" fmla="*/ 3412 h 512620"/>
                      <a:gd name="connsiteX9" fmla="*/ 494461 w 685477"/>
                      <a:gd name="connsiteY9" fmla="*/ 1472 h 51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85477" h="512620">
                        <a:moveTo>
                          <a:pt x="494461" y="1472"/>
                        </a:moveTo>
                        <a:cubicBezTo>
                          <a:pt x="555023" y="6354"/>
                          <a:pt x="612803" y="23229"/>
                          <a:pt x="665072" y="49959"/>
                        </a:cubicBezTo>
                        <a:lnTo>
                          <a:pt x="685477" y="62993"/>
                        </a:lnTo>
                        <a:lnTo>
                          <a:pt x="675687" y="59992"/>
                        </a:lnTo>
                        <a:cubicBezTo>
                          <a:pt x="647525" y="54575"/>
                          <a:pt x="616562" y="51580"/>
                          <a:pt x="584061" y="51580"/>
                        </a:cubicBezTo>
                        <a:cubicBezTo>
                          <a:pt x="551560" y="51580"/>
                          <a:pt x="520597" y="54575"/>
                          <a:pt x="492435" y="59992"/>
                        </a:cubicBezTo>
                        <a:lnTo>
                          <a:pt x="409986" y="69908"/>
                        </a:lnTo>
                        <a:cubicBezTo>
                          <a:pt x="184061" y="97474"/>
                          <a:pt x="11686" y="285170"/>
                          <a:pt x="3412" y="512620"/>
                        </a:cubicBezTo>
                        <a:cubicBezTo>
                          <a:pt x="-27171" y="261974"/>
                          <a:pt x="151226" y="33994"/>
                          <a:pt x="401872" y="3412"/>
                        </a:cubicBezTo>
                        <a:cubicBezTo>
                          <a:pt x="433203" y="-411"/>
                          <a:pt x="464179" y="-969"/>
                          <a:pt x="494461" y="1472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4" name="Freeform: Shape 133">
                    <a:extLst>
                      <a:ext uri="{FF2B5EF4-FFF2-40B4-BE49-F238E27FC236}">
                        <a16:creationId xmlns:a16="http://schemas.microsoft.com/office/drawing/2014/main" id="{C5A337AB-B73E-9910-3BBE-0FCB50E21878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171278" y="211239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Freeform: Shape 134">
                    <a:extLst>
                      <a:ext uri="{FF2B5EF4-FFF2-40B4-BE49-F238E27FC236}">
                        <a16:creationId xmlns:a16="http://schemas.microsoft.com/office/drawing/2014/main" id="{5693927E-F5E0-0236-B866-1459C529DE1E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280422" y="215367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6" name="Freeform: Shape 135">
                    <a:extLst>
                      <a:ext uri="{FF2B5EF4-FFF2-40B4-BE49-F238E27FC236}">
                        <a16:creationId xmlns:a16="http://schemas.microsoft.com/office/drawing/2014/main" id="{60ED4657-3CDF-DB4C-68D6-B3A8BB0266C1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364837" y="2208717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2B845090-A2C0-80DD-80B3-263B176067D0}"/>
                    </a:ext>
                  </a:extLst>
                </p:cNvPr>
                <p:cNvGrpSpPr/>
                <p:nvPr/>
              </p:nvGrpSpPr>
              <p:grpSpPr>
                <a:xfrm rot="10800000">
                  <a:off x="2147864" y="4363942"/>
                  <a:ext cx="563582" cy="341024"/>
                  <a:chOff x="7918336" y="2107505"/>
                  <a:chExt cx="563582" cy="341024"/>
                </a:xfrm>
              </p:grpSpPr>
              <p:sp>
                <p:nvSpPr>
                  <p:cNvPr id="129" name="Freeform: Shape 128">
                    <a:extLst>
                      <a:ext uri="{FF2B5EF4-FFF2-40B4-BE49-F238E27FC236}">
                        <a16:creationId xmlns:a16="http://schemas.microsoft.com/office/drawing/2014/main" id="{0301EC3B-E9E9-960E-D18C-22C652EB77D7}"/>
                      </a:ext>
                    </a:extLst>
                  </p:cNvPr>
                  <p:cNvSpPr/>
                  <p:nvPr/>
                </p:nvSpPr>
                <p:spPr>
                  <a:xfrm rot="1407024">
                    <a:off x="7918336" y="2107505"/>
                    <a:ext cx="456018" cy="341024"/>
                  </a:xfrm>
                  <a:custGeom>
                    <a:avLst/>
                    <a:gdLst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65791 w 685477"/>
                      <a:gd name="connsiteY6" fmla="*/ 68160 h 512620"/>
                      <a:gd name="connsiteX7" fmla="*/ 409986 w 685477"/>
                      <a:gd name="connsiteY7" fmla="*/ 69908 h 512620"/>
                      <a:gd name="connsiteX8" fmla="*/ 3412 w 685477"/>
                      <a:gd name="connsiteY8" fmla="*/ 512620 h 512620"/>
                      <a:gd name="connsiteX9" fmla="*/ 401872 w 685477"/>
                      <a:gd name="connsiteY9" fmla="*/ 3412 h 512620"/>
                      <a:gd name="connsiteX10" fmla="*/ 494461 w 685477"/>
                      <a:gd name="connsiteY10" fmla="*/ 1472 h 512620"/>
                      <a:gd name="connsiteX0" fmla="*/ 494461 w 685477"/>
                      <a:gd name="connsiteY0" fmla="*/ 1472 h 512620"/>
                      <a:gd name="connsiteX1" fmla="*/ 665072 w 685477"/>
                      <a:gd name="connsiteY1" fmla="*/ 49959 h 512620"/>
                      <a:gd name="connsiteX2" fmla="*/ 685477 w 685477"/>
                      <a:gd name="connsiteY2" fmla="*/ 62993 h 512620"/>
                      <a:gd name="connsiteX3" fmla="*/ 675687 w 685477"/>
                      <a:gd name="connsiteY3" fmla="*/ 59992 h 512620"/>
                      <a:gd name="connsiteX4" fmla="*/ 584061 w 685477"/>
                      <a:gd name="connsiteY4" fmla="*/ 51580 h 512620"/>
                      <a:gd name="connsiteX5" fmla="*/ 492435 w 685477"/>
                      <a:gd name="connsiteY5" fmla="*/ 59992 h 512620"/>
                      <a:gd name="connsiteX6" fmla="*/ 409986 w 685477"/>
                      <a:gd name="connsiteY6" fmla="*/ 69908 h 512620"/>
                      <a:gd name="connsiteX7" fmla="*/ 3412 w 685477"/>
                      <a:gd name="connsiteY7" fmla="*/ 512620 h 512620"/>
                      <a:gd name="connsiteX8" fmla="*/ 401872 w 685477"/>
                      <a:gd name="connsiteY8" fmla="*/ 3412 h 512620"/>
                      <a:gd name="connsiteX9" fmla="*/ 494461 w 685477"/>
                      <a:gd name="connsiteY9" fmla="*/ 1472 h 512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85477" h="512620">
                        <a:moveTo>
                          <a:pt x="494461" y="1472"/>
                        </a:moveTo>
                        <a:cubicBezTo>
                          <a:pt x="555023" y="6354"/>
                          <a:pt x="612803" y="23229"/>
                          <a:pt x="665072" y="49959"/>
                        </a:cubicBezTo>
                        <a:lnTo>
                          <a:pt x="685477" y="62993"/>
                        </a:lnTo>
                        <a:lnTo>
                          <a:pt x="675687" y="59992"/>
                        </a:lnTo>
                        <a:cubicBezTo>
                          <a:pt x="647525" y="54575"/>
                          <a:pt x="616562" y="51580"/>
                          <a:pt x="584061" y="51580"/>
                        </a:cubicBezTo>
                        <a:cubicBezTo>
                          <a:pt x="551560" y="51580"/>
                          <a:pt x="520597" y="54575"/>
                          <a:pt x="492435" y="59992"/>
                        </a:cubicBezTo>
                        <a:lnTo>
                          <a:pt x="409986" y="69908"/>
                        </a:lnTo>
                        <a:cubicBezTo>
                          <a:pt x="184061" y="97474"/>
                          <a:pt x="11686" y="285170"/>
                          <a:pt x="3412" y="512620"/>
                        </a:cubicBezTo>
                        <a:cubicBezTo>
                          <a:pt x="-27171" y="261974"/>
                          <a:pt x="151226" y="33994"/>
                          <a:pt x="401872" y="3412"/>
                        </a:cubicBezTo>
                        <a:cubicBezTo>
                          <a:pt x="433203" y="-411"/>
                          <a:pt x="464179" y="-969"/>
                          <a:pt x="494461" y="1472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  <a:ln w="381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30" name="Freeform: Shape 129">
                    <a:extLst>
                      <a:ext uri="{FF2B5EF4-FFF2-40B4-BE49-F238E27FC236}">
                        <a16:creationId xmlns:a16="http://schemas.microsoft.com/office/drawing/2014/main" id="{C7A44A33-D94A-74A2-8376-2990E6B58193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171278" y="211239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Freeform: Shape 130">
                    <a:extLst>
                      <a:ext uri="{FF2B5EF4-FFF2-40B4-BE49-F238E27FC236}">
                        <a16:creationId xmlns:a16="http://schemas.microsoft.com/office/drawing/2014/main" id="{FC6F0EB5-3964-946F-E7AB-1BFF3D5B3F50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280422" y="2153672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2" name="Freeform: Shape 131">
                    <a:extLst>
                      <a:ext uri="{FF2B5EF4-FFF2-40B4-BE49-F238E27FC236}">
                        <a16:creationId xmlns:a16="http://schemas.microsoft.com/office/drawing/2014/main" id="{92F8EF3C-AFE0-79D0-FF18-71DE0F1EDE35}"/>
                      </a:ext>
                    </a:extLst>
                  </p:cNvPr>
                  <p:cNvSpPr/>
                  <p:nvPr/>
                </p:nvSpPr>
                <p:spPr>
                  <a:xfrm rot="20807829" flipH="1">
                    <a:off x="8364837" y="2208717"/>
                    <a:ext cx="117081" cy="26377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47D5D39-3D5E-CCA0-8223-4EB197C87FAB}"/>
                </a:ext>
              </a:extLst>
            </p:cNvPr>
            <p:cNvSpPr/>
            <p:nvPr/>
          </p:nvSpPr>
          <p:spPr>
            <a:xfrm>
              <a:off x="2039255" y="3970135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E4A0C7D-EF7C-2FA1-968D-23E48FAD7953}"/>
                </a:ext>
              </a:extLst>
            </p:cNvPr>
            <p:cNvSpPr/>
            <p:nvPr/>
          </p:nvSpPr>
          <p:spPr>
            <a:xfrm flipH="1">
              <a:off x="3659473" y="3985562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933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490E9157-BA21-1FD9-27DE-A63CF3B81B56}"/>
              </a:ext>
            </a:extLst>
          </p:cNvPr>
          <p:cNvGrpSpPr/>
          <p:nvPr/>
        </p:nvGrpSpPr>
        <p:grpSpPr>
          <a:xfrm>
            <a:off x="12798" y="420915"/>
            <a:ext cx="6425828" cy="6550746"/>
            <a:chOff x="1026722" y="1583765"/>
            <a:chExt cx="4388188" cy="4473495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216D7A-5D8E-4B70-3625-4505321EDC65}"/>
                </a:ext>
              </a:extLst>
            </p:cNvPr>
            <p:cNvGrpSpPr/>
            <p:nvPr/>
          </p:nvGrpSpPr>
          <p:grpSpPr>
            <a:xfrm rot="10800000">
              <a:off x="1885887" y="1583765"/>
              <a:ext cx="2487136" cy="2353475"/>
              <a:chOff x="1897340" y="2614856"/>
              <a:chExt cx="2487136" cy="2353475"/>
            </a:xfrm>
          </p:grpSpPr>
          <p:sp>
            <p:nvSpPr>
              <p:cNvPr id="37" name="Rectangle 24">
                <a:extLst>
                  <a:ext uri="{FF2B5EF4-FFF2-40B4-BE49-F238E27FC236}">
                    <a16:creationId xmlns:a16="http://schemas.microsoft.com/office/drawing/2014/main" id="{9B5A87A6-DED9-76A1-C9D2-F2CCF9D8E887}"/>
                  </a:ext>
                </a:extLst>
              </p:cNvPr>
              <p:cNvSpPr/>
              <p:nvPr/>
            </p:nvSpPr>
            <p:spPr>
              <a:xfrm>
                <a:off x="1897340" y="2614856"/>
                <a:ext cx="2487136" cy="2353475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B4C6314-FB55-FDB6-1467-DB3DF33EEC70}"/>
                  </a:ext>
                </a:extLst>
              </p:cNvPr>
              <p:cNvSpPr/>
              <p:nvPr/>
            </p:nvSpPr>
            <p:spPr>
              <a:xfrm>
                <a:off x="1897340" y="3505927"/>
                <a:ext cx="2487136" cy="870335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B575968-B00A-983E-1E52-8AE4FD9C4F35}"/>
                </a:ext>
              </a:extLst>
            </p:cNvPr>
            <p:cNvGrpSpPr/>
            <p:nvPr/>
          </p:nvGrpSpPr>
          <p:grpSpPr>
            <a:xfrm flipH="1">
              <a:off x="3980740" y="3387238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BA29348-31C3-3CF9-9FB9-B400C18D6FDD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C1B80AF-6B7C-6F37-0B92-04B323C43ACA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3D3F80C-1CEA-DDED-753F-E92DE7A22915}"/>
                </a:ext>
              </a:extLst>
            </p:cNvPr>
            <p:cNvGrpSpPr/>
            <p:nvPr/>
          </p:nvGrpSpPr>
          <p:grpSpPr>
            <a:xfrm>
              <a:off x="1026722" y="3302983"/>
              <a:ext cx="1434170" cy="1821427"/>
              <a:chOff x="1894651" y="3425580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5084703-A2D6-E3A5-FA8A-D141FA3B1D74}"/>
                  </a:ext>
                </a:extLst>
              </p:cNvPr>
              <p:cNvSpPr/>
              <p:nvPr/>
            </p:nvSpPr>
            <p:spPr>
              <a:xfrm rot="19150760">
                <a:off x="1966540" y="4058400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AF1EB7D7-B042-3499-BB0F-06A4919B53A4}"/>
                  </a:ext>
                </a:extLst>
              </p:cNvPr>
              <p:cNvSpPr/>
              <p:nvPr/>
            </p:nvSpPr>
            <p:spPr>
              <a:xfrm rot="381509">
                <a:off x="1894651" y="3425580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38" name="Rectangle 8">
              <a:extLst>
                <a:ext uri="{FF2B5EF4-FFF2-40B4-BE49-F238E27FC236}">
                  <a16:creationId xmlns:a16="http://schemas.microsoft.com/office/drawing/2014/main" id="{EB95B723-24C9-60FA-2834-748AC4159C53}"/>
                </a:ext>
              </a:extLst>
            </p:cNvPr>
            <p:cNvSpPr/>
            <p:nvPr/>
          </p:nvSpPr>
          <p:spPr>
            <a:xfrm>
              <a:off x="1420357" y="2980633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AF1C307-BC32-923B-7DCA-DF2C3D3C7AF0}"/>
                </a:ext>
              </a:extLst>
            </p:cNvPr>
            <p:cNvSpPr/>
            <p:nvPr/>
          </p:nvSpPr>
          <p:spPr>
            <a:xfrm>
              <a:off x="1709523" y="312399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5539CBD1-B1DC-1705-BF95-BB39D396512B}"/>
                </a:ext>
              </a:extLst>
            </p:cNvPr>
            <p:cNvSpPr/>
            <p:nvPr/>
          </p:nvSpPr>
          <p:spPr>
            <a:xfrm rot="9500543">
              <a:off x="2997984" y="5490951"/>
              <a:ext cx="374365" cy="374365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53B193F-B3AB-6C5B-2E3C-8BAFA6F2BD12}"/>
                </a:ext>
              </a:extLst>
            </p:cNvPr>
            <p:cNvGrpSpPr/>
            <p:nvPr/>
          </p:nvGrpSpPr>
          <p:grpSpPr>
            <a:xfrm>
              <a:off x="2076081" y="4595606"/>
              <a:ext cx="801031" cy="985036"/>
              <a:chOff x="2788371" y="2413698"/>
              <a:chExt cx="673395" cy="828081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1AC61FC4-E62F-DBE3-0078-153652A1B8DD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35B391F-5D29-0735-9B20-FB747727555A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AE84E68B-081D-D41A-0FF5-8544D4B5F41A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A2B852A4-232E-92B9-40B8-AA85DE5BF984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188F7FC8-AEE5-E15A-9266-AFD7764767A0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7B00C2FC-38B5-5280-0FE7-F44268463F35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Freeform: Shape 59">
                  <a:extLst>
                    <a:ext uri="{FF2B5EF4-FFF2-40B4-BE49-F238E27FC236}">
                      <a16:creationId xmlns:a16="http://schemas.microsoft.com/office/drawing/2014/main" id="{94B80B85-F47D-B271-A285-2DD3C36BF8BB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4" name="Arc 53">
                <a:extLst>
                  <a:ext uri="{FF2B5EF4-FFF2-40B4-BE49-F238E27FC236}">
                    <a16:creationId xmlns:a16="http://schemas.microsoft.com/office/drawing/2014/main" id="{8F38794B-D0AC-D3AF-4A3B-4EB3B50D930B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9A828E2-C094-9472-D726-CE463244EB45}"/>
                </a:ext>
              </a:extLst>
            </p:cNvPr>
            <p:cNvSpPr/>
            <p:nvPr/>
          </p:nvSpPr>
          <p:spPr>
            <a:xfrm flipH="1">
              <a:off x="3492243" y="3099377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341E9FF-8A28-A10B-E150-415C8F1F1A26}"/>
                </a:ext>
              </a:extLst>
            </p:cNvPr>
            <p:cNvGrpSpPr/>
            <p:nvPr/>
          </p:nvGrpSpPr>
          <p:grpSpPr>
            <a:xfrm flipH="1">
              <a:off x="3571992" y="4603536"/>
              <a:ext cx="801031" cy="985036"/>
              <a:chOff x="2788371" y="2413698"/>
              <a:chExt cx="673395" cy="828081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E2898C6-2EAE-C5F4-0275-5A71822BBF39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6EC7D7E7-CAC0-B96A-A4D5-DB760F530694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57768633-EDB9-048F-940E-F75DC9F116A3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926FFC32-FA70-AAD8-E5E5-402C4DFE3DAB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Freeform: Shape 49">
                  <a:extLst>
                    <a:ext uri="{FF2B5EF4-FFF2-40B4-BE49-F238E27FC236}">
                      <a16:creationId xmlns:a16="http://schemas.microsoft.com/office/drawing/2014/main" id="{A7EF3A5B-8850-F1AB-2412-3F10960A6C37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DE3656D4-63D0-5FF9-8163-F7176DEC1AFA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DD89A096-F985-0349-8242-E2E88DA850B8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06587E45-BF9B-991A-E0CD-0E9AA18D571A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CED837F-FFC3-2F69-6414-3EBD68567881}"/>
              </a:ext>
            </a:extLst>
          </p:cNvPr>
          <p:cNvGrpSpPr/>
          <p:nvPr/>
        </p:nvGrpSpPr>
        <p:grpSpPr>
          <a:xfrm>
            <a:off x="5332754" y="58704"/>
            <a:ext cx="6398127" cy="6550746"/>
            <a:chOff x="5814728" y="568896"/>
            <a:chExt cx="6398127" cy="655074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211DFD4B-68A4-B824-031A-1FA44CE0EB0C}"/>
                </a:ext>
              </a:extLst>
            </p:cNvPr>
            <p:cNvGrpSpPr/>
            <p:nvPr/>
          </p:nvGrpSpPr>
          <p:grpSpPr>
            <a:xfrm rot="10800000">
              <a:off x="7045143" y="568896"/>
              <a:ext cx="3642029" cy="3446302"/>
              <a:chOff x="1897340" y="2614856"/>
              <a:chExt cx="2487136" cy="2353475"/>
            </a:xfrm>
          </p:grpSpPr>
          <p:sp>
            <p:nvSpPr>
              <p:cNvPr id="99" name="Rectangle 24">
                <a:extLst>
                  <a:ext uri="{FF2B5EF4-FFF2-40B4-BE49-F238E27FC236}">
                    <a16:creationId xmlns:a16="http://schemas.microsoft.com/office/drawing/2014/main" id="{C661F916-2611-A1CC-277E-2BF288F55F25}"/>
                  </a:ext>
                </a:extLst>
              </p:cNvPr>
              <p:cNvSpPr/>
              <p:nvPr/>
            </p:nvSpPr>
            <p:spPr>
              <a:xfrm>
                <a:off x="1897340" y="2614856"/>
                <a:ext cx="2487136" cy="2353475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81A1E8F4-015B-A552-CDAE-8891404EDE80}"/>
                  </a:ext>
                </a:extLst>
              </p:cNvPr>
              <p:cNvSpPr/>
              <p:nvPr/>
            </p:nvSpPr>
            <p:spPr>
              <a:xfrm>
                <a:off x="1897340" y="3505927"/>
                <a:ext cx="2487136" cy="870335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CD7EB07-CB4D-B83C-9AC0-51CD070F5CE0}"/>
                </a:ext>
              </a:extLst>
            </p:cNvPr>
            <p:cNvGrpSpPr/>
            <p:nvPr/>
          </p:nvGrpSpPr>
          <p:grpSpPr>
            <a:xfrm flipH="1">
              <a:off x="10112733" y="3209805"/>
              <a:ext cx="2100122" cy="2667200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7F26C50-4C5E-920E-3CCB-DA9280C51CCC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A83EE2D0-BD1A-F206-1BD6-D4292783E654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18382110-BA38-FC7C-53DA-B05E3F89CB76}"/>
                </a:ext>
              </a:extLst>
            </p:cNvPr>
            <p:cNvGrpSpPr/>
            <p:nvPr/>
          </p:nvGrpSpPr>
          <p:grpSpPr>
            <a:xfrm>
              <a:off x="5814728" y="3103449"/>
              <a:ext cx="2100121" cy="2667200"/>
              <a:chOff x="1910553" y="3435352"/>
              <a:chExt cx="1205649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DC1B3BBE-2FAE-C1F2-BA82-58D1970BCDD4}"/>
                  </a:ext>
                </a:extLst>
              </p:cNvPr>
              <p:cNvSpPr/>
              <p:nvPr/>
            </p:nvSpPr>
            <p:spPr>
              <a:xfrm rot="19150760">
                <a:off x="1982441" y="4068172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B3460ADF-B09F-A286-7E74-9C2A9DF32AF3}"/>
                  </a:ext>
                </a:extLst>
              </p:cNvPr>
              <p:cNvSpPr/>
              <p:nvPr/>
            </p:nvSpPr>
            <p:spPr>
              <a:xfrm rot="381509">
                <a:off x="1910553" y="3435352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3" name="Rectangle 8">
              <a:extLst>
                <a:ext uri="{FF2B5EF4-FFF2-40B4-BE49-F238E27FC236}">
                  <a16:creationId xmlns:a16="http://schemas.microsoft.com/office/drawing/2014/main" id="{4DF16F2F-9038-6738-3D0F-193EFC54D5CA}"/>
                </a:ext>
              </a:extLst>
            </p:cNvPr>
            <p:cNvSpPr/>
            <p:nvPr/>
          </p:nvSpPr>
          <p:spPr>
            <a:xfrm>
              <a:off x="6363446" y="2614395"/>
              <a:ext cx="5233391" cy="450524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F3DB74F-5A7D-1393-B822-157915D8E744}"/>
                </a:ext>
              </a:extLst>
            </p:cNvPr>
            <p:cNvSpPr/>
            <p:nvPr/>
          </p:nvSpPr>
          <p:spPr>
            <a:xfrm>
              <a:off x="6786885" y="2824325"/>
              <a:ext cx="1660289" cy="95883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B2247949-55B0-294F-AD7C-27E04A2C3103}"/>
                </a:ext>
              </a:extLst>
            </p:cNvPr>
            <p:cNvSpPr/>
            <p:nvPr/>
          </p:nvSpPr>
          <p:spPr>
            <a:xfrm rot="9500543">
              <a:off x="8673638" y="6290369"/>
              <a:ext cx="548200" cy="548200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C81A08BE-0E17-7AA5-DA3F-824FDB00991C}"/>
                </a:ext>
              </a:extLst>
            </p:cNvPr>
            <p:cNvGrpSpPr/>
            <p:nvPr/>
          </p:nvGrpSpPr>
          <p:grpSpPr>
            <a:xfrm>
              <a:off x="7323653" y="4979274"/>
              <a:ext cx="1172987" cy="1442434"/>
              <a:chOff x="2788371" y="2413698"/>
              <a:chExt cx="673395" cy="828081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77E2C02A-C94F-7BBA-BEC5-D3FE95FF7D8E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28066F29-BCAD-B52C-2B5F-7613E64B23FE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752FC9EE-48D8-F86A-A918-DE2A7501CC08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147D91FC-7A8B-D0A1-6D8C-28650133FBF2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B4F19DFB-AAE5-F722-8A8E-7D05D3C073AD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4AD636A3-5E94-37DC-A081-E100FFC4C5EA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1E326A76-1910-EE3B-9152-51A582FD1830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8" name="Arc 87">
                <a:extLst>
                  <a:ext uri="{FF2B5EF4-FFF2-40B4-BE49-F238E27FC236}">
                    <a16:creationId xmlns:a16="http://schemas.microsoft.com/office/drawing/2014/main" id="{CAE0B122-32A5-6B79-F336-B339476B6DB4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D1E7608E-D5C8-FCCB-5A8C-82B72AA72E2E}"/>
                </a:ext>
              </a:extLst>
            </p:cNvPr>
            <p:cNvSpPr/>
            <p:nvPr/>
          </p:nvSpPr>
          <p:spPr>
            <a:xfrm flipH="1">
              <a:off x="9397405" y="2788277"/>
              <a:ext cx="1660289" cy="95883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843046F6-74BE-B871-ECA5-8F50DEDA0221}"/>
                </a:ext>
              </a:extLst>
            </p:cNvPr>
            <p:cNvGrpSpPr/>
            <p:nvPr/>
          </p:nvGrpSpPr>
          <p:grpSpPr>
            <a:xfrm flipH="1">
              <a:off x="9514185" y="4990887"/>
              <a:ext cx="1172987" cy="1442434"/>
              <a:chOff x="2788371" y="2413698"/>
              <a:chExt cx="673395" cy="828081"/>
            </a:xfrm>
          </p:grpSpPr>
          <p:grpSp>
            <p:nvGrpSpPr>
              <p:cNvPr id="79" name="Group 78">
                <a:extLst>
                  <a:ext uri="{FF2B5EF4-FFF2-40B4-BE49-F238E27FC236}">
                    <a16:creationId xmlns:a16="http://schemas.microsoft.com/office/drawing/2014/main" id="{13718805-244A-619F-97CC-B7D33E0E2EC4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09395FAE-78B7-1CA8-F7D9-52E4A7F79CB4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BF954C47-393A-626D-5829-8428CB2DC690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A14A0F69-5EA3-6A2C-67AB-CDBBCFF36C6F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Freeform: Shape 83">
                  <a:extLst>
                    <a:ext uri="{FF2B5EF4-FFF2-40B4-BE49-F238E27FC236}">
                      <a16:creationId xmlns:a16="http://schemas.microsoft.com/office/drawing/2014/main" id="{97D163F5-BF57-E547-D346-71C067D35F51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4D77020A-E4D6-9B4E-7D26-173C86C2286F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88C33866-8648-DB80-0B0B-CC7752179E9F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0" name="Arc 79">
                <a:extLst>
                  <a:ext uri="{FF2B5EF4-FFF2-40B4-BE49-F238E27FC236}">
                    <a16:creationId xmlns:a16="http://schemas.microsoft.com/office/drawing/2014/main" id="{C874F25F-E9B5-051E-A7A6-092DFC5F62EA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299ECF5-7062-20E6-E736-60AFF8C5498B}"/>
              </a:ext>
            </a:extLst>
          </p:cNvPr>
          <p:cNvGrpSpPr/>
          <p:nvPr/>
        </p:nvGrpSpPr>
        <p:grpSpPr>
          <a:xfrm>
            <a:off x="-1768431" y="229634"/>
            <a:ext cx="6425681" cy="6550746"/>
            <a:chOff x="1026822" y="1583765"/>
            <a:chExt cx="4388088" cy="4473495"/>
          </a:xfrm>
          <a:solidFill>
            <a:schemeClr val="bg1"/>
          </a:solidFill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9101F11-4EC7-D581-BF32-B331698D5935}"/>
                </a:ext>
              </a:extLst>
            </p:cNvPr>
            <p:cNvGrpSpPr/>
            <p:nvPr/>
          </p:nvGrpSpPr>
          <p:grpSpPr>
            <a:xfrm rot="10800000">
              <a:off x="1885887" y="1583765"/>
              <a:ext cx="2487136" cy="2353475"/>
              <a:chOff x="1897340" y="2614856"/>
              <a:chExt cx="2487136" cy="2353475"/>
            </a:xfrm>
            <a:grpFill/>
          </p:grpSpPr>
          <p:sp>
            <p:nvSpPr>
              <p:cNvPr id="132" name="Rectangle 24">
                <a:extLst>
                  <a:ext uri="{FF2B5EF4-FFF2-40B4-BE49-F238E27FC236}">
                    <a16:creationId xmlns:a16="http://schemas.microsoft.com/office/drawing/2014/main" id="{3B3B3B1B-C778-4790-A99D-DE342CC1BAD8}"/>
                  </a:ext>
                </a:extLst>
              </p:cNvPr>
              <p:cNvSpPr/>
              <p:nvPr/>
            </p:nvSpPr>
            <p:spPr>
              <a:xfrm>
                <a:off x="1897340" y="2614856"/>
                <a:ext cx="2487136" cy="2353475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800FDEE3-C5FF-1B08-4CB0-4157D43DC4B6}"/>
                  </a:ext>
                </a:extLst>
              </p:cNvPr>
              <p:cNvSpPr/>
              <p:nvPr/>
            </p:nvSpPr>
            <p:spPr>
              <a:xfrm>
                <a:off x="1897340" y="3505927"/>
                <a:ext cx="2487136" cy="870335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45C92C9-05BD-213E-13DF-9308E854C156}"/>
                </a:ext>
              </a:extLst>
            </p:cNvPr>
            <p:cNvGrpSpPr/>
            <p:nvPr/>
          </p:nvGrpSpPr>
          <p:grpSpPr>
            <a:xfrm flipH="1">
              <a:off x="3980740" y="3387238"/>
              <a:ext cx="1434170" cy="1821427"/>
              <a:chOff x="1969722" y="3425409"/>
              <a:chExt cx="1205650" cy="1531201"/>
            </a:xfrm>
            <a:grpFill/>
          </p:grpSpPr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84FA699-DEFE-D0F7-482C-7C3AF1F0B942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E6F75EB1-61B9-77BD-288E-4D8344E81362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E4222F28-9402-6F30-E075-2FEDCAE05395}"/>
                </a:ext>
              </a:extLst>
            </p:cNvPr>
            <p:cNvGrpSpPr/>
            <p:nvPr/>
          </p:nvGrpSpPr>
          <p:grpSpPr>
            <a:xfrm>
              <a:off x="1026822" y="3352342"/>
              <a:ext cx="1434170" cy="1821427"/>
              <a:chOff x="1894736" y="3467074"/>
              <a:chExt cx="1205650" cy="1531201"/>
            </a:xfrm>
            <a:grpFill/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D95703A4-AA5F-4D73-F646-8D647EEF4F22}"/>
                  </a:ext>
                </a:extLst>
              </p:cNvPr>
              <p:cNvSpPr/>
              <p:nvPr/>
            </p:nvSpPr>
            <p:spPr>
              <a:xfrm rot="19150760">
                <a:off x="1966625" y="4099894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6628D266-ED40-03E6-BA32-FA77230112F3}"/>
                  </a:ext>
                </a:extLst>
              </p:cNvPr>
              <p:cNvSpPr/>
              <p:nvPr/>
            </p:nvSpPr>
            <p:spPr>
              <a:xfrm rot="381509">
                <a:off x="1894736" y="3467074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6" name="Rectangle 8">
              <a:extLst>
                <a:ext uri="{FF2B5EF4-FFF2-40B4-BE49-F238E27FC236}">
                  <a16:creationId xmlns:a16="http://schemas.microsoft.com/office/drawing/2014/main" id="{E7FA07BC-6E37-0590-EEB6-837C509AC32A}"/>
                </a:ext>
              </a:extLst>
            </p:cNvPr>
            <p:cNvSpPr/>
            <p:nvPr/>
          </p:nvSpPr>
          <p:spPr>
            <a:xfrm>
              <a:off x="1420357" y="2980633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55285644-6ABA-F6C6-F96E-3C64497FED35}"/>
                </a:ext>
              </a:extLst>
            </p:cNvPr>
            <p:cNvSpPr/>
            <p:nvPr/>
          </p:nvSpPr>
          <p:spPr>
            <a:xfrm>
              <a:off x="1709523" y="312399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6A400687-23EE-59E7-DC15-25C2CD77CF11}"/>
                </a:ext>
              </a:extLst>
            </p:cNvPr>
            <p:cNvSpPr/>
            <p:nvPr/>
          </p:nvSpPr>
          <p:spPr>
            <a:xfrm rot="9500543">
              <a:off x="2997984" y="5490951"/>
              <a:ext cx="374365" cy="374365"/>
            </a:xfrm>
            <a:prstGeom prst="arc">
              <a:avLst>
                <a:gd name="adj1" fmla="val 12939651"/>
                <a:gd name="adj2" fmla="val 0"/>
              </a:avLst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E62F61E-1F39-8B3F-B760-F394EAFD04C5}"/>
                </a:ext>
              </a:extLst>
            </p:cNvPr>
            <p:cNvGrpSpPr/>
            <p:nvPr/>
          </p:nvGrpSpPr>
          <p:grpSpPr>
            <a:xfrm>
              <a:off x="2076081" y="4595606"/>
              <a:ext cx="801031" cy="985036"/>
              <a:chOff x="2788371" y="2413698"/>
              <a:chExt cx="673395" cy="828081"/>
            </a:xfrm>
            <a:grpFill/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54815FAA-539E-F7E7-11B1-725E1F2C5E44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  <a:grpFill/>
            </p:grpSpPr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AE4B62C4-3C14-2673-2178-1078E3781C5A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17FCE742-7A40-2883-C91D-B59121EB5D2E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874551E2-2E8F-7FB1-2C4D-59941CAED122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5" name="Freeform: Shape 124">
                  <a:extLst>
                    <a:ext uri="{FF2B5EF4-FFF2-40B4-BE49-F238E27FC236}">
                      <a16:creationId xmlns:a16="http://schemas.microsoft.com/office/drawing/2014/main" id="{3AB93C31-F67E-84E9-0FCB-841E9B09E6F8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6" name="Freeform: Shape 125">
                  <a:extLst>
                    <a:ext uri="{FF2B5EF4-FFF2-40B4-BE49-F238E27FC236}">
                      <a16:creationId xmlns:a16="http://schemas.microsoft.com/office/drawing/2014/main" id="{5EAB2E71-6DDD-E444-B978-8482DD60683B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7" name="Freeform: Shape 126">
                  <a:extLst>
                    <a:ext uri="{FF2B5EF4-FFF2-40B4-BE49-F238E27FC236}">
                      <a16:creationId xmlns:a16="http://schemas.microsoft.com/office/drawing/2014/main" id="{09437FB6-D560-AE3E-AD2C-87B6C9ACA6EE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1" name="Arc 120">
                <a:extLst>
                  <a:ext uri="{FF2B5EF4-FFF2-40B4-BE49-F238E27FC236}">
                    <a16:creationId xmlns:a16="http://schemas.microsoft.com/office/drawing/2014/main" id="{99771127-263A-3E84-76B8-4D0F7B79DC56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350D03B-F2CF-149B-922D-90BB94A9EB22}"/>
                </a:ext>
              </a:extLst>
            </p:cNvPr>
            <p:cNvSpPr/>
            <p:nvPr/>
          </p:nvSpPr>
          <p:spPr>
            <a:xfrm flipH="1">
              <a:off x="3492243" y="3099377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84B29B96-1281-8A3C-A9FA-AD7CA10AB8A4}"/>
                </a:ext>
              </a:extLst>
            </p:cNvPr>
            <p:cNvGrpSpPr/>
            <p:nvPr/>
          </p:nvGrpSpPr>
          <p:grpSpPr>
            <a:xfrm flipH="1">
              <a:off x="3571992" y="4603536"/>
              <a:ext cx="801031" cy="985036"/>
              <a:chOff x="2788371" y="2413698"/>
              <a:chExt cx="673395" cy="828081"/>
            </a:xfrm>
            <a:grpFill/>
          </p:grpSpPr>
          <p:grpSp>
            <p:nvGrpSpPr>
              <p:cNvPr id="112" name="Group 111">
                <a:extLst>
                  <a:ext uri="{FF2B5EF4-FFF2-40B4-BE49-F238E27FC236}">
                    <a16:creationId xmlns:a16="http://schemas.microsoft.com/office/drawing/2014/main" id="{E1B7CC84-E38B-857F-24C2-9B4F927E5778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  <a:grpFill/>
            </p:grpSpPr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A88AE7F2-AC33-156A-1E31-2017E9A52C1C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ABE135B1-BE02-7940-B38C-FE42257E6954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4B70E467-5E20-E5E9-5B8B-5F93809D3696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: Shape 116">
                  <a:extLst>
                    <a:ext uri="{FF2B5EF4-FFF2-40B4-BE49-F238E27FC236}">
                      <a16:creationId xmlns:a16="http://schemas.microsoft.com/office/drawing/2014/main" id="{D7A066AA-07F5-89F8-20DE-DF04418AB566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: Shape 117">
                  <a:extLst>
                    <a:ext uri="{FF2B5EF4-FFF2-40B4-BE49-F238E27FC236}">
                      <a16:creationId xmlns:a16="http://schemas.microsoft.com/office/drawing/2014/main" id="{CF637CA2-780A-98A2-390E-84935F8E0AD4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: Shape 118">
                  <a:extLst>
                    <a:ext uri="{FF2B5EF4-FFF2-40B4-BE49-F238E27FC236}">
                      <a16:creationId xmlns:a16="http://schemas.microsoft.com/office/drawing/2014/main" id="{8AB0ADB8-88B7-85D7-5E0F-F63C737EEB6B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3" name="Arc 112">
                <a:extLst>
                  <a:ext uri="{FF2B5EF4-FFF2-40B4-BE49-F238E27FC236}">
                    <a16:creationId xmlns:a16="http://schemas.microsoft.com/office/drawing/2014/main" id="{9F946364-AA14-DEE2-6CFD-16B65D756F72}"/>
                  </a:ext>
                </a:extLst>
              </p:cNvPr>
              <p:cNvSpPr/>
              <p:nvPr/>
            </p:nvSpPr>
            <p:spPr>
              <a:xfrm rot="18311906">
                <a:off x="2956478" y="241369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5358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396EDEFF-F249-7265-7D64-7194890F074A}"/>
              </a:ext>
            </a:extLst>
          </p:cNvPr>
          <p:cNvGrpSpPr/>
          <p:nvPr/>
        </p:nvGrpSpPr>
        <p:grpSpPr>
          <a:xfrm>
            <a:off x="3462412" y="1180292"/>
            <a:ext cx="5469947" cy="3081640"/>
            <a:chOff x="3462412" y="1180292"/>
            <a:chExt cx="5469947" cy="308164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3D3F80C-1CEA-DDED-753F-E92DE7A22915}"/>
                </a:ext>
              </a:extLst>
            </p:cNvPr>
            <p:cNvGrpSpPr/>
            <p:nvPr/>
          </p:nvGrpSpPr>
          <p:grpSpPr>
            <a:xfrm flipH="1">
              <a:off x="6496011" y="1816632"/>
              <a:ext cx="1285915" cy="1633140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65084703-A2D6-E3A5-FA8A-D141FA3B1D74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AF1EB7D7-B042-3499-BB0F-06A4919B53A4}"/>
                  </a:ext>
                </a:extLst>
              </p:cNvPr>
              <p:cNvSpPr/>
              <p:nvPr/>
            </p:nvSpPr>
            <p:spPr>
              <a:xfrm rot="1252263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D216D7A-5D8E-4B70-3625-4505321EDC65}"/>
                </a:ext>
              </a:extLst>
            </p:cNvPr>
            <p:cNvGrpSpPr/>
            <p:nvPr/>
          </p:nvGrpSpPr>
          <p:grpSpPr>
            <a:xfrm rot="15825751">
              <a:off x="6512054" y="1701169"/>
              <a:ext cx="2487136" cy="2353475"/>
              <a:chOff x="1897340" y="2614856"/>
              <a:chExt cx="2487136" cy="2353475"/>
            </a:xfrm>
          </p:grpSpPr>
          <p:sp>
            <p:nvSpPr>
              <p:cNvPr id="37" name="Rectangle 24">
                <a:extLst>
                  <a:ext uri="{FF2B5EF4-FFF2-40B4-BE49-F238E27FC236}">
                    <a16:creationId xmlns:a16="http://schemas.microsoft.com/office/drawing/2014/main" id="{9B5A87A6-DED9-76A1-C9D2-F2CCF9D8E887}"/>
                  </a:ext>
                </a:extLst>
              </p:cNvPr>
              <p:cNvSpPr/>
              <p:nvPr/>
            </p:nvSpPr>
            <p:spPr>
              <a:xfrm>
                <a:off x="1897340" y="2614856"/>
                <a:ext cx="2487136" cy="2353475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EB4C6314-FB55-FDB6-1467-DB3DF33EEC70}"/>
                  </a:ext>
                </a:extLst>
              </p:cNvPr>
              <p:cNvSpPr/>
              <p:nvPr/>
            </p:nvSpPr>
            <p:spPr>
              <a:xfrm>
                <a:off x="1897340" y="3505927"/>
                <a:ext cx="2487136" cy="870335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B575968-B00A-983E-1E52-8AE4FD9C4F35}"/>
                </a:ext>
              </a:extLst>
            </p:cNvPr>
            <p:cNvGrpSpPr/>
            <p:nvPr/>
          </p:nvGrpSpPr>
          <p:grpSpPr>
            <a:xfrm rot="17746279" flipH="1">
              <a:off x="6396159" y="2020311"/>
              <a:ext cx="1787659" cy="1845973"/>
              <a:chOff x="2562900" y="3897283"/>
              <a:chExt cx="1502814" cy="1551836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BA29348-31C3-3CF9-9FB9-B400C18D6FDD}"/>
                  </a:ext>
                </a:extLst>
              </p:cNvPr>
              <p:cNvSpPr/>
              <p:nvPr/>
            </p:nvSpPr>
            <p:spPr>
              <a:xfrm rot="17560611">
                <a:off x="3049644" y="4433048"/>
                <a:ext cx="1133760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C1B80AF-6B7C-6F37-0B92-04B323C43ACA}"/>
                  </a:ext>
                </a:extLst>
              </p:cNvPr>
              <p:cNvSpPr/>
              <p:nvPr/>
            </p:nvSpPr>
            <p:spPr>
              <a:xfrm rot="20391360">
                <a:off x="2562900" y="3897283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61B226-D0B8-E575-4CC7-DA52AE78C0F5}"/>
                </a:ext>
              </a:extLst>
            </p:cNvPr>
            <p:cNvGrpSpPr/>
            <p:nvPr/>
          </p:nvGrpSpPr>
          <p:grpSpPr>
            <a:xfrm>
              <a:off x="3462412" y="1180292"/>
              <a:ext cx="3674101" cy="3081640"/>
              <a:chOff x="3370796" y="1493851"/>
              <a:chExt cx="3674101" cy="3081640"/>
            </a:xfrm>
          </p:grpSpPr>
          <p:sp>
            <p:nvSpPr>
              <p:cNvPr id="38" name="Rectangle 8">
                <a:extLst>
                  <a:ext uri="{FF2B5EF4-FFF2-40B4-BE49-F238E27FC236}">
                    <a16:creationId xmlns:a16="http://schemas.microsoft.com/office/drawing/2014/main" id="{EB95B723-24C9-60FA-2834-748AC4159C53}"/>
                  </a:ext>
                </a:extLst>
              </p:cNvPr>
              <p:cNvSpPr/>
              <p:nvPr/>
            </p:nvSpPr>
            <p:spPr>
              <a:xfrm>
                <a:off x="3887124" y="1493851"/>
                <a:ext cx="3157773" cy="3081640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  <a:gd name="connsiteX0" fmla="*/ 32932 w 3004414"/>
                  <a:gd name="connsiteY0" fmla="*/ 1891823 h 2590612"/>
                  <a:gd name="connsiteX1" fmla="*/ 2982507 w 3004414"/>
                  <a:gd name="connsiteY1" fmla="*/ 1828323 h 2590612"/>
                  <a:gd name="connsiteX2" fmla="*/ 32932 w 3004414"/>
                  <a:gd name="connsiteY2" fmla="*/ 1891823 h 2590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90612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725553" y="2607584"/>
                      <a:pt x="430865" y="3030590"/>
                      <a:pt x="32932" y="1891823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9AF1C307-BC32-923B-7DCA-DF2C3D3C7AF0}"/>
                  </a:ext>
                </a:extLst>
              </p:cNvPr>
              <p:cNvSpPr/>
              <p:nvPr/>
            </p:nvSpPr>
            <p:spPr>
              <a:xfrm>
                <a:off x="3370796" y="1500012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Arc 39">
                <a:extLst>
                  <a:ext uri="{FF2B5EF4-FFF2-40B4-BE49-F238E27FC236}">
                    <a16:creationId xmlns:a16="http://schemas.microsoft.com/office/drawing/2014/main" id="{5539CBD1-B1DC-1705-BF95-BB39D396512B}"/>
                  </a:ext>
                </a:extLst>
              </p:cNvPr>
              <p:cNvSpPr/>
              <p:nvPr/>
            </p:nvSpPr>
            <p:spPr>
              <a:xfrm rot="9500543">
                <a:off x="4620022" y="3541070"/>
                <a:ext cx="374365" cy="374365"/>
              </a:xfrm>
              <a:prstGeom prst="arc">
                <a:avLst>
                  <a:gd name="adj1" fmla="val 12939651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053B193F-B3AB-6C5B-2E3C-8BAFA6F2BD12}"/>
                  </a:ext>
                </a:extLst>
              </p:cNvPr>
              <p:cNvGrpSpPr/>
              <p:nvPr/>
            </p:nvGrpSpPr>
            <p:grpSpPr>
              <a:xfrm>
                <a:off x="3856600" y="2318899"/>
                <a:ext cx="801031" cy="985036"/>
                <a:chOff x="2788371" y="2413698"/>
                <a:chExt cx="673395" cy="828081"/>
              </a:xfrm>
            </p:grpSpPr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AC61FC4-E62F-DBE3-0078-153652A1B8DD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55" name="Oval 54">
                    <a:extLst>
                      <a:ext uri="{FF2B5EF4-FFF2-40B4-BE49-F238E27FC236}">
                        <a16:creationId xmlns:a16="http://schemas.microsoft.com/office/drawing/2014/main" id="{835B391F-5D29-0735-9B20-FB747727555A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6" name="Oval 55">
                    <a:extLst>
                      <a:ext uri="{FF2B5EF4-FFF2-40B4-BE49-F238E27FC236}">
                        <a16:creationId xmlns:a16="http://schemas.microsoft.com/office/drawing/2014/main" id="{AE84E68B-081D-D41A-0FF5-8544D4B5F41A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7" name="Oval 56">
                    <a:extLst>
                      <a:ext uri="{FF2B5EF4-FFF2-40B4-BE49-F238E27FC236}">
                        <a16:creationId xmlns:a16="http://schemas.microsoft.com/office/drawing/2014/main" id="{A2B852A4-232E-92B9-40B8-AA85DE5BF984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188F7FC8-AEE5-E15A-9266-AFD7764767A0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7B00C2FC-38B5-5280-0FE7-F44268463F35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0" name="Freeform: Shape 59">
                    <a:extLst>
                      <a:ext uri="{FF2B5EF4-FFF2-40B4-BE49-F238E27FC236}">
                        <a16:creationId xmlns:a16="http://schemas.microsoft.com/office/drawing/2014/main" id="{94B80B85-F47D-B271-A285-2DD3C36BF8BB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54" name="Arc 53">
                  <a:extLst>
                    <a:ext uri="{FF2B5EF4-FFF2-40B4-BE49-F238E27FC236}">
                      <a16:creationId xmlns:a16="http://schemas.microsoft.com/office/drawing/2014/main" id="{8F38794B-D0AC-D3AF-4A3B-4EB3B50D930B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9A828E2-C094-9472-D726-CE463244EB45}"/>
                  </a:ext>
                </a:extLst>
              </p:cNvPr>
              <p:cNvSpPr/>
              <p:nvPr/>
            </p:nvSpPr>
            <p:spPr>
              <a:xfrm flipH="1">
                <a:off x="5911088" y="1506026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E341E9FF-8A28-A10B-E150-415C8F1F1A26}"/>
                  </a:ext>
                </a:extLst>
              </p:cNvPr>
              <p:cNvGrpSpPr/>
              <p:nvPr/>
            </p:nvGrpSpPr>
            <p:grpSpPr>
              <a:xfrm flipH="1">
                <a:off x="5248071" y="2386128"/>
                <a:ext cx="801031" cy="985036"/>
                <a:chOff x="2788371" y="2413698"/>
                <a:chExt cx="673395" cy="828081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9E2898C6-2EAE-C5F4-0275-5A71822BBF39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6EC7D7E7-CAC0-B96A-A4D5-DB760F530694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57768633-EDB9-048F-940E-F75DC9F116A3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926FFC32-FA70-AAD8-E5E5-402C4DFE3DAB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0" name="Freeform: Shape 49">
                    <a:extLst>
                      <a:ext uri="{FF2B5EF4-FFF2-40B4-BE49-F238E27FC236}">
                        <a16:creationId xmlns:a16="http://schemas.microsoft.com/office/drawing/2014/main" id="{A7EF3A5B-8850-F1AB-2412-3F10960A6C37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1" name="Freeform: Shape 50">
                    <a:extLst>
                      <a:ext uri="{FF2B5EF4-FFF2-40B4-BE49-F238E27FC236}">
                        <a16:creationId xmlns:a16="http://schemas.microsoft.com/office/drawing/2014/main" id="{DE3656D4-63D0-5FF9-8163-F7176DEC1AFA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2" name="Freeform: Shape 51">
                    <a:extLst>
                      <a:ext uri="{FF2B5EF4-FFF2-40B4-BE49-F238E27FC236}">
                        <a16:creationId xmlns:a16="http://schemas.microsoft.com/office/drawing/2014/main" id="{DD89A096-F985-0349-8242-E2E88DA850B8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46" name="Arc 45">
                  <a:extLst>
                    <a:ext uri="{FF2B5EF4-FFF2-40B4-BE49-F238E27FC236}">
                      <a16:creationId xmlns:a16="http://schemas.microsoft.com/office/drawing/2014/main" id="{06587E45-BF9B-991A-E0CD-0E9AA18D571A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2302528-A220-D4E1-AF5B-A9E51A5678E1}"/>
              </a:ext>
            </a:extLst>
          </p:cNvPr>
          <p:cNvGrpSpPr/>
          <p:nvPr/>
        </p:nvGrpSpPr>
        <p:grpSpPr>
          <a:xfrm>
            <a:off x="-1878846" y="2109207"/>
            <a:ext cx="5469947" cy="3081640"/>
            <a:chOff x="3462412" y="1180292"/>
            <a:chExt cx="5469947" cy="3081640"/>
          </a:xfrm>
          <a:solidFill>
            <a:schemeClr val="bg1"/>
          </a:solidFill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C7AEC2C-02F0-1656-6C71-350BA027930E}"/>
                </a:ext>
              </a:extLst>
            </p:cNvPr>
            <p:cNvGrpSpPr/>
            <p:nvPr/>
          </p:nvGrpSpPr>
          <p:grpSpPr>
            <a:xfrm flipH="1">
              <a:off x="6496011" y="1816632"/>
              <a:ext cx="1285915" cy="1633140"/>
              <a:chOff x="1969722" y="3425409"/>
              <a:chExt cx="1205650" cy="1531201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BFDD470C-05C2-B249-EFC3-EED1C122BD41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D4BD1378-DBB7-364C-2DF3-A561C9AD7016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774497-8FF9-0E68-1F57-B05A1DCB8731}"/>
                </a:ext>
              </a:extLst>
            </p:cNvPr>
            <p:cNvGrpSpPr/>
            <p:nvPr/>
          </p:nvGrpSpPr>
          <p:grpSpPr>
            <a:xfrm rot="15825751">
              <a:off x="6512054" y="1701169"/>
              <a:ext cx="2487136" cy="2353475"/>
              <a:chOff x="1897340" y="2614856"/>
              <a:chExt cx="2487136" cy="2353475"/>
            </a:xfrm>
            <a:grpFill/>
          </p:grpSpPr>
          <p:sp>
            <p:nvSpPr>
              <p:cNvPr id="65" name="Rectangle 24">
                <a:extLst>
                  <a:ext uri="{FF2B5EF4-FFF2-40B4-BE49-F238E27FC236}">
                    <a16:creationId xmlns:a16="http://schemas.microsoft.com/office/drawing/2014/main" id="{98A2FE67-7F61-4858-1CAD-2F9B040564A5}"/>
                  </a:ext>
                </a:extLst>
              </p:cNvPr>
              <p:cNvSpPr/>
              <p:nvPr/>
            </p:nvSpPr>
            <p:spPr>
              <a:xfrm>
                <a:off x="1897340" y="2614856"/>
                <a:ext cx="2487136" cy="2353475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F5301E1B-9AD1-F8CC-FDB5-A2946A7E369A}"/>
                  </a:ext>
                </a:extLst>
              </p:cNvPr>
              <p:cNvSpPr/>
              <p:nvPr/>
            </p:nvSpPr>
            <p:spPr>
              <a:xfrm>
                <a:off x="1897340" y="3505927"/>
                <a:ext cx="2487136" cy="870335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7936233-2FC3-BD5D-805B-035D03E1290B}"/>
                </a:ext>
              </a:extLst>
            </p:cNvPr>
            <p:cNvGrpSpPr/>
            <p:nvPr/>
          </p:nvGrpSpPr>
          <p:grpSpPr>
            <a:xfrm rot="17746279" flipH="1">
              <a:off x="6396159" y="2020311"/>
              <a:ext cx="1787659" cy="1845973"/>
              <a:chOff x="2562900" y="3897283"/>
              <a:chExt cx="1502814" cy="1551836"/>
            </a:xfrm>
            <a:grpFill/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991A6946-1640-37D2-C0E6-82C57CE66ADE}"/>
                  </a:ext>
                </a:extLst>
              </p:cNvPr>
              <p:cNvSpPr/>
              <p:nvPr/>
            </p:nvSpPr>
            <p:spPr>
              <a:xfrm rot="17560611">
                <a:off x="3049644" y="4433048"/>
                <a:ext cx="1133760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63166715-F901-9398-3B02-959A3D0FC76D}"/>
                  </a:ext>
                </a:extLst>
              </p:cNvPr>
              <p:cNvSpPr/>
              <p:nvPr/>
            </p:nvSpPr>
            <p:spPr>
              <a:xfrm rot="20391360">
                <a:off x="2562900" y="3897283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2121F1D-2D24-43BF-2232-E6E8F6FE119F}"/>
                </a:ext>
              </a:extLst>
            </p:cNvPr>
            <p:cNvGrpSpPr/>
            <p:nvPr/>
          </p:nvGrpSpPr>
          <p:grpSpPr>
            <a:xfrm>
              <a:off x="3462412" y="1180292"/>
              <a:ext cx="3674101" cy="3081640"/>
              <a:chOff x="3370796" y="1493851"/>
              <a:chExt cx="3674101" cy="3081640"/>
            </a:xfrm>
            <a:grpFill/>
          </p:grpSpPr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62759111-93B0-19B1-513D-8566DE5546DF}"/>
                  </a:ext>
                </a:extLst>
              </p:cNvPr>
              <p:cNvSpPr/>
              <p:nvPr/>
            </p:nvSpPr>
            <p:spPr>
              <a:xfrm>
                <a:off x="3887124" y="1493851"/>
                <a:ext cx="3157773" cy="3081640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  <a:gd name="connsiteX0" fmla="*/ 32932 w 3004414"/>
                  <a:gd name="connsiteY0" fmla="*/ 1891823 h 2590612"/>
                  <a:gd name="connsiteX1" fmla="*/ 2982507 w 3004414"/>
                  <a:gd name="connsiteY1" fmla="*/ 1828323 h 2590612"/>
                  <a:gd name="connsiteX2" fmla="*/ 32932 w 3004414"/>
                  <a:gd name="connsiteY2" fmla="*/ 1891823 h 2590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90612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725553" y="2607584"/>
                      <a:pt x="430865" y="3030590"/>
                      <a:pt x="32932" y="189182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6D64CEC-88F5-F2AB-BCA4-A669BF6EB486}"/>
                  </a:ext>
                </a:extLst>
              </p:cNvPr>
              <p:cNvSpPr/>
              <p:nvPr/>
            </p:nvSpPr>
            <p:spPr>
              <a:xfrm>
                <a:off x="3370796" y="1500012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B8B1E0EE-1041-D340-E7EC-C644B05D7956}"/>
                  </a:ext>
                </a:extLst>
              </p:cNvPr>
              <p:cNvSpPr/>
              <p:nvPr/>
            </p:nvSpPr>
            <p:spPr>
              <a:xfrm rot="9500543">
                <a:off x="4620022" y="3541070"/>
                <a:ext cx="374365" cy="374365"/>
              </a:xfrm>
              <a:prstGeom prst="arc">
                <a:avLst>
                  <a:gd name="adj1" fmla="val 12939651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560E7527-9FC9-9F37-D08F-BDB4B037734A}"/>
                  </a:ext>
                </a:extLst>
              </p:cNvPr>
              <p:cNvGrpSpPr/>
              <p:nvPr/>
            </p:nvGrpSpPr>
            <p:grpSpPr>
              <a:xfrm>
                <a:off x="3856600" y="2318899"/>
                <a:ext cx="801031" cy="985036"/>
                <a:chOff x="2788371" y="2413698"/>
                <a:chExt cx="673395" cy="828081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F687E9D3-6F9D-7148-6F37-06B8CD555CA2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6CF0E0F8-A35C-4457-7154-68BC75F7928E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017933D1-0B86-B608-B717-7839E6BDE011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9AF2C92A-AE10-B05C-BB38-9BBB1728B16E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Freeform: Shape 29">
                    <a:extLst>
                      <a:ext uri="{FF2B5EF4-FFF2-40B4-BE49-F238E27FC236}">
                        <a16:creationId xmlns:a16="http://schemas.microsoft.com/office/drawing/2014/main" id="{A5F00CE9-6BB8-CAB9-E540-9906EBE3FF0F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AA12EE3A-2956-C807-CCA1-A894475B75FD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B0614ED2-AED6-4D7A-20B3-3CA4970E8905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6" name="Arc 25">
                  <a:extLst>
                    <a:ext uri="{FF2B5EF4-FFF2-40B4-BE49-F238E27FC236}">
                      <a16:creationId xmlns:a16="http://schemas.microsoft.com/office/drawing/2014/main" id="{FC4F4146-D255-5F99-6D4E-6F7222D38B74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BB3E639-BF89-BD0A-53BE-653E4BDD5A95}"/>
                  </a:ext>
                </a:extLst>
              </p:cNvPr>
              <p:cNvSpPr/>
              <p:nvPr/>
            </p:nvSpPr>
            <p:spPr>
              <a:xfrm flipH="1">
                <a:off x="5911088" y="1506026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892E239-E7A9-CA76-7021-BFEFD5C25C69}"/>
                  </a:ext>
                </a:extLst>
              </p:cNvPr>
              <p:cNvGrpSpPr/>
              <p:nvPr/>
            </p:nvGrpSpPr>
            <p:grpSpPr>
              <a:xfrm flipH="1">
                <a:off x="5248071" y="2386128"/>
                <a:ext cx="801031" cy="985036"/>
                <a:chOff x="2788371" y="2413698"/>
                <a:chExt cx="673395" cy="828081"/>
              </a:xfrm>
              <a:grpFill/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320D008C-43B0-100E-E07E-C86120D639B6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6305CC76-CCEF-B655-50E7-4EECB6856B1E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6CC37D7B-080E-46A8-BAF3-0DF417037B67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047369C3-4D78-D867-5302-FDA29B39814C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2" name="Freeform: Shape 21">
                    <a:extLst>
                      <a:ext uri="{FF2B5EF4-FFF2-40B4-BE49-F238E27FC236}">
                        <a16:creationId xmlns:a16="http://schemas.microsoft.com/office/drawing/2014/main" id="{53D3D922-CE65-F64D-CC64-1806A29A0262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3" name="Freeform: Shape 22">
                    <a:extLst>
                      <a:ext uri="{FF2B5EF4-FFF2-40B4-BE49-F238E27FC236}">
                        <a16:creationId xmlns:a16="http://schemas.microsoft.com/office/drawing/2014/main" id="{E4B9FC45-220D-ECFB-8C34-35FE6F66C53B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" name="Freeform: Shape 23">
                    <a:extLst>
                      <a:ext uri="{FF2B5EF4-FFF2-40B4-BE49-F238E27FC236}">
                        <a16:creationId xmlns:a16="http://schemas.microsoft.com/office/drawing/2014/main" id="{35A10063-8D05-EC6E-2AE9-E27E3617912F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8" name="Arc 17">
                  <a:extLst>
                    <a:ext uri="{FF2B5EF4-FFF2-40B4-BE49-F238E27FC236}">
                      <a16:creationId xmlns:a16="http://schemas.microsoft.com/office/drawing/2014/main" id="{5B07FD23-73B2-73AA-633B-A5E042A5A357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4CC4EB63-7A12-86F7-1513-EBD3E4673C4D}"/>
              </a:ext>
            </a:extLst>
          </p:cNvPr>
          <p:cNvGrpSpPr/>
          <p:nvPr/>
        </p:nvGrpSpPr>
        <p:grpSpPr>
          <a:xfrm>
            <a:off x="3788372" y="4424565"/>
            <a:ext cx="5469947" cy="3081640"/>
            <a:chOff x="3791858" y="3351285"/>
            <a:chExt cx="5469947" cy="3081640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0836087-48CC-F14E-92F1-40BBCE47563B}"/>
                </a:ext>
              </a:extLst>
            </p:cNvPr>
            <p:cNvGrpSpPr/>
            <p:nvPr/>
          </p:nvGrpSpPr>
          <p:grpSpPr>
            <a:xfrm rot="20831296" flipH="1">
              <a:off x="6825457" y="3987625"/>
              <a:ext cx="1285915" cy="1633140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4D923D3B-6D83-48F8-0113-86234A4643D9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FC7437E2-4317-1483-FE28-3106830F00CE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51517090-59F2-3AAD-5487-6CC1CDC15A6F}"/>
                </a:ext>
              </a:extLst>
            </p:cNvPr>
            <p:cNvGrpSpPr/>
            <p:nvPr/>
          </p:nvGrpSpPr>
          <p:grpSpPr>
            <a:xfrm>
              <a:off x="3791858" y="3351285"/>
              <a:ext cx="5469947" cy="3081640"/>
              <a:chOff x="3791858" y="3351285"/>
              <a:chExt cx="5469947" cy="3081640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ECE4CF09-FB32-70A1-41C4-1D3218AD17F9}"/>
                  </a:ext>
                </a:extLst>
              </p:cNvPr>
              <p:cNvGrpSpPr/>
              <p:nvPr/>
            </p:nvGrpSpPr>
            <p:grpSpPr>
              <a:xfrm rot="15825751">
                <a:off x="6841500" y="3872162"/>
                <a:ext cx="2487136" cy="2353475"/>
                <a:chOff x="1897340" y="2614856"/>
                <a:chExt cx="2487136" cy="2353475"/>
              </a:xfrm>
            </p:grpSpPr>
            <p:sp>
              <p:nvSpPr>
                <p:cNvPr id="100" name="Rectangle 24">
                  <a:extLst>
                    <a:ext uri="{FF2B5EF4-FFF2-40B4-BE49-F238E27FC236}">
                      <a16:creationId xmlns:a16="http://schemas.microsoft.com/office/drawing/2014/main" id="{112FD167-BCD6-31E5-B6ED-19454E967ADE}"/>
                    </a:ext>
                  </a:extLst>
                </p:cNvPr>
                <p:cNvSpPr/>
                <p:nvPr/>
              </p:nvSpPr>
              <p:spPr>
                <a:xfrm>
                  <a:off x="1897340" y="2614856"/>
                  <a:ext cx="2487136" cy="2353475"/>
                </a:xfrm>
                <a:custGeom>
                  <a:avLst/>
                  <a:gdLst>
                    <a:gd name="connsiteX0" fmla="*/ 0 w 799686"/>
                    <a:gd name="connsiteY0" fmla="*/ 0 h 708473"/>
                    <a:gd name="connsiteX1" fmla="*/ 799686 w 799686"/>
                    <a:gd name="connsiteY1" fmla="*/ 0 h 708473"/>
                    <a:gd name="connsiteX2" fmla="*/ 799686 w 799686"/>
                    <a:gd name="connsiteY2" fmla="*/ 708473 h 708473"/>
                    <a:gd name="connsiteX3" fmla="*/ 0 w 799686"/>
                    <a:gd name="connsiteY3" fmla="*/ 708473 h 708473"/>
                    <a:gd name="connsiteX4" fmla="*/ 0 w 799686"/>
                    <a:gd name="connsiteY4" fmla="*/ 0 h 708473"/>
                    <a:gd name="connsiteX0" fmla="*/ 0 w 799686"/>
                    <a:gd name="connsiteY0" fmla="*/ 0 h 1051373"/>
                    <a:gd name="connsiteX1" fmla="*/ 799686 w 799686"/>
                    <a:gd name="connsiteY1" fmla="*/ 0 h 1051373"/>
                    <a:gd name="connsiteX2" fmla="*/ 799686 w 799686"/>
                    <a:gd name="connsiteY2" fmla="*/ 708473 h 1051373"/>
                    <a:gd name="connsiteX3" fmla="*/ 88900 w 799686"/>
                    <a:gd name="connsiteY3" fmla="*/ 1051373 h 1051373"/>
                    <a:gd name="connsiteX4" fmla="*/ 0 w 799686"/>
                    <a:gd name="connsiteY4" fmla="*/ 0 h 1051373"/>
                    <a:gd name="connsiteX0" fmla="*/ 0 w 1269586"/>
                    <a:gd name="connsiteY0" fmla="*/ 0 h 1813373"/>
                    <a:gd name="connsiteX1" fmla="*/ 1269586 w 1269586"/>
                    <a:gd name="connsiteY1" fmla="*/ 762000 h 1813373"/>
                    <a:gd name="connsiteX2" fmla="*/ 1269586 w 1269586"/>
                    <a:gd name="connsiteY2" fmla="*/ 1470473 h 1813373"/>
                    <a:gd name="connsiteX3" fmla="*/ 558800 w 1269586"/>
                    <a:gd name="connsiteY3" fmla="*/ 1813373 h 1813373"/>
                    <a:gd name="connsiteX4" fmla="*/ 0 w 1269586"/>
                    <a:gd name="connsiteY4" fmla="*/ 0 h 18133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1269586 w 1320386"/>
                    <a:gd name="connsiteY2" fmla="*/ 1610173 h 1953073"/>
                    <a:gd name="connsiteX3" fmla="*/ 558800 w 1320386"/>
                    <a:gd name="connsiteY3" fmla="*/ 1953073 h 1953073"/>
                    <a:gd name="connsiteX4" fmla="*/ 0 w 1320386"/>
                    <a:gd name="connsiteY4" fmla="*/ 139700 h 1953073"/>
                    <a:gd name="connsiteX0" fmla="*/ 0 w 1320386"/>
                    <a:gd name="connsiteY0" fmla="*/ 139700 h 1953073"/>
                    <a:gd name="connsiteX1" fmla="*/ 1320386 w 1320386"/>
                    <a:gd name="connsiteY1" fmla="*/ 0 h 1953073"/>
                    <a:gd name="connsiteX2" fmla="*/ 558800 w 1320386"/>
                    <a:gd name="connsiteY2" fmla="*/ 1953073 h 1953073"/>
                    <a:gd name="connsiteX3" fmla="*/ 0 w 1320386"/>
                    <a:gd name="connsiteY3" fmla="*/ 139700 h 1953073"/>
                    <a:gd name="connsiteX0" fmla="*/ 0 w 1589232"/>
                    <a:gd name="connsiteY0" fmla="*/ 139700 h 1953073"/>
                    <a:gd name="connsiteX1" fmla="*/ 1320386 w 1589232"/>
                    <a:gd name="connsiteY1" fmla="*/ 0 h 1953073"/>
                    <a:gd name="connsiteX2" fmla="*/ 558800 w 1589232"/>
                    <a:gd name="connsiteY2" fmla="*/ 1953073 h 1953073"/>
                    <a:gd name="connsiteX3" fmla="*/ 0 w 1589232"/>
                    <a:gd name="connsiteY3" fmla="*/ 139700 h 1953073"/>
                    <a:gd name="connsiteX0" fmla="*/ 499635 w 2088867"/>
                    <a:gd name="connsiteY0" fmla="*/ 139700 h 1953073"/>
                    <a:gd name="connsiteX1" fmla="*/ 1820021 w 2088867"/>
                    <a:gd name="connsiteY1" fmla="*/ 0 h 1953073"/>
                    <a:gd name="connsiteX2" fmla="*/ 1058435 w 2088867"/>
                    <a:gd name="connsiteY2" fmla="*/ 1953073 h 1953073"/>
                    <a:gd name="connsiteX3" fmla="*/ 499635 w 2088867"/>
                    <a:gd name="connsiteY3" fmla="*/ 139700 h 1953073"/>
                    <a:gd name="connsiteX0" fmla="*/ 520808 w 2110040"/>
                    <a:gd name="connsiteY0" fmla="*/ 139700 h 1953073"/>
                    <a:gd name="connsiteX1" fmla="*/ 1841194 w 2110040"/>
                    <a:gd name="connsiteY1" fmla="*/ 0 h 1953073"/>
                    <a:gd name="connsiteX2" fmla="*/ 1079608 w 2110040"/>
                    <a:gd name="connsiteY2" fmla="*/ 1953073 h 1953073"/>
                    <a:gd name="connsiteX3" fmla="*/ 520808 w 2110040"/>
                    <a:gd name="connsiteY3" fmla="*/ 139700 h 1953073"/>
                    <a:gd name="connsiteX0" fmla="*/ 356377 w 1945609"/>
                    <a:gd name="connsiteY0" fmla="*/ 139700 h 1953073"/>
                    <a:gd name="connsiteX1" fmla="*/ 1676763 w 1945609"/>
                    <a:gd name="connsiteY1" fmla="*/ 0 h 1953073"/>
                    <a:gd name="connsiteX2" fmla="*/ 915177 w 1945609"/>
                    <a:gd name="connsiteY2" fmla="*/ 1953073 h 1953073"/>
                    <a:gd name="connsiteX3" fmla="*/ 356377 w 1945609"/>
                    <a:gd name="connsiteY3" fmla="*/ 139700 h 1953073"/>
                    <a:gd name="connsiteX0" fmla="*/ 421865 w 2011097"/>
                    <a:gd name="connsiteY0" fmla="*/ 139700 h 1953073"/>
                    <a:gd name="connsiteX1" fmla="*/ 1742251 w 2011097"/>
                    <a:gd name="connsiteY1" fmla="*/ 0 h 1953073"/>
                    <a:gd name="connsiteX2" fmla="*/ 980665 w 2011097"/>
                    <a:gd name="connsiteY2" fmla="*/ 1953073 h 1953073"/>
                    <a:gd name="connsiteX3" fmla="*/ 421865 w 2011097"/>
                    <a:gd name="connsiteY3" fmla="*/ 139700 h 1953073"/>
                    <a:gd name="connsiteX0" fmla="*/ 432822 w 2022054"/>
                    <a:gd name="connsiteY0" fmla="*/ 139700 h 1953073"/>
                    <a:gd name="connsiteX1" fmla="*/ 1753208 w 2022054"/>
                    <a:gd name="connsiteY1" fmla="*/ 0 h 1953073"/>
                    <a:gd name="connsiteX2" fmla="*/ 991622 w 2022054"/>
                    <a:gd name="connsiteY2" fmla="*/ 1953073 h 1953073"/>
                    <a:gd name="connsiteX3" fmla="*/ 432822 w 2022054"/>
                    <a:gd name="connsiteY3" fmla="*/ 139700 h 1953073"/>
                    <a:gd name="connsiteX0" fmla="*/ 384320 w 2049752"/>
                    <a:gd name="connsiteY0" fmla="*/ 63500 h 1953073"/>
                    <a:gd name="connsiteX1" fmla="*/ 1780906 w 2049752"/>
                    <a:gd name="connsiteY1" fmla="*/ 0 h 1953073"/>
                    <a:gd name="connsiteX2" fmla="*/ 1019320 w 2049752"/>
                    <a:gd name="connsiteY2" fmla="*/ 1953073 h 1953073"/>
                    <a:gd name="connsiteX3" fmla="*/ 384320 w 2049752"/>
                    <a:gd name="connsiteY3" fmla="*/ 63500 h 1953073"/>
                    <a:gd name="connsiteX0" fmla="*/ 384320 w 2069519"/>
                    <a:gd name="connsiteY0" fmla="*/ 88900 h 1978473"/>
                    <a:gd name="connsiteX1" fmla="*/ 1831706 w 2069519"/>
                    <a:gd name="connsiteY1" fmla="*/ 0 h 1978473"/>
                    <a:gd name="connsiteX2" fmla="*/ 1019320 w 2069519"/>
                    <a:gd name="connsiteY2" fmla="*/ 1978473 h 1978473"/>
                    <a:gd name="connsiteX3" fmla="*/ 384320 w 2069519"/>
                    <a:gd name="connsiteY3" fmla="*/ 88900 h 1978473"/>
                    <a:gd name="connsiteX0" fmla="*/ 384320 w 2090836"/>
                    <a:gd name="connsiteY0" fmla="*/ 88900 h 1978473"/>
                    <a:gd name="connsiteX1" fmla="*/ 1831706 w 2090836"/>
                    <a:gd name="connsiteY1" fmla="*/ 0 h 1978473"/>
                    <a:gd name="connsiteX2" fmla="*/ 1019320 w 2090836"/>
                    <a:gd name="connsiteY2" fmla="*/ 1978473 h 1978473"/>
                    <a:gd name="connsiteX3" fmla="*/ 384320 w 2090836"/>
                    <a:gd name="connsiteY3" fmla="*/ 88900 h 1978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90836" h="1978473">
                      <a:moveTo>
                        <a:pt x="384320" y="88900"/>
                      </a:moveTo>
                      <a:lnTo>
                        <a:pt x="1831706" y="0"/>
                      </a:lnTo>
                      <a:cubicBezTo>
                        <a:pt x="1577844" y="651024"/>
                        <a:pt x="3000382" y="1276649"/>
                        <a:pt x="1019320" y="1978473"/>
                      </a:cubicBezTo>
                      <a:cubicBezTo>
                        <a:pt x="-894147" y="1386715"/>
                        <a:pt x="494387" y="363158"/>
                        <a:pt x="384320" y="88900"/>
                      </a:cubicBezTo>
                      <a:close/>
                    </a:path>
                  </a:pathLst>
                </a:custGeom>
                <a:solidFill>
                  <a:srgbClr val="F8ED3B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3EE81E88-033D-E96C-CA62-56CD6D58480C}"/>
                    </a:ext>
                  </a:extLst>
                </p:cNvPr>
                <p:cNvSpPr/>
                <p:nvPr/>
              </p:nvSpPr>
              <p:spPr>
                <a:xfrm>
                  <a:off x="1897340" y="3505927"/>
                  <a:ext cx="2487136" cy="870335"/>
                </a:xfrm>
                <a:custGeom>
                  <a:avLst/>
                  <a:gdLst>
                    <a:gd name="connsiteX0" fmla="*/ 85313 w 2090836"/>
                    <a:gd name="connsiteY0" fmla="*/ 0 h 731656"/>
                    <a:gd name="connsiteX1" fmla="*/ 103638 w 2090836"/>
                    <a:gd name="connsiteY1" fmla="*/ 13227 h 731656"/>
                    <a:gd name="connsiteX2" fmla="*/ 1901708 w 2090836"/>
                    <a:gd name="connsiteY2" fmla="*/ 98568 h 731656"/>
                    <a:gd name="connsiteX3" fmla="*/ 2012822 w 2090836"/>
                    <a:gd name="connsiteY3" fmla="*/ 45877 h 731656"/>
                    <a:gd name="connsiteX4" fmla="*/ 2035732 w 2090836"/>
                    <a:gd name="connsiteY4" fmla="*/ 101169 h 731656"/>
                    <a:gd name="connsiteX5" fmla="*/ 2089158 w 2090836"/>
                    <a:gd name="connsiteY5" fmla="*/ 406818 h 731656"/>
                    <a:gd name="connsiteX6" fmla="*/ 2082082 w 2090836"/>
                    <a:gd name="connsiteY6" fmla="*/ 454530 h 731656"/>
                    <a:gd name="connsiteX7" fmla="*/ 2061872 w 2090836"/>
                    <a:gd name="connsiteY7" fmla="*/ 462605 h 731656"/>
                    <a:gd name="connsiteX8" fmla="*/ 100105 w 2090836"/>
                    <a:gd name="connsiteY8" fmla="*/ 467357 h 731656"/>
                    <a:gd name="connsiteX9" fmla="*/ 3394 w 2090836"/>
                    <a:gd name="connsiteY9" fmla="*/ 410264 h 731656"/>
                    <a:gd name="connsiteX10" fmla="*/ 293 w 2090836"/>
                    <a:gd name="connsiteY10" fmla="*/ 375443 h 731656"/>
                    <a:gd name="connsiteX11" fmla="*/ 70262 w 2090836"/>
                    <a:gd name="connsiteY11" fmla="*/ 32997 h 731656"/>
                    <a:gd name="connsiteX12" fmla="*/ 85313 w 2090836"/>
                    <a:gd name="connsiteY12" fmla="*/ 0 h 731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090836" h="731656">
                      <a:moveTo>
                        <a:pt x="85313" y="0"/>
                      </a:moveTo>
                      <a:lnTo>
                        <a:pt x="103638" y="13227"/>
                      </a:lnTo>
                      <a:cubicBezTo>
                        <a:pt x="624258" y="359537"/>
                        <a:pt x="1237831" y="390353"/>
                        <a:pt x="1901708" y="98568"/>
                      </a:cubicBezTo>
                      <a:lnTo>
                        <a:pt x="2012822" y="45877"/>
                      </a:lnTo>
                      <a:lnTo>
                        <a:pt x="2035732" y="101169"/>
                      </a:lnTo>
                      <a:cubicBezTo>
                        <a:pt x="2073333" y="202458"/>
                        <a:pt x="2097601" y="304211"/>
                        <a:pt x="2089158" y="406818"/>
                      </a:cubicBezTo>
                      <a:lnTo>
                        <a:pt x="2082082" y="454530"/>
                      </a:lnTo>
                      <a:lnTo>
                        <a:pt x="2061872" y="462605"/>
                      </a:lnTo>
                      <a:cubicBezTo>
                        <a:pt x="1621195" y="644809"/>
                        <a:pt x="981489" y="961521"/>
                        <a:pt x="100105" y="467357"/>
                      </a:cubicBezTo>
                      <a:lnTo>
                        <a:pt x="3394" y="410264"/>
                      </a:lnTo>
                      <a:lnTo>
                        <a:pt x="293" y="375443"/>
                      </a:lnTo>
                      <a:cubicBezTo>
                        <a:pt x="-3282" y="258620"/>
                        <a:pt x="26146" y="142970"/>
                        <a:pt x="70262" y="32997"/>
                      </a:cubicBezTo>
                      <a:lnTo>
                        <a:pt x="85313" y="0"/>
                      </a:lnTo>
                      <a:close/>
                    </a:path>
                  </a:pathLst>
                </a:custGeom>
                <a:solidFill>
                  <a:sysClr val="windowText" lastClr="000000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square" rtlCol="0" anchor="ctr">
                  <a:no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735E7CCE-4D7B-B8DC-8FC9-097A8C900EA1}"/>
                  </a:ext>
                </a:extLst>
              </p:cNvPr>
              <p:cNvGrpSpPr/>
              <p:nvPr/>
            </p:nvGrpSpPr>
            <p:grpSpPr>
              <a:xfrm rot="17746279" flipH="1">
                <a:off x="6725605" y="4191304"/>
                <a:ext cx="1787659" cy="1845973"/>
                <a:chOff x="2562900" y="3897283"/>
                <a:chExt cx="1502814" cy="1551836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09C3465C-1797-28FC-CF05-B140109F3FDA}"/>
                    </a:ext>
                  </a:extLst>
                </p:cNvPr>
                <p:cNvSpPr/>
                <p:nvPr/>
              </p:nvSpPr>
              <p:spPr>
                <a:xfrm rot="17560611">
                  <a:off x="3049644" y="4433048"/>
                  <a:ext cx="1133760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32E42255-3B4C-0C37-EFC4-40B0E2A5CA55}"/>
                    </a:ext>
                  </a:extLst>
                </p:cNvPr>
                <p:cNvSpPr/>
                <p:nvPr/>
              </p:nvSpPr>
              <p:spPr>
                <a:xfrm rot="20391360">
                  <a:off x="2562900" y="3897283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68AB6C99-008E-323D-08C6-A54ECB565243}"/>
                  </a:ext>
                </a:extLst>
              </p:cNvPr>
              <p:cNvGrpSpPr/>
              <p:nvPr/>
            </p:nvGrpSpPr>
            <p:grpSpPr>
              <a:xfrm>
                <a:off x="3791858" y="3351285"/>
                <a:ext cx="3674101" cy="3081640"/>
                <a:chOff x="3370796" y="1493851"/>
                <a:chExt cx="3674101" cy="3081640"/>
              </a:xfrm>
            </p:grpSpPr>
            <p:sp>
              <p:nvSpPr>
                <p:cNvPr id="76" name="Rectangle 8">
                  <a:extLst>
                    <a:ext uri="{FF2B5EF4-FFF2-40B4-BE49-F238E27FC236}">
                      <a16:creationId xmlns:a16="http://schemas.microsoft.com/office/drawing/2014/main" id="{05A022AD-DA94-2907-7EA3-C474362297A6}"/>
                    </a:ext>
                  </a:extLst>
                </p:cNvPr>
                <p:cNvSpPr/>
                <p:nvPr/>
              </p:nvSpPr>
              <p:spPr>
                <a:xfrm>
                  <a:off x="3887124" y="1493851"/>
                  <a:ext cx="3157773" cy="3081640"/>
                </a:xfrm>
                <a:custGeom>
                  <a:avLst/>
                  <a:gdLst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2057400 w 2057400"/>
                    <a:gd name="connsiteY2" fmla="*/ 647700 h 647700"/>
                    <a:gd name="connsiteX3" fmla="*/ 0 w 2057400"/>
                    <a:gd name="connsiteY3" fmla="*/ 647700 h 647700"/>
                    <a:gd name="connsiteX4" fmla="*/ 0 w 2057400"/>
                    <a:gd name="connsiteY4" fmla="*/ 0 h 647700"/>
                    <a:gd name="connsiteX0" fmla="*/ 0 w 2057400"/>
                    <a:gd name="connsiteY0" fmla="*/ 0 h 647700"/>
                    <a:gd name="connsiteX1" fmla="*/ 2057400 w 2057400"/>
                    <a:gd name="connsiteY1" fmla="*/ 0 h 647700"/>
                    <a:gd name="connsiteX2" fmla="*/ 0 w 2057400"/>
                    <a:gd name="connsiteY2" fmla="*/ 647700 h 647700"/>
                    <a:gd name="connsiteX3" fmla="*/ 0 w 2057400"/>
                    <a:gd name="connsiteY3" fmla="*/ 0 h 647700"/>
                    <a:gd name="connsiteX0" fmla="*/ 0 w 2222500"/>
                    <a:gd name="connsiteY0" fmla="*/ 0 h 647700"/>
                    <a:gd name="connsiteX1" fmla="*/ 2222500 w 2222500"/>
                    <a:gd name="connsiteY1" fmla="*/ 482600 h 647700"/>
                    <a:gd name="connsiteX2" fmla="*/ 0 w 2222500"/>
                    <a:gd name="connsiteY2" fmla="*/ 647700 h 647700"/>
                    <a:gd name="connsiteX3" fmla="*/ 0 w 2222500"/>
                    <a:gd name="connsiteY3" fmla="*/ 0 h 647700"/>
                    <a:gd name="connsiteX0" fmla="*/ 0 w 2222500"/>
                    <a:gd name="connsiteY0" fmla="*/ 0 h 840315"/>
                    <a:gd name="connsiteX1" fmla="*/ 2222500 w 2222500"/>
                    <a:gd name="connsiteY1" fmla="*/ 482600 h 840315"/>
                    <a:gd name="connsiteX2" fmla="*/ 0 w 2222500"/>
                    <a:gd name="connsiteY2" fmla="*/ 647700 h 840315"/>
                    <a:gd name="connsiteX3" fmla="*/ 0 w 2222500"/>
                    <a:gd name="connsiteY3" fmla="*/ 0 h 840315"/>
                    <a:gd name="connsiteX0" fmla="*/ 723900 w 2946400"/>
                    <a:gd name="connsiteY0" fmla="*/ 0 h 824792"/>
                    <a:gd name="connsiteX1" fmla="*/ 2946400 w 2946400"/>
                    <a:gd name="connsiteY1" fmla="*/ 482600 h 824792"/>
                    <a:gd name="connsiteX2" fmla="*/ 0 w 2946400"/>
                    <a:gd name="connsiteY2" fmla="*/ 596900 h 824792"/>
                    <a:gd name="connsiteX3" fmla="*/ 723900 w 2946400"/>
                    <a:gd name="connsiteY3" fmla="*/ 0 h 824792"/>
                    <a:gd name="connsiteX0" fmla="*/ 723900 w 2946400"/>
                    <a:gd name="connsiteY0" fmla="*/ 0 h 1205947"/>
                    <a:gd name="connsiteX1" fmla="*/ 2946400 w 2946400"/>
                    <a:gd name="connsiteY1" fmla="*/ 482600 h 1205947"/>
                    <a:gd name="connsiteX2" fmla="*/ 0 w 2946400"/>
                    <a:gd name="connsiteY2" fmla="*/ 596900 h 1205947"/>
                    <a:gd name="connsiteX3" fmla="*/ 723900 w 2946400"/>
                    <a:gd name="connsiteY3" fmla="*/ 0 h 1205947"/>
                    <a:gd name="connsiteX0" fmla="*/ 723900 w 2946423"/>
                    <a:gd name="connsiteY0" fmla="*/ 0 h 1218081"/>
                    <a:gd name="connsiteX1" fmla="*/ 2946400 w 2946423"/>
                    <a:gd name="connsiteY1" fmla="*/ 482600 h 1218081"/>
                    <a:gd name="connsiteX2" fmla="*/ 0 w 2946423"/>
                    <a:gd name="connsiteY2" fmla="*/ 596900 h 1218081"/>
                    <a:gd name="connsiteX3" fmla="*/ 723900 w 2946423"/>
                    <a:gd name="connsiteY3" fmla="*/ 0 h 1218081"/>
                    <a:gd name="connsiteX0" fmla="*/ 0 w 2946423"/>
                    <a:gd name="connsiteY0" fmla="*/ 114300 h 735481"/>
                    <a:gd name="connsiteX1" fmla="*/ 2946400 w 2946423"/>
                    <a:gd name="connsiteY1" fmla="*/ 0 h 735481"/>
                    <a:gd name="connsiteX2" fmla="*/ 0 w 2946423"/>
                    <a:gd name="connsiteY2" fmla="*/ 114300 h 735481"/>
                    <a:gd name="connsiteX0" fmla="*/ 27 w 2946450"/>
                    <a:gd name="connsiteY0" fmla="*/ 1545489 h 2166670"/>
                    <a:gd name="connsiteX1" fmla="*/ 2946427 w 2946450"/>
                    <a:gd name="connsiteY1" fmla="*/ 1431189 h 2166670"/>
                    <a:gd name="connsiteX2" fmla="*/ 27 w 2946450"/>
                    <a:gd name="connsiteY2" fmla="*/ 1545489 h 2166670"/>
                    <a:gd name="connsiteX0" fmla="*/ 16 w 3015713"/>
                    <a:gd name="connsiteY0" fmla="*/ 2044822 h 2666003"/>
                    <a:gd name="connsiteX1" fmla="*/ 2946416 w 3015713"/>
                    <a:gd name="connsiteY1" fmla="*/ 1930522 h 2666003"/>
                    <a:gd name="connsiteX2" fmla="*/ 16 w 3015713"/>
                    <a:gd name="connsiteY2" fmla="*/ 2044822 h 2666003"/>
                    <a:gd name="connsiteX0" fmla="*/ 11809 w 3023631"/>
                    <a:gd name="connsiteY0" fmla="*/ 1918700 h 2539881"/>
                    <a:gd name="connsiteX1" fmla="*/ 2958209 w 3023631"/>
                    <a:gd name="connsiteY1" fmla="*/ 1804400 h 2539881"/>
                    <a:gd name="connsiteX2" fmla="*/ 11809 w 3023631"/>
                    <a:gd name="connsiteY2" fmla="*/ 1918700 h 2539881"/>
                    <a:gd name="connsiteX0" fmla="*/ 11589 w 3038485"/>
                    <a:gd name="connsiteY0" fmla="*/ 1978139 h 2599320"/>
                    <a:gd name="connsiteX1" fmla="*/ 2957989 w 3038485"/>
                    <a:gd name="connsiteY1" fmla="*/ 1863839 h 2599320"/>
                    <a:gd name="connsiteX2" fmla="*/ 11589 w 3038485"/>
                    <a:gd name="connsiteY2" fmla="*/ 1978139 h 2599320"/>
                    <a:gd name="connsiteX0" fmla="*/ 11480 w 3075773"/>
                    <a:gd name="connsiteY0" fmla="*/ 1978139 h 2599320"/>
                    <a:gd name="connsiteX1" fmla="*/ 2995980 w 3075773"/>
                    <a:gd name="connsiteY1" fmla="*/ 1863839 h 2599320"/>
                    <a:gd name="connsiteX2" fmla="*/ 11480 w 3075773"/>
                    <a:gd name="connsiteY2" fmla="*/ 1978139 h 2599320"/>
                    <a:gd name="connsiteX0" fmla="*/ 12565 w 3018177"/>
                    <a:gd name="connsiteY0" fmla="*/ 1973844 h 2595025"/>
                    <a:gd name="connsiteX1" fmla="*/ 2997065 w 3018177"/>
                    <a:gd name="connsiteY1" fmla="*/ 1859544 h 2595025"/>
                    <a:gd name="connsiteX2" fmla="*/ 12565 w 3018177"/>
                    <a:gd name="connsiteY2" fmla="*/ 1973844 h 2595025"/>
                    <a:gd name="connsiteX0" fmla="*/ 12524 w 3019686"/>
                    <a:gd name="connsiteY0" fmla="*/ 2087884 h 2709065"/>
                    <a:gd name="connsiteX1" fmla="*/ 2997024 w 3019686"/>
                    <a:gd name="connsiteY1" fmla="*/ 1973584 h 2709065"/>
                    <a:gd name="connsiteX2" fmla="*/ 12524 w 3019686"/>
                    <a:gd name="connsiteY2" fmla="*/ 2087884 h 2709065"/>
                    <a:gd name="connsiteX0" fmla="*/ 11347 w 3018584"/>
                    <a:gd name="connsiteY0" fmla="*/ 1949183 h 2570364"/>
                    <a:gd name="connsiteX1" fmla="*/ 2995847 w 3018584"/>
                    <a:gd name="connsiteY1" fmla="*/ 1834883 h 2570364"/>
                    <a:gd name="connsiteX2" fmla="*/ 11347 w 3018584"/>
                    <a:gd name="connsiteY2" fmla="*/ 1949183 h 2570364"/>
                    <a:gd name="connsiteX0" fmla="*/ 11415 w 2996562"/>
                    <a:gd name="connsiteY0" fmla="*/ 1949183 h 2570364"/>
                    <a:gd name="connsiteX1" fmla="*/ 2973690 w 2996562"/>
                    <a:gd name="connsiteY1" fmla="*/ 1834883 h 2570364"/>
                    <a:gd name="connsiteX2" fmla="*/ 11415 w 2996562"/>
                    <a:gd name="connsiteY2" fmla="*/ 1949183 h 2570364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15 w 2996562"/>
                    <a:gd name="connsiteY0" fmla="*/ 1949183 h 2588913"/>
                    <a:gd name="connsiteX1" fmla="*/ 2973690 w 2996562"/>
                    <a:gd name="connsiteY1" fmla="*/ 1834883 h 2588913"/>
                    <a:gd name="connsiteX2" fmla="*/ 11415 w 2996562"/>
                    <a:gd name="connsiteY2" fmla="*/ 1949183 h 2588913"/>
                    <a:gd name="connsiteX0" fmla="*/ 11454 w 2983978"/>
                    <a:gd name="connsiteY0" fmla="*/ 1924976 h 2585410"/>
                    <a:gd name="connsiteX1" fmla="*/ 2961029 w 2983978"/>
                    <a:gd name="connsiteY1" fmla="*/ 1861476 h 2585410"/>
                    <a:gd name="connsiteX2" fmla="*/ 11454 w 2983978"/>
                    <a:gd name="connsiteY2" fmla="*/ 1924976 h 2585410"/>
                    <a:gd name="connsiteX0" fmla="*/ 11454 w 2983978"/>
                    <a:gd name="connsiteY0" fmla="*/ 1924976 h 2619551"/>
                    <a:gd name="connsiteX1" fmla="*/ 2961029 w 2983978"/>
                    <a:gd name="connsiteY1" fmla="*/ 1861476 h 2619551"/>
                    <a:gd name="connsiteX2" fmla="*/ 11454 w 2983978"/>
                    <a:gd name="connsiteY2" fmla="*/ 1924976 h 2619551"/>
                    <a:gd name="connsiteX0" fmla="*/ 18254 w 2990383"/>
                    <a:gd name="connsiteY0" fmla="*/ 1924976 h 2619551"/>
                    <a:gd name="connsiteX1" fmla="*/ 2967829 w 2990383"/>
                    <a:gd name="connsiteY1" fmla="*/ 1861476 h 2619551"/>
                    <a:gd name="connsiteX2" fmla="*/ 18254 w 2990383"/>
                    <a:gd name="connsiteY2" fmla="*/ 1924976 h 2619551"/>
                    <a:gd name="connsiteX0" fmla="*/ 32932 w 3004414"/>
                    <a:gd name="connsiteY0" fmla="*/ 1891823 h 2586398"/>
                    <a:gd name="connsiteX1" fmla="*/ 2982507 w 3004414"/>
                    <a:gd name="connsiteY1" fmla="*/ 1828323 h 2586398"/>
                    <a:gd name="connsiteX2" fmla="*/ 32932 w 3004414"/>
                    <a:gd name="connsiteY2" fmla="*/ 1891823 h 2586398"/>
                    <a:gd name="connsiteX0" fmla="*/ 32932 w 3004414"/>
                    <a:gd name="connsiteY0" fmla="*/ 1891823 h 2590612"/>
                    <a:gd name="connsiteX1" fmla="*/ 2982507 w 3004414"/>
                    <a:gd name="connsiteY1" fmla="*/ 1828323 h 2590612"/>
                    <a:gd name="connsiteX2" fmla="*/ 32932 w 3004414"/>
                    <a:gd name="connsiteY2" fmla="*/ 1891823 h 25906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3004414" h="2590612">
                      <a:moveTo>
                        <a:pt x="32932" y="1891823"/>
                      </a:moveTo>
                      <a:cubicBezTo>
                        <a:pt x="-385110" y="-791052"/>
                        <a:pt x="3321174" y="-444977"/>
                        <a:pt x="2982507" y="1828323"/>
                      </a:cubicBezTo>
                      <a:cubicBezTo>
                        <a:pt x="2725553" y="2607584"/>
                        <a:pt x="430865" y="3030590"/>
                        <a:pt x="32932" y="1891823"/>
                      </a:cubicBezTo>
                      <a:close/>
                    </a:path>
                  </a:pathLst>
                </a:custGeom>
                <a:solidFill>
                  <a:srgbClr val="F8ED3B"/>
                </a:solidFill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Freeform: Shape 76">
                  <a:extLst>
                    <a:ext uri="{FF2B5EF4-FFF2-40B4-BE49-F238E27FC236}">
                      <a16:creationId xmlns:a16="http://schemas.microsoft.com/office/drawing/2014/main" id="{048700A5-9F84-BBEA-D135-39D0DF9E159E}"/>
                    </a:ext>
                  </a:extLst>
                </p:cNvPr>
                <p:cNvSpPr/>
                <p:nvPr/>
              </p:nvSpPr>
              <p:spPr>
                <a:xfrm>
                  <a:off x="3370796" y="1500012"/>
                  <a:ext cx="1133809" cy="654790"/>
                </a:xfrm>
                <a:custGeom>
                  <a:avLst/>
                  <a:gdLst>
                    <a:gd name="connsiteX0" fmla="*/ 937911 w 937911"/>
                    <a:gd name="connsiteY0" fmla="*/ 187796 h 368174"/>
                    <a:gd name="connsiteX1" fmla="*/ 38751 w 937911"/>
                    <a:gd name="connsiteY1" fmla="*/ 4916 h 368174"/>
                    <a:gd name="connsiteX2" fmla="*/ 175911 w 937911"/>
                    <a:gd name="connsiteY2" fmla="*/ 363056 h 368174"/>
                    <a:gd name="connsiteX3" fmla="*/ 290211 w 937911"/>
                    <a:gd name="connsiteY3" fmla="*/ 225896 h 368174"/>
                    <a:gd name="connsiteX4" fmla="*/ 290211 w 937911"/>
                    <a:gd name="connsiteY4" fmla="*/ 225896 h 368174"/>
                    <a:gd name="connsiteX0" fmla="*/ 937911 w 937911"/>
                    <a:gd name="connsiteY0" fmla="*/ 382122 h 562500"/>
                    <a:gd name="connsiteX1" fmla="*/ 38751 w 937911"/>
                    <a:gd name="connsiteY1" fmla="*/ 199242 h 562500"/>
                    <a:gd name="connsiteX2" fmla="*/ 175911 w 937911"/>
                    <a:gd name="connsiteY2" fmla="*/ 557382 h 562500"/>
                    <a:gd name="connsiteX3" fmla="*/ 290211 w 937911"/>
                    <a:gd name="connsiteY3" fmla="*/ 420222 h 562500"/>
                    <a:gd name="connsiteX4" fmla="*/ 290211 w 937911"/>
                    <a:gd name="connsiteY4" fmla="*/ 420222 h 562500"/>
                    <a:gd name="connsiteX0" fmla="*/ 921422 w 921422"/>
                    <a:gd name="connsiteY0" fmla="*/ 375383 h 413483"/>
                    <a:gd name="connsiteX1" fmla="*/ 22262 w 921422"/>
                    <a:gd name="connsiteY1" fmla="*/ 192503 h 413483"/>
                    <a:gd name="connsiteX2" fmla="*/ 273722 w 921422"/>
                    <a:gd name="connsiteY2" fmla="*/ 413483 h 413483"/>
                    <a:gd name="connsiteX3" fmla="*/ 273722 w 921422"/>
                    <a:gd name="connsiteY3" fmla="*/ 413483 h 413483"/>
                    <a:gd name="connsiteX0" fmla="*/ 647700 w 647700"/>
                    <a:gd name="connsiteY0" fmla="*/ 0 h 38100"/>
                    <a:gd name="connsiteX1" fmla="*/ 0 w 647700"/>
                    <a:gd name="connsiteY1" fmla="*/ 38100 h 38100"/>
                    <a:gd name="connsiteX2" fmla="*/ 0 w 647700"/>
                    <a:gd name="connsiteY2" fmla="*/ 38100 h 38100"/>
                    <a:gd name="connsiteX0" fmla="*/ 647700 w 647700"/>
                    <a:gd name="connsiteY0" fmla="*/ 326124 h 364224"/>
                    <a:gd name="connsiteX1" fmla="*/ 0 w 647700"/>
                    <a:gd name="connsiteY1" fmla="*/ 364224 h 364224"/>
                    <a:gd name="connsiteX2" fmla="*/ 0 w 647700"/>
                    <a:gd name="connsiteY2" fmla="*/ 364224 h 364224"/>
                    <a:gd name="connsiteX0" fmla="*/ 965829 w 965829"/>
                    <a:gd name="connsiteY0" fmla="*/ 357539 h 395639"/>
                    <a:gd name="connsiteX1" fmla="*/ 318129 w 965829"/>
                    <a:gd name="connsiteY1" fmla="*/ 395639 h 395639"/>
                    <a:gd name="connsiteX2" fmla="*/ 318129 w 965829"/>
                    <a:gd name="connsiteY2" fmla="*/ 395639 h 395639"/>
                    <a:gd name="connsiteX0" fmla="*/ 896079 w 896079"/>
                    <a:gd name="connsiteY0" fmla="*/ 220021 h 440721"/>
                    <a:gd name="connsiteX1" fmla="*/ 248379 w 896079"/>
                    <a:gd name="connsiteY1" fmla="*/ 258121 h 440721"/>
                    <a:gd name="connsiteX2" fmla="*/ 248379 w 896079"/>
                    <a:gd name="connsiteY2" fmla="*/ 258121 h 440721"/>
                    <a:gd name="connsiteX0" fmla="*/ 1002900 w 1002900"/>
                    <a:gd name="connsiteY0" fmla="*/ 392324 h 580405"/>
                    <a:gd name="connsiteX1" fmla="*/ 355200 w 1002900"/>
                    <a:gd name="connsiteY1" fmla="*/ 430424 h 580405"/>
                    <a:gd name="connsiteX2" fmla="*/ 355200 w 1002900"/>
                    <a:gd name="connsiteY2" fmla="*/ 430424 h 580405"/>
                    <a:gd name="connsiteX0" fmla="*/ 909269 w 909269"/>
                    <a:gd name="connsiteY0" fmla="*/ 367355 h 622662"/>
                    <a:gd name="connsiteX1" fmla="*/ 261569 w 909269"/>
                    <a:gd name="connsiteY1" fmla="*/ 405455 h 622662"/>
                    <a:gd name="connsiteX2" fmla="*/ 261569 w 909269"/>
                    <a:gd name="connsiteY2" fmla="*/ 405455 h 622662"/>
                    <a:gd name="connsiteX0" fmla="*/ 1002084 w 1002084"/>
                    <a:gd name="connsiteY0" fmla="*/ 392436 h 642891"/>
                    <a:gd name="connsiteX1" fmla="*/ 354384 w 1002084"/>
                    <a:gd name="connsiteY1" fmla="*/ 430536 h 642891"/>
                    <a:gd name="connsiteX2" fmla="*/ 354384 w 1002084"/>
                    <a:gd name="connsiteY2" fmla="*/ 430536 h 642891"/>
                    <a:gd name="connsiteX0" fmla="*/ 992747 w 992747"/>
                    <a:gd name="connsiteY0" fmla="*/ 411629 h 611271"/>
                    <a:gd name="connsiteX1" fmla="*/ 345047 w 992747"/>
                    <a:gd name="connsiteY1" fmla="*/ 449729 h 611271"/>
                    <a:gd name="connsiteX2" fmla="*/ 345047 w 992747"/>
                    <a:gd name="connsiteY2" fmla="*/ 449729 h 611271"/>
                    <a:gd name="connsiteX0" fmla="*/ 953148 w 953148"/>
                    <a:gd name="connsiteY0" fmla="*/ 338491 h 550456"/>
                    <a:gd name="connsiteX1" fmla="*/ 305448 w 953148"/>
                    <a:gd name="connsiteY1" fmla="*/ 376591 h 550456"/>
                    <a:gd name="connsiteX2" fmla="*/ 305448 w 953148"/>
                    <a:gd name="connsiteY2" fmla="*/ 376591 h 550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3148" h="550456">
                      <a:moveTo>
                        <a:pt x="953148" y="338491"/>
                      </a:moveTo>
                      <a:cubicBezTo>
                        <a:pt x="-291452" y="-715609"/>
                        <a:pt x="-95872" y="1095411"/>
                        <a:pt x="305448" y="376591"/>
                      </a:cubicBezTo>
                      <a:lnTo>
                        <a:pt x="305448" y="376591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Arc 77">
                  <a:extLst>
                    <a:ext uri="{FF2B5EF4-FFF2-40B4-BE49-F238E27FC236}">
                      <a16:creationId xmlns:a16="http://schemas.microsoft.com/office/drawing/2014/main" id="{C44AB192-E127-F234-FD9A-CC2D509151E0}"/>
                    </a:ext>
                  </a:extLst>
                </p:cNvPr>
                <p:cNvSpPr/>
                <p:nvPr/>
              </p:nvSpPr>
              <p:spPr>
                <a:xfrm rot="9500543">
                  <a:off x="4620022" y="3541070"/>
                  <a:ext cx="374365" cy="374365"/>
                </a:xfrm>
                <a:prstGeom prst="arc">
                  <a:avLst>
                    <a:gd name="adj1" fmla="val 12939651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A5BDEC62-4A16-9D33-5855-8963CA1BFDF3}"/>
                    </a:ext>
                  </a:extLst>
                </p:cNvPr>
                <p:cNvGrpSpPr/>
                <p:nvPr/>
              </p:nvGrpSpPr>
              <p:grpSpPr>
                <a:xfrm>
                  <a:off x="3856600" y="2318899"/>
                  <a:ext cx="801031" cy="985036"/>
                  <a:chOff x="2788371" y="2413698"/>
                  <a:chExt cx="673395" cy="828081"/>
                </a:xfrm>
              </p:grpSpPr>
              <p:grpSp>
                <p:nvGrpSpPr>
                  <p:cNvPr id="90" name="Group 89">
                    <a:extLst>
                      <a:ext uri="{FF2B5EF4-FFF2-40B4-BE49-F238E27FC236}">
                        <a16:creationId xmlns:a16="http://schemas.microsoft.com/office/drawing/2014/main" id="{1482F4CA-10D5-60BA-3DFD-AB4AF3598073}"/>
                      </a:ext>
                    </a:extLst>
                  </p:cNvPr>
                  <p:cNvGrpSpPr/>
                  <p:nvPr/>
                </p:nvGrpSpPr>
                <p:grpSpPr>
                  <a:xfrm>
                    <a:off x="2788371" y="2649802"/>
                    <a:ext cx="673395" cy="591977"/>
                    <a:chOff x="2788371" y="2649802"/>
                    <a:chExt cx="673395" cy="591977"/>
                  </a:xfrm>
                </p:grpSpPr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D6FAD801-7263-EFE2-0383-264509D53F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9789" y="2649802"/>
                      <a:ext cx="591977" cy="591977"/>
                    </a:xfrm>
                    <a:prstGeom prst="ellipse">
                      <a:avLst/>
                    </a:prstGeom>
                    <a:solidFill>
                      <a:sysClr val="windowText" lastClr="000000"/>
                    </a:solidFill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3" name="Oval 92">
                      <a:extLst>
                        <a:ext uri="{FF2B5EF4-FFF2-40B4-BE49-F238E27FC236}">
                          <a16:creationId xmlns:a16="http://schemas.microsoft.com/office/drawing/2014/main" id="{16DFC35F-217E-1CB2-1C04-E16BFED136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03335" y="2773414"/>
                      <a:ext cx="235165" cy="235165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4" name="Oval 93">
                      <a:extLst>
                        <a:ext uri="{FF2B5EF4-FFF2-40B4-BE49-F238E27FC236}">
                          <a16:creationId xmlns:a16="http://schemas.microsoft.com/office/drawing/2014/main" id="{2E13666B-4C50-2613-7318-F3AED7D8E2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7013" y="2995024"/>
                      <a:ext cx="137167" cy="137167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5" name="Freeform: Shape 94">
                      <a:extLst>
                        <a:ext uri="{FF2B5EF4-FFF2-40B4-BE49-F238E27FC236}">
                          <a16:creationId xmlns:a16="http://schemas.microsoft.com/office/drawing/2014/main" id="{4FCEDEA1-5ACA-C939-9EDD-02FCA36BFA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19399" y="3095625"/>
                      <a:ext cx="98425" cy="22174"/>
                    </a:xfrm>
                    <a:custGeom>
                      <a:avLst/>
                      <a:gdLst>
                        <a:gd name="connsiteX0" fmla="*/ 76200 w 76200"/>
                        <a:gd name="connsiteY0" fmla="*/ 0 h 19050"/>
                        <a:gd name="connsiteX1" fmla="*/ 0 w 76200"/>
                        <a:gd name="connsiteY1" fmla="*/ 19050 h 19050"/>
                        <a:gd name="connsiteX2" fmla="*/ 0 w 76200"/>
                        <a:gd name="connsiteY2" fmla="*/ 19050 h 19050"/>
                        <a:gd name="connsiteX0" fmla="*/ 98425 w 98425"/>
                        <a:gd name="connsiteY0" fmla="*/ 0 h 19050"/>
                        <a:gd name="connsiteX1" fmla="*/ 22225 w 98425"/>
                        <a:gd name="connsiteY1" fmla="*/ 19050 h 19050"/>
                        <a:gd name="connsiteX2" fmla="*/ 0 w 98425"/>
                        <a:gd name="connsiteY2" fmla="*/ 9525 h 19050"/>
                        <a:gd name="connsiteX0" fmla="*/ 98425 w 98425"/>
                        <a:gd name="connsiteY0" fmla="*/ 0 h 9525"/>
                        <a:gd name="connsiteX1" fmla="*/ 0 w 98425"/>
                        <a:gd name="connsiteY1" fmla="*/ 9525 h 9525"/>
                        <a:gd name="connsiteX0" fmla="*/ 10000 w 10000"/>
                        <a:gd name="connsiteY0" fmla="*/ 0 h 18813"/>
                        <a:gd name="connsiteX1" fmla="*/ 0 w 10000"/>
                        <a:gd name="connsiteY1" fmla="*/ 10000 h 18813"/>
                        <a:gd name="connsiteX0" fmla="*/ 10000 w 10000"/>
                        <a:gd name="connsiteY0" fmla="*/ 0 h 23280"/>
                        <a:gd name="connsiteX1" fmla="*/ 0 w 10000"/>
                        <a:gd name="connsiteY1" fmla="*/ 10000 h 23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0000" h="23280">
                          <a:moveTo>
                            <a:pt x="10000" y="0"/>
                          </a:moveTo>
                          <a:cubicBezTo>
                            <a:pt x="6990" y="23334"/>
                            <a:pt x="3978" y="33333"/>
                            <a:pt x="0" y="10000"/>
                          </a:cubicBezTo>
                        </a:path>
                      </a:pathLst>
                    </a:custGeom>
                    <a:noFill/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6" name="Freeform: Shape 95">
                      <a:extLst>
                        <a:ext uri="{FF2B5EF4-FFF2-40B4-BE49-F238E27FC236}">
                          <a16:creationId xmlns:a16="http://schemas.microsoft.com/office/drawing/2014/main" id="{236DD7B0-C0DC-E0FE-9D99-C078F249A2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96740" y="3018505"/>
                      <a:ext cx="98425" cy="22174"/>
                    </a:xfrm>
                    <a:custGeom>
                      <a:avLst/>
                      <a:gdLst>
                        <a:gd name="connsiteX0" fmla="*/ 76200 w 76200"/>
                        <a:gd name="connsiteY0" fmla="*/ 0 h 19050"/>
                        <a:gd name="connsiteX1" fmla="*/ 0 w 76200"/>
                        <a:gd name="connsiteY1" fmla="*/ 19050 h 19050"/>
                        <a:gd name="connsiteX2" fmla="*/ 0 w 76200"/>
                        <a:gd name="connsiteY2" fmla="*/ 19050 h 19050"/>
                        <a:gd name="connsiteX0" fmla="*/ 98425 w 98425"/>
                        <a:gd name="connsiteY0" fmla="*/ 0 h 19050"/>
                        <a:gd name="connsiteX1" fmla="*/ 22225 w 98425"/>
                        <a:gd name="connsiteY1" fmla="*/ 19050 h 19050"/>
                        <a:gd name="connsiteX2" fmla="*/ 0 w 98425"/>
                        <a:gd name="connsiteY2" fmla="*/ 9525 h 19050"/>
                        <a:gd name="connsiteX0" fmla="*/ 98425 w 98425"/>
                        <a:gd name="connsiteY0" fmla="*/ 0 h 9525"/>
                        <a:gd name="connsiteX1" fmla="*/ 0 w 98425"/>
                        <a:gd name="connsiteY1" fmla="*/ 9525 h 9525"/>
                        <a:gd name="connsiteX0" fmla="*/ 10000 w 10000"/>
                        <a:gd name="connsiteY0" fmla="*/ 0 h 18813"/>
                        <a:gd name="connsiteX1" fmla="*/ 0 w 10000"/>
                        <a:gd name="connsiteY1" fmla="*/ 10000 h 18813"/>
                        <a:gd name="connsiteX0" fmla="*/ 10000 w 10000"/>
                        <a:gd name="connsiteY0" fmla="*/ 0 h 23280"/>
                        <a:gd name="connsiteX1" fmla="*/ 0 w 10000"/>
                        <a:gd name="connsiteY1" fmla="*/ 10000 h 23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0000" h="23280">
                          <a:moveTo>
                            <a:pt x="10000" y="0"/>
                          </a:moveTo>
                          <a:cubicBezTo>
                            <a:pt x="6990" y="23334"/>
                            <a:pt x="3978" y="33333"/>
                            <a:pt x="0" y="10000"/>
                          </a:cubicBezTo>
                        </a:path>
                      </a:pathLst>
                    </a:custGeom>
                    <a:noFill/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97" name="Freeform: Shape 96">
                      <a:extLst>
                        <a:ext uri="{FF2B5EF4-FFF2-40B4-BE49-F238E27FC236}">
                          <a16:creationId xmlns:a16="http://schemas.microsoft.com/office/drawing/2014/main" id="{1927AD10-B6C9-A79A-A339-AA36FFEA77FE}"/>
                        </a:ext>
                      </a:extLst>
                    </p:cNvPr>
                    <p:cNvSpPr/>
                    <p:nvPr/>
                  </p:nvSpPr>
                  <p:spPr>
                    <a:xfrm rot="1872416">
                      <a:off x="2788371" y="2943707"/>
                      <a:ext cx="98425" cy="22174"/>
                    </a:xfrm>
                    <a:custGeom>
                      <a:avLst/>
                      <a:gdLst>
                        <a:gd name="connsiteX0" fmla="*/ 76200 w 76200"/>
                        <a:gd name="connsiteY0" fmla="*/ 0 h 19050"/>
                        <a:gd name="connsiteX1" fmla="*/ 0 w 76200"/>
                        <a:gd name="connsiteY1" fmla="*/ 19050 h 19050"/>
                        <a:gd name="connsiteX2" fmla="*/ 0 w 76200"/>
                        <a:gd name="connsiteY2" fmla="*/ 19050 h 19050"/>
                        <a:gd name="connsiteX0" fmla="*/ 98425 w 98425"/>
                        <a:gd name="connsiteY0" fmla="*/ 0 h 19050"/>
                        <a:gd name="connsiteX1" fmla="*/ 22225 w 98425"/>
                        <a:gd name="connsiteY1" fmla="*/ 19050 h 19050"/>
                        <a:gd name="connsiteX2" fmla="*/ 0 w 98425"/>
                        <a:gd name="connsiteY2" fmla="*/ 9525 h 19050"/>
                        <a:gd name="connsiteX0" fmla="*/ 98425 w 98425"/>
                        <a:gd name="connsiteY0" fmla="*/ 0 h 9525"/>
                        <a:gd name="connsiteX1" fmla="*/ 0 w 98425"/>
                        <a:gd name="connsiteY1" fmla="*/ 9525 h 9525"/>
                        <a:gd name="connsiteX0" fmla="*/ 10000 w 10000"/>
                        <a:gd name="connsiteY0" fmla="*/ 0 h 18813"/>
                        <a:gd name="connsiteX1" fmla="*/ 0 w 10000"/>
                        <a:gd name="connsiteY1" fmla="*/ 10000 h 18813"/>
                        <a:gd name="connsiteX0" fmla="*/ 10000 w 10000"/>
                        <a:gd name="connsiteY0" fmla="*/ 0 h 23280"/>
                        <a:gd name="connsiteX1" fmla="*/ 0 w 10000"/>
                        <a:gd name="connsiteY1" fmla="*/ 10000 h 23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0000" h="23280">
                          <a:moveTo>
                            <a:pt x="10000" y="0"/>
                          </a:moveTo>
                          <a:cubicBezTo>
                            <a:pt x="6990" y="23334"/>
                            <a:pt x="3978" y="33333"/>
                            <a:pt x="0" y="10000"/>
                          </a:cubicBezTo>
                        </a:path>
                      </a:pathLst>
                    </a:custGeom>
                    <a:noFill/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91" name="Arc 90">
                    <a:extLst>
                      <a:ext uri="{FF2B5EF4-FFF2-40B4-BE49-F238E27FC236}">
                        <a16:creationId xmlns:a16="http://schemas.microsoft.com/office/drawing/2014/main" id="{B156A003-4713-97E2-8637-26D295A8B006}"/>
                      </a:ext>
                    </a:extLst>
                  </p:cNvPr>
                  <p:cNvSpPr/>
                  <p:nvPr/>
                </p:nvSpPr>
                <p:spPr>
                  <a:xfrm rot="18311906">
                    <a:off x="2956478" y="2413698"/>
                    <a:ext cx="314714" cy="314714"/>
                  </a:xfrm>
                  <a:prstGeom prst="arc">
                    <a:avLst>
                      <a:gd name="adj1" fmla="val 14674233"/>
                      <a:gd name="adj2" fmla="val 0"/>
                    </a:avLst>
                  </a:pr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4FE56F7D-5863-321B-ACFF-D5632FEF69FC}"/>
                    </a:ext>
                  </a:extLst>
                </p:cNvPr>
                <p:cNvSpPr/>
                <p:nvPr/>
              </p:nvSpPr>
              <p:spPr>
                <a:xfrm flipH="1">
                  <a:off x="5911088" y="1506026"/>
                  <a:ext cx="1133809" cy="654790"/>
                </a:xfrm>
                <a:custGeom>
                  <a:avLst/>
                  <a:gdLst>
                    <a:gd name="connsiteX0" fmla="*/ 937911 w 937911"/>
                    <a:gd name="connsiteY0" fmla="*/ 187796 h 368174"/>
                    <a:gd name="connsiteX1" fmla="*/ 38751 w 937911"/>
                    <a:gd name="connsiteY1" fmla="*/ 4916 h 368174"/>
                    <a:gd name="connsiteX2" fmla="*/ 175911 w 937911"/>
                    <a:gd name="connsiteY2" fmla="*/ 363056 h 368174"/>
                    <a:gd name="connsiteX3" fmla="*/ 290211 w 937911"/>
                    <a:gd name="connsiteY3" fmla="*/ 225896 h 368174"/>
                    <a:gd name="connsiteX4" fmla="*/ 290211 w 937911"/>
                    <a:gd name="connsiteY4" fmla="*/ 225896 h 368174"/>
                    <a:gd name="connsiteX0" fmla="*/ 937911 w 937911"/>
                    <a:gd name="connsiteY0" fmla="*/ 382122 h 562500"/>
                    <a:gd name="connsiteX1" fmla="*/ 38751 w 937911"/>
                    <a:gd name="connsiteY1" fmla="*/ 199242 h 562500"/>
                    <a:gd name="connsiteX2" fmla="*/ 175911 w 937911"/>
                    <a:gd name="connsiteY2" fmla="*/ 557382 h 562500"/>
                    <a:gd name="connsiteX3" fmla="*/ 290211 w 937911"/>
                    <a:gd name="connsiteY3" fmla="*/ 420222 h 562500"/>
                    <a:gd name="connsiteX4" fmla="*/ 290211 w 937911"/>
                    <a:gd name="connsiteY4" fmla="*/ 420222 h 562500"/>
                    <a:gd name="connsiteX0" fmla="*/ 921422 w 921422"/>
                    <a:gd name="connsiteY0" fmla="*/ 375383 h 413483"/>
                    <a:gd name="connsiteX1" fmla="*/ 22262 w 921422"/>
                    <a:gd name="connsiteY1" fmla="*/ 192503 h 413483"/>
                    <a:gd name="connsiteX2" fmla="*/ 273722 w 921422"/>
                    <a:gd name="connsiteY2" fmla="*/ 413483 h 413483"/>
                    <a:gd name="connsiteX3" fmla="*/ 273722 w 921422"/>
                    <a:gd name="connsiteY3" fmla="*/ 413483 h 413483"/>
                    <a:gd name="connsiteX0" fmla="*/ 647700 w 647700"/>
                    <a:gd name="connsiteY0" fmla="*/ 0 h 38100"/>
                    <a:gd name="connsiteX1" fmla="*/ 0 w 647700"/>
                    <a:gd name="connsiteY1" fmla="*/ 38100 h 38100"/>
                    <a:gd name="connsiteX2" fmla="*/ 0 w 647700"/>
                    <a:gd name="connsiteY2" fmla="*/ 38100 h 38100"/>
                    <a:gd name="connsiteX0" fmla="*/ 647700 w 647700"/>
                    <a:gd name="connsiteY0" fmla="*/ 326124 h 364224"/>
                    <a:gd name="connsiteX1" fmla="*/ 0 w 647700"/>
                    <a:gd name="connsiteY1" fmla="*/ 364224 h 364224"/>
                    <a:gd name="connsiteX2" fmla="*/ 0 w 647700"/>
                    <a:gd name="connsiteY2" fmla="*/ 364224 h 364224"/>
                    <a:gd name="connsiteX0" fmla="*/ 965829 w 965829"/>
                    <a:gd name="connsiteY0" fmla="*/ 357539 h 395639"/>
                    <a:gd name="connsiteX1" fmla="*/ 318129 w 965829"/>
                    <a:gd name="connsiteY1" fmla="*/ 395639 h 395639"/>
                    <a:gd name="connsiteX2" fmla="*/ 318129 w 965829"/>
                    <a:gd name="connsiteY2" fmla="*/ 395639 h 395639"/>
                    <a:gd name="connsiteX0" fmla="*/ 896079 w 896079"/>
                    <a:gd name="connsiteY0" fmla="*/ 220021 h 440721"/>
                    <a:gd name="connsiteX1" fmla="*/ 248379 w 896079"/>
                    <a:gd name="connsiteY1" fmla="*/ 258121 h 440721"/>
                    <a:gd name="connsiteX2" fmla="*/ 248379 w 896079"/>
                    <a:gd name="connsiteY2" fmla="*/ 258121 h 440721"/>
                    <a:gd name="connsiteX0" fmla="*/ 1002900 w 1002900"/>
                    <a:gd name="connsiteY0" fmla="*/ 392324 h 580405"/>
                    <a:gd name="connsiteX1" fmla="*/ 355200 w 1002900"/>
                    <a:gd name="connsiteY1" fmla="*/ 430424 h 580405"/>
                    <a:gd name="connsiteX2" fmla="*/ 355200 w 1002900"/>
                    <a:gd name="connsiteY2" fmla="*/ 430424 h 580405"/>
                    <a:gd name="connsiteX0" fmla="*/ 909269 w 909269"/>
                    <a:gd name="connsiteY0" fmla="*/ 367355 h 622662"/>
                    <a:gd name="connsiteX1" fmla="*/ 261569 w 909269"/>
                    <a:gd name="connsiteY1" fmla="*/ 405455 h 622662"/>
                    <a:gd name="connsiteX2" fmla="*/ 261569 w 909269"/>
                    <a:gd name="connsiteY2" fmla="*/ 405455 h 622662"/>
                    <a:gd name="connsiteX0" fmla="*/ 1002084 w 1002084"/>
                    <a:gd name="connsiteY0" fmla="*/ 392436 h 642891"/>
                    <a:gd name="connsiteX1" fmla="*/ 354384 w 1002084"/>
                    <a:gd name="connsiteY1" fmla="*/ 430536 h 642891"/>
                    <a:gd name="connsiteX2" fmla="*/ 354384 w 1002084"/>
                    <a:gd name="connsiteY2" fmla="*/ 430536 h 642891"/>
                    <a:gd name="connsiteX0" fmla="*/ 992747 w 992747"/>
                    <a:gd name="connsiteY0" fmla="*/ 411629 h 611271"/>
                    <a:gd name="connsiteX1" fmla="*/ 345047 w 992747"/>
                    <a:gd name="connsiteY1" fmla="*/ 449729 h 611271"/>
                    <a:gd name="connsiteX2" fmla="*/ 345047 w 992747"/>
                    <a:gd name="connsiteY2" fmla="*/ 449729 h 611271"/>
                    <a:gd name="connsiteX0" fmla="*/ 953148 w 953148"/>
                    <a:gd name="connsiteY0" fmla="*/ 338491 h 550456"/>
                    <a:gd name="connsiteX1" fmla="*/ 305448 w 953148"/>
                    <a:gd name="connsiteY1" fmla="*/ 376591 h 550456"/>
                    <a:gd name="connsiteX2" fmla="*/ 305448 w 953148"/>
                    <a:gd name="connsiteY2" fmla="*/ 376591 h 5504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3148" h="550456">
                      <a:moveTo>
                        <a:pt x="953148" y="338491"/>
                      </a:moveTo>
                      <a:cubicBezTo>
                        <a:pt x="-291452" y="-715609"/>
                        <a:pt x="-95872" y="1095411"/>
                        <a:pt x="305448" y="376591"/>
                      </a:cubicBezTo>
                      <a:lnTo>
                        <a:pt x="305448" y="376591"/>
                      </a:ln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4C947F29-E454-AF06-F3BA-E4A9C90EDCFD}"/>
                    </a:ext>
                  </a:extLst>
                </p:cNvPr>
                <p:cNvGrpSpPr/>
                <p:nvPr/>
              </p:nvGrpSpPr>
              <p:grpSpPr>
                <a:xfrm flipH="1">
                  <a:off x="5248071" y="2386128"/>
                  <a:ext cx="801031" cy="985036"/>
                  <a:chOff x="2788371" y="2413698"/>
                  <a:chExt cx="673395" cy="828081"/>
                </a:xfrm>
              </p:grpSpPr>
              <p:grpSp>
                <p:nvGrpSpPr>
                  <p:cNvPr id="82" name="Group 81">
                    <a:extLst>
                      <a:ext uri="{FF2B5EF4-FFF2-40B4-BE49-F238E27FC236}">
                        <a16:creationId xmlns:a16="http://schemas.microsoft.com/office/drawing/2014/main" id="{CE898525-2D39-3D77-086F-4E9553D60E6E}"/>
                      </a:ext>
                    </a:extLst>
                  </p:cNvPr>
                  <p:cNvGrpSpPr/>
                  <p:nvPr/>
                </p:nvGrpSpPr>
                <p:grpSpPr>
                  <a:xfrm>
                    <a:off x="2788371" y="2649802"/>
                    <a:ext cx="673395" cy="591977"/>
                    <a:chOff x="2788371" y="2649802"/>
                    <a:chExt cx="673395" cy="591977"/>
                  </a:xfrm>
                </p:grpSpPr>
                <p:sp>
                  <p:nvSpPr>
                    <p:cNvPr id="84" name="Oval 83">
                      <a:extLst>
                        <a:ext uri="{FF2B5EF4-FFF2-40B4-BE49-F238E27FC236}">
                          <a16:creationId xmlns:a16="http://schemas.microsoft.com/office/drawing/2014/main" id="{8DD77722-059C-79C8-2EFB-E031123431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69789" y="2649802"/>
                      <a:ext cx="591977" cy="591977"/>
                    </a:xfrm>
                    <a:prstGeom prst="ellipse">
                      <a:avLst/>
                    </a:prstGeom>
                    <a:solidFill>
                      <a:sysClr val="windowText" lastClr="000000"/>
                    </a:solidFill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5" name="Oval 84">
                      <a:extLst>
                        <a:ext uri="{FF2B5EF4-FFF2-40B4-BE49-F238E27FC236}">
                          <a16:creationId xmlns:a16="http://schemas.microsoft.com/office/drawing/2014/main" id="{C8F4BD34-94E3-A05C-A6CF-FFA550FB6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88412" y="2760492"/>
                      <a:ext cx="235165" cy="235165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6" name="Oval 85">
                      <a:extLst>
                        <a:ext uri="{FF2B5EF4-FFF2-40B4-BE49-F238E27FC236}">
                          <a16:creationId xmlns:a16="http://schemas.microsoft.com/office/drawing/2014/main" id="{53B210FB-DB2D-69A9-4505-0667E6EFAA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983650" y="2984939"/>
                      <a:ext cx="137167" cy="137167"/>
                    </a:xfrm>
                    <a:prstGeom prst="ellipse">
                      <a:avLst/>
                    </a:prstGeom>
                    <a:solidFill>
                      <a:sysClr val="window" lastClr="FFFFFF"/>
                    </a:solidFill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7" name="Freeform: Shape 86">
                      <a:extLst>
                        <a:ext uri="{FF2B5EF4-FFF2-40B4-BE49-F238E27FC236}">
                          <a16:creationId xmlns:a16="http://schemas.microsoft.com/office/drawing/2014/main" id="{9686183B-618B-9C5F-0A71-951B1FEAA7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19399" y="3095625"/>
                      <a:ext cx="98425" cy="22174"/>
                    </a:xfrm>
                    <a:custGeom>
                      <a:avLst/>
                      <a:gdLst>
                        <a:gd name="connsiteX0" fmla="*/ 76200 w 76200"/>
                        <a:gd name="connsiteY0" fmla="*/ 0 h 19050"/>
                        <a:gd name="connsiteX1" fmla="*/ 0 w 76200"/>
                        <a:gd name="connsiteY1" fmla="*/ 19050 h 19050"/>
                        <a:gd name="connsiteX2" fmla="*/ 0 w 76200"/>
                        <a:gd name="connsiteY2" fmla="*/ 19050 h 19050"/>
                        <a:gd name="connsiteX0" fmla="*/ 98425 w 98425"/>
                        <a:gd name="connsiteY0" fmla="*/ 0 h 19050"/>
                        <a:gd name="connsiteX1" fmla="*/ 22225 w 98425"/>
                        <a:gd name="connsiteY1" fmla="*/ 19050 h 19050"/>
                        <a:gd name="connsiteX2" fmla="*/ 0 w 98425"/>
                        <a:gd name="connsiteY2" fmla="*/ 9525 h 19050"/>
                        <a:gd name="connsiteX0" fmla="*/ 98425 w 98425"/>
                        <a:gd name="connsiteY0" fmla="*/ 0 h 9525"/>
                        <a:gd name="connsiteX1" fmla="*/ 0 w 98425"/>
                        <a:gd name="connsiteY1" fmla="*/ 9525 h 9525"/>
                        <a:gd name="connsiteX0" fmla="*/ 10000 w 10000"/>
                        <a:gd name="connsiteY0" fmla="*/ 0 h 18813"/>
                        <a:gd name="connsiteX1" fmla="*/ 0 w 10000"/>
                        <a:gd name="connsiteY1" fmla="*/ 10000 h 18813"/>
                        <a:gd name="connsiteX0" fmla="*/ 10000 w 10000"/>
                        <a:gd name="connsiteY0" fmla="*/ 0 h 23280"/>
                        <a:gd name="connsiteX1" fmla="*/ 0 w 10000"/>
                        <a:gd name="connsiteY1" fmla="*/ 10000 h 23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0000" h="23280">
                          <a:moveTo>
                            <a:pt x="10000" y="0"/>
                          </a:moveTo>
                          <a:cubicBezTo>
                            <a:pt x="6990" y="23334"/>
                            <a:pt x="3978" y="33333"/>
                            <a:pt x="0" y="10000"/>
                          </a:cubicBezTo>
                        </a:path>
                      </a:pathLst>
                    </a:custGeom>
                    <a:noFill/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8" name="Freeform: Shape 87">
                      <a:extLst>
                        <a:ext uri="{FF2B5EF4-FFF2-40B4-BE49-F238E27FC236}">
                          <a16:creationId xmlns:a16="http://schemas.microsoft.com/office/drawing/2014/main" id="{85FD48B1-C66C-F2EE-EF1F-376731A318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96740" y="3018505"/>
                      <a:ext cx="98425" cy="22174"/>
                    </a:xfrm>
                    <a:custGeom>
                      <a:avLst/>
                      <a:gdLst>
                        <a:gd name="connsiteX0" fmla="*/ 76200 w 76200"/>
                        <a:gd name="connsiteY0" fmla="*/ 0 h 19050"/>
                        <a:gd name="connsiteX1" fmla="*/ 0 w 76200"/>
                        <a:gd name="connsiteY1" fmla="*/ 19050 h 19050"/>
                        <a:gd name="connsiteX2" fmla="*/ 0 w 76200"/>
                        <a:gd name="connsiteY2" fmla="*/ 19050 h 19050"/>
                        <a:gd name="connsiteX0" fmla="*/ 98425 w 98425"/>
                        <a:gd name="connsiteY0" fmla="*/ 0 h 19050"/>
                        <a:gd name="connsiteX1" fmla="*/ 22225 w 98425"/>
                        <a:gd name="connsiteY1" fmla="*/ 19050 h 19050"/>
                        <a:gd name="connsiteX2" fmla="*/ 0 w 98425"/>
                        <a:gd name="connsiteY2" fmla="*/ 9525 h 19050"/>
                        <a:gd name="connsiteX0" fmla="*/ 98425 w 98425"/>
                        <a:gd name="connsiteY0" fmla="*/ 0 h 9525"/>
                        <a:gd name="connsiteX1" fmla="*/ 0 w 98425"/>
                        <a:gd name="connsiteY1" fmla="*/ 9525 h 9525"/>
                        <a:gd name="connsiteX0" fmla="*/ 10000 w 10000"/>
                        <a:gd name="connsiteY0" fmla="*/ 0 h 18813"/>
                        <a:gd name="connsiteX1" fmla="*/ 0 w 10000"/>
                        <a:gd name="connsiteY1" fmla="*/ 10000 h 18813"/>
                        <a:gd name="connsiteX0" fmla="*/ 10000 w 10000"/>
                        <a:gd name="connsiteY0" fmla="*/ 0 h 23280"/>
                        <a:gd name="connsiteX1" fmla="*/ 0 w 10000"/>
                        <a:gd name="connsiteY1" fmla="*/ 10000 h 23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0000" h="23280">
                          <a:moveTo>
                            <a:pt x="10000" y="0"/>
                          </a:moveTo>
                          <a:cubicBezTo>
                            <a:pt x="6990" y="23334"/>
                            <a:pt x="3978" y="33333"/>
                            <a:pt x="0" y="10000"/>
                          </a:cubicBezTo>
                        </a:path>
                      </a:pathLst>
                    </a:custGeom>
                    <a:noFill/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89" name="Freeform: Shape 88">
                      <a:extLst>
                        <a:ext uri="{FF2B5EF4-FFF2-40B4-BE49-F238E27FC236}">
                          <a16:creationId xmlns:a16="http://schemas.microsoft.com/office/drawing/2014/main" id="{52B41857-21FF-1F29-F3E3-9AC22C8AE818}"/>
                        </a:ext>
                      </a:extLst>
                    </p:cNvPr>
                    <p:cNvSpPr/>
                    <p:nvPr/>
                  </p:nvSpPr>
                  <p:spPr>
                    <a:xfrm rot="1872416">
                      <a:off x="2788371" y="2943707"/>
                      <a:ext cx="98425" cy="22174"/>
                    </a:xfrm>
                    <a:custGeom>
                      <a:avLst/>
                      <a:gdLst>
                        <a:gd name="connsiteX0" fmla="*/ 76200 w 76200"/>
                        <a:gd name="connsiteY0" fmla="*/ 0 h 19050"/>
                        <a:gd name="connsiteX1" fmla="*/ 0 w 76200"/>
                        <a:gd name="connsiteY1" fmla="*/ 19050 h 19050"/>
                        <a:gd name="connsiteX2" fmla="*/ 0 w 76200"/>
                        <a:gd name="connsiteY2" fmla="*/ 19050 h 19050"/>
                        <a:gd name="connsiteX0" fmla="*/ 98425 w 98425"/>
                        <a:gd name="connsiteY0" fmla="*/ 0 h 19050"/>
                        <a:gd name="connsiteX1" fmla="*/ 22225 w 98425"/>
                        <a:gd name="connsiteY1" fmla="*/ 19050 h 19050"/>
                        <a:gd name="connsiteX2" fmla="*/ 0 w 98425"/>
                        <a:gd name="connsiteY2" fmla="*/ 9525 h 19050"/>
                        <a:gd name="connsiteX0" fmla="*/ 98425 w 98425"/>
                        <a:gd name="connsiteY0" fmla="*/ 0 h 9525"/>
                        <a:gd name="connsiteX1" fmla="*/ 0 w 98425"/>
                        <a:gd name="connsiteY1" fmla="*/ 9525 h 9525"/>
                        <a:gd name="connsiteX0" fmla="*/ 10000 w 10000"/>
                        <a:gd name="connsiteY0" fmla="*/ 0 h 18813"/>
                        <a:gd name="connsiteX1" fmla="*/ 0 w 10000"/>
                        <a:gd name="connsiteY1" fmla="*/ 10000 h 18813"/>
                        <a:gd name="connsiteX0" fmla="*/ 10000 w 10000"/>
                        <a:gd name="connsiteY0" fmla="*/ 0 h 23280"/>
                        <a:gd name="connsiteX1" fmla="*/ 0 w 10000"/>
                        <a:gd name="connsiteY1" fmla="*/ 10000 h 232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0000" h="23280">
                          <a:moveTo>
                            <a:pt x="10000" y="0"/>
                          </a:moveTo>
                          <a:cubicBezTo>
                            <a:pt x="6990" y="23334"/>
                            <a:pt x="3978" y="33333"/>
                            <a:pt x="0" y="10000"/>
                          </a:cubicBezTo>
                        </a:path>
                      </a:pathLst>
                    </a:custGeom>
                    <a:noFill/>
                    <a:ln w="38100" cap="flat" cmpd="sng" algn="ctr">
                      <a:solidFill>
                        <a:sysClr val="windowText" lastClr="000000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sp>
                <p:nvSpPr>
                  <p:cNvPr id="83" name="Arc 82">
                    <a:extLst>
                      <a:ext uri="{FF2B5EF4-FFF2-40B4-BE49-F238E27FC236}">
                        <a16:creationId xmlns:a16="http://schemas.microsoft.com/office/drawing/2014/main" id="{28F60372-71A7-5A4A-AD7B-AEDD28056C14}"/>
                      </a:ext>
                    </a:extLst>
                  </p:cNvPr>
                  <p:cNvSpPr/>
                  <p:nvPr/>
                </p:nvSpPr>
                <p:spPr>
                  <a:xfrm rot="18311906">
                    <a:off x="2956478" y="2413698"/>
                    <a:ext cx="314714" cy="314714"/>
                  </a:xfrm>
                  <a:prstGeom prst="arc">
                    <a:avLst>
                      <a:gd name="adj1" fmla="val 14674233"/>
                      <a:gd name="adj2" fmla="val 0"/>
                    </a:avLst>
                  </a:pr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70732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AF9698F0-FE80-0A22-EFFA-D00EFF1B7045}"/>
              </a:ext>
            </a:extLst>
          </p:cNvPr>
          <p:cNvGrpSpPr/>
          <p:nvPr/>
        </p:nvGrpSpPr>
        <p:grpSpPr>
          <a:xfrm>
            <a:off x="5416543" y="2517868"/>
            <a:ext cx="4514775" cy="4507496"/>
            <a:chOff x="5416543" y="2517868"/>
            <a:chExt cx="4514775" cy="4507496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7E9834A-0689-3B0D-AE01-E164082FEC5B}"/>
                </a:ext>
              </a:extLst>
            </p:cNvPr>
            <p:cNvGrpSpPr/>
            <p:nvPr/>
          </p:nvGrpSpPr>
          <p:grpSpPr>
            <a:xfrm flipH="1">
              <a:off x="8045027" y="4430098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23FA967-1396-A1D7-19E3-A6804B32B509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21B6E3E2-CC39-80A2-53E4-97D209D2D657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865A3DC-0A92-8024-EA60-CE4B74F2F9B5}"/>
                </a:ext>
              </a:extLst>
            </p:cNvPr>
            <p:cNvGrpSpPr/>
            <p:nvPr/>
          </p:nvGrpSpPr>
          <p:grpSpPr>
            <a:xfrm>
              <a:off x="5416543" y="4795717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63214D7-BA0E-A1EE-870E-40B89B73CEBD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A4C4D21-50DB-50D9-EEB0-9CA55FABE401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083BCE0E-4DBE-1974-E8E5-9883CF6369A6}"/>
                </a:ext>
              </a:extLst>
            </p:cNvPr>
            <p:cNvSpPr/>
            <p:nvPr/>
          </p:nvSpPr>
          <p:spPr>
            <a:xfrm>
              <a:off x="6392970" y="4671889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D7D224-08A5-4D27-E2E4-81096862D3F2}"/>
                </a:ext>
              </a:extLst>
            </p:cNvPr>
            <p:cNvSpPr/>
            <p:nvPr/>
          </p:nvSpPr>
          <p:spPr>
            <a:xfrm>
              <a:off x="5996005" y="2517868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820E875-85B6-E941-F98B-8C3DDDD08229}"/>
                </a:ext>
              </a:extLst>
            </p:cNvPr>
            <p:cNvSpPr/>
            <p:nvPr/>
          </p:nvSpPr>
          <p:spPr>
            <a:xfrm>
              <a:off x="5651440" y="2709872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E140D6D-315E-1915-B406-25420FFAFB45}"/>
                </a:ext>
              </a:extLst>
            </p:cNvPr>
            <p:cNvSpPr/>
            <p:nvPr/>
          </p:nvSpPr>
          <p:spPr>
            <a:xfrm flipH="1">
              <a:off x="8797509" y="263537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14D76DA-B119-0BB6-213B-9DEC3CCB0D7D}"/>
                </a:ext>
              </a:extLst>
            </p:cNvPr>
            <p:cNvSpPr/>
            <p:nvPr/>
          </p:nvSpPr>
          <p:spPr>
            <a:xfrm>
              <a:off x="6392970" y="5562960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76882D7-7B2E-67E4-6E8C-67F1527DC1AF}"/>
                </a:ext>
              </a:extLst>
            </p:cNvPr>
            <p:cNvSpPr/>
            <p:nvPr/>
          </p:nvSpPr>
          <p:spPr>
            <a:xfrm>
              <a:off x="7879133" y="4631596"/>
              <a:ext cx="324726" cy="32472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749A254-AF1A-DCBF-C5BA-B56CD33FD658}"/>
                </a:ext>
              </a:extLst>
            </p:cNvPr>
            <p:cNvGrpSpPr/>
            <p:nvPr/>
          </p:nvGrpSpPr>
          <p:grpSpPr>
            <a:xfrm>
              <a:off x="8444847" y="3412236"/>
              <a:ext cx="801031" cy="985036"/>
              <a:chOff x="3571992" y="4603536"/>
              <a:chExt cx="801031" cy="985036"/>
            </a:xfrm>
          </p:grpSpPr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B91CA734-2F96-AAB7-DA0E-A3C6F08FC5C4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61C72F52-0F1D-6A4C-8EDB-800D14873791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5D0991E-DC39-1E4E-52DF-447CCB96CED4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D5D3DDA0-50A1-B1A6-DF94-FCEE5F60630B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C7795AD4-2483-F746-6EA1-B28C9D8680B4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592512E7-AA48-430D-FCF2-CE4DE6312C24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Arc 67">
                <a:extLst>
                  <a:ext uri="{FF2B5EF4-FFF2-40B4-BE49-F238E27FC236}">
                    <a16:creationId xmlns:a16="http://schemas.microsoft.com/office/drawing/2014/main" id="{C1C7990B-FAAE-9C87-1713-54C5F2F8C071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B76A78B-0242-F219-636C-860A65C7E119}"/>
                </a:ext>
              </a:extLst>
            </p:cNvPr>
            <p:cNvGrpSpPr/>
            <p:nvPr/>
          </p:nvGrpSpPr>
          <p:grpSpPr>
            <a:xfrm flipH="1">
              <a:off x="6785249" y="3431935"/>
              <a:ext cx="801031" cy="985036"/>
              <a:chOff x="3571992" y="4603536"/>
              <a:chExt cx="801031" cy="985036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1772DCBA-72D1-4559-E317-CE081BC1BDEC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8EAD6C1B-0CB7-4F7A-582F-BB04338204EA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4A7558A-3951-4DA7-45BB-5D56C4A1E681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4E96AF2B-BCEC-3DE3-03F2-85C4B04D73D8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484878E6-FC68-0269-C5A6-F502DFC1268E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AD7DF3C-6F12-BB40-4DEE-BADCB0490438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Arc 76">
                <a:extLst>
                  <a:ext uri="{FF2B5EF4-FFF2-40B4-BE49-F238E27FC236}">
                    <a16:creationId xmlns:a16="http://schemas.microsoft.com/office/drawing/2014/main" id="{9FEAAD12-E2AA-51DF-1603-87FE8168EE52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B11F3B5-A73E-6B13-98C6-0F1AD1DAECDE}"/>
              </a:ext>
            </a:extLst>
          </p:cNvPr>
          <p:cNvGrpSpPr/>
          <p:nvPr/>
        </p:nvGrpSpPr>
        <p:grpSpPr>
          <a:xfrm>
            <a:off x="514425" y="2467068"/>
            <a:ext cx="4514775" cy="4507496"/>
            <a:chOff x="5416543" y="2517868"/>
            <a:chExt cx="4514775" cy="4507496"/>
          </a:xfrm>
          <a:solidFill>
            <a:schemeClr val="bg1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FD88B167-A9A1-42C9-955A-FF9CE0989965}"/>
                </a:ext>
              </a:extLst>
            </p:cNvPr>
            <p:cNvGrpSpPr/>
            <p:nvPr/>
          </p:nvGrpSpPr>
          <p:grpSpPr>
            <a:xfrm flipH="1">
              <a:off x="8045027" y="4430098"/>
              <a:ext cx="1434170" cy="1821427"/>
              <a:chOff x="1969722" y="3425409"/>
              <a:chExt cx="1205650" cy="1531201"/>
            </a:xfrm>
            <a:grpFill/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4EAB2348-3906-5141-7703-7F3C04217EC3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47FEA945-0F5A-5396-3258-6A913D763F90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C8CF22BC-8D7A-6C94-3277-13EDABB9BDCF}"/>
                </a:ext>
              </a:extLst>
            </p:cNvPr>
            <p:cNvGrpSpPr/>
            <p:nvPr/>
          </p:nvGrpSpPr>
          <p:grpSpPr>
            <a:xfrm>
              <a:off x="5416543" y="4795717"/>
              <a:ext cx="1434170" cy="1821427"/>
              <a:chOff x="1969722" y="3425409"/>
              <a:chExt cx="1205650" cy="1531201"/>
            </a:xfrm>
            <a:grpFill/>
          </p:grpSpPr>
          <p:sp>
            <p:nvSpPr>
              <p:cNvPr id="104" name="Oval 103">
                <a:extLst>
                  <a:ext uri="{FF2B5EF4-FFF2-40B4-BE49-F238E27FC236}">
                    <a16:creationId xmlns:a16="http://schemas.microsoft.com/office/drawing/2014/main" id="{FC6FDC0A-659D-23A4-9017-D8C31A759801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1147C75A-3F91-836A-C488-9D20255647D3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2" name="Rectangle 24">
              <a:extLst>
                <a:ext uri="{FF2B5EF4-FFF2-40B4-BE49-F238E27FC236}">
                  <a16:creationId xmlns:a16="http://schemas.microsoft.com/office/drawing/2014/main" id="{7C6D0A55-3D62-7679-92B2-37A5828D1867}"/>
                </a:ext>
              </a:extLst>
            </p:cNvPr>
            <p:cNvSpPr/>
            <p:nvPr/>
          </p:nvSpPr>
          <p:spPr>
            <a:xfrm>
              <a:off x="6392970" y="4671889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Rectangle 8">
              <a:extLst>
                <a:ext uri="{FF2B5EF4-FFF2-40B4-BE49-F238E27FC236}">
                  <a16:creationId xmlns:a16="http://schemas.microsoft.com/office/drawing/2014/main" id="{C7418FAC-BA40-A3AC-7F2D-B4B5144FF965}"/>
                </a:ext>
              </a:extLst>
            </p:cNvPr>
            <p:cNvSpPr/>
            <p:nvPr/>
          </p:nvSpPr>
          <p:spPr>
            <a:xfrm>
              <a:off x="5996005" y="2517868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D20B0494-9804-D870-489A-EB458BC36DB9}"/>
                </a:ext>
              </a:extLst>
            </p:cNvPr>
            <p:cNvSpPr/>
            <p:nvPr/>
          </p:nvSpPr>
          <p:spPr>
            <a:xfrm>
              <a:off x="5651440" y="2709872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384CE41-2BA9-7FB6-C29F-61F4E9B05018}"/>
                </a:ext>
              </a:extLst>
            </p:cNvPr>
            <p:cNvSpPr/>
            <p:nvPr/>
          </p:nvSpPr>
          <p:spPr>
            <a:xfrm flipH="1">
              <a:off x="8797509" y="263537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B9643F06-E315-321A-3D3A-DF65685C8E2C}"/>
                </a:ext>
              </a:extLst>
            </p:cNvPr>
            <p:cNvSpPr/>
            <p:nvPr/>
          </p:nvSpPr>
          <p:spPr>
            <a:xfrm>
              <a:off x="6392970" y="5562960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2E4D023-A98B-F166-6774-AD2A6D594DDA}"/>
                </a:ext>
              </a:extLst>
            </p:cNvPr>
            <p:cNvSpPr/>
            <p:nvPr/>
          </p:nvSpPr>
          <p:spPr>
            <a:xfrm>
              <a:off x="7879133" y="4631596"/>
              <a:ext cx="324726" cy="324726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AFBDA35-3904-320C-D509-6D43B400B382}"/>
                </a:ext>
              </a:extLst>
            </p:cNvPr>
            <p:cNvGrpSpPr/>
            <p:nvPr/>
          </p:nvGrpSpPr>
          <p:grpSpPr>
            <a:xfrm>
              <a:off x="8444847" y="3412236"/>
              <a:ext cx="801031" cy="985036"/>
              <a:chOff x="3571992" y="4603536"/>
              <a:chExt cx="801031" cy="985036"/>
            </a:xfrm>
            <a:grpFill/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99E58D6C-7DCE-C0D6-F381-6909D30CD658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95C4C940-E147-E354-4919-76AFB78B4E37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CA16BE88-45CE-2924-27C2-B9923CADC661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8D25E6FE-8BDB-ECE1-F728-807A51E34B54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9F69EC4B-4328-97CA-10B6-FBEBA77128A3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2F5C91E-D40C-9EFE-F873-4C6B67373805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Arc 102">
                <a:extLst>
                  <a:ext uri="{FF2B5EF4-FFF2-40B4-BE49-F238E27FC236}">
                    <a16:creationId xmlns:a16="http://schemas.microsoft.com/office/drawing/2014/main" id="{B71D8368-AA80-0045-7E88-C791608DAD3E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8F23499-F16D-5D41-1D27-4B07336A769B}"/>
                </a:ext>
              </a:extLst>
            </p:cNvPr>
            <p:cNvGrpSpPr/>
            <p:nvPr/>
          </p:nvGrpSpPr>
          <p:grpSpPr>
            <a:xfrm flipH="1">
              <a:off x="6785249" y="3431935"/>
              <a:ext cx="801031" cy="985036"/>
              <a:chOff x="3571992" y="4603536"/>
              <a:chExt cx="801031" cy="985036"/>
            </a:xfrm>
            <a:grpFill/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9D8CFD5B-C134-CE80-4B89-632980379748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247484F-450F-4590-D901-EE37BA2F0189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A4624B76-52E7-1E92-BC41-6F460C1ED7AF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3E8088FE-BEA9-839E-DFFC-208ED7DD9D80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012CA0AA-BA56-EC3A-682F-0792FA5EB5A9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822DFC9-AF72-8A11-BA82-9FB06EE9B32A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Arc 95">
                <a:extLst>
                  <a:ext uri="{FF2B5EF4-FFF2-40B4-BE49-F238E27FC236}">
                    <a16:creationId xmlns:a16="http://schemas.microsoft.com/office/drawing/2014/main" id="{CE7F40AF-8F83-8630-8378-F693A6218C2D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A4EF9BB-B5FE-E1F4-FD63-B8D671CACA16}"/>
              </a:ext>
            </a:extLst>
          </p:cNvPr>
          <p:cNvGrpSpPr/>
          <p:nvPr/>
        </p:nvGrpSpPr>
        <p:grpSpPr>
          <a:xfrm>
            <a:off x="2193801" y="985616"/>
            <a:ext cx="4514775" cy="4507496"/>
            <a:chOff x="5416543" y="2517868"/>
            <a:chExt cx="4514775" cy="4507496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542F02B-561F-CA75-52D2-0E4D88DE56C0}"/>
                </a:ext>
              </a:extLst>
            </p:cNvPr>
            <p:cNvGrpSpPr/>
            <p:nvPr/>
          </p:nvGrpSpPr>
          <p:grpSpPr>
            <a:xfrm flipH="1">
              <a:off x="8045027" y="4430098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63253383-52BE-5B7B-6060-FAF26D8291AB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C3CBBE65-1ADE-2D0E-FF42-7A8F76B9D480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57C907F-4225-0063-9136-94E8C7AEB769}"/>
                </a:ext>
              </a:extLst>
            </p:cNvPr>
            <p:cNvGrpSpPr/>
            <p:nvPr/>
          </p:nvGrpSpPr>
          <p:grpSpPr>
            <a:xfrm>
              <a:off x="5416543" y="4795717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95C04D37-EF8F-5C9E-4576-A7DF7B5AD445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360560C8-AA88-76FD-6E01-3C6D688E6FA7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11" name="Rectangle 24">
              <a:extLst>
                <a:ext uri="{FF2B5EF4-FFF2-40B4-BE49-F238E27FC236}">
                  <a16:creationId xmlns:a16="http://schemas.microsoft.com/office/drawing/2014/main" id="{41393ACF-48F3-BC1B-C28C-33D367C59E30}"/>
                </a:ext>
              </a:extLst>
            </p:cNvPr>
            <p:cNvSpPr/>
            <p:nvPr/>
          </p:nvSpPr>
          <p:spPr>
            <a:xfrm>
              <a:off x="6392970" y="4671889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2" name="Rectangle 8">
              <a:extLst>
                <a:ext uri="{FF2B5EF4-FFF2-40B4-BE49-F238E27FC236}">
                  <a16:creationId xmlns:a16="http://schemas.microsoft.com/office/drawing/2014/main" id="{D9B5E484-E282-DCBE-923C-47495FCB0538}"/>
                </a:ext>
              </a:extLst>
            </p:cNvPr>
            <p:cNvSpPr/>
            <p:nvPr/>
          </p:nvSpPr>
          <p:spPr>
            <a:xfrm>
              <a:off x="5996005" y="2517868"/>
              <a:ext cx="3573875" cy="3076627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D3311DF-BFF1-B75D-DD11-88EF64354B61}"/>
                </a:ext>
              </a:extLst>
            </p:cNvPr>
            <p:cNvSpPr/>
            <p:nvPr/>
          </p:nvSpPr>
          <p:spPr>
            <a:xfrm>
              <a:off x="5651440" y="2709872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AE810AA8-AF89-300F-66D0-BC66BCDFA026}"/>
                </a:ext>
              </a:extLst>
            </p:cNvPr>
            <p:cNvSpPr/>
            <p:nvPr/>
          </p:nvSpPr>
          <p:spPr>
            <a:xfrm flipH="1">
              <a:off x="8797509" y="2635374"/>
              <a:ext cx="1133809" cy="654790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B370405-2DD3-5406-9BF0-3009B27367D6}"/>
                </a:ext>
              </a:extLst>
            </p:cNvPr>
            <p:cNvSpPr/>
            <p:nvPr/>
          </p:nvSpPr>
          <p:spPr>
            <a:xfrm>
              <a:off x="6392970" y="5562960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A7DA217-CC82-A897-F659-19B89738F647}"/>
                </a:ext>
              </a:extLst>
            </p:cNvPr>
            <p:cNvSpPr/>
            <p:nvPr/>
          </p:nvSpPr>
          <p:spPr>
            <a:xfrm>
              <a:off x="7879133" y="4631596"/>
              <a:ext cx="324726" cy="324726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F65791EA-24B4-E9FB-30A9-BFF7E80B52D4}"/>
                </a:ext>
              </a:extLst>
            </p:cNvPr>
            <p:cNvGrpSpPr/>
            <p:nvPr/>
          </p:nvGrpSpPr>
          <p:grpSpPr>
            <a:xfrm>
              <a:off x="8444847" y="3412236"/>
              <a:ext cx="801031" cy="985036"/>
              <a:chOff x="3571992" y="4603536"/>
              <a:chExt cx="801031" cy="985036"/>
            </a:xfrm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E6679541-929B-1F9B-EA1A-0DC1F34DF719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9FFE4D02-538D-A4B7-711A-A84991E6A8F0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6BF96EA-1991-0EEC-305E-ABE29C67E5A7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47087CC6-1AE4-38ED-2367-072381F55806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0C3C706-EFA8-A64D-037B-E89D30D1AC61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269D771-A919-431A-93CA-072B71C0C70C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Arc 131">
                <a:extLst>
                  <a:ext uri="{FF2B5EF4-FFF2-40B4-BE49-F238E27FC236}">
                    <a16:creationId xmlns:a16="http://schemas.microsoft.com/office/drawing/2014/main" id="{AA55A8A5-6089-D93C-1B17-C68E1BF15CBA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4186264-0FEA-AD2E-4F71-E70EB06561A7}"/>
                </a:ext>
              </a:extLst>
            </p:cNvPr>
            <p:cNvGrpSpPr/>
            <p:nvPr/>
          </p:nvGrpSpPr>
          <p:grpSpPr>
            <a:xfrm flipH="1">
              <a:off x="6785249" y="3431935"/>
              <a:ext cx="801031" cy="985036"/>
              <a:chOff x="3571992" y="4603536"/>
              <a:chExt cx="801031" cy="985036"/>
            </a:xfrm>
          </p:grpSpPr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F30103DA-FBC0-B53B-9D8A-3390F111800A}"/>
                  </a:ext>
                </a:extLst>
              </p:cNvPr>
              <p:cNvSpPr/>
              <p:nvPr/>
            </p:nvSpPr>
            <p:spPr>
              <a:xfrm flipH="1">
                <a:off x="3571992" y="4884391"/>
                <a:ext cx="704181" cy="704181"/>
              </a:xfrm>
              <a:prstGeom prst="ellipse">
                <a:avLst/>
              </a:pr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B6BE10ED-6615-90C8-37F9-D05FA77F2597}"/>
                  </a:ext>
                </a:extLst>
              </p:cNvPr>
              <p:cNvSpPr/>
              <p:nvPr/>
            </p:nvSpPr>
            <p:spPr>
              <a:xfrm flipH="1">
                <a:off x="3736373" y="5016061"/>
                <a:ext cx="279738" cy="279738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6C7453C2-DED8-29E8-316C-E72B08DAACB3}"/>
                  </a:ext>
                </a:extLst>
              </p:cNvPr>
              <p:cNvSpPr/>
              <p:nvPr/>
            </p:nvSpPr>
            <p:spPr>
              <a:xfrm flipH="1">
                <a:off x="3977565" y="5283050"/>
                <a:ext cx="163166" cy="163166"/>
              </a:xfrm>
              <a:prstGeom prst="ellipse">
                <a:avLst/>
              </a:prstGeom>
              <a:solidFill>
                <a:sysClr val="window" lastClr="FFFFFF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B610242E-6032-A4D0-1323-1E2FF91D6678}"/>
                  </a:ext>
                </a:extLst>
              </p:cNvPr>
              <p:cNvSpPr/>
              <p:nvPr/>
            </p:nvSpPr>
            <p:spPr>
              <a:xfrm flipH="1">
                <a:off x="4219033" y="5414716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3178D1A3-008E-7A1B-9984-138E4A94603F}"/>
                  </a:ext>
                </a:extLst>
              </p:cNvPr>
              <p:cNvSpPr/>
              <p:nvPr/>
            </p:nvSpPr>
            <p:spPr>
              <a:xfrm flipH="1">
                <a:off x="4245987" y="5322978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AA1B666-4808-CF47-B148-ADE23103A0E0}"/>
                  </a:ext>
                </a:extLst>
              </p:cNvPr>
              <p:cNvSpPr/>
              <p:nvPr/>
            </p:nvSpPr>
            <p:spPr>
              <a:xfrm rot="19727584" flipH="1">
                <a:off x="4255942" y="5234003"/>
                <a:ext cx="117081" cy="26377"/>
              </a:xfrm>
              <a:custGeom>
                <a:avLst/>
                <a:gdLst>
                  <a:gd name="connsiteX0" fmla="*/ 76200 w 76200"/>
                  <a:gd name="connsiteY0" fmla="*/ 0 h 19050"/>
                  <a:gd name="connsiteX1" fmla="*/ 0 w 76200"/>
                  <a:gd name="connsiteY1" fmla="*/ 19050 h 19050"/>
                  <a:gd name="connsiteX2" fmla="*/ 0 w 76200"/>
                  <a:gd name="connsiteY2" fmla="*/ 19050 h 19050"/>
                  <a:gd name="connsiteX0" fmla="*/ 98425 w 98425"/>
                  <a:gd name="connsiteY0" fmla="*/ 0 h 19050"/>
                  <a:gd name="connsiteX1" fmla="*/ 22225 w 98425"/>
                  <a:gd name="connsiteY1" fmla="*/ 19050 h 19050"/>
                  <a:gd name="connsiteX2" fmla="*/ 0 w 98425"/>
                  <a:gd name="connsiteY2" fmla="*/ 9525 h 19050"/>
                  <a:gd name="connsiteX0" fmla="*/ 98425 w 98425"/>
                  <a:gd name="connsiteY0" fmla="*/ 0 h 9525"/>
                  <a:gd name="connsiteX1" fmla="*/ 0 w 98425"/>
                  <a:gd name="connsiteY1" fmla="*/ 9525 h 9525"/>
                  <a:gd name="connsiteX0" fmla="*/ 10000 w 10000"/>
                  <a:gd name="connsiteY0" fmla="*/ 0 h 18813"/>
                  <a:gd name="connsiteX1" fmla="*/ 0 w 10000"/>
                  <a:gd name="connsiteY1" fmla="*/ 10000 h 18813"/>
                  <a:gd name="connsiteX0" fmla="*/ 10000 w 10000"/>
                  <a:gd name="connsiteY0" fmla="*/ 0 h 23280"/>
                  <a:gd name="connsiteX1" fmla="*/ 0 w 10000"/>
                  <a:gd name="connsiteY1" fmla="*/ 10000 h 23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00" h="23280">
                    <a:moveTo>
                      <a:pt x="10000" y="0"/>
                    </a:moveTo>
                    <a:cubicBezTo>
                      <a:pt x="6990" y="23334"/>
                      <a:pt x="3978" y="33333"/>
                      <a:pt x="0" y="10000"/>
                    </a:cubicBez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Arc 124">
                <a:extLst>
                  <a:ext uri="{FF2B5EF4-FFF2-40B4-BE49-F238E27FC236}">
                    <a16:creationId xmlns:a16="http://schemas.microsoft.com/office/drawing/2014/main" id="{507A8351-2B0C-5D8C-75E3-32B505CA6A69}"/>
                  </a:ext>
                </a:extLst>
              </p:cNvPr>
              <p:cNvSpPr/>
              <p:nvPr/>
            </p:nvSpPr>
            <p:spPr>
              <a:xfrm rot="3288094" flipH="1">
                <a:off x="3798688" y="4603536"/>
                <a:ext cx="374365" cy="374365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8989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25E2AA93-28EE-3293-A943-2BEECDD1EF36}"/>
              </a:ext>
            </a:extLst>
          </p:cNvPr>
          <p:cNvGrpSpPr/>
          <p:nvPr/>
        </p:nvGrpSpPr>
        <p:grpSpPr>
          <a:xfrm>
            <a:off x="2499644" y="239572"/>
            <a:ext cx="5059111" cy="7342334"/>
            <a:chOff x="2499644" y="239572"/>
            <a:chExt cx="5059111" cy="7342334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756A6E5-D926-52A8-9B37-DBA18BF1378C}"/>
                </a:ext>
              </a:extLst>
            </p:cNvPr>
            <p:cNvGrpSpPr/>
            <p:nvPr/>
          </p:nvGrpSpPr>
          <p:grpSpPr>
            <a:xfrm>
              <a:off x="2499644" y="239572"/>
              <a:ext cx="5059111" cy="5373830"/>
              <a:chOff x="1972933" y="1435578"/>
              <a:chExt cx="3597923" cy="3821744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76B75B55-0E57-F7C1-3B4F-1AF6225DE696}"/>
                  </a:ext>
                </a:extLst>
              </p:cNvPr>
              <p:cNvGrpSpPr/>
              <p:nvPr/>
            </p:nvGrpSpPr>
            <p:grpSpPr>
              <a:xfrm flipH="1">
                <a:off x="4184113" y="3409016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A39DF89B-731A-5959-B595-5E72E7E8610A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53B4E296-0A2D-E4DE-1274-CD9EE6669D76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B327D37-F887-2867-16F3-624D53A65B29}"/>
                  </a:ext>
                </a:extLst>
              </p:cNvPr>
              <p:cNvGrpSpPr/>
              <p:nvPr/>
            </p:nvGrpSpPr>
            <p:grpSpPr>
              <a:xfrm>
                <a:off x="2075062" y="3426729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0B0A6397-0636-7FED-9E8B-C46CFA7B1CEC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23D52A1B-FFBF-7E2D-1453-32821E9E643A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" name="Rectangle 24">
                <a:extLst>
                  <a:ext uri="{FF2B5EF4-FFF2-40B4-BE49-F238E27FC236}">
                    <a16:creationId xmlns:a16="http://schemas.microsoft.com/office/drawing/2014/main" id="{F9DA422B-CAA8-3C25-CE22-DA464B1FAE98}"/>
                  </a:ext>
                </a:extLst>
              </p:cNvPr>
              <p:cNvSpPr/>
              <p:nvPr/>
            </p:nvSpPr>
            <p:spPr>
              <a:xfrm>
                <a:off x="2718281" y="3278849"/>
                <a:ext cx="2090836" cy="1978473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 8">
                <a:extLst>
                  <a:ext uri="{FF2B5EF4-FFF2-40B4-BE49-F238E27FC236}">
                    <a16:creationId xmlns:a16="http://schemas.microsoft.com/office/drawing/2014/main" id="{9E1C50B0-163E-8D18-C6B1-7E351F565C4F}"/>
                  </a:ext>
                </a:extLst>
              </p:cNvPr>
              <p:cNvSpPr/>
              <p:nvPr/>
            </p:nvSpPr>
            <p:spPr>
              <a:xfrm>
                <a:off x="2262595" y="1435578"/>
                <a:ext cx="3004414" cy="2586398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4907459-B939-34F0-A18E-6D8665D6AC18}"/>
                  </a:ext>
                </a:extLst>
              </p:cNvPr>
              <p:cNvSpPr/>
              <p:nvPr/>
            </p:nvSpPr>
            <p:spPr>
              <a:xfrm>
                <a:off x="1972933" y="1596988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Arc 22">
                <a:extLst>
                  <a:ext uri="{FF2B5EF4-FFF2-40B4-BE49-F238E27FC236}">
                    <a16:creationId xmlns:a16="http://schemas.microsoft.com/office/drawing/2014/main" id="{70833B13-9C03-D827-E5AA-64BBCAC069FD}"/>
                  </a:ext>
                </a:extLst>
              </p:cNvPr>
              <p:cNvSpPr/>
              <p:nvPr/>
            </p:nvSpPr>
            <p:spPr>
              <a:xfrm rot="9500543">
                <a:off x="3601913" y="3244281"/>
                <a:ext cx="314714" cy="314714"/>
              </a:xfrm>
              <a:prstGeom prst="arc">
                <a:avLst>
                  <a:gd name="adj1" fmla="val 12939651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E626AC78-69E1-EE51-3AF5-01F5165A1C80}"/>
                  </a:ext>
                </a:extLst>
              </p:cNvPr>
              <p:cNvGrpSpPr/>
              <p:nvPr/>
            </p:nvGrpSpPr>
            <p:grpSpPr>
              <a:xfrm>
                <a:off x="2788371" y="2413698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6657E613-8CAB-57B4-F7DB-4CB8DA3E8F3F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39CAECF9-7BBB-E454-2513-BD20186B66C8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Oval 38">
                    <a:extLst>
                      <a:ext uri="{FF2B5EF4-FFF2-40B4-BE49-F238E27FC236}">
                        <a16:creationId xmlns:a16="http://schemas.microsoft.com/office/drawing/2014/main" id="{91976268-741A-A23B-B5E2-8CBEBE1FD329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E1125391-29B8-6360-2068-5443490490CE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5CD57AEE-5354-B272-3F6E-0F80B850249C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4D07A14E-5A1C-5EE3-9FA1-4BD40BBAD8AE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17660172-5EF6-2E1D-B5B8-CE712F5C9880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7" name="Arc 36">
                  <a:extLst>
                    <a:ext uri="{FF2B5EF4-FFF2-40B4-BE49-F238E27FC236}">
                      <a16:creationId xmlns:a16="http://schemas.microsoft.com/office/drawing/2014/main" id="{8AAC6B60-E805-1906-E131-F9DBB93DFEDD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7687516-7C0F-0508-61AD-E18060F0DA8D}"/>
                  </a:ext>
                </a:extLst>
              </p:cNvPr>
              <p:cNvSpPr/>
              <p:nvPr/>
            </p:nvSpPr>
            <p:spPr>
              <a:xfrm flipH="1">
                <a:off x="4617708" y="1534361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1EE3F84-218A-5EA3-C42B-F860555957AE}"/>
                  </a:ext>
                </a:extLst>
              </p:cNvPr>
              <p:cNvGrpSpPr/>
              <p:nvPr/>
            </p:nvGrpSpPr>
            <p:grpSpPr>
              <a:xfrm flipH="1">
                <a:off x="4045924" y="2420364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29AE493D-F001-830C-57AB-6BE867979F71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A284580D-D9C8-B6DD-9782-5BE01B0BD4E0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ED541A92-8049-2DD0-5EEC-8B32C64BA517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7607A396-B528-66EC-5089-04EC03091778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25D38E3F-D45C-B4BF-0E95-47E46D2286A6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8E1BA7D8-111D-140E-9AFB-76CD8A537E2D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48D389EB-6A16-3350-BC6F-BB88BE4200BC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9" name="Arc 28">
                  <a:extLst>
                    <a:ext uri="{FF2B5EF4-FFF2-40B4-BE49-F238E27FC236}">
                      <a16:creationId xmlns:a16="http://schemas.microsoft.com/office/drawing/2014/main" id="{BEDB5423-4F7D-B995-6392-70E61B08F45A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805D82F4-DEED-262C-905F-D5EDE9239C54}"/>
                  </a:ext>
                </a:extLst>
              </p:cNvPr>
              <p:cNvSpPr/>
              <p:nvPr/>
            </p:nvSpPr>
            <p:spPr>
              <a:xfrm>
                <a:off x="2718281" y="4027937"/>
                <a:ext cx="2090836" cy="731656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4D5DAA5-4B88-A575-8BFA-5ABCE3B4671F}"/>
                </a:ext>
              </a:extLst>
            </p:cNvPr>
            <p:cNvGrpSpPr/>
            <p:nvPr/>
          </p:nvGrpSpPr>
          <p:grpSpPr>
            <a:xfrm>
              <a:off x="2745738" y="3644900"/>
              <a:ext cx="4566927" cy="3937006"/>
              <a:chOff x="2745736" y="3149600"/>
              <a:chExt cx="4566927" cy="3937006"/>
            </a:xfrm>
          </p:grpSpPr>
          <p:sp>
            <p:nvSpPr>
              <p:cNvPr id="14" name="Hexagon 13">
                <a:extLst>
                  <a:ext uri="{FF2B5EF4-FFF2-40B4-BE49-F238E27FC236}">
                    <a16:creationId xmlns:a16="http://schemas.microsoft.com/office/drawing/2014/main" id="{BEFAD25B-B20A-3F08-5F59-AF089E203BDB}"/>
                  </a:ext>
                </a:extLst>
              </p:cNvPr>
              <p:cNvSpPr/>
              <p:nvPr/>
            </p:nvSpPr>
            <p:spPr>
              <a:xfrm>
                <a:off x="2745736" y="3149600"/>
                <a:ext cx="4566927" cy="3937006"/>
              </a:xfrm>
              <a:prstGeom prst="hexagon">
                <a:avLst/>
              </a:prstGeom>
              <a:solidFill>
                <a:srgbClr val="FD8FAA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Hexagon 14">
                <a:extLst>
                  <a:ext uri="{FF2B5EF4-FFF2-40B4-BE49-F238E27FC236}">
                    <a16:creationId xmlns:a16="http://schemas.microsoft.com/office/drawing/2014/main" id="{DBF20A47-73EB-6770-E4E3-FCFB46CD83B9}"/>
                  </a:ext>
                </a:extLst>
              </p:cNvPr>
              <p:cNvSpPr/>
              <p:nvPr/>
            </p:nvSpPr>
            <p:spPr>
              <a:xfrm>
                <a:off x="3057976" y="3418773"/>
                <a:ext cx="3942445" cy="3398659"/>
              </a:xfrm>
              <a:prstGeom prst="hexagon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Oval 7">
              <a:extLst>
                <a:ext uri="{FF2B5EF4-FFF2-40B4-BE49-F238E27FC236}">
                  <a16:creationId xmlns:a16="http://schemas.microsoft.com/office/drawing/2014/main" id="{4500B0E9-B8C6-74F8-DAAD-E787D9432AFC}"/>
                </a:ext>
              </a:extLst>
            </p:cNvPr>
            <p:cNvSpPr/>
            <p:nvPr/>
          </p:nvSpPr>
          <p:spPr>
            <a:xfrm rot="12089445" flipH="1">
              <a:off x="3423860" y="3764511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7">
              <a:extLst>
                <a:ext uri="{FF2B5EF4-FFF2-40B4-BE49-F238E27FC236}">
                  <a16:creationId xmlns:a16="http://schemas.microsoft.com/office/drawing/2014/main" id="{AFBEBBF0-257C-D072-0600-CBE93D5F3338}"/>
                </a:ext>
              </a:extLst>
            </p:cNvPr>
            <p:cNvSpPr/>
            <p:nvPr/>
          </p:nvSpPr>
          <p:spPr>
            <a:xfrm rot="9520052">
              <a:off x="6265800" y="3732677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0C4DC34-021E-8DB7-C1CC-1B71FBEE6BB2}"/>
              </a:ext>
            </a:extLst>
          </p:cNvPr>
          <p:cNvGrpSpPr/>
          <p:nvPr/>
        </p:nvGrpSpPr>
        <p:grpSpPr>
          <a:xfrm>
            <a:off x="7014494" y="-141428"/>
            <a:ext cx="5059111" cy="7342334"/>
            <a:chOff x="2499644" y="239572"/>
            <a:chExt cx="5059111" cy="7342334"/>
          </a:xfrm>
          <a:solidFill>
            <a:schemeClr val="bg1"/>
          </a:solidFill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EF0973C7-4E2B-ABF0-AD20-5DD9B54F139D}"/>
                </a:ext>
              </a:extLst>
            </p:cNvPr>
            <p:cNvGrpSpPr/>
            <p:nvPr/>
          </p:nvGrpSpPr>
          <p:grpSpPr>
            <a:xfrm>
              <a:off x="2499644" y="239572"/>
              <a:ext cx="5059111" cy="5373830"/>
              <a:chOff x="1972933" y="1435578"/>
              <a:chExt cx="3597923" cy="3821744"/>
            </a:xfrm>
            <a:grpFill/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BD93FD58-C0BE-D434-FC37-7D9F0C99CB47}"/>
                  </a:ext>
                </a:extLst>
              </p:cNvPr>
              <p:cNvGrpSpPr/>
              <p:nvPr/>
            </p:nvGrpSpPr>
            <p:grpSpPr>
              <a:xfrm flipH="1">
                <a:off x="4184113" y="3409016"/>
                <a:ext cx="1205650" cy="1531201"/>
                <a:chOff x="1969722" y="3425409"/>
                <a:chExt cx="1205650" cy="1531201"/>
              </a:xfrm>
              <a:grpFill/>
            </p:grpSpPr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01D0E5C9-D2A4-706F-CF90-FF111A5CC041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Oval 86">
                  <a:extLst>
                    <a:ext uri="{FF2B5EF4-FFF2-40B4-BE49-F238E27FC236}">
                      <a16:creationId xmlns:a16="http://schemas.microsoft.com/office/drawing/2014/main" id="{549348E2-9AA4-E0B7-6D2B-1CE05645C505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7000FBFD-7622-7163-9E1E-19ABC8703F32}"/>
                  </a:ext>
                </a:extLst>
              </p:cNvPr>
              <p:cNvGrpSpPr/>
              <p:nvPr/>
            </p:nvGrpSpPr>
            <p:grpSpPr>
              <a:xfrm>
                <a:off x="2075062" y="3426729"/>
                <a:ext cx="1205650" cy="1531201"/>
                <a:chOff x="1969722" y="3425409"/>
                <a:chExt cx="1205650" cy="1531201"/>
              </a:xfrm>
              <a:grpFill/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2E957E76-D222-C29E-7B27-E7AC509ECA04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80B3DE0B-C949-7CE6-220C-DCE8620FFF3D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0" name="Rectangle 24">
                <a:extLst>
                  <a:ext uri="{FF2B5EF4-FFF2-40B4-BE49-F238E27FC236}">
                    <a16:creationId xmlns:a16="http://schemas.microsoft.com/office/drawing/2014/main" id="{34149F4F-7F3D-6870-3790-A0D1A6F1F4CA}"/>
                  </a:ext>
                </a:extLst>
              </p:cNvPr>
              <p:cNvSpPr/>
              <p:nvPr/>
            </p:nvSpPr>
            <p:spPr>
              <a:xfrm>
                <a:off x="2718281" y="3278849"/>
                <a:ext cx="2090836" cy="1978473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Rectangle 8">
                <a:extLst>
                  <a:ext uri="{FF2B5EF4-FFF2-40B4-BE49-F238E27FC236}">
                    <a16:creationId xmlns:a16="http://schemas.microsoft.com/office/drawing/2014/main" id="{3EA0FD4B-C6CF-AE39-520A-9DC2B241AB2F}"/>
                  </a:ext>
                </a:extLst>
              </p:cNvPr>
              <p:cNvSpPr/>
              <p:nvPr/>
            </p:nvSpPr>
            <p:spPr>
              <a:xfrm>
                <a:off x="2262595" y="1435578"/>
                <a:ext cx="3004414" cy="2586398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78F6611B-278B-8156-8421-272B6B8EEACF}"/>
                  </a:ext>
                </a:extLst>
              </p:cNvPr>
              <p:cNvSpPr/>
              <p:nvPr/>
            </p:nvSpPr>
            <p:spPr>
              <a:xfrm>
                <a:off x="1972933" y="1596988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Arc 62">
                <a:extLst>
                  <a:ext uri="{FF2B5EF4-FFF2-40B4-BE49-F238E27FC236}">
                    <a16:creationId xmlns:a16="http://schemas.microsoft.com/office/drawing/2014/main" id="{2A0BCD0E-5262-D2F4-E2EA-E096E91013FC}"/>
                  </a:ext>
                </a:extLst>
              </p:cNvPr>
              <p:cNvSpPr/>
              <p:nvPr/>
            </p:nvSpPr>
            <p:spPr>
              <a:xfrm rot="9500543">
                <a:off x="3601913" y="3244281"/>
                <a:ext cx="314714" cy="314714"/>
              </a:xfrm>
              <a:prstGeom prst="arc">
                <a:avLst>
                  <a:gd name="adj1" fmla="val 12939651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2A264E7C-8A68-3AD0-7755-B62836AA30F3}"/>
                  </a:ext>
                </a:extLst>
              </p:cNvPr>
              <p:cNvGrpSpPr/>
              <p:nvPr/>
            </p:nvGrpSpPr>
            <p:grpSpPr>
              <a:xfrm>
                <a:off x="2788371" y="2413698"/>
                <a:ext cx="673395" cy="828081"/>
                <a:chOff x="2788371" y="2413698"/>
                <a:chExt cx="673395" cy="828081"/>
              </a:xfrm>
              <a:grpFill/>
            </p:grpSpPr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5AEFCA92-F4F7-C36F-136D-BFF0B30FC770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8E769D9D-9E7F-FDAF-8A95-4D5F934AA9AB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Oval 78">
                    <a:extLst>
                      <a:ext uri="{FF2B5EF4-FFF2-40B4-BE49-F238E27FC236}">
                        <a16:creationId xmlns:a16="http://schemas.microsoft.com/office/drawing/2014/main" id="{39934DAE-3C91-0029-6B45-F1950B52E328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6AC04ADD-E9DD-5C1D-6526-9B2D6B91AD05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99935F2C-185C-2111-8BA3-E049C847AE78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F4926754-FED0-E91C-8E11-2FE99EBB98FD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5DE29F25-C3C9-3AC2-24C4-4E20B0179C8C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77CCB085-5D62-5490-D3F9-DB3B37D6A76D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04299A78-21DE-B44E-101C-29DECF77236C}"/>
                  </a:ext>
                </a:extLst>
              </p:cNvPr>
              <p:cNvSpPr/>
              <p:nvPr/>
            </p:nvSpPr>
            <p:spPr>
              <a:xfrm flipH="1">
                <a:off x="4617708" y="1534361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71E996A3-654C-728A-EC74-2DB226DEC1B9}"/>
                  </a:ext>
                </a:extLst>
              </p:cNvPr>
              <p:cNvGrpSpPr/>
              <p:nvPr/>
            </p:nvGrpSpPr>
            <p:grpSpPr>
              <a:xfrm flipH="1">
                <a:off x="4045924" y="2420364"/>
                <a:ext cx="673395" cy="828081"/>
                <a:chOff x="2788371" y="2413698"/>
                <a:chExt cx="673395" cy="828081"/>
              </a:xfrm>
              <a:grpFill/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C7B06297-4968-17CF-8681-196572A9A18A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C425076C-0FFB-D4A0-351D-4F6A7F8B539A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3686781D-B721-6F98-0CC6-9D77E09ED057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C77C4A06-81FE-7FBB-CE9D-4059C5EBB754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7887EBAF-5DFC-BC8D-E928-DDB750AB9187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0AB526EF-6B40-2BF4-46E4-9AD010A042E3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" name="Freeform: Shape 74">
                    <a:extLst>
                      <a:ext uri="{FF2B5EF4-FFF2-40B4-BE49-F238E27FC236}">
                        <a16:creationId xmlns:a16="http://schemas.microsoft.com/office/drawing/2014/main" id="{E33F17DD-B262-B88D-19A1-FE20CA5151BB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B4E56EBC-BFDD-EA01-F77C-6CBD8E1C1AE1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8146ED1-3329-9D22-54AB-D496774D40BD}"/>
                  </a:ext>
                </a:extLst>
              </p:cNvPr>
              <p:cNvSpPr/>
              <p:nvPr/>
            </p:nvSpPr>
            <p:spPr>
              <a:xfrm>
                <a:off x="2718281" y="4027937"/>
                <a:ext cx="2090836" cy="731656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C22B6AD-8E34-CCE8-FFD0-773CC5982562}"/>
                </a:ext>
              </a:extLst>
            </p:cNvPr>
            <p:cNvGrpSpPr/>
            <p:nvPr/>
          </p:nvGrpSpPr>
          <p:grpSpPr>
            <a:xfrm>
              <a:off x="2745738" y="3644900"/>
              <a:ext cx="4566927" cy="3937006"/>
              <a:chOff x="2745736" y="3149600"/>
              <a:chExt cx="4566927" cy="3937006"/>
            </a:xfrm>
            <a:grpFill/>
          </p:grpSpPr>
          <p:sp>
            <p:nvSpPr>
              <p:cNvPr id="56" name="Hexagon 55">
                <a:extLst>
                  <a:ext uri="{FF2B5EF4-FFF2-40B4-BE49-F238E27FC236}">
                    <a16:creationId xmlns:a16="http://schemas.microsoft.com/office/drawing/2014/main" id="{DA1C5E63-93F2-CFDD-4A98-7C076263DECF}"/>
                  </a:ext>
                </a:extLst>
              </p:cNvPr>
              <p:cNvSpPr/>
              <p:nvPr/>
            </p:nvSpPr>
            <p:spPr>
              <a:xfrm>
                <a:off x="2745736" y="3149600"/>
                <a:ext cx="4566927" cy="3937006"/>
              </a:xfrm>
              <a:prstGeom prst="hexagon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Hexagon 56">
                <a:extLst>
                  <a:ext uri="{FF2B5EF4-FFF2-40B4-BE49-F238E27FC236}">
                    <a16:creationId xmlns:a16="http://schemas.microsoft.com/office/drawing/2014/main" id="{467F10AD-6A32-3229-E77F-B48ACC3275E5}"/>
                  </a:ext>
                </a:extLst>
              </p:cNvPr>
              <p:cNvSpPr/>
              <p:nvPr/>
            </p:nvSpPr>
            <p:spPr>
              <a:xfrm>
                <a:off x="3057976" y="3418773"/>
                <a:ext cx="3942445" cy="3398659"/>
              </a:xfrm>
              <a:prstGeom prst="hexagon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4" name="Oval 7">
              <a:extLst>
                <a:ext uri="{FF2B5EF4-FFF2-40B4-BE49-F238E27FC236}">
                  <a16:creationId xmlns:a16="http://schemas.microsoft.com/office/drawing/2014/main" id="{41017895-69E9-7CB5-50FB-7ACEB91E3F5C}"/>
                </a:ext>
              </a:extLst>
            </p:cNvPr>
            <p:cNvSpPr/>
            <p:nvPr/>
          </p:nvSpPr>
          <p:spPr>
            <a:xfrm rot="12089445" flipH="1">
              <a:off x="3423860" y="3764511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7">
              <a:extLst>
                <a:ext uri="{FF2B5EF4-FFF2-40B4-BE49-F238E27FC236}">
                  <a16:creationId xmlns:a16="http://schemas.microsoft.com/office/drawing/2014/main" id="{FFE8A2EA-FD67-0240-4D50-2997D5870AA1}"/>
                </a:ext>
              </a:extLst>
            </p:cNvPr>
            <p:cNvSpPr/>
            <p:nvPr/>
          </p:nvSpPr>
          <p:spPr>
            <a:xfrm rot="9520052">
              <a:off x="6265800" y="3732677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CB2C4242-3600-0008-957D-A83D598F91E7}"/>
              </a:ext>
            </a:extLst>
          </p:cNvPr>
          <p:cNvGrpSpPr/>
          <p:nvPr/>
        </p:nvGrpSpPr>
        <p:grpSpPr>
          <a:xfrm>
            <a:off x="-2244728" y="103219"/>
            <a:ext cx="5059111" cy="7342334"/>
            <a:chOff x="2499644" y="239572"/>
            <a:chExt cx="5059111" cy="7342334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ED41A6A8-CE44-73CA-0C5F-B38877191D7F}"/>
                </a:ext>
              </a:extLst>
            </p:cNvPr>
            <p:cNvGrpSpPr/>
            <p:nvPr/>
          </p:nvGrpSpPr>
          <p:grpSpPr>
            <a:xfrm>
              <a:off x="2499644" y="239572"/>
              <a:ext cx="5059111" cy="5373830"/>
              <a:chOff x="1972933" y="1435578"/>
              <a:chExt cx="3597923" cy="3821744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842A5053-6802-78C6-B1CB-271716099B67}"/>
                  </a:ext>
                </a:extLst>
              </p:cNvPr>
              <p:cNvGrpSpPr/>
              <p:nvPr/>
            </p:nvGrpSpPr>
            <p:grpSpPr>
              <a:xfrm flipH="1">
                <a:off x="4184113" y="3409016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23" name="Oval 122">
                  <a:extLst>
                    <a:ext uri="{FF2B5EF4-FFF2-40B4-BE49-F238E27FC236}">
                      <a16:creationId xmlns:a16="http://schemas.microsoft.com/office/drawing/2014/main" id="{79BE0811-FC92-18DE-7333-601CE3B0A799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Oval 123">
                  <a:extLst>
                    <a:ext uri="{FF2B5EF4-FFF2-40B4-BE49-F238E27FC236}">
                      <a16:creationId xmlns:a16="http://schemas.microsoft.com/office/drawing/2014/main" id="{BCAE2CA5-E6B4-C4E2-37D0-AF9D34F32755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471D98B7-0750-AB3E-BFF0-06E2263B3AB7}"/>
                  </a:ext>
                </a:extLst>
              </p:cNvPr>
              <p:cNvGrpSpPr/>
              <p:nvPr/>
            </p:nvGrpSpPr>
            <p:grpSpPr>
              <a:xfrm>
                <a:off x="2075062" y="3426729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26E2A7F6-27FD-B7CF-71DB-162138F03676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Oval 121">
                  <a:extLst>
                    <a:ext uri="{FF2B5EF4-FFF2-40B4-BE49-F238E27FC236}">
                      <a16:creationId xmlns:a16="http://schemas.microsoft.com/office/drawing/2014/main" id="{E7ABF187-630A-FFA5-0EF1-A30684B5968B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7" name="Rectangle 24">
                <a:extLst>
                  <a:ext uri="{FF2B5EF4-FFF2-40B4-BE49-F238E27FC236}">
                    <a16:creationId xmlns:a16="http://schemas.microsoft.com/office/drawing/2014/main" id="{668A3500-3B06-78AC-A498-94BC8ED8E0CC}"/>
                  </a:ext>
                </a:extLst>
              </p:cNvPr>
              <p:cNvSpPr/>
              <p:nvPr/>
            </p:nvSpPr>
            <p:spPr>
              <a:xfrm>
                <a:off x="2718281" y="3278849"/>
                <a:ext cx="2090836" cy="1978473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 8">
                <a:extLst>
                  <a:ext uri="{FF2B5EF4-FFF2-40B4-BE49-F238E27FC236}">
                    <a16:creationId xmlns:a16="http://schemas.microsoft.com/office/drawing/2014/main" id="{DA6E342B-DA19-74C2-B6F3-34A2AFDE5629}"/>
                  </a:ext>
                </a:extLst>
              </p:cNvPr>
              <p:cNvSpPr/>
              <p:nvPr/>
            </p:nvSpPr>
            <p:spPr>
              <a:xfrm>
                <a:off x="2262595" y="1435578"/>
                <a:ext cx="3004414" cy="2586398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0194D3BE-AD5E-FC1F-9345-8CC3167F7661}"/>
                  </a:ext>
                </a:extLst>
              </p:cNvPr>
              <p:cNvSpPr/>
              <p:nvPr/>
            </p:nvSpPr>
            <p:spPr>
              <a:xfrm>
                <a:off x="1972933" y="1596988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Arc 99">
                <a:extLst>
                  <a:ext uri="{FF2B5EF4-FFF2-40B4-BE49-F238E27FC236}">
                    <a16:creationId xmlns:a16="http://schemas.microsoft.com/office/drawing/2014/main" id="{31DC9024-0C17-E9E7-0A5F-2C1E8B4F651A}"/>
                  </a:ext>
                </a:extLst>
              </p:cNvPr>
              <p:cNvSpPr/>
              <p:nvPr/>
            </p:nvSpPr>
            <p:spPr>
              <a:xfrm rot="9500543">
                <a:off x="3601913" y="3244281"/>
                <a:ext cx="314714" cy="314714"/>
              </a:xfrm>
              <a:prstGeom prst="arc">
                <a:avLst>
                  <a:gd name="adj1" fmla="val 12939651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6F8CE88D-0490-1072-DC6D-EA98CED445A8}"/>
                  </a:ext>
                </a:extLst>
              </p:cNvPr>
              <p:cNvGrpSpPr/>
              <p:nvPr/>
            </p:nvGrpSpPr>
            <p:grpSpPr>
              <a:xfrm>
                <a:off x="2788371" y="2413698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A3699CF9-E541-17AE-AC9F-5692D9F9C5E6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115" name="Oval 114">
                    <a:extLst>
                      <a:ext uri="{FF2B5EF4-FFF2-40B4-BE49-F238E27FC236}">
                        <a16:creationId xmlns:a16="http://schemas.microsoft.com/office/drawing/2014/main" id="{EBA29C0B-E447-762D-B75E-85733B4F4128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BECDA05C-F7DE-D05B-3B39-09E63A8B0AE6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Oval 116">
                    <a:extLst>
                      <a:ext uri="{FF2B5EF4-FFF2-40B4-BE49-F238E27FC236}">
                        <a16:creationId xmlns:a16="http://schemas.microsoft.com/office/drawing/2014/main" id="{7A0E44E5-56D6-9564-13D8-E15B34795BDA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E49431C1-37AD-52AC-BB9F-07EEDFBAC8E2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FD179E1E-0100-B903-86D8-F5D894CB3631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Freeform: Shape 119">
                    <a:extLst>
                      <a:ext uri="{FF2B5EF4-FFF2-40B4-BE49-F238E27FC236}">
                        <a16:creationId xmlns:a16="http://schemas.microsoft.com/office/drawing/2014/main" id="{A7DC20C5-9F54-1C09-8ADE-6212B1D56804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4" name="Arc 113">
                  <a:extLst>
                    <a:ext uri="{FF2B5EF4-FFF2-40B4-BE49-F238E27FC236}">
                      <a16:creationId xmlns:a16="http://schemas.microsoft.com/office/drawing/2014/main" id="{256A1506-8508-5A8E-F898-2B37DBCF07D3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F393930-CEE8-E91B-8245-7BDE9DD7B89B}"/>
                  </a:ext>
                </a:extLst>
              </p:cNvPr>
              <p:cNvSpPr/>
              <p:nvPr/>
            </p:nvSpPr>
            <p:spPr>
              <a:xfrm flipH="1">
                <a:off x="4617708" y="1534361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31731F60-596E-F8CB-7B06-8BA37DD8060B}"/>
                  </a:ext>
                </a:extLst>
              </p:cNvPr>
              <p:cNvGrpSpPr/>
              <p:nvPr/>
            </p:nvGrpSpPr>
            <p:grpSpPr>
              <a:xfrm flipH="1">
                <a:off x="4045924" y="2420364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562D6177-8DBC-BD4B-8905-54AAE2C1D862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B9D26006-A80B-B2C6-17BA-B5C12D91F657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8" name="Oval 107">
                    <a:extLst>
                      <a:ext uri="{FF2B5EF4-FFF2-40B4-BE49-F238E27FC236}">
                        <a16:creationId xmlns:a16="http://schemas.microsoft.com/office/drawing/2014/main" id="{23982D46-24EF-11A1-2A17-18FE17BE0BF2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09" name="Oval 108">
                    <a:extLst>
                      <a:ext uri="{FF2B5EF4-FFF2-40B4-BE49-F238E27FC236}">
                        <a16:creationId xmlns:a16="http://schemas.microsoft.com/office/drawing/2014/main" id="{84D35076-08DC-DEC2-2BA0-AF9119D27345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0" name="Freeform: Shape 109">
                    <a:extLst>
                      <a:ext uri="{FF2B5EF4-FFF2-40B4-BE49-F238E27FC236}">
                        <a16:creationId xmlns:a16="http://schemas.microsoft.com/office/drawing/2014/main" id="{0C7B5700-993A-82AF-0D51-18D99697C7E2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Freeform: Shape 110">
                    <a:extLst>
                      <a:ext uri="{FF2B5EF4-FFF2-40B4-BE49-F238E27FC236}">
                        <a16:creationId xmlns:a16="http://schemas.microsoft.com/office/drawing/2014/main" id="{D60C7B12-5E61-A216-12B9-2EA32D7E0A0F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357414B2-1D67-DB07-782C-55B5734A3E7B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6" name="Arc 105">
                  <a:extLst>
                    <a:ext uri="{FF2B5EF4-FFF2-40B4-BE49-F238E27FC236}">
                      <a16:creationId xmlns:a16="http://schemas.microsoft.com/office/drawing/2014/main" id="{E374ECF4-1D71-932E-8013-9A538A0BAC86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8B81DC8C-128E-0B53-0B8A-9CA8A945A406}"/>
                  </a:ext>
                </a:extLst>
              </p:cNvPr>
              <p:cNvSpPr/>
              <p:nvPr/>
            </p:nvSpPr>
            <p:spPr>
              <a:xfrm>
                <a:off x="2718281" y="4027937"/>
                <a:ext cx="2090836" cy="731656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8590D3B0-F00D-1D78-D813-D41DCD069749}"/>
                </a:ext>
              </a:extLst>
            </p:cNvPr>
            <p:cNvGrpSpPr/>
            <p:nvPr/>
          </p:nvGrpSpPr>
          <p:grpSpPr>
            <a:xfrm>
              <a:off x="2745738" y="3644900"/>
              <a:ext cx="4566927" cy="3937006"/>
              <a:chOff x="2745736" y="3149600"/>
              <a:chExt cx="4566927" cy="3937006"/>
            </a:xfrm>
          </p:grpSpPr>
          <p:sp>
            <p:nvSpPr>
              <p:cNvPr id="93" name="Hexagon 92">
                <a:extLst>
                  <a:ext uri="{FF2B5EF4-FFF2-40B4-BE49-F238E27FC236}">
                    <a16:creationId xmlns:a16="http://schemas.microsoft.com/office/drawing/2014/main" id="{9497435D-8FCB-4BAE-7EBC-98A7B14E1FF7}"/>
                  </a:ext>
                </a:extLst>
              </p:cNvPr>
              <p:cNvSpPr/>
              <p:nvPr/>
            </p:nvSpPr>
            <p:spPr>
              <a:xfrm>
                <a:off x="2745736" y="3149600"/>
                <a:ext cx="4566927" cy="3937006"/>
              </a:xfrm>
              <a:prstGeom prst="hexagon">
                <a:avLst/>
              </a:prstGeom>
              <a:solidFill>
                <a:srgbClr val="FD8FAA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Hexagon 93">
                <a:extLst>
                  <a:ext uri="{FF2B5EF4-FFF2-40B4-BE49-F238E27FC236}">
                    <a16:creationId xmlns:a16="http://schemas.microsoft.com/office/drawing/2014/main" id="{22A21A5E-8B01-71EE-384B-C0B96EFF6EC1}"/>
                  </a:ext>
                </a:extLst>
              </p:cNvPr>
              <p:cNvSpPr/>
              <p:nvPr/>
            </p:nvSpPr>
            <p:spPr>
              <a:xfrm>
                <a:off x="3057976" y="3418773"/>
                <a:ext cx="3942445" cy="3398659"/>
              </a:xfrm>
              <a:prstGeom prst="hexagon">
                <a:avLst/>
              </a:prstGeom>
              <a:solidFill>
                <a:schemeClr val="bg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1" name="Oval 7">
              <a:extLst>
                <a:ext uri="{FF2B5EF4-FFF2-40B4-BE49-F238E27FC236}">
                  <a16:creationId xmlns:a16="http://schemas.microsoft.com/office/drawing/2014/main" id="{105802D0-ECFE-8435-28A8-02D64A94990D}"/>
                </a:ext>
              </a:extLst>
            </p:cNvPr>
            <p:cNvSpPr/>
            <p:nvPr/>
          </p:nvSpPr>
          <p:spPr>
            <a:xfrm rot="12089445" flipH="1">
              <a:off x="3423860" y="3764511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7">
              <a:extLst>
                <a:ext uri="{FF2B5EF4-FFF2-40B4-BE49-F238E27FC236}">
                  <a16:creationId xmlns:a16="http://schemas.microsoft.com/office/drawing/2014/main" id="{14E973FF-E406-6C18-696E-22ED29554EB9}"/>
                </a:ext>
              </a:extLst>
            </p:cNvPr>
            <p:cNvSpPr/>
            <p:nvPr/>
          </p:nvSpPr>
          <p:spPr>
            <a:xfrm rot="9520052">
              <a:off x="6265800" y="3732677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43793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83B09D5F-72CC-E1A9-8A70-DF3E70D1A55A}"/>
              </a:ext>
            </a:extLst>
          </p:cNvPr>
          <p:cNvGrpSpPr/>
          <p:nvPr/>
        </p:nvGrpSpPr>
        <p:grpSpPr>
          <a:xfrm>
            <a:off x="0" y="540242"/>
            <a:ext cx="4869373" cy="5539283"/>
            <a:chOff x="2931700" y="787892"/>
            <a:chExt cx="4869373" cy="553928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2F1A270-3B8B-815A-4D26-3417659F78D4}"/>
                </a:ext>
              </a:extLst>
            </p:cNvPr>
            <p:cNvGrpSpPr/>
            <p:nvPr/>
          </p:nvGrpSpPr>
          <p:grpSpPr>
            <a:xfrm flipH="1">
              <a:off x="5924277" y="3458712"/>
              <a:ext cx="1631708" cy="2072304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E580B101-1C5E-E9DF-6892-521A2739CD64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7CD9D80-BEC1-4645-F6D9-5649B0A9FE44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881CBA9-5F55-AB64-68F2-21E290FA98AA}"/>
                </a:ext>
              </a:extLst>
            </p:cNvPr>
            <p:cNvGrpSpPr/>
            <p:nvPr/>
          </p:nvGrpSpPr>
          <p:grpSpPr>
            <a:xfrm>
              <a:off x="3069920" y="3482685"/>
              <a:ext cx="1631708" cy="2072304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54C7480-8A6B-6C57-47E6-8D21902783AA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3EEB707-36F4-2C67-072B-7959C69164F2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Rectangle 24">
              <a:extLst>
                <a:ext uri="{FF2B5EF4-FFF2-40B4-BE49-F238E27FC236}">
                  <a16:creationId xmlns:a16="http://schemas.microsoft.com/office/drawing/2014/main" id="{DAA0EF9D-D545-8313-2FBB-AA70ADD8EC5B}"/>
                </a:ext>
              </a:extLst>
            </p:cNvPr>
            <p:cNvSpPr/>
            <p:nvPr/>
          </p:nvSpPr>
          <p:spPr>
            <a:xfrm>
              <a:off x="3940442" y="3282546"/>
              <a:ext cx="2829705" cy="267763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8">
              <a:extLst>
                <a:ext uri="{FF2B5EF4-FFF2-40B4-BE49-F238E27FC236}">
                  <a16:creationId xmlns:a16="http://schemas.microsoft.com/office/drawing/2014/main" id="{E173217E-9E5C-27EA-DDF0-68980265FC62}"/>
                </a:ext>
              </a:extLst>
            </p:cNvPr>
            <p:cNvSpPr/>
            <p:nvPr/>
          </p:nvSpPr>
          <p:spPr>
            <a:xfrm>
              <a:off x="3323724" y="787892"/>
              <a:ext cx="4066127" cy="3500391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BD478D4-A8AA-C2B5-9B8C-9C61371BE2EE}"/>
                </a:ext>
              </a:extLst>
            </p:cNvPr>
            <p:cNvSpPr/>
            <p:nvPr/>
          </p:nvSpPr>
          <p:spPr>
            <a:xfrm>
              <a:off x="2931700" y="1006342"/>
              <a:ext cx="1289976" cy="74497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C43E0AF4-6F07-B66A-5D2F-07DC9169F53B}"/>
                </a:ext>
              </a:extLst>
            </p:cNvPr>
            <p:cNvSpPr/>
            <p:nvPr/>
          </p:nvSpPr>
          <p:spPr>
            <a:xfrm rot="9500543">
              <a:off x="5136336" y="3235763"/>
              <a:ext cx="425929" cy="425929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C5A233E-F258-F5A8-687E-4FA3E7FDF4F5}"/>
                </a:ext>
              </a:extLst>
            </p:cNvPr>
            <p:cNvGrpSpPr/>
            <p:nvPr/>
          </p:nvGrpSpPr>
          <p:grpSpPr>
            <a:xfrm>
              <a:off x="3903521" y="1989972"/>
              <a:ext cx="911362" cy="1527851"/>
              <a:chOff x="2788371" y="2112868"/>
              <a:chExt cx="673395" cy="1128911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7520C6D-1B76-46AF-6AF0-C6E9D1B7D013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32AB4CE8-A780-9D2D-8462-C56C8AFAB26C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8DDE98CB-92E6-9E64-F8FB-5503CF1EED4B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94A431AB-EF1C-C3E2-79CC-6BDC6985B8E2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7A8BB353-59DE-C963-958C-6B228B6F3771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Freeform: Shape 41">
                  <a:extLst>
                    <a:ext uri="{FF2B5EF4-FFF2-40B4-BE49-F238E27FC236}">
                      <a16:creationId xmlns:a16="http://schemas.microsoft.com/office/drawing/2014/main" id="{5DE77E0B-3738-6EA9-1F2C-B73BCA46C97F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Freeform: Shape 42">
                  <a:extLst>
                    <a:ext uri="{FF2B5EF4-FFF2-40B4-BE49-F238E27FC236}">
                      <a16:creationId xmlns:a16="http://schemas.microsoft.com/office/drawing/2014/main" id="{C068502B-90F4-229B-86B4-30556A511EAB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7" name="Arc 36">
                <a:extLst>
                  <a:ext uri="{FF2B5EF4-FFF2-40B4-BE49-F238E27FC236}">
                    <a16:creationId xmlns:a16="http://schemas.microsoft.com/office/drawing/2014/main" id="{F75EFC79-0AE6-1915-2598-2AFB9E28F3F1}"/>
                  </a:ext>
                </a:extLst>
              </p:cNvPr>
              <p:cNvSpPr/>
              <p:nvPr/>
            </p:nvSpPr>
            <p:spPr>
              <a:xfrm rot="18311906">
                <a:off x="2923992" y="211286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250CA1-1D9E-05C9-02E9-7992AAD06FC6}"/>
                </a:ext>
              </a:extLst>
            </p:cNvPr>
            <p:cNvSpPr/>
            <p:nvPr/>
          </p:nvSpPr>
          <p:spPr>
            <a:xfrm flipH="1">
              <a:off x="6511097" y="921583"/>
              <a:ext cx="1289976" cy="74497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13B8AB0-365C-A6AA-38D5-D0E66801E23B}"/>
                </a:ext>
              </a:extLst>
            </p:cNvPr>
            <p:cNvGrpSpPr/>
            <p:nvPr/>
          </p:nvGrpSpPr>
          <p:grpSpPr>
            <a:xfrm flipH="1">
              <a:off x="5881883" y="1967054"/>
              <a:ext cx="911362" cy="1527043"/>
              <a:chOff x="2788371" y="2113465"/>
              <a:chExt cx="673395" cy="1128314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F444285-0D90-9810-68FF-315175C077BF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7DE46712-F1DE-F9F9-31AA-A8DEC153537F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EABD740-A30C-C349-034E-8F1CB5722B85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F034C720-05DE-5A81-005D-B656714C9282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FF61DF4A-E258-A28E-49CB-0921DD359FD9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6FB56707-F88B-65FE-365C-4E245FD9CA97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31B9E21D-4E12-7D52-9EFC-AE192ACC70EC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E8D5D0A6-1E27-8740-81EA-35938E0FDBB6}"/>
                  </a:ext>
                </a:extLst>
              </p:cNvPr>
              <p:cNvSpPr/>
              <p:nvPr/>
            </p:nvSpPr>
            <p:spPr>
              <a:xfrm rot="18311906">
                <a:off x="2957096" y="2113465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D736C26-3293-EE79-7BB3-9DC9C7FA04B4}"/>
                </a:ext>
              </a:extLst>
            </p:cNvPr>
            <p:cNvSpPr/>
            <p:nvPr/>
          </p:nvSpPr>
          <p:spPr>
            <a:xfrm>
              <a:off x="3940442" y="4296350"/>
              <a:ext cx="2829705" cy="990212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ADE25AF1-E2CA-ACDC-DD3E-C2677174FA9A}"/>
                </a:ext>
              </a:extLst>
            </p:cNvPr>
            <p:cNvSpPr/>
            <p:nvPr/>
          </p:nvSpPr>
          <p:spPr>
            <a:xfrm>
              <a:off x="3407412" y="3777044"/>
              <a:ext cx="3917950" cy="580825"/>
            </a:xfrm>
            <a:custGeom>
              <a:avLst/>
              <a:gdLst>
                <a:gd name="connsiteX0" fmla="*/ 0 w 1409700"/>
                <a:gd name="connsiteY0" fmla="*/ 0 h 114300"/>
                <a:gd name="connsiteX1" fmla="*/ 1409700 w 1409700"/>
                <a:gd name="connsiteY1" fmla="*/ 0 h 114300"/>
                <a:gd name="connsiteX2" fmla="*/ 1409700 w 1409700"/>
                <a:gd name="connsiteY2" fmla="*/ 114300 h 114300"/>
                <a:gd name="connsiteX3" fmla="*/ 0 w 1409700"/>
                <a:gd name="connsiteY3" fmla="*/ 114300 h 114300"/>
                <a:gd name="connsiteX4" fmla="*/ 0 w 1409700"/>
                <a:gd name="connsiteY4" fmla="*/ 0 h 114300"/>
                <a:gd name="connsiteX0" fmla="*/ 0 w 2108200"/>
                <a:gd name="connsiteY0" fmla="*/ 0 h 457200"/>
                <a:gd name="connsiteX1" fmla="*/ 2108200 w 2108200"/>
                <a:gd name="connsiteY1" fmla="*/ 342900 h 457200"/>
                <a:gd name="connsiteX2" fmla="*/ 2108200 w 2108200"/>
                <a:gd name="connsiteY2" fmla="*/ 457200 h 457200"/>
                <a:gd name="connsiteX3" fmla="*/ 698500 w 2108200"/>
                <a:gd name="connsiteY3" fmla="*/ 457200 h 457200"/>
                <a:gd name="connsiteX4" fmla="*/ 0 w 2108200"/>
                <a:gd name="connsiteY4" fmla="*/ 0 h 457200"/>
                <a:gd name="connsiteX0" fmla="*/ 482600 w 2590800"/>
                <a:gd name="connsiteY0" fmla="*/ 0 h 457200"/>
                <a:gd name="connsiteX1" fmla="*/ 2590800 w 2590800"/>
                <a:gd name="connsiteY1" fmla="*/ 342900 h 457200"/>
                <a:gd name="connsiteX2" fmla="*/ 2590800 w 2590800"/>
                <a:gd name="connsiteY2" fmla="*/ 457200 h 457200"/>
                <a:gd name="connsiteX3" fmla="*/ 0 w 2590800"/>
                <a:gd name="connsiteY3" fmla="*/ 292100 h 457200"/>
                <a:gd name="connsiteX4" fmla="*/ 482600 w 2590800"/>
                <a:gd name="connsiteY4" fmla="*/ 0 h 457200"/>
                <a:gd name="connsiteX0" fmla="*/ 482600 w 3340100"/>
                <a:gd name="connsiteY0" fmla="*/ 12700 h 469900"/>
                <a:gd name="connsiteX1" fmla="*/ 3340100 w 3340100"/>
                <a:gd name="connsiteY1" fmla="*/ 0 h 469900"/>
                <a:gd name="connsiteX2" fmla="*/ 2590800 w 3340100"/>
                <a:gd name="connsiteY2" fmla="*/ 469900 h 469900"/>
                <a:gd name="connsiteX3" fmla="*/ 0 w 3340100"/>
                <a:gd name="connsiteY3" fmla="*/ 304800 h 469900"/>
                <a:gd name="connsiteX4" fmla="*/ 482600 w 3340100"/>
                <a:gd name="connsiteY4" fmla="*/ 12700 h 469900"/>
                <a:gd name="connsiteX0" fmla="*/ 482600 w 3937000"/>
                <a:gd name="connsiteY0" fmla="*/ 12700 h 304800"/>
                <a:gd name="connsiteX1" fmla="*/ 3340100 w 3937000"/>
                <a:gd name="connsiteY1" fmla="*/ 0 h 304800"/>
                <a:gd name="connsiteX2" fmla="*/ 3937000 w 3937000"/>
                <a:gd name="connsiteY2" fmla="*/ 292100 h 304800"/>
                <a:gd name="connsiteX3" fmla="*/ 0 w 3937000"/>
                <a:gd name="connsiteY3" fmla="*/ 304800 h 304800"/>
                <a:gd name="connsiteX4" fmla="*/ 482600 w 3937000"/>
                <a:gd name="connsiteY4" fmla="*/ 12700 h 304800"/>
                <a:gd name="connsiteX0" fmla="*/ 482600 w 3937000"/>
                <a:gd name="connsiteY0" fmla="*/ 12700 h 527781"/>
                <a:gd name="connsiteX1" fmla="*/ 3340100 w 3937000"/>
                <a:gd name="connsiteY1" fmla="*/ 0 h 527781"/>
                <a:gd name="connsiteX2" fmla="*/ 3937000 w 3937000"/>
                <a:gd name="connsiteY2" fmla="*/ 292100 h 527781"/>
                <a:gd name="connsiteX3" fmla="*/ 0 w 3937000"/>
                <a:gd name="connsiteY3" fmla="*/ 304800 h 527781"/>
                <a:gd name="connsiteX4" fmla="*/ 482600 w 3937000"/>
                <a:gd name="connsiteY4" fmla="*/ 12700 h 527781"/>
                <a:gd name="connsiteX0" fmla="*/ 482600 w 3937000"/>
                <a:gd name="connsiteY0" fmla="*/ 12700 h 703525"/>
                <a:gd name="connsiteX1" fmla="*/ 3340100 w 3937000"/>
                <a:gd name="connsiteY1" fmla="*/ 0 h 703525"/>
                <a:gd name="connsiteX2" fmla="*/ 3937000 w 3937000"/>
                <a:gd name="connsiteY2" fmla="*/ 292100 h 703525"/>
                <a:gd name="connsiteX3" fmla="*/ 0 w 3937000"/>
                <a:gd name="connsiteY3" fmla="*/ 304800 h 703525"/>
                <a:gd name="connsiteX4" fmla="*/ 482600 w 3937000"/>
                <a:gd name="connsiteY4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873500"/>
                <a:gd name="connsiteY0" fmla="*/ 12700 h 703525"/>
                <a:gd name="connsiteX1" fmla="*/ 1943100 w 3873500"/>
                <a:gd name="connsiteY1" fmla="*/ 406400 h 703525"/>
                <a:gd name="connsiteX2" fmla="*/ 3340100 w 3873500"/>
                <a:gd name="connsiteY2" fmla="*/ 0 h 703525"/>
                <a:gd name="connsiteX3" fmla="*/ 3873500 w 3873500"/>
                <a:gd name="connsiteY3" fmla="*/ 292100 h 703525"/>
                <a:gd name="connsiteX4" fmla="*/ 0 w 3873500"/>
                <a:gd name="connsiteY4" fmla="*/ 304800 h 703525"/>
                <a:gd name="connsiteX5" fmla="*/ 482600 w 3873500"/>
                <a:gd name="connsiteY5" fmla="*/ 12700 h 703525"/>
                <a:gd name="connsiteX0" fmla="*/ 482600 w 3892550"/>
                <a:gd name="connsiteY0" fmla="*/ 12700 h 691532"/>
                <a:gd name="connsiteX1" fmla="*/ 1943100 w 3892550"/>
                <a:gd name="connsiteY1" fmla="*/ 406400 h 691532"/>
                <a:gd name="connsiteX2" fmla="*/ 3340100 w 3892550"/>
                <a:gd name="connsiteY2" fmla="*/ 0 h 691532"/>
                <a:gd name="connsiteX3" fmla="*/ 3892550 w 3892550"/>
                <a:gd name="connsiteY3" fmla="*/ 266700 h 691532"/>
                <a:gd name="connsiteX4" fmla="*/ 0 w 3892550"/>
                <a:gd name="connsiteY4" fmla="*/ 304800 h 691532"/>
                <a:gd name="connsiteX5" fmla="*/ 482600 w 3892550"/>
                <a:gd name="connsiteY5" fmla="*/ 12700 h 691532"/>
                <a:gd name="connsiteX0" fmla="*/ 482600 w 3917950"/>
                <a:gd name="connsiteY0" fmla="*/ 12700 h 709688"/>
                <a:gd name="connsiteX1" fmla="*/ 1943100 w 3917950"/>
                <a:gd name="connsiteY1" fmla="*/ 406400 h 709688"/>
                <a:gd name="connsiteX2" fmla="*/ 3340100 w 3917950"/>
                <a:gd name="connsiteY2" fmla="*/ 0 h 709688"/>
                <a:gd name="connsiteX3" fmla="*/ 3917950 w 3917950"/>
                <a:gd name="connsiteY3" fmla="*/ 304800 h 709688"/>
                <a:gd name="connsiteX4" fmla="*/ 0 w 3917950"/>
                <a:gd name="connsiteY4" fmla="*/ 304800 h 709688"/>
                <a:gd name="connsiteX5" fmla="*/ 482600 w 3917950"/>
                <a:gd name="connsiteY5" fmla="*/ 12700 h 709688"/>
                <a:gd name="connsiteX0" fmla="*/ 482600 w 3917950"/>
                <a:gd name="connsiteY0" fmla="*/ 12700 h 688604"/>
                <a:gd name="connsiteX1" fmla="*/ 1943100 w 3917950"/>
                <a:gd name="connsiteY1" fmla="*/ 406400 h 688604"/>
                <a:gd name="connsiteX2" fmla="*/ 3340100 w 3917950"/>
                <a:gd name="connsiteY2" fmla="*/ 0 h 688604"/>
                <a:gd name="connsiteX3" fmla="*/ 3917950 w 3917950"/>
                <a:gd name="connsiteY3" fmla="*/ 260350 h 688604"/>
                <a:gd name="connsiteX4" fmla="*/ 0 w 3917950"/>
                <a:gd name="connsiteY4" fmla="*/ 304800 h 688604"/>
                <a:gd name="connsiteX5" fmla="*/ 482600 w 3917950"/>
                <a:gd name="connsiteY5" fmla="*/ 12700 h 688604"/>
                <a:gd name="connsiteX0" fmla="*/ 482600 w 3917950"/>
                <a:gd name="connsiteY0" fmla="*/ 12700 h 592578"/>
                <a:gd name="connsiteX1" fmla="*/ 1943100 w 3917950"/>
                <a:gd name="connsiteY1" fmla="*/ 406400 h 592578"/>
                <a:gd name="connsiteX2" fmla="*/ 3340100 w 3917950"/>
                <a:gd name="connsiteY2" fmla="*/ 0 h 592578"/>
                <a:gd name="connsiteX3" fmla="*/ 3917950 w 3917950"/>
                <a:gd name="connsiteY3" fmla="*/ 260350 h 592578"/>
                <a:gd name="connsiteX4" fmla="*/ 0 w 3917950"/>
                <a:gd name="connsiteY4" fmla="*/ 304800 h 592578"/>
                <a:gd name="connsiteX5" fmla="*/ 482600 w 3917950"/>
                <a:gd name="connsiteY5" fmla="*/ 12700 h 592578"/>
                <a:gd name="connsiteX0" fmla="*/ 482600 w 3917950"/>
                <a:gd name="connsiteY0" fmla="*/ 12700 h 589158"/>
                <a:gd name="connsiteX1" fmla="*/ 1943100 w 3917950"/>
                <a:gd name="connsiteY1" fmla="*/ 406400 h 589158"/>
                <a:gd name="connsiteX2" fmla="*/ 3340100 w 3917950"/>
                <a:gd name="connsiteY2" fmla="*/ 0 h 589158"/>
                <a:gd name="connsiteX3" fmla="*/ 3917950 w 3917950"/>
                <a:gd name="connsiteY3" fmla="*/ 260350 h 589158"/>
                <a:gd name="connsiteX4" fmla="*/ 0 w 3917950"/>
                <a:gd name="connsiteY4" fmla="*/ 304800 h 589158"/>
                <a:gd name="connsiteX5" fmla="*/ 482600 w 3917950"/>
                <a:gd name="connsiteY5" fmla="*/ 12700 h 589158"/>
                <a:gd name="connsiteX0" fmla="*/ 482600 w 3917950"/>
                <a:gd name="connsiteY0" fmla="*/ 12700 h 580825"/>
                <a:gd name="connsiteX1" fmla="*/ 1943100 w 3917950"/>
                <a:gd name="connsiteY1" fmla="*/ 406400 h 580825"/>
                <a:gd name="connsiteX2" fmla="*/ 3340100 w 3917950"/>
                <a:gd name="connsiteY2" fmla="*/ 0 h 580825"/>
                <a:gd name="connsiteX3" fmla="*/ 3917950 w 3917950"/>
                <a:gd name="connsiteY3" fmla="*/ 260350 h 580825"/>
                <a:gd name="connsiteX4" fmla="*/ 0 w 3917950"/>
                <a:gd name="connsiteY4" fmla="*/ 304800 h 580825"/>
                <a:gd name="connsiteX5" fmla="*/ 482600 w 3917950"/>
                <a:gd name="connsiteY5" fmla="*/ 12700 h 58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7950" h="580825">
                  <a:moveTo>
                    <a:pt x="482600" y="12700"/>
                  </a:moveTo>
                  <a:cubicBezTo>
                    <a:pt x="952500" y="8467"/>
                    <a:pt x="1638300" y="220133"/>
                    <a:pt x="1943100" y="406400"/>
                  </a:cubicBezTo>
                  <a:cubicBezTo>
                    <a:pt x="2421467" y="143933"/>
                    <a:pt x="2874433" y="33867"/>
                    <a:pt x="3340100" y="0"/>
                  </a:cubicBezTo>
                  <a:lnTo>
                    <a:pt x="3917950" y="260350"/>
                  </a:lnTo>
                  <a:cubicBezTo>
                    <a:pt x="3716867" y="436033"/>
                    <a:pt x="1159933" y="859367"/>
                    <a:pt x="0" y="304800"/>
                  </a:cubicBezTo>
                  <a:lnTo>
                    <a:pt x="482600" y="12700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B12CA718-B62C-5609-08B9-2A9CA43CBEF3}"/>
                </a:ext>
              </a:extLst>
            </p:cNvPr>
            <p:cNvSpPr/>
            <p:nvPr/>
          </p:nvSpPr>
          <p:spPr>
            <a:xfrm>
              <a:off x="3362960" y="3995356"/>
              <a:ext cx="4006855" cy="2238370"/>
            </a:xfrm>
            <a:custGeom>
              <a:avLst/>
              <a:gdLst>
                <a:gd name="connsiteX0" fmla="*/ 0 w 1409700"/>
                <a:gd name="connsiteY0" fmla="*/ 0 h 114300"/>
                <a:gd name="connsiteX1" fmla="*/ 1409700 w 1409700"/>
                <a:gd name="connsiteY1" fmla="*/ 0 h 114300"/>
                <a:gd name="connsiteX2" fmla="*/ 1409700 w 1409700"/>
                <a:gd name="connsiteY2" fmla="*/ 114300 h 114300"/>
                <a:gd name="connsiteX3" fmla="*/ 0 w 1409700"/>
                <a:gd name="connsiteY3" fmla="*/ 114300 h 114300"/>
                <a:gd name="connsiteX4" fmla="*/ 0 w 1409700"/>
                <a:gd name="connsiteY4" fmla="*/ 0 h 114300"/>
                <a:gd name="connsiteX0" fmla="*/ 0 w 2108200"/>
                <a:gd name="connsiteY0" fmla="*/ 0 h 457200"/>
                <a:gd name="connsiteX1" fmla="*/ 2108200 w 2108200"/>
                <a:gd name="connsiteY1" fmla="*/ 342900 h 457200"/>
                <a:gd name="connsiteX2" fmla="*/ 2108200 w 2108200"/>
                <a:gd name="connsiteY2" fmla="*/ 457200 h 457200"/>
                <a:gd name="connsiteX3" fmla="*/ 698500 w 2108200"/>
                <a:gd name="connsiteY3" fmla="*/ 457200 h 457200"/>
                <a:gd name="connsiteX4" fmla="*/ 0 w 2108200"/>
                <a:gd name="connsiteY4" fmla="*/ 0 h 457200"/>
                <a:gd name="connsiteX0" fmla="*/ 482600 w 2590800"/>
                <a:gd name="connsiteY0" fmla="*/ 0 h 457200"/>
                <a:gd name="connsiteX1" fmla="*/ 2590800 w 2590800"/>
                <a:gd name="connsiteY1" fmla="*/ 342900 h 457200"/>
                <a:gd name="connsiteX2" fmla="*/ 2590800 w 2590800"/>
                <a:gd name="connsiteY2" fmla="*/ 457200 h 457200"/>
                <a:gd name="connsiteX3" fmla="*/ 0 w 2590800"/>
                <a:gd name="connsiteY3" fmla="*/ 292100 h 457200"/>
                <a:gd name="connsiteX4" fmla="*/ 482600 w 2590800"/>
                <a:gd name="connsiteY4" fmla="*/ 0 h 457200"/>
                <a:gd name="connsiteX0" fmla="*/ 482600 w 3340100"/>
                <a:gd name="connsiteY0" fmla="*/ 12700 h 469900"/>
                <a:gd name="connsiteX1" fmla="*/ 3340100 w 3340100"/>
                <a:gd name="connsiteY1" fmla="*/ 0 h 469900"/>
                <a:gd name="connsiteX2" fmla="*/ 2590800 w 3340100"/>
                <a:gd name="connsiteY2" fmla="*/ 469900 h 469900"/>
                <a:gd name="connsiteX3" fmla="*/ 0 w 3340100"/>
                <a:gd name="connsiteY3" fmla="*/ 304800 h 469900"/>
                <a:gd name="connsiteX4" fmla="*/ 482600 w 3340100"/>
                <a:gd name="connsiteY4" fmla="*/ 12700 h 469900"/>
                <a:gd name="connsiteX0" fmla="*/ 482600 w 3937000"/>
                <a:gd name="connsiteY0" fmla="*/ 12700 h 304800"/>
                <a:gd name="connsiteX1" fmla="*/ 3340100 w 3937000"/>
                <a:gd name="connsiteY1" fmla="*/ 0 h 304800"/>
                <a:gd name="connsiteX2" fmla="*/ 3937000 w 3937000"/>
                <a:gd name="connsiteY2" fmla="*/ 292100 h 304800"/>
                <a:gd name="connsiteX3" fmla="*/ 0 w 3937000"/>
                <a:gd name="connsiteY3" fmla="*/ 304800 h 304800"/>
                <a:gd name="connsiteX4" fmla="*/ 482600 w 3937000"/>
                <a:gd name="connsiteY4" fmla="*/ 12700 h 304800"/>
                <a:gd name="connsiteX0" fmla="*/ 482600 w 3937000"/>
                <a:gd name="connsiteY0" fmla="*/ 12700 h 527781"/>
                <a:gd name="connsiteX1" fmla="*/ 3340100 w 3937000"/>
                <a:gd name="connsiteY1" fmla="*/ 0 h 527781"/>
                <a:gd name="connsiteX2" fmla="*/ 3937000 w 3937000"/>
                <a:gd name="connsiteY2" fmla="*/ 292100 h 527781"/>
                <a:gd name="connsiteX3" fmla="*/ 0 w 3937000"/>
                <a:gd name="connsiteY3" fmla="*/ 304800 h 527781"/>
                <a:gd name="connsiteX4" fmla="*/ 482600 w 3937000"/>
                <a:gd name="connsiteY4" fmla="*/ 12700 h 527781"/>
                <a:gd name="connsiteX0" fmla="*/ 482600 w 3937000"/>
                <a:gd name="connsiteY0" fmla="*/ 12700 h 703525"/>
                <a:gd name="connsiteX1" fmla="*/ 3340100 w 3937000"/>
                <a:gd name="connsiteY1" fmla="*/ 0 h 703525"/>
                <a:gd name="connsiteX2" fmla="*/ 3937000 w 3937000"/>
                <a:gd name="connsiteY2" fmla="*/ 292100 h 703525"/>
                <a:gd name="connsiteX3" fmla="*/ 0 w 3937000"/>
                <a:gd name="connsiteY3" fmla="*/ 304800 h 703525"/>
                <a:gd name="connsiteX4" fmla="*/ 482600 w 3937000"/>
                <a:gd name="connsiteY4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873500"/>
                <a:gd name="connsiteY0" fmla="*/ 12700 h 703525"/>
                <a:gd name="connsiteX1" fmla="*/ 1943100 w 3873500"/>
                <a:gd name="connsiteY1" fmla="*/ 406400 h 703525"/>
                <a:gd name="connsiteX2" fmla="*/ 3340100 w 3873500"/>
                <a:gd name="connsiteY2" fmla="*/ 0 h 703525"/>
                <a:gd name="connsiteX3" fmla="*/ 3873500 w 3873500"/>
                <a:gd name="connsiteY3" fmla="*/ 292100 h 703525"/>
                <a:gd name="connsiteX4" fmla="*/ 0 w 3873500"/>
                <a:gd name="connsiteY4" fmla="*/ 304800 h 703525"/>
                <a:gd name="connsiteX5" fmla="*/ 482600 w 3873500"/>
                <a:gd name="connsiteY5" fmla="*/ 12700 h 703525"/>
                <a:gd name="connsiteX0" fmla="*/ 482600 w 3892550"/>
                <a:gd name="connsiteY0" fmla="*/ 12700 h 691532"/>
                <a:gd name="connsiteX1" fmla="*/ 1943100 w 3892550"/>
                <a:gd name="connsiteY1" fmla="*/ 406400 h 691532"/>
                <a:gd name="connsiteX2" fmla="*/ 3340100 w 3892550"/>
                <a:gd name="connsiteY2" fmla="*/ 0 h 691532"/>
                <a:gd name="connsiteX3" fmla="*/ 3892550 w 3892550"/>
                <a:gd name="connsiteY3" fmla="*/ 266700 h 691532"/>
                <a:gd name="connsiteX4" fmla="*/ 0 w 3892550"/>
                <a:gd name="connsiteY4" fmla="*/ 304800 h 691532"/>
                <a:gd name="connsiteX5" fmla="*/ 482600 w 3892550"/>
                <a:gd name="connsiteY5" fmla="*/ 12700 h 691532"/>
                <a:gd name="connsiteX0" fmla="*/ 482600 w 3917950"/>
                <a:gd name="connsiteY0" fmla="*/ 12700 h 709688"/>
                <a:gd name="connsiteX1" fmla="*/ 1943100 w 3917950"/>
                <a:gd name="connsiteY1" fmla="*/ 406400 h 709688"/>
                <a:gd name="connsiteX2" fmla="*/ 3340100 w 3917950"/>
                <a:gd name="connsiteY2" fmla="*/ 0 h 709688"/>
                <a:gd name="connsiteX3" fmla="*/ 3917950 w 3917950"/>
                <a:gd name="connsiteY3" fmla="*/ 304800 h 709688"/>
                <a:gd name="connsiteX4" fmla="*/ 0 w 3917950"/>
                <a:gd name="connsiteY4" fmla="*/ 304800 h 709688"/>
                <a:gd name="connsiteX5" fmla="*/ 482600 w 3917950"/>
                <a:gd name="connsiteY5" fmla="*/ 12700 h 709688"/>
                <a:gd name="connsiteX0" fmla="*/ 482600 w 3917950"/>
                <a:gd name="connsiteY0" fmla="*/ 12700 h 688604"/>
                <a:gd name="connsiteX1" fmla="*/ 1943100 w 3917950"/>
                <a:gd name="connsiteY1" fmla="*/ 406400 h 688604"/>
                <a:gd name="connsiteX2" fmla="*/ 3340100 w 3917950"/>
                <a:gd name="connsiteY2" fmla="*/ 0 h 688604"/>
                <a:gd name="connsiteX3" fmla="*/ 3917950 w 3917950"/>
                <a:gd name="connsiteY3" fmla="*/ 260350 h 688604"/>
                <a:gd name="connsiteX4" fmla="*/ 0 w 3917950"/>
                <a:gd name="connsiteY4" fmla="*/ 304800 h 688604"/>
                <a:gd name="connsiteX5" fmla="*/ 482600 w 3917950"/>
                <a:gd name="connsiteY5" fmla="*/ 12700 h 688604"/>
                <a:gd name="connsiteX0" fmla="*/ 482600 w 3917950"/>
                <a:gd name="connsiteY0" fmla="*/ 12700 h 592578"/>
                <a:gd name="connsiteX1" fmla="*/ 1943100 w 3917950"/>
                <a:gd name="connsiteY1" fmla="*/ 406400 h 592578"/>
                <a:gd name="connsiteX2" fmla="*/ 3340100 w 3917950"/>
                <a:gd name="connsiteY2" fmla="*/ 0 h 592578"/>
                <a:gd name="connsiteX3" fmla="*/ 3917950 w 3917950"/>
                <a:gd name="connsiteY3" fmla="*/ 260350 h 592578"/>
                <a:gd name="connsiteX4" fmla="*/ 0 w 3917950"/>
                <a:gd name="connsiteY4" fmla="*/ 304800 h 592578"/>
                <a:gd name="connsiteX5" fmla="*/ 482600 w 3917950"/>
                <a:gd name="connsiteY5" fmla="*/ 12700 h 592578"/>
                <a:gd name="connsiteX0" fmla="*/ 482600 w 3917950"/>
                <a:gd name="connsiteY0" fmla="*/ 12700 h 589158"/>
                <a:gd name="connsiteX1" fmla="*/ 1943100 w 3917950"/>
                <a:gd name="connsiteY1" fmla="*/ 406400 h 589158"/>
                <a:gd name="connsiteX2" fmla="*/ 3340100 w 3917950"/>
                <a:gd name="connsiteY2" fmla="*/ 0 h 589158"/>
                <a:gd name="connsiteX3" fmla="*/ 3917950 w 3917950"/>
                <a:gd name="connsiteY3" fmla="*/ 260350 h 589158"/>
                <a:gd name="connsiteX4" fmla="*/ 0 w 3917950"/>
                <a:gd name="connsiteY4" fmla="*/ 304800 h 589158"/>
                <a:gd name="connsiteX5" fmla="*/ 482600 w 3917950"/>
                <a:gd name="connsiteY5" fmla="*/ 12700 h 589158"/>
                <a:gd name="connsiteX0" fmla="*/ 482600 w 3917950"/>
                <a:gd name="connsiteY0" fmla="*/ 12700 h 580825"/>
                <a:gd name="connsiteX1" fmla="*/ 1943100 w 3917950"/>
                <a:gd name="connsiteY1" fmla="*/ 406400 h 580825"/>
                <a:gd name="connsiteX2" fmla="*/ 3340100 w 3917950"/>
                <a:gd name="connsiteY2" fmla="*/ 0 h 580825"/>
                <a:gd name="connsiteX3" fmla="*/ 3917950 w 3917950"/>
                <a:gd name="connsiteY3" fmla="*/ 260350 h 580825"/>
                <a:gd name="connsiteX4" fmla="*/ 0 w 3917950"/>
                <a:gd name="connsiteY4" fmla="*/ 304800 h 580825"/>
                <a:gd name="connsiteX5" fmla="*/ 482600 w 3917950"/>
                <a:gd name="connsiteY5" fmla="*/ 12700 h 580825"/>
                <a:gd name="connsiteX0" fmla="*/ 273050 w 3708400"/>
                <a:gd name="connsiteY0" fmla="*/ 12700 h 1219133"/>
                <a:gd name="connsiteX1" fmla="*/ 1733550 w 3708400"/>
                <a:gd name="connsiteY1" fmla="*/ 406400 h 1219133"/>
                <a:gd name="connsiteX2" fmla="*/ 3130550 w 3708400"/>
                <a:gd name="connsiteY2" fmla="*/ 0 h 1219133"/>
                <a:gd name="connsiteX3" fmla="*/ 3708400 w 3708400"/>
                <a:gd name="connsiteY3" fmla="*/ 260350 h 1219133"/>
                <a:gd name="connsiteX4" fmla="*/ 0 w 3708400"/>
                <a:gd name="connsiteY4" fmla="*/ 1073150 h 1219133"/>
                <a:gd name="connsiteX5" fmla="*/ 273050 w 3708400"/>
                <a:gd name="connsiteY5" fmla="*/ 12700 h 1219133"/>
                <a:gd name="connsiteX0" fmla="*/ 539750 w 3975100"/>
                <a:gd name="connsiteY0" fmla="*/ 12700 h 2227368"/>
                <a:gd name="connsiteX1" fmla="*/ 2000250 w 3975100"/>
                <a:gd name="connsiteY1" fmla="*/ 406400 h 2227368"/>
                <a:gd name="connsiteX2" fmla="*/ 3397250 w 3975100"/>
                <a:gd name="connsiteY2" fmla="*/ 0 h 2227368"/>
                <a:gd name="connsiteX3" fmla="*/ 3975100 w 3975100"/>
                <a:gd name="connsiteY3" fmla="*/ 260350 h 2227368"/>
                <a:gd name="connsiteX4" fmla="*/ 0 w 3975100"/>
                <a:gd name="connsiteY4" fmla="*/ 2139950 h 2227368"/>
                <a:gd name="connsiteX5" fmla="*/ 539750 w 3975100"/>
                <a:gd name="connsiteY5" fmla="*/ 12700 h 2227368"/>
                <a:gd name="connsiteX0" fmla="*/ 0 w 3983990"/>
                <a:gd name="connsiteY0" fmla="*/ 210820 h 2227368"/>
                <a:gd name="connsiteX1" fmla="*/ 2009140 w 3983990"/>
                <a:gd name="connsiteY1" fmla="*/ 406400 h 2227368"/>
                <a:gd name="connsiteX2" fmla="*/ 3406140 w 3983990"/>
                <a:gd name="connsiteY2" fmla="*/ 0 h 2227368"/>
                <a:gd name="connsiteX3" fmla="*/ 3983990 w 3983990"/>
                <a:gd name="connsiteY3" fmla="*/ 260350 h 2227368"/>
                <a:gd name="connsiteX4" fmla="*/ 8890 w 3983990"/>
                <a:gd name="connsiteY4" fmla="*/ 2139950 h 2227368"/>
                <a:gd name="connsiteX5" fmla="*/ 0 w 3983990"/>
                <a:gd name="connsiteY5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3406140 w 3983990"/>
                <a:gd name="connsiteY2" fmla="*/ 0 h 2227368"/>
                <a:gd name="connsiteX3" fmla="*/ 3983990 w 3983990"/>
                <a:gd name="connsiteY3" fmla="*/ 260350 h 2227368"/>
                <a:gd name="connsiteX4" fmla="*/ 8890 w 3983990"/>
                <a:gd name="connsiteY4" fmla="*/ 2139950 h 2227368"/>
                <a:gd name="connsiteX5" fmla="*/ 0 w 3983990"/>
                <a:gd name="connsiteY5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49022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49022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431142"/>
                <a:gd name="connsiteX1" fmla="*/ 1811020 w 3983990"/>
                <a:gd name="connsiteY1" fmla="*/ 490220 h 2431142"/>
                <a:gd name="connsiteX2" fmla="*/ 2214880 w 3983990"/>
                <a:gd name="connsiteY2" fmla="*/ 467360 h 2431142"/>
                <a:gd name="connsiteX3" fmla="*/ 3406140 w 3983990"/>
                <a:gd name="connsiteY3" fmla="*/ 0 h 2431142"/>
                <a:gd name="connsiteX4" fmla="*/ 3983990 w 3983990"/>
                <a:gd name="connsiteY4" fmla="*/ 2142490 h 2431142"/>
                <a:gd name="connsiteX5" fmla="*/ 8890 w 3983990"/>
                <a:gd name="connsiteY5" fmla="*/ 2139950 h 2431142"/>
                <a:gd name="connsiteX6" fmla="*/ 0 w 3983990"/>
                <a:gd name="connsiteY6" fmla="*/ 210820 h 2431142"/>
                <a:gd name="connsiteX0" fmla="*/ 0 w 3985260"/>
                <a:gd name="connsiteY0" fmla="*/ 133 h 2220455"/>
                <a:gd name="connsiteX1" fmla="*/ 1811020 w 3985260"/>
                <a:gd name="connsiteY1" fmla="*/ 279533 h 2220455"/>
                <a:gd name="connsiteX2" fmla="*/ 2214880 w 3985260"/>
                <a:gd name="connsiteY2" fmla="*/ 256673 h 2220455"/>
                <a:gd name="connsiteX3" fmla="*/ 3985260 w 3985260"/>
                <a:gd name="connsiteY3" fmla="*/ 25533 h 2220455"/>
                <a:gd name="connsiteX4" fmla="*/ 3983990 w 3985260"/>
                <a:gd name="connsiteY4" fmla="*/ 1931803 h 2220455"/>
                <a:gd name="connsiteX5" fmla="*/ 8890 w 3985260"/>
                <a:gd name="connsiteY5" fmla="*/ 1929263 h 2220455"/>
                <a:gd name="connsiteX6" fmla="*/ 0 w 3985260"/>
                <a:gd name="connsiteY6" fmla="*/ 133 h 2220455"/>
                <a:gd name="connsiteX0" fmla="*/ 0 w 3985260"/>
                <a:gd name="connsiteY0" fmla="*/ 133 h 2217507"/>
                <a:gd name="connsiteX1" fmla="*/ 1811020 w 3985260"/>
                <a:gd name="connsiteY1" fmla="*/ 279533 h 2217507"/>
                <a:gd name="connsiteX2" fmla="*/ 2214880 w 3985260"/>
                <a:gd name="connsiteY2" fmla="*/ 256673 h 2217507"/>
                <a:gd name="connsiteX3" fmla="*/ 3985260 w 3985260"/>
                <a:gd name="connsiteY3" fmla="*/ 25533 h 2217507"/>
                <a:gd name="connsiteX4" fmla="*/ 3983990 w 3985260"/>
                <a:gd name="connsiteY4" fmla="*/ 1931803 h 2217507"/>
                <a:gd name="connsiteX5" fmla="*/ 1780540 w 3985260"/>
                <a:gd name="connsiteY5" fmla="*/ 2207393 h 2217507"/>
                <a:gd name="connsiteX6" fmla="*/ 8890 w 3985260"/>
                <a:gd name="connsiteY6" fmla="*/ 1929263 h 2217507"/>
                <a:gd name="connsiteX7" fmla="*/ 0 w 3985260"/>
                <a:gd name="connsiteY7" fmla="*/ 133 h 2217507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4006855"/>
                <a:gd name="connsiteY0" fmla="*/ 133 h 2238438"/>
                <a:gd name="connsiteX1" fmla="*/ 1811020 w 4006855"/>
                <a:gd name="connsiteY1" fmla="*/ 279533 h 2238438"/>
                <a:gd name="connsiteX2" fmla="*/ 2214880 w 4006855"/>
                <a:gd name="connsiteY2" fmla="*/ 256673 h 2238438"/>
                <a:gd name="connsiteX3" fmla="*/ 3985260 w 4006855"/>
                <a:gd name="connsiteY3" fmla="*/ 25533 h 2238438"/>
                <a:gd name="connsiteX4" fmla="*/ 4006850 w 4006855"/>
                <a:gd name="connsiteY4" fmla="*/ 1931803 h 2238438"/>
                <a:gd name="connsiteX5" fmla="*/ 2199640 w 4006855"/>
                <a:gd name="connsiteY5" fmla="*/ 2199773 h 2238438"/>
                <a:gd name="connsiteX6" fmla="*/ 1780540 w 4006855"/>
                <a:gd name="connsiteY6" fmla="*/ 2207393 h 2238438"/>
                <a:gd name="connsiteX7" fmla="*/ 8890 w 4006855"/>
                <a:gd name="connsiteY7" fmla="*/ 1929263 h 2238438"/>
                <a:gd name="connsiteX8" fmla="*/ 0 w 4006855"/>
                <a:gd name="connsiteY8" fmla="*/ 133 h 2238438"/>
                <a:gd name="connsiteX0" fmla="*/ 0 w 4006855"/>
                <a:gd name="connsiteY0" fmla="*/ 133 h 2238438"/>
                <a:gd name="connsiteX1" fmla="*/ 1811020 w 4006855"/>
                <a:gd name="connsiteY1" fmla="*/ 279533 h 2238438"/>
                <a:gd name="connsiteX2" fmla="*/ 2214880 w 4006855"/>
                <a:gd name="connsiteY2" fmla="*/ 256673 h 2238438"/>
                <a:gd name="connsiteX3" fmla="*/ 3985260 w 4006855"/>
                <a:gd name="connsiteY3" fmla="*/ 25533 h 2238438"/>
                <a:gd name="connsiteX4" fmla="*/ 4006850 w 4006855"/>
                <a:gd name="connsiteY4" fmla="*/ 1931803 h 2238438"/>
                <a:gd name="connsiteX5" fmla="*/ 2199640 w 4006855"/>
                <a:gd name="connsiteY5" fmla="*/ 2199773 h 2238438"/>
                <a:gd name="connsiteX6" fmla="*/ 1780540 w 4006855"/>
                <a:gd name="connsiteY6" fmla="*/ 2207393 h 2238438"/>
                <a:gd name="connsiteX7" fmla="*/ 8890 w 4006855"/>
                <a:gd name="connsiteY7" fmla="*/ 1929263 h 2238438"/>
                <a:gd name="connsiteX8" fmla="*/ 0 w 4006855"/>
                <a:gd name="connsiteY8" fmla="*/ 133 h 2238438"/>
                <a:gd name="connsiteX0" fmla="*/ 0 w 4006855"/>
                <a:gd name="connsiteY0" fmla="*/ 65 h 2238370"/>
                <a:gd name="connsiteX1" fmla="*/ 1811020 w 4006855"/>
                <a:gd name="connsiteY1" fmla="*/ 279465 h 2238370"/>
                <a:gd name="connsiteX2" fmla="*/ 2214880 w 4006855"/>
                <a:gd name="connsiteY2" fmla="*/ 256605 h 2238370"/>
                <a:gd name="connsiteX3" fmla="*/ 3985260 w 4006855"/>
                <a:gd name="connsiteY3" fmla="*/ 25465 h 2238370"/>
                <a:gd name="connsiteX4" fmla="*/ 4006850 w 4006855"/>
                <a:gd name="connsiteY4" fmla="*/ 1931735 h 2238370"/>
                <a:gd name="connsiteX5" fmla="*/ 2199640 w 4006855"/>
                <a:gd name="connsiteY5" fmla="*/ 2199705 h 2238370"/>
                <a:gd name="connsiteX6" fmla="*/ 1780540 w 4006855"/>
                <a:gd name="connsiteY6" fmla="*/ 2207325 h 2238370"/>
                <a:gd name="connsiteX7" fmla="*/ 8890 w 4006855"/>
                <a:gd name="connsiteY7" fmla="*/ 1929195 h 2238370"/>
                <a:gd name="connsiteX8" fmla="*/ 0 w 4006855"/>
                <a:gd name="connsiteY8" fmla="*/ 65 h 223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6855" h="2238370">
                  <a:moveTo>
                    <a:pt x="0" y="65"/>
                  </a:moveTo>
                  <a:cubicBezTo>
                    <a:pt x="469900" y="-4168"/>
                    <a:pt x="1551940" y="199878"/>
                    <a:pt x="1811020" y="279465"/>
                  </a:cubicBezTo>
                  <a:cubicBezTo>
                    <a:pt x="1965536" y="186332"/>
                    <a:pt x="2048087" y="220198"/>
                    <a:pt x="2214880" y="256605"/>
                  </a:cubicBezTo>
                  <a:cubicBezTo>
                    <a:pt x="2480733" y="171092"/>
                    <a:pt x="3681518" y="38377"/>
                    <a:pt x="3985260" y="25465"/>
                  </a:cubicBezTo>
                  <a:cubicBezTo>
                    <a:pt x="3984837" y="660888"/>
                    <a:pt x="4007273" y="1296312"/>
                    <a:pt x="4006850" y="1931735"/>
                  </a:cubicBezTo>
                  <a:cubicBezTo>
                    <a:pt x="3695277" y="2043918"/>
                    <a:pt x="2566882" y="2153773"/>
                    <a:pt x="2199640" y="2199705"/>
                  </a:cubicBezTo>
                  <a:cubicBezTo>
                    <a:pt x="1832398" y="2245637"/>
                    <a:pt x="2146935" y="2253680"/>
                    <a:pt x="1780540" y="2207325"/>
                  </a:cubicBezTo>
                  <a:cubicBezTo>
                    <a:pt x="1414145" y="2160970"/>
                    <a:pt x="198967" y="2048152"/>
                    <a:pt x="8890" y="1929195"/>
                  </a:cubicBezTo>
                  <a:cubicBezTo>
                    <a:pt x="5927" y="1286152"/>
                    <a:pt x="2963" y="643108"/>
                    <a:pt x="0" y="65"/>
                  </a:cubicBezTo>
                  <a:close/>
                </a:path>
              </a:pathLst>
            </a:custGeom>
            <a:solidFill>
              <a:srgbClr val="856C8E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9A8AE111-BE50-DDC0-9449-8066CF4CFF49}"/>
                </a:ext>
              </a:extLst>
            </p:cNvPr>
            <p:cNvCxnSpPr>
              <a:stCxn id="2" idx="1"/>
              <a:endCxn id="2" idx="6"/>
            </p:cNvCxnSpPr>
            <p:nvPr/>
          </p:nvCxnSpPr>
          <p:spPr>
            <a:xfrm flipH="1">
              <a:off x="5143500" y="4274821"/>
              <a:ext cx="30480" cy="1927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AB2D4DF-DB85-916A-B6D1-C7CA7643D642}"/>
                </a:ext>
              </a:extLst>
            </p:cNvPr>
            <p:cNvCxnSpPr>
              <a:cxnSpLocks/>
              <a:stCxn id="2" idx="2"/>
              <a:endCxn id="2" idx="5"/>
            </p:cNvCxnSpPr>
            <p:nvPr/>
          </p:nvCxnSpPr>
          <p:spPr>
            <a:xfrm flipH="1">
              <a:off x="5562600" y="4251961"/>
              <a:ext cx="15240" cy="19431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9769540-55BC-4573-B3D1-E1DEAF5EE995}"/>
                </a:ext>
              </a:extLst>
            </p:cNvPr>
            <p:cNvGrpSpPr/>
            <p:nvPr/>
          </p:nvGrpSpPr>
          <p:grpSpPr>
            <a:xfrm>
              <a:off x="3597204" y="2235892"/>
              <a:ext cx="3540196" cy="1431996"/>
              <a:chOff x="3597204" y="2235892"/>
              <a:chExt cx="3540196" cy="1431996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98434D2-4B7D-DE41-8718-26F7109C422D}"/>
                  </a:ext>
                </a:extLst>
              </p:cNvPr>
              <p:cNvSpPr/>
              <p:nvPr/>
            </p:nvSpPr>
            <p:spPr>
              <a:xfrm>
                <a:off x="3597204" y="2235892"/>
                <a:ext cx="1431996" cy="1431996"/>
              </a:xfrm>
              <a:prstGeom prst="ellipse">
                <a:avLst/>
              </a:pr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6CD8B88-64A8-5D56-E4FA-07E04EAB4565}"/>
                  </a:ext>
                </a:extLst>
              </p:cNvPr>
              <p:cNvSpPr/>
              <p:nvPr/>
            </p:nvSpPr>
            <p:spPr>
              <a:xfrm>
                <a:off x="5705404" y="2235892"/>
                <a:ext cx="1431996" cy="1431996"/>
              </a:xfrm>
              <a:prstGeom prst="ellipse">
                <a:avLst/>
              </a:pr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1653C60-E442-1974-FB3B-7E1A3A6C2D45}"/>
                  </a:ext>
                </a:extLst>
              </p:cNvPr>
              <p:cNvSpPr/>
              <p:nvPr/>
            </p:nvSpPr>
            <p:spPr>
              <a:xfrm>
                <a:off x="5012531" y="2819954"/>
                <a:ext cx="709614" cy="202645"/>
              </a:xfrm>
              <a:custGeom>
                <a:avLst/>
                <a:gdLst>
                  <a:gd name="connsiteX0" fmla="*/ 0 w 1524000"/>
                  <a:gd name="connsiteY0" fmla="*/ 12700 h 12700"/>
                  <a:gd name="connsiteX1" fmla="*/ 1524000 w 1524000"/>
                  <a:gd name="connsiteY1" fmla="*/ 0 h 12700"/>
                  <a:gd name="connsiteX2" fmla="*/ 1524000 w 1524000"/>
                  <a:gd name="connsiteY2" fmla="*/ 0 h 12700"/>
                  <a:gd name="connsiteX0" fmla="*/ 0 w 1524000"/>
                  <a:gd name="connsiteY0" fmla="*/ 173602 h 173602"/>
                  <a:gd name="connsiteX1" fmla="*/ 1524000 w 1524000"/>
                  <a:gd name="connsiteY1" fmla="*/ 160902 h 173602"/>
                  <a:gd name="connsiteX2" fmla="*/ 1524000 w 1524000"/>
                  <a:gd name="connsiteY2" fmla="*/ 160902 h 173602"/>
                  <a:gd name="connsiteX0" fmla="*/ 0 w 1524000"/>
                  <a:gd name="connsiteY0" fmla="*/ 202645 h 202645"/>
                  <a:gd name="connsiteX1" fmla="*/ 1524000 w 1524000"/>
                  <a:gd name="connsiteY1" fmla="*/ 189945 h 202645"/>
                  <a:gd name="connsiteX2" fmla="*/ 1524000 w 1524000"/>
                  <a:gd name="connsiteY2" fmla="*/ 189945 h 202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24000" h="202645">
                    <a:moveTo>
                      <a:pt x="0" y="202645"/>
                    </a:moveTo>
                    <a:cubicBezTo>
                      <a:pt x="800100" y="-182588"/>
                      <a:pt x="1066800" y="79878"/>
                      <a:pt x="1524000" y="189945"/>
                    </a:cubicBezTo>
                    <a:lnTo>
                      <a:pt x="1524000" y="189945"/>
                    </a:ln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Oval 7">
              <a:extLst>
                <a:ext uri="{FF2B5EF4-FFF2-40B4-BE49-F238E27FC236}">
                  <a16:creationId xmlns:a16="http://schemas.microsoft.com/office/drawing/2014/main" id="{BC030FBC-2A66-6726-39DD-4630F27E49E9}"/>
                </a:ext>
              </a:extLst>
            </p:cNvPr>
            <p:cNvSpPr/>
            <p:nvPr/>
          </p:nvSpPr>
          <p:spPr>
            <a:xfrm rot="10405169" flipH="1">
              <a:off x="3220086" y="4704583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7">
              <a:extLst>
                <a:ext uri="{FF2B5EF4-FFF2-40B4-BE49-F238E27FC236}">
                  <a16:creationId xmlns:a16="http://schemas.microsoft.com/office/drawing/2014/main" id="{A0BA3137-6E68-1195-33BC-A9CB4A62927E}"/>
                </a:ext>
              </a:extLst>
            </p:cNvPr>
            <p:cNvSpPr/>
            <p:nvPr/>
          </p:nvSpPr>
          <p:spPr>
            <a:xfrm rot="11194831">
              <a:off x="7138036" y="4719821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7">
              <a:extLst>
                <a:ext uri="{FF2B5EF4-FFF2-40B4-BE49-F238E27FC236}">
                  <a16:creationId xmlns:a16="http://schemas.microsoft.com/office/drawing/2014/main" id="{5E00BEC2-C271-A375-2294-ACFAEFEEF58E}"/>
                </a:ext>
              </a:extLst>
            </p:cNvPr>
            <p:cNvSpPr/>
            <p:nvPr/>
          </p:nvSpPr>
          <p:spPr>
            <a:xfrm rot="10405169" flipH="1">
              <a:off x="4538219" y="5828069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7">
              <a:extLst>
                <a:ext uri="{FF2B5EF4-FFF2-40B4-BE49-F238E27FC236}">
                  <a16:creationId xmlns:a16="http://schemas.microsoft.com/office/drawing/2014/main" id="{93911A0D-D668-4E70-0BD7-F76BA1D273F8}"/>
                </a:ext>
              </a:extLst>
            </p:cNvPr>
            <p:cNvSpPr/>
            <p:nvPr/>
          </p:nvSpPr>
          <p:spPr>
            <a:xfrm rot="11194831">
              <a:off x="5746161" y="5825392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89E2290-7572-64E7-5945-2853FC681251}"/>
              </a:ext>
            </a:extLst>
          </p:cNvPr>
          <p:cNvGrpSpPr/>
          <p:nvPr/>
        </p:nvGrpSpPr>
        <p:grpSpPr>
          <a:xfrm>
            <a:off x="5175347" y="557389"/>
            <a:ext cx="4869373" cy="5539283"/>
            <a:chOff x="2931700" y="787892"/>
            <a:chExt cx="4869373" cy="553928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CC20305B-8146-89ED-26CB-36359D018E83}"/>
                </a:ext>
              </a:extLst>
            </p:cNvPr>
            <p:cNvGrpSpPr/>
            <p:nvPr/>
          </p:nvGrpSpPr>
          <p:grpSpPr>
            <a:xfrm flipH="1">
              <a:off x="5924277" y="3458712"/>
              <a:ext cx="1631708" cy="2072304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9112CC8-4281-2859-12D7-8D07937597D7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FE37ACAD-991E-9CB7-9A56-79947AE4B2DB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111D7619-0041-FFD7-779F-3187B8DE23B1}"/>
                </a:ext>
              </a:extLst>
            </p:cNvPr>
            <p:cNvGrpSpPr/>
            <p:nvPr/>
          </p:nvGrpSpPr>
          <p:grpSpPr>
            <a:xfrm>
              <a:off x="3069920" y="3482685"/>
              <a:ext cx="1631708" cy="2072304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3B12C5C-B9B0-D309-5ADB-7C487531806A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E0423EA0-5687-30C6-15B5-D8BD736A3BB2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solidFill>
                <a:schemeClr val="bg1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4" name="Rectangle 24">
              <a:extLst>
                <a:ext uri="{FF2B5EF4-FFF2-40B4-BE49-F238E27FC236}">
                  <a16:creationId xmlns:a16="http://schemas.microsoft.com/office/drawing/2014/main" id="{B70817A4-1272-CC32-E743-61F647A65461}"/>
                </a:ext>
              </a:extLst>
            </p:cNvPr>
            <p:cNvSpPr/>
            <p:nvPr/>
          </p:nvSpPr>
          <p:spPr>
            <a:xfrm>
              <a:off x="3940442" y="3282546"/>
              <a:ext cx="2829705" cy="267763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8">
              <a:extLst>
                <a:ext uri="{FF2B5EF4-FFF2-40B4-BE49-F238E27FC236}">
                  <a16:creationId xmlns:a16="http://schemas.microsoft.com/office/drawing/2014/main" id="{BEA00407-F2B2-FBF4-82F4-3EC55104B0D0}"/>
                </a:ext>
              </a:extLst>
            </p:cNvPr>
            <p:cNvSpPr/>
            <p:nvPr/>
          </p:nvSpPr>
          <p:spPr>
            <a:xfrm>
              <a:off x="3323724" y="787892"/>
              <a:ext cx="4066127" cy="3500391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chemeClr val="bg1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951BC739-4D0C-4056-7DA8-D10FC0A646DF}"/>
                </a:ext>
              </a:extLst>
            </p:cNvPr>
            <p:cNvSpPr/>
            <p:nvPr/>
          </p:nvSpPr>
          <p:spPr>
            <a:xfrm>
              <a:off x="2931700" y="1006342"/>
              <a:ext cx="1289976" cy="74497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EE24A7EC-C6EF-273C-172C-68035E01C251}"/>
                </a:ext>
              </a:extLst>
            </p:cNvPr>
            <p:cNvSpPr/>
            <p:nvPr/>
          </p:nvSpPr>
          <p:spPr>
            <a:xfrm rot="9500543">
              <a:off x="5136336" y="3235763"/>
              <a:ext cx="425929" cy="425929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969C8A2-53BA-D443-6545-91A24196C938}"/>
                </a:ext>
              </a:extLst>
            </p:cNvPr>
            <p:cNvGrpSpPr/>
            <p:nvPr/>
          </p:nvGrpSpPr>
          <p:grpSpPr>
            <a:xfrm>
              <a:off x="3903521" y="1989972"/>
              <a:ext cx="911362" cy="1527851"/>
              <a:chOff x="2788371" y="2112868"/>
              <a:chExt cx="673395" cy="1128911"/>
            </a:xfrm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BD7433B8-6378-B601-695C-E7B98D160D2D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0871CA46-31EF-9236-30BB-3E8FA6B8D0E2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chemeClr val="bg1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Oval 84">
                  <a:extLst>
                    <a:ext uri="{FF2B5EF4-FFF2-40B4-BE49-F238E27FC236}">
                      <a16:creationId xmlns:a16="http://schemas.microsoft.com/office/drawing/2014/main" id="{C50D2BD8-5D8F-9CF8-84B3-E69071217407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AB34D2D0-27FC-E398-E10C-1F1C3AB1D454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24583F2B-AE2B-F143-C28D-78B504221BA7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75BB12AF-1B0B-4E0A-992E-E119300F2ED1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13C68D62-E04B-099C-605B-B47E5CAB5FB2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3" name="Arc 82">
                <a:extLst>
                  <a:ext uri="{FF2B5EF4-FFF2-40B4-BE49-F238E27FC236}">
                    <a16:creationId xmlns:a16="http://schemas.microsoft.com/office/drawing/2014/main" id="{073F946A-F266-99E0-8537-9A22126F32C4}"/>
                  </a:ext>
                </a:extLst>
              </p:cNvPr>
              <p:cNvSpPr/>
              <p:nvPr/>
            </p:nvSpPr>
            <p:spPr>
              <a:xfrm rot="18311906">
                <a:off x="2923992" y="211286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1875CFB-6BF0-9700-872E-5C2563221ABE}"/>
                </a:ext>
              </a:extLst>
            </p:cNvPr>
            <p:cNvSpPr/>
            <p:nvPr/>
          </p:nvSpPr>
          <p:spPr>
            <a:xfrm flipH="1">
              <a:off x="6511097" y="921583"/>
              <a:ext cx="1289976" cy="74497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9496902-20AD-68EE-AB03-66950FBCB7BB}"/>
                </a:ext>
              </a:extLst>
            </p:cNvPr>
            <p:cNvGrpSpPr/>
            <p:nvPr/>
          </p:nvGrpSpPr>
          <p:grpSpPr>
            <a:xfrm flipH="1">
              <a:off x="5881883" y="1967054"/>
              <a:ext cx="911362" cy="1527043"/>
              <a:chOff x="2788371" y="2113465"/>
              <a:chExt cx="673395" cy="1128314"/>
            </a:xfrm>
          </p:grpSpPr>
          <p:grpSp>
            <p:nvGrpSpPr>
              <p:cNvPr id="74" name="Group 73">
                <a:extLst>
                  <a:ext uri="{FF2B5EF4-FFF2-40B4-BE49-F238E27FC236}">
                    <a16:creationId xmlns:a16="http://schemas.microsoft.com/office/drawing/2014/main" id="{E7591AEF-086A-746C-2950-63E5B072F4DA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B64EBC63-95BB-C376-2C48-1C55A18A4612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chemeClr val="bg1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4DEE5C43-DA6B-35C1-9265-C458BC8B440D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919BDAAC-55B5-C5C5-CE42-0DF6C7A9F265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79" name="Freeform: Shape 78">
                  <a:extLst>
                    <a:ext uri="{FF2B5EF4-FFF2-40B4-BE49-F238E27FC236}">
                      <a16:creationId xmlns:a16="http://schemas.microsoft.com/office/drawing/2014/main" id="{83A67641-0DF2-DB88-B547-1CB9BC22182E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0" name="Freeform: Shape 79">
                  <a:extLst>
                    <a:ext uri="{FF2B5EF4-FFF2-40B4-BE49-F238E27FC236}">
                      <a16:creationId xmlns:a16="http://schemas.microsoft.com/office/drawing/2014/main" id="{8EC72777-F464-2CD0-776E-62C383B577D3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1" name="Freeform: Shape 80">
                  <a:extLst>
                    <a:ext uri="{FF2B5EF4-FFF2-40B4-BE49-F238E27FC236}">
                      <a16:creationId xmlns:a16="http://schemas.microsoft.com/office/drawing/2014/main" id="{542DF1B7-16DF-BE8A-E0C5-39EA9CC39DEB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3000B2F8-E4E3-62CA-3F97-01C073DBBBF8}"/>
                  </a:ext>
                </a:extLst>
              </p:cNvPr>
              <p:cNvSpPr/>
              <p:nvPr/>
            </p:nvSpPr>
            <p:spPr>
              <a:xfrm rot="18311906">
                <a:off x="2957096" y="2113465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A440728-9ADF-150E-18EA-BB70C34D90C2}"/>
                </a:ext>
              </a:extLst>
            </p:cNvPr>
            <p:cNvSpPr/>
            <p:nvPr/>
          </p:nvSpPr>
          <p:spPr>
            <a:xfrm>
              <a:off x="3940442" y="4296350"/>
              <a:ext cx="2829705" cy="990212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1">
              <a:extLst>
                <a:ext uri="{FF2B5EF4-FFF2-40B4-BE49-F238E27FC236}">
                  <a16:creationId xmlns:a16="http://schemas.microsoft.com/office/drawing/2014/main" id="{045E97BA-D94F-1209-3B24-A050AD147159}"/>
                </a:ext>
              </a:extLst>
            </p:cNvPr>
            <p:cNvSpPr/>
            <p:nvPr/>
          </p:nvSpPr>
          <p:spPr>
            <a:xfrm>
              <a:off x="3407412" y="3777044"/>
              <a:ext cx="3917950" cy="580825"/>
            </a:xfrm>
            <a:custGeom>
              <a:avLst/>
              <a:gdLst>
                <a:gd name="connsiteX0" fmla="*/ 0 w 1409700"/>
                <a:gd name="connsiteY0" fmla="*/ 0 h 114300"/>
                <a:gd name="connsiteX1" fmla="*/ 1409700 w 1409700"/>
                <a:gd name="connsiteY1" fmla="*/ 0 h 114300"/>
                <a:gd name="connsiteX2" fmla="*/ 1409700 w 1409700"/>
                <a:gd name="connsiteY2" fmla="*/ 114300 h 114300"/>
                <a:gd name="connsiteX3" fmla="*/ 0 w 1409700"/>
                <a:gd name="connsiteY3" fmla="*/ 114300 h 114300"/>
                <a:gd name="connsiteX4" fmla="*/ 0 w 1409700"/>
                <a:gd name="connsiteY4" fmla="*/ 0 h 114300"/>
                <a:gd name="connsiteX0" fmla="*/ 0 w 2108200"/>
                <a:gd name="connsiteY0" fmla="*/ 0 h 457200"/>
                <a:gd name="connsiteX1" fmla="*/ 2108200 w 2108200"/>
                <a:gd name="connsiteY1" fmla="*/ 342900 h 457200"/>
                <a:gd name="connsiteX2" fmla="*/ 2108200 w 2108200"/>
                <a:gd name="connsiteY2" fmla="*/ 457200 h 457200"/>
                <a:gd name="connsiteX3" fmla="*/ 698500 w 2108200"/>
                <a:gd name="connsiteY3" fmla="*/ 457200 h 457200"/>
                <a:gd name="connsiteX4" fmla="*/ 0 w 2108200"/>
                <a:gd name="connsiteY4" fmla="*/ 0 h 457200"/>
                <a:gd name="connsiteX0" fmla="*/ 482600 w 2590800"/>
                <a:gd name="connsiteY0" fmla="*/ 0 h 457200"/>
                <a:gd name="connsiteX1" fmla="*/ 2590800 w 2590800"/>
                <a:gd name="connsiteY1" fmla="*/ 342900 h 457200"/>
                <a:gd name="connsiteX2" fmla="*/ 2590800 w 2590800"/>
                <a:gd name="connsiteY2" fmla="*/ 457200 h 457200"/>
                <a:gd name="connsiteX3" fmla="*/ 0 w 2590800"/>
                <a:gd name="connsiteY3" fmla="*/ 292100 h 457200"/>
                <a:gd name="connsiteX4" fmla="*/ 482600 w 2590800"/>
                <a:gd name="connsiteY4" fmla="*/ 0 h 457200"/>
                <a:gd name="connsiteX0" fmla="*/ 482600 w 3340100"/>
                <a:gd name="connsiteY0" fmla="*/ 12700 h 469900"/>
                <a:gd name="connsiteX1" fmla="*/ 3340100 w 3340100"/>
                <a:gd name="connsiteY1" fmla="*/ 0 h 469900"/>
                <a:gd name="connsiteX2" fmla="*/ 2590800 w 3340100"/>
                <a:gd name="connsiteY2" fmla="*/ 469900 h 469900"/>
                <a:gd name="connsiteX3" fmla="*/ 0 w 3340100"/>
                <a:gd name="connsiteY3" fmla="*/ 304800 h 469900"/>
                <a:gd name="connsiteX4" fmla="*/ 482600 w 3340100"/>
                <a:gd name="connsiteY4" fmla="*/ 12700 h 469900"/>
                <a:gd name="connsiteX0" fmla="*/ 482600 w 3937000"/>
                <a:gd name="connsiteY0" fmla="*/ 12700 h 304800"/>
                <a:gd name="connsiteX1" fmla="*/ 3340100 w 3937000"/>
                <a:gd name="connsiteY1" fmla="*/ 0 h 304800"/>
                <a:gd name="connsiteX2" fmla="*/ 3937000 w 3937000"/>
                <a:gd name="connsiteY2" fmla="*/ 292100 h 304800"/>
                <a:gd name="connsiteX3" fmla="*/ 0 w 3937000"/>
                <a:gd name="connsiteY3" fmla="*/ 304800 h 304800"/>
                <a:gd name="connsiteX4" fmla="*/ 482600 w 3937000"/>
                <a:gd name="connsiteY4" fmla="*/ 12700 h 304800"/>
                <a:gd name="connsiteX0" fmla="*/ 482600 w 3937000"/>
                <a:gd name="connsiteY0" fmla="*/ 12700 h 527781"/>
                <a:gd name="connsiteX1" fmla="*/ 3340100 w 3937000"/>
                <a:gd name="connsiteY1" fmla="*/ 0 h 527781"/>
                <a:gd name="connsiteX2" fmla="*/ 3937000 w 3937000"/>
                <a:gd name="connsiteY2" fmla="*/ 292100 h 527781"/>
                <a:gd name="connsiteX3" fmla="*/ 0 w 3937000"/>
                <a:gd name="connsiteY3" fmla="*/ 304800 h 527781"/>
                <a:gd name="connsiteX4" fmla="*/ 482600 w 3937000"/>
                <a:gd name="connsiteY4" fmla="*/ 12700 h 527781"/>
                <a:gd name="connsiteX0" fmla="*/ 482600 w 3937000"/>
                <a:gd name="connsiteY0" fmla="*/ 12700 h 703525"/>
                <a:gd name="connsiteX1" fmla="*/ 3340100 w 3937000"/>
                <a:gd name="connsiteY1" fmla="*/ 0 h 703525"/>
                <a:gd name="connsiteX2" fmla="*/ 3937000 w 3937000"/>
                <a:gd name="connsiteY2" fmla="*/ 292100 h 703525"/>
                <a:gd name="connsiteX3" fmla="*/ 0 w 3937000"/>
                <a:gd name="connsiteY3" fmla="*/ 304800 h 703525"/>
                <a:gd name="connsiteX4" fmla="*/ 482600 w 3937000"/>
                <a:gd name="connsiteY4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873500"/>
                <a:gd name="connsiteY0" fmla="*/ 12700 h 703525"/>
                <a:gd name="connsiteX1" fmla="*/ 1943100 w 3873500"/>
                <a:gd name="connsiteY1" fmla="*/ 406400 h 703525"/>
                <a:gd name="connsiteX2" fmla="*/ 3340100 w 3873500"/>
                <a:gd name="connsiteY2" fmla="*/ 0 h 703525"/>
                <a:gd name="connsiteX3" fmla="*/ 3873500 w 3873500"/>
                <a:gd name="connsiteY3" fmla="*/ 292100 h 703525"/>
                <a:gd name="connsiteX4" fmla="*/ 0 w 3873500"/>
                <a:gd name="connsiteY4" fmla="*/ 304800 h 703525"/>
                <a:gd name="connsiteX5" fmla="*/ 482600 w 3873500"/>
                <a:gd name="connsiteY5" fmla="*/ 12700 h 703525"/>
                <a:gd name="connsiteX0" fmla="*/ 482600 w 3892550"/>
                <a:gd name="connsiteY0" fmla="*/ 12700 h 691532"/>
                <a:gd name="connsiteX1" fmla="*/ 1943100 w 3892550"/>
                <a:gd name="connsiteY1" fmla="*/ 406400 h 691532"/>
                <a:gd name="connsiteX2" fmla="*/ 3340100 w 3892550"/>
                <a:gd name="connsiteY2" fmla="*/ 0 h 691532"/>
                <a:gd name="connsiteX3" fmla="*/ 3892550 w 3892550"/>
                <a:gd name="connsiteY3" fmla="*/ 266700 h 691532"/>
                <a:gd name="connsiteX4" fmla="*/ 0 w 3892550"/>
                <a:gd name="connsiteY4" fmla="*/ 304800 h 691532"/>
                <a:gd name="connsiteX5" fmla="*/ 482600 w 3892550"/>
                <a:gd name="connsiteY5" fmla="*/ 12700 h 691532"/>
                <a:gd name="connsiteX0" fmla="*/ 482600 w 3917950"/>
                <a:gd name="connsiteY0" fmla="*/ 12700 h 709688"/>
                <a:gd name="connsiteX1" fmla="*/ 1943100 w 3917950"/>
                <a:gd name="connsiteY1" fmla="*/ 406400 h 709688"/>
                <a:gd name="connsiteX2" fmla="*/ 3340100 w 3917950"/>
                <a:gd name="connsiteY2" fmla="*/ 0 h 709688"/>
                <a:gd name="connsiteX3" fmla="*/ 3917950 w 3917950"/>
                <a:gd name="connsiteY3" fmla="*/ 304800 h 709688"/>
                <a:gd name="connsiteX4" fmla="*/ 0 w 3917950"/>
                <a:gd name="connsiteY4" fmla="*/ 304800 h 709688"/>
                <a:gd name="connsiteX5" fmla="*/ 482600 w 3917950"/>
                <a:gd name="connsiteY5" fmla="*/ 12700 h 709688"/>
                <a:gd name="connsiteX0" fmla="*/ 482600 w 3917950"/>
                <a:gd name="connsiteY0" fmla="*/ 12700 h 688604"/>
                <a:gd name="connsiteX1" fmla="*/ 1943100 w 3917950"/>
                <a:gd name="connsiteY1" fmla="*/ 406400 h 688604"/>
                <a:gd name="connsiteX2" fmla="*/ 3340100 w 3917950"/>
                <a:gd name="connsiteY2" fmla="*/ 0 h 688604"/>
                <a:gd name="connsiteX3" fmla="*/ 3917950 w 3917950"/>
                <a:gd name="connsiteY3" fmla="*/ 260350 h 688604"/>
                <a:gd name="connsiteX4" fmla="*/ 0 w 3917950"/>
                <a:gd name="connsiteY4" fmla="*/ 304800 h 688604"/>
                <a:gd name="connsiteX5" fmla="*/ 482600 w 3917950"/>
                <a:gd name="connsiteY5" fmla="*/ 12700 h 688604"/>
                <a:gd name="connsiteX0" fmla="*/ 482600 w 3917950"/>
                <a:gd name="connsiteY0" fmla="*/ 12700 h 592578"/>
                <a:gd name="connsiteX1" fmla="*/ 1943100 w 3917950"/>
                <a:gd name="connsiteY1" fmla="*/ 406400 h 592578"/>
                <a:gd name="connsiteX2" fmla="*/ 3340100 w 3917950"/>
                <a:gd name="connsiteY2" fmla="*/ 0 h 592578"/>
                <a:gd name="connsiteX3" fmla="*/ 3917950 w 3917950"/>
                <a:gd name="connsiteY3" fmla="*/ 260350 h 592578"/>
                <a:gd name="connsiteX4" fmla="*/ 0 w 3917950"/>
                <a:gd name="connsiteY4" fmla="*/ 304800 h 592578"/>
                <a:gd name="connsiteX5" fmla="*/ 482600 w 3917950"/>
                <a:gd name="connsiteY5" fmla="*/ 12700 h 592578"/>
                <a:gd name="connsiteX0" fmla="*/ 482600 w 3917950"/>
                <a:gd name="connsiteY0" fmla="*/ 12700 h 589158"/>
                <a:gd name="connsiteX1" fmla="*/ 1943100 w 3917950"/>
                <a:gd name="connsiteY1" fmla="*/ 406400 h 589158"/>
                <a:gd name="connsiteX2" fmla="*/ 3340100 w 3917950"/>
                <a:gd name="connsiteY2" fmla="*/ 0 h 589158"/>
                <a:gd name="connsiteX3" fmla="*/ 3917950 w 3917950"/>
                <a:gd name="connsiteY3" fmla="*/ 260350 h 589158"/>
                <a:gd name="connsiteX4" fmla="*/ 0 w 3917950"/>
                <a:gd name="connsiteY4" fmla="*/ 304800 h 589158"/>
                <a:gd name="connsiteX5" fmla="*/ 482600 w 3917950"/>
                <a:gd name="connsiteY5" fmla="*/ 12700 h 589158"/>
                <a:gd name="connsiteX0" fmla="*/ 482600 w 3917950"/>
                <a:gd name="connsiteY0" fmla="*/ 12700 h 580825"/>
                <a:gd name="connsiteX1" fmla="*/ 1943100 w 3917950"/>
                <a:gd name="connsiteY1" fmla="*/ 406400 h 580825"/>
                <a:gd name="connsiteX2" fmla="*/ 3340100 w 3917950"/>
                <a:gd name="connsiteY2" fmla="*/ 0 h 580825"/>
                <a:gd name="connsiteX3" fmla="*/ 3917950 w 3917950"/>
                <a:gd name="connsiteY3" fmla="*/ 260350 h 580825"/>
                <a:gd name="connsiteX4" fmla="*/ 0 w 3917950"/>
                <a:gd name="connsiteY4" fmla="*/ 304800 h 580825"/>
                <a:gd name="connsiteX5" fmla="*/ 482600 w 3917950"/>
                <a:gd name="connsiteY5" fmla="*/ 12700 h 58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7950" h="580825">
                  <a:moveTo>
                    <a:pt x="482600" y="12700"/>
                  </a:moveTo>
                  <a:cubicBezTo>
                    <a:pt x="952500" y="8467"/>
                    <a:pt x="1638300" y="220133"/>
                    <a:pt x="1943100" y="406400"/>
                  </a:cubicBezTo>
                  <a:cubicBezTo>
                    <a:pt x="2421467" y="143933"/>
                    <a:pt x="2874433" y="33867"/>
                    <a:pt x="3340100" y="0"/>
                  </a:cubicBezTo>
                  <a:lnTo>
                    <a:pt x="3917950" y="260350"/>
                  </a:lnTo>
                  <a:cubicBezTo>
                    <a:pt x="3716867" y="436033"/>
                    <a:pt x="1159933" y="859367"/>
                    <a:pt x="0" y="304800"/>
                  </a:cubicBezTo>
                  <a:lnTo>
                    <a:pt x="482600" y="12700"/>
                  </a:ln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1">
              <a:extLst>
                <a:ext uri="{FF2B5EF4-FFF2-40B4-BE49-F238E27FC236}">
                  <a16:creationId xmlns:a16="http://schemas.microsoft.com/office/drawing/2014/main" id="{5442A690-16E4-2E21-F161-1C58BD122E62}"/>
                </a:ext>
              </a:extLst>
            </p:cNvPr>
            <p:cNvSpPr/>
            <p:nvPr/>
          </p:nvSpPr>
          <p:spPr>
            <a:xfrm>
              <a:off x="3362960" y="3995356"/>
              <a:ext cx="4006855" cy="2238370"/>
            </a:xfrm>
            <a:custGeom>
              <a:avLst/>
              <a:gdLst>
                <a:gd name="connsiteX0" fmla="*/ 0 w 1409700"/>
                <a:gd name="connsiteY0" fmla="*/ 0 h 114300"/>
                <a:gd name="connsiteX1" fmla="*/ 1409700 w 1409700"/>
                <a:gd name="connsiteY1" fmla="*/ 0 h 114300"/>
                <a:gd name="connsiteX2" fmla="*/ 1409700 w 1409700"/>
                <a:gd name="connsiteY2" fmla="*/ 114300 h 114300"/>
                <a:gd name="connsiteX3" fmla="*/ 0 w 1409700"/>
                <a:gd name="connsiteY3" fmla="*/ 114300 h 114300"/>
                <a:gd name="connsiteX4" fmla="*/ 0 w 1409700"/>
                <a:gd name="connsiteY4" fmla="*/ 0 h 114300"/>
                <a:gd name="connsiteX0" fmla="*/ 0 w 2108200"/>
                <a:gd name="connsiteY0" fmla="*/ 0 h 457200"/>
                <a:gd name="connsiteX1" fmla="*/ 2108200 w 2108200"/>
                <a:gd name="connsiteY1" fmla="*/ 342900 h 457200"/>
                <a:gd name="connsiteX2" fmla="*/ 2108200 w 2108200"/>
                <a:gd name="connsiteY2" fmla="*/ 457200 h 457200"/>
                <a:gd name="connsiteX3" fmla="*/ 698500 w 2108200"/>
                <a:gd name="connsiteY3" fmla="*/ 457200 h 457200"/>
                <a:gd name="connsiteX4" fmla="*/ 0 w 2108200"/>
                <a:gd name="connsiteY4" fmla="*/ 0 h 457200"/>
                <a:gd name="connsiteX0" fmla="*/ 482600 w 2590800"/>
                <a:gd name="connsiteY0" fmla="*/ 0 h 457200"/>
                <a:gd name="connsiteX1" fmla="*/ 2590800 w 2590800"/>
                <a:gd name="connsiteY1" fmla="*/ 342900 h 457200"/>
                <a:gd name="connsiteX2" fmla="*/ 2590800 w 2590800"/>
                <a:gd name="connsiteY2" fmla="*/ 457200 h 457200"/>
                <a:gd name="connsiteX3" fmla="*/ 0 w 2590800"/>
                <a:gd name="connsiteY3" fmla="*/ 292100 h 457200"/>
                <a:gd name="connsiteX4" fmla="*/ 482600 w 2590800"/>
                <a:gd name="connsiteY4" fmla="*/ 0 h 457200"/>
                <a:gd name="connsiteX0" fmla="*/ 482600 w 3340100"/>
                <a:gd name="connsiteY0" fmla="*/ 12700 h 469900"/>
                <a:gd name="connsiteX1" fmla="*/ 3340100 w 3340100"/>
                <a:gd name="connsiteY1" fmla="*/ 0 h 469900"/>
                <a:gd name="connsiteX2" fmla="*/ 2590800 w 3340100"/>
                <a:gd name="connsiteY2" fmla="*/ 469900 h 469900"/>
                <a:gd name="connsiteX3" fmla="*/ 0 w 3340100"/>
                <a:gd name="connsiteY3" fmla="*/ 304800 h 469900"/>
                <a:gd name="connsiteX4" fmla="*/ 482600 w 3340100"/>
                <a:gd name="connsiteY4" fmla="*/ 12700 h 469900"/>
                <a:gd name="connsiteX0" fmla="*/ 482600 w 3937000"/>
                <a:gd name="connsiteY0" fmla="*/ 12700 h 304800"/>
                <a:gd name="connsiteX1" fmla="*/ 3340100 w 3937000"/>
                <a:gd name="connsiteY1" fmla="*/ 0 h 304800"/>
                <a:gd name="connsiteX2" fmla="*/ 3937000 w 3937000"/>
                <a:gd name="connsiteY2" fmla="*/ 292100 h 304800"/>
                <a:gd name="connsiteX3" fmla="*/ 0 w 3937000"/>
                <a:gd name="connsiteY3" fmla="*/ 304800 h 304800"/>
                <a:gd name="connsiteX4" fmla="*/ 482600 w 3937000"/>
                <a:gd name="connsiteY4" fmla="*/ 12700 h 304800"/>
                <a:gd name="connsiteX0" fmla="*/ 482600 w 3937000"/>
                <a:gd name="connsiteY0" fmla="*/ 12700 h 527781"/>
                <a:gd name="connsiteX1" fmla="*/ 3340100 w 3937000"/>
                <a:gd name="connsiteY1" fmla="*/ 0 h 527781"/>
                <a:gd name="connsiteX2" fmla="*/ 3937000 w 3937000"/>
                <a:gd name="connsiteY2" fmla="*/ 292100 h 527781"/>
                <a:gd name="connsiteX3" fmla="*/ 0 w 3937000"/>
                <a:gd name="connsiteY3" fmla="*/ 304800 h 527781"/>
                <a:gd name="connsiteX4" fmla="*/ 482600 w 3937000"/>
                <a:gd name="connsiteY4" fmla="*/ 12700 h 527781"/>
                <a:gd name="connsiteX0" fmla="*/ 482600 w 3937000"/>
                <a:gd name="connsiteY0" fmla="*/ 12700 h 703525"/>
                <a:gd name="connsiteX1" fmla="*/ 3340100 w 3937000"/>
                <a:gd name="connsiteY1" fmla="*/ 0 h 703525"/>
                <a:gd name="connsiteX2" fmla="*/ 3937000 w 3937000"/>
                <a:gd name="connsiteY2" fmla="*/ 292100 h 703525"/>
                <a:gd name="connsiteX3" fmla="*/ 0 w 3937000"/>
                <a:gd name="connsiteY3" fmla="*/ 304800 h 703525"/>
                <a:gd name="connsiteX4" fmla="*/ 482600 w 3937000"/>
                <a:gd name="connsiteY4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873500"/>
                <a:gd name="connsiteY0" fmla="*/ 12700 h 703525"/>
                <a:gd name="connsiteX1" fmla="*/ 1943100 w 3873500"/>
                <a:gd name="connsiteY1" fmla="*/ 406400 h 703525"/>
                <a:gd name="connsiteX2" fmla="*/ 3340100 w 3873500"/>
                <a:gd name="connsiteY2" fmla="*/ 0 h 703525"/>
                <a:gd name="connsiteX3" fmla="*/ 3873500 w 3873500"/>
                <a:gd name="connsiteY3" fmla="*/ 292100 h 703525"/>
                <a:gd name="connsiteX4" fmla="*/ 0 w 3873500"/>
                <a:gd name="connsiteY4" fmla="*/ 304800 h 703525"/>
                <a:gd name="connsiteX5" fmla="*/ 482600 w 3873500"/>
                <a:gd name="connsiteY5" fmla="*/ 12700 h 703525"/>
                <a:gd name="connsiteX0" fmla="*/ 482600 w 3892550"/>
                <a:gd name="connsiteY0" fmla="*/ 12700 h 691532"/>
                <a:gd name="connsiteX1" fmla="*/ 1943100 w 3892550"/>
                <a:gd name="connsiteY1" fmla="*/ 406400 h 691532"/>
                <a:gd name="connsiteX2" fmla="*/ 3340100 w 3892550"/>
                <a:gd name="connsiteY2" fmla="*/ 0 h 691532"/>
                <a:gd name="connsiteX3" fmla="*/ 3892550 w 3892550"/>
                <a:gd name="connsiteY3" fmla="*/ 266700 h 691532"/>
                <a:gd name="connsiteX4" fmla="*/ 0 w 3892550"/>
                <a:gd name="connsiteY4" fmla="*/ 304800 h 691532"/>
                <a:gd name="connsiteX5" fmla="*/ 482600 w 3892550"/>
                <a:gd name="connsiteY5" fmla="*/ 12700 h 691532"/>
                <a:gd name="connsiteX0" fmla="*/ 482600 w 3917950"/>
                <a:gd name="connsiteY0" fmla="*/ 12700 h 709688"/>
                <a:gd name="connsiteX1" fmla="*/ 1943100 w 3917950"/>
                <a:gd name="connsiteY1" fmla="*/ 406400 h 709688"/>
                <a:gd name="connsiteX2" fmla="*/ 3340100 w 3917950"/>
                <a:gd name="connsiteY2" fmla="*/ 0 h 709688"/>
                <a:gd name="connsiteX3" fmla="*/ 3917950 w 3917950"/>
                <a:gd name="connsiteY3" fmla="*/ 304800 h 709688"/>
                <a:gd name="connsiteX4" fmla="*/ 0 w 3917950"/>
                <a:gd name="connsiteY4" fmla="*/ 304800 h 709688"/>
                <a:gd name="connsiteX5" fmla="*/ 482600 w 3917950"/>
                <a:gd name="connsiteY5" fmla="*/ 12700 h 709688"/>
                <a:gd name="connsiteX0" fmla="*/ 482600 w 3917950"/>
                <a:gd name="connsiteY0" fmla="*/ 12700 h 688604"/>
                <a:gd name="connsiteX1" fmla="*/ 1943100 w 3917950"/>
                <a:gd name="connsiteY1" fmla="*/ 406400 h 688604"/>
                <a:gd name="connsiteX2" fmla="*/ 3340100 w 3917950"/>
                <a:gd name="connsiteY2" fmla="*/ 0 h 688604"/>
                <a:gd name="connsiteX3" fmla="*/ 3917950 w 3917950"/>
                <a:gd name="connsiteY3" fmla="*/ 260350 h 688604"/>
                <a:gd name="connsiteX4" fmla="*/ 0 w 3917950"/>
                <a:gd name="connsiteY4" fmla="*/ 304800 h 688604"/>
                <a:gd name="connsiteX5" fmla="*/ 482600 w 3917950"/>
                <a:gd name="connsiteY5" fmla="*/ 12700 h 688604"/>
                <a:gd name="connsiteX0" fmla="*/ 482600 w 3917950"/>
                <a:gd name="connsiteY0" fmla="*/ 12700 h 592578"/>
                <a:gd name="connsiteX1" fmla="*/ 1943100 w 3917950"/>
                <a:gd name="connsiteY1" fmla="*/ 406400 h 592578"/>
                <a:gd name="connsiteX2" fmla="*/ 3340100 w 3917950"/>
                <a:gd name="connsiteY2" fmla="*/ 0 h 592578"/>
                <a:gd name="connsiteX3" fmla="*/ 3917950 w 3917950"/>
                <a:gd name="connsiteY3" fmla="*/ 260350 h 592578"/>
                <a:gd name="connsiteX4" fmla="*/ 0 w 3917950"/>
                <a:gd name="connsiteY4" fmla="*/ 304800 h 592578"/>
                <a:gd name="connsiteX5" fmla="*/ 482600 w 3917950"/>
                <a:gd name="connsiteY5" fmla="*/ 12700 h 592578"/>
                <a:gd name="connsiteX0" fmla="*/ 482600 w 3917950"/>
                <a:gd name="connsiteY0" fmla="*/ 12700 h 589158"/>
                <a:gd name="connsiteX1" fmla="*/ 1943100 w 3917950"/>
                <a:gd name="connsiteY1" fmla="*/ 406400 h 589158"/>
                <a:gd name="connsiteX2" fmla="*/ 3340100 w 3917950"/>
                <a:gd name="connsiteY2" fmla="*/ 0 h 589158"/>
                <a:gd name="connsiteX3" fmla="*/ 3917950 w 3917950"/>
                <a:gd name="connsiteY3" fmla="*/ 260350 h 589158"/>
                <a:gd name="connsiteX4" fmla="*/ 0 w 3917950"/>
                <a:gd name="connsiteY4" fmla="*/ 304800 h 589158"/>
                <a:gd name="connsiteX5" fmla="*/ 482600 w 3917950"/>
                <a:gd name="connsiteY5" fmla="*/ 12700 h 589158"/>
                <a:gd name="connsiteX0" fmla="*/ 482600 w 3917950"/>
                <a:gd name="connsiteY0" fmla="*/ 12700 h 580825"/>
                <a:gd name="connsiteX1" fmla="*/ 1943100 w 3917950"/>
                <a:gd name="connsiteY1" fmla="*/ 406400 h 580825"/>
                <a:gd name="connsiteX2" fmla="*/ 3340100 w 3917950"/>
                <a:gd name="connsiteY2" fmla="*/ 0 h 580825"/>
                <a:gd name="connsiteX3" fmla="*/ 3917950 w 3917950"/>
                <a:gd name="connsiteY3" fmla="*/ 260350 h 580825"/>
                <a:gd name="connsiteX4" fmla="*/ 0 w 3917950"/>
                <a:gd name="connsiteY4" fmla="*/ 304800 h 580825"/>
                <a:gd name="connsiteX5" fmla="*/ 482600 w 3917950"/>
                <a:gd name="connsiteY5" fmla="*/ 12700 h 580825"/>
                <a:gd name="connsiteX0" fmla="*/ 273050 w 3708400"/>
                <a:gd name="connsiteY0" fmla="*/ 12700 h 1219133"/>
                <a:gd name="connsiteX1" fmla="*/ 1733550 w 3708400"/>
                <a:gd name="connsiteY1" fmla="*/ 406400 h 1219133"/>
                <a:gd name="connsiteX2" fmla="*/ 3130550 w 3708400"/>
                <a:gd name="connsiteY2" fmla="*/ 0 h 1219133"/>
                <a:gd name="connsiteX3" fmla="*/ 3708400 w 3708400"/>
                <a:gd name="connsiteY3" fmla="*/ 260350 h 1219133"/>
                <a:gd name="connsiteX4" fmla="*/ 0 w 3708400"/>
                <a:gd name="connsiteY4" fmla="*/ 1073150 h 1219133"/>
                <a:gd name="connsiteX5" fmla="*/ 273050 w 3708400"/>
                <a:gd name="connsiteY5" fmla="*/ 12700 h 1219133"/>
                <a:gd name="connsiteX0" fmla="*/ 539750 w 3975100"/>
                <a:gd name="connsiteY0" fmla="*/ 12700 h 2227368"/>
                <a:gd name="connsiteX1" fmla="*/ 2000250 w 3975100"/>
                <a:gd name="connsiteY1" fmla="*/ 406400 h 2227368"/>
                <a:gd name="connsiteX2" fmla="*/ 3397250 w 3975100"/>
                <a:gd name="connsiteY2" fmla="*/ 0 h 2227368"/>
                <a:gd name="connsiteX3" fmla="*/ 3975100 w 3975100"/>
                <a:gd name="connsiteY3" fmla="*/ 260350 h 2227368"/>
                <a:gd name="connsiteX4" fmla="*/ 0 w 3975100"/>
                <a:gd name="connsiteY4" fmla="*/ 2139950 h 2227368"/>
                <a:gd name="connsiteX5" fmla="*/ 539750 w 3975100"/>
                <a:gd name="connsiteY5" fmla="*/ 12700 h 2227368"/>
                <a:gd name="connsiteX0" fmla="*/ 0 w 3983990"/>
                <a:gd name="connsiteY0" fmla="*/ 210820 h 2227368"/>
                <a:gd name="connsiteX1" fmla="*/ 2009140 w 3983990"/>
                <a:gd name="connsiteY1" fmla="*/ 406400 h 2227368"/>
                <a:gd name="connsiteX2" fmla="*/ 3406140 w 3983990"/>
                <a:gd name="connsiteY2" fmla="*/ 0 h 2227368"/>
                <a:gd name="connsiteX3" fmla="*/ 3983990 w 3983990"/>
                <a:gd name="connsiteY3" fmla="*/ 260350 h 2227368"/>
                <a:gd name="connsiteX4" fmla="*/ 8890 w 3983990"/>
                <a:gd name="connsiteY4" fmla="*/ 2139950 h 2227368"/>
                <a:gd name="connsiteX5" fmla="*/ 0 w 3983990"/>
                <a:gd name="connsiteY5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3406140 w 3983990"/>
                <a:gd name="connsiteY2" fmla="*/ 0 h 2227368"/>
                <a:gd name="connsiteX3" fmla="*/ 3983990 w 3983990"/>
                <a:gd name="connsiteY3" fmla="*/ 260350 h 2227368"/>
                <a:gd name="connsiteX4" fmla="*/ 8890 w 3983990"/>
                <a:gd name="connsiteY4" fmla="*/ 2139950 h 2227368"/>
                <a:gd name="connsiteX5" fmla="*/ 0 w 3983990"/>
                <a:gd name="connsiteY5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49022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49022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431142"/>
                <a:gd name="connsiteX1" fmla="*/ 1811020 w 3983990"/>
                <a:gd name="connsiteY1" fmla="*/ 490220 h 2431142"/>
                <a:gd name="connsiteX2" fmla="*/ 2214880 w 3983990"/>
                <a:gd name="connsiteY2" fmla="*/ 467360 h 2431142"/>
                <a:gd name="connsiteX3" fmla="*/ 3406140 w 3983990"/>
                <a:gd name="connsiteY3" fmla="*/ 0 h 2431142"/>
                <a:gd name="connsiteX4" fmla="*/ 3983990 w 3983990"/>
                <a:gd name="connsiteY4" fmla="*/ 2142490 h 2431142"/>
                <a:gd name="connsiteX5" fmla="*/ 8890 w 3983990"/>
                <a:gd name="connsiteY5" fmla="*/ 2139950 h 2431142"/>
                <a:gd name="connsiteX6" fmla="*/ 0 w 3983990"/>
                <a:gd name="connsiteY6" fmla="*/ 210820 h 2431142"/>
                <a:gd name="connsiteX0" fmla="*/ 0 w 3985260"/>
                <a:gd name="connsiteY0" fmla="*/ 133 h 2220455"/>
                <a:gd name="connsiteX1" fmla="*/ 1811020 w 3985260"/>
                <a:gd name="connsiteY1" fmla="*/ 279533 h 2220455"/>
                <a:gd name="connsiteX2" fmla="*/ 2214880 w 3985260"/>
                <a:gd name="connsiteY2" fmla="*/ 256673 h 2220455"/>
                <a:gd name="connsiteX3" fmla="*/ 3985260 w 3985260"/>
                <a:gd name="connsiteY3" fmla="*/ 25533 h 2220455"/>
                <a:gd name="connsiteX4" fmla="*/ 3983990 w 3985260"/>
                <a:gd name="connsiteY4" fmla="*/ 1931803 h 2220455"/>
                <a:gd name="connsiteX5" fmla="*/ 8890 w 3985260"/>
                <a:gd name="connsiteY5" fmla="*/ 1929263 h 2220455"/>
                <a:gd name="connsiteX6" fmla="*/ 0 w 3985260"/>
                <a:gd name="connsiteY6" fmla="*/ 133 h 2220455"/>
                <a:gd name="connsiteX0" fmla="*/ 0 w 3985260"/>
                <a:gd name="connsiteY0" fmla="*/ 133 h 2217507"/>
                <a:gd name="connsiteX1" fmla="*/ 1811020 w 3985260"/>
                <a:gd name="connsiteY1" fmla="*/ 279533 h 2217507"/>
                <a:gd name="connsiteX2" fmla="*/ 2214880 w 3985260"/>
                <a:gd name="connsiteY2" fmla="*/ 256673 h 2217507"/>
                <a:gd name="connsiteX3" fmla="*/ 3985260 w 3985260"/>
                <a:gd name="connsiteY3" fmla="*/ 25533 h 2217507"/>
                <a:gd name="connsiteX4" fmla="*/ 3983990 w 3985260"/>
                <a:gd name="connsiteY4" fmla="*/ 1931803 h 2217507"/>
                <a:gd name="connsiteX5" fmla="*/ 1780540 w 3985260"/>
                <a:gd name="connsiteY5" fmla="*/ 2207393 h 2217507"/>
                <a:gd name="connsiteX6" fmla="*/ 8890 w 3985260"/>
                <a:gd name="connsiteY6" fmla="*/ 1929263 h 2217507"/>
                <a:gd name="connsiteX7" fmla="*/ 0 w 3985260"/>
                <a:gd name="connsiteY7" fmla="*/ 133 h 2217507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4006855"/>
                <a:gd name="connsiteY0" fmla="*/ 133 h 2238438"/>
                <a:gd name="connsiteX1" fmla="*/ 1811020 w 4006855"/>
                <a:gd name="connsiteY1" fmla="*/ 279533 h 2238438"/>
                <a:gd name="connsiteX2" fmla="*/ 2214880 w 4006855"/>
                <a:gd name="connsiteY2" fmla="*/ 256673 h 2238438"/>
                <a:gd name="connsiteX3" fmla="*/ 3985260 w 4006855"/>
                <a:gd name="connsiteY3" fmla="*/ 25533 h 2238438"/>
                <a:gd name="connsiteX4" fmla="*/ 4006850 w 4006855"/>
                <a:gd name="connsiteY4" fmla="*/ 1931803 h 2238438"/>
                <a:gd name="connsiteX5" fmla="*/ 2199640 w 4006855"/>
                <a:gd name="connsiteY5" fmla="*/ 2199773 h 2238438"/>
                <a:gd name="connsiteX6" fmla="*/ 1780540 w 4006855"/>
                <a:gd name="connsiteY6" fmla="*/ 2207393 h 2238438"/>
                <a:gd name="connsiteX7" fmla="*/ 8890 w 4006855"/>
                <a:gd name="connsiteY7" fmla="*/ 1929263 h 2238438"/>
                <a:gd name="connsiteX8" fmla="*/ 0 w 4006855"/>
                <a:gd name="connsiteY8" fmla="*/ 133 h 2238438"/>
                <a:gd name="connsiteX0" fmla="*/ 0 w 4006855"/>
                <a:gd name="connsiteY0" fmla="*/ 133 h 2238438"/>
                <a:gd name="connsiteX1" fmla="*/ 1811020 w 4006855"/>
                <a:gd name="connsiteY1" fmla="*/ 279533 h 2238438"/>
                <a:gd name="connsiteX2" fmla="*/ 2214880 w 4006855"/>
                <a:gd name="connsiteY2" fmla="*/ 256673 h 2238438"/>
                <a:gd name="connsiteX3" fmla="*/ 3985260 w 4006855"/>
                <a:gd name="connsiteY3" fmla="*/ 25533 h 2238438"/>
                <a:gd name="connsiteX4" fmla="*/ 4006850 w 4006855"/>
                <a:gd name="connsiteY4" fmla="*/ 1931803 h 2238438"/>
                <a:gd name="connsiteX5" fmla="*/ 2199640 w 4006855"/>
                <a:gd name="connsiteY5" fmla="*/ 2199773 h 2238438"/>
                <a:gd name="connsiteX6" fmla="*/ 1780540 w 4006855"/>
                <a:gd name="connsiteY6" fmla="*/ 2207393 h 2238438"/>
                <a:gd name="connsiteX7" fmla="*/ 8890 w 4006855"/>
                <a:gd name="connsiteY7" fmla="*/ 1929263 h 2238438"/>
                <a:gd name="connsiteX8" fmla="*/ 0 w 4006855"/>
                <a:gd name="connsiteY8" fmla="*/ 133 h 2238438"/>
                <a:gd name="connsiteX0" fmla="*/ 0 w 4006855"/>
                <a:gd name="connsiteY0" fmla="*/ 65 h 2238370"/>
                <a:gd name="connsiteX1" fmla="*/ 1811020 w 4006855"/>
                <a:gd name="connsiteY1" fmla="*/ 279465 h 2238370"/>
                <a:gd name="connsiteX2" fmla="*/ 2214880 w 4006855"/>
                <a:gd name="connsiteY2" fmla="*/ 256605 h 2238370"/>
                <a:gd name="connsiteX3" fmla="*/ 3985260 w 4006855"/>
                <a:gd name="connsiteY3" fmla="*/ 25465 h 2238370"/>
                <a:gd name="connsiteX4" fmla="*/ 4006850 w 4006855"/>
                <a:gd name="connsiteY4" fmla="*/ 1931735 h 2238370"/>
                <a:gd name="connsiteX5" fmla="*/ 2199640 w 4006855"/>
                <a:gd name="connsiteY5" fmla="*/ 2199705 h 2238370"/>
                <a:gd name="connsiteX6" fmla="*/ 1780540 w 4006855"/>
                <a:gd name="connsiteY6" fmla="*/ 2207325 h 2238370"/>
                <a:gd name="connsiteX7" fmla="*/ 8890 w 4006855"/>
                <a:gd name="connsiteY7" fmla="*/ 1929195 h 2238370"/>
                <a:gd name="connsiteX8" fmla="*/ 0 w 4006855"/>
                <a:gd name="connsiteY8" fmla="*/ 65 h 223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6855" h="2238370">
                  <a:moveTo>
                    <a:pt x="0" y="65"/>
                  </a:moveTo>
                  <a:cubicBezTo>
                    <a:pt x="469900" y="-4168"/>
                    <a:pt x="1551940" y="199878"/>
                    <a:pt x="1811020" y="279465"/>
                  </a:cubicBezTo>
                  <a:cubicBezTo>
                    <a:pt x="1965536" y="186332"/>
                    <a:pt x="2048087" y="220198"/>
                    <a:pt x="2214880" y="256605"/>
                  </a:cubicBezTo>
                  <a:cubicBezTo>
                    <a:pt x="2480733" y="171092"/>
                    <a:pt x="3681518" y="38377"/>
                    <a:pt x="3985260" y="25465"/>
                  </a:cubicBezTo>
                  <a:cubicBezTo>
                    <a:pt x="3984837" y="660888"/>
                    <a:pt x="4007273" y="1296312"/>
                    <a:pt x="4006850" y="1931735"/>
                  </a:cubicBezTo>
                  <a:cubicBezTo>
                    <a:pt x="3695277" y="2043918"/>
                    <a:pt x="2566882" y="2153773"/>
                    <a:pt x="2199640" y="2199705"/>
                  </a:cubicBezTo>
                  <a:cubicBezTo>
                    <a:pt x="1832398" y="2245637"/>
                    <a:pt x="2146935" y="2253680"/>
                    <a:pt x="1780540" y="2207325"/>
                  </a:cubicBezTo>
                  <a:cubicBezTo>
                    <a:pt x="1414145" y="2160970"/>
                    <a:pt x="198967" y="2048152"/>
                    <a:pt x="8890" y="1929195"/>
                  </a:cubicBezTo>
                  <a:cubicBezTo>
                    <a:pt x="5927" y="1286152"/>
                    <a:pt x="2963" y="643108"/>
                    <a:pt x="0" y="65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31BDDA7-A587-0C5E-2207-859D6C09DC92}"/>
                </a:ext>
              </a:extLst>
            </p:cNvPr>
            <p:cNvCxnSpPr>
              <a:stCxn id="63" idx="1"/>
              <a:endCxn id="63" idx="6"/>
            </p:cNvCxnSpPr>
            <p:nvPr/>
          </p:nvCxnSpPr>
          <p:spPr>
            <a:xfrm flipH="1">
              <a:off x="5143500" y="4274821"/>
              <a:ext cx="30480" cy="192786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D998F00D-0092-FE1C-4FBB-C0CBD1FD9C50}"/>
                </a:ext>
              </a:extLst>
            </p:cNvPr>
            <p:cNvCxnSpPr>
              <a:cxnSpLocks/>
              <a:stCxn id="63" idx="2"/>
              <a:endCxn id="63" idx="5"/>
            </p:cNvCxnSpPr>
            <p:nvPr/>
          </p:nvCxnSpPr>
          <p:spPr>
            <a:xfrm flipH="1">
              <a:off x="5562600" y="4251961"/>
              <a:ext cx="15240" cy="19431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606F241F-C712-C767-0225-8891DD6BA0B1}"/>
                </a:ext>
              </a:extLst>
            </p:cNvPr>
            <p:cNvGrpSpPr/>
            <p:nvPr/>
          </p:nvGrpSpPr>
          <p:grpSpPr>
            <a:xfrm>
              <a:off x="3597204" y="2235892"/>
              <a:ext cx="3540196" cy="1431996"/>
              <a:chOff x="3597204" y="2235892"/>
              <a:chExt cx="3540196" cy="1431996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ADD7D7ED-B0A7-2301-EDF4-CAAD1327E6AF}"/>
                  </a:ext>
                </a:extLst>
              </p:cNvPr>
              <p:cNvSpPr/>
              <p:nvPr/>
            </p:nvSpPr>
            <p:spPr>
              <a:xfrm>
                <a:off x="3597204" y="2235892"/>
                <a:ext cx="1431996" cy="1431996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D90803-9F41-26EC-CADB-59C8B85913AF}"/>
                  </a:ext>
                </a:extLst>
              </p:cNvPr>
              <p:cNvSpPr/>
              <p:nvPr/>
            </p:nvSpPr>
            <p:spPr>
              <a:xfrm>
                <a:off x="5705404" y="2235892"/>
                <a:ext cx="1431996" cy="1431996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177AC912-E1C9-D45E-CE1B-0750F13F3F59}"/>
                  </a:ext>
                </a:extLst>
              </p:cNvPr>
              <p:cNvSpPr/>
              <p:nvPr/>
            </p:nvSpPr>
            <p:spPr>
              <a:xfrm>
                <a:off x="5012531" y="2819954"/>
                <a:ext cx="709614" cy="202645"/>
              </a:xfrm>
              <a:custGeom>
                <a:avLst/>
                <a:gdLst>
                  <a:gd name="connsiteX0" fmla="*/ 0 w 1524000"/>
                  <a:gd name="connsiteY0" fmla="*/ 12700 h 12700"/>
                  <a:gd name="connsiteX1" fmla="*/ 1524000 w 1524000"/>
                  <a:gd name="connsiteY1" fmla="*/ 0 h 12700"/>
                  <a:gd name="connsiteX2" fmla="*/ 1524000 w 1524000"/>
                  <a:gd name="connsiteY2" fmla="*/ 0 h 12700"/>
                  <a:gd name="connsiteX0" fmla="*/ 0 w 1524000"/>
                  <a:gd name="connsiteY0" fmla="*/ 173602 h 173602"/>
                  <a:gd name="connsiteX1" fmla="*/ 1524000 w 1524000"/>
                  <a:gd name="connsiteY1" fmla="*/ 160902 h 173602"/>
                  <a:gd name="connsiteX2" fmla="*/ 1524000 w 1524000"/>
                  <a:gd name="connsiteY2" fmla="*/ 160902 h 173602"/>
                  <a:gd name="connsiteX0" fmla="*/ 0 w 1524000"/>
                  <a:gd name="connsiteY0" fmla="*/ 202645 h 202645"/>
                  <a:gd name="connsiteX1" fmla="*/ 1524000 w 1524000"/>
                  <a:gd name="connsiteY1" fmla="*/ 189945 h 202645"/>
                  <a:gd name="connsiteX2" fmla="*/ 1524000 w 1524000"/>
                  <a:gd name="connsiteY2" fmla="*/ 189945 h 202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24000" h="202645">
                    <a:moveTo>
                      <a:pt x="0" y="202645"/>
                    </a:moveTo>
                    <a:cubicBezTo>
                      <a:pt x="800100" y="-182588"/>
                      <a:pt x="1066800" y="79878"/>
                      <a:pt x="1524000" y="189945"/>
                    </a:cubicBezTo>
                    <a:lnTo>
                      <a:pt x="1524000" y="189945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7" name="Oval 7">
              <a:extLst>
                <a:ext uri="{FF2B5EF4-FFF2-40B4-BE49-F238E27FC236}">
                  <a16:creationId xmlns:a16="http://schemas.microsoft.com/office/drawing/2014/main" id="{1CB9D58A-FB04-B9DD-9CB4-2EF5D67689EF}"/>
                </a:ext>
              </a:extLst>
            </p:cNvPr>
            <p:cNvSpPr/>
            <p:nvPr/>
          </p:nvSpPr>
          <p:spPr>
            <a:xfrm rot="10405169" flipH="1">
              <a:off x="3220086" y="4704583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7">
              <a:extLst>
                <a:ext uri="{FF2B5EF4-FFF2-40B4-BE49-F238E27FC236}">
                  <a16:creationId xmlns:a16="http://schemas.microsoft.com/office/drawing/2014/main" id="{D635DF5D-691E-C1A8-8363-38CF65ACAE83}"/>
                </a:ext>
              </a:extLst>
            </p:cNvPr>
            <p:cNvSpPr/>
            <p:nvPr/>
          </p:nvSpPr>
          <p:spPr>
            <a:xfrm rot="11194831">
              <a:off x="7138036" y="4719821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7">
              <a:extLst>
                <a:ext uri="{FF2B5EF4-FFF2-40B4-BE49-F238E27FC236}">
                  <a16:creationId xmlns:a16="http://schemas.microsoft.com/office/drawing/2014/main" id="{F478B016-755B-22FB-CDF5-DC213882E522}"/>
                </a:ext>
              </a:extLst>
            </p:cNvPr>
            <p:cNvSpPr/>
            <p:nvPr/>
          </p:nvSpPr>
          <p:spPr>
            <a:xfrm rot="10405169" flipH="1">
              <a:off x="4538219" y="5828069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7">
              <a:extLst>
                <a:ext uri="{FF2B5EF4-FFF2-40B4-BE49-F238E27FC236}">
                  <a16:creationId xmlns:a16="http://schemas.microsoft.com/office/drawing/2014/main" id="{5A17E035-74DC-0057-2877-8E4DCBB419EF}"/>
                </a:ext>
              </a:extLst>
            </p:cNvPr>
            <p:cNvSpPr/>
            <p:nvPr/>
          </p:nvSpPr>
          <p:spPr>
            <a:xfrm rot="11194831">
              <a:off x="5746161" y="5825392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FBB2268-7DD4-6D08-A873-CA573F173222}"/>
              </a:ext>
            </a:extLst>
          </p:cNvPr>
          <p:cNvGrpSpPr/>
          <p:nvPr/>
        </p:nvGrpSpPr>
        <p:grpSpPr>
          <a:xfrm>
            <a:off x="10331496" y="707963"/>
            <a:ext cx="4869373" cy="5539283"/>
            <a:chOff x="2931700" y="787892"/>
            <a:chExt cx="4869373" cy="5539283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DE1DCF37-FE1C-5C25-A6FD-C0F705501D3B}"/>
                </a:ext>
              </a:extLst>
            </p:cNvPr>
            <p:cNvGrpSpPr/>
            <p:nvPr/>
          </p:nvGrpSpPr>
          <p:grpSpPr>
            <a:xfrm flipH="1">
              <a:off x="5924277" y="3458712"/>
              <a:ext cx="1631708" cy="2072304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CE6FF341-27ED-0387-9CB5-A26C1D86EA5F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63EB69D6-1733-895A-B13C-25957A64A299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89A5173E-8641-7C26-C695-5900A85D065E}"/>
                </a:ext>
              </a:extLst>
            </p:cNvPr>
            <p:cNvGrpSpPr/>
            <p:nvPr/>
          </p:nvGrpSpPr>
          <p:grpSpPr>
            <a:xfrm>
              <a:off x="3069920" y="3482685"/>
              <a:ext cx="1631708" cy="2072304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D5F0FC3B-6E4D-2B12-2702-34456C0BBBCC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A6C26454-85C7-4DCA-63F5-F53B94891192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7" name="Rectangle 24">
              <a:extLst>
                <a:ext uri="{FF2B5EF4-FFF2-40B4-BE49-F238E27FC236}">
                  <a16:creationId xmlns:a16="http://schemas.microsoft.com/office/drawing/2014/main" id="{FD6F07C8-6313-6CFB-7E3D-ACD72ABA985A}"/>
                </a:ext>
              </a:extLst>
            </p:cNvPr>
            <p:cNvSpPr/>
            <p:nvPr/>
          </p:nvSpPr>
          <p:spPr>
            <a:xfrm>
              <a:off x="3940442" y="3282546"/>
              <a:ext cx="2829705" cy="267763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Rectangle 8">
              <a:extLst>
                <a:ext uri="{FF2B5EF4-FFF2-40B4-BE49-F238E27FC236}">
                  <a16:creationId xmlns:a16="http://schemas.microsoft.com/office/drawing/2014/main" id="{85C40C21-6A6D-9F7B-6CBC-3BD978BB769C}"/>
                </a:ext>
              </a:extLst>
            </p:cNvPr>
            <p:cNvSpPr/>
            <p:nvPr/>
          </p:nvSpPr>
          <p:spPr>
            <a:xfrm>
              <a:off x="3323724" y="787892"/>
              <a:ext cx="4066127" cy="3500391"/>
            </a:xfrm>
            <a:custGeom>
              <a:avLst/>
              <a:gdLst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2057400 w 2057400"/>
                <a:gd name="connsiteY2" fmla="*/ 647700 h 647700"/>
                <a:gd name="connsiteX3" fmla="*/ 0 w 2057400"/>
                <a:gd name="connsiteY3" fmla="*/ 647700 h 647700"/>
                <a:gd name="connsiteX4" fmla="*/ 0 w 2057400"/>
                <a:gd name="connsiteY4" fmla="*/ 0 h 647700"/>
                <a:gd name="connsiteX0" fmla="*/ 0 w 2057400"/>
                <a:gd name="connsiteY0" fmla="*/ 0 h 647700"/>
                <a:gd name="connsiteX1" fmla="*/ 2057400 w 2057400"/>
                <a:gd name="connsiteY1" fmla="*/ 0 h 647700"/>
                <a:gd name="connsiteX2" fmla="*/ 0 w 2057400"/>
                <a:gd name="connsiteY2" fmla="*/ 647700 h 647700"/>
                <a:gd name="connsiteX3" fmla="*/ 0 w 2057400"/>
                <a:gd name="connsiteY3" fmla="*/ 0 h 647700"/>
                <a:gd name="connsiteX0" fmla="*/ 0 w 2222500"/>
                <a:gd name="connsiteY0" fmla="*/ 0 h 647700"/>
                <a:gd name="connsiteX1" fmla="*/ 2222500 w 2222500"/>
                <a:gd name="connsiteY1" fmla="*/ 482600 h 647700"/>
                <a:gd name="connsiteX2" fmla="*/ 0 w 2222500"/>
                <a:gd name="connsiteY2" fmla="*/ 647700 h 647700"/>
                <a:gd name="connsiteX3" fmla="*/ 0 w 2222500"/>
                <a:gd name="connsiteY3" fmla="*/ 0 h 647700"/>
                <a:gd name="connsiteX0" fmla="*/ 0 w 2222500"/>
                <a:gd name="connsiteY0" fmla="*/ 0 h 840315"/>
                <a:gd name="connsiteX1" fmla="*/ 2222500 w 2222500"/>
                <a:gd name="connsiteY1" fmla="*/ 482600 h 840315"/>
                <a:gd name="connsiteX2" fmla="*/ 0 w 2222500"/>
                <a:gd name="connsiteY2" fmla="*/ 647700 h 840315"/>
                <a:gd name="connsiteX3" fmla="*/ 0 w 2222500"/>
                <a:gd name="connsiteY3" fmla="*/ 0 h 840315"/>
                <a:gd name="connsiteX0" fmla="*/ 723900 w 2946400"/>
                <a:gd name="connsiteY0" fmla="*/ 0 h 824792"/>
                <a:gd name="connsiteX1" fmla="*/ 2946400 w 2946400"/>
                <a:gd name="connsiteY1" fmla="*/ 482600 h 824792"/>
                <a:gd name="connsiteX2" fmla="*/ 0 w 2946400"/>
                <a:gd name="connsiteY2" fmla="*/ 596900 h 824792"/>
                <a:gd name="connsiteX3" fmla="*/ 723900 w 2946400"/>
                <a:gd name="connsiteY3" fmla="*/ 0 h 824792"/>
                <a:gd name="connsiteX0" fmla="*/ 723900 w 2946400"/>
                <a:gd name="connsiteY0" fmla="*/ 0 h 1205947"/>
                <a:gd name="connsiteX1" fmla="*/ 2946400 w 2946400"/>
                <a:gd name="connsiteY1" fmla="*/ 482600 h 1205947"/>
                <a:gd name="connsiteX2" fmla="*/ 0 w 2946400"/>
                <a:gd name="connsiteY2" fmla="*/ 596900 h 1205947"/>
                <a:gd name="connsiteX3" fmla="*/ 723900 w 2946400"/>
                <a:gd name="connsiteY3" fmla="*/ 0 h 1205947"/>
                <a:gd name="connsiteX0" fmla="*/ 723900 w 2946423"/>
                <a:gd name="connsiteY0" fmla="*/ 0 h 1218081"/>
                <a:gd name="connsiteX1" fmla="*/ 2946400 w 2946423"/>
                <a:gd name="connsiteY1" fmla="*/ 482600 h 1218081"/>
                <a:gd name="connsiteX2" fmla="*/ 0 w 2946423"/>
                <a:gd name="connsiteY2" fmla="*/ 596900 h 1218081"/>
                <a:gd name="connsiteX3" fmla="*/ 723900 w 2946423"/>
                <a:gd name="connsiteY3" fmla="*/ 0 h 1218081"/>
                <a:gd name="connsiteX0" fmla="*/ 0 w 2946423"/>
                <a:gd name="connsiteY0" fmla="*/ 114300 h 735481"/>
                <a:gd name="connsiteX1" fmla="*/ 2946400 w 2946423"/>
                <a:gd name="connsiteY1" fmla="*/ 0 h 735481"/>
                <a:gd name="connsiteX2" fmla="*/ 0 w 2946423"/>
                <a:gd name="connsiteY2" fmla="*/ 114300 h 735481"/>
                <a:gd name="connsiteX0" fmla="*/ 27 w 2946450"/>
                <a:gd name="connsiteY0" fmla="*/ 1545489 h 2166670"/>
                <a:gd name="connsiteX1" fmla="*/ 2946427 w 2946450"/>
                <a:gd name="connsiteY1" fmla="*/ 1431189 h 2166670"/>
                <a:gd name="connsiteX2" fmla="*/ 27 w 2946450"/>
                <a:gd name="connsiteY2" fmla="*/ 1545489 h 2166670"/>
                <a:gd name="connsiteX0" fmla="*/ 16 w 3015713"/>
                <a:gd name="connsiteY0" fmla="*/ 2044822 h 2666003"/>
                <a:gd name="connsiteX1" fmla="*/ 2946416 w 3015713"/>
                <a:gd name="connsiteY1" fmla="*/ 1930522 h 2666003"/>
                <a:gd name="connsiteX2" fmla="*/ 16 w 3015713"/>
                <a:gd name="connsiteY2" fmla="*/ 2044822 h 2666003"/>
                <a:gd name="connsiteX0" fmla="*/ 11809 w 3023631"/>
                <a:gd name="connsiteY0" fmla="*/ 1918700 h 2539881"/>
                <a:gd name="connsiteX1" fmla="*/ 2958209 w 3023631"/>
                <a:gd name="connsiteY1" fmla="*/ 1804400 h 2539881"/>
                <a:gd name="connsiteX2" fmla="*/ 11809 w 3023631"/>
                <a:gd name="connsiteY2" fmla="*/ 1918700 h 2539881"/>
                <a:gd name="connsiteX0" fmla="*/ 11589 w 3038485"/>
                <a:gd name="connsiteY0" fmla="*/ 1978139 h 2599320"/>
                <a:gd name="connsiteX1" fmla="*/ 2957989 w 3038485"/>
                <a:gd name="connsiteY1" fmla="*/ 1863839 h 2599320"/>
                <a:gd name="connsiteX2" fmla="*/ 11589 w 3038485"/>
                <a:gd name="connsiteY2" fmla="*/ 1978139 h 2599320"/>
                <a:gd name="connsiteX0" fmla="*/ 11480 w 3075773"/>
                <a:gd name="connsiteY0" fmla="*/ 1978139 h 2599320"/>
                <a:gd name="connsiteX1" fmla="*/ 2995980 w 3075773"/>
                <a:gd name="connsiteY1" fmla="*/ 1863839 h 2599320"/>
                <a:gd name="connsiteX2" fmla="*/ 11480 w 3075773"/>
                <a:gd name="connsiteY2" fmla="*/ 1978139 h 2599320"/>
                <a:gd name="connsiteX0" fmla="*/ 12565 w 3018177"/>
                <a:gd name="connsiteY0" fmla="*/ 1973844 h 2595025"/>
                <a:gd name="connsiteX1" fmla="*/ 2997065 w 3018177"/>
                <a:gd name="connsiteY1" fmla="*/ 1859544 h 2595025"/>
                <a:gd name="connsiteX2" fmla="*/ 12565 w 3018177"/>
                <a:gd name="connsiteY2" fmla="*/ 1973844 h 2595025"/>
                <a:gd name="connsiteX0" fmla="*/ 12524 w 3019686"/>
                <a:gd name="connsiteY0" fmla="*/ 2087884 h 2709065"/>
                <a:gd name="connsiteX1" fmla="*/ 2997024 w 3019686"/>
                <a:gd name="connsiteY1" fmla="*/ 1973584 h 2709065"/>
                <a:gd name="connsiteX2" fmla="*/ 12524 w 3019686"/>
                <a:gd name="connsiteY2" fmla="*/ 2087884 h 2709065"/>
                <a:gd name="connsiteX0" fmla="*/ 11347 w 3018584"/>
                <a:gd name="connsiteY0" fmla="*/ 1949183 h 2570364"/>
                <a:gd name="connsiteX1" fmla="*/ 2995847 w 3018584"/>
                <a:gd name="connsiteY1" fmla="*/ 1834883 h 2570364"/>
                <a:gd name="connsiteX2" fmla="*/ 11347 w 3018584"/>
                <a:gd name="connsiteY2" fmla="*/ 1949183 h 2570364"/>
                <a:gd name="connsiteX0" fmla="*/ 11415 w 2996562"/>
                <a:gd name="connsiteY0" fmla="*/ 1949183 h 2570364"/>
                <a:gd name="connsiteX1" fmla="*/ 2973690 w 2996562"/>
                <a:gd name="connsiteY1" fmla="*/ 1834883 h 2570364"/>
                <a:gd name="connsiteX2" fmla="*/ 11415 w 2996562"/>
                <a:gd name="connsiteY2" fmla="*/ 1949183 h 2570364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15 w 2996562"/>
                <a:gd name="connsiteY0" fmla="*/ 1949183 h 2588913"/>
                <a:gd name="connsiteX1" fmla="*/ 2973690 w 2996562"/>
                <a:gd name="connsiteY1" fmla="*/ 1834883 h 2588913"/>
                <a:gd name="connsiteX2" fmla="*/ 11415 w 2996562"/>
                <a:gd name="connsiteY2" fmla="*/ 1949183 h 2588913"/>
                <a:gd name="connsiteX0" fmla="*/ 11454 w 2983978"/>
                <a:gd name="connsiteY0" fmla="*/ 1924976 h 2585410"/>
                <a:gd name="connsiteX1" fmla="*/ 2961029 w 2983978"/>
                <a:gd name="connsiteY1" fmla="*/ 1861476 h 2585410"/>
                <a:gd name="connsiteX2" fmla="*/ 11454 w 2983978"/>
                <a:gd name="connsiteY2" fmla="*/ 1924976 h 2585410"/>
                <a:gd name="connsiteX0" fmla="*/ 11454 w 2983978"/>
                <a:gd name="connsiteY0" fmla="*/ 1924976 h 2619551"/>
                <a:gd name="connsiteX1" fmla="*/ 2961029 w 2983978"/>
                <a:gd name="connsiteY1" fmla="*/ 1861476 h 2619551"/>
                <a:gd name="connsiteX2" fmla="*/ 11454 w 2983978"/>
                <a:gd name="connsiteY2" fmla="*/ 1924976 h 2619551"/>
                <a:gd name="connsiteX0" fmla="*/ 18254 w 2990383"/>
                <a:gd name="connsiteY0" fmla="*/ 1924976 h 2619551"/>
                <a:gd name="connsiteX1" fmla="*/ 2967829 w 2990383"/>
                <a:gd name="connsiteY1" fmla="*/ 1861476 h 2619551"/>
                <a:gd name="connsiteX2" fmla="*/ 18254 w 2990383"/>
                <a:gd name="connsiteY2" fmla="*/ 1924976 h 2619551"/>
                <a:gd name="connsiteX0" fmla="*/ 32932 w 3004414"/>
                <a:gd name="connsiteY0" fmla="*/ 1891823 h 2586398"/>
                <a:gd name="connsiteX1" fmla="*/ 2982507 w 3004414"/>
                <a:gd name="connsiteY1" fmla="*/ 1828323 h 2586398"/>
                <a:gd name="connsiteX2" fmla="*/ 32932 w 3004414"/>
                <a:gd name="connsiteY2" fmla="*/ 1891823 h 2586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04414" h="2586398">
                  <a:moveTo>
                    <a:pt x="32932" y="1891823"/>
                  </a:moveTo>
                  <a:cubicBezTo>
                    <a:pt x="-385110" y="-791052"/>
                    <a:pt x="3321174" y="-444977"/>
                    <a:pt x="2982507" y="1828323"/>
                  </a:cubicBezTo>
                  <a:cubicBezTo>
                    <a:pt x="2990974" y="2594556"/>
                    <a:pt x="430865" y="3030590"/>
                    <a:pt x="32932" y="1891823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9F93D274-734A-77FC-5A61-99C5C2FA2851}"/>
                </a:ext>
              </a:extLst>
            </p:cNvPr>
            <p:cNvSpPr/>
            <p:nvPr/>
          </p:nvSpPr>
          <p:spPr>
            <a:xfrm>
              <a:off x="2931700" y="1006342"/>
              <a:ext cx="1289976" cy="74497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D64BED23-C3DE-3FCF-4715-B64AF6DE74B0}"/>
                </a:ext>
              </a:extLst>
            </p:cNvPr>
            <p:cNvSpPr/>
            <p:nvPr/>
          </p:nvSpPr>
          <p:spPr>
            <a:xfrm rot="9500543">
              <a:off x="5136336" y="3235763"/>
              <a:ext cx="425929" cy="425929"/>
            </a:xfrm>
            <a:prstGeom prst="arc">
              <a:avLst>
                <a:gd name="adj1" fmla="val 12939651"/>
                <a:gd name="adj2" fmla="val 0"/>
              </a:avLst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940B92D7-812D-42F3-D6FD-D573C5C84ACC}"/>
                </a:ext>
              </a:extLst>
            </p:cNvPr>
            <p:cNvGrpSpPr/>
            <p:nvPr/>
          </p:nvGrpSpPr>
          <p:grpSpPr>
            <a:xfrm>
              <a:off x="3903521" y="1989972"/>
              <a:ext cx="911362" cy="1527851"/>
              <a:chOff x="2788371" y="2112868"/>
              <a:chExt cx="673395" cy="1128911"/>
            </a:xfrm>
          </p:grpSpPr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F8EBBE13-45CA-3A0D-E209-D869563C33C8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127" name="Oval 126">
                  <a:extLst>
                    <a:ext uri="{FF2B5EF4-FFF2-40B4-BE49-F238E27FC236}">
                      <a16:creationId xmlns:a16="http://schemas.microsoft.com/office/drawing/2014/main" id="{8B6CBC76-CF37-9186-A31E-19BAAA750422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8" name="Oval 127">
                  <a:extLst>
                    <a:ext uri="{FF2B5EF4-FFF2-40B4-BE49-F238E27FC236}">
                      <a16:creationId xmlns:a16="http://schemas.microsoft.com/office/drawing/2014/main" id="{8A2EBD7B-2EBD-B331-3F63-0A1632C07446}"/>
                    </a:ext>
                  </a:extLst>
                </p:cNvPr>
                <p:cNvSpPr/>
                <p:nvPr/>
              </p:nvSpPr>
              <p:spPr>
                <a:xfrm>
                  <a:off x="3003335" y="2773414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9" name="Oval 128">
                  <a:extLst>
                    <a:ext uri="{FF2B5EF4-FFF2-40B4-BE49-F238E27FC236}">
                      <a16:creationId xmlns:a16="http://schemas.microsoft.com/office/drawing/2014/main" id="{931F8275-8388-DF7F-BCA1-B7A175BDE845}"/>
                    </a:ext>
                  </a:extLst>
                </p:cNvPr>
                <p:cNvSpPr/>
                <p:nvPr/>
              </p:nvSpPr>
              <p:spPr>
                <a:xfrm>
                  <a:off x="3197013" y="2995024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0" name="Freeform: Shape 129">
                  <a:extLst>
                    <a:ext uri="{FF2B5EF4-FFF2-40B4-BE49-F238E27FC236}">
                      <a16:creationId xmlns:a16="http://schemas.microsoft.com/office/drawing/2014/main" id="{99743FD2-E281-0562-926D-BAEEF4870B0A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1" name="Freeform: Shape 130">
                  <a:extLst>
                    <a:ext uri="{FF2B5EF4-FFF2-40B4-BE49-F238E27FC236}">
                      <a16:creationId xmlns:a16="http://schemas.microsoft.com/office/drawing/2014/main" id="{70ABE2C6-3642-5225-9CF4-5A0EAE6BD2E8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Freeform: Shape 131">
                  <a:extLst>
                    <a:ext uri="{FF2B5EF4-FFF2-40B4-BE49-F238E27FC236}">
                      <a16:creationId xmlns:a16="http://schemas.microsoft.com/office/drawing/2014/main" id="{71A73B2F-E6D6-534E-2B69-AF488C7C49AF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6" name="Arc 125">
                <a:extLst>
                  <a:ext uri="{FF2B5EF4-FFF2-40B4-BE49-F238E27FC236}">
                    <a16:creationId xmlns:a16="http://schemas.microsoft.com/office/drawing/2014/main" id="{CBE7D756-501E-8AAB-98A8-56FC23E28844}"/>
                  </a:ext>
                </a:extLst>
              </p:cNvPr>
              <p:cNvSpPr/>
              <p:nvPr/>
            </p:nvSpPr>
            <p:spPr>
              <a:xfrm rot="18311906">
                <a:off x="2923992" y="2112868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81ECB7A-354C-CF13-4188-CDBCE82B957C}"/>
                </a:ext>
              </a:extLst>
            </p:cNvPr>
            <p:cNvSpPr/>
            <p:nvPr/>
          </p:nvSpPr>
          <p:spPr>
            <a:xfrm flipH="1">
              <a:off x="6511097" y="921583"/>
              <a:ext cx="1289976" cy="744979"/>
            </a:xfrm>
            <a:custGeom>
              <a:avLst/>
              <a:gdLst>
                <a:gd name="connsiteX0" fmla="*/ 937911 w 937911"/>
                <a:gd name="connsiteY0" fmla="*/ 187796 h 368174"/>
                <a:gd name="connsiteX1" fmla="*/ 38751 w 937911"/>
                <a:gd name="connsiteY1" fmla="*/ 4916 h 368174"/>
                <a:gd name="connsiteX2" fmla="*/ 175911 w 937911"/>
                <a:gd name="connsiteY2" fmla="*/ 363056 h 368174"/>
                <a:gd name="connsiteX3" fmla="*/ 290211 w 937911"/>
                <a:gd name="connsiteY3" fmla="*/ 225896 h 368174"/>
                <a:gd name="connsiteX4" fmla="*/ 290211 w 937911"/>
                <a:gd name="connsiteY4" fmla="*/ 225896 h 368174"/>
                <a:gd name="connsiteX0" fmla="*/ 937911 w 937911"/>
                <a:gd name="connsiteY0" fmla="*/ 382122 h 562500"/>
                <a:gd name="connsiteX1" fmla="*/ 38751 w 937911"/>
                <a:gd name="connsiteY1" fmla="*/ 199242 h 562500"/>
                <a:gd name="connsiteX2" fmla="*/ 175911 w 937911"/>
                <a:gd name="connsiteY2" fmla="*/ 557382 h 562500"/>
                <a:gd name="connsiteX3" fmla="*/ 290211 w 937911"/>
                <a:gd name="connsiteY3" fmla="*/ 420222 h 562500"/>
                <a:gd name="connsiteX4" fmla="*/ 290211 w 937911"/>
                <a:gd name="connsiteY4" fmla="*/ 420222 h 562500"/>
                <a:gd name="connsiteX0" fmla="*/ 921422 w 921422"/>
                <a:gd name="connsiteY0" fmla="*/ 375383 h 413483"/>
                <a:gd name="connsiteX1" fmla="*/ 22262 w 921422"/>
                <a:gd name="connsiteY1" fmla="*/ 192503 h 413483"/>
                <a:gd name="connsiteX2" fmla="*/ 273722 w 921422"/>
                <a:gd name="connsiteY2" fmla="*/ 413483 h 413483"/>
                <a:gd name="connsiteX3" fmla="*/ 273722 w 921422"/>
                <a:gd name="connsiteY3" fmla="*/ 413483 h 413483"/>
                <a:gd name="connsiteX0" fmla="*/ 647700 w 647700"/>
                <a:gd name="connsiteY0" fmla="*/ 0 h 38100"/>
                <a:gd name="connsiteX1" fmla="*/ 0 w 647700"/>
                <a:gd name="connsiteY1" fmla="*/ 38100 h 38100"/>
                <a:gd name="connsiteX2" fmla="*/ 0 w 647700"/>
                <a:gd name="connsiteY2" fmla="*/ 38100 h 38100"/>
                <a:gd name="connsiteX0" fmla="*/ 647700 w 647700"/>
                <a:gd name="connsiteY0" fmla="*/ 326124 h 364224"/>
                <a:gd name="connsiteX1" fmla="*/ 0 w 647700"/>
                <a:gd name="connsiteY1" fmla="*/ 364224 h 364224"/>
                <a:gd name="connsiteX2" fmla="*/ 0 w 647700"/>
                <a:gd name="connsiteY2" fmla="*/ 364224 h 364224"/>
                <a:gd name="connsiteX0" fmla="*/ 965829 w 965829"/>
                <a:gd name="connsiteY0" fmla="*/ 357539 h 395639"/>
                <a:gd name="connsiteX1" fmla="*/ 318129 w 965829"/>
                <a:gd name="connsiteY1" fmla="*/ 395639 h 395639"/>
                <a:gd name="connsiteX2" fmla="*/ 318129 w 965829"/>
                <a:gd name="connsiteY2" fmla="*/ 395639 h 395639"/>
                <a:gd name="connsiteX0" fmla="*/ 896079 w 896079"/>
                <a:gd name="connsiteY0" fmla="*/ 220021 h 440721"/>
                <a:gd name="connsiteX1" fmla="*/ 248379 w 896079"/>
                <a:gd name="connsiteY1" fmla="*/ 258121 h 440721"/>
                <a:gd name="connsiteX2" fmla="*/ 248379 w 896079"/>
                <a:gd name="connsiteY2" fmla="*/ 258121 h 440721"/>
                <a:gd name="connsiteX0" fmla="*/ 1002900 w 1002900"/>
                <a:gd name="connsiteY0" fmla="*/ 392324 h 580405"/>
                <a:gd name="connsiteX1" fmla="*/ 355200 w 1002900"/>
                <a:gd name="connsiteY1" fmla="*/ 430424 h 580405"/>
                <a:gd name="connsiteX2" fmla="*/ 355200 w 1002900"/>
                <a:gd name="connsiteY2" fmla="*/ 430424 h 580405"/>
                <a:gd name="connsiteX0" fmla="*/ 909269 w 909269"/>
                <a:gd name="connsiteY0" fmla="*/ 367355 h 622662"/>
                <a:gd name="connsiteX1" fmla="*/ 261569 w 909269"/>
                <a:gd name="connsiteY1" fmla="*/ 405455 h 622662"/>
                <a:gd name="connsiteX2" fmla="*/ 261569 w 909269"/>
                <a:gd name="connsiteY2" fmla="*/ 405455 h 622662"/>
                <a:gd name="connsiteX0" fmla="*/ 1002084 w 1002084"/>
                <a:gd name="connsiteY0" fmla="*/ 392436 h 642891"/>
                <a:gd name="connsiteX1" fmla="*/ 354384 w 1002084"/>
                <a:gd name="connsiteY1" fmla="*/ 430536 h 642891"/>
                <a:gd name="connsiteX2" fmla="*/ 354384 w 1002084"/>
                <a:gd name="connsiteY2" fmla="*/ 430536 h 642891"/>
                <a:gd name="connsiteX0" fmla="*/ 992747 w 992747"/>
                <a:gd name="connsiteY0" fmla="*/ 411629 h 611271"/>
                <a:gd name="connsiteX1" fmla="*/ 345047 w 992747"/>
                <a:gd name="connsiteY1" fmla="*/ 449729 h 611271"/>
                <a:gd name="connsiteX2" fmla="*/ 345047 w 992747"/>
                <a:gd name="connsiteY2" fmla="*/ 449729 h 611271"/>
                <a:gd name="connsiteX0" fmla="*/ 953148 w 953148"/>
                <a:gd name="connsiteY0" fmla="*/ 338491 h 550456"/>
                <a:gd name="connsiteX1" fmla="*/ 305448 w 953148"/>
                <a:gd name="connsiteY1" fmla="*/ 376591 h 550456"/>
                <a:gd name="connsiteX2" fmla="*/ 305448 w 953148"/>
                <a:gd name="connsiteY2" fmla="*/ 376591 h 550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3148" h="550456">
                  <a:moveTo>
                    <a:pt x="953148" y="338491"/>
                  </a:moveTo>
                  <a:cubicBezTo>
                    <a:pt x="-291452" y="-715609"/>
                    <a:pt x="-95872" y="1095411"/>
                    <a:pt x="305448" y="376591"/>
                  </a:cubicBezTo>
                  <a:lnTo>
                    <a:pt x="305448" y="376591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002C3E87-4C2E-E2B1-3038-E65325ABBB50}"/>
                </a:ext>
              </a:extLst>
            </p:cNvPr>
            <p:cNvGrpSpPr/>
            <p:nvPr/>
          </p:nvGrpSpPr>
          <p:grpSpPr>
            <a:xfrm flipH="1">
              <a:off x="5881883" y="1967054"/>
              <a:ext cx="911362" cy="1527043"/>
              <a:chOff x="2788371" y="2113465"/>
              <a:chExt cx="673395" cy="1128314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453FEED8-A1CF-59D2-3CA7-54AD64ED7358}"/>
                  </a:ext>
                </a:extLst>
              </p:cNvPr>
              <p:cNvGrpSpPr/>
              <p:nvPr/>
            </p:nvGrpSpPr>
            <p:grpSpPr>
              <a:xfrm>
                <a:off x="2788371" y="2649802"/>
                <a:ext cx="673395" cy="591977"/>
                <a:chOff x="2788371" y="2649802"/>
                <a:chExt cx="673395" cy="591977"/>
              </a:xfrm>
            </p:grpSpPr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CF0DCDAE-7E4E-BD8F-8782-01A8EF9B1D62}"/>
                    </a:ext>
                  </a:extLst>
                </p:cNvPr>
                <p:cNvSpPr/>
                <p:nvPr/>
              </p:nvSpPr>
              <p:spPr>
                <a:xfrm>
                  <a:off x="2869789" y="2649802"/>
                  <a:ext cx="591977" cy="591977"/>
                </a:xfrm>
                <a:prstGeom prst="ellipse">
                  <a:avLst/>
                </a:prstGeom>
                <a:solidFill>
                  <a:sysClr val="windowText" lastClr="000000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60BA87E0-6F7E-3EDE-F68D-DFDEEAC11535}"/>
                    </a:ext>
                  </a:extLst>
                </p:cNvPr>
                <p:cNvSpPr/>
                <p:nvPr/>
              </p:nvSpPr>
              <p:spPr>
                <a:xfrm>
                  <a:off x="3088412" y="2760492"/>
                  <a:ext cx="235165" cy="235165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1" name="Oval 120">
                  <a:extLst>
                    <a:ext uri="{FF2B5EF4-FFF2-40B4-BE49-F238E27FC236}">
                      <a16:creationId xmlns:a16="http://schemas.microsoft.com/office/drawing/2014/main" id="{FFD9121D-86B0-886F-2620-F61740B42B8B}"/>
                    </a:ext>
                  </a:extLst>
                </p:cNvPr>
                <p:cNvSpPr/>
                <p:nvPr/>
              </p:nvSpPr>
              <p:spPr>
                <a:xfrm>
                  <a:off x="2983650" y="2984939"/>
                  <a:ext cx="137167" cy="137167"/>
                </a:xfrm>
                <a:prstGeom prst="ellipse">
                  <a:avLst/>
                </a:prstGeom>
                <a:solidFill>
                  <a:sysClr val="window" lastClr="FFFFFF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2" name="Freeform: Shape 121">
                  <a:extLst>
                    <a:ext uri="{FF2B5EF4-FFF2-40B4-BE49-F238E27FC236}">
                      <a16:creationId xmlns:a16="http://schemas.microsoft.com/office/drawing/2014/main" id="{AB3EB568-D12F-9E61-8A56-2DD0546B8320}"/>
                    </a:ext>
                  </a:extLst>
                </p:cNvPr>
                <p:cNvSpPr/>
                <p:nvPr/>
              </p:nvSpPr>
              <p:spPr>
                <a:xfrm>
                  <a:off x="2819399" y="309562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3" name="Freeform: Shape 122">
                  <a:extLst>
                    <a:ext uri="{FF2B5EF4-FFF2-40B4-BE49-F238E27FC236}">
                      <a16:creationId xmlns:a16="http://schemas.microsoft.com/office/drawing/2014/main" id="{F16213F6-ABAC-4A91-2EB1-8D261A6B5998}"/>
                    </a:ext>
                  </a:extLst>
                </p:cNvPr>
                <p:cNvSpPr/>
                <p:nvPr/>
              </p:nvSpPr>
              <p:spPr>
                <a:xfrm>
                  <a:off x="2796740" y="3018505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24" name="Freeform: Shape 123">
                  <a:extLst>
                    <a:ext uri="{FF2B5EF4-FFF2-40B4-BE49-F238E27FC236}">
                      <a16:creationId xmlns:a16="http://schemas.microsoft.com/office/drawing/2014/main" id="{9CD439EC-AD70-11B8-5308-CC5363B21B50}"/>
                    </a:ext>
                  </a:extLst>
                </p:cNvPr>
                <p:cNvSpPr/>
                <p:nvPr/>
              </p:nvSpPr>
              <p:spPr>
                <a:xfrm rot="1872416">
                  <a:off x="2788371" y="2943707"/>
                  <a:ext cx="98425" cy="22174"/>
                </a:xfrm>
                <a:custGeom>
                  <a:avLst/>
                  <a:gdLst>
                    <a:gd name="connsiteX0" fmla="*/ 76200 w 76200"/>
                    <a:gd name="connsiteY0" fmla="*/ 0 h 19050"/>
                    <a:gd name="connsiteX1" fmla="*/ 0 w 76200"/>
                    <a:gd name="connsiteY1" fmla="*/ 19050 h 19050"/>
                    <a:gd name="connsiteX2" fmla="*/ 0 w 76200"/>
                    <a:gd name="connsiteY2" fmla="*/ 19050 h 19050"/>
                    <a:gd name="connsiteX0" fmla="*/ 98425 w 98425"/>
                    <a:gd name="connsiteY0" fmla="*/ 0 h 19050"/>
                    <a:gd name="connsiteX1" fmla="*/ 22225 w 98425"/>
                    <a:gd name="connsiteY1" fmla="*/ 19050 h 19050"/>
                    <a:gd name="connsiteX2" fmla="*/ 0 w 98425"/>
                    <a:gd name="connsiteY2" fmla="*/ 9525 h 19050"/>
                    <a:gd name="connsiteX0" fmla="*/ 98425 w 98425"/>
                    <a:gd name="connsiteY0" fmla="*/ 0 h 9525"/>
                    <a:gd name="connsiteX1" fmla="*/ 0 w 98425"/>
                    <a:gd name="connsiteY1" fmla="*/ 9525 h 9525"/>
                    <a:gd name="connsiteX0" fmla="*/ 10000 w 10000"/>
                    <a:gd name="connsiteY0" fmla="*/ 0 h 18813"/>
                    <a:gd name="connsiteX1" fmla="*/ 0 w 10000"/>
                    <a:gd name="connsiteY1" fmla="*/ 10000 h 18813"/>
                    <a:gd name="connsiteX0" fmla="*/ 10000 w 10000"/>
                    <a:gd name="connsiteY0" fmla="*/ 0 h 23280"/>
                    <a:gd name="connsiteX1" fmla="*/ 0 w 10000"/>
                    <a:gd name="connsiteY1" fmla="*/ 10000 h 23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00" h="23280">
                      <a:moveTo>
                        <a:pt x="10000" y="0"/>
                      </a:moveTo>
                      <a:cubicBezTo>
                        <a:pt x="6990" y="23334"/>
                        <a:pt x="3978" y="33333"/>
                        <a:pt x="0" y="10000"/>
                      </a:cubicBezTo>
                    </a:path>
                  </a:pathLst>
                </a:cu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8" name="Arc 117">
                <a:extLst>
                  <a:ext uri="{FF2B5EF4-FFF2-40B4-BE49-F238E27FC236}">
                    <a16:creationId xmlns:a16="http://schemas.microsoft.com/office/drawing/2014/main" id="{FD81597C-D701-C785-8DC1-92449CDECF02}"/>
                  </a:ext>
                </a:extLst>
              </p:cNvPr>
              <p:cNvSpPr/>
              <p:nvPr/>
            </p:nvSpPr>
            <p:spPr>
              <a:xfrm rot="18311906">
                <a:off x="2957096" y="2113465"/>
                <a:ext cx="314714" cy="314714"/>
              </a:xfrm>
              <a:prstGeom prst="arc">
                <a:avLst>
                  <a:gd name="adj1" fmla="val 14674233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C60A47F7-7DEB-CC1C-C009-F35D4319A2F2}"/>
                </a:ext>
              </a:extLst>
            </p:cNvPr>
            <p:cNvSpPr/>
            <p:nvPr/>
          </p:nvSpPr>
          <p:spPr>
            <a:xfrm>
              <a:off x="3940442" y="4296350"/>
              <a:ext cx="2829705" cy="990212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5" name="Rectangle 1">
              <a:extLst>
                <a:ext uri="{FF2B5EF4-FFF2-40B4-BE49-F238E27FC236}">
                  <a16:creationId xmlns:a16="http://schemas.microsoft.com/office/drawing/2014/main" id="{398F4FA4-919E-C341-F34F-E9B6000A18CA}"/>
                </a:ext>
              </a:extLst>
            </p:cNvPr>
            <p:cNvSpPr/>
            <p:nvPr/>
          </p:nvSpPr>
          <p:spPr>
            <a:xfrm>
              <a:off x="3407412" y="3777044"/>
              <a:ext cx="3917950" cy="580825"/>
            </a:xfrm>
            <a:custGeom>
              <a:avLst/>
              <a:gdLst>
                <a:gd name="connsiteX0" fmla="*/ 0 w 1409700"/>
                <a:gd name="connsiteY0" fmla="*/ 0 h 114300"/>
                <a:gd name="connsiteX1" fmla="*/ 1409700 w 1409700"/>
                <a:gd name="connsiteY1" fmla="*/ 0 h 114300"/>
                <a:gd name="connsiteX2" fmla="*/ 1409700 w 1409700"/>
                <a:gd name="connsiteY2" fmla="*/ 114300 h 114300"/>
                <a:gd name="connsiteX3" fmla="*/ 0 w 1409700"/>
                <a:gd name="connsiteY3" fmla="*/ 114300 h 114300"/>
                <a:gd name="connsiteX4" fmla="*/ 0 w 1409700"/>
                <a:gd name="connsiteY4" fmla="*/ 0 h 114300"/>
                <a:gd name="connsiteX0" fmla="*/ 0 w 2108200"/>
                <a:gd name="connsiteY0" fmla="*/ 0 h 457200"/>
                <a:gd name="connsiteX1" fmla="*/ 2108200 w 2108200"/>
                <a:gd name="connsiteY1" fmla="*/ 342900 h 457200"/>
                <a:gd name="connsiteX2" fmla="*/ 2108200 w 2108200"/>
                <a:gd name="connsiteY2" fmla="*/ 457200 h 457200"/>
                <a:gd name="connsiteX3" fmla="*/ 698500 w 2108200"/>
                <a:gd name="connsiteY3" fmla="*/ 457200 h 457200"/>
                <a:gd name="connsiteX4" fmla="*/ 0 w 2108200"/>
                <a:gd name="connsiteY4" fmla="*/ 0 h 457200"/>
                <a:gd name="connsiteX0" fmla="*/ 482600 w 2590800"/>
                <a:gd name="connsiteY0" fmla="*/ 0 h 457200"/>
                <a:gd name="connsiteX1" fmla="*/ 2590800 w 2590800"/>
                <a:gd name="connsiteY1" fmla="*/ 342900 h 457200"/>
                <a:gd name="connsiteX2" fmla="*/ 2590800 w 2590800"/>
                <a:gd name="connsiteY2" fmla="*/ 457200 h 457200"/>
                <a:gd name="connsiteX3" fmla="*/ 0 w 2590800"/>
                <a:gd name="connsiteY3" fmla="*/ 292100 h 457200"/>
                <a:gd name="connsiteX4" fmla="*/ 482600 w 2590800"/>
                <a:gd name="connsiteY4" fmla="*/ 0 h 457200"/>
                <a:gd name="connsiteX0" fmla="*/ 482600 w 3340100"/>
                <a:gd name="connsiteY0" fmla="*/ 12700 h 469900"/>
                <a:gd name="connsiteX1" fmla="*/ 3340100 w 3340100"/>
                <a:gd name="connsiteY1" fmla="*/ 0 h 469900"/>
                <a:gd name="connsiteX2" fmla="*/ 2590800 w 3340100"/>
                <a:gd name="connsiteY2" fmla="*/ 469900 h 469900"/>
                <a:gd name="connsiteX3" fmla="*/ 0 w 3340100"/>
                <a:gd name="connsiteY3" fmla="*/ 304800 h 469900"/>
                <a:gd name="connsiteX4" fmla="*/ 482600 w 3340100"/>
                <a:gd name="connsiteY4" fmla="*/ 12700 h 469900"/>
                <a:gd name="connsiteX0" fmla="*/ 482600 w 3937000"/>
                <a:gd name="connsiteY0" fmla="*/ 12700 h 304800"/>
                <a:gd name="connsiteX1" fmla="*/ 3340100 w 3937000"/>
                <a:gd name="connsiteY1" fmla="*/ 0 h 304800"/>
                <a:gd name="connsiteX2" fmla="*/ 3937000 w 3937000"/>
                <a:gd name="connsiteY2" fmla="*/ 292100 h 304800"/>
                <a:gd name="connsiteX3" fmla="*/ 0 w 3937000"/>
                <a:gd name="connsiteY3" fmla="*/ 304800 h 304800"/>
                <a:gd name="connsiteX4" fmla="*/ 482600 w 3937000"/>
                <a:gd name="connsiteY4" fmla="*/ 12700 h 304800"/>
                <a:gd name="connsiteX0" fmla="*/ 482600 w 3937000"/>
                <a:gd name="connsiteY0" fmla="*/ 12700 h 527781"/>
                <a:gd name="connsiteX1" fmla="*/ 3340100 w 3937000"/>
                <a:gd name="connsiteY1" fmla="*/ 0 h 527781"/>
                <a:gd name="connsiteX2" fmla="*/ 3937000 w 3937000"/>
                <a:gd name="connsiteY2" fmla="*/ 292100 h 527781"/>
                <a:gd name="connsiteX3" fmla="*/ 0 w 3937000"/>
                <a:gd name="connsiteY3" fmla="*/ 304800 h 527781"/>
                <a:gd name="connsiteX4" fmla="*/ 482600 w 3937000"/>
                <a:gd name="connsiteY4" fmla="*/ 12700 h 527781"/>
                <a:gd name="connsiteX0" fmla="*/ 482600 w 3937000"/>
                <a:gd name="connsiteY0" fmla="*/ 12700 h 703525"/>
                <a:gd name="connsiteX1" fmla="*/ 3340100 w 3937000"/>
                <a:gd name="connsiteY1" fmla="*/ 0 h 703525"/>
                <a:gd name="connsiteX2" fmla="*/ 3937000 w 3937000"/>
                <a:gd name="connsiteY2" fmla="*/ 292100 h 703525"/>
                <a:gd name="connsiteX3" fmla="*/ 0 w 3937000"/>
                <a:gd name="connsiteY3" fmla="*/ 304800 h 703525"/>
                <a:gd name="connsiteX4" fmla="*/ 482600 w 3937000"/>
                <a:gd name="connsiteY4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873500"/>
                <a:gd name="connsiteY0" fmla="*/ 12700 h 703525"/>
                <a:gd name="connsiteX1" fmla="*/ 1943100 w 3873500"/>
                <a:gd name="connsiteY1" fmla="*/ 406400 h 703525"/>
                <a:gd name="connsiteX2" fmla="*/ 3340100 w 3873500"/>
                <a:gd name="connsiteY2" fmla="*/ 0 h 703525"/>
                <a:gd name="connsiteX3" fmla="*/ 3873500 w 3873500"/>
                <a:gd name="connsiteY3" fmla="*/ 292100 h 703525"/>
                <a:gd name="connsiteX4" fmla="*/ 0 w 3873500"/>
                <a:gd name="connsiteY4" fmla="*/ 304800 h 703525"/>
                <a:gd name="connsiteX5" fmla="*/ 482600 w 3873500"/>
                <a:gd name="connsiteY5" fmla="*/ 12700 h 703525"/>
                <a:gd name="connsiteX0" fmla="*/ 482600 w 3892550"/>
                <a:gd name="connsiteY0" fmla="*/ 12700 h 691532"/>
                <a:gd name="connsiteX1" fmla="*/ 1943100 w 3892550"/>
                <a:gd name="connsiteY1" fmla="*/ 406400 h 691532"/>
                <a:gd name="connsiteX2" fmla="*/ 3340100 w 3892550"/>
                <a:gd name="connsiteY2" fmla="*/ 0 h 691532"/>
                <a:gd name="connsiteX3" fmla="*/ 3892550 w 3892550"/>
                <a:gd name="connsiteY3" fmla="*/ 266700 h 691532"/>
                <a:gd name="connsiteX4" fmla="*/ 0 w 3892550"/>
                <a:gd name="connsiteY4" fmla="*/ 304800 h 691532"/>
                <a:gd name="connsiteX5" fmla="*/ 482600 w 3892550"/>
                <a:gd name="connsiteY5" fmla="*/ 12700 h 691532"/>
                <a:gd name="connsiteX0" fmla="*/ 482600 w 3917950"/>
                <a:gd name="connsiteY0" fmla="*/ 12700 h 709688"/>
                <a:gd name="connsiteX1" fmla="*/ 1943100 w 3917950"/>
                <a:gd name="connsiteY1" fmla="*/ 406400 h 709688"/>
                <a:gd name="connsiteX2" fmla="*/ 3340100 w 3917950"/>
                <a:gd name="connsiteY2" fmla="*/ 0 h 709688"/>
                <a:gd name="connsiteX3" fmla="*/ 3917950 w 3917950"/>
                <a:gd name="connsiteY3" fmla="*/ 304800 h 709688"/>
                <a:gd name="connsiteX4" fmla="*/ 0 w 3917950"/>
                <a:gd name="connsiteY4" fmla="*/ 304800 h 709688"/>
                <a:gd name="connsiteX5" fmla="*/ 482600 w 3917950"/>
                <a:gd name="connsiteY5" fmla="*/ 12700 h 709688"/>
                <a:gd name="connsiteX0" fmla="*/ 482600 w 3917950"/>
                <a:gd name="connsiteY0" fmla="*/ 12700 h 688604"/>
                <a:gd name="connsiteX1" fmla="*/ 1943100 w 3917950"/>
                <a:gd name="connsiteY1" fmla="*/ 406400 h 688604"/>
                <a:gd name="connsiteX2" fmla="*/ 3340100 w 3917950"/>
                <a:gd name="connsiteY2" fmla="*/ 0 h 688604"/>
                <a:gd name="connsiteX3" fmla="*/ 3917950 w 3917950"/>
                <a:gd name="connsiteY3" fmla="*/ 260350 h 688604"/>
                <a:gd name="connsiteX4" fmla="*/ 0 w 3917950"/>
                <a:gd name="connsiteY4" fmla="*/ 304800 h 688604"/>
                <a:gd name="connsiteX5" fmla="*/ 482600 w 3917950"/>
                <a:gd name="connsiteY5" fmla="*/ 12700 h 688604"/>
                <a:gd name="connsiteX0" fmla="*/ 482600 w 3917950"/>
                <a:gd name="connsiteY0" fmla="*/ 12700 h 592578"/>
                <a:gd name="connsiteX1" fmla="*/ 1943100 w 3917950"/>
                <a:gd name="connsiteY1" fmla="*/ 406400 h 592578"/>
                <a:gd name="connsiteX2" fmla="*/ 3340100 w 3917950"/>
                <a:gd name="connsiteY2" fmla="*/ 0 h 592578"/>
                <a:gd name="connsiteX3" fmla="*/ 3917950 w 3917950"/>
                <a:gd name="connsiteY3" fmla="*/ 260350 h 592578"/>
                <a:gd name="connsiteX4" fmla="*/ 0 w 3917950"/>
                <a:gd name="connsiteY4" fmla="*/ 304800 h 592578"/>
                <a:gd name="connsiteX5" fmla="*/ 482600 w 3917950"/>
                <a:gd name="connsiteY5" fmla="*/ 12700 h 592578"/>
                <a:gd name="connsiteX0" fmla="*/ 482600 w 3917950"/>
                <a:gd name="connsiteY0" fmla="*/ 12700 h 589158"/>
                <a:gd name="connsiteX1" fmla="*/ 1943100 w 3917950"/>
                <a:gd name="connsiteY1" fmla="*/ 406400 h 589158"/>
                <a:gd name="connsiteX2" fmla="*/ 3340100 w 3917950"/>
                <a:gd name="connsiteY2" fmla="*/ 0 h 589158"/>
                <a:gd name="connsiteX3" fmla="*/ 3917950 w 3917950"/>
                <a:gd name="connsiteY3" fmla="*/ 260350 h 589158"/>
                <a:gd name="connsiteX4" fmla="*/ 0 w 3917950"/>
                <a:gd name="connsiteY4" fmla="*/ 304800 h 589158"/>
                <a:gd name="connsiteX5" fmla="*/ 482600 w 3917950"/>
                <a:gd name="connsiteY5" fmla="*/ 12700 h 589158"/>
                <a:gd name="connsiteX0" fmla="*/ 482600 w 3917950"/>
                <a:gd name="connsiteY0" fmla="*/ 12700 h 580825"/>
                <a:gd name="connsiteX1" fmla="*/ 1943100 w 3917950"/>
                <a:gd name="connsiteY1" fmla="*/ 406400 h 580825"/>
                <a:gd name="connsiteX2" fmla="*/ 3340100 w 3917950"/>
                <a:gd name="connsiteY2" fmla="*/ 0 h 580825"/>
                <a:gd name="connsiteX3" fmla="*/ 3917950 w 3917950"/>
                <a:gd name="connsiteY3" fmla="*/ 260350 h 580825"/>
                <a:gd name="connsiteX4" fmla="*/ 0 w 3917950"/>
                <a:gd name="connsiteY4" fmla="*/ 304800 h 580825"/>
                <a:gd name="connsiteX5" fmla="*/ 482600 w 3917950"/>
                <a:gd name="connsiteY5" fmla="*/ 12700 h 58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17950" h="580825">
                  <a:moveTo>
                    <a:pt x="482600" y="12700"/>
                  </a:moveTo>
                  <a:cubicBezTo>
                    <a:pt x="952500" y="8467"/>
                    <a:pt x="1638300" y="220133"/>
                    <a:pt x="1943100" y="406400"/>
                  </a:cubicBezTo>
                  <a:cubicBezTo>
                    <a:pt x="2421467" y="143933"/>
                    <a:pt x="2874433" y="33867"/>
                    <a:pt x="3340100" y="0"/>
                  </a:cubicBezTo>
                  <a:lnTo>
                    <a:pt x="3917950" y="260350"/>
                  </a:lnTo>
                  <a:cubicBezTo>
                    <a:pt x="3716867" y="436033"/>
                    <a:pt x="1159933" y="859367"/>
                    <a:pt x="0" y="304800"/>
                  </a:cubicBezTo>
                  <a:lnTo>
                    <a:pt x="482600" y="12700"/>
                  </a:lnTo>
                  <a:close/>
                </a:path>
              </a:pathLst>
            </a:custGeom>
            <a:solidFill>
              <a:schemeClr val="bg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1">
              <a:extLst>
                <a:ext uri="{FF2B5EF4-FFF2-40B4-BE49-F238E27FC236}">
                  <a16:creationId xmlns:a16="http://schemas.microsoft.com/office/drawing/2014/main" id="{DF2D3DE2-E41F-7117-0357-8D5F4DDDA407}"/>
                </a:ext>
              </a:extLst>
            </p:cNvPr>
            <p:cNvSpPr/>
            <p:nvPr/>
          </p:nvSpPr>
          <p:spPr>
            <a:xfrm>
              <a:off x="3362960" y="3995356"/>
              <a:ext cx="4006855" cy="2238370"/>
            </a:xfrm>
            <a:custGeom>
              <a:avLst/>
              <a:gdLst>
                <a:gd name="connsiteX0" fmla="*/ 0 w 1409700"/>
                <a:gd name="connsiteY0" fmla="*/ 0 h 114300"/>
                <a:gd name="connsiteX1" fmla="*/ 1409700 w 1409700"/>
                <a:gd name="connsiteY1" fmla="*/ 0 h 114300"/>
                <a:gd name="connsiteX2" fmla="*/ 1409700 w 1409700"/>
                <a:gd name="connsiteY2" fmla="*/ 114300 h 114300"/>
                <a:gd name="connsiteX3" fmla="*/ 0 w 1409700"/>
                <a:gd name="connsiteY3" fmla="*/ 114300 h 114300"/>
                <a:gd name="connsiteX4" fmla="*/ 0 w 1409700"/>
                <a:gd name="connsiteY4" fmla="*/ 0 h 114300"/>
                <a:gd name="connsiteX0" fmla="*/ 0 w 2108200"/>
                <a:gd name="connsiteY0" fmla="*/ 0 h 457200"/>
                <a:gd name="connsiteX1" fmla="*/ 2108200 w 2108200"/>
                <a:gd name="connsiteY1" fmla="*/ 342900 h 457200"/>
                <a:gd name="connsiteX2" fmla="*/ 2108200 w 2108200"/>
                <a:gd name="connsiteY2" fmla="*/ 457200 h 457200"/>
                <a:gd name="connsiteX3" fmla="*/ 698500 w 2108200"/>
                <a:gd name="connsiteY3" fmla="*/ 457200 h 457200"/>
                <a:gd name="connsiteX4" fmla="*/ 0 w 2108200"/>
                <a:gd name="connsiteY4" fmla="*/ 0 h 457200"/>
                <a:gd name="connsiteX0" fmla="*/ 482600 w 2590800"/>
                <a:gd name="connsiteY0" fmla="*/ 0 h 457200"/>
                <a:gd name="connsiteX1" fmla="*/ 2590800 w 2590800"/>
                <a:gd name="connsiteY1" fmla="*/ 342900 h 457200"/>
                <a:gd name="connsiteX2" fmla="*/ 2590800 w 2590800"/>
                <a:gd name="connsiteY2" fmla="*/ 457200 h 457200"/>
                <a:gd name="connsiteX3" fmla="*/ 0 w 2590800"/>
                <a:gd name="connsiteY3" fmla="*/ 292100 h 457200"/>
                <a:gd name="connsiteX4" fmla="*/ 482600 w 2590800"/>
                <a:gd name="connsiteY4" fmla="*/ 0 h 457200"/>
                <a:gd name="connsiteX0" fmla="*/ 482600 w 3340100"/>
                <a:gd name="connsiteY0" fmla="*/ 12700 h 469900"/>
                <a:gd name="connsiteX1" fmla="*/ 3340100 w 3340100"/>
                <a:gd name="connsiteY1" fmla="*/ 0 h 469900"/>
                <a:gd name="connsiteX2" fmla="*/ 2590800 w 3340100"/>
                <a:gd name="connsiteY2" fmla="*/ 469900 h 469900"/>
                <a:gd name="connsiteX3" fmla="*/ 0 w 3340100"/>
                <a:gd name="connsiteY3" fmla="*/ 304800 h 469900"/>
                <a:gd name="connsiteX4" fmla="*/ 482600 w 3340100"/>
                <a:gd name="connsiteY4" fmla="*/ 12700 h 469900"/>
                <a:gd name="connsiteX0" fmla="*/ 482600 w 3937000"/>
                <a:gd name="connsiteY0" fmla="*/ 12700 h 304800"/>
                <a:gd name="connsiteX1" fmla="*/ 3340100 w 3937000"/>
                <a:gd name="connsiteY1" fmla="*/ 0 h 304800"/>
                <a:gd name="connsiteX2" fmla="*/ 3937000 w 3937000"/>
                <a:gd name="connsiteY2" fmla="*/ 292100 h 304800"/>
                <a:gd name="connsiteX3" fmla="*/ 0 w 3937000"/>
                <a:gd name="connsiteY3" fmla="*/ 304800 h 304800"/>
                <a:gd name="connsiteX4" fmla="*/ 482600 w 3937000"/>
                <a:gd name="connsiteY4" fmla="*/ 12700 h 304800"/>
                <a:gd name="connsiteX0" fmla="*/ 482600 w 3937000"/>
                <a:gd name="connsiteY0" fmla="*/ 12700 h 527781"/>
                <a:gd name="connsiteX1" fmla="*/ 3340100 w 3937000"/>
                <a:gd name="connsiteY1" fmla="*/ 0 h 527781"/>
                <a:gd name="connsiteX2" fmla="*/ 3937000 w 3937000"/>
                <a:gd name="connsiteY2" fmla="*/ 292100 h 527781"/>
                <a:gd name="connsiteX3" fmla="*/ 0 w 3937000"/>
                <a:gd name="connsiteY3" fmla="*/ 304800 h 527781"/>
                <a:gd name="connsiteX4" fmla="*/ 482600 w 3937000"/>
                <a:gd name="connsiteY4" fmla="*/ 12700 h 527781"/>
                <a:gd name="connsiteX0" fmla="*/ 482600 w 3937000"/>
                <a:gd name="connsiteY0" fmla="*/ 12700 h 703525"/>
                <a:gd name="connsiteX1" fmla="*/ 3340100 w 3937000"/>
                <a:gd name="connsiteY1" fmla="*/ 0 h 703525"/>
                <a:gd name="connsiteX2" fmla="*/ 3937000 w 3937000"/>
                <a:gd name="connsiteY2" fmla="*/ 292100 h 703525"/>
                <a:gd name="connsiteX3" fmla="*/ 0 w 3937000"/>
                <a:gd name="connsiteY3" fmla="*/ 304800 h 703525"/>
                <a:gd name="connsiteX4" fmla="*/ 482600 w 3937000"/>
                <a:gd name="connsiteY4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937000"/>
                <a:gd name="connsiteY0" fmla="*/ 12700 h 703525"/>
                <a:gd name="connsiteX1" fmla="*/ 1943100 w 3937000"/>
                <a:gd name="connsiteY1" fmla="*/ 406400 h 703525"/>
                <a:gd name="connsiteX2" fmla="*/ 3340100 w 3937000"/>
                <a:gd name="connsiteY2" fmla="*/ 0 h 703525"/>
                <a:gd name="connsiteX3" fmla="*/ 3937000 w 3937000"/>
                <a:gd name="connsiteY3" fmla="*/ 292100 h 703525"/>
                <a:gd name="connsiteX4" fmla="*/ 0 w 3937000"/>
                <a:gd name="connsiteY4" fmla="*/ 304800 h 703525"/>
                <a:gd name="connsiteX5" fmla="*/ 482600 w 3937000"/>
                <a:gd name="connsiteY5" fmla="*/ 12700 h 703525"/>
                <a:gd name="connsiteX0" fmla="*/ 482600 w 3873500"/>
                <a:gd name="connsiteY0" fmla="*/ 12700 h 703525"/>
                <a:gd name="connsiteX1" fmla="*/ 1943100 w 3873500"/>
                <a:gd name="connsiteY1" fmla="*/ 406400 h 703525"/>
                <a:gd name="connsiteX2" fmla="*/ 3340100 w 3873500"/>
                <a:gd name="connsiteY2" fmla="*/ 0 h 703525"/>
                <a:gd name="connsiteX3" fmla="*/ 3873500 w 3873500"/>
                <a:gd name="connsiteY3" fmla="*/ 292100 h 703525"/>
                <a:gd name="connsiteX4" fmla="*/ 0 w 3873500"/>
                <a:gd name="connsiteY4" fmla="*/ 304800 h 703525"/>
                <a:gd name="connsiteX5" fmla="*/ 482600 w 3873500"/>
                <a:gd name="connsiteY5" fmla="*/ 12700 h 703525"/>
                <a:gd name="connsiteX0" fmla="*/ 482600 w 3892550"/>
                <a:gd name="connsiteY0" fmla="*/ 12700 h 691532"/>
                <a:gd name="connsiteX1" fmla="*/ 1943100 w 3892550"/>
                <a:gd name="connsiteY1" fmla="*/ 406400 h 691532"/>
                <a:gd name="connsiteX2" fmla="*/ 3340100 w 3892550"/>
                <a:gd name="connsiteY2" fmla="*/ 0 h 691532"/>
                <a:gd name="connsiteX3" fmla="*/ 3892550 w 3892550"/>
                <a:gd name="connsiteY3" fmla="*/ 266700 h 691532"/>
                <a:gd name="connsiteX4" fmla="*/ 0 w 3892550"/>
                <a:gd name="connsiteY4" fmla="*/ 304800 h 691532"/>
                <a:gd name="connsiteX5" fmla="*/ 482600 w 3892550"/>
                <a:gd name="connsiteY5" fmla="*/ 12700 h 691532"/>
                <a:gd name="connsiteX0" fmla="*/ 482600 w 3917950"/>
                <a:gd name="connsiteY0" fmla="*/ 12700 h 709688"/>
                <a:gd name="connsiteX1" fmla="*/ 1943100 w 3917950"/>
                <a:gd name="connsiteY1" fmla="*/ 406400 h 709688"/>
                <a:gd name="connsiteX2" fmla="*/ 3340100 w 3917950"/>
                <a:gd name="connsiteY2" fmla="*/ 0 h 709688"/>
                <a:gd name="connsiteX3" fmla="*/ 3917950 w 3917950"/>
                <a:gd name="connsiteY3" fmla="*/ 304800 h 709688"/>
                <a:gd name="connsiteX4" fmla="*/ 0 w 3917950"/>
                <a:gd name="connsiteY4" fmla="*/ 304800 h 709688"/>
                <a:gd name="connsiteX5" fmla="*/ 482600 w 3917950"/>
                <a:gd name="connsiteY5" fmla="*/ 12700 h 709688"/>
                <a:gd name="connsiteX0" fmla="*/ 482600 w 3917950"/>
                <a:gd name="connsiteY0" fmla="*/ 12700 h 688604"/>
                <a:gd name="connsiteX1" fmla="*/ 1943100 w 3917950"/>
                <a:gd name="connsiteY1" fmla="*/ 406400 h 688604"/>
                <a:gd name="connsiteX2" fmla="*/ 3340100 w 3917950"/>
                <a:gd name="connsiteY2" fmla="*/ 0 h 688604"/>
                <a:gd name="connsiteX3" fmla="*/ 3917950 w 3917950"/>
                <a:gd name="connsiteY3" fmla="*/ 260350 h 688604"/>
                <a:gd name="connsiteX4" fmla="*/ 0 w 3917950"/>
                <a:gd name="connsiteY4" fmla="*/ 304800 h 688604"/>
                <a:gd name="connsiteX5" fmla="*/ 482600 w 3917950"/>
                <a:gd name="connsiteY5" fmla="*/ 12700 h 688604"/>
                <a:gd name="connsiteX0" fmla="*/ 482600 w 3917950"/>
                <a:gd name="connsiteY0" fmla="*/ 12700 h 592578"/>
                <a:gd name="connsiteX1" fmla="*/ 1943100 w 3917950"/>
                <a:gd name="connsiteY1" fmla="*/ 406400 h 592578"/>
                <a:gd name="connsiteX2" fmla="*/ 3340100 w 3917950"/>
                <a:gd name="connsiteY2" fmla="*/ 0 h 592578"/>
                <a:gd name="connsiteX3" fmla="*/ 3917950 w 3917950"/>
                <a:gd name="connsiteY3" fmla="*/ 260350 h 592578"/>
                <a:gd name="connsiteX4" fmla="*/ 0 w 3917950"/>
                <a:gd name="connsiteY4" fmla="*/ 304800 h 592578"/>
                <a:gd name="connsiteX5" fmla="*/ 482600 w 3917950"/>
                <a:gd name="connsiteY5" fmla="*/ 12700 h 592578"/>
                <a:gd name="connsiteX0" fmla="*/ 482600 w 3917950"/>
                <a:gd name="connsiteY0" fmla="*/ 12700 h 589158"/>
                <a:gd name="connsiteX1" fmla="*/ 1943100 w 3917950"/>
                <a:gd name="connsiteY1" fmla="*/ 406400 h 589158"/>
                <a:gd name="connsiteX2" fmla="*/ 3340100 w 3917950"/>
                <a:gd name="connsiteY2" fmla="*/ 0 h 589158"/>
                <a:gd name="connsiteX3" fmla="*/ 3917950 w 3917950"/>
                <a:gd name="connsiteY3" fmla="*/ 260350 h 589158"/>
                <a:gd name="connsiteX4" fmla="*/ 0 w 3917950"/>
                <a:gd name="connsiteY4" fmla="*/ 304800 h 589158"/>
                <a:gd name="connsiteX5" fmla="*/ 482600 w 3917950"/>
                <a:gd name="connsiteY5" fmla="*/ 12700 h 589158"/>
                <a:gd name="connsiteX0" fmla="*/ 482600 w 3917950"/>
                <a:gd name="connsiteY0" fmla="*/ 12700 h 580825"/>
                <a:gd name="connsiteX1" fmla="*/ 1943100 w 3917950"/>
                <a:gd name="connsiteY1" fmla="*/ 406400 h 580825"/>
                <a:gd name="connsiteX2" fmla="*/ 3340100 w 3917950"/>
                <a:gd name="connsiteY2" fmla="*/ 0 h 580825"/>
                <a:gd name="connsiteX3" fmla="*/ 3917950 w 3917950"/>
                <a:gd name="connsiteY3" fmla="*/ 260350 h 580825"/>
                <a:gd name="connsiteX4" fmla="*/ 0 w 3917950"/>
                <a:gd name="connsiteY4" fmla="*/ 304800 h 580825"/>
                <a:gd name="connsiteX5" fmla="*/ 482600 w 3917950"/>
                <a:gd name="connsiteY5" fmla="*/ 12700 h 580825"/>
                <a:gd name="connsiteX0" fmla="*/ 273050 w 3708400"/>
                <a:gd name="connsiteY0" fmla="*/ 12700 h 1219133"/>
                <a:gd name="connsiteX1" fmla="*/ 1733550 w 3708400"/>
                <a:gd name="connsiteY1" fmla="*/ 406400 h 1219133"/>
                <a:gd name="connsiteX2" fmla="*/ 3130550 w 3708400"/>
                <a:gd name="connsiteY2" fmla="*/ 0 h 1219133"/>
                <a:gd name="connsiteX3" fmla="*/ 3708400 w 3708400"/>
                <a:gd name="connsiteY3" fmla="*/ 260350 h 1219133"/>
                <a:gd name="connsiteX4" fmla="*/ 0 w 3708400"/>
                <a:gd name="connsiteY4" fmla="*/ 1073150 h 1219133"/>
                <a:gd name="connsiteX5" fmla="*/ 273050 w 3708400"/>
                <a:gd name="connsiteY5" fmla="*/ 12700 h 1219133"/>
                <a:gd name="connsiteX0" fmla="*/ 539750 w 3975100"/>
                <a:gd name="connsiteY0" fmla="*/ 12700 h 2227368"/>
                <a:gd name="connsiteX1" fmla="*/ 2000250 w 3975100"/>
                <a:gd name="connsiteY1" fmla="*/ 406400 h 2227368"/>
                <a:gd name="connsiteX2" fmla="*/ 3397250 w 3975100"/>
                <a:gd name="connsiteY2" fmla="*/ 0 h 2227368"/>
                <a:gd name="connsiteX3" fmla="*/ 3975100 w 3975100"/>
                <a:gd name="connsiteY3" fmla="*/ 260350 h 2227368"/>
                <a:gd name="connsiteX4" fmla="*/ 0 w 3975100"/>
                <a:gd name="connsiteY4" fmla="*/ 2139950 h 2227368"/>
                <a:gd name="connsiteX5" fmla="*/ 539750 w 3975100"/>
                <a:gd name="connsiteY5" fmla="*/ 12700 h 2227368"/>
                <a:gd name="connsiteX0" fmla="*/ 0 w 3983990"/>
                <a:gd name="connsiteY0" fmla="*/ 210820 h 2227368"/>
                <a:gd name="connsiteX1" fmla="*/ 2009140 w 3983990"/>
                <a:gd name="connsiteY1" fmla="*/ 406400 h 2227368"/>
                <a:gd name="connsiteX2" fmla="*/ 3406140 w 3983990"/>
                <a:gd name="connsiteY2" fmla="*/ 0 h 2227368"/>
                <a:gd name="connsiteX3" fmla="*/ 3983990 w 3983990"/>
                <a:gd name="connsiteY3" fmla="*/ 260350 h 2227368"/>
                <a:gd name="connsiteX4" fmla="*/ 8890 w 3983990"/>
                <a:gd name="connsiteY4" fmla="*/ 2139950 h 2227368"/>
                <a:gd name="connsiteX5" fmla="*/ 0 w 3983990"/>
                <a:gd name="connsiteY5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3406140 w 3983990"/>
                <a:gd name="connsiteY2" fmla="*/ 0 h 2227368"/>
                <a:gd name="connsiteX3" fmla="*/ 3983990 w 3983990"/>
                <a:gd name="connsiteY3" fmla="*/ 260350 h 2227368"/>
                <a:gd name="connsiteX4" fmla="*/ 8890 w 3983990"/>
                <a:gd name="connsiteY4" fmla="*/ 2139950 h 2227368"/>
                <a:gd name="connsiteX5" fmla="*/ 0 w 3983990"/>
                <a:gd name="connsiteY5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51308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49022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227368"/>
                <a:gd name="connsiteX1" fmla="*/ 1811020 w 3983990"/>
                <a:gd name="connsiteY1" fmla="*/ 490220 h 2227368"/>
                <a:gd name="connsiteX2" fmla="*/ 2214880 w 3983990"/>
                <a:gd name="connsiteY2" fmla="*/ 467360 h 2227368"/>
                <a:gd name="connsiteX3" fmla="*/ 3406140 w 3983990"/>
                <a:gd name="connsiteY3" fmla="*/ 0 h 2227368"/>
                <a:gd name="connsiteX4" fmla="*/ 3983990 w 3983990"/>
                <a:gd name="connsiteY4" fmla="*/ 260350 h 2227368"/>
                <a:gd name="connsiteX5" fmla="*/ 8890 w 3983990"/>
                <a:gd name="connsiteY5" fmla="*/ 2139950 h 2227368"/>
                <a:gd name="connsiteX6" fmla="*/ 0 w 3983990"/>
                <a:gd name="connsiteY6" fmla="*/ 210820 h 2227368"/>
                <a:gd name="connsiteX0" fmla="*/ 0 w 3983990"/>
                <a:gd name="connsiteY0" fmla="*/ 210820 h 2431142"/>
                <a:gd name="connsiteX1" fmla="*/ 1811020 w 3983990"/>
                <a:gd name="connsiteY1" fmla="*/ 490220 h 2431142"/>
                <a:gd name="connsiteX2" fmla="*/ 2214880 w 3983990"/>
                <a:gd name="connsiteY2" fmla="*/ 467360 h 2431142"/>
                <a:gd name="connsiteX3" fmla="*/ 3406140 w 3983990"/>
                <a:gd name="connsiteY3" fmla="*/ 0 h 2431142"/>
                <a:gd name="connsiteX4" fmla="*/ 3983990 w 3983990"/>
                <a:gd name="connsiteY4" fmla="*/ 2142490 h 2431142"/>
                <a:gd name="connsiteX5" fmla="*/ 8890 w 3983990"/>
                <a:gd name="connsiteY5" fmla="*/ 2139950 h 2431142"/>
                <a:gd name="connsiteX6" fmla="*/ 0 w 3983990"/>
                <a:gd name="connsiteY6" fmla="*/ 210820 h 2431142"/>
                <a:gd name="connsiteX0" fmla="*/ 0 w 3985260"/>
                <a:gd name="connsiteY0" fmla="*/ 133 h 2220455"/>
                <a:gd name="connsiteX1" fmla="*/ 1811020 w 3985260"/>
                <a:gd name="connsiteY1" fmla="*/ 279533 h 2220455"/>
                <a:gd name="connsiteX2" fmla="*/ 2214880 w 3985260"/>
                <a:gd name="connsiteY2" fmla="*/ 256673 h 2220455"/>
                <a:gd name="connsiteX3" fmla="*/ 3985260 w 3985260"/>
                <a:gd name="connsiteY3" fmla="*/ 25533 h 2220455"/>
                <a:gd name="connsiteX4" fmla="*/ 3983990 w 3985260"/>
                <a:gd name="connsiteY4" fmla="*/ 1931803 h 2220455"/>
                <a:gd name="connsiteX5" fmla="*/ 8890 w 3985260"/>
                <a:gd name="connsiteY5" fmla="*/ 1929263 h 2220455"/>
                <a:gd name="connsiteX6" fmla="*/ 0 w 3985260"/>
                <a:gd name="connsiteY6" fmla="*/ 133 h 2220455"/>
                <a:gd name="connsiteX0" fmla="*/ 0 w 3985260"/>
                <a:gd name="connsiteY0" fmla="*/ 133 h 2217507"/>
                <a:gd name="connsiteX1" fmla="*/ 1811020 w 3985260"/>
                <a:gd name="connsiteY1" fmla="*/ 279533 h 2217507"/>
                <a:gd name="connsiteX2" fmla="*/ 2214880 w 3985260"/>
                <a:gd name="connsiteY2" fmla="*/ 256673 h 2217507"/>
                <a:gd name="connsiteX3" fmla="*/ 3985260 w 3985260"/>
                <a:gd name="connsiteY3" fmla="*/ 25533 h 2217507"/>
                <a:gd name="connsiteX4" fmla="*/ 3983990 w 3985260"/>
                <a:gd name="connsiteY4" fmla="*/ 1931803 h 2217507"/>
                <a:gd name="connsiteX5" fmla="*/ 1780540 w 3985260"/>
                <a:gd name="connsiteY5" fmla="*/ 2207393 h 2217507"/>
                <a:gd name="connsiteX6" fmla="*/ 8890 w 3985260"/>
                <a:gd name="connsiteY6" fmla="*/ 1929263 h 2217507"/>
                <a:gd name="connsiteX7" fmla="*/ 0 w 3985260"/>
                <a:gd name="connsiteY7" fmla="*/ 133 h 2217507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3985260"/>
                <a:gd name="connsiteY0" fmla="*/ 133 h 2238438"/>
                <a:gd name="connsiteX1" fmla="*/ 1811020 w 3985260"/>
                <a:gd name="connsiteY1" fmla="*/ 279533 h 2238438"/>
                <a:gd name="connsiteX2" fmla="*/ 2214880 w 3985260"/>
                <a:gd name="connsiteY2" fmla="*/ 256673 h 2238438"/>
                <a:gd name="connsiteX3" fmla="*/ 3985260 w 3985260"/>
                <a:gd name="connsiteY3" fmla="*/ 25533 h 2238438"/>
                <a:gd name="connsiteX4" fmla="*/ 3983990 w 3985260"/>
                <a:gd name="connsiteY4" fmla="*/ 1931803 h 2238438"/>
                <a:gd name="connsiteX5" fmla="*/ 2199640 w 3985260"/>
                <a:gd name="connsiteY5" fmla="*/ 2199773 h 2238438"/>
                <a:gd name="connsiteX6" fmla="*/ 1780540 w 3985260"/>
                <a:gd name="connsiteY6" fmla="*/ 2207393 h 2238438"/>
                <a:gd name="connsiteX7" fmla="*/ 8890 w 3985260"/>
                <a:gd name="connsiteY7" fmla="*/ 1929263 h 2238438"/>
                <a:gd name="connsiteX8" fmla="*/ 0 w 3985260"/>
                <a:gd name="connsiteY8" fmla="*/ 133 h 2238438"/>
                <a:gd name="connsiteX0" fmla="*/ 0 w 4006855"/>
                <a:gd name="connsiteY0" fmla="*/ 133 h 2238438"/>
                <a:gd name="connsiteX1" fmla="*/ 1811020 w 4006855"/>
                <a:gd name="connsiteY1" fmla="*/ 279533 h 2238438"/>
                <a:gd name="connsiteX2" fmla="*/ 2214880 w 4006855"/>
                <a:gd name="connsiteY2" fmla="*/ 256673 h 2238438"/>
                <a:gd name="connsiteX3" fmla="*/ 3985260 w 4006855"/>
                <a:gd name="connsiteY3" fmla="*/ 25533 h 2238438"/>
                <a:gd name="connsiteX4" fmla="*/ 4006850 w 4006855"/>
                <a:gd name="connsiteY4" fmla="*/ 1931803 h 2238438"/>
                <a:gd name="connsiteX5" fmla="*/ 2199640 w 4006855"/>
                <a:gd name="connsiteY5" fmla="*/ 2199773 h 2238438"/>
                <a:gd name="connsiteX6" fmla="*/ 1780540 w 4006855"/>
                <a:gd name="connsiteY6" fmla="*/ 2207393 h 2238438"/>
                <a:gd name="connsiteX7" fmla="*/ 8890 w 4006855"/>
                <a:gd name="connsiteY7" fmla="*/ 1929263 h 2238438"/>
                <a:gd name="connsiteX8" fmla="*/ 0 w 4006855"/>
                <a:gd name="connsiteY8" fmla="*/ 133 h 2238438"/>
                <a:gd name="connsiteX0" fmla="*/ 0 w 4006855"/>
                <a:gd name="connsiteY0" fmla="*/ 133 h 2238438"/>
                <a:gd name="connsiteX1" fmla="*/ 1811020 w 4006855"/>
                <a:gd name="connsiteY1" fmla="*/ 279533 h 2238438"/>
                <a:gd name="connsiteX2" fmla="*/ 2214880 w 4006855"/>
                <a:gd name="connsiteY2" fmla="*/ 256673 h 2238438"/>
                <a:gd name="connsiteX3" fmla="*/ 3985260 w 4006855"/>
                <a:gd name="connsiteY3" fmla="*/ 25533 h 2238438"/>
                <a:gd name="connsiteX4" fmla="*/ 4006850 w 4006855"/>
                <a:gd name="connsiteY4" fmla="*/ 1931803 h 2238438"/>
                <a:gd name="connsiteX5" fmla="*/ 2199640 w 4006855"/>
                <a:gd name="connsiteY5" fmla="*/ 2199773 h 2238438"/>
                <a:gd name="connsiteX6" fmla="*/ 1780540 w 4006855"/>
                <a:gd name="connsiteY6" fmla="*/ 2207393 h 2238438"/>
                <a:gd name="connsiteX7" fmla="*/ 8890 w 4006855"/>
                <a:gd name="connsiteY7" fmla="*/ 1929263 h 2238438"/>
                <a:gd name="connsiteX8" fmla="*/ 0 w 4006855"/>
                <a:gd name="connsiteY8" fmla="*/ 133 h 2238438"/>
                <a:gd name="connsiteX0" fmla="*/ 0 w 4006855"/>
                <a:gd name="connsiteY0" fmla="*/ 65 h 2238370"/>
                <a:gd name="connsiteX1" fmla="*/ 1811020 w 4006855"/>
                <a:gd name="connsiteY1" fmla="*/ 279465 h 2238370"/>
                <a:gd name="connsiteX2" fmla="*/ 2214880 w 4006855"/>
                <a:gd name="connsiteY2" fmla="*/ 256605 h 2238370"/>
                <a:gd name="connsiteX3" fmla="*/ 3985260 w 4006855"/>
                <a:gd name="connsiteY3" fmla="*/ 25465 h 2238370"/>
                <a:gd name="connsiteX4" fmla="*/ 4006850 w 4006855"/>
                <a:gd name="connsiteY4" fmla="*/ 1931735 h 2238370"/>
                <a:gd name="connsiteX5" fmla="*/ 2199640 w 4006855"/>
                <a:gd name="connsiteY5" fmla="*/ 2199705 h 2238370"/>
                <a:gd name="connsiteX6" fmla="*/ 1780540 w 4006855"/>
                <a:gd name="connsiteY6" fmla="*/ 2207325 h 2238370"/>
                <a:gd name="connsiteX7" fmla="*/ 8890 w 4006855"/>
                <a:gd name="connsiteY7" fmla="*/ 1929195 h 2238370"/>
                <a:gd name="connsiteX8" fmla="*/ 0 w 4006855"/>
                <a:gd name="connsiteY8" fmla="*/ 65 h 2238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6855" h="2238370">
                  <a:moveTo>
                    <a:pt x="0" y="65"/>
                  </a:moveTo>
                  <a:cubicBezTo>
                    <a:pt x="469900" y="-4168"/>
                    <a:pt x="1551940" y="199878"/>
                    <a:pt x="1811020" y="279465"/>
                  </a:cubicBezTo>
                  <a:cubicBezTo>
                    <a:pt x="1965536" y="186332"/>
                    <a:pt x="2048087" y="220198"/>
                    <a:pt x="2214880" y="256605"/>
                  </a:cubicBezTo>
                  <a:cubicBezTo>
                    <a:pt x="2480733" y="171092"/>
                    <a:pt x="3681518" y="38377"/>
                    <a:pt x="3985260" y="25465"/>
                  </a:cubicBezTo>
                  <a:cubicBezTo>
                    <a:pt x="3984837" y="660888"/>
                    <a:pt x="4007273" y="1296312"/>
                    <a:pt x="4006850" y="1931735"/>
                  </a:cubicBezTo>
                  <a:cubicBezTo>
                    <a:pt x="3695277" y="2043918"/>
                    <a:pt x="2566882" y="2153773"/>
                    <a:pt x="2199640" y="2199705"/>
                  </a:cubicBezTo>
                  <a:cubicBezTo>
                    <a:pt x="1832398" y="2245637"/>
                    <a:pt x="2146935" y="2253680"/>
                    <a:pt x="1780540" y="2207325"/>
                  </a:cubicBezTo>
                  <a:cubicBezTo>
                    <a:pt x="1414145" y="2160970"/>
                    <a:pt x="198967" y="2048152"/>
                    <a:pt x="8890" y="1929195"/>
                  </a:cubicBezTo>
                  <a:cubicBezTo>
                    <a:pt x="5927" y="1286152"/>
                    <a:pt x="2963" y="643108"/>
                    <a:pt x="0" y="65"/>
                  </a:cubicBezTo>
                  <a:close/>
                </a:path>
              </a:pathLst>
            </a:custGeom>
            <a:solidFill>
              <a:srgbClr val="856C8E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8C4B98B-4B58-BEA7-FCF6-39A97E8F1A37}"/>
                </a:ext>
              </a:extLst>
            </p:cNvPr>
            <p:cNvCxnSpPr>
              <a:stCxn id="106" idx="1"/>
              <a:endCxn id="106" idx="6"/>
            </p:cNvCxnSpPr>
            <p:nvPr/>
          </p:nvCxnSpPr>
          <p:spPr>
            <a:xfrm flipH="1">
              <a:off x="5143500" y="4274821"/>
              <a:ext cx="30480" cy="1927860"/>
            </a:xfrm>
            <a:prstGeom prst="line">
              <a:avLst/>
            </a:prstGeom>
            <a:ln w="38100">
              <a:solidFill>
                <a:srgbClr val="A08B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16D10108-3CCD-CCBD-2E1A-4756E465AB9D}"/>
                </a:ext>
              </a:extLst>
            </p:cNvPr>
            <p:cNvCxnSpPr>
              <a:cxnSpLocks/>
              <a:stCxn id="106" idx="2"/>
              <a:endCxn id="106" idx="5"/>
            </p:cNvCxnSpPr>
            <p:nvPr/>
          </p:nvCxnSpPr>
          <p:spPr>
            <a:xfrm flipH="1">
              <a:off x="5562600" y="4251961"/>
              <a:ext cx="15240" cy="1943100"/>
            </a:xfrm>
            <a:prstGeom prst="line">
              <a:avLst/>
            </a:prstGeom>
            <a:ln w="38100">
              <a:solidFill>
                <a:srgbClr val="A08BA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39E49C9E-DC33-4BF6-DCFB-809479D8B260}"/>
                </a:ext>
              </a:extLst>
            </p:cNvPr>
            <p:cNvGrpSpPr/>
            <p:nvPr/>
          </p:nvGrpSpPr>
          <p:grpSpPr>
            <a:xfrm>
              <a:off x="3597204" y="2235892"/>
              <a:ext cx="3540196" cy="1431996"/>
              <a:chOff x="3597204" y="2235892"/>
              <a:chExt cx="3540196" cy="1431996"/>
            </a:xfrm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3C937815-BBFE-6640-2E9D-C5BFEE878C5D}"/>
                  </a:ext>
                </a:extLst>
              </p:cNvPr>
              <p:cNvSpPr/>
              <p:nvPr/>
            </p:nvSpPr>
            <p:spPr>
              <a:xfrm>
                <a:off x="3597204" y="2235892"/>
                <a:ext cx="1431996" cy="1431996"/>
              </a:xfrm>
              <a:prstGeom prst="ellipse">
                <a:avLst/>
              </a:pr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DA0FA283-40CC-878B-3E53-9FD4BB75A690}"/>
                  </a:ext>
                </a:extLst>
              </p:cNvPr>
              <p:cNvSpPr/>
              <p:nvPr/>
            </p:nvSpPr>
            <p:spPr>
              <a:xfrm>
                <a:off x="5705404" y="2235892"/>
                <a:ext cx="1431996" cy="1431996"/>
              </a:xfrm>
              <a:prstGeom prst="ellipse">
                <a:avLst/>
              </a:pr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9BCC8C2-72B9-2267-63D1-5110EDF5B818}"/>
                  </a:ext>
                </a:extLst>
              </p:cNvPr>
              <p:cNvSpPr/>
              <p:nvPr/>
            </p:nvSpPr>
            <p:spPr>
              <a:xfrm>
                <a:off x="5012531" y="2819954"/>
                <a:ext cx="709614" cy="202645"/>
              </a:xfrm>
              <a:custGeom>
                <a:avLst/>
                <a:gdLst>
                  <a:gd name="connsiteX0" fmla="*/ 0 w 1524000"/>
                  <a:gd name="connsiteY0" fmla="*/ 12700 h 12700"/>
                  <a:gd name="connsiteX1" fmla="*/ 1524000 w 1524000"/>
                  <a:gd name="connsiteY1" fmla="*/ 0 h 12700"/>
                  <a:gd name="connsiteX2" fmla="*/ 1524000 w 1524000"/>
                  <a:gd name="connsiteY2" fmla="*/ 0 h 12700"/>
                  <a:gd name="connsiteX0" fmla="*/ 0 w 1524000"/>
                  <a:gd name="connsiteY0" fmla="*/ 173602 h 173602"/>
                  <a:gd name="connsiteX1" fmla="*/ 1524000 w 1524000"/>
                  <a:gd name="connsiteY1" fmla="*/ 160902 h 173602"/>
                  <a:gd name="connsiteX2" fmla="*/ 1524000 w 1524000"/>
                  <a:gd name="connsiteY2" fmla="*/ 160902 h 173602"/>
                  <a:gd name="connsiteX0" fmla="*/ 0 w 1524000"/>
                  <a:gd name="connsiteY0" fmla="*/ 202645 h 202645"/>
                  <a:gd name="connsiteX1" fmla="*/ 1524000 w 1524000"/>
                  <a:gd name="connsiteY1" fmla="*/ 189945 h 202645"/>
                  <a:gd name="connsiteX2" fmla="*/ 1524000 w 1524000"/>
                  <a:gd name="connsiteY2" fmla="*/ 189945 h 202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24000" h="202645">
                    <a:moveTo>
                      <a:pt x="0" y="202645"/>
                    </a:moveTo>
                    <a:cubicBezTo>
                      <a:pt x="800100" y="-182588"/>
                      <a:pt x="1066800" y="79878"/>
                      <a:pt x="1524000" y="189945"/>
                    </a:cubicBezTo>
                    <a:lnTo>
                      <a:pt x="1524000" y="189945"/>
                    </a:lnTo>
                  </a:path>
                </a:pathLst>
              </a:custGeom>
              <a:noFill/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0" name="Oval 7">
              <a:extLst>
                <a:ext uri="{FF2B5EF4-FFF2-40B4-BE49-F238E27FC236}">
                  <a16:creationId xmlns:a16="http://schemas.microsoft.com/office/drawing/2014/main" id="{725CE3D2-FAC3-0589-94E9-FFC9E479EB88}"/>
                </a:ext>
              </a:extLst>
            </p:cNvPr>
            <p:cNvSpPr/>
            <p:nvPr/>
          </p:nvSpPr>
          <p:spPr>
            <a:xfrm rot="10405169" flipH="1">
              <a:off x="3220086" y="4704583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7">
              <a:extLst>
                <a:ext uri="{FF2B5EF4-FFF2-40B4-BE49-F238E27FC236}">
                  <a16:creationId xmlns:a16="http://schemas.microsoft.com/office/drawing/2014/main" id="{91E564A1-DB5C-8395-130B-E995C6A7B7A6}"/>
                </a:ext>
              </a:extLst>
            </p:cNvPr>
            <p:cNvSpPr/>
            <p:nvPr/>
          </p:nvSpPr>
          <p:spPr>
            <a:xfrm rot="11194831">
              <a:off x="7138036" y="4719821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7">
              <a:extLst>
                <a:ext uri="{FF2B5EF4-FFF2-40B4-BE49-F238E27FC236}">
                  <a16:creationId xmlns:a16="http://schemas.microsoft.com/office/drawing/2014/main" id="{EA1AEDCC-8883-8890-F428-E50A7B214CA8}"/>
                </a:ext>
              </a:extLst>
            </p:cNvPr>
            <p:cNvSpPr/>
            <p:nvPr/>
          </p:nvSpPr>
          <p:spPr>
            <a:xfrm rot="10405169" flipH="1">
              <a:off x="4538219" y="5828069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7">
              <a:extLst>
                <a:ext uri="{FF2B5EF4-FFF2-40B4-BE49-F238E27FC236}">
                  <a16:creationId xmlns:a16="http://schemas.microsoft.com/office/drawing/2014/main" id="{B6D5BA84-980E-5E26-84DE-5B67A826B2F3}"/>
                </a:ext>
              </a:extLst>
            </p:cNvPr>
            <p:cNvSpPr/>
            <p:nvPr/>
          </p:nvSpPr>
          <p:spPr>
            <a:xfrm rot="11194831">
              <a:off x="5746161" y="5825392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09000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1790CAF7-8ABD-21A1-B6F0-723DC837DCC6}"/>
              </a:ext>
            </a:extLst>
          </p:cNvPr>
          <p:cNvGrpSpPr/>
          <p:nvPr/>
        </p:nvGrpSpPr>
        <p:grpSpPr>
          <a:xfrm>
            <a:off x="-2347653" y="1107206"/>
            <a:ext cx="5139303" cy="5865455"/>
            <a:chOff x="2852997" y="1107206"/>
            <a:chExt cx="5139303" cy="5865455"/>
          </a:xfrm>
        </p:grpSpPr>
        <p:sp>
          <p:nvSpPr>
            <p:cNvPr id="50" name="Rectangle 11">
              <a:extLst>
                <a:ext uri="{FF2B5EF4-FFF2-40B4-BE49-F238E27FC236}">
                  <a16:creationId xmlns:a16="http://schemas.microsoft.com/office/drawing/2014/main" id="{CFDE27ED-6317-9193-6374-94C13557B214}"/>
                </a:ext>
              </a:extLst>
            </p:cNvPr>
            <p:cNvSpPr/>
            <p:nvPr/>
          </p:nvSpPr>
          <p:spPr>
            <a:xfrm rot="16896686">
              <a:off x="5500743" y="6148141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Rectangle 11">
              <a:extLst>
                <a:ext uri="{FF2B5EF4-FFF2-40B4-BE49-F238E27FC236}">
                  <a16:creationId xmlns:a16="http://schemas.microsoft.com/office/drawing/2014/main" id="{3F34DCB5-67CF-3CEB-0129-C90804092A61}"/>
                </a:ext>
              </a:extLst>
            </p:cNvPr>
            <p:cNvSpPr/>
            <p:nvPr/>
          </p:nvSpPr>
          <p:spPr>
            <a:xfrm rot="4703314" flipH="1">
              <a:off x="4531121" y="6148142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A1451CD-B984-DD79-F747-592293CCC484}"/>
                </a:ext>
              </a:extLst>
            </p:cNvPr>
            <p:cNvGrpSpPr/>
            <p:nvPr/>
          </p:nvGrpSpPr>
          <p:grpSpPr>
            <a:xfrm>
              <a:off x="3122927" y="1107206"/>
              <a:ext cx="4869373" cy="5172289"/>
              <a:chOff x="1972933" y="1435578"/>
              <a:chExt cx="3597923" cy="3821744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03CA70B-FBE1-38C4-2D33-9D381BB66E96}"/>
                  </a:ext>
                </a:extLst>
              </p:cNvPr>
              <p:cNvGrpSpPr/>
              <p:nvPr/>
            </p:nvGrpSpPr>
            <p:grpSpPr>
              <a:xfrm flipH="1">
                <a:off x="4184113" y="3409016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70190C6-E458-D8D0-E64B-E6ABC2AC2998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AF258259-CD4E-4C71-9E6C-C1692092DF31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D769724-20D8-3C67-72BB-779CF7F6EAAD}"/>
                  </a:ext>
                </a:extLst>
              </p:cNvPr>
              <p:cNvGrpSpPr/>
              <p:nvPr/>
            </p:nvGrpSpPr>
            <p:grpSpPr>
              <a:xfrm>
                <a:off x="2075062" y="3426729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1719E3D-7CEC-5BA9-9BD2-5D1A7CB0D433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8B8F5F9C-29E1-86CE-7B33-3F34C9704F8F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2" name="Rectangle 24">
                <a:extLst>
                  <a:ext uri="{FF2B5EF4-FFF2-40B4-BE49-F238E27FC236}">
                    <a16:creationId xmlns:a16="http://schemas.microsoft.com/office/drawing/2014/main" id="{214C3457-58EE-F728-F8D4-46814AC11B03}"/>
                  </a:ext>
                </a:extLst>
              </p:cNvPr>
              <p:cNvSpPr/>
              <p:nvPr/>
            </p:nvSpPr>
            <p:spPr>
              <a:xfrm>
                <a:off x="2718281" y="3278849"/>
                <a:ext cx="2090836" cy="1978473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 8">
                <a:extLst>
                  <a:ext uri="{FF2B5EF4-FFF2-40B4-BE49-F238E27FC236}">
                    <a16:creationId xmlns:a16="http://schemas.microsoft.com/office/drawing/2014/main" id="{AA2272FB-8AB4-AE50-F7F4-560C19A898BB}"/>
                  </a:ext>
                </a:extLst>
              </p:cNvPr>
              <p:cNvSpPr/>
              <p:nvPr/>
            </p:nvSpPr>
            <p:spPr>
              <a:xfrm>
                <a:off x="2262595" y="1435578"/>
                <a:ext cx="3004414" cy="2586398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1BDB5CDF-9DE6-23F9-F724-60BF2AEDB6C1}"/>
                  </a:ext>
                </a:extLst>
              </p:cNvPr>
              <p:cNvSpPr/>
              <p:nvPr/>
            </p:nvSpPr>
            <p:spPr>
              <a:xfrm>
                <a:off x="1972933" y="1596988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Arc 24">
                <a:extLst>
                  <a:ext uri="{FF2B5EF4-FFF2-40B4-BE49-F238E27FC236}">
                    <a16:creationId xmlns:a16="http://schemas.microsoft.com/office/drawing/2014/main" id="{34A8F5FF-FEE2-47AC-042C-D24043424D76}"/>
                  </a:ext>
                </a:extLst>
              </p:cNvPr>
              <p:cNvSpPr/>
              <p:nvPr/>
            </p:nvSpPr>
            <p:spPr>
              <a:xfrm rot="9500543">
                <a:off x="3601913" y="3244281"/>
                <a:ext cx="314714" cy="314714"/>
              </a:xfrm>
              <a:prstGeom prst="arc">
                <a:avLst>
                  <a:gd name="adj1" fmla="val 12939651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FF0D8A3-044C-936B-0F86-0107049BA54E}"/>
                  </a:ext>
                </a:extLst>
              </p:cNvPr>
              <p:cNvGrpSpPr/>
              <p:nvPr/>
            </p:nvGrpSpPr>
            <p:grpSpPr>
              <a:xfrm>
                <a:off x="2788371" y="2413698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83BFC7D2-7DEE-A759-A494-2E5A7EBB80BB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5AB37696-E647-622B-680E-45A2651F2D5F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Oval 40">
                    <a:extLst>
                      <a:ext uri="{FF2B5EF4-FFF2-40B4-BE49-F238E27FC236}">
                        <a16:creationId xmlns:a16="http://schemas.microsoft.com/office/drawing/2014/main" id="{FEBFFCEA-F487-4F86-4A96-ADD31E4BCAC1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8F032C6B-8171-CD9F-A980-24C472A89089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3" name="Freeform: Shape 42">
                    <a:extLst>
                      <a:ext uri="{FF2B5EF4-FFF2-40B4-BE49-F238E27FC236}">
                        <a16:creationId xmlns:a16="http://schemas.microsoft.com/office/drawing/2014/main" id="{78BADFE7-09AE-12E2-337B-2DA824EE0365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4" name="Freeform: Shape 43">
                    <a:extLst>
                      <a:ext uri="{FF2B5EF4-FFF2-40B4-BE49-F238E27FC236}">
                        <a16:creationId xmlns:a16="http://schemas.microsoft.com/office/drawing/2014/main" id="{67B338C8-9C01-3136-8291-C8AA9EC8F914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5" name="Freeform: Shape 44">
                    <a:extLst>
                      <a:ext uri="{FF2B5EF4-FFF2-40B4-BE49-F238E27FC236}">
                        <a16:creationId xmlns:a16="http://schemas.microsoft.com/office/drawing/2014/main" id="{37D5A74D-4296-C1FA-F1E4-72DC919A2919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9" name="Arc 38">
                  <a:extLst>
                    <a:ext uri="{FF2B5EF4-FFF2-40B4-BE49-F238E27FC236}">
                      <a16:creationId xmlns:a16="http://schemas.microsoft.com/office/drawing/2014/main" id="{B6EBAE25-294B-0D36-DF51-0DCD2E1CE4F0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40D3CF6-9389-2189-B32B-7367313BD9D4}"/>
                  </a:ext>
                </a:extLst>
              </p:cNvPr>
              <p:cNvSpPr/>
              <p:nvPr/>
            </p:nvSpPr>
            <p:spPr>
              <a:xfrm flipH="1">
                <a:off x="4617708" y="1534361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1C29A26-96CD-3D0F-E4E5-8B52992B7A2F}"/>
                  </a:ext>
                </a:extLst>
              </p:cNvPr>
              <p:cNvGrpSpPr/>
              <p:nvPr/>
            </p:nvGrpSpPr>
            <p:grpSpPr>
              <a:xfrm flipH="1">
                <a:off x="4045924" y="2420364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58DA972B-D91E-43C7-D647-BC0BEC345EBE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583F866D-9837-F973-FC13-6CB1443955C2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2ED7F450-0D65-D263-586F-0783898B0346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936CA919-EF39-9075-551D-B17EEE9B8FB3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5" name="Freeform: Shape 34">
                    <a:extLst>
                      <a:ext uri="{FF2B5EF4-FFF2-40B4-BE49-F238E27FC236}">
                        <a16:creationId xmlns:a16="http://schemas.microsoft.com/office/drawing/2014/main" id="{A61F584B-FE77-EAB2-B8DD-30709BD62571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6" name="Freeform: Shape 35">
                    <a:extLst>
                      <a:ext uri="{FF2B5EF4-FFF2-40B4-BE49-F238E27FC236}">
                        <a16:creationId xmlns:a16="http://schemas.microsoft.com/office/drawing/2014/main" id="{ECC927BF-F55A-3405-D9B8-0178CE880F24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Freeform: Shape 36">
                    <a:extLst>
                      <a:ext uri="{FF2B5EF4-FFF2-40B4-BE49-F238E27FC236}">
                        <a16:creationId xmlns:a16="http://schemas.microsoft.com/office/drawing/2014/main" id="{27ED6E3F-7334-B455-B315-0A3F56BF45B9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1" name="Arc 30">
                  <a:extLst>
                    <a:ext uri="{FF2B5EF4-FFF2-40B4-BE49-F238E27FC236}">
                      <a16:creationId xmlns:a16="http://schemas.microsoft.com/office/drawing/2014/main" id="{37922EDA-714F-2AB0-5E4A-5CD888C13681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D387C42-DDD4-2A25-5ED3-3EE6DDB403DC}"/>
                  </a:ext>
                </a:extLst>
              </p:cNvPr>
              <p:cNvSpPr/>
              <p:nvPr/>
            </p:nvSpPr>
            <p:spPr>
              <a:xfrm>
                <a:off x="2718281" y="4027937"/>
                <a:ext cx="2090836" cy="731656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5F5A74D-C258-8391-900C-008CBA07A66D}"/>
                </a:ext>
              </a:extLst>
            </p:cNvPr>
            <p:cNvGrpSpPr/>
            <p:nvPr/>
          </p:nvGrpSpPr>
          <p:grpSpPr>
            <a:xfrm>
              <a:off x="2852997" y="2946950"/>
              <a:ext cx="1781855" cy="3937507"/>
              <a:chOff x="2815804" y="2972804"/>
              <a:chExt cx="1781855" cy="3937507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A9CE580-9BA5-8E3E-733F-34079F878349}"/>
                  </a:ext>
                </a:extLst>
              </p:cNvPr>
              <p:cNvSpPr/>
              <p:nvPr/>
            </p:nvSpPr>
            <p:spPr>
              <a:xfrm rot="20870169">
                <a:off x="3155812" y="3707155"/>
                <a:ext cx="1133549" cy="2773631"/>
              </a:xfrm>
              <a:custGeom>
                <a:avLst/>
                <a:gdLst>
                  <a:gd name="connsiteX0" fmla="*/ 0 w 1133549"/>
                  <a:gd name="connsiteY0" fmla="*/ 0 h 2677171"/>
                  <a:gd name="connsiteX1" fmla="*/ 1133549 w 1133549"/>
                  <a:gd name="connsiteY1" fmla="*/ 0 h 2677171"/>
                  <a:gd name="connsiteX2" fmla="*/ 1133549 w 1133549"/>
                  <a:gd name="connsiteY2" fmla="*/ 2677171 h 2677171"/>
                  <a:gd name="connsiteX3" fmla="*/ 0 w 1133549"/>
                  <a:gd name="connsiteY3" fmla="*/ 2677171 h 2677171"/>
                  <a:gd name="connsiteX4" fmla="*/ 0 w 1133549"/>
                  <a:gd name="connsiteY4" fmla="*/ 0 h 2677171"/>
                  <a:gd name="connsiteX0" fmla="*/ 0 w 1133549"/>
                  <a:gd name="connsiteY0" fmla="*/ 62556 h 2739727"/>
                  <a:gd name="connsiteX1" fmla="*/ 564557 w 1133549"/>
                  <a:gd name="connsiteY1" fmla="*/ 0 h 2739727"/>
                  <a:gd name="connsiteX2" fmla="*/ 1133549 w 1133549"/>
                  <a:gd name="connsiteY2" fmla="*/ 62556 h 2739727"/>
                  <a:gd name="connsiteX3" fmla="*/ 1133549 w 1133549"/>
                  <a:gd name="connsiteY3" fmla="*/ 2739727 h 2739727"/>
                  <a:gd name="connsiteX4" fmla="*/ 0 w 1133549"/>
                  <a:gd name="connsiteY4" fmla="*/ 2739727 h 2739727"/>
                  <a:gd name="connsiteX5" fmla="*/ 0 w 1133549"/>
                  <a:gd name="connsiteY5" fmla="*/ 62556 h 2739727"/>
                  <a:gd name="connsiteX0" fmla="*/ 0 w 1133549"/>
                  <a:gd name="connsiteY0" fmla="*/ 62556 h 2739727"/>
                  <a:gd name="connsiteX1" fmla="*/ 564557 w 1133549"/>
                  <a:gd name="connsiteY1" fmla="*/ 0 h 2739727"/>
                  <a:gd name="connsiteX2" fmla="*/ 1133549 w 1133549"/>
                  <a:gd name="connsiteY2" fmla="*/ 62556 h 2739727"/>
                  <a:gd name="connsiteX3" fmla="*/ 1133549 w 1133549"/>
                  <a:gd name="connsiteY3" fmla="*/ 2739727 h 2739727"/>
                  <a:gd name="connsiteX4" fmla="*/ 0 w 1133549"/>
                  <a:gd name="connsiteY4" fmla="*/ 2739727 h 2739727"/>
                  <a:gd name="connsiteX5" fmla="*/ 0 w 1133549"/>
                  <a:gd name="connsiteY5" fmla="*/ 62556 h 2739727"/>
                  <a:gd name="connsiteX0" fmla="*/ 0 w 1133549"/>
                  <a:gd name="connsiteY0" fmla="*/ 67509 h 2744680"/>
                  <a:gd name="connsiteX1" fmla="*/ 564557 w 1133549"/>
                  <a:gd name="connsiteY1" fmla="*/ 4953 h 2744680"/>
                  <a:gd name="connsiteX2" fmla="*/ 1133549 w 1133549"/>
                  <a:gd name="connsiteY2" fmla="*/ 67509 h 2744680"/>
                  <a:gd name="connsiteX3" fmla="*/ 1133549 w 1133549"/>
                  <a:gd name="connsiteY3" fmla="*/ 2744680 h 2744680"/>
                  <a:gd name="connsiteX4" fmla="*/ 0 w 1133549"/>
                  <a:gd name="connsiteY4" fmla="*/ 2744680 h 2744680"/>
                  <a:gd name="connsiteX5" fmla="*/ 0 w 1133549"/>
                  <a:gd name="connsiteY5" fmla="*/ 67509 h 2744680"/>
                  <a:gd name="connsiteX0" fmla="*/ 0 w 1133549"/>
                  <a:gd name="connsiteY0" fmla="*/ 93998 h 2771169"/>
                  <a:gd name="connsiteX1" fmla="*/ 564557 w 1133549"/>
                  <a:gd name="connsiteY1" fmla="*/ 31442 h 2771169"/>
                  <a:gd name="connsiteX2" fmla="*/ 1133549 w 1133549"/>
                  <a:gd name="connsiteY2" fmla="*/ 93998 h 2771169"/>
                  <a:gd name="connsiteX3" fmla="*/ 1133549 w 1133549"/>
                  <a:gd name="connsiteY3" fmla="*/ 2771169 h 2771169"/>
                  <a:gd name="connsiteX4" fmla="*/ 0 w 1133549"/>
                  <a:gd name="connsiteY4" fmla="*/ 2771169 h 2771169"/>
                  <a:gd name="connsiteX5" fmla="*/ 0 w 1133549"/>
                  <a:gd name="connsiteY5" fmla="*/ 93998 h 2771169"/>
                  <a:gd name="connsiteX0" fmla="*/ 0 w 1133549"/>
                  <a:gd name="connsiteY0" fmla="*/ 96460 h 2773631"/>
                  <a:gd name="connsiteX1" fmla="*/ 564557 w 1133549"/>
                  <a:gd name="connsiteY1" fmla="*/ 33904 h 2773631"/>
                  <a:gd name="connsiteX2" fmla="*/ 1133549 w 1133549"/>
                  <a:gd name="connsiteY2" fmla="*/ 96460 h 2773631"/>
                  <a:gd name="connsiteX3" fmla="*/ 1133549 w 1133549"/>
                  <a:gd name="connsiteY3" fmla="*/ 2773631 h 2773631"/>
                  <a:gd name="connsiteX4" fmla="*/ 0 w 1133549"/>
                  <a:gd name="connsiteY4" fmla="*/ 2773631 h 2773631"/>
                  <a:gd name="connsiteX5" fmla="*/ 0 w 1133549"/>
                  <a:gd name="connsiteY5" fmla="*/ 96460 h 2773631"/>
                  <a:gd name="connsiteX0" fmla="*/ 0 w 1133549"/>
                  <a:gd name="connsiteY0" fmla="*/ 96460 h 2773631"/>
                  <a:gd name="connsiteX1" fmla="*/ 564557 w 1133549"/>
                  <a:gd name="connsiteY1" fmla="*/ 33904 h 2773631"/>
                  <a:gd name="connsiteX2" fmla="*/ 1133549 w 1133549"/>
                  <a:gd name="connsiteY2" fmla="*/ 96460 h 2773631"/>
                  <a:gd name="connsiteX3" fmla="*/ 1133549 w 1133549"/>
                  <a:gd name="connsiteY3" fmla="*/ 2773631 h 2773631"/>
                  <a:gd name="connsiteX4" fmla="*/ 0 w 1133549"/>
                  <a:gd name="connsiteY4" fmla="*/ 2773631 h 2773631"/>
                  <a:gd name="connsiteX5" fmla="*/ 0 w 1133549"/>
                  <a:gd name="connsiteY5" fmla="*/ 96460 h 2773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3549" h="2773631">
                    <a:moveTo>
                      <a:pt x="0" y="96460"/>
                    </a:moveTo>
                    <a:cubicBezTo>
                      <a:pt x="101329" y="-43799"/>
                      <a:pt x="376247" y="35242"/>
                      <a:pt x="564557" y="33904"/>
                    </a:cubicBezTo>
                    <a:cubicBezTo>
                      <a:pt x="754221" y="54756"/>
                      <a:pt x="1005510" y="-89744"/>
                      <a:pt x="1133549" y="96460"/>
                    </a:cubicBezTo>
                    <a:lnTo>
                      <a:pt x="1133549" y="2773631"/>
                    </a:lnTo>
                    <a:lnTo>
                      <a:pt x="0" y="2773631"/>
                    </a:lnTo>
                    <a:lnTo>
                      <a:pt x="0" y="96460"/>
                    </a:lnTo>
                    <a:close/>
                  </a:path>
                </a:pathLst>
              </a:custGeom>
              <a:solidFill>
                <a:srgbClr val="FF7F50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: Top Corners Rounded 5">
                <a:extLst>
                  <a:ext uri="{FF2B5EF4-FFF2-40B4-BE49-F238E27FC236}">
                    <a16:creationId xmlns:a16="http://schemas.microsoft.com/office/drawing/2014/main" id="{FB08026A-AD86-186F-BB73-FFA29C097884}"/>
                  </a:ext>
                </a:extLst>
              </p:cNvPr>
              <p:cNvSpPr/>
              <p:nvPr/>
            </p:nvSpPr>
            <p:spPr>
              <a:xfrm rot="10079629">
                <a:off x="3463280" y="6137527"/>
                <a:ext cx="1134379" cy="772784"/>
              </a:xfrm>
              <a:prstGeom prst="round2SameRect">
                <a:avLst>
                  <a:gd name="adj1" fmla="val 18134"/>
                  <a:gd name="adj2" fmla="val 0"/>
                </a:avLst>
              </a:prstGeom>
              <a:solidFill>
                <a:srgbClr val="FC7093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57BE5F3-EEDE-683E-37BC-9725025E5089}"/>
                  </a:ext>
                </a:extLst>
              </p:cNvPr>
              <p:cNvSpPr/>
              <p:nvPr/>
            </p:nvSpPr>
            <p:spPr>
              <a:xfrm rot="20870169">
                <a:off x="3432242" y="6158881"/>
                <a:ext cx="1117635" cy="292936"/>
              </a:xfrm>
              <a:prstGeom prst="rect">
                <a:avLst/>
              </a:prstGeom>
              <a:solidFill>
                <a:srgbClr val="856C8E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EBD297C-2A96-40DB-9E90-645DB4955A2C}"/>
                  </a:ext>
                </a:extLst>
              </p:cNvPr>
              <p:cNvSpPr/>
              <p:nvPr/>
            </p:nvSpPr>
            <p:spPr>
              <a:xfrm rot="20870169">
                <a:off x="2815804" y="2972804"/>
                <a:ext cx="1116082" cy="1020430"/>
              </a:xfrm>
              <a:custGeom>
                <a:avLst/>
                <a:gdLst>
                  <a:gd name="connsiteX0" fmla="*/ 0 w 1133549"/>
                  <a:gd name="connsiteY0" fmla="*/ 0 h 2649672"/>
                  <a:gd name="connsiteX1" fmla="*/ 1133549 w 1133549"/>
                  <a:gd name="connsiteY1" fmla="*/ 0 h 2649672"/>
                  <a:gd name="connsiteX2" fmla="*/ 1133549 w 1133549"/>
                  <a:gd name="connsiteY2" fmla="*/ 2649672 h 2649672"/>
                  <a:gd name="connsiteX3" fmla="*/ 0 w 1133549"/>
                  <a:gd name="connsiteY3" fmla="*/ 2649672 h 2649672"/>
                  <a:gd name="connsiteX4" fmla="*/ 0 w 1133549"/>
                  <a:gd name="connsiteY4" fmla="*/ 0 h 2649672"/>
                  <a:gd name="connsiteX0" fmla="*/ 509086 w 1133549"/>
                  <a:gd name="connsiteY0" fmla="*/ 0 h 3338928"/>
                  <a:gd name="connsiteX1" fmla="*/ 1133549 w 1133549"/>
                  <a:gd name="connsiteY1" fmla="*/ 689256 h 3338928"/>
                  <a:gd name="connsiteX2" fmla="*/ 1133549 w 1133549"/>
                  <a:gd name="connsiteY2" fmla="*/ 3338928 h 3338928"/>
                  <a:gd name="connsiteX3" fmla="*/ 0 w 1133549"/>
                  <a:gd name="connsiteY3" fmla="*/ 3338928 h 3338928"/>
                  <a:gd name="connsiteX4" fmla="*/ 509086 w 1133549"/>
                  <a:gd name="connsiteY4" fmla="*/ 0 h 3338928"/>
                  <a:gd name="connsiteX0" fmla="*/ 516720 w 1141183"/>
                  <a:gd name="connsiteY0" fmla="*/ 0 h 3338928"/>
                  <a:gd name="connsiteX1" fmla="*/ 1141183 w 1141183"/>
                  <a:gd name="connsiteY1" fmla="*/ 689256 h 3338928"/>
                  <a:gd name="connsiteX2" fmla="*/ 1141183 w 1141183"/>
                  <a:gd name="connsiteY2" fmla="*/ 3338928 h 3338928"/>
                  <a:gd name="connsiteX3" fmla="*/ 0 w 1141183"/>
                  <a:gd name="connsiteY3" fmla="*/ 842880 h 3338928"/>
                  <a:gd name="connsiteX4" fmla="*/ 516720 w 1141183"/>
                  <a:gd name="connsiteY4" fmla="*/ 0 h 3338928"/>
                  <a:gd name="connsiteX0" fmla="*/ 516720 w 1141183"/>
                  <a:gd name="connsiteY0" fmla="*/ 0 h 886706"/>
                  <a:gd name="connsiteX1" fmla="*/ 1141183 w 1141183"/>
                  <a:gd name="connsiteY1" fmla="*/ 689256 h 886706"/>
                  <a:gd name="connsiteX2" fmla="*/ 1065640 w 1141183"/>
                  <a:gd name="connsiteY2" fmla="*/ 886706 h 886706"/>
                  <a:gd name="connsiteX3" fmla="*/ 0 w 1141183"/>
                  <a:gd name="connsiteY3" fmla="*/ 842880 h 886706"/>
                  <a:gd name="connsiteX4" fmla="*/ 516720 w 1141183"/>
                  <a:gd name="connsiteY4" fmla="*/ 0 h 886706"/>
                  <a:gd name="connsiteX0" fmla="*/ 516720 w 1065640"/>
                  <a:gd name="connsiteY0" fmla="*/ 0 h 886706"/>
                  <a:gd name="connsiteX1" fmla="*/ 1065640 w 1065640"/>
                  <a:gd name="connsiteY1" fmla="*/ 886706 h 886706"/>
                  <a:gd name="connsiteX2" fmla="*/ 0 w 1065640"/>
                  <a:gd name="connsiteY2" fmla="*/ 842880 h 886706"/>
                  <a:gd name="connsiteX3" fmla="*/ 516720 w 1065640"/>
                  <a:gd name="connsiteY3" fmla="*/ 0 h 886706"/>
                  <a:gd name="connsiteX0" fmla="*/ 516720 w 1103367"/>
                  <a:gd name="connsiteY0" fmla="*/ 0 h 862359"/>
                  <a:gd name="connsiteX1" fmla="*/ 1103367 w 1103367"/>
                  <a:gd name="connsiteY1" fmla="*/ 862359 h 862359"/>
                  <a:gd name="connsiteX2" fmla="*/ 0 w 1103367"/>
                  <a:gd name="connsiteY2" fmla="*/ 842880 h 862359"/>
                  <a:gd name="connsiteX3" fmla="*/ 516720 w 1103367"/>
                  <a:gd name="connsiteY3" fmla="*/ 0 h 862359"/>
                  <a:gd name="connsiteX0" fmla="*/ 537163 w 1103367"/>
                  <a:gd name="connsiteY0" fmla="*/ 0 h 896928"/>
                  <a:gd name="connsiteX1" fmla="*/ 1103367 w 1103367"/>
                  <a:gd name="connsiteY1" fmla="*/ 896928 h 896928"/>
                  <a:gd name="connsiteX2" fmla="*/ 0 w 1103367"/>
                  <a:gd name="connsiteY2" fmla="*/ 877449 h 896928"/>
                  <a:gd name="connsiteX3" fmla="*/ 537163 w 1103367"/>
                  <a:gd name="connsiteY3" fmla="*/ 0 h 896928"/>
                  <a:gd name="connsiteX0" fmla="*/ 537163 w 1103367"/>
                  <a:gd name="connsiteY0" fmla="*/ 0 h 1012859"/>
                  <a:gd name="connsiteX1" fmla="*/ 1103367 w 1103367"/>
                  <a:gd name="connsiteY1" fmla="*/ 896928 h 1012859"/>
                  <a:gd name="connsiteX2" fmla="*/ 250193 w 1103367"/>
                  <a:gd name="connsiteY2" fmla="*/ 1012576 h 1012859"/>
                  <a:gd name="connsiteX3" fmla="*/ 0 w 1103367"/>
                  <a:gd name="connsiteY3" fmla="*/ 877449 h 1012859"/>
                  <a:gd name="connsiteX4" fmla="*/ 537163 w 1103367"/>
                  <a:gd name="connsiteY4" fmla="*/ 0 h 1012859"/>
                  <a:gd name="connsiteX0" fmla="*/ 537163 w 1107746"/>
                  <a:gd name="connsiteY0" fmla="*/ 0 h 1027320"/>
                  <a:gd name="connsiteX1" fmla="*/ 1103367 w 1107746"/>
                  <a:gd name="connsiteY1" fmla="*/ 896928 h 1027320"/>
                  <a:gd name="connsiteX2" fmla="*/ 820531 w 1107746"/>
                  <a:gd name="connsiteY2" fmla="*/ 1018587 h 1027320"/>
                  <a:gd name="connsiteX3" fmla="*/ 250193 w 1107746"/>
                  <a:gd name="connsiteY3" fmla="*/ 1012576 h 1027320"/>
                  <a:gd name="connsiteX4" fmla="*/ 0 w 1107746"/>
                  <a:gd name="connsiteY4" fmla="*/ 877449 h 1027320"/>
                  <a:gd name="connsiteX5" fmla="*/ 537163 w 1107746"/>
                  <a:gd name="connsiteY5" fmla="*/ 0 h 1027320"/>
                  <a:gd name="connsiteX0" fmla="*/ 537163 w 1107746"/>
                  <a:gd name="connsiteY0" fmla="*/ 0 h 1020430"/>
                  <a:gd name="connsiteX1" fmla="*/ 1103367 w 1107746"/>
                  <a:gd name="connsiteY1" fmla="*/ 896928 h 1020430"/>
                  <a:gd name="connsiteX2" fmla="*/ 820531 w 1107746"/>
                  <a:gd name="connsiteY2" fmla="*/ 1018587 h 1020430"/>
                  <a:gd name="connsiteX3" fmla="*/ 536436 w 1107746"/>
                  <a:gd name="connsiteY3" fmla="*/ 859913 h 1020430"/>
                  <a:gd name="connsiteX4" fmla="*/ 250193 w 1107746"/>
                  <a:gd name="connsiteY4" fmla="*/ 1012576 h 1020430"/>
                  <a:gd name="connsiteX5" fmla="*/ 0 w 1107746"/>
                  <a:gd name="connsiteY5" fmla="*/ 877449 h 1020430"/>
                  <a:gd name="connsiteX6" fmla="*/ 537163 w 1107746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59252 w 1125456"/>
                  <a:gd name="connsiteY0" fmla="*/ 0 h 1020430"/>
                  <a:gd name="connsiteX1" fmla="*/ 1125456 w 1125456"/>
                  <a:gd name="connsiteY1" fmla="*/ 896928 h 1020430"/>
                  <a:gd name="connsiteX2" fmla="*/ 842620 w 1125456"/>
                  <a:gd name="connsiteY2" fmla="*/ 1018587 h 1020430"/>
                  <a:gd name="connsiteX3" fmla="*/ 558525 w 1125456"/>
                  <a:gd name="connsiteY3" fmla="*/ 859913 h 1020430"/>
                  <a:gd name="connsiteX4" fmla="*/ 272282 w 1125456"/>
                  <a:gd name="connsiteY4" fmla="*/ 1012576 h 1020430"/>
                  <a:gd name="connsiteX5" fmla="*/ 0 w 1125456"/>
                  <a:gd name="connsiteY5" fmla="*/ 862785 h 1020430"/>
                  <a:gd name="connsiteX6" fmla="*/ 559252 w 1125456"/>
                  <a:gd name="connsiteY6" fmla="*/ 0 h 1020430"/>
                  <a:gd name="connsiteX0" fmla="*/ 529859 w 1096063"/>
                  <a:gd name="connsiteY0" fmla="*/ 0 h 1020430"/>
                  <a:gd name="connsiteX1" fmla="*/ 1096063 w 1096063"/>
                  <a:gd name="connsiteY1" fmla="*/ 896928 h 1020430"/>
                  <a:gd name="connsiteX2" fmla="*/ 813227 w 1096063"/>
                  <a:gd name="connsiteY2" fmla="*/ 1018587 h 1020430"/>
                  <a:gd name="connsiteX3" fmla="*/ 529132 w 1096063"/>
                  <a:gd name="connsiteY3" fmla="*/ 859913 h 1020430"/>
                  <a:gd name="connsiteX4" fmla="*/ 242889 w 1096063"/>
                  <a:gd name="connsiteY4" fmla="*/ 1012576 h 1020430"/>
                  <a:gd name="connsiteX5" fmla="*/ 0 w 1096063"/>
                  <a:gd name="connsiteY5" fmla="*/ 872579 h 1020430"/>
                  <a:gd name="connsiteX6" fmla="*/ 529859 w 1096063"/>
                  <a:gd name="connsiteY6" fmla="*/ 0 h 1020430"/>
                  <a:gd name="connsiteX0" fmla="*/ 534986 w 1101190"/>
                  <a:gd name="connsiteY0" fmla="*/ 0 h 1020430"/>
                  <a:gd name="connsiteX1" fmla="*/ 1101190 w 1101190"/>
                  <a:gd name="connsiteY1" fmla="*/ 896928 h 1020430"/>
                  <a:gd name="connsiteX2" fmla="*/ 818354 w 1101190"/>
                  <a:gd name="connsiteY2" fmla="*/ 1018587 h 1020430"/>
                  <a:gd name="connsiteX3" fmla="*/ 534259 w 1101190"/>
                  <a:gd name="connsiteY3" fmla="*/ 859913 h 1020430"/>
                  <a:gd name="connsiteX4" fmla="*/ 248016 w 1101190"/>
                  <a:gd name="connsiteY4" fmla="*/ 1012576 h 1020430"/>
                  <a:gd name="connsiteX5" fmla="*/ 0 w 1101190"/>
                  <a:gd name="connsiteY5" fmla="*/ 851950 h 1020430"/>
                  <a:gd name="connsiteX6" fmla="*/ 534986 w 1101190"/>
                  <a:gd name="connsiteY6" fmla="*/ 0 h 1020430"/>
                  <a:gd name="connsiteX0" fmla="*/ 534986 w 1107665"/>
                  <a:gd name="connsiteY0" fmla="*/ 0 h 1020430"/>
                  <a:gd name="connsiteX1" fmla="*/ 1107665 w 1107665"/>
                  <a:gd name="connsiteY1" fmla="*/ 865891 h 1020430"/>
                  <a:gd name="connsiteX2" fmla="*/ 818354 w 1107665"/>
                  <a:gd name="connsiteY2" fmla="*/ 1018587 h 1020430"/>
                  <a:gd name="connsiteX3" fmla="*/ 534259 w 1107665"/>
                  <a:gd name="connsiteY3" fmla="*/ 859913 h 1020430"/>
                  <a:gd name="connsiteX4" fmla="*/ 248016 w 1107665"/>
                  <a:gd name="connsiteY4" fmla="*/ 1012576 h 1020430"/>
                  <a:gd name="connsiteX5" fmla="*/ 0 w 1107665"/>
                  <a:gd name="connsiteY5" fmla="*/ 851950 h 1020430"/>
                  <a:gd name="connsiteX6" fmla="*/ 534986 w 1107665"/>
                  <a:gd name="connsiteY6" fmla="*/ 0 h 1020430"/>
                  <a:gd name="connsiteX0" fmla="*/ 534986 w 1092644"/>
                  <a:gd name="connsiteY0" fmla="*/ 0 h 1020430"/>
                  <a:gd name="connsiteX1" fmla="*/ 1092644 w 1092644"/>
                  <a:gd name="connsiteY1" fmla="*/ 862546 h 1020430"/>
                  <a:gd name="connsiteX2" fmla="*/ 818354 w 1092644"/>
                  <a:gd name="connsiteY2" fmla="*/ 1018587 h 1020430"/>
                  <a:gd name="connsiteX3" fmla="*/ 534259 w 1092644"/>
                  <a:gd name="connsiteY3" fmla="*/ 859913 h 1020430"/>
                  <a:gd name="connsiteX4" fmla="*/ 248016 w 1092644"/>
                  <a:gd name="connsiteY4" fmla="*/ 1012576 h 1020430"/>
                  <a:gd name="connsiteX5" fmla="*/ 0 w 1092644"/>
                  <a:gd name="connsiteY5" fmla="*/ 851950 h 1020430"/>
                  <a:gd name="connsiteX6" fmla="*/ 534986 w 1092644"/>
                  <a:gd name="connsiteY6" fmla="*/ 0 h 1020430"/>
                  <a:gd name="connsiteX0" fmla="*/ 534986 w 1082984"/>
                  <a:gd name="connsiteY0" fmla="*/ 0 h 1020430"/>
                  <a:gd name="connsiteX1" fmla="*/ 1082984 w 1082984"/>
                  <a:gd name="connsiteY1" fmla="*/ 863643 h 1020430"/>
                  <a:gd name="connsiteX2" fmla="*/ 818354 w 1082984"/>
                  <a:gd name="connsiteY2" fmla="*/ 1018587 h 1020430"/>
                  <a:gd name="connsiteX3" fmla="*/ 534259 w 1082984"/>
                  <a:gd name="connsiteY3" fmla="*/ 859913 h 1020430"/>
                  <a:gd name="connsiteX4" fmla="*/ 248016 w 1082984"/>
                  <a:gd name="connsiteY4" fmla="*/ 1012576 h 1020430"/>
                  <a:gd name="connsiteX5" fmla="*/ 0 w 1082984"/>
                  <a:gd name="connsiteY5" fmla="*/ 851950 h 1020430"/>
                  <a:gd name="connsiteX6" fmla="*/ 534986 w 1082984"/>
                  <a:gd name="connsiteY6" fmla="*/ 0 h 1020430"/>
                  <a:gd name="connsiteX0" fmla="*/ 534986 w 1089226"/>
                  <a:gd name="connsiteY0" fmla="*/ 0 h 1020430"/>
                  <a:gd name="connsiteX1" fmla="*/ 1089226 w 1089226"/>
                  <a:gd name="connsiteY1" fmla="*/ 848794 h 1020430"/>
                  <a:gd name="connsiteX2" fmla="*/ 818354 w 1089226"/>
                  <a:gd name="connsiteY2" fmla="*/ 1018587 h 1020430"/>
                  <a:gd name="connsiteX3" fmla="*/ 534259 w 1089226"/>
                  <a:gd name="connsiteY3" fmla="*/ 859913 h 1020430"/>
                  <a:gd name="connsiteX4" fmla="*/ 248016 w 1089226"/>
                  <a:gd name="connsiteY4" fmla="*/ 1012576 h 1020430"/>
                  <a:gd name="connsiteX5" fmla="*/ 0 w 1089226"/>
                  <a:gd name="connsiteY5" fmla="*/ 851950 h 1020430"/>
                  <a:gd name="connsiteX6" fmla="*/ 534986 w 1089226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213" h="1020430">
                    <a:moveTo>
                      <a:pt x="534986" y="0"/>
                    </a:moveTo>
                    <a:lnTo>
                      <a:pt x="1080213" y="846787"/>
                    </a:lnTo>
                    <a:cubicBezTo>
                      <a:pt x="1060921" y="872332"/>
                      <a:pt x="906942" y="1004126"/>
                      <a:pt x="818354" y="1018587"/>
                    </a:cubicBezTo>
                    <a:cubicBezTo>
                      <a:pt x="723241" y="1040432"/>
                      <a:pt x="629315" y="860915"/>
                      <a:pt x="534259" y="859913"/>
                    </a:cubicBezTo>
                    <a:cubicBezTo>
                      <a:pt x="439203" y="858911"/>
                      <a:pt x="336797" y="1037667"/>
                      <a:pt x="248016" y="1012576"/>
                    </a:cubicBezTo>
                    <a:cubicBezTo>
                      <a:pt x="171946" y="1002727"/>
                      <a:pt x="15704" y="910065"/>
                      <a:pt x="0" y="851950"/>
                    </a:cubicBezTo>
                    <a:lnTo>
                      <a:pt x="534986" y="0"/>
                    </a:lnTo>
                    <a:close/>
                  </a:path>
                </a:pathLst>
              </a:custGeom>
              <a:solidFill>
                <a:srgbClr val="FF2D2D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400EF5F-C099-5D27-A57B-DB300D73E671}"/>
                  </a:ext>
                </a:extLst>
              </p:cNvPr>
              <p:cNvSpPr/>
              <p:nvPr/>
            </p:nvSpPr>
            <p:spPr>
              <a:xfrm>
                <a:off x="3130104" y="2981550"/>
                <a:ext cx="387796" cy="415312"/>
              </a:xfrm>
              <a:custGeom>
                <a:avLst/>
                <a:gdLst>
                  <a:gd name="connsiteX0" fmla="*/ 140278 w 424000"/>
                  <a:gd name="connsiteY0" fmla="*/ 0 h 415312"/>
                  <a:gd name="connsiteX1" fmla="*/ 424000 w 424000"/>
                  <a:gd name="connsiteY1" fmla="*/ 289456 h 415312"/>
                  <a:gd name="connsiteX2" fmla="*/ 366099 w 424000"/>
                  <a:gd name="connsiteY2" fmla="*/ 337230 h 415312"/>
                  <a:gd name="connsiteX3" fmla="*/ 110474 w 424000"/>
                  <a:gd name="connsiteY3" fmla="*/ 415312 h 415312"/>
                  <a:gd name="connsiteX4" fmla="*/ 18332 w 424000"/>
                  <a:gd name="connsiteY4" fmla="*/ 406023 h 415312"/>
                  <a:gd name="connsiteX5" fmla="*/ 0 w 424000"/>
                  <a:gd name="connsiteY5" fmla="*/ 400333 h 415312"/>
                  <a:gd name="connsiteX6" fmla="*/ 140278 w 424000"/>
                  <a:gd name="connsiteY6" fmla="*/ 0 h 415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4000" h="415312">
                    <a:moveTo>
                      <a:pt x="140278" y="0"/>
                    </a:moveTo>
                    <a:lnTo>
                      <a:pt x="424000" y="289456"/>
                    </a:lnTo>
                    <a:lnTo>
                      <a:pt x="366099" y="337230"/>
                    </a:lnTo>
                    <a:cubicBezTo>
                      <a:pt x="293130" y="386527"/>
                      <a:pt x="205163" y="415312"/>
                      <a:pt x="110474" y="415312"/>
                    </a:cubicBezTo>
                    <a:cubicBezTo>
                      <a:pt x="78911" y="415312"/>
                      <a:pt x="48095" y="412114"/>
                      <a:pt x="18332" y="406023"/>
                    </a:cubicBezTo>
                    <a:lnTo>
                      <a:pt x="0" y="400333"/>
                    </a:lnTo>
                    <a:lnTo>
                      <a:pt x="140278" y="0"/>
                    </a:lnTo>
                    <a:close/>
                  </a:path>
                </a:pathLst>
              </a:cu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Oval 7">
              <a:extLst>
                <a:ext uri="{FF2B5EF4-FFF2-40B4-BE49-F238E27FC236}">
                  <a16:creationId xmlns:a16="http://schemas.microsoft.com/office/drawing/2014/main" id="{52D35CF6-9FA7-DA48-E0A3-6C05978D9B3A}"/>
                </a:ext>
              </a:extLst>
            </p:cNvPr>
            <p:cNvSpPr/>
            <p:nvPr/>
          </p:nvSpPr>
          <p:spPr>
            <a:xfrm rot="10405169" flipH="1">
              <a:off x="2935601" y="4845523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47466289-A1C5-C15D-8D14-D7188A54D415}"/>
                </a:ext>
              </a:extLst>
            </p:cNvPr>
            <p:cNvGrpSpPr/>
            <p:nvPr/>
          </p:nvGrpSpPr>
          <p:grpSpPr>
            <a:xfrm>
              <a:off x="6647784" y="4274275"/>
              <a:ext cx="1237860" cy="694284"/>
              <a:chOff x="12297231" y="3975594"/>
              <a:chExt cx="1237860" cy="694284"/>
            </a:xfrm>
            <a:solidFill>
              <a:schemeClr val="tx1"/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FD5EB58-15CB-31DF-4A07-92E26BBB5777}"/>
                  </a:ext>
                </a:extLst>
              </p:cNvPr>
              <p:cNvSpPr/>
              <p:nvPr/>
            </p:nvSpPr>
            <p:spPr>
              <a:xfrm>
                <a:off x="12297231" y="4354286"/>
                <a:ext cx="983342" cy="315592"/>
              </a:xfrm>
              <a:custGeom>
                <a:avLst/>
                <a:gdLst>
                  <a:gd name="connsiteX0" fmla="*/ 0 w 1074057"/>
                  <a:gd name="connsiteY0" fmla="*/ 232228 h 232228"/>
                  <a:gd name="connsiteX1" fmla="*/ 1074057 w 1074057"/>
                  <a:gd name="connsiteY1" fmla="*/ 0 h 232228"/>
                  <a:gd name="connsiteX2" fmla="*/ 1074057 w 1074057"/>
                  <a:gd name="connsiteY2" fmla="*/ 0 h 232228"/>
                  <a:gd name="connsiteX0" fmla="*/ 0 w 1074057"/>
                  <a:gd name="connsiteY0" fmla="*/ 232228 h 282427"/>
                  <a:gd name="connsiteX1" fmla="*/ 1074057 w 1074057"/>
                  <a:gd name="connsiteY1" fmla="*/ 0 h 282427"/>
                  <a:gd name="connsiteX2" fmla="*/ 1074057 w 1074057"/>
                  <a:gd name="connsiteY2" fmla="*/ 0 h 282427"/>
                  <a:gd name="connsiteX0" fmla="*/ 0 w 1059542"/>
                  <a:gd name="connsiteY0" fmla="*/ 145143 h 250894"/>
                  <a:gd name="connsiteX1" fmla="*/ 1059542 w 1059542"/>
                  <a:gd name="connsiteY1" fmla="*/ 0 h 250894"/>
                  <a:gd name="connsiteX2" fmla="*/ 1059542 w 1059542"/>
                  <a:gd name="connsiteY2" fmla="*/ 0 h 250894"/>
                  <a:gd name="connsiteX0" fmla="*/ 0 w 1059542"/>
                  <a:gd name="connsiteY0" fmla="*/ 145143 h 315592"/>
                  <a:gd name="connsiteX1" fmla="*/ 1059542 w 1059542"/>
                  <a:gd name="connsiteY1" fmla="*/ 0 h 315592"/>
                  <a:gd name="connsiteX2" fmla="*/ 1059542 w 1059542"/>
                  <a:gd name="connsiteY2" fmla="*/ 0 h 315592"/>
                  <a:gd name="connsiteX0" fmla="*/ 0 w 992867"/>
                  <a:gd name="connsiteY0" fmla="*/ 116568 h 303163"/>
                  <a:gd name="connsiteX1" fmla="*/ 992867 w 992867"/>
                  <a:gd name="connsiteY1" fmla="*/ 0 h 303163"/>
                  <a:gd name="connsiteX2" fmla="*/ 992867 w 992867"/>
                  <a:gd name="connsiteY2" fmla="*/ 0 h 303163"/>
                  <a:gd name="connsiteX0" fmla="*/ 0 w 983342"/>
                  <a:gd name="connsiteY0" fmla="*/ 145143 h 315592"/>
                  <a:gd name="connsiteX1" fmla="*/ 983342 w 983342"/>
                  <a:gd name="connsiteY1" fmla="*/ 0 h 315592"/>
                  <a:gd name="connsiteX2" fmla="*/ 983342 w 983342"/>
                  <a:gd name="connsiteY2" fmla="*/ 0 h 315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3342" h="315592">
                    <a:moveTo>
                      <a:pt x="0" y="145143"/>
                    </a:moveTo>
                    <a:cubicBezTo>
                      <a:pt x="291344" y="277284"/>
                      <a:pt x="610808" y="512838"/>
                      <a:pt x="983342" y="0"/>
                    </a:cubicBezTo>
                    <a:lnTo>
                      <a:pt x="983342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A2E374F-49FB-2D09-1C7E-416956E22CE1}"/>
                  </a:ext>
                </a:extLst>
              </p:cNvPr>
              <p:cNvSpPr/>
              <p:nvPr/>
            </p:nvSpPr>
            <p:spPr>
              <a:xfrm>
                <a:off x="13080168" y="3975594"/>
                <a:ext cx="454923" cy="425735"/>
              </a:xfrm>
              <a:custGeom>
                <a:avLst/>
                <a:gdLst>
                  <a:gd name="connsiteX0" fmla="*/ 0 w 342900"/>
                  <a:gd name="connsiteY0" fmla="*/ 0 h 454697"/>
                  <a:gd name="connsiteX1" fmla="*/ 342900 w 342900"/>
                  <a:gd name="connsiteY1" fmla="*/ 0 h 454697"/>
                  <a:gd name="connsiteX2" fmla="*/ 342900 w 342900"/>
                  <a:gd name="connsiteY2" fmla="*/ 454697 h 454697"/>
                  <a:gd name="connsiteX3" fmla="*/ 0 w 342900"/>
                  <a:gd name="connsiteY3" fmla="*/ 454697 h 454697"/>
                  <a:gd name="connsiteX4" fmla="*/ 0 w 342900"/>
                  <a:gd name="connsiteY4" fmla="*/ 0 h 454697"/>
                  <a:gd name="connsiteX0" fmla="*/ 0 w 361950"/>
                  <a:gd name="connsiteY0" fmla="*/ 6350 h 461047"/>
                  <a:gd name="connsiteX1" fmla="*/ 361950 w 361950"/>
                  <a:gd name="connsiteY1" fmla="*/ 0 h 461047"/>
                  <a:gd name="connsiteX2" fmla="*/ 342900 w 361950"/>
                  <a:gd name="connsiteY2" fmla="*/ 461047 h 461047"/>
                  <a:gd name="connsiteX3" fmla="*/ 0 w 361950"/>
                  <a:gd name="connsiteY3" fmla="*/ 461047 h 461047"/>
                  <a:gd name="connsiteX4" fmla="*/ 0 w 361950"/>
                  <a:gd name="connsiteY4" fmla="*/ 6350 h 461047"/>
                  <a:gd name="connsiteX0" fmla="*/ 212725 w 361950"/>
                  <a:gd name="connsiteY0" fmla="*/ 0 h 613447"/>
                  <a:gd name="connsiteX1" fmla="*/ 361950 w 361950"/>
                  <a:gd name="connsiteY1" fmla="*/ 152400 h 613447"/>
                  <a:gd name="connsiteX2" fmla="*/ 342900 w 361950"/>
                  <a:gd name="connsiteY2" fmla="*/ 613447 h 613447"/>
                  <a:gd name="connsiteX3" fmla="*/ 0 w 361950"/>
                  <a:gd name="connsiteY3" fmla="*/ 613447 h 613447"/>
                  <a:gd name="connsiteX4" fmla="*/ 212725 w 361950"/>
                  <a:gd name="connsiteY4" fmla="*/ 0 h 613447"/>
                  <a:gd name="connsiteX0" fmla="*/ 152400 w 301625"/>
                  <a:gd name="connsiteY0" fmla="*/ 0 h 613447"/>
                  <a:gd name="connsiteX1" fmla="*/ 301625 w 301625"/>
                  <a:gd name="connsiteY1" fmla="*/ 152400 h 613447"/>
                  <a:gd name="connsiteX2" fmla="*/ 282575 w 301625"/>
                  <a:gd name="connsiteY2" fmla="*/ 613447 h 613447"/>
                  <a:gd name="connsiteX3" fmla="*/ 0 w 301625"/>
                  <a:gd name="connsiteY3" fmla="*/ 378497 h 613447"/>
                  <a:gd name="connsiteX4" fmla="*/ 152400 w 301625"/>
                  <a:gd name="connsiteY4" fmla="*/ 0 h 613447"/>
                  <a:gd name="connsiteX0" fmla="*/ 270228 w 419453"/>
                  <a:gd name="connsiteY0" fmla="*/ 0 h 613447"/>
                  <a:gd name="connsiteX1" fmla="*/ 419453 w 419453"/>
                  <a:gd name="connsiteY1" fmla="*/ 152400 h 613447"/>
                  <a:gd name="connsiteX2" fmla="*/ 400403 w 419453"/>
                  <a:gd name="connsiteY2" fmla="*/ 613447 h 613447"/>
                  <a:gd name="connsiteX3" fmla="*/ 117828 w 419453"/>
                  <a:gd name="connsiteY3" fmla="*/ 378497 h 613447"/>
                  <a:gd name="connsiteX4" fmla="*/ 270228 w 419453"/>
                  <a:gd name="connsiteY4" fmla="*/ 0 h 613447"/>
                  <a:gd name="connsiteX0" fmla="*/ 309484 w 458709"/>
                  <a:gd name="connsiteY0" fmla="*/ 20280 h 633727"/>
                  <a:gd name="connsiteX1" fmla="*/ 458709 w 458709"/>
                  <a:gd name="connsiteY1" fmla="*/ 172680 h 633727"/>
                  <a:gd name="connsiteX2" fmla="*/ 439659 w 458709"/>
                  <a:gd name="connsiteY2" fmla="*/ 633727 h 633727"/>
                  <a:gd name="connsiteX3" fmla="*/ 157084 w 458709"/>
                  <a:gd name="connsiteY3" fmla="*/ 398777 h 633727"/>
                  <a:gd name="connsiteX4" fmla="*/ 309484 w 458709"/>
                  <a:gd name="connsiteY4" fmla="*/ 20280 h 633727"/>
                  <a:gd name="connsiteX0" fmla="*/ 309484 w 458709"/>
                  <a:gd name="connsiteY0" fmla="*/ 19654 h 633101"/>
                  <a:gd name="connsiteX1" fmla="*/ 458709 w 458709"/>
                  <a:gd name="connsiteY1" fmla="*/ 172054 h 633101"/>
                  <a:gd name="connsiteX2" fmla="*/ 439659 w 458709"/>
                  <a:gd name="connsiteY2" fmla="*/ 633101 h 633101"/>
                  <a:gd name="connsiteX3" fmla="*/ 157084 w 458709"/>
                  <a:gd name="connsiteY3" fmla="*/ 410851 h 633101"/>
                  <a:gd name="connsiteX4" fmla="*/ 309484 w 458709"/>
                  <a:gd name="connsiteY4" fmla="*/ 19654 h 633101"/>
                  <a:gd name="connsiteX0" fmla="*/ 289791 w 439016"/>
                  <a:gd name="connsiteY0" fmla="*/ 18557 h 632004"/>
                  <a:gd name="connsiteX1" fmla="*/ 439016 w 439016"/>
                  <a:gd name="connsiteY1" fmla="*/ 170957 h 632004"/>
                  <a:gd name="connsiteX2" fmla="*/ 419966 w 439016"/>
                  <a:gd name="connsiteY2" fmla="*/ 632004 h 632004"/>
                  <a:gd name="connsiteX3" fmla="*/ 137391 w 439016"/>
                  <a:gd name="connsiteY3" fmla="*/ 409754 h 632004"/>
                  <a:gd name="connsiteX4" fmla="*/ 289791 w 439016"/>
                  <a:gd name="connsiteY4" fmla="*/ 18557 h 632004"/>
                  <a:gd name="connsiteX0" fmla="*/ 289791 w 419966"/>
                  <a:gd name="connsiteY0" fmla="*/ 18557 h 632004"/>
                  <a:gd name="connsiteX1" fmla="*/ 419966 w 419966"/>
                  <a:gd name="connsiteY1" fmla="*/ 632004 h 632004"/>
                  <a:gd name="connsiteX2" fmla="*/ 137391 w 419966"/>
                  <a:gd name="connsiteY2" fmla="*/ 409754 h 632004"/>
                  <a:gd name="connsiteX3" fmla="*/ 289791 w 419966"/>
                  <a:gd name="connsiteY3" fmla="*/ 18557 h 632004"/>
                  <a:gd name="connsiteX0" fmla="*/ 289791 w 289791"/>
                  <a:gd name="connsiteY0" fmla="*/ 18557 h 409754"/>
                  <a:gd name="connsiteX1" fmla="*/ 137391 w 289791"/>
                  <a:gd name="connsiteY1" fmla="*/ 409754 h 409754"/>
                  <a:gd name="connsiteX2" fmla="*/ 289791 w 289791"/>
                  <a:gd name="connsiteY2" fmla="*/ 18557 h 409754"/>
                  <a:gd name="connsiteX0" fmla="*/ 289791 w 428248"/>
                  <a:gd name="connsiteY0" fmla="*/ 18557 h 409754"/>
                  <a:gd name="connsiteX1" fmla="*/ 137391 w 428248"/>
                  <a:gd name="connsiteY1" fmla="*/ 409754 h 409754"/>
                  <a:gd name="connsiteX2" fmla="*/ 289791 w 428248"/>
                  <a:gd name="connsiteY2" fmla="*/ 18557 h 409754"/>
                  <a:gd name="connsiteX0" fmla="*/ 289791 w 454923"/>
                  <a:gd name="connsiteY0" fmla="*/ 18557 h 425735"/>
                  <a:gd name="connsiteX1" fmla="*/ 137391 w 454923"/>
                  <a:gd name="connsiteY1" fmla="*/ 409754 h 425735"/>
                  <a:gd name="connsiteX2" fmla="*/ 289791 w 454923"/>
                  <a:gd name="connsiteY2" fmla="*/ 18557 h 425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54923" h="425735">
                    <a:moveTo>
                      <a:pt x="289791" y="18557"/>
                    </a:moveTo>
                    <a:cubicBezTo>
                      <a:pt x="654916" y="174356"/>
                      <a:pt x="327891" y="501605"/>
                      <a:pt x="137391" y="409754"/>
                    </a:cubicBezTo>
                    <a:cubicBezTo>
                      <a:pt x="-135659" y="264538"/>
                      <a:pt x="42141" y="-83877"/>
                      <a:pt x="289791" y="1855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008CB11-B88B-4C27-8088-FEB0338B8587}"/>
              </a:ext>
            </a:extLst>
          </p:cNvPr>
          <p:cNvGrpSpPr/>
          <p:nvPr/>
        </p:nvGrpSpPr>
        <p:grpSpPr>
          <a:xfrm>
            <a:off x="3107484" y="1140781"/>
            <a:ext cx="5139303" cy="5865455"/>
            <a:chOff x="2852997" y="1107206"/>
            <a:chExt cx="5139303" cy="5865455"/>
          </a:xfrm>
          <a:solidFill>
            <a:schemeClr val="bg1"/>
          </a:solidFill>
        </p:grpSpPr>
        <p:sp>
          <p:nvSpPr>
            <p:cNvPr id="57" name="Rectangle 11">
              <a:extLst>
                <a:ext uri="{FF2B5EF4-FFF2-40B4-BE49-F238E27FC236}">
                  <a16:creationId xmlns:a16="http://schemas.microsoft.com/office/drawing/2014/main" id="{43676665-5DAB-DDC5-9ECD-30AE1FF0F5A9}"/>
                </a:ext>
              </a:extLst>
            </p:cNvPr>
            <p:cNvSpPr/>
            <p:nvPr/>
          </p:nvSpPr>
          <p:spPr>
            <a:xfrm rot="16896686">
              <a:off x="5500743" y="6148141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Rectangle 11">
              <a:extLst>
                <a:ext uri="{FF2B5EF4-FFF2-40B4-BE49-F238E27FC236}">
                  <a16:creationId xmlns:a16="http://schemas.microsoft.com/office/drawing/2014/main" id="{2032C25E-57A0-6522-1FA6-3881831B41F7}"/>
                </a:ext>
              </a:extLst>
            </p:cNvPr>
            <p:cNvSpPr/>
            <p:nvPr/>
          </p:nvSpPr>
          <p:spPr>
            <a:xfrm rot="4703314" flipH="1">
              <a:off x="4531121" y="6148142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C8583C1C-531A-AE7F-3767-BDC4ABDF8B5F}"/>
                </a:ext>
              </a:extLst>
            </p:cNvPr>
            <p:cNvGrpSpPr/>
            <p:nvPr/>
          </p:nvGrpSpPr>
          <p:grpSpPr>
            <a:xfrm>
              <a:off x="3122927" y="1107206"/>
              <a:ext cx="4869373" cy="5172289"/>
              <a:chOff x="1972933" y="1435578"/>
              <a:chExt cx="3597923" cy="3821744"/>
            </a:xfrm>
            <a:grpFill/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2B489D46-AE68-ECFF-DF0E-562D81549A96}"/>
                  </a:ext>
                </a:extLst>
              </p:cNvPr>
              <p:cNvGrpSpPr/>
              <p:nvPr/>
            </p:nvGrpSpPr>
            <p:grpSpPr>
              <a:xfrm flipH="1">
                <a:off x="4184113" y="3409016"/>
                <a:ext cx="1205650" cy="1531201"/>
                <a:chOff x="1969722" y="3425409"/>
                <a:chExt cx="1205650" cy="1531201"/>
              </a:xfrm>
              <a:grpFill/>
            </p:grpSpPr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35B9C873-41D1-8F22-715E-85BA5D9E8F82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CFF0A3B5-DF21-DE76-C859-A6F872CF31A2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solidFill>
                  <a:schemeClr val="bg1"/>
                </a:solidFill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A5D7ED74-58CC-EB5C-9BFA-48C1AEA0638A}"/>
                  </a:ext>
                </a:extLst>
              </p:cNvPr>
              <p:cNvGrpSpPr/>
              <p:nvPr/>
            </p:nvGrpSpPr>
            <p:grpSpPr>
              <a:xfrm>
                <a:off x="2075062" y="3426729"/>
                <a:ext cx="1205650" cy="1531201"/>
                <a:chOff x="1969722" y="3425409"/>
                <a:chExt cx="1205650" cy="1531201"/>
              </a:xfrm>
              <a:grpFill/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57FA2278-57AE-FA11-5320-5D6274EE97DD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01E87D6B-F1CC-7E67-4F74-ED333058FEC8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2" name="Rectangle 24">
                <a:extLst>
                  <a:ext uri="{FF2B5EF4-FFF2-40B4-BE49-F238E27FC236}">
                    <a16:creationId xmlns:a16="http://schemas.microsoft.com/office/drawing/2014/main" id="{47F4C156-452C-472B-BF03-38C9317D8E8D}"/>
                  </a:ext>
                </a:extLst>
              </p:cNvPr>
              <p:cNvSpPr/>
              <p:nvPr/>
            </p:nvSpPr>
            <p:spPr>
              <a:xfrm>
                <a:off x="2718281" y="3278849"/>
                <a:ext cx="2090836" cy="1978473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3" name="Rectangle 8">
                <a:extLst>
                  <a:ext uri="{FF2B5EF4-FFF2-40B4-BE49-F238E27FC236}">
                    <a16:creationId xmlns:a16="http://schemas.microsoft.com/office/drawing/2014/main" id="{59AD4D62-FB82-7D03-D84E-11D1D8592454}"/>
                  </a:ext>
                </a:extLst>
              </p:cNvPr>
              <p:cNvSpPr/>
              <p:nvPr/>
            </p:nvSpPr>
            <p:spPr>
              <a:xfrm>
                <a:off x="2262595" y="1435578"/>
                <a:ext cx="3004414" cy="2586398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690B38CA-C88A-22F2-E99C-B3C0AAA36EDB}"/>
                  </a:ext>
                </a:extLst>
              </p:cNvPr>
              <p:cNvSpPr/>
              <p:nvPr/>
            </p:nvSpPr>
            <p:spPr>
              <a:xfrm>
                <a:off x="1972933" y="1596988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8433DAF8-A8D6-13BF-8B3E-F8818364AB51}"/>
                  </a:ext>
                </a:extLst>
              </p:cNvPr>
              <p:cNvSpPr/>
              <p:nvPr/>
            </p:nvSpPr>
            <p:spPr>
              <a:xfrm rot="9500543">
                <a:off x="3601913" y="3244281"/>
                <a:ext cx="314714" cy="314714"/>
              </a:xfrm>
              <a:prstGeom prst="arc">
                <a:avLst>
                  <a:gd name="adj1" fmla="val 12939651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006B0841-4F79-D960-9916-27CEBDB5916C}"/>
                  </a:ext>
                </a:extLst>
              </p:cNvPr>
              <p:cNvGrpSpPr/>
              <p:nvPr/>
            </p:nvGrpSpPr>
            <p:grpSpPr>
              <a:xfrm>
                <a:off x="2788371" y="2413698"/>
                <a:ext cx="673395" cy="828081"/>
                <a:chOff x="2788371" y="2413698"/>
                <a:chExt cx="673395" cy="828081"/>
              </a:xfrm>
              <a:grpFill/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18F6D6FA-7057-893F-991A-E78F5262E806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FA0595AD-FABE-B8D9-4969-741962CBC6A9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1" name="Oval 90">
                    <a:extLst>
                      <a:ext uri="{FF2B5EF4-FFF2-40B4-BE49-F238E27FC236}">
                        <a16:creationId xmlns:a16="http://schemas.microsoft.com/office/drawing/2014/main" id="{845E2C09-EA12-4A2A-4DFA-EC9606BAE166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10484B44-6746-E064-EA69-DB1DCBF5687A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3" name="Freeform: Shape 92">
                    <a:extLst>
                      <a:ext uri="{FF2B5EF4-FFF2-40B4-BE49-F238E27FC236}">
                        <a16:creationId xmlns:a16="http://schemas.microsoft.com/office/drawing/2014/main" id="{11C627DB-13A5-30AD-4A69-DE3E5FD6F635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4" name="Freeform: Shape 93">
                    <a:extLst>
                      <a:ext uri="{FF2B5EF4-FFF2-40B4-BE49-F238E27FC236}">
                        <a16:creationId xmlns:a16="http://schemas.microsoft.com/office/drawing/2014/main" id="{ED2F5F4E-DAD1-DCC3-92E3-87733AF733E7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95" name="Freeform: Shape 94">
                    <a:extLst>
                      <a:ext uri="{FF2B5EF4-FFF2-40B4-BE49-F238E27FC236}">
                        <a16:creationId xmlns:a16="http://schemas.microsoft.com/office/drawing/2014/main" id="{7980ED70-CD48-2F23-B6C1-ABC69CA5E30D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9" name="Arc 88">
                  <a:extLst>
                    <a:ext uri="{FF2B5EF4-FFF2-40B4-BE49-F238E27FC236}">
                      <a16:creationId xmlns:a16="http://schemas.microsoft.com/office/drawing/2014/main" id="{F82809EA-CFF7-2613-0353-0FF4877076B7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E59DFAA-338A-095C-2AD8-36FEAC58359C}"/>
                  </a:ext>
                </a:extLst>
              </p:cNvPr>
              <p:cNvSpPr/>
              <p:nvPr/>
            </p:nvSpPr>
            <p:spPr>
              <a:xfrm flipH="1">
                <a:off x="4617708" y="1534361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48C0D017-AF4F-4319-ACC8-7A4B9D7C8BF3}"/>
                  </a:ext>
                </a:extLst>
              </p:cNvPr>
              <p:cNvGrpSpPr/>
              <p:nvPr/>
            </p:nvGrpSpPr>
            <p:grpSpPr>
              <a:xfrm flipH="1">
                <a:off x="4045924" y="2420364"/>
                <a:ext cx="673395" cy="828081"/>
                <a:chOff x="2788371" y="2413698"/>
                <a:chExt cx="673395" cy="828081"/>
              </a:xfrm>
              <a:grpFill/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78059F3F-C9EE-6C22-AEC1-BA92C40289EF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82" name="Oval 81">
                    <a:extLst>
                      <a:ext uri="{FF2B5EF4-FFF2-40B4-BE49-F238E27FC236}">
                        <a16:creationId xmlns:a16="http://schemas.microsoft.com/office/drawing/2014/main" id="{8437D77C-28EA-5D3A-C6E0-58D40945A5BA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5FD689C0-123D-605F-3E87-E245E3D1C3B3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4" name="Oval 83">
                    <a:extLst>
                      <a:ext uri="{FF2B5EF4-FFF2-40B4-BE49-F238E27FC236}">
                        <a16:creationId xmlns:a16="http://schemas.microsoft.com/office/drawing/2014/main" id="{CDB9392B-C3F0-DDFA-F067-067927F2E5AC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5" name="Freeform: Shape 84">
                    <a:extLst>
                      <a:ext uri="{FF2B5EF4-FFF2-40B4-BE49-F238E27FC236}">
                        <a16:creationId xmlns:a16="http://schemas.microsoft.com/office/drawing/2014/main" id="{375B2924-5349-4D62-7D41-3BA3FE8D5C1C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6" name="Freeform: Shape 85">
                    <a:extLst>
                      <a:ext uri="{FF2B5EF4-FFF2-40B4-BE49-F238E27FC236}">
                        <a16:creationId xmlns:a16="http://schemas.microsoft.com/office/drawing/2014/main" id="{5982E534-B5C9-8962-E2A1-8FF40F3C6898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7" name="Freeform: Shape 86">
                    <a:extLst>
                      <a:ext uri="{FF2B5EF4-FFF2-40B4-BE49-F238E27FC236}">
                        <a16:creationId xmlns:a16="http://schemas.microsoft.com/office/drawing/2014/main" id="{A346A155-C201-22B5-04CE-2E1E40F9327A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81" name="Arc 80">
                  <a:extLst>
                    <a:ext uri="{FF2B5EF4-FFF2-40B4-BE49-F238E27FC236}">
                      <a16:creationId xmlns:a16="http://schemas.microsoft.com/office/drawing/2014/main" id="{2F6CDA6B-F7BF-2BF2-E52B-43EA9DEFF209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51EB24C9-FD44-9BDB-A386-2C7685E875F2}"/>
                  </a:ext>
                </a:extLst>
              </p:cNvPr>
              <p:cNvSpPr/>
              <p:nvPr/>
            </p:nvSpPr>
            <p:spPr>
              <a:xfrm>
                <a:off x="2718281" y="4027937"/>
                <a:ext cx="2090836" cy="731656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6F6D531-96B5-B364-5F06-7513D52B3E5F}"/>
                </a:ext>
              </a:extLst>
            </p:cNvPr>
            <p:cNvGrpSpPr/>
            <p:nvPr/>
          </p:nvGrpSpPr>
          <p:grpSpPr>
            <a:xfrm>
              <a:off x="2852997" y="2946950"/>
              <a:ext cx="1781855" cy="3937507"/>
              <a:chOff x="2815804" y="2972804"/>
              <a:chExt cx="1781855" cy="3937507"/>
            </a:xfrm>
            <a:grpFill/>
          </p:grpSpPr>
          <p:sp>
            <p:nvSpPr>
              <p:cNvPr id="65" name="Rectangle 1">
                <a:extLst>
                  <a:ext uri="{FF2B5EF4-FFF2-40B4-BE49-F238E27FC236}">
                    <a16:creationId xmlns:a16="http://schemas.microsoft.com/office/drawing/2014/main" id="{22758E2C-7803-CA42-B8C6-B606AA1063C1}"/>
                  </a:ext>
                </a:extLst>
              </p:cNvPr>
              <p:cNvSpPr/>
              <p:nvPr/>
            </p:nvSpPr>
            <p:spPr>
              <a:xfrm rot="20870169">
                <a:off x="3155812" y="3707155"/>
                <a:ext cx="1133549" cy="2773631"/>
              </a:xfrm>
              <a:custGeom>
                <a:avLst/>
                <a:gdLst>
                  <a:gd name="connsiteX0" fmla="*/ 0 w 1133549"/>
                  <a:gd name="connsiteY0" fmla="*/ 0 h 2677171"/>
                  <a:gd name="connsiteX1" fmla="*/ 1133549 w 1133549"/>
                  <a:gd name="connsiteY1" fmla="*/ 0 h 2677171"/>
                  <a:gd name="connsiteX2" fmla="*/ 1133549 w 1133549"/>
                  <a:gd name="connsiteY2" fmla="*/ 2677171 h 2677171"/>
                  <a:gd name="connsiteX3" fmla="*/ 0 w 1133549"/>
                  <a:gd name="connsiteY3" fmla="*/ 2677171 h 2677171"/>
                  <a:gd name="connsiteX4" fmla="*/ 0 w 1133549"/>
                  <a:gd name="connsiteY4" fmla="*/ 0 h 2677171"/>
                  <a:gd name="connsiteX0" fmla="*/ 0 w 1133549"/>
                  <a:gd name="connsiteY0" fmla="*/ 62556 h 2739727"/>
                  <a:gd name="connsiteX1" fmla="*/ 564557 w 1133549"/>
                  <a:gd name="connsiteY1" fmla="*/ 0 h 2739727"/>
                  <a:gd name="connsiteX2" fmla="*/ 1133549 w 1133549"/>
                  <a:gd name="connsiteY2" fmla="*/ 62556 h 2739727"/>
                  <a:gd name="connsiteX3" fmla="*/ 1133549 w 1133549"/>
                  <a:gd name="connsiteY3" fmla="*/ 2739727 h 2739727"/>
                  <a:gd name="connsiteX4" fmla="*/ 0 w 1133549"/>
                  <a:gd name="connsiteY4" fmla="*/ 2739727 h 2739727"/>
                  <a:gd name="connsiteX5" fmla="*/ 0 w 1133549"/>
                  <a:gd name="connsiteY5" fmla="*/ 62556 h 2739727"/>
                  <a:gd name="connsiteX0" fmla="*/ 0 w 1133549"/>
                  <a:gd name="connsiteY0" fmla="*/ 62556 h 2739727"/>
                  <a:gd name="connsiteX1" fmla="*/ 564557 w 1133549"/>
                  <a:gd name="connsiteY1" fmla="*/ 0 h 2739727"/>
                  <a:gd name="connsiteX2" fmla="*/ 1133549 w 1133549"/>
                  <a:gd name="connsiteY2" fmla="*/ 62556 h 2739727"/>
                  <a:gd name="connsiteX3" fmla="*/ 1133549 w 1133549"/>
                  <a:gd name="connsiteY3" fmla="*/ 2739727 h 2739727"/>
                  <a:gd name="connsiteX4" fmla="*/ 0 w 1133549"/>
                  <a:gd name="connsiteY4" fmla="*/ 2739727 h 2739727"/>
                  <a:gd name="connsiteX5" fmla="*/ 0 w 1133549"/>
                  <a:gd name="connsiteY5" fmla="*/ 62556 h 2739727"/>
                  <a:gd name="connsiteX0" fmla="*/ 0 w 1133549"/>
                  <a:gd name="connsiteY0" fmla="*/ 67509 h 2744680"/>
                  <a:gd name="connsiteX1" fmla="*/ 564557 w 1133549"/>
                  <a:gd name="connsiteY1" fmla="*/ 4953 h 2744680"/>
                  <a:gd name="connsiteX2" fmla="*/ 1133549 w 1133549"/>
                  <a:gd name="connsiteY2" fmla="*/ 67509 h 2744680"/>
                  <a:gd name="connsiteX3" fmla="*/ 1133549 w 1133549"/>
                  <a:gd name="connsiteY3" fmla="*/ 2744680 h 2744680"/>
                  <a:gd name="connsiteX4" fmla="*/ 0 w 1133549"/>
                  <a:gd name="connsiteY4" fmla="*/ 2744680 h 2744680"/>
                  <a:gd name="connsiteX5" fmla="*/ 0 w 1133549"/>
                  <a:gd name="connsiteY5" fmla="*/ 67509 h 2744680"/>
                  <a:gd name="connsiteX0" fmla="*/ 0 w 1133549"/>
                  <a:gd name="connsiteY0" fmla="*/ 93998 h 2771169"/>
                  <a:gd name="connsiteX1" fmla="*/ 564557 w 1133549"/>
                  <a:gd name="connsiteY1" fmla="*/ 31442 h 2771169"/>
                  <a:gd name="connsiteX2" fmla="*/ 1133549 w 1133549"/>
                  <a:gd name="connsiteY2" fmla="*/ 93998 h 2771169"/>
                  <a:gd name="connsiteX3" fmla="*/ 1133549 w 1133549"/>
                  <a:gd name="connsiteY3" fmla="*/ 2771169 h 2771169"/>
                  <a:gd name="connsiteX4" fmla="*/ 0 w 1133549"/>
                  <a:gd name="connsiteY4" fmla="*/ 2771169 h 2771169"/>
                  <a:gd name="connsiteX5" fmla="*/ 0 w 1133549"/>
                  <a:gd name="connsiteY5" fmla="*/ 93998 h 2771169"/>
                  <a:gd name="connsiteX0" fmla="*/ 0 w 1133549"/>
                  <a:gd name="connsiteY0" fmla="*/ 96460 h 2773631"/>
                  <a:gd name="connsiteX1" fmla="*/ 564557 w 1133549"/>
                  <a:gd name="connsiteY1" fmla="*/ 33904 h 2773631"/>
                  <a:gd name="connsiteX2" fmla="*/ 1133549 w 1133549"/>
                  <a:gd name="connsiteY2" fmla="*/ 96460 h 2773631"/>
                  <a:gd name="connsiteX3" fmla="*/ 1133549 w 1133549"/>
                  <a:gd name="connsiteY3" fmla="*/ 2773631 h 2773631"/>
                  <a:gd name="connsiteX4" fmla="*/ 0 w 1133549"/>
                  <a:gd name="connsiteY4" fmla="*/ 2773631 h 2773631"/>
                  <a:gd name="connsiteX5" fmla="*/ 0 w 1133549"/>
                  <a:gd name="connsiteY5" fmla="*/ 96460 h 2773631"/>
                  <a:gd name="connsiteX0" fmla="*/ 0 w 1133549"/>
                  <a:gd name="connsiteY0" fmla="*/ 96460 h 2773631"/>
                  <a:gd name="connsiteX1" fmla="*/ 564557 w 1133549"/>
                  <a:gd name="connsiteY1" fmla="*/ 33904 h 2773631"/>
                  <a:gd name="connsiteX2" fmla="*/ 1133549 w 1133549"/>
                  <a:gd name="connsiteY2" fmla="*/ 96460 h 2773631"/>
                  <a:gd name="connsiteX3" fmla="*/ 1133549 w 1133549"/>
                  <a:gd name="connsiteY3" fmla="*/ 2773631 h 2773631"/>
                  <a:gd name="connsiteX4" fmla="*/ 0 w 1133549"/>
                  <a:gd name="connsiteY4" fmla="*/ 2773631 h 2773631"/>
                  <a:gd name="connsiteX5" fmla="*/ 0 w 1133549"/>
                  <a:gd name="connsiteY5" fmla="*/ 96460 h 2773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3549" h="2773631">
                    <a:moveTo>
                      <a:pt x="0" y="96460"/>
                    </a:moveTo>
                    <a:cubicBezTo>
                      <a:pt x="101329" y="-43799"/>
                      <a:pt x="376247" y="35242"/>
                      <a:pt x="564557" y="33904"/>
                    </a:cubicBezTo>
                    <a:cubicBezTo>
                      <a:pt x="754221" y="54756"/>
                      <a:pt x="1005510" y="-89744"/>
                      <a:pt x="1133549" y="96460"/>
                    </a:cubicBezTo>
                    <a:lnTo>
                      <a:pt x="1133549" y="2773631"/>
                    </a:lnTo>
                    <a:lnTo>
                      <a:pt x="0" y="2773631"/>
                    </a:lnTo>
                    <a:lnTo>
                      <a:pt x="0" y="9646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: Top Corners Rounded 65">
                <a:extLst>
                  <a:ext uri="{FF2B5EF4-FFF2-40B4-BE49-F238E27FC236}">
                    <a16:creationId xmlns:a16="http://schemas.microsoft.com/office/drawing/2014/main" id="{F2EFF141-2E2D-1AF7-A007-33957478D605}"/>
                  </a:ext>
                </a:extLst>
              </p:cNvPr>
              <p:cNvSpPr/>
              <p:nvPr/>
            </p:nvSpPr>
            <p:spPr>
              <a:xfrm rot="10079629">
                <a:off x="3463280" y="6137527"/>
                <a:ext cx="1134379" cy="772784"/>
              </a:xfrm>
              <a:prstGeom prst="round2SameRect">
                <a:avLst>
                  <a:gd name="adj1" fmla="val 18134"/>
                  <a:gd name="adj2" fmla="val 0"/>
                </a:avLst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DA062C2D-1340-65A1-1D13-9615795550B3}"/>
                  </a:ext>
                </a:extLst>
              </p:cNvPr>
              <p:cNvSpPr/>
              <p:nvPr/>
            </p:nvSpPr>
            <p:spPr>
              <a:xfrm rot="20870169">
                <a:off x="3432242" y="6158881"/>
                <a:ext cx="1117635" cy="292936"/>
              </a:xfrm>
              <a:prstGeom prst="rect">
                <a:avLst/>
              </a:pr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9">
                <a:extLst>
                  <a:ext uri="{FF2B5EF4-FFF2-40B4-BE49-F238E27FC236}">
                    <a16:creationId xmlns:a16="http://schemas.microsoft.com/office/drawing/2014/main" id="{D34EA826-9652-CB63-AEF3-A63A0CB7FD6C}"/>
                  </a:ext>
                </a:extLst>
              </p:cNvPr>
              <p:cNvSpPr/>
              <p:nvPr/>
            </p:nvSpPr>
            <p:spPr>
              <a:xfrm rot="20870169">
                <a:off x="2815804" y="2972804"/>
                <a:ext cx="1116082" cy="1020430"/>
              </a:xfrm>
              <a:custGeom>
                <a:avLst/>
                <a:gdLst>
                  <a:gd name="connsiteX0" fmla="*/ 0 w 1133549"/>
                  <a:gd name="connsiteY0" fmla="*/ 0 h 2649672"/>
                  <a:gd name="connsiteX1" fmla="*/ 1133549 w 1133549"/>
                  <a:gd name="connsiteY1" fmla="*/ 0 h 2649672"/>
                  <a:gd name="connsiteX2" fmla="*/ 1133549 w 1133549"/>
                  <a:gd name="connsiteY2" fmla="*/ 2649672 h 2649672"/>
                  <a:gd name="connsiteX3" fmla="*/ 0 w 1133549"/>
                  <a:gd name="connsiteY3" fmla="*/ 2649672 h 2649672"/>
                  <a:gd name="connsiteX4" fmla="*/ 0 w 1133549"/>
                  <a:gd name="connsiteY4" fmla="*/ 0 h 2649672"/>
                  <a:gd name="connsiteX0" fmla="*/ 509086 w 1133549"/>
                  <a:gd name="connsiteY0" fmla="*/ 0 h 3338928"/>
                  <a:gd name="connsiteX1" fmla="*/ 1133549 w 1133549"/>
                  <a:gd name="connsiteY1" fmla="*/ 689256 h 3338928"/>
                  <a:gd name="connsiteX2" fmla="*/ 1133549 w 1133549"/>
                  <a:gd name="connsiteY2" fmla="*/ 3338928 h 3338928"/>
                  <a:gd name="connsiteX3" fmla="*/ 0 w 1133549"/>
                  <a:gd name="connsiteY3" fmla="*/ 3338928 h 3338928"/>
                  <a:gd name="connsiteX4" fmla="*/ 509086 w 1133549"/>
                  <a:gd name="connsiteY4" fmla="*/ 0 h 3338928"/>
                  <a:gd name="connsiteX0" fmla="*/ 516720 w 1141183"/>
                  <a:gd name="connsiteY0" fmla="*/ 0 h 3338928"/>
                  <a:gd name="connsiteX1" fmla="*/ 1141183 w 1141183"/>
                  <a:gd name="connsiteY1" fmla="*/ 689256 h 3338928"/>
                  <a:gd name="connsiteX2" fmla="*/ 1141183 w 1141183"/>
                  <a:gd name="connsiteY2" fmla="*/ 3338928 h 3338928"/>
                  <a:gd name="connsiteX3" fmla="*/ 0 w 1141183"/>
                  <a:gd name="connsiteY3" fmla="*/ 842880 h 3338928"/>
                  <a:gd name="connsiteX4" fmla="*/ 516720 w 1141183"/>
                  <a:gd name="connsiteY4" fmla="*/ 0 h 3338928"/>
                  <a:gd name="connsiteX0" fmla="*/ 516720 w 1141183"/>
                  <a:gd name="connsiteY0" fmla="*/ 0 h 886706"/>
                  <a:gd name="connsiteX1" fmla="*/ 1141183 w 1141183"/>
                  <a:gd name="connsiteY1" fmla="*/ 689256 h 886706"/>
                  <a:gd name="connsiteX2" fmla="*/ 1065640 w 1141183"/>
                  <a:gd name="connsiteY2" fmla="*/ 886706 h 886706"/>
                  <a:gd name="connsiteX3" fmla="*/ 0 w 1141183"/>
                  <a:gd name="connsiteY3" fmla="*/ 842880 h 886706"/>
                  <a:gd name="connsiteX4" fmla="*/ 516720 w 1141183"/>
                  <a:gd name="connsiteY4" fmla="*/ 0 h 886706"/>
                  <a:gd name="connsiteX0" fmla="*/ 516720 w 1065640"/>
                  <a:gd name="connsiteY0" fmla="*/ 0 h 886706"/>
                  <a:gd name="connsiteX1" fmla="*/ 1065640 w 1065640"/>
                  <a:gd name="connsiteY1" fmla="*/ 886706 h 886706"/>
                  <a:gd name="connsiteX2" fmla="*/ 0 w 1065640"/>
                  <a:gd name="connsiteY2" fmla="*/ 842880 h 886706"/>
                  <a:gd name="connsiteX3" fmla="*/ 516720 w 1065640"/>
                  <a:gd name="connsiteY3" fmla="*/ 0 h 886706"/>
                  <a:gd name="connsiteX0" fmla="*/ 516720 w 1103367"/>
                  <a:gd name="connsiteY0" fmla="*/ 0 h 862359"/>
                  <a:gd name="connsiteX1" fmla="*/ 1103367 w 1103367"/>
                  <a:gd name="connsiteY1" fmla="*/ 862359 h 862359"/>
                  <a:gd name="connsiteX2" fmla="*/ 0 w 1103367"/>
                  <a:gd name="connsiteY2" fmla="*/ 842880 h 862359"/>
                  <a:gd name="connsiteX3" fmla="*/ 516720 w 1103367"/>
                  <a:gd name="connsiteY3" fmla="*/ 0 h 862359"/>
                  <a:gd name="connsiteX0" fmla="*/ 537163 w 1103367"/>
                  <a:gd name="connsiteY0" fmla="*/ 0 h 896928"/>
                  <a:gd name="connsiteX1" fmla="*/ 1103367 w 1103367"/>
                  <a:gd name="connsiteY1" fmla="*/ 896928 h 896928"/>
                  <a:gd name="connsiteX2" fmla="*/ 0 w 1103367"/>
                  <a:gd name="connsiteY2" fmla="*/ 877449 h 896928"/>
                  <a:gd name="connsiteX3" fmla="*/ 537163 w 1103367"/>
                  <a:gd name="connsiteY3" fmla="*/ 0 h 896928"/>
                  <a:gd name="connsiteX0" fmla="*/ 537163 w 1103367"/>
                  <a:gd name="connsiteY0" fmla="*/ 0 h 1012859"/>
                  <a:gd name="connsiteX1" fmla="*/ 1103367 w 1103367"/>
                  <a:gd name="connsiteY1" fmla="*/ 896928 h 1012859"/>
                  <a:gd name="connsiteX2" fmla="*/ 250193 w 1103367"/>
                  <a:gd name="connsiteY2" fmla="*/ 1012576 h 1012859"/>
                  <a:gd name="connsiteX3" fmla="*/ 0 w 1103367"/>
                  <a:gd name="connsiteY3" fmla="*/ 877449 h 1012859"/>
                  <a:gd name="connsiteX4" fmla="*/ 537163 w 1103367"/>
                  <a:gd name="connsiteY4" fmla="*/ 0 h 1012859"/>
                  <a:gd name="connsiteX0" fmla="*/ 537163 w 1107746"/>
                  <a:gd name="connsiteY0" fmla="*/ 0 h 1027320"/>
                  <a:gd name="connsiteX1" fmla="*/ 1103367 w 1107746"/>
                  <a:gd name="connsiteY1" fmla="*/ 896928 h 1027320"/>
                  <a:gd name="connsiteX2" fmla="*/ 820531 w 1107746"/>
                  <a:gd name="connsiteY2" fmla="*/ 1018587 h 1027320"/>
                  <a:gd name="connsiteX3" fmla="*/ 250193 w 1107746"/>
                  <a:gd name="connsiteY3" fmla="*/ 1012576 h 1027320"/>
                  <a:gd name="connsiteX4" fmla="*/ 0 w 1107746"/>
                  <a:gd name="connsiteY4" fmla="*/ 877449 h 1027320"/>
                  <a:gd name="connsiteX5" fmla="*/ 537163 w 1107746"/>
                  <a:gd name="connsiteY5" fmla="*/ 0 h 1027320"/>
                  <a:gd name="connsiteX0" fmla="*/ 537163 w 1107746"/>
                  <a:gd name="connsiteY0" fmla="*/ 0 h 1020430"/>
                  <a:gd name="connsiteX1" fmla="*/ 1103367 w 1107746"/>
                  <a:gd name="connsiteY1" fmla="*/ 896928 h 1020430"/>
                  <a:gd name="connsiteX2" fmla="*/ 820531 w 1107746"/>
                  <a:gd name="connsiteY2" fmla="*/ 1018587 h 1020430"/>
                  <a:gd name="connsiteX3" fmla="*/ 536436 w 1107746"/>
                  <a:gd name="connsiteY3" fmla="*/ 859913 h 1020430"/>
                  <a:gd name="connsiteX4" fmla="*/ 250193 w 1107746"/>
                  <a:gd name="connsiteY4" fmla="*/ 1012576 h 1020430"/>
                  <a:gd name="connsiteX5" fmla="*/ 0 w 1107746"/>
                  <a:gd name="connsiteY5" fmla="*/ 877449 h 1020430"/>
                  <a:gd name="connsiteX6" fmla="*/ 537163 w 1107746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59252 w 1125456"/>
                  <a:gd name="connsiteY0" fmla="*/ 0 h 1020430"/>
                  <a:gd name="connsiteX1" fmla="*/ 1125456 w 1125456"/>
                  <a:gd name="connsiteY1" fmla="*/ 896928 h 1020430"/>
                  <a:gd name="connsiteX2" fmla="*/ 842620 w 1125456"/>
                  <a:gd name="connsiteY2" fmla="*/ 1018587 h 1020430"/>
                  <a:gd name="connsiteX3" fmla="*/ 558525 w 1125456"/>
                  <a:gd name="connsiteY3" fmla="*/ 859913 h 1020430"/>
                  <a:gd name="connsiteX4" fmla="*/ 272282 w 1125456"/>
                  <a:gd name="connsiteY4" fmla="*/ 1012576 h 1020430"/>
                  <a:gd name="connsiteX5" fmla="*/ 0 w 1125456"/>
                  <a:gd name="connsiteY5" fmla="*/ 862785 h 1020430"/>
                  <a:gd name="connsiteX6" fmla="*/ 559252 w 1125456"/>
                  <a:gd name="connsiteY6" fmla="*/ 0 h 1020430"/>
                  <a:gd name="connsiteX0" fmla="*/ 529859 w 1096063"/>
                  <a:gd name="connsiteY0" fmla="*/ 0 h 1020430"/>
                  <a:gd name="connsiteX1" fmla="*/ 1096063 w 1096063"/>
                  <a:gd name="connsiteY1" fmla="*/ 896928 h 1020430"/>
                  <a:gd name="connsiteX2" fmla="*/ 813227 w 1096063"/>
                  <a:gd name="connsiteY2" fmla="*/ 1018587 h 1020430"/>
                  <a:gd name="connsiteX3" fmla="*/ 529132 w 1096063"/>
                  <a:gd name="connsiteY3" fmla="*/ 859913 h 1020430"/>
                  <a:gd name="connsiteX4" fmla="*/ 242889 w 1096063"/>
                  <a:gd name="connsiteY4" fmla="*/ 1012576 h 1020430"/>
                  <a:gd name="connsiteX5" fmla="*/ 0 w 1096063"/>
                  <a:gd name="connsiteY5" fmla="*/ 872579 h 1020430"/>
                  <a:gd name="connsiteX6" fmla="*/ 529859 w 1096063"/>
                  <a:gd name="connsiteY6" fmla="*/ 0 h 1020430"/>
                  <a:gd name="connsiteX0" fmla="*/ 534986 w 1101190"/>
                  <a:gd name="connsiteY0" fmla="*/ 0 h 1020430"/>
                  <a:gd name="connsiteX1" fmla="*/ 1101190 w 1101190"/>
                  <a:gd name="connsiteY1" fmla="*/ 896928 h 1020430"/>
                  <a:gd name="connsiteX2" fmla="*/ 818354 w 1101190"/>
                  <a:gd name="connsiteY2" fmla="*/ 1018587 h 1020430"/>
                  <a:gd name="connsiteX3" fmla="*/ 534259 w 1101190"/>
                  <a:gd name="connsiteY3" fmla="*/ 859913 h 1020430"/>
                  <a:gd name="connsiteX4" fmla="*/ 248016 w 1101190"/>
                  <a:gd name="connsiteY4" fmla="*/ 1012576 h 1020430"/>
                  <a:gd name="connsiteX5" fmla="*/ 0 w 1101190"/>
                  <a:gd name="connsiteY5" fmla="*/ 851950 h 1020430"/>
                  <a:gd name="connsiteX6" fmla="*/ 534986 w 1101190"/>
                  <a:gd name="connsiteY6" fmla="*/ 0 h 1020430"/>
                  <a:gd name="connsiteX0" fmla="*/ 534986 w 1107665"/>
                  <a:gd name="connsiteY0" fmla="*/ 0 h 1020430"/>
                  <a:gd name="connsiteX1" fmla="*/ 1107665 w 1107665"/>
                  <a:gd name="connsiteY1" fmla="*/ 865891 h 1020430"/>
                  <a:gd name="connsiteX2" fmla="*/ 818354 w 1107665"/>
                  <a:gd name="connsiteY2" fmla="*/ 1018587 h 1020430"/>
                  <a:gd name="connsiteX3" fmla="*/ 534259 w 1107665"/>
                  <a:gd name="connsiteY3" fmla="*/ 859913 h 1020430"/>
                  <a:gd name="connsiteX4" fmla="*/ 248016 w 1107665"/>
                  <a:gd name="connsiteY4" fmla="*/ 1012576 h 1020430"/>
                  <a:gd name="connsiteX5" fmla="*/ 0 w 1107665"/>
                  <a:gd name="connsiteY5" fmla="*/ 851950 h 1020430"/>
                  <a:gd name="connsiteX6" fmla="*/ 534986 w 1107665"/>
                  <a:gd name="connsiteY6" fmla="*/ 0 h 1020430"/>
                  <a:gd name="connsiteX0" fmla="*/ 534986 w 1092644"/>
                  <a:gd name="connsiteY0" fmla="*/ 0 h 1020430"/>
                  <a:gd name="connsiteX1" fmla="*/ 1092644 w 1092644"/>
                  <a:gd name="connsiteY1" fmla="*/ 862546 h 1020430"/>
                  <a:gd name="connsiteX2" fmla="*/ 818354 w 1092644"/>
                  <a:gd name="connsiteY2" fmla="*/ 1018587 h 1020430"/>
                  <a:gd name="connsiteX3" fmla="*/ 534259 w 1092644"/>
                  <a:gd name="connsiteY3" fmla="*/ 859913 h 1020430"/>
                  <a:gd name="connsiteX4" fmla="*/ 248016 w 1092644"/>
                  <a:gd name="connsiteY4" fmla="*/ 1012576 h 1020430"/>
                  <a:gd name="connsiteX5" fmla="*/ 0 w 1092644"/>
                  <a:gd name="connsiteY5" fmla="*/ 851950 h 1020430"/>
                  <a:gd name="connsiteX6" fmla="*/ 534986 w 1092644"/>
                  <a:gd name="connsiteY6" fmla="*/ 0 h 1020430"/>
                  <a:gd name="connsiteX0" fmla="*/ 534986 w 1082984"/>
                  <a:gd name="connsiteY0" fmla="*/ 0 h 1020430"/>
                  <a:gd name="connsiteX1" fmla="*/ 1082984 w 1082984"/>
                  <a:gd name="connsiteY1" fmla="*/ 863643 h 1020430"/>
                  <a:gd name="connsiteX2" fmla="*/ 818354 w 1082984"/>
                  <a:gd name="connsiteY2" fmla="*/ 1018587 h 1020430"/>
                  <a:gd name="connsiteX3" fmla="*/ 534259 w 1082984"/>
                  <a:gd name="connsiteY3" fmla="*/ 859913 h 1020430"/>
                  <a:gd name="connsiteX4" fmla="*/ 248016 w 1082984"/>
                  <a:gd name="connsiteY4" fmla="*/ 1012576 h 1020430"/>
                  <a:gd name="connsiteX5" fmla="*/ 0 w 1082984"/>
                  <a:gd name="connsiteY5" fmla="*/ 851950 h 1020430"/>
                  <a:gd name="connsiteX6" fmla="*/ 534986 w 1082984"/>
                  <a:gd name="connsiteY6" fmla="*/ 0 h 1020430"/>
                  <a:gd name="connsiteX0" fmla="*/ 534986 w 1089226"/>
                  <a:gd name="connsiteY0" fmla="*/ 0 h 1020430"/>
                  <a:gd name="connsiteX1" fmla="*/ 1089226 w 1089226"/>
                  <a:gd name="connsiteY1" fmla="*/ 848794 h 1020430"/>
                  <a:gd name="connsiteX2" fmla="*/ 818354 w 1089226"/>
                  <a:gd name="connsiteY2" fmla="*/ 1018587 h 1020430"/>
                  <a:gd name="connsiteX3" fmla="*/ 534259 w 1089226"/>
                  <a:gd name="connsiteY3" fmla="*/ 859913 h 1020430"/>
                  <a:gd name="connsiteX4" fmla="*/ 248016 w 1089226"/>
                  <a:gd name="connsiteY4" fmla="*/ 1012576 h 1020430"/>
                  <a:gd name="connsiteX5" fmla="*/ 0 w 1089226"/>
                  <a:gd name="connsiteY5" fmla="*/ 851950 h 1020430"/>
                  <a:gd name="connsiteX6" fmla="*/ 534986 w 1089226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213" h="1020430">
                    <a:moveTo>
                      <a:pt x="534986" y="0"/>
                    </a:moveTo>
                    <a:lnTo>
                      <a:pt x="1080213" y="846787"/>
                    </a:lnTo>
                    <a:cubicBezTo>
                      <a:pt x="1060921" y="872332"/>
                      <a:pt x="906942" y="1004126"/>
                      <a:pt x="818354" y="1018587"/>
                    </a:cubicBezTo>
                    <a:cubicBezTo>
                      <a:pt x="723241" y="1040432"/>
                      <a:pt x="629315" y="860915"/>
                      <a:pt x="534259" y="859913"/>
                    </a:cubicBezTo>
                    <a:cubicBezTo>
                      <a:pt x="439203" y="858911"/>
                      <a:pt x="336797" y="1037667"/>
                      <a:pt x="248016" y="1012576"/>
                    </a:cubicBezTo>
                    <a:cubicBezTo>
                      <a:pt x="171946" y="1002727"/>
                      <a:pt x="15704" y="910065"/>
                      <a:pt x="0" y="851950"/>
                    </a:cubicBezTo>
                    <a:lnTo>
                      <a:pt x="534986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46F0DA1-3BFB-F48B-DE52-D3EE587866F6}"/>
                  </a:ext>
                </a:extLst>
              </p:cNvPr>
              <p:cNvSpPr/>
              <p:nvPr/>
            </p:nvSpPr>
            <p:spPr>
              <a:xfrm>
                <a:off x="3130104" y="2981550"/>
                <a:ext cx="387796" cy="415312"/>
              </a:xfrm>
              <a:custGeom>
                <a:avLst/>
                <a:gdLst>
                  <a:gd name="connsiteX0" fmla="*/ 140278 w 424000"/>
                  <a:gd name="connsiteY0" fmla="*/ 0 h 415312"/>
                  <a:gd name="connsiteX1" fmla="*/ 424000 w 424000"/>
                  <a:gd name="connsiteY1" fmla="*/ 289456 h 415312"/>
                  <a:gd name="connsiteX2" fmla="*/ 366099 w 424000"/>
                  <a:gd name="connsiteY2" fmla="*/ 337230 h 415312"/>
                  <a:gd name="connsiteX3" fmla="*/ 110474 w 424000"/>
                  <a:gd name="connsiteY3" fmla="*/ 415312 h 415312"/>
                  <a:gd name="connsiteX4" fmla="*/ 18332 w 424000"/>
                  <a:gd name="connsiteY4" fmla="*/ 406023 h 415312"/>
                  <a:gd name="connsiteX5" fmla="*/ 0 w 424000"/>
                  <a:gd name="connsiteY5" fmla="*/ 400333 h 415312"/>
                  <a:gd name="connsiteX6" fmla="*/ 140278 w 424000"/>
                  <a:gd name="connsiteY6" fmla="*/ 0 h 415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4000" h="415312">
                    <a:moveTo>
                      <a:pt x="140278" y="0"/>
                    </a:moveTo>
                    <a:lnTo>
                      <a:pt x="424000" y="289456"/>
                    </a:lnTo>
                    <a:lnTo>
                      <a:pt x="366099" y="337230"/>
                    </a:lnTo>
                    <a:cubicBezTo>
                      <a:pt x="293130" y="386527"/>
                      <a:pt x="205163" y="415312"/>
                      <a:pt x="110474" y="415312"/>
                    </a:cubicBezTo>
                    <a:cubicBezTo>
                      <a:pt x="78911" y="415312"/>
                      <a:pt x="48095" y="412114"/>
                      <a:pt x="18332" y="406023"/>
                    </a:cubicBezTo>
                    <a:lnTo>
                      <a:pt x="0" y="400333"/>
                    </a:lnTo>
                    <a:lnTo>
                      <a:pt x="140278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61" name="Oval 7">
              <a:extLst>
                <a:ext uri="{FF2B5EF4-FFF2-40B4-BE49-F238E27FC236}">
                  <a16:creationId xmlns:a16="http://schemas.microsoft.com/office/drawing/2014/main" id="{85FEE5D9-B9EA-D704-3500-E229AC7A4392}"/>
                </a:ext>
              </a:extLst>
            </p:cNvPr>
            <p:cNvSpPr/>
            <p:nvPr/>
          </p:nvSpPr>
          <p:spPr>
            <a:xfrm rot="10405169" flipH="1">
              <a:off x="2935601" y="4845523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3AB1FDF-45F7-CC42-9FC4-1C591AC2562A}"/>
                </a:ext>
              </a:extLst>
            </p:cNvPr>
            <p:cNvGrpSpPr/>
            <p:nvPr/>
          </p:nvGrpSpPr>
          <p:grpSpPr>
            <a:xfrm>
              <a:off x="6647784" y="4274275"/>
              <a:ext cx="1237860" cy="694284"/>
              <a:chOff x="12297231" y="3975594"/>
              <a:chExt cx="1237860" cy="694284"/>
            </a:xfrm>
            <a:grpFill/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8A93C3E-CFA8-62B8-8B6A-6626907DA279}"/>
                  </a:ext>
                </a:extLst>
              </p:cNvPr>
              <p:cNvSpPr/>
              <p:nvPr/>
            </p:nvSpPr>
            <p:spPr>
              <a:xfrm>
                <a:off x="12297231" y="4354286"/>
                <a:ext cx="983342" cy="315592"/>
              </a:xfrm>
              <a:custGeom>
                <a:avLst/>
                <a:gdLst>
                  <a:gd name="connsiteX0" fmla="*/ 0 w 1074057"/>
                  <a:gd name="connsiteY0" fmla="*/ 232228 h 232228"/>
                  <a:gd name="connsiteX1" fmla="*/ 1074057 w 1074057"/>
                  <a:gd name="connsiteY1" fmla="*/ 0 h 232228"/>
                  <a:gd name="connsiteX2" fmla="*/ 1074057 w 1074057"/>
                  <a:gd name="connsiteY2" fmla="*/ 0 h 232228"/>
                  <a:gd name="connsiteX0" fmla="*/ 0 w 1074057"/>
                  <a:gd name="connsiteY0" fmla="*/ 232228 h 282427"/>
                  <a:gd name="connsiteX1" fmla="*/ 1074057 w 1074057"/>
                  <a:gd name="connsiteY1" fmla="*/ 0 h 282427"/>
                  <a:gd name="connsiteX2" fmla="*/ 1074057 w 1074057"/>
                  <a:gd name="connsiteY2" fmla="*/ 0 h 282427"/>
                  <a:gd name="connsiteX0" fmla="*/ 0 w 1059542"/>
                  <a:gd name="connsiteY0" fmla="*/ 145143 h 250894"/>
                  <a:gd name="connsiteX1" fmla="*/ 1059542 w 1059542"/>
                  <a:gd name="connsiteY1" fmla="*/ 0 h 250894"/>
                  <a:gd name="connsiteX2" fmla="*/ 1059542 w 1059542"/>
                  <a:gd name="connsiteY2" fmla="*/ 0 h 250894"/>
                  <a:gd name="connsiteX0" fmla="*/ 0 w 1059542"/>
                  <a:gd name="connsiteY0" fmla="*/ 145143 h 315592"/>
                  <a:gd name="connsiteX1" fmla="*/ 1059542 w 1059542"/>
                  <a:gd name="connsiteY1" fmla="*/ 0 h 315592"/>
                  <a:gd name="connsiteX2" fmla="*/ 1059542 w 1059542"/>
                  <a:gd name="connsiteY2" fmla="*/ 0 h 315592"/>
                  <a:gd name="connsiteX0" fmla="*/ 0 w 992867"/>
                  <a:gd name="connsiteY0" fmla="*/ 116568 h 303163"/>
                  <a:gd name="connsiteX1" fmla="*/ 992867 w 992867"/>
                  <a:gd name="connsiteY1" fmla="*/ 0 h 303163"/>
                  <a:gd name="connsiteX2" fmla="*/ 992867 w 992867"/>
                  <a:gd name="connsiteY2" fmla="*/ 0 h 303163"/>
                  <a:gd name="connsiteX0" fmla="*/ 0 w 983342"/>
                  <a:gd name="connsiteY0" fmla="*/ 145143 h 315592"/>
                  <a:gd name="connsiteX1" fmla="*/ 983342 w 983342"/>
                  <a:gd name="connsiteY1" fmla="*/ 0 h 315592"/>
                  <a:gd name="connsiteX2" fmla="*/ 983342 w 983342"/>
                  <a:gd name="connsiteY2" fmla="*/ 0 h 315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3342" h="315592">
                    <a:moveTo>
                      <a:pt x="0" y="145143"/>
                    </a:moveTo>
                    <a:cubicBezTo>
                      <a:pt x="291344" y="277284"/>
                      <a:pt x="610808" y="512838"/>
                      <a:pt x="983342" y="0"/>
                    </a:cubicBezTo>
                    <a:lnTo>
                      <a:pt x="983342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52">
                <a:extLst>
                  <a:ext uri="{FF2B5EF4-FFF2-40B4-BE49-F238E27FC236}">
                    <a16:creationId xmlns:a16="http://schemas.microsoft.com/office/drawing/2014/main" id="{1BDA8065-B7BA-B84F-6E53-1829AC561159}"/>
                  </a:ext>
                </a:extLst>
              </p:cNvPr>
              <p:cNvSpPr/>
              <p:nvPr/>
            </p:nvSpPr>
            <p:spPr>
              <a:xfrm>
                <a:off x="13080168" y="3975594"/>
                <a:ext cx="454923" cy="425735"/>
              </a:xfrm>
              <a:custGeom>
                <a:avLst/>
                <a:gdLst>
                  <a:gd name="connsiteX0" fmla="*/ 0 w 342900"/>
                  <a:gd name="connsiteY0" fmla="*/ 0 h 454697"/>
                  <a:gd name="connsiteX1" fmla="*/ 342900 w 342900"/>
                  <a:gd name="connsiteY1" fmla="*/ 0 h 454697"/>
                  <a:gd name="connsiteX2" fmla="*/ 342900 w 342900"/>
                  <a:gd name="connsiteY2" fmla="*/ 454697 h 454697"/>
                  <a:gd name="connsiteX3" fmla="*/ 0 w 342900"/>
                  <a:gd name="connsiteY3" fmla="*/ 454697 h 454697"/>
                  <a:gd name="connsiteX4" fmla="*/ 0 w 342900"/>
                  <a:gd name="connsiteY4" fmla="*/ 0 h 454697"/>
                  <a:gd name="connsiteX0" fmla="*/ 0 w 361950"/>
                  <a:gd name="connsiteY0" fmla="*/ 6350 h 461047"/>
                  <a:gd name="connsiteX1" fmla="*/ 361950 w 361950"/>
                  <a:gd name="connsiteY1" fmla="*/ 0 h 461047"/>
                  <a:gd name="connsiteX2" fmla="*/ 342900 w 361950"/>
                  <a:gd name="connsiteY2" fmla="*/ 461047 h 461047"/>
                  <a:gd name="connsiteX3" fmla="*/ 0 w 361950"/>
                  <a:gd name="connsiteY3" fmla="*/ 461047 h 461047"/>
                  <a:gd name="connsiteX4" fmla="*/ 0 w 361950"/>
                  <a:gd name="connsiteY4" fmla="*/ 6350 h 461047"/>
                  <a:gd name="connsiteX0" fmla="*/ 212725 w 361950"/>
                  <a:gd name="connsiteY0" fmla="*/ 0 h 613447"/>
                  <a:gd name="connsiteX1" fmla="*/ 361950 w 361950"/>
                  <a:gd name="connsiteY1" fmla="*/ 152400 h 613447"/>
                  <a:gd name="connsiteX2" fmla="*/ 342900 w 361950"/>
                  <a:gd name="connsiteY2" fmla="*/ 613447 h 613447"/>
                  <a:gd name="connsiteX3" fmla="*/ 0 w 361950"/>
                  <a:gd name="connsiteY3" fmla="*/ 613447 h 613447"/>
                  <a:gd name="connsiteX4" fmla="*/ 212725 w 361950"/>
                  <a:gd name="connsiteY4" fmla="*/ 0 h 613447"/>
                  <a:gd name="connsiteX0" fmla="*/ 152400 w 301625"/>
                  <a:gd name="connsiteY0" fmla="*/ 0 h 613447"/>
                  <a:gd name="connsiteX1" fmla="*/ 301625 w 301625"/>
                  <a:gd name="connsiteY1" fmla="*/ 152400 h 613447"/>
                  <a:gd name="connsiteX2" fmla="*/ 282575 w 301625"/>
                  <a:gd name="connsiteY2" fmla="*/ 613447 h 613447"/>
                  <a:gd name="connsiteX3" fmla="*/ 0 w 301625"/>
                  <a:gd name="connsiteY3" fmla="*/ 378497 h 613447"/>
                  <a:gd name="connsiteX4" fmla="*/ 152400 w 301625"/>
                  <a:gd name="connsiteY4" fmla="*/ 0 h 613447"/>
                  <a:gd name="connsiteX0" fmla="*/ 270228 w 419453"/>
                  <a:gd name="connsiteY0" fmla="*/ 0 h 613447"/>
                  <a:gd name="connsiteX1" fmla="*/ 419453 w 419453"/>
                  <a:gd name="connsiteY1" fmla="*/ 152400 h 613447"/>
                  <a:gd name="connsiteX2" fmla="*/ 400403 w 419453"/>
                  <a:gd name="connsiteY2" fmla="*/ 613447 h 613447"/>
                  <a:gd name="connsiteX3" fmla="*/ 117828 w 419453"/>
                  <a:gd name="connsiteY3" fmla="*/ 378497 h 613447"/>
                  <a:gd name="connsiteX4" fmla="*/ 270228 w 419453"/>
                  <a:gd name="connsiteY4" fmla="*/ 0 h 613447"/>
                  <a:gd name="connsiteX0" fmla="*/ 309484 w 458709"/>
                  <a:gd name="connsiteY0" fmla="*/ 20280 h 633727"/>
                  <a:gd name="connsiteX1" fmla="*/ 458709 w 458709"/>
                  <a:gd name="connsiteY1" fmla="*/ 172680 h 633727"/>
                  <a:gd name="connsiteX2" fmla="*/ 439659 w 458709"/>
                  <a:gd name="connsiteY2" fmla="*/ 633727 h 633727"/>
                  <a:gd name="connsiteX3" fmla="*/ 157084 w 458709"/>
                  <a:gd name="connsiteY3" fmla="*/ 398777 h 633727"/>
                  <a:gd name="connsiteX4" fmla="*/ 309484 w 458709"/>
                  <a:gd name="connsiteY4" fmla="*/ 20280 h 633727"/>
                  <a:gd name="connsiteX0" fmla="*/ 309484 w 458709"/>
                  <a:gd name="connsiteY0" fmla="*/ 19654 h 633101"/>
                  <a:gd name="connsiteX1" fmla="*/ 458709 w 458709"/>
                  <a:gd name="connsiteY1" fmla="*/ 172054 h 633101"/>
                  <a:gd name="connsiteX2" fmla="*/ 439659 w 458709"/>
                  <a:gd name="connsiteY2" fmla="*/ 633101 h 633101"/>
                  <a:gd name="connsiteX3" fmla="*/ 157084 w 458709"/>
                  <a:gd name="connsiteY3" fmla="*/ 410851 h 633101"/>
                  <a:gd name="connsiteX4" fmla="*/ 309484 w 458709"/>
                  <a:gd name="connsiteY4" fmla="*/ 19654 h 633101"/>
                  <a:gd name="connsiteX0" fmla="*/ 289791 w 439016"/>
                  <a:gd name="connsiteY0" fmla="*/ 18557 h 632004"/>
                  <a:gd name="connsiteX1" fmla="*/ 439016 w 439016"/>
                  <a:gd name="connsiteY1" fmla="*/ 170957 h 632004"/>
                  <a:gd name="connsiteX2" fmla="*/ 419966 w 439016"/>
                  <a:gd name="connsiteY2" fmla="*/ 632004 h 632004"/>
                  <a:gd name="connsiteX3" fmla="*/ 137391 w 439016"/>
                  <a:gd name="connsiteY3" fmla="*/ 409754 h 632004"/>
                  <a:gd name="connsiteX4" fmla="*/ 289791 w 439016"/>
                  <a:gd name="connsiteY4" fmla="*/ 18557 h 632004"/>
                  <a:gd name="connsiteX0" fmla="*/ 289791 w 419966"/>
                  <a:gd name="connsiteY0" fmla="*/ 18557 h 632004"/>
                  <a:gd name="connsiteX1" fmla="*/ 419966 w 419966"/>
                  <a:gd name="connsiteY1" fmla="*/ 632004 h 632004"/>
                  <a:gd name="connsiteX2" fmla="*/ 137391 w 419966"/>
                  <a:gd name="connsiteY2" fmla="*/ 409754 h 632004"/>
                  <a:gd name="connsiteX3" fmla="*/ 289791 w 419966"/>
                  <a:gd name="connsiteY3" fmla="*/ 18557 h 632004"/>
                  <a:gd name="connsiteX0" fmla="*/ 289791 w 289791"/>
                  <a:gd name="connsiteY0" fmla="*/ 18557 h 409754"/>
                  <a:gd name="connsiteX1" fmla="*/ 137391 w 289791"/>
                  <a:gd name="connsiteY1" fmla="*/ 409754 h 409754"/>
                  <a:gd name="connsiteX2" fmla="*/ 289791 w 289791"/>
                  <a:gd name="connsiteY2" fmla="*/ 18557 h 409754"/>
                  <a:gd name="connsiteX0" fmla="*/ 289791 w 428248"/>
                  <a:gd name="connsiteY0" fmla="*/ 18557 h 409754"/>
                  <a:gd name="connsiteX1" fmla="*/ 137391 w 428248"/>
                  <a:gd name="connsiteY1" fmla="*/ 409754 h 409754"/>
                  <a:gd name="connsiteX2" fmla="*/ 289791 w 428248"/>
                  <a:gd name="connsiteY2" fmla="*/ 18557 h 409754"/>
                  <a:gd name="connsiteX0" fmla="*/ 289791 w 454923"/>
                  <a:gd name="connsiteY0" fmla="*/ 18557 h 425735"/>
                  <a:gd name="connsiteX1" fmla="*/ 137391 w 454923"/>
                  <a:gd name="connsiteY1" fmla="*/ 409754 h 425735"/>
                  <a:gd name="connsiteX2" fmla="*/ 289791 w 454923"/>
                  <a:gd name="connsiteY2" fmla="*/ 18557 h 425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54923" h="425735">
                    <a:moveTo>
                      <a:pt x="289791" y="18557"/>
                    </a:moveTo>
                    <a:cubicBezTo>
                      <a:pt x="654916" y="174356"/>
                      <a:pt x="327891" y="501605"/>
                      <a:pt x="137391" y="409754"/>
                    </a:cubicBezTo>
                    <a:cubicBezTo>
                      <a:pt x="-135659" y="264538"/>
                      <a:pt x="42141" y="-83877"/>
                      <a:pt x="289791" y="1855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436A3CE-FAD5-B54B-526A-C1DABEEE2221}"/>
              </a:ext>
            </a:extLst>
          </p:cNvPr>
          <p:cNvGrpSpPr/>
          <p:nvPr/>
        </p:nvGrpSpPr>
        <p:grpSpPr>
          <a:xfrm>
            <a:off x="7774731" y="953472"/>
            <a:ext cx="5139303" cy="5865455"/>
            <a:chOff x="2852997" y="1107206"/>
            <a:chExt cx="5139303" cy="5865455"/>
          </a:xfrm>
        </p:grpSpPr>
        <p:sp>
          <p:nvSpPr>
            <p:cNvPr id="101" name="Rectangle 11">
              <a:extLst>
                <a:ext uri="{FF2B5EF4-FFF2-40B4-BE49-F238E27FC236}">
                  <a16:creationId xmlns:a16="http://schemas.microsoft.com/office/drawing/2014/main" id="{402F2C18-DD6E-06C4-6D18-A3A732546B34}"/>
                </a:ext>
              </a:extLst>
            </p:cNvPr>
            <p:cNvSpPr/>
            <p:nvPr/>
          </p:nvSpPr>
          <p:spPr>
            <a:xfrm rot="16896686">
              <a:off x="5500743" y="6148141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1">
              <a:extLst>
                <a:ext uri="{FF2B5EF4-FFF2-40B4-BE49-F238E27FC236}">
                  <a16:creationId xmlns:a16="http://schemas.microsoft.com/office/drawing/2014/main" id="{49CEFC7A-9538-4FFB-5081-340FB87C0656}"/>
                </a:ext>
              </a:extLst>
            </p:cNvPr>
            <p:cNvSpPr/>
            <p:nvPr/>
          </p:nvSpPr>
          <p:spPr>
            <a:xfrm rot="4703314" flipH="1">
              <a:off x="4531121" y="6148142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F79F2D6-C3B7-1918-7214-46D5C8FAAB9F}"/>
                </a:ext>
              </a:extLst>
            </p:cNvPr>
            <p:cNvGrpSpPr/>
            <p:nvPr/>
          </p:nvGrpSpPr>
          <p:grpSpPr>
            <a:xfrm>
              <a:off x="3122927" y="1107206"/>
              <a:ext cx="4869373" cy="5172289"/>
              <a:chOff x="1972933" y="1435578"/>
              <a:chExt cx="3597923" cy="3821744"/>
            </a:xfrm>
          </p:grpSpPr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6313794D-31EC-3250-6F8F-8A83F6B5F57B}"/>
                  </a:ext>
                </a:extLst>
              </p:cNvPr>
              <p:cNvGrpSpPr/>
              <p:nvPr/>
            </p:nvGrpSpPr>
            <p:grpSpPr>
              <a:xfrm flipH="1">
                <a:off x="4184113" y="3409016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1C5F341A-DA72-8097-E325-5882310B1F38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1B905694-3CC2-0414-E0E6-1B9233CEA98F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3533AD53-D96D-8FB4-5DA5-2A5171570FFE}"/>
                  </a:ext>
                </a:extLst>
              </p:cNvPr>
              <p:cNvGrpSpPr/>
              <p:nvPr/>
            </p:nvGrpSpPr>
            <p:grpSpPr>
              <a:xfrm>
                <a:off x="2075062" y="3426729"/>
                <a:ext cx="1205650" cy="1531201"/>
                <a:chOff x="1969722" y="3425409"/>
                <a:chExt cx="1205650" cy="1531201"/>
              </a:xfrm>
              <a:solidFill>
                <a:sysClr val="window" lastClr="FFFFFF">
                  <a:lumMod val="95000"/>
                </a:sysClr>
              </a:solidFill>
            </p:grpSpPr>
            <p:sp>
              <p:nvSpPr>
                <p:cNvPr id="140" name="Oval 139">
                  <a:extLst>
                    <a:ext uri="{FF2B5EF4-FFF2-40B4-BE49-F238E27FC236}">
                      <a16:creationId xmlns:a16="http://schemas.microsoft.com/office/drawing/2014/main" id="{973476E3-42C7-766D-DD12-A230CBBB0789}"/>
                    </a:ext>
                  </a:extLst>
                </p:cNvPr>
                <p:cNvSpPr/>
                <p:nvPr/>
              </p:nvSpPr>
              <p:spPr>
                <a:xfrm rot="19150760">
                  <a:off x="2041611" y="405822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EFABA96B-1D66-61CE-8805-20E09AA5A76B}"/>
                    </a:ext>
                  </a:extLst>
                </p:cNvPr>
                <p:cNvSpPr/>
                <p:nvPr/>
              </p:nvSpPr>
              <p:spPr>
                <a:xfrm rot="381509">
                  <a:off x="1969722" y="3425409"/>
                  <a:ext cx="1133761" cy="898381"/>
                </a:xfrm>
                <a:prstGeom prst="ellipse">
                  <a:avLst/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58057403-E05F-351F-D6A8-70FC54F6B912}"/>
                  </a:ext>
                </a:extLst>
              </p:cNvPr>
              <p:cNvSpPr/>
              <p:nvPr/>
            </p:nvSpPr>
            <p:spPr>
              <a:xfrm>
                <a:off x="2718281" y="3278849"/>
                <a:ext cx="2090836" cy="1978473"/>
              </a:xfrm>
              <a:custGeom>
                <a:avLst/>
                <a:gdLst>
                  <a:gd name="connsiteX0" fmla="*/ 0 w 799686"/>
                  <a:gd name="connsiteY0" fmla="*/ 0 h 708473"/>
                  <a:gd name="connsiteX1" fmla="*/ 799686 w 799686"/>
                  <a:gd name="connsiteY1" fmla="*/ 0 h 708473"/>
                  <a:gd name="connsiteX2" fmla="*/ 799686 w 799686"/>
                  <a:gd name="connsiteY2" fmla="*/ 708473 h 708473"/>
                  <a:gd name="connsiteX3" fmla="*/ 0 w 799686"/>
                  <a:gd name="connsiteY3" fmla="*/ 708473 h 708473"/>
                  <a:gd name="connsiteX4" fmla="*/ 0 w 799686"/>
                  <a:gd name="connsiteY4" fmla="*/ 0 h 708473"/>
                  <a:gd name="connsiteX0" fmla="*/ 0 w 799686"/>
                  <a:gd name="connsiteY0" fmla="*/ 0 h 1051373"/>
                  <a:gd name="connsiteX1" fmla="*/ 799686 w 799686"/>
                  <a:gd name="connsiteY1" fmla="*/ 0 h 1051373"/>
                  <a:gd name="connsiteX2" fmla="*/ 799686 w 799686"/>
                  <a:gd name="connsiteY2" fmla="*/ 708473 h 1051373"/>
                  <a:gd name="connsiteX3" fmla="*/ 88900 w 799686"/>
                  <a:gd name="connsiteY3" fmla="*/ 1051373 h 1051373"/>
                  <a:gd name="connsiteX4" fmla="*/ 0 w 799686"/>
                  <a:gd name="connsiteY4" fmla="*/ 0 h 1051373"/>
                  <a:gd name="connsiteX0" fmla="*/ 0 w 1269586"/>
                  <a:gd name="connsiteY0" fmla="*/ 0 h 1813373"/>
                  <a:gd name="connsiteX1" fmla="*/ 1269586 w 1269586"/>
                  <a:gd name="connsiteY1" fmla="*/ 762000 h 1813373"/>
                  <a:gd name="connsiteX2" fmla="*/ 1269586 w 1269586"/>
                  <a:gd name="connsiteY2" fmla="*/ 1470473 h 1813373"/>
                  <a:gd name="connsiteX3" fmla="*/ 558800 w 1269586"/>
                  <a:gd name="connsiteY3" fmla="*/ 1813373 h 1813373"/>
                  <a:gd name="connsiteX4" fmla="*/ 0 w 1269586"/>
                  <a:gd name="connsiteY4" fmla="*/ 0 h 18133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1269586 w 1320386"/>
                  <a:gd name="connsiteY2" fmla="*/ 1610173 h 1953073"/>
                  <a:gd name="connsiteX3" fmla="*/ 558800 w 1320386"/>
                  <a:gd name="connsiteY3" fmla="*/ 1953073 h 1953073"/>
                  <a:gd name="connsiteX4" fmla="*/ 0 w 1320386"/>
                  <a:gd name="connsiteY4" fmla="*/ 139700 h 1953073"/>
                  <a:gd name="connsiteX0" fmla="*/ 0 w 1320386"/>
                  <a:gd name="connsiteY0" fmla="*/ 139700 h 1953073"/>
                  <a:gd name="connsiteX1" fmla="*/ 1320386 w 1320386"/>
                  <a:gd name="connsiteY1" fmla="*/ 0 h 1953073"/>
                  <a:gd name="connsiteX2" fmla="*/ 558800 w 1320386"/>
                  <a:gd name="connsiteY2" fmla="*/ 1953073 h 1953073"/>
                  <a:gd name="connsiteX3" fmla="*/ 0 w 1320386"/>
                  <a:gd name="connsiteY3" fmla="*/ 139700 h 1953073"/>
                  <a:gd name="connsiteX0" fmla="*/ 0 w 1589232"/>
                  <a:gd name="connsiteY0" fmla="*/ 139700 h 1953073"/>
                  <a:gd name="connsiteX1" fmla="*/ 1320386 w 1589232"/>
                  <a:gd name="connsiteY1" fmla="*/ 0 h 1953073"/>
                  <a:gd name="connsiteX2" fmla="*/ 558800 w 1589232"/>
                  <a:gd name="connsiteY2" fmla="*/ 1953073 h 1953073"/>
                  <a:gd name="connsiteX3" fmla="*/ 0 w 1589232"/>
                  <a:gd name="connsiteY3" fmla="*/ 139700 h 1953073"/>
                  <a:gd name="connsiteX0" fmla="*/ 499635 w 2088867"/>
                  <a:gd name="connsiteY0" fmla="*/ 139700 h 1953073"/>
                  <a:gd name="connsiteX1" fmla="*/ 1820021 w 2088867"/>
                  <a:gd name="connsiteY1" fmla="*/ 0 h 1953073"/>
                  <a:gd name="connsiteX2" fmla="*/ 1058435 w 2088867"/>
                  <a:gd name="connsiteY2" fmla="*/ 1953073 h 1953073"/>
                  <a:gd name="connsiteX3" fmla="*/ 499635 w 2088867"/>
                  <a:gd name="connsiteY3" fmla="*/ 139700 h 1953073"/>
                  <a:gd name="connsiteX0" fmla="*/ 520808 w 2110040"/>
                  <a:gd name="connsiteY0" fmla="*/ 139700 h 1953073"/>
                  <a:gd name="connsiteX1" fmla="*/ 1841194 w 2110040"/>
                  <a:gd name="connsiteY1" fmla="*/ 0 h 1953073"/>
                  <a:gd name="connsiteX2" fmla="*/ 1079608 w 2110040"/>
                  <a:gd name="connsiteY2" fmla="*/ 1953073 h 1953073"/>
                  <a:gd name="connsiteX3" fmla="*/ 520808 w 2110040"/>
                  <a:gd name="connsiteY3" fmla="*/ 139700 h 1953073"/>
                  <a:gd name="connsiteX0" fmla="*/ 356377 w 1945609"/>
                  <a:gd name="connsiteY0" fmla="*/ 139700 h 1953073"/>
                  <a:gd name="connsiteX1" fmla="*/ 1676763 w 1945609"/>
                  <a:gd name="connsiteY1" fmla="*/ 0 h 1953073"/>
                  <a:gd name="connsiteX2" fmla="*/ 915177 w 1945609"/>
                  <a:gd name="connsiteY2" fmla="*/ 1953073 h 1953073"/>
                  <a:gd name="connsiteX3" fmla="*/ 356377 w 1945609"/>
                  <a:gd name="connsiteY3" fmla="*/ 139700 h 1953073"/>
                  <a:gd name="connsiteX0" fmla="*/ 421865 w 2011097"/>
                  <a:gd name="connsiteY0" fmla="*/ 139700 h 1953073"/>
                  <a:gd name="connsiteX1" fmla="*/ 1742251 w 2011097"/>
                  <a:gd name="connsiteY1" fmla="*/ 0 h 1953073"/>
                  <a:gd name="connsiteX2" fmla="*/ 980665 w 2011097"/>
                  <a:gd name="connsiteY2" fmla="*/ 1953073 h 1953073"/>
                  <a:gd name="connsiteX3" fmla="*/ 421865 w 2011097"/>
                  <a:gd name="connsiteY3" fmla="*/ 139700 h 1953073"/>
                  <a:gd name="connsiteX0" fmla="*/ 432822 w 2022054"/>
                  <a:gd name="connsiteY0" fmla="*/ 139700 h 1953073"/>
                  <a:gd name="connsiteX1" fmla="*/ 1753208 w 2022054"/>
                  <a:gd name="connsiteY1" fmla="*/ 0 h 1953073"/>
                  <a:gd name="connsiteX2" fmla="*/ 991622 w 2022054"/>
                  <a:gd name="connsiteY2" fmla="*/ 1953073 h 1953073"/>
                  <a:gd name="connsiteX3" fmla="*/ 432822 w 2022054"/>
                  <a:gd name="connsiteY3" fmla="*/ 139700 h 1953073"/>
                  <a:gd name="connsiteX0" fmla="*/ 384320 w 2049752"/>
                  <a:gd name="connsiteY0" fmla="*/ 63500 h 1953073"/>
                  <a:gd name="connsiteX1" fmla="*/ 1780906 w 2049752"/>
                  <a:gd name="connsiteY1" fmla="*/ 0 h 1953073"/>
                  <a:gd name="connsiteX2" fmla="*/ 1019320 w 2049752"/>
                  <a:gd name="connsiteY2" fmla="*/ 1953073 h 1953073"/>
                  <a:gd name="connsiteX3" fmla="*/ 384320 w 2049752"/>
                  <a:gd name="connsiteY3" fmla="*/ 63500 h 1953073"/>
                  <a:gd name="connsiteX0" fmla="*/ 384320 w 2069519"/>
                  <a:gd name="connsiteY0" fmla="*/ 88900 h 1978473"/>
                  <a:gd name="connsiteX1" fmla="*/ 1831706 w 2069519"/>
                  <a:gd name="connsiteY1" fmla="*/ 0 h 1978473"/>
                  <a:gd name="connsiteX2" fmla="*/ 1019320 w 2069519"/>
                  <a:gd name="connsiteY2" fmla="*/ 1978473 h 1978473"/>
                  <a:gd name="connsiteX3" fmla="*/ 384320 w 2069519"/>
                  <a:gd name="connsiteY3" fmla="*/ 88900 h 1978473"/>
                  <a:gd name="connsiteX0" fmla="*/ 384320 w 2090836"/>
                  <a:gd name="connsiteY0" fmla="*/ 88900 h 1978473"/>
                  <a:gd name="connsiteX1" fmla="*/ 1831706 w 2090836"/>
                  <a:gd name="connsiteY1" fmla="*/ 0 h 1978473"/>
                  <a:gd name="connsiteX2" fmla="*/ 1019320 w 2090836"/>
                  <a:gd name="connsiteY2" fmla="*/ 1978473 h 1978473"/>
                  <a:gd name="connsiteX3" fmla="*/ 384320 w 2090836"/>
                  <a:gd name="connsiteY3" fmla="*/ 88900 h 197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0836" h="1978473">
                    <a:moveTo>
                      <a:pt x="384320" y="88900"/>
                    </a:moveTo>
                    <a:lnTo>
                      <a:pt x="1831706" y="0"/>
                    </a:lnTo>
                    <a:cubicBezTo>
                      <a:pt x="1577844" y="651024"/>
                      <a:pt x="3000382" y="1276649"/>
                      <a:pt x="1019320" y="1978473"/>
                    </a:cubicBezTo>
                    <a:cubicBezTo>
                      <a:pt x="-894147" y="1386715"/>
                      <a:pt x="494387" y="363158"/>
                      <a:pt x="384320" y="88900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Rectangle 8">
                <a:extLst>
                  <a:ext uri="{FF2B5EF4-FFF2-40B4-BE49-F238E27FC236}">
                    <a16:creationId xmlns:a16="http://schemas.microsoft.com/office/drawing/2014/main" id="{BE4A5E83-7CCC-DD50-6607-18A42B095025}"/>
                  </a:ext>
                </a:extLst>
              </p:cNvPr>
              <p:cNvSpPr/>
              <p:nvPr/>
            </p:nvSpPr>
            <p:spPr>
              <a:xfrm>
                <a:off x="2262595" y="1435578"/>
                <a:ext cx="3004414" cy="2586398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CDA1EFCE-0BCD-AC80-E368-94B42521EEC3}"/>
                  </a:ext>
                </a:extLst>
              </p:cNvPr>
              <p:cNvSpPr/>
              <p:nvPr/>
            </p:nvSpPr>
            <p:spPr>
              <a:xfrm>
                <a:off x="1972933" y="1596988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id="{59D8DFDF-A009-2BDF-FE9E-A768FAC741C5}"/>
                  </a:ext>
                </a:extLst>
              </p:cNvPr>
              <p:cNvSpPr/>
              <p:nvPr/>
            </p:nvSpPr>
            <p:spPr>
              <a:xfrm rot="9500543">
                <a:off x="3601913" y="3244281"/>
                <a:ext cx="314714" cy="314714"/>
              </a:xfrm>
              <a:prstGeom prst="arc">
                <a:avLst>
                  <a:gd name="adj1" fmla="val 12939651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A6900149-6151-BAE3-034D-159929C08216}"/>
                  </a:ext>
                </a:extLst>
              </p:cNvPr>
              <p:cNvGrpSpPr/>
              <p:nvPr/>
            </p:nvGrpSpPr>
            <p:grpSpPr>
              <a:xfrm>
                <a:off x="2788371" y="2413698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E0A3394F-3457-6216-70CB-349AEBD95F3F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AB864F06-6891-FD1B-B4C4-0922A3D7E5F5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5" name="Oval 134">
                    <a:extLst>
                      <a:ext uri="{FF2B5EF4-FFF2-40B4-BE49-F238E27FC236}">
                        <a16:creationId xmlns:a16="http://schemas.microsoft.com/office/drawing/2014/main" id="{78A81FCE-8B90-318A-53D7-C1A18A9A6352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655E5240-B27E-DE1E-E0B2-CEF8285AF78E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7" name="Freeform: Shape 136">
                    <a:extLst>
                      <a:ext uri="{FF2B5EF4-FFF2-40B4-BE49-F238E27FC236}">
                        <a16:creationId xmlns:a16="http://schemas.microsoft.com/office/drawing/2014/main" id="{50CAAA59-8A0B-1564-F5FD-75B2EA2FCC7A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8" name="Freeform: Shape 137">
                    <a:extLst>
                      <a:ext uri="{FF2B5EF4-FFF2-40B4-BE49-F238E27FC236}">
                        <a16:creationId xmlns:a16="http://schemas.microsoft.com/office/drawing/2014/main" id="{485D96D6-CFDF-BD2B-6102-9AB78A9E7544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9" name="Freeform: Shape 138">
                    <a:extLst>
                      <a:ext uri="{FF2B5EF4-FFF2-40B4-BE49-F238E27FC236}">
                        <a16:creationId xmlns:a16="http://schemas.microsoft.com/office/drawing/2014/main" id="{B17CDFE9-44C5-8946-4AB8-8E413F673127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33" name="Arc 132">
                  <a:extLst>
                    <a:ext uri="{FF2B5EF4-FFF2-40B4-BE49-F238E27FC236}">
                      <a16:creationId xmlns:a16="http://schemas.microsoft.com/office/drawing/2014/main" id="{9C392997-B1F2-422B-176E-CD3101B58419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641FEC5-2253-DA76-CDF8-C2F82C532BB5}"/>
                  </a:ext>
                </a:extLst>
              </p:cNvPr>
              <p:cNvSpPr/>
              <p:nvPr/>
            </p:nvSpPr>
            <p:spPr>
              <a:xfrm flipH="1">
                <a:off x="4617708" y="1534361"/>
                <a:ext cx="953148" cy="550456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6CE85318-96EB-A1EE-FF3F-35E295FE836E}"/>
                  </a:ext>
                </a:extLst>
              </p:cNvPr>
              <p:cNvGrpSpPr/>
              <p:nvPr/>
            </p:nvGrpSpPr>
            <p:grpSpPr>
              <a:xfrm flipH="1">
                <a:off x="4045924" y="2420364"/>
                <a:ext cx="673395" cy="828081"/>
                <a:chOff x="2788371" y="2413698"/>
                <a:chExt cx="673395" cy="828081"/>
              </a:xfrm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A22CA9B0-979A-FDF0-756E-0B566B3863D9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126" name="Oval 125">
                    <a:extLst>
                      <a:ext uri="{FF2B5EF4-FFF2-40B4-BE49-F238E27FC236}">
                        <a16:creationId xmlns:a16="http://schemas.microsoft.com/office/drawing/2014/main" id="{A5F28329-042D-DAEC-8B27-99D6E0E51C9F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B87276E2-5BFC-5F91-F638-E4405BB5D67A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Oval 127">
                    <a:extLst>
                      <a:ext uri="{FF2B5EF4-FFF2-40B4-BE49-F238E27FC236}">
                        <a16:creationId xmlns:a16="http://schemas.microsoft.com/office/drawing/2014/main" id="{694465F5-788C-67D1-1003-DC80A09600D3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Freeform: Shape 128">
                    <a:extLst>
                      <a:ext uri="{FF2B5EF4-FFF2-40B4-BE49-F238E27FC236}">
                        <a16:creationId xmlns:a16="http://schemas.microsoft.com/office/drawing/2014/main" id="{4DDB9295-8E67-8C33-1E6F-3984E8D55FFF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0" name="Freeform: Shape 129">
                    <a:extLst>
                      <a:ext uri="{FF2B5EF4-FFF2-40B4-BE49-F238E27FC236}">
                        <a16:creationId xmlns:a16="http://schemas.microsoft.com/office/drawing/2014/main" id="{08D1C433-75B2-5D8F-413F-1B296449CE38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1" name="Freeform: Shape 130">
                    <a:extLst>
                      <a:ext uri="{FF2B5EF4-FFF2-40B4-BE49-F238E27FC236}">
                        <a16:creationId xmlns:a16="http://schemas.microsoft.com/office/drawing/2014/main" id="{7AD3DF4A-B910-2816-BB56-317A45C74413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25" name="Arc 124">
                  <a:extLst>
                    <a:ext uri="{FF2B5EF4-FFF2-40B4-BE49-F238E27FC236}">
                      <a16:creationId xmlns:a16="http://schemas.microsoft.com/office/drawing/2014/main" id="{1C86F383-8C78-753E-F5E6-BB4F59B8F550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453DAE98-D35A-6083-0F6D-E8D4521D0904}"/>
                  </a:ext>
                </a:extLst>
              </p:cNvPr>
              <p:cNvSpPr/>
              <p:nvPr/>
            </p:nvSpPr>
            <p:spPr>
              <a:xfrm>
                <a:off x="2718281" y="4027937"/>
                <a:ext cx="2090836" cy="731656"/>
              </a:xfrm>
              <a:custGeom>
                <a:avLst/>
                <a:gdLst>
                  <a:gd name="connsiteX0" fmla="*/ 85313 w 2090836"/>
                  <a:gd name="connsiteY0" fmla="*/ 0 h 731656"/>
                  <a:gd name="connsiteX1" fmla="*/ 103638 w 2090836"/>
                  <a:gd name="connsiteY1" fmla="*/ 13227 h 731656"/>
                  <a:gd name="connsiteX2" fmla="*/ 1901708 w 2090836"/>
                  <a:gd name="connsiteY2" fmla="*/ 98568 h 731656"/>
                  <a:gd name="connsiteX3" fmla="*/ 2012822 w 2090836"/>
                  <a:gd name="connsiteY3" fmla="*/ 45877 h 731656"/>
                  <a:gd name="connsiteX4" fmla="*/ 2035732 w 2090836"/>
                  <a:gd name="connsiteY4" fmla="*/ 101169 h 731656"/>
                  <a:gd name="connsiteX5" fmla="*/ 2089158 w 2090836"/>
                  <a:gd name="connsiteY5" fmla="*/ 406818 h 731656"/>
                  <a:gd name="connsiteX6" fmla="*/ 2082082 w 2090836"/>
                  <a:gd name="connsiteY6" fmla="*/ 454530 h 731656"/>
                  <a:gd name="connsiteX7" fmla="*/ 2061872 w 2090836"/>
                  <a:gd name="connsiteY7" fmla="*/ 462605 h 731656"/>
                  <a:gd name="connsiteX8" fmla="*/ 100105 w 2090836"/>
                  <a:gd name="connsiteY8" fmla="*/ 467357 h 731656"/>
                  <a:gd name="connsiteX9" fmla="*/ 3394 w 2090836"/>
                  <a:gd name="connsiteY9" fmla="*/ 410264 h 731656"/>
                  <a:gd name="connsiteX10" fmla="*/ 293 w 2090836"/>
                  <a:gd name="connsiteY10" fmla="*/ 375443 h 731656"/>
                  <a:gd name="connsiteX11" fmla="*/ 70262 w 2090836"/>
                  <a:gd name="connsiteY11" fmla="*/ 32997 h 731656"/>
                  <a:gd name="connsiteX12" fmla="*/ 85313 w 2090836"/>
                  <a:gd name="connsiteY12" fmla="*/ 0 h 731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0836" h="731656">
                    <a:moveTo>
                      <a:pt x="85313" y="0"/>
                    </a:moveTo>
                    <a:lnTo>
                      <a:pt x="103638" y="13227"/>
                    </a:lnTo>
                    <a:cubicBezTo>
                      <a:pt x="624258" y="359537"/>
                      <a:pt x="1237831" y="390353"/>
                      <a:pt x="1901708" y="98568"/>
                    </a:cubicBezTo>
                    <a:lnTo>
                      <a:pt x="2012822" y="45877"/>
                    </a:lnTo>
                    <a:lnTo>
                      <a:pt x="2035732" y="101169"/>
                    </a:lnTo>
                    <a:cubicBezTo>
                      <a:pt x="2073333" y="202458"/>
                      <a:pt x="2097601" y="304211"/>
                      <a:pt x="2089158" y="406818"/>
                    </a:cubicBezTo>
                    <a:lnTo>
                      <a:pt x="2082082" y="454530"/>
                    </a:lnTo>
                    <a:lnTo>
                      <a:pt x="2061872" y="462605"/>
                    </a:lnTo>
                    <a:cubicBezTo>
                      <a:pt x="1621195" y="644809"/>
                      <a:pt x="981489" y="961521"/>
                      <a:pt x="100105" y="467357"/>
                    </a:cubicBezTo>
                    <a:lnTo>
                      <a:pt x="3394" y="410264"/>
                    </a:lnTo>
                    <a:lnTo>
                      <a:pt x="293" y="375443"/>
                    </a:lnTo>
                    <a:cubicBezTo>
                      <a:pt x="-3282" y="258620"/>
                      <a:pt x="26146" y="142970"/>
                      <a:pt x="70262" y="32997"/>
                    </a:cubicBezTo>
                    <a:lnTo>
                      <a:pt x="85313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FF713AA3-2F9F-9795-7027-1495521E2ED4}"/>
                </a:ext>
              </a:extLst>
            </p:cNvPr>
            <p:cNvGrpSpPr/>
            <p:nvPr/>
          </p:nvGrpSpPr>
          <p:grpSpPr>
            <a:xfrm>
              <a:off x="2852997" y="2946950"/>
              <a:ext cx="1781855" cy="3937507"/>
              <a:chOff x="2815804" y="2972804"/>
              <a:chExt cx="1781855" cy="3937507"/>
            </a:xfrm>
          </p:grpSpPr>
          <p:sp>
            <p:nvSpPr>
              <p:cNvPr id="109" name="Rectangle 1">
                <a:extLst>
                  <a:ext uri="{FF2B5EF4-FFF2-40B4-BE49-F238E27FC236}">
                    <a16:creationId xmlns:a16="http://schemas.microsoft.com/office/drawing/2014/main" id="{C7EF449A-0F8B-A013-BB82-00E9AA0B317C}"/>
                  </a:ext>
                </a:extLst>
              </p:cNvPr>
              <p:cNvSpPr/>
              <p:nvPr/>
            </p:nvSpPr>
            <p:spPr>
              <a:xfrm rot="20870169">
                <a:off x="3155812" y="3707155"/>
                <a:ext cx="1133549" cy="2773631"/>
              </a:xfrm>
              <a:custGeom>
                <a:avLst/>
                <a:gdLst>
                  <a:gd name="connsiteX0" fmla="*/ 0 w 1133549"/>
                  <a:gd name="connsiteY0" fmla="*/ 0 h 2677171"/>
                  <a:gd name="connsiteX1" fmla="*/ 1133549 w 1133549"/>
                  <a:gd name="connsiteY1" fmla="*/ 0 h 2677171"/>
                  <a:gd name="connsiteX2" fmla="*/ 1133549 w 1133549"/>
                  <a:gd name="connsiteY2" fmla="*/ 2677171 h 2677171"/>
                  <a:gd name="connsiteX3" fmla="*/ 0 w 1133549"/>
                  <a:gd name="connsiteY3" fmla="*/ 2677171 h 2677171"/>
                  <a:gd name="connsiteX4" fmla="*/ 0 w 1133549"/>
                  <a:gd name="connsiteY4" fmla="*/ 0 h 2677171"/>
                  <a:gd name="connsiteX0" fmla="*/ 0 w 1133549"/>
                  <a:gd name="connsiteY0" fmla="*/ 62556 h 2739727"/>
                  <a:gd name="connsiteX1" fmla="*/ 564557 w 1133549"/>
                  <a:gd name="connsiteY1" fmla="*/ 0 h 2739727"/>
                  <a:gd name="connsiteX2" fmla="*/ 1133549 w 1133549"/>
                  <a:gd name="connsiteY2" fmla="*/ 62556 h 2739727"/>
                  <a:gd name="connsiteX3" fmla="*/ 1133549 w 1133549"/>
                  <a:gd name="connsiteY3" fmla="*/ 2739727 h 2739727"/>
                  <a:gd name="connsiteX4" fmla="*/ 0 w 1133549"/>
                  <a:gd name="connsiteY4" fmla="*/ 2739727 h 2739727"/>
                  <a:gd name="connsiteX5" fmla="*/ 0 w 1133549"/>
                  <a:gd name="connsiteY5" fmla="*/ 62556 h 2739727"/>
                  <a:gd name="connsiteX0" fmla="*/ 0 w 1133549"/>
                  <a:gd name="connsiteY0" fmla="*/ 62556 h 2739727"/>
                  <a:gd name="connsiteX1" fmla="*/ 564557 w 1133549"/>
                  <a:gd name="connsiteY1" fmla="*/ 0 h 2739727"/>
                  <a:gd name="connsiteX2" fmla="*/ 1133549 w 1133549"/>
                  <a:gd name="connsiteY2" fmla="*/ 62556 h 2739727"/>
                  <a:gd name="connsiteX3" fmla="*/ 1133549 w 1133549"/>
                  <a:gd name="connsiteY3" fmla="*/ 2739727 h 2739727"/>
                  <a:gd name="connsiteX4" fmla="*/ 0 w 1133549"/>
                  <a:gd name="connsiteY4" fmla="*/ 2739727 h 2739727"/>
                  <a:gd name="connsiteX5" fmla="*/ 0 w 1133549"/>
                  <a:gd name="connsiteY5" fmla="*/ 62556 h 2739727"/>
                  <a:gd name="connsiteX0" fmla="*/ 0 w 1133549"/>
                  <a:gd name="connsiteY0" fmla="*/ 67509 h 2744680"/>
                  <a:gd name="connsiteX1" fmla="*/ 564557 w 1133549"/>
                  <a:gd name="connsiteY1" fmla="*/ 4953 h 2744680"/>
                  <a:gd name="connsiteX2" fmla="*/ 1133549 w 1133549"/>
                  <a:gd name="connsiteY2" fmla="*/ 67509 h 2744680"/>
                  <a:gd name="connsiteX3" fmla="*/ 1133549 w 1133549"/>
                  <a:gd name="connsiteY3" fmla="*/ 2744680 h 2744680"/>
                  <a:gd name="connsiteX4" fmla="*/ 0 w 1133549"/>
                  <a:gd name="connsiteY4" fmla="*/ 2744680 h 2744680"/>
                  <a:gd name="connsiteX5" fmla="*/ 0 w 1133549"/>
                  <a:gd name="connsiteY5" fmla="*/ 67509 h 2744680"/>
                  <a:gd name="connsiteX0" fmla="*/ 0 w 1133549"/>
                  <a:gd name="connsiteY0" fmla="*/ 93998 h 2771169"/>
                  <a:gd name="connsiteX1" fmla="*/ 564557 w 1133549"/>
                  <a:gd name="connsiteY1" fmla="*/ 31442 h 2771169"/>
                  <a:gd name="connsiteX2" fmla="*/ 1133549 w 1133549"/>
                  <a:gd name="connsiteY2" fmla="*/ 93998 h 2771169"/>
                  <a:gd name="connsiteX3" fmla="*/ 1133549 w 1133549"/>
                  <a:gd name="connsiteY3" fmla="*/ 2771169 h 2771169"/>
                  <a:gd name="connsiteX4" fmla="*/ 0 w 1133549"/>
                  <a:gd name="connsiteY4" fmla="*/ 2771169 h 2771169"/>
                  <a:gd name="connsiteX5" fmla="*/ 0 w 1133549"/>
                  <a:gd name="connsiteY5" fmla="*/ 93998 h 2771169"/>
                  <a:gd name="connsiteX0" fmla="*/ 0 w 1133549"/>
                  <a:gd name="connsiteY0" fmla="*/ 96460 h 2773631"/>
                  <a:gd name="connsiteX1" fmla="*/ 564557 w 1133549"/>
                  <a:gd name="connsiteY1" fmla="*/ 33904 h 2773631"/>
                  <a:gd name="connsiteX2" fmla="*/ 1133549 w 1133549"/>
                  <a:gd name="connsiteY2" fmla="*/ 96460 h 2773631"/>
                  <a:gd name="connsiteX3" fmla="*/ 1133549 w 1133549"/>
                  <a:gd name="connsiteY3" fmla="*/ 2773631 h 2773631"/>
                  <a:gd name="connsiteX4" fmla="*/ 0 w 1133549"/>
                  <a:gd name="connsiteY4" fmla="*/ 2773631 h 2773631"/>
                  <a:gd name="connsiteX5" fmla="*/ 0 w 1133549"/>
                  <a:gd name="connsiteY5" fmla="*/ 96460 h 2773631"/>
                  <a:gd name="connsiteX0" fmla="*/ 0 w 1133549"/>
                  <a:gd name="connsiteY0" fmla="*/ 96460 h 2773631"/>
                  <a:gd name="connsiteX1" fmla="*/ 564557 w 1133549"/>
                  <a:gd name="connsiteY1" fmla="*/ 33904 h 2773631"/>
                  <a:gd name="connsiteX2" fmla="*/ 1133549 w 1133549"/>
                  <a:gd name="connsiteY2" fmla="*/ 96460 h 2773631"/>
                  <a:gd name="connsiteX3" fmla="*/ 1133549 w 1133549"/>
                  <a:gd name="connsiteY3" fmla="*/ 2773631 h 2773631"/>
                  <a:gd name="connsiteX4" fmla="*/ 0 w 1133549"/>
                  <a:gd name="connsiteY4" fmla="*/ 2773631 h 2773631"/>
                  <a:gd name="connsiteX5" fmla="*/ 0 w 1133549"/>
                  <a:gd name="connsiteY5" fmla="*/ 96460 h 2773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33549" h="2773631">
                    <a:moveTo>
                      <a:pt x="0" y="96460"/>
                    </a:moveTo>
                    <a:cubicBezTo>
                      <a:pt x="101329" y="-43799"/>
                      <a:pt x="376247" y="35242"/>
                      <a:pt x="564557" y="33904"/>
                    </a:cubicBezTo>
                    <a:cubicBezTo>
                      <a:pt x="754221" y="54756"/>
                      <a:pt x="1005510" y="-89744"/>
                      <a:pt x="1133549" y="96460"/>
                    </a:cubicBezTo>
                    <a:lnTo>
                      <a:pt x="1133549" y="2773631"/>
                    </a:lnTo>
                    <a:lnTo>
                      <a:pt x="0" y="2773631"/>
                    </a:lnTo>
                    <a:lnTo>
                      <a:pt x="0" y="96460"/>
                    </a:lnTo>
                    <a:close/>
                  </a:path>
                </a:pathLst>
              </a:custGeom>
              <a:solidFill>
                <a:srgbClr val="FF7F50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: Top Corners Rounded 109">
                <a:extLst>
                  <a:ext uri="{FF2B5EF4-FFF2-40B4-BE49-F238E27FC236}">
                    <a16:creationId xmlns:a16="http://schemas.microsoft.com/office/drawing/2014/main" id="{177BC352-96ED-F952-817C-D89DCF2D8D84}"/>
                  </a:ext>
                </a:extLst>
              </p:cNvPr>
              <p:cNvSpPr/>
              <p:nvPr/>
            </p:nvSpPr>
            <p:spPr>
              <a:xfrm rot="10079629">
                <a:off x="3463280" y="6137527"/>
                <a:ext cx="1134379" cy="772784"/>
              </a:xfrm>
              <a:prstGeom prst="round2SameRect">
                <a:avLst>
                  <a:gd name="adj1" fmla="val 18134"/>
                  <a:gd name="adj2" fmla="val 0"/>
                </a:avLst>
              </a:prstGeom>
              <a:solidFill>
                <a:srgbClr val="FC7093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EC3E8241-509A-131F-EC8C-EDFC53B76660}"/>
                  </a:ext>
                </a:extLst>
              </p:cNvPr>
              <p:cNvSpPr/>
              <p:nvPr/>
            </p:nvSpPr>
            <p:spPr>
              <a:xfrm rot="20870169">
                <a:off x="3432242" y="6158881"/>
                <a:ext cx="1117635" cy="292936"/>
              </a:xfrm>
              <a:prstGeom prst="rect">
                <a:avLst/>
              </a:prstGeom>
              <a:solidFill>
                <a:srgbClr val="856C8E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9">
                <a:extLst>
                  <a:ext uri="{FF2B5EF4-FFF2-40B4-BE49-F238E27FC236}">
                    <a16:creationId xmlns:a16="http://schemas.microsoft.com/office/drawing/2014/main" id="{BE6FE6D1-B711-4FB7-33B3-1EA76F59B034}"/>
                  </a:ext>
                </a:extLst>
              </p:cNvPr>
              <p:cNvSpPr/>
              <p:nvPr/>
            </p:nvSpPr>
            <p:spPr>
              <a:xfrm rot="20870169">
                <a:off x="2815804" y="2972804"/>
                <a:ext cx="1116082" cy="1020430"/>
              </a:xfrm>
              <a:custGeom>
                <a:avLst/>
                <a:gdLst>
                  <a:gd name="connsiteX0" fmla="*/ 0 w 1133549"/>
                  <a:gd name="connsiteY0" fmla="*/ 0 h 2649672"/>
                  <a:gd name="connsiteX1" fmla="*/ 1133549 w 1133549"/>
                  <a:gd name="connsiteY1" fmla="*/ 0 h 2649672"/>
                  <a:gd name="connsiteX2" fmla="*/ 1133549 w 1133549"/>
                  <a:gd name="connsiteY2" fmla="*/ 2649672 h 2649672"/>
                  <a:gd name="connsiteX3" fmla="*/ 0 w 1133549"/>
                  <a:gd name="connsiteY3" fmla="*/ 2649672 h 2649672"/>
                  <a:gd name="connsiteX4" fmla="*/ 0 w 1133549"/>
                  <a:gd name="connsiteY4" fmla="*/ 0 h 2649672"/>
                  <a:gd name="connsiteX0" fmla="*/ 509086 w 1133549"/>
                  <a:gd name="connsiteY0" fmla="*/ 0 h 3338928"/>
                  <a:gd name="connsiteX1" fmla="*/ 1133549 w 1133549"/>
                  <a:gd name="connsiteY1" fmla="*/ 689256 h 3338928"/>
                  <a:gd name="connsiteX2" fmla="*/ 1133549 w 1133549"/>
                  <a:gd name="connsiteY2" fmla="*/ 3338928 h 3338928"/>
                  <a:gd name="connsiteX3" fmla="*/ 0 w 1133549"/>
                  <a:gd name="connsiteY3" fmla="*/ 3338928 h 3338928"/>
                  <a:gd name="connsiteX4" fmla="*/ 509086 w 1133549"/>
                  <a:gd name="connsiteY4" fmla="*/ 0 h 3338928"/>
                  <a:gd name="connsiteX0" fmla="*/ 516720 w 1141183"/>
                  <a:gd name="connsiteY0" fmla="*/ 0 h 3338928"/>
                  <a:gd name="connsiteX1" fmla="*/ 1141183 w 1141183"/>
                  <a:gd name="connsiteY1" fmla="*/ 689256 h 3338928"/>
                  <a:gd name="connsiteX2" fmla="*/ 1141183 w 1141183"/>
                  <a:gd name="connsiteY2" fmla="*/ 3338928 h 3338928"/>
                  <a:gd name="connsiteX3" fmla="*/ 0 w 1141183"/>
                  <a:gd name="connsiteY3" fmla="*/ 842880 h 3338928"/>
                  <a:gd name="connsiteX4" fmla="*/ 516720 w 1141183"/>
                  <a:gd name="connsiteY4" fmla="*/ 0 h 3338928"/>
                  <a:gd name="connsiteX0" fmla="*/ 516720 w 1141183"/>
                  <a:gd name="connsiteY0" fmla="*/ 0 h 886706"/>
                  <a:gd name="connsiteX1" fmla="*/ 1141183 w 1141183"/>
                  <a:gd name="connsiteY1" fmla="*/ 689256 h 886706"/>
                  <a:gd name="connsiteX2" fmla="*/ 1065640 w 1141183"/>
                  <a:gd name="connsiteY2" fmla="*/ 886706 h 886706"/>
                  <a:gd name="connsiteX3" fmla="*/ 0 w 1141183"/>
                  <a:gd name="connsiteY3" fmla="*/ 842880 h 886706"/>
                  <a:gd name="connsiteX4" fmla="*/ 516720 w 1141183"/>
                  <a:gd name="connsiteY4" fmla="*/ 0 h 886706"/>
                  <a:gd name="connsiteX0" fmla="*/ 516720 w 1065640"/>
                  <a:gd name="connsiteY0" fmla="*/ 0 h 886706"/>
                  <a:gd name="connsiteX1" fmla="*/ 1065640 w 1065640"/>
                  <a:gd name="connsiteY1" fmla="*/ 886706 h 886706"/>
                  <a:gd name="connsiteX2" fmla="*/ 0 w 1065640"/>
                  <a:gd name="connsiteY2" fmla="*/ 842880 h 886706"/>
                  <a:gd name="connsiteX3" fmla="*/ 516720 w 1065640"/>
                  <a:gd name="connsiteY3" fmla="*/ 0 h 886706"/>
                  <a:gd name="connsiteX0" fmla="*/ 516720 w 1103367"/>
                  <a:gd name="connsiteY0" fmla="*/ 0 h 862359"/>
                  <a:gd name="connsiteX1" fmla="*/ 1103367 w 1103367"/>
                  <a:gd name="connsiteY1" fmla="*/ 862359 h 862359"/>
                  <a:gd name="connsiteX2" fmla="*/ 0 w 1103367"/>
                  <a:gd name="connsiteY2" fmla="*/ 842880 h 862359"/>
                  <a:gd name="connsiteX3" fmla="*/ 516720 w 1103367"/>
                  <a:gd name="connsiteY3" fmla="*/ 0 h 862359"/>
                  <a:gd name="connsiteX0" fmla="*/ 537163 w 1103367"/>
                  <a:gd name="connsiteY0" fmla="*/ 0 h 896928"/>
                  <a:gd name="connsiteX1" fmla="*/ 1103367 w 1103367"/>
                  <a:gd name="connsiteY1" fmla="*/ 896928 h 896928"/>
                  <a:gd name="connsiteX2" fmla="*/ 0 w 1103367"/>
                  <a:gd name="connsiteY2" fmla="*/ 877449 h 896928"/>
                  <a:gd name="connsiteX3" fmla="*/ 537163 w 1103367"/>
                  <a:gd name="connsiteY3" fmla="*/ 0 h 896928"/>
                  <a:gd name="connsiteX0" fmla="*/ 537163 w 1103367"/>
                  <a:gd name="connsiteY0" fmla="*/ 0 h 1012859"/>
                  <a:gd name="connsiteX1" fmla="*/ 1103367 w 1103367"/>
                  <a:gd name="connsiteY1" fmla="*/ 896928 h 1012859"/>
                  <a:gd name="connsiteX2" fmla="*/ 250193 w 1103367"/>
                  <a:gd name="connsiteY2" fmla="*/ 1012576 h 1012859"/>
                  <a:gd name="connsiteX3" fmla="*/ 0 w 1103367"/>
                  <a:gd name="connsiteY3" fmla="*/ 877449 h 1012859"/>
                  <a:gd name="connsiteX4" fmla="*/ 537163 w 1103367"/>
                  <a:gd name="connsiteY4" fmla="*/ 0 h 1012859"/>
                  <a:gd name="connsiteX0" fmla="*/ 537163 w 1107746"/>
                  <a:gd name="connsiteY0" fmla="*/ 0 h 1027320"/>
                  <a:gd name="connsiteX1" fmla="*/ 1103367 w 1107746"/>
                  <a:gd name="connsiteY1" fmla="*/ 896928 h 1027320"/>
                  <a:gd name="connsiteX2" fmla="*/ 820531 w 1107746"/>
                  <a:gd name="connsiteY2" fmla="*/ 1018587 h 1027320"/>
                  <a:gd name="connsiteX3" fmla="*/ 250193 w 1107746"/>
                  <a:gd name="connsiteY3" fmla="*/ 1012576 h 1027320"/>
                  <a:gd name="connsiteX4" fmla="*/ 0 w 1107746"/>
                  <a:gd name="connsiteY4" fmla="*/ 877449 h 1027320"/>
                  <a:gd name="connsiteX5" fmla="*/ 537163 w 1107746"/>
                  <a:gd name="connsiteY5" fmla="*/ 0 h 1027320"/>
                  <a:gd name="connsiteX0" fmla="*/ 537163 w 1107746"/>
                  <a:gd name="connsiteY0" fmla="*/ 0 h 1020430"/>
                  <a:gd name="connsiteX1" fmla="*/ 1103367 w 1107746"/>
                  <a:gd name="connsiteY1" fmla="*/ 896928 h 1020430"/>
                  <a:gd name="connsiteX2" fmla="*/ 820531 w 1107746"/>
                  <a:gd name="connsiteY2" fmla="*/ 1018587 h 1020430"/>
                  <a:gd name="connsiteX3" fmla="*/ 536436 w 1107746"/>
                  <a:gd name="connsiteY3" fmla="*/ 859913 h 1020430"/>
                  <a:gd name="connsiteX4" fmla="*/ 250193 w 1107746"/>
                  <a:gd name="connsiteY4" fmla="*/ 1012576 h 1020430"/>
                  <a:gd name="connsiteX5" fmla="*/ 0 w 1107746"/>
                  <a:gd name="connsiteY5" fmla="*/ 877449 h 1020430"/>
                  <a:gd name="connsiteX6" fmla="*/ 537163 w 1107746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37163 w 1103367"/>
                  <a:gd name="connsiteY0" fmla="*/ 0 h 1020430"/>
                  <a:gd name="connsiteX1" fmla="*/ 1103367 w 1103367"/>
                  <a:gd name="connsiteY1" fmla="*/ 896928 h 1020430"/>
                  <a:gd name="connsiteX2" fmla="*/ 820531 w 1103367"/>
                  <a:gd name="connsiteY2" fmla="*/ 1018587 h 1020430"/>
                  <a:gd name="connsiteX3" fmla="*/ 536436 w 1103367"/>
                  <a:gd name="connsiteY3" fmla="*/ 859913 h 1020430"/>
                  <a:gd name="connsiteX4" fmla="*/ 250193 w 1103367"/>
                  <a:gd name="connsiteY4" fmla="*/ 1012576 h 1020430"/>
                  <a:gd name="connsiteX5" fmla="*/ 0 w 1103367"/>
                  <a:gd name="connsiteY5" fmla="*/ 877449 h 1020430"/>
                  <a:gd name="connsiteX6" fmla="*/ 537163 w 1103367"/>
                  <a:gd name="connsiteY6" fmla="*/ 0 h 1020430"/>
                  <a:gd name="connsiteX0" fmla="*/ 559252 w 1125456"/>
                  <a:gd name="connsiteY0" fmla="*/ 0 h 1020430"/>
                  <a:gd name="connsiteX1" fmla="*/ 1125456 w 1125456"/>
                  <a:gd name="connsiteY1" fmla="*/ 896928 h 1020430"/>
                  <a:gd name="connsiteX2" fmla="*/ 842620 w 1125456"/>
                  <a:gd name="connsiteY2" fmla="*/ 1018587 h 1020430"/>
                  <a:gd name="connsiteX3" fmla="*/ 558525 w 1125456"/>
                  <a:gd name="connsiteY3" fmla="*/ 859913 h 1020430"/>
                  <a:gd name="connsiteX4" fmla="*/ 272282 w 1125456"/>
                  <a:gd name="connsiteY4" fmla="*/ 1012576 h 1020430"/>
                  <a:gd name="connsiteX5" fmla="*/ 0 w 1125456"/>
                  <a:gd name="connsiteY5" fmla="*/ 862785 h 1020430"/>
                  <a:gd name="connsiteX6" fmla="*/ 559252 w 1125456"/>
                  <a:gd name="connsiteY6" fmla="*/ 0 h 1020430"/>
                  <a:gd name="connsiteX0" fmla="*/ 529859 w 1096063"/>
                  <a:gd name="connsiteY0" fmla="*/ 0 h 1020430"/>
                  <a:gd name="connsiteX1" fmla="*/ 1096063 w 1096063"/>
                  <a:gd name="connsiteY1" fmla="*/ 896928 h 1020430"/>
                  <a:gd name="connsiteX2" fmla="*/ 813227 w 1096063"/>
                  <a:gd name="connsiteY2" fmla="*/ 1018587 h 1020430"/>
                  <a:gd name="connsiteX3" fmla="*/ 529132 w 1096063"/>
                  <a:gd name="connsiteY3" fmla="*/ 859913 h 1020430"/>
                  <a:gd name="connsiteX4" fmla="*/ 242889 w 1096063"/>
                  <a:gd name="connsiteY4" fmla="*/ 1012576 h 1020430"/>
                  <a:gd name="connsiteX5" fmla="*/ 0 w 1096063"/>
                  <a:gd name="connsiteY5" fmla="*/ 872579 h 1020430"/>
                  <a:gd name="connsiteX6" fmla="*/ 529859 w 1096063"/>
                  <a:gd name="connsiteY6" fmla="*/ 0 h 1020430"/>
                  <a:gd name="connsiteX0" fmla="*/ 534986 w 1101190"/>
                  <a:gd name="connsiteY0" fmla="*/ 0 h 1020430"/>
                  <a:gd name="connsiteX1" fmla="*/ 1101190 w 1101190"/>
                  <a:gd name="connsiteY1" fmla="*/ 896928 h 1020430"/>
                  <a:gd name="connsiteX2" fmla="*/ 818354 w 1101190"/>
                  <a:gd name="connsiteY2" fmla="*/ 1018587 h 1020430"/>
                  <a:gd name="connsiteX3" fmla="*/ 534259 w 1101190"/>
                  <a:gd name="connsiteY3" fmla="*/ 859913 h 1020430"/>
                  <a:gd name="connsiteX4" fmla="*/ 248016 w 1101190"/>
                  <a:gd name="connsiteY4" fmla="*/ 1012576 h 1020430"/>
                  <a:gd name="connsiteX5" fmla="*/ 0 w 1101190"/>
                  <a:gd name="connsiteY5" fmla="*/ 851950 h 1020430"/>
                  <a:gd name="connsiteX6" fmla="*/ 534986 w 1101190"/>
                  <a:gd name="connsiteY6" fmla="*/ 0 h 1020430"/>
                  <a:gd name="connsiteX0" fmla="*/ 534986 w 1107665"/>
                  <a:gd name="connsiteY0" fmla="*/ 0 h 1020430"/>
                  <a:gd name="connsiteX1" fmla="*/ 1107665 w 1107665"/>
                  <a:gd name="connsiteY1" fmla="*/ 865891 h 1020430"/>
                  <a:gd name="connsiteX2" fmla="*/ 818354 w 1107665"/>
                  <a:gd name="connsiteY2" fmla="*/ 1018587 h 1020430"/>
                  <a:gd name="connsiteX3" fmla="*/ 534259 w 1107665"/>
                  <a:gd name="connsiteY3" fmla="*/ 859913 h 1020430"/>
                  <a:gd name="connsiteX4" fmla="*/ 248016 w 1107665"/>
                  <a:gd name="connsiteY4" fmla="*/ 1012576 h 1020430"/>
                  <a:gd name="connsiteX5" fmla="*/ 0 w 1107665"/>
                  <a:gd name="connsiteY5" fmla="*/ 851950 h 1020430"/>
                  <a:gd name="connsiteX6" fmla="*/ 534986 w 1107665"/>
                  <a:gd name="connsiteY6" fmla="*/ 0 h 1020430"/>
                  <a:gd name="connsiteX0" fmla="*/ 534986 w 1092644"/>
                  <a:gd name="connsiteY0" fmla="*/ 0 h 1020430"/>
                  <a:gd name="connsiteX1" fmla="*/ 1092644 w 1092644"/>
                  <a:gd name="connsiteY1" fmla="*/ 862546 h 1020430"/>
                  <a:gd name="connsiteX2" fmla="*/ 818354 w 1092644"/>
                  <a:gd name="connsiteY2" fmla="*/ 1018587 h 1020430"/>
                  <a:gd name="connsiteX3" fmla="*/ 534259 w 1092644"/>
                  <a:gd name="connsiteY3" fmla="*/ 859913 h 1020430"/>
                  <a:gd name="connsiteX4" fmla="*/ 248016 w 1092644"/>
                  <a:gd name="connsiteY4" fmla="*/ 1012576 h 1020430"/>
                  <a:gd name="connsiteX5" fmla="*/ 0 w 1092644"/>
                  <a:gd name="connsiteY5" fmla="*/ 851950 h 1020430"/>
                  <a:gd name="connsiteX6" fmla="*/ 534986 w 1092644"/>
                  <a:gd name="connsiteY6" fmla="*/ 0 h 1020430"/>
                  <a:gd name="connsiteX0" fmla="*/ 534986 w 1082984"/>
                  <a:gd name="connsiteY0" fmla="*/ 0 h 1020430"/>
                  <a:gd name="connsiteX1" fmla="*/ 1082984 w 1082984"/>
                  <a:gd name="connsiteY1" fmla="*/ 863643 h 1020430"/>
                  <a:gd name="connsiteX2" fmla="*/ 818354 w 1082984"/>
                  <a:gd name="connsiteY2" fmla="*/ 1018587 h 1020430"/>
                  <a:gd name="connsiteX3" fmla="*/ 534259 w 1082984"/>
                  <a:gd name="connsiteY3" fmla="*/ 859913 h 1020430"/>
                  <a:gd name="connsiteX4" fmla="*/ 248016 w 1082984"/>
                  <a:gd name="connsiteY4" fmla="*/ 1012576 h 1020430"/>
                  <a:gd name="connsiteX5" fmla="*/ 0 w 1082984"/>
                  <a:gd name="connsiteY5" fmla="*/ 851950 h 1020430"/>
                  <a:gd name="connsiteX6" fmla="*/ 534986 w 1082984"/>
                  <a:gd name="connsiteY6" fmla="*/ 0 h 1020430"/>
                  <a:gd name="connsiteX0" fmla="*/ 534986 w 1089226"/>
                  <a:gd name="connsiteY0" fmla="*/ 0 h 1020430"/>
                  <a:gd name="connsiteX1" fmla="*/ 1089226 w 1089226"/>
                  <a:gd name="connsiteY1" fmla="*/ 848794 h 1020430"/>
                  <a:gd name="connsiteX2" fmla="*/ 818354 w 1089226"/>
                  <a:gd name="connsiteY2" fmla="*/ 1018587 h 1020430"/>
                  <a:gd name="connsiteX3" fmla="*/ 534259 w 1089226"/>
                  <a:gd name="connsiteY3" fmla="*/ 859913 h 1020430"/>
                  <a:gd name="connsiteX4" fmla="*/ 248016 w 1089226"/>
                  <a:gd name="connsiteY4" fmla="*/ 1012576 h 1020430"/>
                  <a:gd name="connsiteX5" fmla="*/ 0 w 1089226"/>
                  <a:gd name="connsiteY5" fmla="*/ 851950 h 1020430"/>
                  <a:gd name="connsiteX6" fmla="*/ 534986 w 1089226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  <a:gd name="connsiteX0" fmla="*/ 534986 w 1080213"/>
                  <a:gd name="connsiteY0" fmla="*/ 0 h 1020430"/>
                  <a:gd name="connsiteX1" fmla="*/ 1080213 w 1080213"/>
                  <a:gd name="connsiteY1" fmla="*/ 846787 h 1020430"/>
                  <a:gd name="connsiteX2" fmla="*/ 818354 w 1080213"/>
                  <a:gd name="connsiteY2" fmla="*/ 1018587 h 1020430"/>
                  <a:gd name="connsiteX3" fmla="*/ 534259 w 1080213"/>
                  <a:gd name="connsiteY3" fmla="*/ 859913 h 1020430"/>
                  <a:gd name="connsiteX4" fmla="*/ 248016 w 1080213"/>
                  <a:gd name="connsiteY4" fmla="*/ 1012576 h 1020430"/>
                  <a:gd name="connsiteX5" fmla="*/ 0 w 1080213"/>
                  <a:gd name="connsiteY5" fmla="*/ 851950 h 1020430"/>
                  <a:gd name="connsiteX6" fmla="*/ 534986 w 1080213"/>
                  <a:gd name="connsiteY6" fmla="*/ 0 h 1020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80213" h="1020430">
                    <a:moveTo>
                      <a:pt x="534986" y="0"/>
                    </a:moveTo>
                    <a:lnTo>
                      <a:pt x="1080213" y="846787"/>
                    </a:lnTo>
                    <a:cubicBezTo>
                      <a:pt x="1060921" y="872332"/>
                      <a:pt x="906942" y="1004126"/>
                      <a:pt x="818354" y="1018587"/>
                    </a:cubicBezTo>
                    <a:cubicBezTo>
                      <a:pt x="723241" y="1040432"/>
                      <a:pt x="629315" y="860915"/>
                      <a:pt x="534259" y="859913"/>
                    </a:cubicBezTo>
                    <a:cubicBezTo>
                      <a:pt x="439203" y="858911"/>
                      <a:pt x="336797" y="1037667"/>
                      <a:pt x="248016" y="1012576"/>
                    </a:cubicBezTo>
                    <a:cubicBezTo>
                      <a:pt x="171946" y="1002727"/>
                      <a:pt x="15704" y="910065"/>
                      <a:pt x="0" y="851950"/>
                    </a:cubicBezTo>
                    <a:lnTo>
                      <a:pt x="534986" y="0"/>
                    </a:lnTo>
                    <a:close/>
                  </a:path>
                </a:pathLst>
              </a:custGeom>
              <a:solidFill>
                <a:srgbClr val="FF2D2D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3877081A-1B0E-F92A-86C7-DA07CEFDA1C9}"/>
                  </a:ext>
                </a:extLst>
              </p:cNvPr>
              <p:cNvSpPr/>
              <p:nvPr/>
            </p:nvSpPr>
            <p:spPr>
              <a:xfrm>
                <a:off x="3130104" y="2981550"/>
                <a:ext cx="387796" cy="415312"/>
              </a:xfrm>
              <a:custGeom>
                <a:avLst/>
                <a:gdLst>
                  <a:gd name="connsiteX0" fmla="*/ 140278 w 424000"/>
                  <a:gd name="connsiteY0" fmla="*/ 0 h 415312"/>
                  <a:gd name="connsiteX1" fmla="*/ 424000 w 424000"/>
                  <a:gd name="connsiteY1" fmla="*/ 289456 h 415312"/>
                  <a:gd name="connsiteX2" fmla="*/ 366099 w 424000"/>
                  <a:gd name="connsiteY2" fmla="*/ 337230 h 415312"/>
                  <a:gd name="connsiteX3" fmla="*/ 110474 w 424000"/>
                  <a:gd name="connsiteY3" fmla="*/ 415312 h 415312"/>
                  <a:gd name="connsiteX4" fmla="*/ 18332 w 424000"/>
                  <a:gd name="connsiteY4" fmla="*/ 406023 h 415312"/>
                  <a:gd name="connsiteX5" fmla="*/ 0 w 424000"/>
                  <a:gd name="connsiteY5" fmla="*/ 400333 h 415312"/>
                  <a:gd name="connsiteX6" fmla="*/ 140278 w 424000"/>
                  <a:gd name="connsiteY6" fmla="*/ 0 h 4153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4000" h="415312">
                    <a:moveTo>
                      <a:pt x="140278" y="0"/>
                    </a:moveTo>
                    <a:lnTo>
                      <a:pt x="424000" y="289456"/>
                    </a:lnTo>
                    <a:lnTo>
                      <a:pt x="366099" y="337230"/>
                    </a:lnTo>
                    <a:cubicBezTo>
                      <a:pt x="293130" y="386527"/>
                      <a:pt x="205163" y="415312"/>
                      <a:pt x="110474" y="415312"/>
                    </a:cubicBezTo>
                    <a:cubicBezTo>
                      <a:pt x="78911" y="415312"/>
                      <a:pt x="48095" y="412114"/>
                      <a:pt x="18332" y="406023"/>
                    </a:cubicBezTo>
                    <a:lnTo>
                      <a:pt x="0" y="400333"/>
                    </a:lnTo>
                    <a:lnTo>
                      <a:pt x="140278" y="0"/>
                    </a:lnTo>
                    <a:close/>
                  </a:path>
                </a:pathLst>
              </a:custGeom>
              <a:solidFill>
                <a:schemeClr val="tx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105" name="Oval 7">
              <a:extLst>
                <a:ext uri="{FF2B5EF4-FFF2-40B4-BE49-F238E27FC236}">
                  <a16:creationId xmlns:a16="http://schemas.microsoft.com/office/drawing/2014/main" id="{440288FA-D9A6-D7E4-E8CB-8FA192621004}"/>
                </a:ext>
              </a:extLst>
            </p:cNvPr>
            <p:cNvSpPr/>
            <p:nvPr/>
          </p:nvSpPr>
          <p:spPr>
            <a:xfrm rot="10405169" flipH="1">
              <a:off x="2935601" y="4845523"/>
              <a:ext cx="374652" cy="499106"/>
            </a:xfrm>
            <a:custGeom>
              <a:avLst/>
              <a:gdLst>
                <a:gd name="connsiteX0" fmla="*/ 0 w 372284"/>
                <a:gd name="connsiteY0" fmla="*/ 249553 h 499105"/>
                <a:gd name="connsiteX1" fmla="*/ 186142 w 372284"/>
                <a:gd name="connsiteY1" fmla="*/ 0 h 499105"/>
                <a:gd name="connsiteX2" fmla="*/ 372284 w 372284"/>
                <a:gd name="connsiteY2" fmla="*/ 249553 h 499105"/>
                <a:gd name="connsiteX3" fmla="*/ 186142 w 372284"/>
                <a:gd name="connsiteY3" fmla="*/ 499106 h 499105"/>
                <a:gd name="connsiteX4" fmla="*/ 0 w 372284"/>
                <a:gd name="connsiteY4" fmla="*/ 249553 h 499105"/>
                <a:gd name="connsiteX0" fmla="*/ 0 w 374652"/>
                <a:gd name="connsiteY0" fmla="*/ 249553 h 499106"/>
                <a:gd name="connsiteX1" fmla="*/ 186142 w 374652"/>
                <a:gd name="connsiteY1" fmla="*/ 0 h 499106"/>
                <a:gd name="connsiteX2" fmla="*/ 372284 w 374652"/>
                <a:gd name="connsiteY2" fmla="*/ 249553 h 499106"/>
                <a:gd name="connsiteX3" fmla="*/ 186142 w 374652"/>
                <a:gd name="connsiteY3" fmla="*/ 499106 h 499106"/>
                <a:gd name="connsiteX4" fmla="*/ 0 w 374652"/>
                <a:gd name="connsiteY4" fmla="*/ 249553 h 49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652" h="499106">
                  <a:moveTo>
                    <a:pt x="0" y="249553"/>
                  </a:moveTo>
                  <a:cubicBezTo>
                    <a:pt x="0" y="111729"/>
                    <a:pt x="83339" y="0"/>
                    <a:pt x="186142" y="0"/>
                  </a:cubicBezTo>
                  <a:cubicBezTo>
                    <a:pt x="288945" y="0"/>
                    <a:pt x="391647" y="63389"/>
                    <a:pt x="372284" y="249553"/>
                  </a:cubicBezTo>
                  <a:cubicBezTo>
                    <a:pt x="372284" y="387377"/>
                    <a:pt x="288945" y="499106"/>
                    <a:pt x="186142" y="499106"/>
                  </a:cubicBezTo>
                  <a:cubicBezTo>
                    <a:pt x="83339" y="499106"/>
                    <a:pt x="0" y="387377"/>
                    <a:pt x="0" y="249553"/>
                  </a:cubicBez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FD57FB61-1FE2-7A83-B306-BC3D1CAA9AD5}"/>
                </a:ext>
              </a:extLst>
            </p:cNvPr>
            <p:cNvGrpSpPr/>
            <p:nvPr/>
          </p:nvGrpSpPr>
          <p:grpSpPr>
            <a:xfrm>
              <a:off x="6647784" y="4274275"/>
              <a:ext cx="1237860" cy="694284"/>
              <a:chOff x="12297231" y="3975594"/>
              <a:chExt cx="1237860" cy="694284"/>
            </a:xfrm>
            <a:solidFill>
              <a:schemeClr val="tx1"/>
            </a:solidFill>
          </p:grpSpPr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19E178F5-F2D7-F2E0-ACEB-AADCC57A8898}"/>
                  </a:ext>
                </a:extLst>
              </p:cNvPr>
              <p:cNvSpPr/>
              <p:nvPr/>
            </p:nvSpPr>
            <p:spPr>
              <a:xfrm>
                <a:off x="12297231" y="4354286"/>
                <a:ext cx="983342" cy="315592"/>
              </a:xfrm>
              <a:custGeom>
                <a:avLst/>
                <a:gdLst>
                  <a:gd name="connsiteX0" fmla="*/ 0 w 1074057"/>
                  <a:gd name="connsiteY0" fmla="*/ 232228 h 232228"/>
                  <a:gd name="connsiteX1" fmla="*/ 1074057 w 1074057"/>
                  <a:gd name="connsiteY1" fmla="*/ 0 h 232228"/>
                  <a:gd name="connsiteX2" fmla="*/ 1074057 w 1074057"/>
                  <a:gd name="connsiteY2" fmla="*/ 0 h 232228"/>
                  <a:gd name="connsiteX0" fmla="*/ 0 w 1074057"/>
                  <a:gd name="connsiteY0" fmla="*/ 232228 h 282427"/>
                  <a:gd name="connsiteX1" fmla="*/ 1074057 w 1074057"/>
                  <a:gd name="connsiteY1" fmla="*/ 0 h 282427"/>
                  <a:gd name="connsiteX2" fmla="*/ 1074057 w 1074057"/>
                  <a:gd name="connsiteY2" fmla="*/ 0 h 282427"/>
                  <a:gd name="connsiteX0" fmla="*/ 0 w 1059542"/>
                  <a:gd name="connsiteY0" fmla="*/ 145143 h 250894"/>
                  <a:gd name="connsiteX1" fmla="*/ 1059542 w 1059542"/>
                  <a:gd name="connsiteY1" fmla="*/ 0 h 250894"/>
                  <a:gd name="connsiteX2" fmla="*/ 1059542 w 1059542"/>
                  <a:gd name="connsiteY2" fmla="*/ 0 h 250894"/>
                  <a:gd name="connsiteX0" fmla="*/ 0 w 1059542"/>
                  <a:gd name="connsiteY0" fmla="*/ 145143 h 315592"/>
                  <a:gd name="connsiteX1" fmla="*/ 1059542 w 1059542"/>
                  <a:gd name="connsiteY1" fmla="*/ 0 h 315592"/>
                  <a:gd name="connsiteX2" fmla="*/ 1059542 w 1059542"/>
                  <a:gd name="connsiteY2" fmla="*/ 0 h 315592"/>
                  <a:gd name="connsiteX0" fmla="*/ 0 w 992867"/>
                  <a:gd name="connsiteY0" fmla="*/ 116568 h 303163"/>
                  <a:gd name="connsiteX1" fmla="*/ 992867 w 992867"/>
                  <a:gd name="connsiteY1" fmla="*/ 0 h 303163"/>
                  <a:gd name="connsiteX2" fmla="*/ 992867 w 992867"/>
                  <a:gd name="connsiteY2" fmla="*/ 0 h 303163"/>
                  <a:gd name="connsiteX0" fmla="*/ 0 w 983342"/>
                  <a:gd name="connsiteY0" fmla="*/ 145143 h 315592"/>
                  <a:gd name="connsiteX1" fmla="*/ 983342 w 983342"/>
                  <a:gd name="connsiteY1" fmla="*/ 0 h 315592"/>
                  <a:gd name="connsiteX2" fmla="*/ 983342 w 983342"/>
                  <a:gd name="connsiteY2" fmla="*/ 0 h 315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83342" h="315592">
                    <a:moveTo>
                      <a:pt x="0" y="145143"/>
                    </a:moveTo>
                    <a:cubicBezTo>
                      <a:pt x="291344" y="277284"/>
                      <a:pt x="610808" y="512838"/>
                      <a:pt x="983342" y="0"/>
                    </a:cubicBezTo>
                    <a:lnTo>
                      <a:pt x="983342" y="0"/>
                    </a:lnTo>
                  </a:path>
                </a:pathLst>
              </a:custGeom>
              <a:no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52">
                <a:extLst>
                  <a:ext uri="{FF2B5EF4-FFF2-40B4-BE49-F238E27FC236}">
                    <a16:creationId xmlns:a16="http://schemas.microsoft.com/office/drawing/2014/main" id="{16692896-D1C2-E3C7-DE6C-2AC0E3F9D64A}"/>
                  </a:ext>
                </a:extLst>
              </p:cNvPr>
              <p:cNvSpPr/>
              <p:nvPr/>
            </p:nvSpPr>
            <p:spPr>
              <a:xfrm>
                <a:off x="13080168" y="3975594"/>
                <a:ext cx="454923" cy="425735"/>
              </a:xfrm>
              <a:custGeom>
                <a:avLst/>
                <a:gdLst>
                  <a:gd name="connsiteX0" fmla="*/ 0 w 342900"/>
                  <a:gd name="connsiteY0" fmla="*/ 0 h 454697"/>
                  <a:gd name="connsiteX1" fmla="*/ 342900 w 342900"/>
                  <a:gd name="connsiteY1" fmla="*/ 0 h 454697"/>
                  <a:gd name="connsiteX2" fmla="*/ 342900 w 342900"/>
                  <a:gd name="connsiteY2" fmla="*/ 454697 h 454697"/>
                  <a:gd name="connsiteX3" fmla="*/ 0 w 342900"/>
                  <a:gd name="connsiteY3" fmla="*/ 454697 h 454697"/>
                  <a:gd name="connsiteX4" fmla="*/ 0 w 342900"/>
                  <a:gd name="connsiteY4" fmla="*/ 0 h 454697"/>
                  <a:gd name="connsiteX0" fmla="*/ 0 w 361950"/>
                  <a:gd name="connsiteY0" fmla="*/ 6350 h 461047"/>
                  <a:gd name="connsiteX1" fmla="*/ 361950 w 361950"/>
                  <a:gd name="connsiteY1" fmla="*/ 0 h 461047"/>
                  <a:gd name="connsiteX2" fmla="*/ 342900 w 361950"/>
                  <a:gd name="connsiteY2" fmla="*/ 461047 h 461047"/>
                  <a:gd name="connsiteX3" fmla="*/ 0 w 361950"/>
                  <a:gd name="connsiteY3" fmla="*/ 461047 h 461047"/>
                  <a:gd name="connsiteX4" fmla="*/ 0 w 361950"/>
                  <a:gd name="connsiteY4" fmla="*/ 6350 h 461047"/>
                  <a:gd name="connsiteX0" fmla="*/ 212725 w 361950"/>
                  <a:gd name="connsiteY0" fmla="*/ 0 h 613447"/>
                  <a:gd name="connsiteX1" fmla="*/ 361950 w 361950"/>
                  <a:gd name="connsiteY1" fmla="*/ 152400 h 613447"/>
                  <a:gd name="connsiteX2" fmla="*/ 342900 w 361950"/>
                  <a:gd name="connsiteY2" fmla="*/ 613447 h 613447"/>
                  <a:gd name="connsiteX3" fmla="*/ 0 w 361950"/>
                  <a:gd name="connsiteY3" fmla="*/ 613447 h 613447"/>
                  <a:gd name="connsiteX4" fmla="*/ 212725 w 361950"/>
                  <a:gd name="connsiteY4" fmla="*/ 0 h 613447"/>
                  <a:gd name="connsiteX0" fmla="*/ 152400 w 301625"/>
                  <a:gd name="connsiteY0" fmla="*/ 0 h 613447"/>
                  <a:gd name="connsiteX1" fmla="*/ 301625 w 301625"/>
                  <a:gd name="connsiteY1" fmla="*/ 152400 h 613447"/>
                  <a:gd name="connsiteX2" fmla="*/ 282575 w 301625"/>
                  <a:gd name="connsiteY2" fmla="*/ 613447 h 613447"/>
                  <a:gd name="connsiteX3" fmla="*/ 0 w 301625"/>
                  <a:gd name="connsiteY3" fmla="*/ 378497 h 613447"/>
                  <a:gd name="connsiteX4" fmla="*/ 152400 w 301625"/>
                  <a:gd name="connsiteY4" fmla="*/ 0 h 613447"/>
                  <a:gd name="connsiteX0" fmla="*/ 270228 w 419453"/>
                  <a:gd name="connsiteY0" fmla="*/ 0 h 613447"/>
                  <a:gd name="connsiteX1" fmla="*/ 419453 w 419453"/>
                  <a:gd name="connsiteY1" fmla="*/ 152400 h 613447"/>
                  <a:gd name="connsiteX2" fmla="*/ 400403 w 419453"/>
                  <a:gd name="connsiteY2" fmla="*/ 613447 h 613447"/>
                  <a:gd name="connsiteX3" fmla="*/ 117828 w 419453"/>
                  <a:gd name="connsiteY3" fmla="*/ 378497 h 613447"/>
                  <a:gd name="connsiteX4" fmla="*/ 270228 w 419453"/>
                  <a:gd name="connsiteY4" fmla="*/ 0 h 613447"/>
                  <a:gd name="connsiteX0" fmla="*/ 309484 w 458709"/>
                  <a:gd name="connsiteY0" fmla="*/ 20280 h 633727"/>
                  <a:gd name="connsiteX1" fmla="*/ 458709 w 458709"/>
                  <a:gd name="connsiteY1" fmla="*/ 172680 h 633727"/>
                  <a:gd name="connsiteX2" fmla="*/ 439659 w 458709"/>
                  <a:gd name="connsiteY2" fmla="*/ 633727 h 633727"/>
                  <a:gd name="connsiteX3" fmla="*/ 157084 w 458709"/>
                  <a:gd name="connsiteY3" fmla="*/ 398777 h 633727"/>
                  <a:gd name="connsiteX4" fmla="*/ 309484 w 458709"/>
                  <a:gd name="connsiteY4" fmla="*/ 20280 h 633727"/>
                  <a:gd name="connsiteX0" fmla="*/ 309484 w 458709"/>
                  <a:gd name="connsiteY0" fmla="*/ 19654 h 633101"/>
                  <a:gd name="connsiteX1" fmla="*/ 458709 w 458709"/>
                  <a:gd name="connsiteY1" fmla="*/ 172054 h 633101"/>
                  <a:gd name="connsiteX2" fmla="*/ 439659 w 458709"/>
                  <a:gd name="connsiteY2" fmla="*/ 633101 h 633101"/>
                  <a:gd name="connsiteX3" fmla="*/ 157084 w 458709"/>
                  <a:gd name="connsiteY3" fmla="*/ 410851 h 633101"/>
                  <a:gd name="connsiteX4" fmla="*/ 309484 w 458709"/>
                  <a:gd name="connsiteY4" fmla="*/ 19654 h 633101"/>
                  <a:gd name="connsiteX0" fmla="*/ 289791 w 439016"/>
                  <a:gd name="connsiteY0" fmla="*/ 18557 h 632004"/>
                  <a:gd name="connsiteX1" fmla="*/ 439016 w 439016"/>
                  <a:gd name="connsiteY1" fmla="*/ 170957 h 632004"/>
                  <a:gd name="connsiteX2" fmla="*/ 419966 w 439016"/>
                  <a:gd name="connsiteY2" fmla="*/ 632004 h 632004"/>
                  <a:gd name="connsiteX3" fmla="*/ 137391 w 439016"/>
                  <a:gd name="connsiteY3" fmla="*/ 409754 h 632004"/>
                  <a:gd name="connsiteX4" fmla="*/ 289791 w 439016"/>
                  <a:gd name="connsiteY4" fmla="*/ 18557 h 632004"/>
                  <a:gd name="connsiteX0" fmla="*/ 289791 w 419966"/>
                  <a:gd name="connsiteY0" fmla="*/ 18557 h 632004"/>
                  <a:gd name="connsiteX1" fmla="*/ 419966 w 419966"/>
                  <a:gd name="connsiteY1" fmla="*/ 632004 h 632004"/>
                  <a:gd name="connsiteX2" fmla="*/ 137391 w 419966"/>
                  <a:gd name="connsiteY2" fmla="*/ 409754 h 632004"/>
                  <a:gd name="connsiteX3" fmla="*/ 289791 w 419966"/>
                  <a:gd name="connsiteY3" fmla="*/ 18557 h 632004"/>
                  <a:gd name="connsiteX0" fmla="*/ 289791 w 289791"/>
                  <a:gd name="connsiteY0" fmla="*/ 18557 h 409754"/>
                  <a:gd name="connsiteX1" fmla="*/ 137391 w 289791"/>
                  <a:gd name="connsiteY1" fmla="*/ 409754 h 409754"/>
                  <a:gd name="connsiteX2" fmla="*/ 289791 w 289791"/>
                  <a:gd name="connsiteY2" fmla="*/ 18557 h 409754"/>
                  <a:gd name="connsiteX0" fmla="*/ 289791 w 428248"/>
                  <a:gd name="connsiteY0" fmla="*/ 18557 h 409754"/>
                  <a:gd name="connsiteX1" fmla="*/ 137391 w 428248"/>
                  <a:gd name="connsiteY1" fmla="*/ 409754 h 409754"/>
                  <a:gd name="connsiteX2" fmla="*/ 289791 w 428248"/>
                  <a:gd name="connsiteY2" fmla="*/ 18557 h 409754"/>
                  <a:gd name="connsiteX0" fmla="*/ 289791 w 454923"/>
                  <a:gd name="connsiteY0" fmla="*/ 18557 h 425735"/>
                  <a:gd name="connsiteX1" fmla="*/ 137391 w 454923"/>
                  <a:gd name="connsiteY1" fmla="*/ 409754 h 425735"/>
                  <a:gd name="connsiteX2" fmla="*/ 289791 w 454923"/>
                  <a:gd name="connsiteY2" fmla="*/ 18557 h 425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54923" h="425735">
                    <a:moveTo>
                      <a:pt x="289791" y="18557"/>
                    </a:moveTo>
                    <a:cubicBezTo>
                      <a:pt x="654916" y="174356"/>
                      <a:pt x="327891" y="501605"/>
                      <a:pt x="137391" y="409754"/>
                    </a:cubicBezTo>
                    <a:cubicBezTo>
                      <a:pt x="-135659" y="264538"/>
                      <a:pt x="42141" y="-83877"/>
                      <a:pt x="289791" y="18557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715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0E1091C2-2D44-5A04-F408-BF580356C871}"/>
              </a:ext>
            </a:extLst>
          </p:cNvPr>
          <p:cNvGrpSpPr/>
          <p:nvPr/>
        </p:nvGrpSpPr>
        <p:grpSpPr>
          <a:xfrm>
            <a:off x="868522" y="573994"/>
            <a:ext cx="7035940" cy="5926023"/>
            <a:chOff x="868522" y="573994"/>
            <a:chExt cx="7035940" cy="59260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C5F282-80B4-E791-3A34-50898D465F87}"/>
                </a:ext>
              </a:extLst>
            </p:cNvPr>
            <p:cNvSpPr/>
            <p:nvPr/>
          </p:nvSpPr>
          <p:spPr>
            <a:xfrm>
              <a:off x="2303291" y="5187527"/>
              <a:ext cx="990067" cy="595579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595579">
                  <a:moveTo>
                    <a:pt x="1849" y="180976"/>
                  </a:moveTo>
                  <a:lnTo>
                    <a:pt x="951967" y="0"/>
                  </a:lnTo>
                  <a:lnTo>
                    <a:pt x="990067" y="115094"/>
                  </a:lnTo>
                  <a:cubicBezTo>
                    <a:pt x="755117" y="159544"/>
                    <a:pt x="596367" y="304006"/>
                    <a:pt x="285217" y="248444"/>
                  </a:cubicBezTo>
                  <a:cubicBezTo>
                    <a:pt x="419361" y="723637"/>
                    <a:pt x="-32283" y="720196"/>
                    <a:pt x="1849" y="180976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F3300877-DDCA-44AE-B945-1F7E6D35D469}"/>
                </a:ext>
              </a:extLst>
            </p:cNvPr>
            <p:cNvSpPr/>
            <p:nvPr/>
          </p:nvSpPr>
          <p:spPr>
            <a:xfrm rot="16896686">
              <a:off x="3135753" y="5306243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438AA84-D8EB-4669-A377-8A1553D4BB60}"/>
                </a:ext>
              </a:extLst>
            </p:cNvPr>
            <p:cNvGrpSpPr/>
            <p:nvPr/>
          </p:nvGrpSpPr>
          <p:grpSpPr>
            <a:xfrm flipH="1">
              <a:off x="3782825" y="3135330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A9784FB-3D78-87C7-6246-ED81A70CEA75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AA92A2A-D6A1-F65E-56F5-2096C392D01F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8139E68-5CCE-D487-6D0C-8F54A8CD9093}"/>
                </a:ext>
              </a:extLst>
            </p:cNvPr>
            <p:cNvGrpSpPr/>
            <p:nvPr/>
          </p:nvGrpSpPr>
          <p:grpSpPr>
            <a:xfrm>
              <a:off x="1274022" y="3156400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6D2AA0B-5D62-0BFD-6AC8-0F8D319663C1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EFACF16-64FB-5B95-AD8F-08C7A705B9E8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EE33424F-0914-8DB0-B302-8A74C095E484}"/>
                </a:ext>
              </a:extLst>
            </p:cNvPr>
            <p:cNvSpPr/>
            <p:nvPr/>
          </p:nvSpPr>
          <p:spPr>
            <a:xfrm>
              <a:off x="2039157" y="2980491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610A789-766C-29C4-11FC-399D176F9307}"/>
                </a:ext>
              </a:extLst>
            </p:cNvPr>
            <p:cNvGrpSpPr/>
            <p:nvPr/>
          </p:nvGrpSpPr>
          <p:grpSpPr>
            <a:xfrm rot="20306421">
              <a:off x="868522" y="573994"/>
              <a:ext cx="4279878" cy="3076627"/>
              <a:chOff x="1152535" y="787844"/>
              <a:chExt cx="4279878" cy="3076627"/>
            </a:xfrm>
          </p:grpSpPr>
          <p:sp>
            <p:nvSpPr>
              <p:cNvPr id="19" name="Rectangle 8">
                <a:extLst>
                  <a:ext uri="{FF2B5EF4-FFF2-40B4-BE49-F238E27FC236}">
                    <a16:creationId xmlns:a16="http://schemas.microsoft.com/office/drawing/2014/main" id="{F42804BD-0063-027D-76A3-07C541ABF101}"/>
                  </a:ext>
                </a:extLst>
              </p:cNvPr>
              <p:cNvSpPr/>
              <p:nvPr/>
            </p:nvSpPr>
            <p:spPr>
              <a:xfrm>
                <a:off x="1497100" y="787844"/>
                <a:ext cx="3573875" cy="3076627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B38DAFC-BEC6-77F6-E938-45C5410EB43E}"/>
                  </a:ext>
                </a:extLst>
              </p:cNvPr>
              <p:cNvSpPr/>
              <p:nvPr/>
            </p:nvSpPr>
            <p:spPr>
              <a:xfrm>
                <a:off x="1152535" y="979848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Arc 20">
                <a:extLst>
                  <a:ext uri="{FF2B5EF4-FFF2-40B4-BE49-F238E27FC236}">
                    <a16:creationId xmlns:a16="http://schemas.microsoft.com/office/drawing/2014/main" id="{A647969D-AD44-DF1F-2529-FC479DC4F6B5}"/>
                  </a:ext>
                </a:extLst>
              </p:cNvPr>
              <p:cNvSpPr/>
              <p:nvPr/>
            </p:nvSpPr>
            <p:spPr>
              <a:xfrm rot="9500543">
                <a:off x="3090274" y="2939371"/>
                <a:ext cx="374365" cy="374365"/>
              </a:xfrm>
              <a:prstGeom prst="arc">
                <a:avLst>
                  <a:gd name="adj1" fmla="val 12939651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202B49D8-7AD7-B0EC-5FA0-3ECDA9B42A60}"/>
                  </a:ext>
                </a:extLst>
              </p:cNvPr>
              <p:cNvGrpSpPr/>
              <p:nvPr/>
            </p:nvGrpSpPr>
            <p:grpSpPr>
              <a:xfrm>
                <a:off x="2122532" y="1951358"/>
                <a:ext cx="801031" cy="985036"/>
                <a:chOff x="2788371" y="2413698"/>
                <a:chExt cx="673395" cy="828081"/>
              </a:xfrm>
            </p:grpSpPr>
            <p:grpSp>
              <p:nvGrpSpPr>
                <p:cNvPr id="34" name="Group 33">
                  <a:extLst>
                    <a:ext uri="{FF2B5EF4-FFF2-40B4-BE49-F238E27FC236}">
                      <a16:creationId xmlns:a16="http://schemas.microsoft.com/office/drawing/2014/main" id="{4636FF7B-3770-DD35-5652-F11CB40C9CB4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9A51A2B8-7E0E-F7BB-B33D-D74EE2F13108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DDB9C343-E667-51F0-421F-D0B220C4CDEC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4D90D9A0-2C51-98B8-E718-ACE0541F3CEC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9" name="Freeform: Shape 38">
                    <a:extLst>
                      <a:ext uri="{FF2B5EF4-FFF2-40B4-BE49-F238E27FC236}">
                        <a16:creationId xmlns:a16="http://schemas.microsoft.com/office/drawing/2014/main" id="{BA06D4D3-A175-F427-D2E4-E452FD7B1E0C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0" name="Freeform: Shape 39">
                    <a:extLst>
                      <a:ext uri="{FF2B5EF4-FFF2-40B4-BE49-F238E27FC236}">
                        <a16:creationId xmlns:a16="http://schemas.microsoft.com/office/drawing/2014/main" id="{367FE799-B40D-DAAA-4850-9E27A8119739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CBC1B94F-52CA-8F1E-371A-38EDA23B7390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35" name="Arc 34">
                  <a:extLst>
                    <a:ext uri="{FF2B5EF4-FFF2-40B4-BE49-F238E27FC236}">
                      <a16:creationId xmlns:a16="http://schemas.microsoft.com/office/drawing/2014/main" id="{8F99CE1F-6BE9-871E-96F1-64A8F1D622C3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ED9D47C-C746-A03D-AB9B-B037E36ECDC7}"/>
                  </a:ext>
                </a:extLst>
              </p:cNvPr>
              <p:cNvSpPr/>
              <p:nvPr/>
            </p:nvSpPr>
            <p:spPr>
              <a:xfrm flipH="1">
                <a:off x="4298604" y="905350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3DD804D5-856A-724E-ECD1-57C3DBC71A01}"/>
                  </a:ext>
                </a:extLst>
              </p:cNvPr>
              <p:cNvGrpSpPr/>
              <p:nvPr/>
            </p:nvGrpSpPr>
            <p:grpSpPr>
              <a:xfrm flipH="1">
                <a:off x="3618443" y="1959288"/>
                <a:ext cx="801031" cy="985036"/>
                <a:chOff x="2788371" y="2413698"/>
                <a:chExt cx="673395" cy="828081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1E56439-1B60-53C9-9DD3-6ACCC42E947C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32B593E9-71E5-ECD9-F6CA-20A76E1431DF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" name="Oval 28">
                    <a:extLst>
                      <a:ext uri="{FF2B5EF4-FFF2-40B4-BE49-F238E27FC236}">
                        <a16:creationId xmlns:a16="http://schemas.microsoft.com/office/drawing/2014/main" id="{C4384CD6-A7D3-649C-5499-C1A0E9B570E0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C1E0B1CA-173D-C154-EB57-8873910EA05D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" name="Freeform: Shape 30">
                    <a:extLst>
                      <a:ext uri="{FF2B5EF4-FFF2-40B4-BE49-F238E27FC236}">
                        <a16:creationId xmlns:a16="http://schemas.microsoft.com/office/drawing/2014/main" id="{51A85D82-0825-FCFE-E95A-725ECB7849DF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A23D4AFA-2DE9-8EAD-EAD5-F9F8E3124BC6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32158608-F507-8C19-B600-7936EE42FD27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7" name="Arc 26">
                  <a:extLst>
                    <a:ext uri="{FF2B5EF4-FFF2-40B4-BE49-F238E27FC236}">
                      <a16:creationId xmlns:a16="http://schemas.microsoft.com/office/drawing/2014/main" id="{15A9CA1B-BA1B-61F6-87F0-09F753240446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A5CF9EA-99DD-09F2-BCA2-9BE87A57AF16}"/>
                </a:ext>
              </a:extLst>
            </p:cNvPr>
            <p:cNvSpPr/>
            <p:nvPr/>
          </p:nvSpPr>
          <p:spPr>
            <a:xfrm>
              <a:off x="2039157" y="3871562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1F42C08-C835-DD94-1FCA-AA650F122567}"/>
                </a:ext>
              </a:extLst>
            </p:cNvPr>
            <p:cNvGrpSpPr/>
            <p:nvPr/>
          </p:nvGrpSpPr>
          <p:grpSpPr>
            <a:xfrm>
              <a:off x="3706097" y="1439889"/>
              <a:ext cx="4198365" cy="5060128"/>
              <a:chOff x="3706097" y="1439889"/>
              <a:chExt cx="4198365" cy="506012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3EAFF7C-CC81-BFA3-903F-B7D0925F9500}"/>
                  </a:ext>
                </a:extLst>
              </p:cNvPr>
              <p:cNvSpPr/>
              <p:nvPr/>
            </p:nvSpPr>
            <p:spPr>
              <a:xfrm>
                <a:off x="3809082" y="2738121"/>
                <a:ext cx="4095380" cy="3761896"/>
              </a:xfrm>
              <a:custGeom>
                <a:avLst/>
                <a:gdLst>
                  <a:gd name="connsiteX0" fmla="*/ 0 w 1511300"/>
                  <a:gd name="connsiteY0" fmla="*/ 0 h 843280"/>
                  <a:gd name="connsiteX1" fmla="*/ 1511300 w 1511300"/>
                  <a:gd name="connsiteY1" fmla="*/ 0 h 843280"/>
                  <a:gd name="connsiteX2" fmla="*/ 1511300 w 1511300"/>
                  <a:gd name="connsiteY2" fmla="*/ 843280 h 843280"/>
                  <a:gd name="connsiteX3" fmla="*/ 0 w 1511300"/>
                  <a:gd name="connsiteY3" fmla="*/ 843280 h 843280"/>
                  <a:gd name="connsiteX4" fmla="*/ 0 w 1511300"/>
                  <a:gd name="connsiteY4" fmla="*/ 0 h 843280"/>
                  <a:gd name="connsiteX0" fmla="*/ 0 w 2946400"/>
                  <a:gd name="connsiteY0" fmla="*/ 0 h 3967480"/>
                  <a:gd name="connsiteX1" fmla="*/ 1511300 w 2946400"/>
                  <a:gd name="connsiteY1" fmla="*/ 0 h 3967480"/>
                  <a:gd name="connsiteX2" fmla="*/ 2946400 w 2946400"/>
                  <a:gd name="connsiteY2" fmla="*/ 3967480 h 3967480"/>
                  <a:gd name="connsiteX3" fmla="*/ 0 w 2946400"/>
                  <a:gd name="connsiteY3" fmla="*/ 843280 h 3967480"/>
                  <a:gd name="connsiteX4" fmla="*/ 0 w 2946400"/>
                  <a:gd name="connsiteY4" fmla="*/ 0 h 3967480"/>
                  <a:gd name="connsiteX0" fmla="*/ 88900 w 3035300"/>
                  <a:gd name="connsiteY0" fmla="*/ 0 h 3967480"/>
                  <a:gd name="connsiteX1" fmla="*/ 1600200 w 3035300"/>
                  <a:gd name="connsiteY1" fmla="*/ 0 h 3967480"/>
                  <a:gd name="connsiteX2" fmla="*/ 3035300 w 3035300"/>
                  <a:gd name="connsiteY2" fmla="*/ 3967480 h 3967480"/>
                  <a:gd name="connsiteX3" fmla="*/ 0 w 3035300"/>
                  <a:gd name="connsiteY3" fmla="*/ 3954780 h 3967480"/>
                  <a:gd name="connsiteX4" fmla="*/ 88900 w 3035300"/>
                  <a:gd name="connsiteY4" fmla="*/ 0 h 3967480"/>
                  <a:gd name="connsiteX0" fmla="*/ 0 w 3060700"/>
                  <a:gd name="connsiteY0" fmla="*/ 520700 h 3967480"/>
                  <a:gd name="connsiteX1" fmla="*/ 1625600 w 3060700"/>
                  <a:gd name="connsiteY1" fmla="*/ 0 h 3967480"/>
                  <a:gd name="connsiteX2" fmla="*/ 3060700 w 3060700"/>
                  <a:gd name="connsiteY2" fmla="*/ 3967480 h 3967480"/>
                  <a:gd name="connsiteX3" fmla="*/ 25400 w 3060700"/>
                  <a:gd name="connsiteY3" fmla="*/ 3954780 h 3967480"/>
                  <a:gd name="connsiteX4" fmla="*/ 0 w 3060700"/>
                  <a:gd name="connsiteY4" fmla="*/ 520700 h 3967480"/>
                  <a:gd name="connsiteX0" fmla="*/ 0 w 3111500"/>
                  <a:gd name="connsiteY0" fmla="*/ 0 h 3446780"/>
                  <a:gd name="connsiteX1" fmla="*/ 3111500 w 3111500"/>
                  <a:gd name="connsiteY1" fmla="*/ 50800 h 3446780"/>
                  <a:gd name="connsiteX2" fmla="*/ 3060700 w 3111500"/>
                  <a:gd name="connsiteY2" fmla="*/ 3446780 h 3446780"/>
                  <a:gd name="connsiteX3" fmla="*/ 25400 w 3111500"/>
                  <a:gd name="connsiteY3" fmla="*/ 3434080 h 3446780"/>
                  <a:gd name="connsiteX4" fmla="*/ 0 w 3111500"/>
                  <a:gd name="connsiteY4" fmla="*/ 0 h 3446780"/>
                  <a:gd name="connsiteX0" fmla="*/ 0 w 3388399"/>
                  <a:gd name="connsiteY0" fmla="*/ 0 h 3446780"/>
                  <a:gd name="connsiteX1" fmla="*/ 3111500 w 3388399"/>
                  <a:gd name="connsiteY1" fmla="*/ 50800 h 3446780"/>
                  <a:gd name="connsiteX2" fmla="*/ 3060700 w 3388399"/>
                  <a:gd name="connsiteY2" fmla="*/ 3446780 h 3446780"/>
                  <a:gd name="connsiteX3" fmla="*/ 25400 w 3388399"/>
                  <a:gd name="connsiteY3" fmla="*/ 3434080 h 3446780"/>
                  <a:gd name="connsiteX4" fmla="*/ 0 w 3388399"/>
                  <a:gd name="connsiteY4" fmla="*/ 0 h 3446780"/>
                  <a:gd name="connsiteX0" fmla="*/ 0 w 3322842"/>
                  <a:gd name="connsiteY0" fmla="*/ 0 h 3446780"/>
                  <a:gd name="connsiteX1" fmla="*/ 3022600 w 3322842"/>
                  <a:gd name="connsiteY1" fmla="*/ 50800 h 3446780"/>
                  <a:gd name="connsiteX2" fmla="*/ 3060700 w 3322842"/>
                  <a:gd name="connsiteY2" fmla="*/ 3446780 h 3446780"/>
                  <a:gd name="connsiteX3" fmla="*/ 25400 w 3322842"/>
                  <a:gd name="connsiteY3" fmla="*/ 3434080 h 3446780"/>
                  <a:gd name="connsiteX4" fmla="*/ 0 w 3322842"/>
                  <a:gd name="connsiteY4" fmla="*/ 0 h 3446780"/>
                  <a:gd name="connsiteX0" fmla="*/ 0 w 3309055"/>
                  <a:gd name="connsiteY0" fmla="*/ 0 h 3446780"/>
                  <a:gd name="connsiteX1" fmla="*/ 3022600 w 3309055"/>
                  <a:gd name="connsiteY1" fmla="*/ 50800 h 3446780"/>
                  <a:gd name="connsiteX2" fmla="*/ 3009900 w 3309055"/>
                  <a:gd name="connsiteY2" fmla="*/ 3446780 h 3446780"/>
                  <a:gd name="connsiteX3" fmla="*/ 25400 w 3309055"/>
                  <a:gd name="connsiteY3" fmla="*/ 3434080 h 3446780"/>
                  <a:gd name="connsiteX4" fmla="*/ 0 w 3309055"/>
                  <a:gd name="connsiteY4" fmla="*/ 0 h 3446780"/>
                  <a:gd name="connsiteX0" fmla="*/ 0 w 3575349"/>
                  <a:gd name="connsiteY0" fmla="*/ 0 h 3446780"/>
                  <a:gd name="connsiteX1" fmla="*/ 3022600 w 3575349"/>
                  <a:gd name="connsiteY1" fmla="*/ 50800 h 3446780"/>
                  <a:gd name="connsiteX2" fmla="*/ 3009900 w 3575349"/>
                  <a:gd name="connsiteY2" fmla="*/ 3446780 h 3446780"/>
                  <a:gd name="connsiteX3" fmla="*/ 25400 w 3575349"/>
                  <a:gd name="connsiteY3" fmla="*/ 3434080 h 3446780"/>
                  <a:gd name="connsiteX4" fmla="*/ 0 w 3575349"/>
                  <a:gd name="connsiteY4" fmla="*/ 0 h 3446780"/>
                  <a:gd name="connsiteX0" fmla="*/ 352843 w 3928192"/>
                  <a:gd name="connsiteY0" fmla="*/ 0 h 3446780"/>
                  <a:gd name="connsiteX1" fmla="*/ 3375443 w 3928192"/>
                  <a:gd name="connsiteY1" fmla="*/ 50800 h 3446780"/>
                  <a:gd name="connsiteX2" fmla="*/ 3362743 w 3928192"/>
                  <a:gd name="connsiteY2" fmla="*/ 3446780 h 3446780"/>
                  <a:gd name="connsiteX3" fmla="*/ 378243 w 3928192"/>
                  <a:gd name="connsiteY3" fmla="*/ 3434080 h 3446780"/>
                  <a:gd name="connsiteX4" fmla="*/ 352843 w 3928192"/>
                  <a:gd name="connsiteY4" fmla="*/ 0 h 3446780"/>
                  <a:gd name="connsiteX0" fmla="*/ 520031 w 4095380"/>
                  <a:gd name="connsiteY0" fmla="*/ 0 h 3446780"/>
                  <a:gd name="connsiteX1" fmla="*/ 3542631 w 4095380"/>
                  <a:gd name="connsiteY1" fmla="*/ 50800 h 3446780"/>
                  <a:gd name="connsiteX2" fmla="*/ 3529931 w 4095380"/>
                  <a:gd name="connsiteY2" fmla="*/ 3446780 h 3446780"/>
                  <a:gd name="connsiteX3" fmla="*/ 545431 w 4095380"/>
                  <a:gd name="connsiteY3" fmla="*/ 3434080 h 3446780"/>
                  <a:gd name="connsiteX4" fmla="*/ 520031 w 4095380"/>
                  <a:gd name="connsiteY4" fmla="*/ 0 h 3446780"/>
                  <a:gd name="connsiteX0" fmla="*/ 520031 w 4095380"/>
                  <a:gd name="connsiteY0" fmla="*/ 0 h 3664117"/>
                  <a:gd name="connsiteX1" fmla="*/ 3542631 w 4095380"/>
                  <a:gd name="connsiteY1" fmla="*/ 50800 h 3664117"/>
                  <a:gd name="connsiteX2" fmla="*/ 3529931 w 4095380"/>
                  <a:gd name="connsiteY2" fmla="*/ 3446780 h 3664117"/>
                  <a:gd name="connsiteX3" fmla="*/ 545431 w 4095380"/>
                  <a:gd name="connsiteY3" fmla="*/ 3434080 h 3664117"/>
                  <a:gd name="connsiteX4" fmla="*/ 520031 w 4095380"/>
                  <a:gd name="connsiteY4" fmla="*/ 0 h 3664117"/>
                  <a:gd name="connsiteX0" fmla="*/ 520031 w 4095380"/>
                  <a:gd name="connsiteY0" fmla="*/ 0 h 3761896"/>
                  <a:gd name="connsiteX1" fmla="*/ 3542631 w 4095380"/>
                  <a:gd name="connsiteY1" fmla="*/ 50800 h 3761896"/>
                  <a:gd name="connsiteX2" fmla="*/ 3529931 w 4095380"/>
                  <a:gd name="connsiteY2" fmla="*/ 3446780 h 3761896"/>
                  <a:gd name="connsiteX3" fmla="*/ 545431 w 4095380"/>
                  <a:gd name="connsiteY3" fmla="*/ 3434080 h 3761896"/>
                  <a:gd name="connsiteX4" fmla="*/ 520031 w 4095380"/>
                  <a:gd name="connsiteY4" fmla="*/ 0 h 3761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5380" h="3761896">
                    <a:moveTo>
                      <a:pt x="520031" y="0"/>
                    </a:moveTo>
                    <a:lnTo>
                      <a:pt x="3542631" y="50800"/>
                    </a:lnTo>
                    <a:cubicBezTo>
                      <a:pt x="4186098" y="1436793"/>
                      <a:pt x="4372364" y="2314787"/>
                      <a:pt x="3529931" y="3446780"/>
                    </a:cubicBezTo>
                    <a:cubicBezTo>
                      <a:pt x="2674798" y="3785447"/>
                      <a:pt x="1591064" y="3946313"/>
                      <a:pt x="545431" y="3434080"/>
                    </a:cubicBezTo>
                    <a:cubicBezTo>
                      <a:pt x="-59936" y="2695787"/>
                      <a:pt x="-284302" y="1030393"/>
                      <a:pt x="520031" y="0"/>
                    </a:cubicBezTo>
                    <a:close/>
                  </a:path>
                </a:pathLst>
              </a:custGeom>
              <a:solidFill>
                <a:srgbClr val="F9B65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0444FC48-1918-4826-3AC8-FEC72ADCCFD9}"/>
                  </a:ext>
                </a:extLst>
              </p:cNvPr>
              <p:cNvSpPr/>
              <p:nvPr/>
            </p:nvSpPr>
            <p:spPr>
              <a:xfrm>
                <a:off x="3893423" y="1439889"/>
                <a:ext cx="3831767" cy="2027825"/>
              </a:xfrm>
              <a:custGeom>
                <a:avLst/>
                <a:gdLst>
                  <a:gd name="connsiteX0" fmla="*/ 0 w 2045776"/>
                  <a:gd name="connsiteY0" fmla="*/ 0 h 1100380"/>
                  <a:gd name="connsiteX1" fmla="*/ 2045776 w 2045776"/>
                  <a:gd name="connsiteY1" fmla="*/ 0 h 1100380"/>
                  <a:gd name="connsiteX2" fmla="*/ 2045776 w 2045776"/>
                  <a:gd name="connsiteY2" fmla="*/ 1100380 h 1100380"/>
                  <a:gd name="connsiteX3" fmla="*/ 0 w 2045776"/>
                  <a:gd name="connsiteY3" fmla="*/ 1100380 h 1100380"/>
                  <a:gd name="connsiteX4" fmla="*/ 0 w 2045776"/>
                  <a:gd name="connsiteY4" fmla="*/ 0 h 1100380"/>
                  <a:gd name="connsiteX0" fmla="*/ 867905 w 2913681"/>
                  <a:gd name="connsiteY0" fmla="*/ 0 h 1704814"/>
                  <a:gd name="connsiteX1" fmla="*/ 2913681 w 2913681"/>
                  <a:gd name="connsiteY1" fmla="*/ 0 h 1704814"/>
                  <a:gd name="connsiteX2" fmla="*/ 2913681 w 2913681"/>
                  <a:gd name="connsiteY2" fmla="*/ 1100380 h 1704814"/>
                  <a:gd name="connsiteX3" fmla="*/ 0 w 2913681"/>
                  <a:gd name="connsiteY3" fmla="*/ 1704814 h 1704814"/>
                  <a:gd name="connsiteX4" fmla="*/ 867905 w 2913681"/>
                  <a:gd name="connsiteY4" fmla="*/ 0 h 1704814"/>
                  <a:gd name="connsiteX0" fmla="*/ 309967 w 2913681"/>
                  <a:gd name="connsiteY0" fmla="*/ 712922 h 1704814"/>
                  <a:gd name="connsiteX1" fmla="*/ 2913681 w 2913681"/>
                  <a:gd name="connsiteY1" fmla="*/ 0 h 1704814"/>
                  <a:gd name="connsiteX2" fmla="*/ 2913681 w 2913681"/>
                  <a:gd name="connsiteY2" fmla="*/ 1100380 h 1704814"/>
                  <a:gd name="connsiteX3" fmla="*/ 0 w 2913681"/>
                  <a:gd name="connsiteY3" fmla="*/ 1704814 h 1704814"/>
                  <a:gd name="connsiteX4" fmla="*/ 309967 w 2913681"/>
                  <a:gd name="connsiteY4" fmla="*/ 712922 h 1704814"/>
                  <a:gd name="connsiteX0" fmla="*/ 309967 w 3425125"/>
                  <a:gd name="connsiteY0" fmla="*/ 0 h 991892"/>
                  <a:gd name="connsiteX1" fmla="*/ 3425125 w 3425125"/>
                  <a:gd name="connsiteY1" fmla="*/ 15499 h 991892"/>
                  <a:gd name="connsiteX2" fmla="*/ 2913681 w 3425125"/>
                  <a:gd name="connsiteY2" fmla="*/ 387458 h 991892"/>
                  <a:gd name="connsiteX3" fmla="*/ 0 w 3425125"/>
                  <a:gd name="connsiteY3" fmla="*/ 991892 h 991892"/>
                  <a:gd name="connsiteX4" fmla="*/ 309967 w 3425125"/>
                  <a:gd name="connsiteY4" fmla="*/ 0 h 991892"/>
                  <a:gd name="connsiteX0" fmla="*/ 309967 w 3642101"/>
                  <a:gd name="connsiteY0" fmla="*/ 0 h 991892"/>
                  <a:gd name="connsiteX1" fmla="*/ 3425125 w 3642101"/>
                  <a:gd name="connsiteY1" fmla="*/ 15499 h 991892"/>
                  <a:gd name="connsiteX2" fmla="*/ 3642101 w 3642101"/>
                  <a:gd name="connsiteY2" fmla="*/ 914401 h 991892"/>
                  <a:gd name="connsiteX3" fmla="*/ 0 w 3642101"/>
                  <a:gd name="connsiteY3" fmla="*/ 991892 h 991892"/>
                  <a:gd name="connsiteX4" fmla="*/ 309967 w 3642101"/>
                  <a:gd name="connsiteY4" fmla="*/ 0 h 991892"/>
                  <a:gd name="connsiteX0" fmla="*/ 309967 w 3642101"/>
                  <a:gd name="connsiteY0" fmla="*/ 0 h 1038387"/>
                  <a:gd name="connsiteX1" fmla="*/ 3425125 w 3642101"/>
                  <a:gd name="connsiteY1" fmla="*/ 15499 h 1038387"/>
                  <a:gd name="connsiteX2" fmla="*/ 3642101 w 3642101"/>
                  <a:gd name="connsiteY2" fmla="*/ 914401 h 1038387"/>
                  <a:gd name="connsiteX3" fmla="*/ 1859797 w 3642101"/>
                  <a:gd name="connsiteY3" fmla="*/ 1038387 h 1038387"/>
                  <a:gd name="connsiteX4" fmla="*/ 0 w 3642101"/>
                  <a:gd name="connsiteY4" fmla="*/ 991892 h 1038387"/>
                  <a:gd name="connsiteX5" fmla="*/ 309967 w 3642101"/>
                  <a:gd name="connsiteY5" fmla="*/ 0 h 1038387"/>
                  <a:gd name="connsiteX0" fmla="*/ 309967 w 3642101"/>
                  <a:gd name="connsiteY0" fmla="*/ 0 h 1038387"/>
                  <a:gd name="connsiteX1" fmla="*/ 3425125 w 3642101"/>
                  <a:gd name="connsiteY1" fmla="*/ 15499 h 1038387"/>
                  <a:gd name="connsiteX2" fmla="*/ 3642101 w 3642101"/>
                  <a:gd name="connsiteY2" fmla="*/ 914401 h 1038387"/>
                  <a:gd name="connsiteX3" fmla="*/ 1859797 w 3642101"/>
                  <a:gd name="connsiteY3" fmla="*/ 1038387 h 1038387"/>
                  <a:gd name="connsiteX4" fmla="*/ 1038387 w 3642101"/>
                  <a:gd name="connsiteY4" fmla="*/ 697424 h 1038387"/>
                  <a:gd name="connsiteX5" fmla="*/ 0 w 3642101"/>
                  <a:gd name="connsiteY5" fmla="*/ 991892 h 1038387"/>
                  <a:gd name="connsiteX6" fmla="*/ 309967 w 3642101"/>
                  <a:gd name="connsiteY6" fmla="*/ 0 h 1038387"/>
                  <a:gd name="connsiteX0" fmla="*/ 309967 w 3642101"/>
                  <a:gd name="connsiteY0" fmla="*/ 0 h 1043938"/>
                  <a:gd name="connsiteX1" fmla="*/ 3425125 w 3642101"/>
                  <a:gd name="connsiteY1" fmla="*/ 15499 h 1043938"/>
                  <a:gd name="connsiteX2" fmla="*/ 3642101 w 3642101"/>
                  <a:gd name="connsiteY2" fmla="*/ 914401 h 1043938"/>
                  <a:gd name="connsiteX3" fmla="*/ 2603716 w 3642101"/>
                  <a:gd name="connsiteY3" fmla="*/ 774916 h 1043938"/>
                  <a:gd name="connsiteX4" fmla="*/ 1859797 w 3642101"/>
                  <a:gd name="connsiteY4" fmla="*/ 1038387 h 1043938"/>
                  <a:gd name="connsiteX5" fmla="*/ 1038387 w 3642101"/>
                  <a:gd name="connsiteY5" fmla="*/ 697424 h 1043938"/>
                  <a:gd name="connsiteX6" fmla="*/ 0 w 3642101"/>
                  <a:gd name="connsiteY6" fmla="*/ 991892 h 1043938"/>
                  <a:gd name="connsiteX7" fmla="*/ 309967 w 3642101"/>
                  <a:gd name="connsiteY7" fmla="*/ 0 h 1043938"/>
                  <a:gd name="connsiteX0" fmla="*/ 309967 w 3719009"/>
                  <a:gd name="connsiteY0" fmla="*/ 0 h 1043938"/>
                  <a:gd name="connsiteX1" fmla="*/ 3425125 w 3719009"/>
                  <a:gd name="connsiteY1" fmla="*/ 15499 h 1043938"/>
                  <a:gd name="connsiteX2" fmla="*/ 3642101 w 3719009"/>
                  <a:gd name="connsiteY2" fmla="*/ 914401 h 1043938"/>
                  <a:gd name="connsiteX3" fmla="*/ 2603716 w 3719009"/>
                  <a:gd name="connsiteY3" fmla="*/ 774916 h 1043938"/>
                  <a:gd name="connsiteX4" fmla="*/ 1859797 w 3719009"/>
                  <a:gd name="connsiteY4" fmla="*/ 1038387 h 1043938"/>
                  <a:gd name="connsiteX5" fmla="*/ 1038387 w 3719009"/>
                  <a:gd name="connsiteY5" fmla="*/ 697424 h 1043938"/>
                  <a:gd name="connsiteX6" fmla="*/ 0 w 3719009"/>
                  <a:gd name="connsiteY6" fmla="*/ 991892 h 1043938"/>
                  <a:gd name="connsiteX7" fmla="*/ 309967 w 3719009"/>
                  <a:gd name="connsiteY7" fmla="*/ 0 h 1043938"/>
                  <a:gd name="connsiteX0" fmla="*/ 309967 w 3719009"/>
                  <a:gd name="connsiteY0" fmla="*/ 774925 h 1818863"/>
                  <a:gd name="connsiteX1" fmla="*/ 3425125 w 3719009"/>
                  <a:gd name="connsiteY1" fmla="*/ 790424 h 1818863"/>
                  <a:gd name="connsiteX2" fmla="*/ 3642101 w 3719009"/>
                  <a:gd name="connsiteY2" fmla="*/ 1689326 h 1818863"/>
                  <a:gd name="connsiteX3" fmla="*/ 2603716 w 3719009"/>
                  <a:gd name="connsiteY3" fmla="*/ 1549841 h 1818863"/>
                  <a:gd name="connsiteX4" fmla="*/ 1859797 w 3719009"/>
                  <a:gd name="connsiteY4" fmla="*/ 1813312 h 1818863"/>
                  <a:gd name="connsiteX5" fmla="*/ 1038387 w 3719009"/>
                  <a:gd name="connsiteY5" fmla="*/ 1472349 h 1818863"/>
                  <a:gd name="connsiteX6" fmla="*/ 0 w 3719009"/>
                  <a:gd name="connsiteY6" fmla="*/ 1766817 h 1818863"/>
                  <a:gd name="connsiteX7" fmla="*/ 309967 w 3719009"/>
                  <a:gd name="connsiteY7" fmla="*/ 774925 h 1818863"/>
                  <a:gd name="connsiteX0" fmla="*/ 309967 w 3719009"/>
                  <a:gd name="connsiteY0" fmla="*/ 1186990 h 2230928"/>
                  <a:gd name="connsiteX1" fmla="*/ 3425125 w 3719009"/>
                  <a:gd name="connsiteY1" fmla="*/ 1202489 h 2230928"/>
                  <a:gd name="connsiteX2" fmla="*/ 3642101 w 3719009"/>
                  <a:gd name="connsiteY2" fmla="*/ 2101391 h 2230928"/>
                  <a:gd name="connsiteX3" fmla="*/ 2603716 w 3719009"/>
                  <a:gd name="connsiteY3" fmla="*/ 1961906 h 2230928"/>
                  <a:gd name="connsiteX4" fmla="*/ 1859797 w 3719009"/>
                  <a:gd name="connsiteY4" fmla="*/ 2225377 h 2230928"/>
                  <a:gd name="connsiteX5" fmla="*/ 1038387 w 3719009"/>
                  <a:gd name="connsiteY5" fmla="*/ 1884414 h 2230928"/>
                  <a:gd name="connsiteX6" fmla="*/ 0 w 3719009"/>
                  <a:gd name="connsiteY6" fmla="*/ 2178882 h 2230928"/>
                  <a:gd name="connsiteX7" fmla="*/ 309967 w 3719009"/>
                  <a:gd name="connsiteY7" fmla="*/ 1186990 h 2230928"/>
                  <a:gd name="connsiteX0" fmla="*/ 309967 w 3719009"/>
                  <a:gd name="connsiteY0" fmla="*/ 1198008 h 2241946"/>
                  <a:gd name="connsiteX1" fmla="*/ 3425125 w 3719009"/>
                  <a:gd name="connsiteY1" fmla="*/ 1213507 h 2241946"/>
                  <a:gd name="connsiteX2" fmla="*/ 3642101 w 3719009"/>
                  <a:gd name="connsiteY2" fmla="*/ 2112409 h 2241946"/>
                  <a:gd name="connsiteX3" fmla="*/ 2603716 w 3719009"/>
                  <a:gd name="connsiteY3" fmla="*/ 1972924 h 2241946"/>
                  <a:gd name="connsiteX4" fmla="*/ 1859797 w 3719009"/>
                  <a:gd name="connsiteY4" fmla="*/ 2236395 h 2241946"/>
                  <a:gd name="connsiteX5" fmla="*/ 1038387 w 3719009"/>
                  <a:gd name="connsiteY5" fmla="*/ 1895432 h 2241946"/>
                  <a:gd name="connsiteX6" fmla="*/ 0 w 3719009"/>
                  <a:gd name="connsiteY6" fmla="*/ 2189900 h 2241946"/>
                  <a:gd name="connsiteX7" fmla="*/ 309967 w 3719009"/>
                  <a:gd name="connsiteY7" fmla="*/ 1198008 h 2241946"/>
                  <a:gd name="connsiteX0" fmla="*/ 309967 w 3719009"/>
                  <a:gd name="connsiteY0" fmla="*/ 976402 h 2020340"/>
                  <a:gd name="connsiteX1" fmla="*/ 1968285 w 3719009"/>
                  <a:gd name="connsiteY1" fmla="*/ 9 h 2020340"/>
                  <a:gd name="connsiteX2" fmla="*/ 3425125 w 3719009"/>
                  <a:gd name="connsiteY2" fmla="*/ 991901 h 2020340"/>
                  <a:gd name="connsiteX3" fmla="*/ 3642101 w 3719009"/>
                  <a:gd name="connsiteY3" fmla="*/ 1890803 h 2020340"/>
                  <a:gd name="connsiteX4" fmla="*/ 2603716 w 3719009"/>
                  <a:gd name="connsiteY4" fmla="*/ 1751318 h 2020340"/>
                  <a:gd name="connsiteX5" fmla="*/ 1859797 w 3719009"/>
                  <a:gd name="connsiteY5" fmla="*/ 2014789 h 2020340"/>
                  <a:gd name="connsiteX6" fmla="*/ 1038387 w 3719009"/>
                  <a:gd name="connsiteY6" fmla="*/ 1673826 h 2020340"/>
                  <a:gd name="connsiteX7" fmla="*/ 0 w 3719009"/>
                  <a:gd name="connsiteY7" fmla="*/ 1968294 h 2020340"/>
                  <a:gd name="connsiteX8" fmla="*/ 309967 w 3719009"/>
                  <a:gd name="connsiteY8" fmla="*/ 976402 h 2020340"/>
                  <a:gd name="connsiteX0" fmla="*/ 309967 w 3719009"/>
                  <a:gd name="connsiteY0" fmla="*/ 976393 h 2020331"/>
                  <a:gd name="connsiteX1" fmla="*/ 1968285 w 3719009"/>
                  <a:gd name="connsiteY1" fmla="*/ 0 h 2020331"/>
                  <a:gd name="connsiteX2" fmla="*/ 3425125 w 3719009"/>
                  <a:gd name="connsiteY2" fmla="*/ 991892 h 2020331"/>
                  <a:gd name="connsiteX3" fmla="*/ 3642101 w 3719009"/>
                  <a:gd name="connsiteY3" fmla="*/ 1890794 h 2020331"/>
                  <a:gd name="connsiteX4" fmla="*/ 2603716 w 3719009"/>
                  <a:gd name="connsiteY4" fmla="*/ 1751309 h 2020331"/>
                  <a:gd name="connsiteX5" fmla="*/ 1859797 w 3719009"/>
                  <a:gd name="connsiteY5" fmla="*/ 2014780 h 2020331"/>
                  <a:gd name="connsiteX6" fmla="*/ 1038387 w 3719009"/>
                  <a:gd name="connsiteY6" fmla="*/ 1673817 h 2020331"/>
                  <a:gd name="connsiteX7" fmla="*/ 0 w 3719009"/>
                  <a:gd name="connsiteY7" fmla="*/ 1968285 h 2020331"/>
                  <a:gd name="connsiteX8" fmla="*/ 309967 w 3719009"/>
                  <a:gd name="connsiteY8" fmla="*/ 976393 h 2020331"/>
                  <a:gd name="connsiteX0" fmla="*/ 309967 w 3719009"/>
                  <a:gd name="connsiteY0" fmla="*/ 976393 h 2020331"/>
                  <a:gd name="connsiteX1" fmla="*/ 1968285 w 3719009"/>
                  <a:gd name="connsiteY1" fmla="*/ 0 h 2020331"/>
                  <a:gd name="connsiteX2" fmla="*/ 3425125 w 3719009"/>
                  <a:gd name="connsiteY2" fmla="*/ 991892 h 2020331"/>
                  <a:gd name="connsiteX3" fmla="*/ 3642101 w 3719009"/>
                  <a:gd name="connsiteY3" fmla="*/ 1890794 h 2020331"/>
                  <a:gd name="connsiteX4" fmla="*/ 2603716 w 3719009"/>
                  <a:gd name="connsiteY4" fmla="*/ 1751309 h 2020331"/>
                  <a:gd name="connsiteX5" fmla="*/ 1859797 w 3719009"/>
                  <a:gd name="connsiteY5" fmla="*/ 2014780 h 2020331"/>
                  <a:gd name="connsiteX6" fmla="*/ 1038387 w 3719009"/>
                  <a:gd name="connsiteY6" fmla="*/ 1673817 h 2020331"/>
                  <a:gd name="connsiteX7" fmla="*/ 0 w 3719009"/>
                  <a:gd name="connsiteY7" fmla="*/ 1968285 h 2020331"/>
                  <a:gd name="connsiteX8" fmla="*/ 309967 w 3719009"/>
                  <a:gd name="connsiteY8" fmla="*/ 976393 h 2020331"/>
                  <a:gd name="connsiteX0" fmla="*/ 416204 w 3825246"/>
                  <a:gd name="connsiteY0" fmla="*/ 976393 h 2020331"/>
                  <a:gd name="connsiteX1" fmla="*/ 2074522 w 3825246"/>
                  <a:gd name="connsiteY1" fmla="*/ 0 h 2020331"/>
                  <a:gd name="connsiteX2" fmla="*/ 3531362 w 3825246"/>
                  <a:gd name="connsiteY2" fmla="*/ 991892 h 2020331"/>
                  <a:gd name="connsiteX3" fmla="*/ 3748338 w 3825246"/>
                  <a:gd name="connsiteY3" fmla="*/ 1890794 h 2020331"/>
                  <a:gd name="connsiteX4" fmla="*/ 2709953 w 3825246"/>
                  <a:gd name="connsiteY4" fmla="*/ 1751309 h 2020331"/>
                  <a:gd name="connsiteX5" fmla="*/ 1966034 w 3825246"/>
                  <a:gd name="connsiteY5" fmla="*/ 2014780 h 2020331"/>
                  <a:gd name="connsiteX6" fmla="*/ 1144624 w 3825246"/>
                  <a:gd name="connsiteY6" fmla="*/ 1673817 h 2020331"/>
                  <a:gd name="connsiteX7" fmla="*/ 106237 w 3825246"/>
                  <a:gd name="connsiteY7" fmla="*/ 1968285 h 2020331"/>
                  <a:gd name="connsiteX8" fmla="*/ 416204 w 3825246"/>
                  <a:gd name="connsiteY8" fmla="*/ 976393 h 2020331"/>
                  <a:gd name="connsiteX0" fmla="*/ 416204 w 3825246"/>
                  <a:gd name="connsiteY0" fmla="*/ 976393 h 2020331"/>
                  <a:gd name="connsiteX1" fmla="*/ 2074522 w 3825246"/>
                  <a:gd name="connsiteY1" fmla="*/ 0 h 2020331"/>
                  <a:gd name="connsiteX2" fmla="*/ 3531362 w 3825246"/>
                  <a:gd name="connsiteY2" fmla="*/ 991892 h 2020331"/>
                  <a:gd name="connsiteX3" fmla="*/ 3748338 w 3825246"/>
                  <a:gd name="connsiteY3" fmla="*/ 1890794 h 2020331"/>
                  <a:gd name="connsiteX4" fmla="*/ 2709953 w 3825246"/>
                  <a:gd name="connsiteY4" fmla="*/ 1751309 h 2020331"/>
                  <a:gd name="connsiteX5" fmla="*/ 1966034 w 3825246"/>
                  <a:gd name="connsiteY5" fmla="*/ 2014780 h 2020331"/>
                  <a:gd name="connsiteX6" fmla="*/ 1144624 w 3825246"/>
                  <a:gd name="connsiteY6" fmla="*/ 1673817 h 2020331"/>
                  <a:gd name="connsiteX7" fmla="*/ 106237 w 3825246"/>
                  <a:gd name="connsiteY7" fmla="*/ 1968285 h 2020331"/>
                  <a:gd name="connsiteX8" fmla="*/ 416204 w 3825246"/>
                  <a:gd name="connsiteY8" fmla="*/ 97639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767" h="2027825">
                    <a:moveTo>
                      <a:pt x="377005" y="999253"/>
                    </a:moveTo>
                    <a:cubicBezTo>
                      <a:pt x="351949" y="548640"/>
                      <a:pt x="42758" y="52307"/>
                      <a:pt x="2081043" y="0"/>
                    </a:cubicBezTo>
                    <a:cubicBezTo>
                      <a:pt x="3855599" y="111071"/>
                      <a:pt x="3545891" y="577054"/>
                      <a:pt x="3537883" y="991892"/>
                    </a:cubicBezTo>
                    <a:cubicBezTo>
                      <a:pt x="3610208" y="1291526"/>
                      <a:pt x="3992500" y="1622157"/>
                      <a:pt x="3754859" y="1890794"/>
                    </a:cubicBezTo>
                    <a:cubicBezTo>
                      <a:pt x="3392199" y="2106866"/>
                      <a:pt x="3013525" y="1730645"/>
                      <a:pt x="2716474" y="1751309"/>
                    </a:cubicBezTo>
                    <a:cubicBezTo>
                      <a:pt x="2419423" y="1771973"/>
                      <a:pt x="2182944" y="2071478"/>
                      <a:pt x="1903975" y="2022400"/>
                    </a:cubicBezTo>
                    <a:cubicBezTo>
                      <a:pt x="1588843" y="2001736"/>
                      <a:pt x="1466277" y="1694481"/>
                      <a:pt x="1151145" y="1673817"/>
                    </a:cubicBezTo>
                    <a:cubicBezTo>
                      <a:pt x="805016" y="1680533"/>
                      <a:pt x="443647" y="1999669"/>
                      <a:pt x="112758" y="1968285"/>
                    </a:cubicBezTo>
                    <a:cubicBezTo>
                      <a:pt x="-217872" y="1823634"/>
                      <a:pt x="273683" y="1329884"/>
                      <a:pt x="377005" y="999253"/>
                    </a:cubicBezTo>
                    <a:close/>
                  </a:path>
                </a:pathLst>
              </a:custGeom>
              <a:solidFill>
                <a:srgbClr val="FF7F50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B4F0285E-9F8C-2A3F-EE76-EACD57EC6874}"/>
                  </a:ext>
                </a:extLst>
              </p:cNvPr>
              <p:cNvSpPr/>
              <p:nvPr/>
            </p:nvSpPr>
            <p:spPr>
              <a:xfrm>
                <a:off x="4541520" y="2217420"/>
                <a:ext cx="2659380" cy="214389"/>
              </a:xfrm>
              <a:custGeom>
                <a:avLst/>
                <a:gdLst>
                  <a:gd name="connsiteX0" fmla="*/ 0 w 2659380"/>
                  <a:gd name="connsiteY0" fmla="*/ 0 h 53340"/>
                  <a:gd name="connsiteX1" fmla="*/ 2659380 w 2659380"/>
                  <a:gd name="connsiteY1" fmla="*/ 53340 h 53340"/>
                  <a:gd name="connsiteX2" fmla="*/ 2659380 w 2659380"/>
                  <a:gd name="connsiteY2" fmla="*/ 53340 h 53340"/>
                  <a:gd name="connsiteX0" fmla="*/ 0 w 2659380"/>
                  <a:gd name="connsiteY0" fmla="*/ 0 h 167520"/>
                  <a:gd name="connsiteX1" fmla="*/ 2659380 w 2659380"/>
                  <a:gd name="connsiteY1" fmla="*/ 53340 h 167520"/>
                  <a:gd name="connsiteX2" fmla="*/ 2659380 w 2659380"/>
                  <a:gd name="connsiteY2" fmla="*/ 53340 h 167520"/>
                  <a:gd name="connsiteX0" fmla="*/ 0 w 2659380"/>
                  <a:gd name="connsiteY0" fmla="*/ 0 h 214389"/>
                  <a:gd name="connsiteX1" fmla="*/ 2659380 w 2659380"/>
                  <a:gd name="connsiteY1" fmla="*/ 53340 h 214389"/>
                  <a:gd name="connsiteX2" fmla="*/ 2659380 w 2659380"/>
                  <a:gd name="connsiteY2" fmla="*/ 53340 h 214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9380" h="214389">
                    <a:moveTo>
                      <a:pt x="0" y="0"/>
                    </a:moveTo>
                    <a:cubicBezTo>
                      <a:pt x="840740" y="353060"/>
                      <a:pt x="1963420" y="195580"/>
                      <a:pt x="2659380" y="53340"/>
                    </a:cubicBezTo>
                    <a:lnTo>
                      <a:pt x="2659380" y="5334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DCAD283-49BC-EBCB-9B22-924E0C8B968F}"/>
                  </a:ext>
                </a:extLst>
              </p:cNvPr>
              <p:cNvSpPr/>
              <p:nvPr/>
            </p:nvSpPr>
            <p:spPr>
              <a:xfrm rot="944388">
                <a:off x="3993882" y="2473233"/>
                <a:ext cx="374652" cy="499106"/>
              </a:xfrm>
              <a:custGeom>
                <a:avLst/>
                <a:gdLst>
                  <a:gd name="connsiteX0" fmla="*/ 0 w 372284"/>
                  <a:gd name="connsiteY0" fmla="*/ 249553 h 499105"/>
                  <a:gd name="connsiteX1" fmla="*/ 186142 w 372284"/>
                  <a:gd name="connsiteY1" fmla="*/ 0 h 499105"/>
                  <a:gd name="connsiteX2" fmla="*/ 372284 w 372284"/>
                  <a:gd name="connsiteY2" fmla="*/ 249553 h 499105"/>
                  <a:gd name="connsiteX3" fmla="*/ 186142 w 372284"/>
                  <a:gd name="connsiteY3" fmla="*/ 499106 h 499105"/>
                  <a:gd name="connsiteX4" fmla="*/ 0 w 372284"/>
                  <a:gd name="connsiteY4" fmla="*/ 249553 h 499105"/>
                  <a:gd name="connsiteX0" fmla="*/ 0 w 374652"/>
                  <a:gd name="connsiteY0" fmla="*/ 249553 h 499106"/>
                  <a:gd name="connsiteX1" fmla="*/ 186142 w 374652"/>
                  <a:gd name="connsiteY1" fmla="*/ 0 h 499106"/>
                  <a:gd name="connsiteX2" fmla="*/ 372284 w 374652"/>
                  <a:gd name="connsiteY2" fmla="*/ 249553 h 499106"/>
                  <a:gd name="connsiteX3" fmla="*/ 186142 w 374652"/>
                  <a:gd name="connsiteY3" fmla="*/ 499106 h 499106"/>
                  <a:gd name="connsiteX4" fmla="*/ 0 w 374652"/>
                  <a:gd name="connsiteY4" fmla="*/ 249553 h 499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652" h="499106">
                    <a:moveTo>
                      <a:pt x="0" y="249553"/>
                    </a:moveTo>
                    <a:cubicBezTo>
                      <a:pt x="0" y="111729"/>
                      <a:pt x="83339" y="0"/>
                      <a:pt x="186142" y="0"/>
                    </a:cubicBezTo>
                    <a:cubicBezTo>
                      <a:pt x="288945" y="0"/>
                      <a:pt x="391647" y="63389"/>
                      <a:pt x="372284" y="249553"/>
                    </a:cubicBezTo>
                    <a:cubicBezTo>
                      <a:pt x="372284" y="387377"/>
                      <a:pt x="288945" y="499106"/>
                      <a:pt x="186142" y="499106"/>
                    </a:cubicBezTo>
                    <a:cubicBezTo>
                      <a:pt x="83339" y="499106"/>
                      <a:pt x="0" y="387377"/>
                      <a:pt x="0" y="24955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7">
                <a:extLst>
                  <a:ext uri="{FF2B5EF4-FFF2-40B4-BE49-F238E27FC236}">
                    <a16:creationId xmlns:a16="http://schemas.microsoft.com/office/drawing/2014/main" id="{37557D8B-C052-91CC-1C0B-4B931B038B65}"/>
                  </a:ext>
                </a:extLst>
              </p:cNvPr>
              <p:cNvSpPr/>
              <p:nvPr/>
            </p:nvSpPr>
            <p:spPr>
              <a:xfrm rot="12354384" flipH="1">
                <a:off x="3706097" y="3518757"/>
                <a:ext cx="374652" cy="499106"/>
              </a:xfrm>
              <a:custGeom>
                <a:avLst/>
                <a:gdLst>
                  <a:gd name="connsiteX0" fmla="*/ 0 w 372284"/>
                  <a:gd name="connsiteY0" fmla="*/ 249553 h 499105"/>
                  <a:gd name="connsiteX1" fmla="*/ 186142 w 372284"/>
                  <a:gd name="connsiteY1" fmla="*/ 0 h 499105"/>
                  <a:gd name="connsiteX2" fmla="*/ 372284 w 372284"/>
                  <a:gd name="connsiteY2" fmla="*/ 249553 h 499105"/>
                  <a:gd name="connsiteX3" fmla="*/ 186142 w 372284"/>
                  <a:gd name="connsiteY3" fmla="*/ 499106 h 499105"/>
                  <a:gd name="connsiteX4" fmla="*/ 0 w 372284"/>
                  <a:gd name="connsiteY4" fmla="*/ 249553 h 499105"/>
                  <a:gd name="connsiteX0" fmla="*/ 0 w 374652"/>
                  <a:gd name="connsiteY0" fmla="*/ 249553 h 499106"/>
                  <a:gd name="connsiteX1" fmla="*/ 186142 w 374652"/>
                  <a:gd name="connsiteY1" fmla="*/ 0 h 499106"/>
                  <a:gd name="connsiteX2" fmla="*/ 372284 w 374652"/>
                  <a:gd name="connsiteY2" fmla="*/ 249553 h 499106"/>
                  <a:gd name="connsiteX3" fmla="*/ 186142 w 374652"/>
                  <a:gd name="connsiteY3" fmla="*/ 499106 h 499106"/>
                  <a:gd name="connsiteX4" fmla="*/ 0 w 374652"/>
                  <a:gd name="connsiteY4" fmla="*/ 249553 h 499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652" h="499106">
                    <a:moveTo>
                      <a:pt x="0" y="249553"/>
                    </a:moveTo>
                    <a:cubicBezTo>
                      <a:pt x="0" y="111729"/>
                      <a:pt x="83339" y="0"/>
                      <a:pt x="186142" y="0"/>
                    </a:cubicBezTo>
                    <a:cubicBezTo>
                      <a:pt x="288945" y="0"/>
                      <a:pt x="391647" y="63389"/>
                      <a:pt x="372284" y="249553"/>
                    </a:cubicBezTo>
                    <a:cubicBezTo>
                      <a:pt x="372284" y="387377"/>
                      <a:pt x="288945" y="499106"/>
                      <a:pt x="186142" y="499106"/>
                    </a:cubicBezTo>
                    <a:cubicBezTo>
                      <a:pt x="83339" y="499106"/>
                      <a:pt x="0" y="387377"/>
                      <a:pt x="0" y="24955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202BB0C-B466-90A9-DBDA-60B77830B73A}"/>
              </a:ext>
            </a:extLst>
          </p:cNvPr>
          <p:cNvGrpSpPr/>
          <p:nvPr/>
        </p:nvGrpSpPr>
        <p:grpSpPr>
          <a:xfrm>
            <a:off x="7137270" y="-71524"/>
            <a:ext cx="7035940" cy="5926023"/>
            <a:chOff x="868522" y="573994"/>
            <a:chExt cx="7035940" cy="5926023"/>
          </a:xfrm>
        </p:grpSpPr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251DB62C-DFAE-EC1A-3CFB-80E210C97340}"/>
                </a:ext>
              </a:extLst>
            </p:cNvPr>
            <p:cNvSpPr/>
            <p:nvPr/>
          </p:nvSpPr>
          <p:spPr>
            <a:xfrm>
              <a:off x="2303291" y="5187527"/>
              <a:ext cx="990067" cy="595579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595579">
                  <a:moveTo>
                    <a:pt x="1849" y="180976"/>
                  </a:moveTo>
                  <a:lnTo>
                    <a:pt x="951967" y="0"/>
                  </a:lnTo>
                  <a:lnTo>
                    <a:pt x="990067" y="115094"/>
                  </a:lnTo>
                  <a:cubicBezTo>
                    <a:pt x="755117" y="159544"/>
                    <a:pt x="596367" y="304006"/>
                    <a:pt x="285217" y="248444"/>
                  </a:cubicBezTo>
                  <a:cubicBezTo>
                    <a:pt x="419361" y="723637"/>
                    <a:pt x="-32283" y="720196"/>
                    <a:pt x="1849" y="180976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11">
              <a:extLst>
                <a:ext uri="{FF2B5EF4-FFF2-40B4-BE49-F238E27FC236}">
                  <a16:creationId xmlns:a16="http://schemas.microsoft.com/office/drawing/2014/main" id="{5605DF06-8946-89FC-92DA-E6C251B6C5FA}"/>
                </a:ext>
              </a:extLst>
            </p:cNvPr>
            <p:cNvSpPr/>
            <p:nvPr/>
          </p:nvSpPr>
          <p:spPr>
            <a:xfrm rot="16896686">
              <a:off x="3135753" y="5306243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A60D78C-62A3-F9B2-0FCE-AA4818AF6056}"/>
                </a:ext>
              </a:extLst>
            </p:cNvPr>
            <p:cNvGrpSpPr/>
            <p:nvPr/>
          </p:nvGrpSpPr>
          <p:grpSpPr>
            <a:xfrm flipH="1">
              <a:off x="3782825" y="3135330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125D825-A9E6-A1A7-7D36-EEC04796BB43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95720F49-BE7D-737B-43A1-D7DE89F732DD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9878F24-8E46-3307-1B4D-61A2B948700C}"/>
                </a:ext>
              </a:extLst>
            </p:cNvPr>
            <p:cNvGrpSpPr/>
            <p:nvPr/>
          </p:nvGrpSpPr>
          <p:grpSpPr>
            <a:xfrm>
              <a:off x="1274022" y="3156400"/>
              <a:ext cx="1434170" cy="1821427"/>
              <a:chOff x="1969722" y="3425409"/>
              <a:chExt cx="1205650" cy="1531201"/>
            </a:xfrm>
            <a:solidFill>
              <a:sysClr val="window" lastClr="FFFFFF">
                <a:lumMod val="95000"/>
              </a:sysClr>
            </a:solidFill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7A456CB-1CBE-C42D-8849-8AE14A821284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58F6B456-3BA1-4AE7-D4D8-C5D1BAEBDF7F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53" name="Rectangle 24">
              <a:extLst>
                <a:ext uri="{FF2B5EF4-FFF2-40B4-BE49-F238E27FC236}">
                  <a16:creationId xmlns:a16="http://schemas.microsoft.com/office/drawing/2014/main" id="{9A1C8475-5705-B1B3-998A-4B87EECAE6B6}"/>
                </a:ext>
              </a:extLst>
            </p:cNvPr>
            <p:cNvSpPr/>
            <p:nvPr/>
          </p:nvSpPr>
          <p:spPr>
            <a:xfrm>
              <a:off x="2039157" y="2980491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solidFill>
              <a:srgbClr val="F8ED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BF73C90-E2F4-2D9F-2972-C4C829FDF9A1}"/>
                </a:ext>
              </a:extLst>
            </p:cNvPr>
            <p:cNvGrpSpPr/>
            <p:nvPr/>
          </p:nvGrpSpPr>
          <p:grpSpPr>
            <a:xfrm rot="20306421">
              <a:off x="868522" y="573994"/>
              <a:ext cx="4279878" cy="3076627"/>
              <a:chOff x="1152535" y="787844"/>
              <a:chExt cx="4279878" cy="3076627"/>
            </a:xfrm>
          </p:grpSpPr>
          <p:sp>
            <p:nvSpPr>
              <p:cNvPr id="62" name="Rectangle 8">
                <a:extLst>
                  <a:ext uri="{FF2B5EF4-FFF2-40B4-BE49-F238E27FC236}">
                    <a16:creationId xmlns:a16="http://schemas.microsoft.com/office/drawing/2014/main" id="{331C69C4-7472-A12E-D703-A7F966D9C20D}"/>
                  </a:ext>
                </a:extLst>
              </p:cNvPr>
              <p:cNvSpPr/>
              <p:nvPr/>
            </p:nvSpPr>
            <p:spPr>
              <a:xfrm>
                <a:off x="1497100" y="787844"/>
                <a:ext cx="3573875" cy="3076627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solidFill>
                <a:srgbClr val="F8ED3B"/>
              </a:solidFill>
              <a:ln w="381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20846498-1B74-5280-B720-F9BF8812C6B3}"/>
                  </a:ext>
                </a:extLst>
              </p:cNvPr>
              <p:cNvSpPr/>
              <p:nvPr/>
            </p:nvSpPr>
            <p:spPr>
              <a:xfrm>
                <a:off x="1152535" y="979848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83EADD29-8F7C-9D53-8D26-C297C81909C1}"/>
                  </a:ext>
                </a:extLst>
              </p:cNvPr>
              <p:cNvSpPr/>
              <p:nvPr/>
            </p:nvSpPr>
            <p:spPr>
              <a:xfrm rot="9500543">
                <a:off x="3090274" y="2939371"/>
                <a:ext cx="374365" cy="374365"/>
              </a:xfrm>
              <a:prstGeom prst="arc">
                <a:avLst>
                  <a:gd name="adj1" fmla="val 12939651"/>
                  <a:gd name="adj2" fmla="val 0"/>
                </a:avLst>
              </a:pr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644BD6F-2684-ED1B-C43E-6C367830D111}"/>
                  </a:ext>
                </a:extLst>
              </p:cNvPr>
              <p:cNvGrpSpPr/>
              <p:nvPr/>
            </p:nvGrpSpPr>
            <p:grpSpPr>
              <a:xfrm>
                <a:off x="2122532" y="1951358"/>
                <a:ext cx="801031" cy="985036"/>
                <a:chOff x="2788371" y="2413698"/>
                <a:chExt cx="673395" cy="828081"/>
              </a:xfrm>
            </p:grpSpPr>
            <p:grpSp>
              <p:nvGrpSpPr>
                <p:cNvPr id="76" name="Group 75">
                  <a:extLst>
                    <a:ext uri="{FF2B5EF4-FFF2-40B4-BE49-F238E27FC236}">
                      <a16:creationId xmlns:a16="http://schemas.microsoft.com/office/drawing/2014/main" id="{DC453078-8E26-9860-8E13-75F833DA3963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AC00D425-F26B-693D-D470-15481DF31298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9" name="Oval 78">
                    <a:extLst>
                      <a:ext uri="{FF2B5EF4-FFF2-40B4-BE49-F238E27FC236}">
                        <a16:creationId xmlns:a16="http://schemas.microsoft.com/office/drawing/2014/main" id="{77D7EDD6-AC3A-3531-B950-7839E8767D18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0" name="Oval 79">
                    <a:extLst>
                      <a:ext uri="{FF2B5EF4-FFF2-40B4-BE49-F238E27FC236}">
                        <a16:creationId xmlns:a16="http://schemas.microsoft.com/office/drawing/2014/main" id="{5AF2BB29-003D-BE21-0032-B489D85A63F4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1" name="Freeform: Shape 80">
                    <a:extLst>
                      <a:ext uri="{FF2B5EF4-FFF2-40B4-BE49-F238E27FC236}">
                        <a16:creationId xmlns:a16="http://schemas.microsoft.com/office/drawing/2014/main" id="{56B64EED-D3D7-551B-5E02-DC07A2DB982D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2" name="Freeform: Shape 81">
                    <a:extLst>
                      <a:ext uri="{FF2B5EF4-FFF2-40B4-BE49-F238E27FC236}">
                        <a16:creationId xmlns:a16="http://schemas.microsoft.com/office/drawing/2014/main" id="{46516A03-F531-480E-659D-94B05CE4E13F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83" name="Freeform: Shape 82">
                    <a:extLst>
                      <a:ext uri="{FF2B5EF4-FFF2-40B4-BE49-F238E27FC236}">
                        <a16:creationId xmlns:a16="http://schemas.microsoft.com/office/drawing/2014/main" id="{7363EBCE-B0AA-5B34-5BF8-416B1937C347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77" name="Arc 76">
                  <a:extLst>
                    <a:ext uri="{FF2B5EF4-FFF2-40B4-BE49-F238E27FC236}">
                      <a16:creationId xmlns:a16="http://schemas.microsoft.com/office/drawing/2014/main" id="{2F73CBBA-5911-4648-6175-33E58DF8D045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4B30622C-DD37-714E-CA75-F05DB39C97CC}"/>
                  </a:ext>
                </a:extLst>
              </p:cNvPr>
              <p:cNvSpPr/>
              <p:nvPr/>
            </p:nvSpPr>
            <p:spPr>
              <a:xfrm flipH="1">
                <a:off x="4298604" y="905350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A30B8798-91C8-A198-9298-8B6563C78AC2}"/>
                  </a:ext>
                </a:extLst>
              </p:cNvPr>
              <p:cNvGrpSpPr/>
              <p:nvPr/>
            </p:nvGrpSpPr>
            <p:grpSpPr>
              <a:xfrm flipH="1">
                <a:off x="3618443" y="1959288"/>
                <a:ext cx="801031" cy="985036"/>
                <a:chOff x="2788371" y="2413698"/>
                <a:chExt cx="673395" cy="828081"/>
              </a:xfrm>
            </p:grpSpPr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6A572CD0-63DE-CE10-2E21-4A6E077E6399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</p:grpSpPr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9C00F6B7-01D0-0589-995B-110E2AE615D3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3D4934BB-B0CC-9A3A-CB56-2A07251D5BA2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2" name="Oval 71">
                    <a:extLst>
                      <a:ext uri="{FF2B5EF4-FFF2-40B4-BE49-F238E27FC236}">
                        <a16:creationId xmlns:a16="http://schemas.microsoft.com/office/drawing/2014/main" id="{7E42C2FE-453C-6F37-A180-9E4674B7CDD6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solidFill>
                    <a:sysClr val="window" lastClr="FFFFFF"/>
                  </a:solidFill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3" name="Freeform: Shape 72">
                    <a:extLst>
                      <a:ext uri="{FF2B5EF4-FFF2-40B4-BE49-F238E27FC236}">
                        <a16:creationId xmlns:a16="http://schemas.microsoft.com/office/drawing/2014/main" id="{605D945A-BFCF-E8F9-9957-E67F9C673087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4" name="Freeform: Shape 73">
                    <a:extLst>
                      <a:ext uri="{FF2B5EF4-FFF2-40B4-BE49-F238E27FC236}">
                        <a16:creationId xmlns:a16="http://schemas.microsoft.com/office/drawing/2014/main" id="{73F80C86-4987-C832-FE6D-5E9BAD407FB1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75" name="Freeform: Shape 74">
                    <a:extLst>
                      <a:ext uri="{FF2B5EF4-FFF2-40B4-BE49-F238E27FC236}">
                        <a16:creationId xmlns:a16="http://schemas.microsoft.com/office/drawing/2014/main" id="{EF4BBD95-8E94-90CE-DBA4-00ACA67D21E1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69" name="Arc 68">
                  <a:extLst>
                    <a:ext uri="{FF2B5EF4-FFF2-40B4-BE49-F238E27FC236}">
                      <a16:creationId xmlns:a16="http://schemas.microsoft.com/office/drawing/2014/main" id="{D23F852D-AC2D-46F8-E1B8-A696CE05AB1D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no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F23E457-222D-ECBA-CCDE-35849709FB0C}"/>
                </a:ext>
              </a:extLst>
            </p:cNvPr>
            <p:cNvSpPr/>
            <p:nvPr/>
          </p:nvSpPr>
          <p:spPr>
            <a:xfrm>
              <a:off x="2039157" y="3871562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solidFill>
              <a:sysClr val="windowText" lastClr="000000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039770F-6384-0C43-D898-0CEE7D65F933}"/>
                </a:ext>
              </a:extLst>
            </p:cNvPr>
            <p:cNvGrpSpPr/>
            <p:nvPr/>
          </p:nvGrpSpPr>
          <p:grpSpPr>
            <a:xfrm>
              <a:off x="3706097" y="1439889"/>
              <a:ext cx="4198365" cy="5060128"/>
              <a:chOff x="3706097" y="1439889"/>
              <a:chExt cx="4198365" cy="5060128"/>
            </a:xfrm>
          </p:grpSpPr>
          <p:sp>
            <p:nvSpPr>
              <p:cNvPr id="57" name="Rectangle 5">
                <a:extLst>
                  <a:ext uri="{FF2B5EF4-FFF2-40B4-BE49-F238E27FC236}">
                    <a16:creationId xmlns:a16="http://schemas.microsoft.com/office/drawing/2014/main" id="{7A956D95-3ECA-0118-5898-6D5BDAAA0719}"/>
                  </a:ext>
                </a:extLst>
              </p:cNvPr>
              <p:cNvSpPr/>
              <p:nvPr/>
            </p:nvSpPr>
            <p:spPr>
              <a:xfrm>
                <a:off x="3809082" y="2738121"/>
                <a:ext cx="4095380" cy="3761896"/>
              </a:xfrm>
              <a:custGeom>
                <a:avLst/>
                <a:gdLst>
                  <a:gd name="connsiteX0" fmla="*/ 0 w 1511300"/>
                  <a:gd name="connsiteY0" fmla="*/ 0 h 843280"/>
                  <a:gd name="connsiteX1" fmla="*/ 1511300 w 1511300"/>
                  <a:gd name="connsiteY1" fmla="*/ 0 h 843280"/>
                  <a:gd name="connsiteX2" fmla="*/ 1511300 w 1511300"/>
                  <a:gd name="connsiteY2" fmla="*/ 843280 h 843280"/>
                  <a:gd name="connsiteX3" fmla="*/ 0 w 1511300"/>
                  <a:gd name="connsiteY3" fmla="*/ 843280 h 843280"/>
                  <a:gd name="connsiteX4" fmla="*/ 0 w 1511300"/>
                  <a:gd name="connsiteY4" fmla="*/ 0 h 843280"/>
                  <a:gd name="connsiteX0" fmla="*/ 0 w 2946400"/>
                  <a:gd name="connsiteY0" fmla="*/ 0 h 3967480"/>
                  <a:gd name="connsiteX1" fmla="*/ 1511300 w 2946400"/>
                  <a:gd name="connsiteY1" fmla="*/ 0 h 3967480"/>
                  <a:gd name="connsiteX2" fmla="*/ 2946400 w 2946400"/>
                  <a:gd name="connsiteY2" fmla="*/ 3967480 h 3967480"/>
                  <a:gd name="connsiteX3" fmla="*/ 0 w 2946400"/>
                  <a:gd name="connsiteY3" fmla="*/ 843280 h 3967480"/>
                  <a:gd name="connsiteX4" fmla="*/ 0 w 2946400"/>
                  <a:gd name="connsiteY4" fmla="*/ 0 h 3967480"/>
                  <a:gd name="connsiteX0" fmla="*/ 88900 w 3035300"/>
                  <a:gd name="connsiteY0" fmla="*/ 0 h 3967480"/>
                  <a:gd name="connsiteX1" fmla="*/ 1600200 w 3035300"/>
                  <a:gd name="connsiteY1" fmla="*/ 0 h 3967480"/>
                  <a:gd name="connsiteX2" fmla="*/ 3035300 w 3035300"/>
                  <a:gd name="connsiteY2" fmla="*/ 3967480 h 3967480"/>
                  <a:gd name="connsiteX3" fmla="*/ 0 w 3035300"/>
                  <a:gd name="connsiteY3" fmla="*/ 3954780 h 3967480"/>
                  <a:gd name="connsiteX4" fmla="*/ 88900 w 3035300"/>
                  <a:gd name="connsiteY4" fmla="*/ 0 h 3967480"/>
                  <a:gd name="connsiteX0" fmla="*/ 0 w 3060700"/>
                  <a:gd name="connsiteY0" fmla="*/ 520700 h 3967480"/>
                  <a:gd name="connsiteX1" fmla="*/ 1625600 w 3060700"/>
                  <a:gd name="connsiteY1" fmla="*/ 0 h 3967480"/>
                  <a:gd name="connsiteX2" fmla="*/ 3060700 w 3060700"/>
                  <a:gd name="connsiteY2" fmla="*/ 3967480 h 3967480"/>
                  <a:gd name="connsiteX3" fmla="*/ 25400 w 3060700"/>
                  <a:gd name="connsiteY3" fmla="*/ 3954780 h 3967480"/>
                  <a:gd name="connsiteX4" fmla="*/ 0 w 3060700"/>
                  <a:gd name="connsiteY4" fmla="*/ 520700 h 3967480"/>
                  <a:gd name="connsiteX0" fmla="*/ 0 w 3111500"/>
                  <a:gd name="connsiteY0" fmla="*/ 0 h 3446780"/>
                  <a:gd name="connsiteX1" fmla="*/ 3111500 w 3111500"/>
                  <a:gd name="connsiteY1" fmla="*/ 50800 h 3446780"/>
                  <a:gd name="connsiteX2" fmla="*/ 3060700 w 3111500"/>
                  <a:gd name="connsiteY2" fmla="*/ 3446780 h 3446780"/>
                  <a:gd name="connsiteX3" fmla="*/ 25400 w 3111500"/>
                  <a:gd name="connsiteY3" fmla="*/ 3434080 h 3446780"/>
                  <a:gd name="connsiteX4" fmla="*/ 0 w 3111500"/>
                  <a:gd name="connsiteY4" fmla="*/ 0 h 3446780"/>
                  <a:gd name="connsiteX0" fmla="*/ 0 w 3388399"/>
                  <a:gd name="connsiteY0" fmla="*/ 0 h 3446780"/>
                  <a:gd name="connsiteX1" fmla="*/ 3111500 w 3388399"/>
                  <a:gd name="connsiteY1" fmla="*/ 50800 h 3446780"/>
                  <a:gd name="connsiteX2" fmla="*/ 3060700 w 3388399"/>
                  <a:gd name="connsiteY2" fmla="*/ 3446780 h 3446780"/>
                  <a:gd name="connsiteX3" fmla="*/ 25400 w 3388399"/>
                  <a:gd name="connsiteY3" fmla="*/ 3434080 h 3446780"/>
                  <a:gd name="connsiteX4" fmla="*/ 0 w 3388399"/>
                  <a:gd name="connsiteY4" fmla="*/ 0 h 3446780"/>
                  <a:gd name="connsiteX0" fmla="*/ 0 w 3322842"/>
                  <a:gd name="connsiteY0" fmla="*/ 0 h 3446780"/>
                  <a:gd name="connsiteX1" fmla="*/ 3022600 w 3322842"/>
                  <a:gd name="connsiteY1" fmla="*/ 50800 h 3446780"/>
                  <a:gd name="connsiteX2" fmla="*/ 3060700 w 3322842"/>
                  <a:gd name="connsiteY2" fmla="*/ 3446780 h 3446780"/>
                  <a:gd name="connsiteX3" fmla="*/ 25400 w 3322842"/>
                  <a:gd name="connsiteY3" fmla="*/ 3434080 h 3446780"/>
                  <a:gd name="connsiteX4" fmla="*/ 0 w 3322842"/>
                  <a:gd name="connsiteY4" fmla="*/ 0 h 3446780"/>
                  <a:gd name="connsiteX0" fmla="*/ 0 w 3309055"/>
                  <a:gd name="connsiteY0" fmla="*/ 0 h 3446780"/>
                  <a:gd name="connsiteX1" fmla="*/ 3022600 w 3309055"/>
                  <a:gd name="connsiteY1" fmla="*/ 50800 h 3446780"/>
                  <a:gd name="connsiteX2" fmla="*/ 3009900 w 3309055"/>
                  <a:gd name="connsiteY2" fmla="*/ 3446780 h 3446780"/>
                  <a:gd name="connsiteX3" fmla="*/ 25400 w 3309055"/>
                  <a:gd name="connsiteY3" fmla="*/ 3434080 h 3446780"/>
                  <a:gd name="connsiteX4" fmla="*/ 0 w 3309055"/>
                  <a:gd name="connsiteY4" fmla="*/ 0 h 3446780"/>
                  <a:gd name="connsiteX0" fmla="*/ 0 w 3575349"/>
                  <a:gd name="connsiteY0" fmla="*/ 0 h 3446780"/>
                  <a:gd name="connsiteX1" fmla="*/ 3022600 w 3575349"/>
                  <a:gd name="connsiteY1" fmla="*/ 50800 h 3446780"/>
                  <a:gd name="connsiteX2" fmla="*/ 3009900 w 3575349"/>
                  <a:gd name="connsiteY2" fmla="*/ 3446780 h 3446780"/>
                  <a:gd name="connsiteX3" fmla="*/ 25400 w 3575349"/>
                  <a:gd name="connsiteY3" fmla="*/ 3434080 h 3446780"/>
                  <a:gd name="connsiteX4" fmla="*/ 0 w 3575349"/>
                  <a:gd name="connsiteY4" fmla="*/ 0 h 3446780"/>
                  <a:gd name="connsiteX0" fmla="*/ 352843 w 3928192"/>
                  <a:gd name="connsiteY0" fmla="*/ 0 h 3446780"/>
                  <a:gd name="connsiteX1" fmla="*/ 3375443 w 3928192"/>
                  <a:gd name="connsiteY1" fmla="*/ 50800 h 3446780"/>
                  <a:gd name="connsiteX2" fmla="*/ 3362743 w 3928192"/>
                  <a:gd name="connsiteY2" fmla="*/ 3446780 h 3446780"/>
                  <a:gd name="connsiteX3" fmla="*/ 378243 w 3928192"/>
                  <a:gd name="connsiteY3" fmla="*/ 3434080 h 3446780"/>
                  <a:gd name="connsiteX4" fmla="*/ 352843 w 3928192"/>
                  <a:gd name="connsiteY4" fmla="*/ 0 h 3446780"/>
                  <a:gd name="connsiteX0" fmla="*/ 520031 w 4095380"/>
                  <a:gd name="connsiteY0" fmla="*/ 0 h 3446780"/>
                  <a:gd name="connsiteX1" fmla="*/ 3542631 w 4095380"/>
                  <a:gd name="connsiteY1" fmla="*/ 50800 h 3446780"/>
                  <a:gd name="connsiteX2" fmla="*/ 3529931 w 4095380"/>
                  <a:gd name="connsiteY2" fmla="*/ 3446780 h 3446780"/>
                  <a:gd name="connsiteX3" fmla="*/ 545431 w 4095380"/>
                  <a:gd name="connsiteY3" fmla="*/ 3434080 h 3446780"/>
                  <a:gd name="connsiteX4" fmla="*/ 520031 w 4095380"/>
                  <a:gd name="connsiteY4" fmla="*/ 0 h 3446780"/>
                  <a:gd name="connsiteX0" fmla="*/ 520031 w 4095380"/>
                  <a:gd name="connsiteY0" fmla="*/ 0 h 3664117"/>
                  <a:gd name="connsiteX1" fmla="*/ 3542631 w 4095380"/>
                  <a:gd name="connsiteY1" fmla="*/ 50800 h 3664117"/>
                  <a:gd name="connsiteX2" fmla="*/ 3529931 w 4095380"/>
                  <a:gd name="connsiteY2" fmla="*/ 3446780 h 3664117"/>
                  <a:gd name="connsiteX3" fmla="*/ 545431 w 4095380"/>
                  <a:gd name="connsiteY3" fmla="*/ 3434080 h 3664117"/>
                  <a:gd name="connsiteX4" fmla="*/ 520031 w 4095380"/>
                  <a:gd name="connsiteY4" fmla="*/ 0 h 3664117"/>
                  <a:gd name="connsiteX0" fmla="*/ 520031 w 4095380"/>
                  <a:gd name="connsiteY0" fmla="*/ 0 h 3761896"/>
                  <a:gd name="connsiteX1" fmla="*/ 3542631 w 4095380"/>
                  <a:gd name="connsiteY1" fmla="*/ 50800 h 3761896"/>
                  <a:gd name="connsiteX2" fmla="*/ 3529931 w 4095380"/>
                  <a:gd name="connsiteY2" fmla="*/ 3446780 h 3761896"/>
                  <a:gd name="connsiteX3" fmla="*/ 545431 w 4095380"/>
                  <a:gd name="connsiteY3" fmla="*/ 3434080 h 3761896"/>
                  <a:gd name="connsiteX4" fmla="*/ 520031 w 4095380"/>
                  <a:gd name="connsiteY4" fmla="*/ 0 h 3761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5380" h="3761896">
                    <a:moveTo>
                      <a:pt x="520031" y="0"/>
                    </a:moveTo>
                    <a:lnTo>
                      <a:pt x="3542631" y="50800"/>
                    </a:lnTo>
                    <a:cubicBezTo>
                      <a:pt x="4186098" y="1436793"/>
                      <a:pt x="4372364" y="2314787"/>
                      <a:pt x="3529931" y="3446780"/>
                    </a:cubicBezTo>
                    <a:cubicBezTo>
                      <a:pt x="2674798" y="3785447"/>
                      <a:pt x="1591064" y="3946313"/>
                      <a:pt x="545431" y="3434080"/>
                    </a:cubicBezTo>
                    <a:cubicBezTo>
                      <a:pt x="-59936" y="2695787"/>
                      <a:pt x="-284302" y="1030393"/>
                      <a:pt x="520031" y="0"/>
                    </a:cubicBezTo>
                    <a:close/>
                  </a:path>
                </a:pathLst>
              </a:custGeom>
              <a:solidFill>
                <a:srgbClr val="F9B65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Rectangle 1">
                <a:extLst>
                  <a:ext uri="{FF2B5EF4-FFF2-40B4-BE49-F238E27FC236}">
                    <a16:creationId xmlns:a16="http://schemas.microsoft.com/office/drawing/2014/main" id="{258E43C9-BBC5-41CC-3989-E66EBE9EB8C3}"/>
                  </a:ext>
                </a:extLst>
              </p:cNvPr>
              <p:cNvSpPr/>
              <p:nvPr/>
            </p:nvSpPr>
            <p:spPr>
              <a:xfrm>
                <a:off x="3893423" y="1439889"/>
                <a:ext cx="3831767" cy="2027825"/>
              </a:xfrm>
              <a:custGeom>
                <a:avLst/>
                <a:gdLst>
                  <a:gd name="connsiteX0" fmla="*/ 0 w 2045776"/>
                  <a:gd name="connsiteY0" fmla="*/ 0 h 1100380"/>
                  <a:gd name="connsiteX1" fmla="*/ 2045776 w 2045776"/>
                  <a:gd name="connsiteY1" fmla="*/ 0 h 1100380"/>
                  <a:gd name="connsiteX2" fmla="*/ 2045776 w 2045776"/>
                  <a:gd name="connsiteY2" fmla="*/ 1100380 h 1100380"/>
                  <a:gd name="connsiteX3" fmla="*/ 0 w 2045776"/>
                  <a:gd name="connsiteY3" fmla="*/ 1100380 h 1100380"/>
                  <a:gd name="connsiteX4" fmla="*/ 0 w 2045776"/>
                  <a:gd name="connsiteY4" fmla="*/ 0 h 1100380"/>
                  <a:gd name="connsiteX0" fmla="*/ 867905 w 2913681"/>
                  <a:gd name="connsiteY0" fmla="*/ 0 h 1704814"/>
                  <a:gd name="connsiteX1" fmla="*/ 2913681 w 2913681"/>
                  <a:gd name="connsiteY1" fmla="*/ 0 h 1704814"/>
                  <a:gd name="connsiteX2" fmla="*/ 2913681 w 2913681"/>
                  <a:gd name="connsiteY2" fmla="*/ 1100380 h 1704814"/>
                  <a:gd name="connsiteX3" fmla="*/ 0 w 2913681"/>
                  <a:gd name="connsiteY3" fmla="*/ 1704814 h 1704814"/>
                  <a:gd name="connsiteX4" fmla="*/ 867905 w 2913681"/>
                  <a:gd name="connsiteY4" fmla="*/ 0 h 1704814"/>
                  <a:gd name="connsiteX0" fmla="*/ 309967 w 2913681"/>
                  <a:gd name="connsiteY0" fmla="*/ 712922 h 1704814"/>
                  <a:gd name="connsiteX1" fmla="*/ 2913681 w 2913681"/>
                  <a:gd name="connsiteY1" fmla="*/ 0 h 1704814"/>
                  <a:gd name="connsiteX2" fmla="*/ 2913681 w 2913681"/>
                  <a:gd name="connsiteY2" fmla="*/ 1100380 h 1704814"/>
                  <a:gd name="connsiteX3" fmla="*/ 0 w 2913681"/>
                  <a:gd name="connsiteY3" fmla="*/ 1704814 h 1704814"/>
                  <a:gd name="connsiteX4" fmla="*/ 309967 w 2913681"/>
                  <a:gd name="connsiteY4" fmla="*/ 712922 h 1704814"/>
                  <a:gd name="connsiteX0" fmla="*/ 309967 w 3425125"/>
                  <a:gd name="connsiteY0" fmla="*/ 0 h 991892"/>
                  <a:gd name="connsiteX1" fmla="*/ 3425125 w 3425125"/>
                  <a:gd name="connsiteY1" fmla="*/ 15499 h 991892"/>
                  <a:gd name="connsiteX2" fmla="*/ 2913681 w 3425125"/>
                  <a:gd name="connsiteY2" fmla="*/ 387458 h 991892"/>
                  <a:gd name="connsiteX3" fmla="*/ 0 w 3425125"/>
                  <a:gd name="connsiteY3" fmla="*/ 991892 h 991892"/>
                  <a:gd name="connsiteX4" fmla="*/ 309967 w 3425125"/>
                  <a:gd name="connsiteY4" fmla="*/ 0 h 991892"/>
                  <a:gd name="connsiteX0" fmla="*/ 309967 w 3642101"/>
                  <a:gd name="connsiteY0" fmla="*/ 0 h 991892"/>
                  <a:gd name="connsiteX1" fmla="*/ 3425125 w 3642101"/>
                  <a:gd name="connsiteY1" fmla="*/ 15499 h 991892"/>
                  <a:gd name="connsiteX2" fmla="*/ 3642101 w 3642101"/>
                  <a:gd name="connsiteY2" fmla="*/ 914401 h 991892"/>
                  <a:gd name="connsiteX3" fmla="*/ 0 w 3642101"/>
                  <a:gd name="connsiteY3" fmla="*/ 991892 h 991892"/>
                  <a:gd name="connsiteX4" fmla="*/ 309967 w 3642101"/>
                  <a:gd name="connsiteY4" fmla="*/ 0 h 991892"/>
                  <a:gd name="connsiteX0" fmla="*/ 309967 w 3642101"/>
                  <a:gd name="connsiteY0" fmla="*/ 0 h 1038387"/>
                  <a:gd name="connsiteX1" fmla="*/ 3425125 w 3642101"/>
                  <a:gd name="connsiteY1" fmla="*/ 15499 h 1038387"/>
                  <a:gd name="connsiteX2" fmla="*/ 3642101 w 3642101"/>
                  <a:gd name="connsiteY2" fmla="*/ 914401 h 1038387"/>
                  <a:gd name="connsiteX3" fmla="*/ 1859797 w 3642101"/>
                  <a:gd name="connsiteY3" fmla="*/ 1038387 h 1038387"/>
                  <a:gd name="connsiteX4" fmla="*/ 0 w 3642101"/>
                  <a:gd name="connsiteY4" fmla="*/ 991892 h 1038387"/>
                  <a:gd name="connsiteX5" fmla="*/ 309967 w 3642101"/>
                  <a:gd name="connsiteY5" fmla="*/ 0 h 1038387"/>
                  <a:gd name="connsiteX0" fmla="*/ 309967 w 3642101"/>
                  <a:gd name="connsiteY0" fmla="*/ 0 h 1038387"/>
                  <a:gd name="connsiteX1" fmla="*/ 3425125 w 3642101"/>
                  <a:gd name="connsiteY1" fmla="*/ 15499 h 1038387"/>
                  <a:gd name="connsiteX2" fmla="*/ 3642101 w 3642101"/>
                  <a:gd name="connsiteY2" fmla="*/ 914401 h 1038387"/>
                  <a:gd name="connsiteX3" fmla="*/ 1859797 w 3642101"/>
                  <a:gd name="connsiteY3" fmla="*/ 1038387 h 1038387"/>
                  <a:gd name="connsiteX4" fmla="*/ 1038387 w 3642101"/>
                  <a:gd name="connsiteY4" fmla="*/ 697424 h 1038387"/>
                  <a:gd name="connsiteX5" fmla="*/ 0 w 3642101"/>
                  <a:gd name="connsiteY5" fmla="*/ 991892 h 1038387"/>
                  <a:gd name="connsiteX6" fmla="*/ 309967 w 3642101"/>
                  <a:gd name="connsiteY6" fmla="*/ 0 h 1038387"/>
                  <a:gd name="connsiteX0" fmla="*/ 309967 w 3642101"/>
                  <a:gd name="connsiteY0" fmla="*/ 0 h 1043938"/>
                  <a:gd name="connsiteX1" fmla="*/ 3425125 w 3642101"/>
                  <a:gd name="connsiteY1" fmla="*/ 15499 h 1043938"/>
                  <a:gd name="connsiteX2" fmla="*/ 3642101 w 3642101"/>
                  <a:gd name="connsiteY2" fmla="*/ 914401 h 1043938"/>
                  <a:gd name="connsiteX3" fmla="*/ 2603716 w 3642101"/>
                  <a:gd name="connsiteY3" fmla="*/ 774916 h 1043938"/>
                  <a:gd name="connsiteX4" fmla="*/ 1859797 w 3642101"/>
                  <a:gd name="connsiteY4" fmla="*/ 1038387 h 1043938"/>
                  <a:gd name="connsiteX5" fmla="*/ 1038387 w 3642101"/>
                  <a:gd name="connsiteY5" fmla="*/ 697424 h 1043938"/>
                  <a:gd name="connsiteX6" fmla="*/ 0 w 3642101"/>
                  <a:gd name="connsiteY6" fmla="*/ 991892 h 1043938"/>
                  <a:gd name="connsiteX7" fmla="*/ 309967 w 3642101"/>
                  <a:gd name="connsiteY7" fmla="*/ 0 h 1043938"/>
                  <a:gd name="connsiteX0" fmla="*/ 309967 w 3719009"/>
                  <a:gd name="connsiteY0" fmla="*/ 0 h 1043938"/>
                  <a:gd name="connsiteX1" fmla="*/ 3425125 w 3719009"/>
                  <a:gd name="connsiteY1" fmla="*/ 15499 h 1043938"/>
                  <a:gd name="connsiteX2" fmla="*/ 3642101 w 3719009"/>
                  <a:gd name="connsiteY2" fmla="*/ 914401 h 1043938"/>
                  <a:gd name="connsiteX3" fmla="*/ 2603716 w 3719009"/>
                  <a:gd name="connsiteY3" fmla="*/ 774916 h 1043938"/>
                  <a:gd name="connsiteX4" fmla="*/ 1859797 w 3719009"/>
                  <a:gd name="connsiteY4" fmla="*/ 1038387 h 1043938"/>
                  <a:gd name="connsiteX5" fmla="*/ 1038387 w 3719009"/>
                  <a:gd name="connsiteY5" fmla="*/ 697424 h 1043938"/>
                  <a:gd name="connsiteX6" fmla="*/ 0 w 3719009"/>
                  <a:gd name="connsiteY6" fmla="*/ 991892 h 1043938"/>
                  <a:gd name="connsiteX7" fmla="*/ 309967 w 3719009"/>
                  <a:gd name="connsiteY7" fmla="*/ 0 h 1043938"/>
                  <a:gd name="connsiteX0" fmla="*/ 309967 w 3719009"/>
                  <a:gd name="connsiteY0" fmla="*/ 774925 h 1818863"/>
                  <a:gd name="connsiteX1" fmla="*/ 3425125 w 3719009"/>
                  <a:gd name="connsiteY1" fmla="*/ 790424 h 1818863"/>
                  <a:gd name="connsiteX2" fmla="*/ 3642101 w 3719009"/>
                  <a:gd name="connsiteY2" fmla="*/ 1689326 h 1818863"/>
                  <a:gd name="connsiteX3" fmla="*/ 2603716 w 3719009"/>
                  <a:gd name="connsiteY3" fmla="*/ 1549841 h 1818863"/>
                  <a:gd name="connsiteX4" fmla="*/ 1859797 w 3719009"/>
                  <a:gd name="connsiteY4" fmla="*/ 1813312 h 1818863"/>
                  <a:gd name="connsiteX5" fmla="*/ 1038387 w 3719009"/>
                  <a:gd name="connsiteY5" fmla="*/ 1472349 h 1818863"/>
                  <a:gd name="connsiteX6" fmla="*/ 0 w 3719009"/>
                  <a:gd name="connsiteY6" fmla="*/ 1766817 h 1818863"/>
                  <a:gd name="connsiteX7" fmla="*/ 309967 w 3719009"/>
                  <a:gd name="connsiteY7" fmla="*/ 774925 h 1818863"/>
                  <a:gd name="connsiteX0" fmla="*/ 309967 w 3719009"/>
                  <a:gd name="connsiteY0" fmla="*/ 1186990 h 2230928"/>
                  <a:gd name="connsiteX1" fmla="*/ 3425125 w 3719009"/>
                  <a:gd name="connsiteY1" fmla="*/ 1202489 h 2230928"/>
                  <a:gd name="connsiteX2" fmla="*/ 3642101 w 3719009"/>
                  <a:gd name="connsiteY2" fmla="*/ 2101391 h 2230928"/>
                  <a:gd name="connsiteX3" fmla="*/ 2603716 w 3719009"/>
                  <a:gd name="connsiteY3" fmla="*/ 1961906 h 2230928"/>
                  <a:gd name="connsiteX4" fmla="*/ 1859797 w 3719009"/>
                  <a:gd name="connsiteY4" fmla="*/ 2225377 h 2230928"/>
                  <a:gd name="connsiteX5" fmla="*/ 1038387 w 3719009"/>
                  <a:gd name="connsiteY5" fmla="*/ 1884414 h 2230928"/>
                  <a:gd name="connsiteX6" fmla="*/ 0 w 3719009"/>
                  <a:gd name="connsiteY6" fmla="*/ 2178882 h 2230928"/>
                  <a:gd name="connsiteX7" fmla="*/ 309967 w 3719009"/>
                  <a:gd name="connsiteY7" fmla="*/ 1186990 h 2230928"/>
                  <a:gd name="connsiteX0" fmla="*/ 309967 w 3719009"/>
                  <a:gd name="connsiteY0" fmla="*/ 1198008 h 2241946"/>
                  <a:gd name="connsiteX1" fmla="*/ 3425125 w 3719009"/>
                  <a:gd name="connsiteY1" fmla="*/ 1213507 h 2241946"/>
                  <a:gd name="connsiteX2" fmla="*/ 3642101 w 3719009"/>
                  <a:gd name="connsiteY2" fmla="*/ 2112409 h 2241946"/>
                  <a:gd name="connsiteX3" fmla="*/ 2603716 w 3719009"/>
                  <a:gd name="connsiteY3" fmla="*/ 1972924 h 2241946"/>
                  <a:gd name="connsiteX4" fmla="*/ 1859797 w 3719009"/>
                  <a:gd name="connsiteY4" fmla="*/ 2236395 h 2241946"/>
                  <a:gd name="connsiteX5" fmla="*/ 1038387 w 3719009"/>
                  <a:gd name="connsiteY5" fmla="*/ 1895432 h 2241946"/>
                  <a:gd name="connsiteX6" fmla="*/ 0 w 3719009"/>
                  <a:gd name="connsiteY6" fmla="*/ 2189900 h 2241946"/>
                  <a:gd name="connsiteX7" fmla="*/ 309967 w 3719009"/>
                  <a:gd name="connsiteY7" fmla="*/ 1198008 h 2241946"/>
                  <a:gd name="connsiteX0" fmla="*/ 309967 w 3719009"/>
                  <a:gd name="connsiteY0" fmla="*/ 976402 h 2020340"/>
                  <a:gd name="connsiteX1" fmla="*/ 1968285 w 3719009"/>
                  <a:gd name="connsiteY1" fmla="*/ 9 h 2020340"/>
                  <a:gd name="connsiteX2" fmla="*/ 3425125 w 3719009"/>
                  <a:gd name="connsiteY2" fmla="*/ 991901 h 2020340"/>
                  <a:gd name="connsiteX3" fmla="*/ 3642101 w 3719009"/>
                  <a:gd name="connsiteY3" fmla="*/ 1890803 h 2020340"/>
                  <a:gd name="connsiteX4" fmla="*/ 2603716 w 3719009"/>
                  <a:gd name="connsiteY4" fmla="*/ 1751318 h 2020340"/>
                  <a:gd name="connsiteX5" fmla="*/ 1859797 w 3719009"/>
                  <a:gd name="connsiteY5" fmla="*/ 2014789 h 2020340"/>
                  <a:gd name="connsiteX6" fmla="*/ 1038387 w 3719009"/>
                  <a:gd name="connsiteY6" fmla="*/ 1673826 h 2020340"/>
                  <a:gd name="connsiteX7" fmla="*/ 0 w 3719009"/>
                  <a:gd name="connsiteY7" fmla="*/ 1968294 h 2020340"/>
                  <a:gd name="connsiteX8" fmla="*/ 309967 w 3719009"/>
                  <a:gd name="connsiteY8" fmla="*/ 976402 h 2020340"/>
                  <a:gd name="connsiteX0" fmla="*/ 309967 w 3719009"/>
                  <a:gd name="connsiteY0" fmla="*/ 976393 h 2020331"/>
                  <a:gd name="connsiteX1" fmla="*/ 1968285 w 3719009"/>
                  <a:gd name="connsiteY1" fmla="*/ 0 h 2020331"/>
                  <a:gd name="connsiteX2" fmla="*/ 3425125 w 3719009"/>
                  <a:gd name="connsiteY2" fmla="*/ 991892 h 2020331"/>
                  <a:gd name="connsiteX3" fmla="*/ 3642101 w 3719009"/>
                  <a:gd name="connsiteY3" fmla="*/ 1890794 h 2020331"/>
                  <a:gd name="connsiteX4" fmla="*/ 2603716 w 3719009"/>
                  <a:gd name="connsiteY4" fmla="*/ 1751309 h 2020331"/>
                  <a:gd name="connsiteX5" fmla="*/ 1859797 w 3719009"/>
                  <a:gd name="connsiteY5" fmla="*/ 2014780 h 2020331"/>
                  <a:gd name="connsiteX6" fmla="*/ 1038387 w 3719009"/>
                  <a:gd name="connsiteY6" fmla="*/ 1673817 h 2020331"/>
                  <a:gd name="connsiteX7" fmla="*/ 0 w 3719009"/>
                  <a:gd name="connsiteY7" fmla="*/ 1968285 h 2020331"/>
                  <a:gd name="connsiteX8" fmla="*/ 309967 w 3719009"/>
                  <a:gd name="connsiteY8" fmla="*/ 976393 h 2020331"/>
                  <a:gd name="connsiteX0" fmla="*/ 309967 w 3719009"/>
                  <a:gd name="connsiteY0" fmla="*/ 976393 h 2020331"/>
                  <a:gd name="connsiteX1" fmla="*/ 1968285 w 3719009"/>
                  <a:gd name="connsiteY1" fmla="*/ 0 h 2020331"/>
                  <a:gd name="connsiteX2" fmla="*/ 3425125 w 3719009"/>
                  <a:gd name="connsiteY2" fmla="*/ 991892 h 2020331"/>
                  <a:gd name="connsiteX3" fmla="*/ 3642101 w 3719009"/>
                  <a:gd name="connsiteY3" fmla="*/ 1890794 h 2020331"/>
                  <a:gd name="connsiteX4" fmla="*/ 2603716 w 3719009"/>
                  <a:gd name="connsiteY4" fmla="*/ 1751309 h 2020331"/>
                  <a:gd name="connsiteX5" fmla="*/ 1859797 w 3719009"/>
                  <a:gd name="connsiteY5" fmla="*/ 2014780 h 2020331"/>
                  <a:gd name="connsiteX6" fmla="*/ 1038387 w 3719009"/>
                  <a:gd name="connsiteY6" fmla="*/ 1673817 h 2020331"/>
                  <a:gd name="connsiteX7" fmla="*/ 0 w 3719009"/>
                  <a:gd name="connsiteY7" fmla="*/ 1968285 h 2020331"/>
                  <a:gd name="connsiteX8" fmla="*/ 309967 w 3719009"/>
                  <a:gd name="connsiteY8" fmla="*/ 976393 h 2020331"/>
                  <a:gd name="connsiteX0" fmla="*/ 416204 w 3825246"/>
                  <a:gd name="connsiteY0" fmla="*/ 976393 h 2020331"/>
                  <a:gd name="connsiteX1" fmla="*/ 2074522 w 3825246"/>
                  <a:gd name="connsiteY1" fmla="*/ 0 h 2020331"/>
                  <a:gd name="connsiteX2" fmla="*/ 3531362 w 3825246"/>
                  <a:gd name="connsiteY2" fmla="*/ 991892 h 2020331"/>
                  <a:gd name="connsiteX3" fmla="*/ 3748338 w 3825246"/>
                  <a:gd name="connsiteY3" fmla="*/ 1890794 h 2020331"/>
                  <a:gd name="connsiteX4" fmla="*/ 2709953 w 3825246"/>
                  <a:gd name="connsiteY4" fmla="*/ 1751309 h 2020331"/>
                  <a:gd name="connsiteX5" fmla="*/ 1966034 w 3825246"/>
                  <a:gd name="connsiteY5" fmla="*/ 2014780 h 2020331"/>
                  <a:gd name="connsiteX6" fmla="*/ 1144624 w 3825246"/>
                  <a:gd name="connsiteY6" fmla="*/ 1673817 h 2020331"/>
                  <a:gd name="connsiteX7" fmla="*/ 106237 w 3825246"/>
                  <a:gd name="connsiteY7" fmla="*/ 1968285 h 2020331"/>
                  <a:gd name="connsiteX8" fmla="*/ 416204 w 3825246"/>
                  <a:gd name="connsiteY8" fmla="*/ 976393 h 2020331"/>
                  <a:gd name="connsiteX0" fmla="*/ 416204 w 3825246"/>
                  <a:gd name="connsiteY0" fmla="*/ 976393 h 2020331"/>
                  <a:gd name="connsiteX1" fmla="*/ 2074522 w 3825246"/>
                  <a:gd name="connsiteY1" fmla="*/ 0 h 2020331"/>
                  <a:gd name="connsiteX2" fmla="*/ 3531362 w 3825246"/>
                  <a:gd name="connsiteY2" fmla="*/ 991892 h 2020331"/>
                  <a:gd name="connsiteX3" fmla="*/ 3748338 w 3825246"/>
                  <a:gd name="connsiteY3" fmla="*/ 1890794 h 2020331"/>
                  <a:gd name="connsiteX4" fmla="*/ 2709953 w 3825246"/>
                  <a:gd name="connsiteY4" fmla="*/ 1751309 h 2020331"/>
                  <a:gd name="connsiteX5" fmla="*/ 1966034 w 3825246"/>
                  <a:gd name="connsiteY5" fmla="*/ 2014780 h 2020331"/>
                  <a:gd name="connsiteX6" fmla="*/ 1144624 w 3825246"/>
                  <a:gd name="connsiteY6" fmla="*/ 1673817 h 2020331"/>
                  <a:gd name="connsiteX7" fmla="*/ 106237 w 3825246"/>
                  <a:gd name="connsiteY7" fmla="*/ 1968285 h 2020331"/>
                  <a:gd name="connsiteX8" fmla="*/ 416204 w 3825246"/>
                  <a:gd name="connsiteY8" fmla="*/ 97639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767" h="2027825">
                    <a:moveTo>
                      <a:pt x="377005" y="999253"/>
                    </a:moveTo>
                    <a:cubicBezTo>
                      <a:pt x="351949" y="548640"/>
                      <a:pt x="42758" y="52307"/>
                      <a:pt x="2081043" y="0"/>
                    </a:cubicBezTo>
                    <a:cubicBezTo>
                      <a:pt x="3855599" y="111071"/>
                      <a:pt x="3545891" y="577054"/>
                      <a:pt x="3537883" y="991892"/>
                    </a:cubicBezTo>
                    <a:cubicBezTo>
                      <a:pt x="3610208" y="1291526"/>
                      <a:pt x="3992500" y="1622157"/>
                      <a:pt x="3754859" y="1890794"/>
                    </a:cubicBezTo>
                    <a:cubicBezTo>
                      <a:pt x="3392199" y="2106866"/>
                      <a:pt x="3013525" y="1730645"/>
                      <a:pt x="2716474" y="1751309"/>
                    </a:cubicBezTo>
                    <a:cubicBezTo>
                      <a:pt x="2419423" y="1771973"/>
                      <a:pt x="2182944" y="2071478"/>
                      <a:pt x="1903975" y="2022400"/>
                    </a:cubicBezTo>
                    <a:cubicBezTo>
                      <a:pt x="1588843" y="2001736"/>
                      <a:pt x="1466277" y="1694481"/>
                      <a:pt x="1151145" y="1673817"/>
                    </a:cubicBezTo>
                    <a:cubicBezTo>
                      <a:pt x="805016" y="1680533"/>
                      <a:pt x="443647" y="1999669"/>
                      <a:pt x="112758" y="1968285"/>
                    </a:cubicBezTo>
                    <a:cubicBezTo>
                      <a:pt x="-217872" y="1823634"/>
                      <a:pt x="273683" y="1329884"/>
                      <a:pt x="377005" y="999253"/>
                    </a:cubicBezTo>
                    <a:close/>
                  </a:path>
                </a:pathLst>
              </a:custGeom>
              <a:solidFill>
                <a:srgbClr val="FF7F50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4DFED4C-8F23-6E7D-93CD-2C6B70ED1C2B}"/>
                  </a:ext>
                </a:extLst>
              </p:cNvPr>
              <p:cNvSpPr/>
              <p:nvPr/>
            </p:nvSpPr>
            <p:spPr>
              <a:xfrm>
                <a:off x="4541520" y="2217420"/>
                <a:ext cx="2659380" cy="214389"/>
              </a:xfrm>
              <a:custGeom>
                <a:avLst/>
                <a:gdLst>
                  <a:gd name="connsiteX0" fmla="*/ 0 w 2659380"/>
                  <a:gd name="connsiteY0" fmla="*/ 0 h 53340"/>
                  <a:gd name="connsiteX1" fmla="*/ 2659380 w 2659380"/>
                  <a:gd name="connsiteY1" fmla="*/ 53340 h 53340"/>
                  <a:gd name="connsiteX2" fmla="*/ 2659380 w 2659380"/>
                  <a:gd name="connsiteY2" fmla="*/ 53340 h 53340"/>
                  <a:gd name="connsiteX0" fmla="*/ 0 w 2659380"/>
                  <a:gd name="connsiteY0" fmla="*/ 0 h 167520"/>
                  <a:gd name="connsiteX1" fmla="*/ 2659380 w 2659380"/>
                  <a:gd name="connsiteY1" fmla="*/ 53340 h 167520"/>
                  <a:gd name="connsiteX2" fmla="*/ 2659380 w 2659380"/>
                  <a:gd name="connsiteY2" fmla="*/ 53340 h 167520"/>
                  <a:gd name="connsiteX0" fmla="*/ 0 w 2659380"/>
                  <a:gd name="connsiteY0" fmla="*/ 0 h 214389"/>
                  <a:gd name="connsiteX1" fmla="*/ 2659380 w 2659380"/>
                  <a:gd name="connsiteY1" fmla="*/ 53340 h 214389"/>
                  <a:gd name="connsiteX2" fmla="*/ 2659380 w 2659380"/>
                  <a:gd name="connsiteY2" fmla="*/ 53340 h 214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9380" h="214389">
                    <a:moveTo>
                      <a:pt x="0" y="0"/>
                    </a:moveTo>
                    <a:cubicBezTo>
                      <a:pt x="840740" y="353060"/>
                      <a:pt x="1963420" y="195580"/>
                      <a:pt x="2659380" y="53340"/>
                    </a:cubicBezTo>
                    <a:lnTo>
                      <a:pt x="2659380" y="5334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7">
                <a:extLst>
                  <a:ext uri="{FF2B5EF4-FFF2-40B4-BE49-F238E27FC236}">
                    <a16:creationId xmlns:a16="http://schemas.microsoft.com/office/drawing/2014/main" id="{428354EA-11D0-E940-1A19-B7FE30FAEFDD}"/>
                  </a:ext>
                </a:extLst>
              </p:cNvPr>
              <p:cNvSpPr/>
              <p:nvPr/>
            </p:nvSpPr>
            <p:spPr>
              <a:xfrm rot="944388">
                <a:off x="3993882" y="2473233"/>
                <a:ext cx="374652" cy="499106"/>
              </a:xfrm>
              <a:custGeom>
                <a:avLst/>
                <a:gdLst>
                  <a:gd name="connsiteX0" fmla="*/ 0 w 372284"/>
                  <a:gd name="connsiteY0" fmla="*/ 249553 h 499105"/>
                  <a:gd name="connsiteX1" fmla="*/ 186142 w 372284"/>
                  <a:gd name="connsiteY1" fmla="*/ 0 h 499105"/>
                  <a:gd name="connsiteX2" fmla="*/ 372284 w 372284"/>
                  <a:gd name="connsiteY2" fmla="*/ 249553 h 499105"/>
                  <a:gd name="connsiteX3" fmla="*/ 186142 w 372284"/>
                  <a:gd name="connsiteY3" fmla="*/ 499106 h 499105"/>
                  <a:gd name="connsiteX4" fmla="*/ 0 w 372284"/>
                  <a:gd name="connsiteY4" fmla="*/ 249553 h 499105"/>
                  <a:gd name="connsiteX0" fmla="*/ 0 w 374652"/>
                  <a:gd name="connsiteY0" fmla="*/ 249553 h 499106"/>
                  <a:gd name="connsiteX1" fmla="*/ 186142 w 374652"/>
                  <a:gd name="connsiteY1" fmla="*/ 0 h 499106"/>
                  <a:gd name="connsiteX2" fmla="*/ 372284 w 374652"/>
                  <a:gd name="connsiteY2" fmla="*/ 249553 h 499106"/>
                  <a:gd name="connsiteX3" fmla="*/ 186142 w 374652"/>
                  <a:gd name="connsiteY3" fmla="*/ 499106 h 499106"/>
                  <a:gd name="connsiteX4" fmla="*/ 0 w 374652"/>
                  <a:gd name="connsiteY4" fmla="*/ 249553 h 499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652" h="499106">
                    <a:moveTo>
                      <a:pt x="0" y="249553"/>
                    </a:moveTo>
                    <a:cubicBezTo>
                      <a:pt x="0" y="111729"/>
                      <a:pt x="83339" y="0"/>
                      <a:pt x="186142" y="0"/>
                    </a:cubicBezTo>
                    <a:cubicBezTo>
                      <a:pt x="288945" y="0"/>
                      <a:pt x="391647" y="63389"/>
                      <a:pt x="372284" y="249553"/>
                    </a:cubicBezTo>
                    <a:cubicBezTo>
                      <a:pt x="372284" y="387377"/>
                      <a:pt x="288945" y="499106"/>
                      <a:pt x="186142" y="499106"/>
                    </a:cubicBezTo>
                    <a:cubicBezTo>
                      <a:pt x="83339" y="499106"/>
                      <a:pt x="0" y="387377"/>
                      <a:pt x="0" y="24955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7">
                <a:extLst>
                  <a:ext uri="{FF2B5EF4-FFF2-40B4-BE49-F238E27FC236}">
                    <a16:creationId xmlns:a16="http://schemas.microsoft.com/office/drawing/2014/main" id="{D78F432A-F36A-49B1-ACD2-AF6B609F08E3}"/>
                  </a:ext>
                </a:extLst>
              </p:cNvPr>
              <p:cNvSpPr/>
              <p:nvPr/>
            </p:nvSpPr>
            <p:spPr>
              <a:xfrm rot="12354384" flipH="1">
                <a:off x="3706097" y="3518757"/>
                <a:ext cx="374652" cy="499106"/>
              </a:xfrm>
              <a:custGeom>
                <a:avLst/>
                <a:gdLst>
                  <a:gd name="connsiteX0" fmla="*/ 0 w 372284"/>
                  <a:gd name="connsiteY0" fmla="*/ 249553 h 499105"/>
                  <a:gd name="connsiteX1" fmla="*/ 186142 w 372284"/>
                  <a:gd name="connsiteY1" fmla="*/ 0 h 499105"/>
                  <a:gd name="connsiteX2" fmla="*/ 372284 w 372284"/>
                  <a:gd name="connsiteY2" fmla="*/ 249553 h 499105"/>
                  <a:gd name="connsiteX3" fmla="*/ 186142 w 372284"/>
                  <a:gd name="connsiteY3" fmla="*/ 499106 h 499105"/>
                  <a:gd name="connsiteX4" fmla="*/ 0 w 372284"/>
                  <a:gd name="connsiteY4" fmla="*/ 249553 h 499105"/>
                  <a:gd name="connsiteX0" fmla="*/ 0 w 374652"/>
                  <a:gd name="connsiteY0" fmla="*/ 249553 h 499106"/>
                  <a:gd name="connsiteX1" fmla="*/ 186142 w 374652"/>
                  <a:gd name="connsiteY1" fmla="*/ 0 h 499106"/>
                  <a:gd name="connsiteX2" fmla="*/ 372284 w 374652"/>
                  <a:gd name="connsiteY2" fmla="*/ 249553 h 499106"/>
                  <a:gd name="connsiteX3" fmla="*/ 186142 w 374652"/>
                  <a:gd name="connsiteY3" fmla="*/ 499106 h 499106"/>
                  <a:gd name="connsiteX4" fmla="*/ 0 w 374652"/>
                  <a:gd name="connsiteY4" fmla="*/ 249553 h 499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652" h="499106">
                    <a:moveTo>
                      <a:pt x="0" y="249553"/>
                    </a:moveTo>
                    <a:cubicBezTo>
                      <a:pt x="0" y="111729"/>
                      <a:pt x="83339" y="0"/>
                      <a:pt x="186142" y="0"/>
                    </a:cubicBezTo>
                    <a:cubicBezTo>
                      <a:pt x="288945" y="0"/>
                      <a:pt x="391647" y="63389"/>
                      <a:pt x="372284" y="249553"/>
                    </a:cubicBezTo>
                    <a:cubicBezTo>
                      <a:pt x="372284" y="387377"/>
                      <a:pt x="288945" y="499106"/>
                      <a:pt x="186142" y="499106"/>
                    </a:cubicBezTo>
                    <a:cubicBezTo>
                      <a:pt x="83339" y="499106"/>
                      <a:pt x="0" y="387377"/>
                      <a:pt x="0" y="249553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FAD3B88-5EB2-FF69-1A0C-160EB915B351}"/>
              </a:ext>
            </a:extLst>
          </p:cNvPr>
          <p:cNvGrpSpPr/>
          <p:nvPr/>
        </p:nvGrpSpPr>
        <p:grpSpPr>
          <a:xfrm>
            <a:off x="-3621848" y="666856"/>
            <a:ext cx="7035940" cy="5926023"/>
            <a:chOff x="868522" y="573994"/>
            <a:chExt cx="7035940" cy="5926023"/>
          </a:xfrm>
          <a:solidFill>
            <a:schemeClr val="bg1"/>
          </a:solidFill>
        </p:grpSpPr>
        <p:sp>
          <p:nvSpPr>
            <p:cNvPr id="89" name="Rectangle 11">
              <a:extLst>
                <a:ext uri="{FF2B5EF4-FFF2-40B4-BE49-F238E27FC236}">
                  <a16:creationId xmlns:a16="http://schemas.microsoft.com/office/drawing/2014/main" id="{7580E939-E68B-A2B4-09ED-375F5E30643C}"/>
                </a:ext>
              </a:extLst>
            </p:cNvPr>
            <p:cNvSpPr/>
            <p:nvPr/>
          </p:nvSpPr>
          <p:spPr>
            <a:xfrm>
              <a:off x="2303291" y="5187527"/>
              <a:ext cx="990067" cy="595579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595579">
                  <a:moveTo>
                    <a:pt x="1849" y="180976"/>
                  </a:moveTo>
                  <a:lnTo>
                    <a:pt x="951967" y="0"/>
                  </a:lnTo>
                  <a:lnTo>
                    <a:pt x="990067" y="115094"/>
                  </a:lnTo>
                  <a:cubicBezTo>
                    <a:pt x="755117" y="159544"/>
                    <a:pt x="596367" y="304006"/>
                    <a:pt x="285217" y="248444"/>
                  </a:cubicBezTo>
                  <a:cubicBezTo>
                    <a:pt x="419361" y="723637"/>
                    <a:pt x="-32283" y="720196"/>
                    <a:pt x="1849" y="180976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11">
              <a:extLst>
                <a:ext uri="{FF2B5EF4-FFF2-40B4-BE49-F238E27FC236}">
                  <a16:creationId xmlns:a16="http://schemas.microsoft.com/office/drawing/2014/main" id="{5B51088F-656C-6B76-416B-4FF3020FE52F}"/>
                </a:ext>
              </a:extLst>
            </p:cNvPr>
            <p:cNvSpPr/>
            <p:nvPr/>
          </p:nvSpPr>
          <p:spPr>
            <a:xfrm rot="16896686">
              <a:off x="3135753" y="5306243"/>
              <a:ext cx="990067" cy="658972"/>
            </a:xfrm>
            <a:custGeom>
              <a:avLst/>
              <a:gdLst>
                <a:gd name="connsiteX0" fmla="*/ 0 w 914400"/>
                <a:gd name="connsiteY0" fmla="*/ 0 h 203200"/>
                <a:gd name="connsiteX1" fmla="*/ 914400 w 914400"/>
                <a:gd name="connsiteY1" fmla="*/ 0 h 203200"/>
                <a:gd name="connsiteX2" fmla="*/ 914400 w 914400"/>
                <a:gd name="connsiteY2" fmla="*/ 203200 h 203200"/>
                <a:gd name="connsiteX3" fmla="*/ 0 w 914400"/>
                <a:gd name="connsiteY3" fmla="*/ 203200 h 203200"/>
                <a:gd name="connsiteX4" fmla="*/ 0 w 914400"/>
                <a:gd name="connsiteY4" fmla="*/ 0 h 203200"/>
                <a:gd name="connsiteX0" fmla="*/ 0 w 914400"/>
                <a:gd name="connsiteY0" fmla="*/ 0 h 224631"/>
                <a:gd name="connsiteX1" fmla="*/ 914400 w 914400"/>
                <a:gd name="connsiteY1" fmla="*/ 0 h 224631"/>
                <a:gd name="connsiteX2" fmla="*/ 914400 w 914400"/>
                <a:gd name="connsiteY2" fmla="*/ 203200 h 224631"/>
                <a:gd name="connsiteX3" fmla="*/ 238125 w 914400"/>
                <a:gd name="connsiteY3" fmla="*/ 224631 h 224631"/>
                <a:gd name="connsiteX4" fmla="*/ 0 w 914400"/>
                <a:gd name="connsiteY4" fmla="*/ 0 h 224631"/>
                <a:gd name="connsiteX0" fmla="*/ 0 w 959643"/>
                <a:gd name="connsiteY0" fmla="*/ 157163 h 224631"/>
                <a:gd name="connsiteX1" fmla="*/ 959643 w 959643"/>
                <a:gd name="connsiteY1" fmla="*/ 0 h 224631"/>
                <a:gd name="connsiteX2" fmla="*/ 959643 w 959643"/>
                <a:gd name="connsiteY2" fmla="*/ 203200 h 224631"/>
                <a:gd name="connsiteX3" fmla="*/ 283368 w 959643"/>
                <a:gd name="connsiteY3" fmla="*/ 224631 h 224631"/>
                <a:gd name="connsiteX4" fmla="*/ 0 w 959643"/>
                <a:gd name="connsiteY4" fmla="*/ 157163 h 224631"/>
                <a:gd name="connsiteX0" fmla="*/ 0 w 959643"/>
                <a:gd name="connsiteY0" fmla="*/ 180976 h 248444"/>
                <a:gd name="connsiteX1" fmla="*/ 950118 w 959643"/>
                <a:gd name="connsiteY1" fmla="*/ 0 h 248444"/>
                <a:gd name="connsiteX2" fmla="*/ 959643 w 959643"/>
                <a:gd name="connsiteY2" fmla="*/ 227013 h 248444"/>
                <a:gd name="connsiteX3" fmla="*/ 283368 w 959643"/>
                <a:gd name="connsiteY3" fmla="*/ 248444 h 248444"/>
                <a:gd name="connsiteX4" fmla="*/ 0 w 959643"/>
                <a:gd name="connsiteY4" fmla="*/ 180976 h 248444"/>
                <a:gd name="connsiteX0" fmla="*/ 0 w 988218"/>
                <a:gd name="connsiteY0" fmla="*/ 180976 h 248444"/>
                <a:gd name="connsiteX1" fmla="*/ 950118 w 988218"/>
                <a:gd name="connsiteY1" fmla="*/ 0 h 248444"/>
                <a:gd name="connsiteX2" fmla="*/ 988218 w 988218"/>
                <a:gd name="connsiteY2" fmla="*/ 115094 h 248444"/>
                <a:gd name="connsiteX3" fmla="*/ 283368 w 988218"/>
                <a:gd name="connsiteY3" fmla="*/ 248444 h 248444"/>
                <a:gd name="connsiteX4" fmla="*/ 0 w 988218"/>
                <a:gd name="connsiteY4" fmla="*/ 180976 h 248444"/>
                <a:gd name="connsiteX0" fmla="*/ 0 w 988218"/>
                <a:gd name="connsiteY0" fmla="*/ 180976 h 260983"/>
                <a:gd name="connsiteX1" fmla="*/ 950118 w 988218"/>
                <a:gd name="connsiteY1" fmla="*/ 0 h 260983"/>
                <a:gd name="connsiteX2" fmla="*/ 988218 w 988218"/>
                <a:gd name="connsiteY2" fmla="*/ 115094 h 260983"/>
                <a:gd name="connsiteX3" fmla="*/ 283368 w 988218"/>
                <a:gd name="connsiteY3" fmla="*/ 248444 h 260983"/>
                <a:gd name="connsiteX4" fmla="*/ 0 w 988218"/>
                <a:gd name="connsiteY4" fmla="*/ 180976 h 260983"/>
                <a:gd name="connsiteX0" fmla="*/ 3519 w 991737"/>
                <a:gd name="connsiteY0" fmla="*/ 180976 h 433874"/>
                <a:gd name="connsiteX1" fmla="*/ 953637 w 991737"/>
                <a:gd name="connsiteY1" fmla="*/ 0 h 433874"/>
                <a:gd name="connsiteX2" fmla="*/ 991737 w 991737"/>
                <a:gd name="connsiteY2" fmla="*/ 115094 h 433874"/>
                <a:gd name="connsiteX3" fmla="*/ 286887 w 991737"/>
                <a:gd name="connsiteY3" fmla="*/ 248444 h 433874"/>
                <a:gd name="connsiteX4" fmla="*/ 3519 w 991737"/>
                <a:gd name="connsiteY4" fmla="*/ 180976 h 433874"/>
                <a:gd name="connsiteX0" fmla="*/ 1849 w 990067"/>
                <a:gd name="connsiteY0" fmla="*/ 180976 h 595579"/>
                <a:gd name="connsiteX1" fmla="*/ 951967 w 990067"/>
                <a:gd name="connsiteY1" fmla="*/ 0 h 595579"/>
                <a:gd name="connsiteX2" fmla="*/ 990067 w 990067"/>
                <a:gd name="connsiteY2" fmla="*/ 115094 h 595579"/>
                <a:gd name="connsiteX3" fmla="*/ 285217 w 990067"/>
                <a:gd name="connsiteY3" fmla="*/ 248444 h 595579"/>
                <a:gd name="connsiteX4" fmla="*/ 1849 w 990067"/>
                <a:gd name="connsiteY4" fmla="*/ 180976 h 595579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  <a:gd name="connsiteX0" fmla="*/ 1849 w 990067"/>
                <a:gd name="connsiteY0" fmla="*/ 244369 h 658972"/>
                <a:gd name="connsiteX1" fmla="*/ 929217 w 990067"/>
                <a:gd name="connsiteY1" fmla="*/ 0 h 658972"/>
                <a:gd name="connsiteX2" fmla="*/ 990067 w 990067"/>
                <a:gd name="connsiteY2" fmla="*/ 178487 h 658972"/>
                <a:gd name="connsiteX3" fmla="*/ 285217 w 990067"/>
                <a:gd name="connsiteY3" fmla="*/ 311837 h 658972"/>
                <a:gd name="connsiteX4" fmla="*/ 1849 w 990067"/>
                <a:gd name="connsiteY4" fmla="*/ 244369 h 6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0067" h="658972">
                  <a:moveTo>
                    <a:pt x="1849" y="244369"/>
                  </a:moveTo>
                  <a:lnTo>
                    <a:pt x="929217" y="0"/>
                  </a:lnTo>
                  <a:lnTo>
                    <a:pt x="990067" y="178487"/>
                  </a:lnTo>
                  <a:cubicBezTo>
                    <a:pt x="755117" y="222937"/>
                    <a:pt x="549205" y="279850"/>
                    <a:pt x="285217" y="311837"/>
                  </a:cubicBezTo>
                  <a:cubicBezTo>
                    <a:pt x="419361" y="787030"/>
                    <a:pt x="-32283" y="783589"/>
                    <a:pt x="1849" y="244369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E1C47EC-DCC7-0E5F-81D5-C3867CBBA432}"/>
                </a:ext>
              </a:extLst>
            </p:cNvPr>
            <p:cNvGrpSpPr/>
            <p:nvPr/>
          </p:nvGrpSpPr>
          <p:grpSpPr>
            <a:xfrm flipH="1">
              <a:off x="3782825" y="3135330"/>
              <a:ext cx="1434170" cy="1821427"/>
              <a:chOff x="1969722" y="3425409"/>
              <a:chExt cx="1205650" cy="1531201"/>
            </a:xfrm>
            <a:grpFill/>
          </p:grpSpPr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88859364-88F2-A028-532B-7DB923B19CAB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71260CE9-1047-8642-33C3-2F5AC3A06546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E5539B40-DECE-EED7-3D39-180F9CFAB419}"/>
                </a:ext>
              </a:extLst>
            </p:cNvPr>
            <p:cNvGrpSpPr/>
            <p:nvPr/>
          </p:nvGrpSpPr>
          <p:grpSpPr>
            <a:xfrm>
              <a:off x="1274022" y="3156400"/>
              <a:ext cx="1434170" cy="1821427"/>
              <a:chOff x="1969722" y="3425409"/>
              <a:chExt cx="1205650" cy="1531201"/>
            </a:xfrm>
            <a:grpFill/>
          </p:grpSpPr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07CF3434-FE4A-8CE2-8DEF-2368FABE98CE}"/>
                  </a:ext>
                </a:extLst>
              </p:cNvPr>
              <p:cNvSpPr/>
              <p:nvPr/>
            </p:nvSpPr>
            <p:spPr>
              <a:xfrm rot="19150760">
                <a:off x="2041611" y="405822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13C4E6F4-545A-C763-9772-B518194A058F}"/>
                  </a:ext>
                </a:extLst>
              </p:cNvPr>
              <p:cNvSpPr/>
              <p:nvPr/>
            </p:nvSpPr>
            <p:spPr>
              <a:xfrm rot="381509">
                <a:off x="1969722" y="3425409"/>
                <a:ext cx="1133761" cy="898381"/>
              </a:xfrm>
              <a:prstGeom prst="ellipse">
                <a:avLst/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93" name="Rectangle 24">
              <a:extLst>
                <a:ext uri="{FF2B5EF4-FFF2-40B4-BE49-F238E27FC236}">
                  <a16:creationId xmlns:a16="http://schemas.microsoft.com/office/drawing/2014/main" id="{5CFFCAB6-9400-A6C3-A046-A1A6B3DEAA17}"/>
                </a:ext>
              </a:extLst>
            </p:cNvPr>
            <p:cNvSpPr/>
            <p:nvPr/>
          </p:nvSpPr>
          <p:spPr>
            <a:xfrm>
              <a:off x="2039157" y="2980491"/>
              <a:ext cx="2487136" cy="2353475"/>
            </a:xfrm>
            <a:custGeom>
              <a:avLst/>
              <a:gdLst>
                <a:gd name="connsiteX0" fmla="*/ 0 w 799686"/>
                <a:gd name="connsiteY0" fmla="*/ 0 h 708473"/>
                <a:gd name="connsiteX1" fmla="*/ 799686 w 799686"/>
                <a:gd name="connsiteY1" fmla="*/ 0 h 708473"/>
                <a:gd name="connsiteX2" fmla="*/ 799686 w 799686"/>
                <a:gd name="connsiteY2" fmla="*/ 708473 h 708473"/>
                <a:gd name="connsiteX3" fmla="*/ 0 w 799686"/>
                <a:gd name="connsiteY3" fmla="*/ 708473 h 708473"/>
                <a:gd name="connsiteX4" fmla="*/ 0 w 799686"/>
                <a:gd name="connsiteY4" fmla="*/ 0 h 708473"/>
                <a:gd name="connsiteX0" fmla="*/ 0 w 799686"/>
                <a:gd name="connsiteY0" fmla="*/ 0 h 1051373"/>
                <a:gd name="connsiteX1" fmla="*/ 799686 w 799686"/>
                <a:gd name="connsiteY1" fmla="*/ 0 h 1051373"/>
                <a:gd name="connsiteX2" fmla="*/ 799686 w 799686"/>
                <a:gd name="connsiteY2" fmla="*/ 708473 h 1051373"/>
                <a:gd name="connsiteX3" fmla="*/ 88900 w 799686"/>
                <a:gd name="connsiteY3" fmla="*/ 1051373 h 1051373"/>
                <a:gd name="connsiteX4" fmla="*/ 0 w 799686"/>
                <a:gd name="connsiteY4" fmla="*/ 0 h 1051373"/>
                <a:gd name="connsiteX0" fmla="*/ 0 w 1269586"/>
                <a:gd name="connsiteY0" fmla="*/ 0 h 1813373"/>
                <a:gd name="connsiteX1" fmla="*/ 1269586 w 1269586"/>
                <a:gd name="connsiteY1" fmla="*/ 762000 h 1813373"/>
                <a:gd name="connsiteX2" fmla="*/ 1269586 w 1269586"/>
                <a:gd name="connsiteY2" fmla="*/ 1470473 h 1813373"/>
                <a:gd name="connsiteX3" fmla="*/ 558800 w 1269586"/>
                <a:gd name="connsiteY3" fmla="*/ 1813373 h 1813373"/>
                <a:gd name="connsiteX4" fmla="*/ 0 w 1269586"/>
                <a:gd name="connsiteY4" fmla="*/ 0 h 18133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1269586 w 1320386"/>
                <a:gd name="connsiteY2" fmla="*/ 1610173 h 1953073"/>
                <a:gd name="connsiteX3" fmla="*/ 558800 w 1320386"/>
                <a:gd name="connsiteY3" fmla="*/ 1953073 h 1953073"/>
                <a:gd name="connsiteX4" fmla="*/ 0 w 1320386"/>
                <a:gd name="connsiteY4" fmla="*/ 139700 h 1953073"/>
                <a:gd name="connsiteX0" fmla="*/ 0 w 1320386"/>
                <a:gd name="connsiteY0" fmla="*/ 139700 h 1953073"/>
                <a:gd name="connsiteX1" fmla="*/ 1320386 w 1320386"/>
                <a:gd name="connsiteY1" fmla="*/ 0 h 1953073"/>
                <a:gd name="connsiteX2" fmla="*/ 558800 w 1320386"/>
                <a:gd name="connsiteY2" fmla="*/ 1953073 h 1953073"/>
                <a:gd name="connsiteX3" fmla="*/ 0 w 1320386"/>
                <a:gd name="connsiteY3" fmla="*/ 139700 h 1953073"/>
                <a:gd name="connsiteX0" fmla="*/ 0 w 1589232"/>
                <a:gd name="connsiteY0" fmla="*/ 139700 h 1953073"/>
                <a:gd name="connsiteX1" fmla="*/ 1320386 w 1589232"/>
                <a:gd name="connsiteY1" fmla="*/ 0 h 1953073"/>
                <a:gd name="connsiteX2" fmla="*/ 558800 w 1589232"/>
                <a:gd name="connsiteY2" fmla="*/ 1953073 h 1953073"/>
                <a:gd name="connsiteX3" fmla="*/ 0 w 1589232"/>
                <a:gd name="connsiteY3" fmla="*/ 139700 h 1953073"/>
                <a:gd name="connsiteX0" fmla="*/ 499635 w 2088867"/>
                <a:gd name="connsiteY0" fmla="*/ 139700 h 1953073"/>
                <a:gd name="connsiteX1" fmla="*/ 1820021 w 2088867"/>
                <a:gd name="connsiteY1" fmla="*/ 0 h 1953073"/>
                <a:gd name="connsiteX2" fmla="*/ 1058435 w 2088867"/>
                <a:gd name="connsiteY2" fmla="*/ 1953073 h 1953073"/>
                <a:gd name="connsiteX3" fmla="*/ 499635 w 2088867"/>
                <a:gd name="connsiteY3" fmla="*/ 139700 h 1953073"/>
                <a:gd name="connsiteX0" fmla="*/ 520808 w 2110040"/>
                <a:gd name="connsiteY0" fmla="*/ 139700 h 1953073"/>
                <a:gd name="connsiteX1" fmla="*/ 1841194 w 2110040"/>
                <a:gd name="connsiteY1" fmla="*/ 0 h 1953073"/>
                <a:gd name="connsiteX2" fmla="*/ 1079608 w 2110040"/>
                <a:gd name="connsiteY2" fmla="*/ 1953073 h 1953073"/>
                <a:gd name="connsiteX3" fmla="*/ 520808 w 2110040"/>
                <a:gd name="connsiteY3" fmla="*/ 139700 h 1953073"/>
                <a:gd name="connsiteX0" fmla="*/ 356377 w 1945609"/>
                <a:gd name="connsiteY0" fmla="*/ 139700 h 1953073"/>
                <a:gd name="connsiteX1" fmla="*/ 1676763 w 1945609"/>
                <a:gd name="connsiteY1" fmla="*/ 0 h 1953073"/>
                <a:gd name="connsiteX2" fmla="*/ 915177 w 1945609"/>
                <a:gd name="connsiteY2" fmla="*/ 1953073 h 1953073"/>
                <a:gd name="connsiteX3" fmla="*/ 356377 w 1945609"/>
                <a:gd name="connsiteY3" fmla="*/ 139700 h 1953073"/>
                <a:gd name="connsiteX0" fmla="*/ 421865 w 2011097"/>
                <a:gd name="connsiteY0" fmla="*/ 139700 h 1953073"/>
                <a:gd name="connsiteX1" fmla="*/ 1742251 w 2011097"/>
                <a:gd name="connsiteY1" fmla="*/ 0 h 1953073"/>
                <a:gd name="connsiteX2" fmla="*/ 980665 w 2011097"/>
                <a:gd name="connsiteY2" fmla="*/ 1953073 h 1953073"/>
                <a:gd name="connsiteX3" fmla="*/ 421865 w 2011097"/>
                <a:gd name="connsiteY3" fmla="*/ 139700 h 1953073"/>
                <a:gd name="connsiteX0" fmla="*/ 432822 w 2022054"/>
                <a:gd name="connsiteY0" fmla="*/ 139700 h 1953073"/>
                <a:gd name="connsiteX1" fmla="*/ 1753208 w 2022054"/>
                <a:gd name="connsiteY1" fmla="*/ 0 h 1953073"/>
                <a:gd name="connsiteX2" fmla="*/ 991622 w 2022054"/>
                <a:gd name="connsiteY2" fmla="*/ 1953073 h 1953073"/>
                <a:gd name="connsiteX3" fmla="*/ 432822 w 2022054"/>
                <a:gd name="connsiteY3" fmla="*/ 139700 h 1953073"/>
                <a:gd name="connsiteX0" fmla="*/ 384320 w 2049752"/>
                <a:gd name="connsiteY0" fmla="*/ 63500 h 1953073"/>
                <a:gd name="connsiteX1" fmla="*/ 1780906 w 2049752"/>
                <a:gd name="connsiteY1" fmla="*/ 0 h 1953073"/>
                <a:gd name="connsiteX2" fmla="*/ 1019320 w 2049752"/>
                <a:gd name="connsiteY2" fmla="*/ 1953073 h 1953073"/>
                <a:gd name="connsiteX3" fmla="*/ 384320 w 2049752"/>
                <a:gd name="connsiteY3" fmla="*/ 63500 h 1953073"/>
                <a:gd name="connsiteX0" fmla="*/ 384320 w 2069519"/>
                <a:gd name="connsiteY0" fmla="*/ 88900 h 1978473"/>
                <a:gd name="connsiteX1" fmla="*/ 1831706 w 2069519"/>
                <a:gd name="connsiteY1" fmla="*/ 0 h 1978473"/>
                <a:gd name="connsiteX2" fmla="*/ 1019320 w 2069519"/>
                <a:gd name="connsiteY2" fmla="*/ 1978473 h 1978473"/>
                <a:gd name="connsiteX3" fmla="*/ 384320 w 2069519"/>
                <a:gd name="connsiteY3" fmla="*/ 88900 h 1978473"/>
                <a:gd name="connsiteX0" fmla="*/ 384320 w 2090836"/>
                <a:gd name="connsiteY0" fmla="*/ 88900 h 1978473"/>
                <a:gd name="connsiteX1" fmla="*/ 1831706 w 2090836"/>
                <a:gd name="connsiteY1" fmla="*/ 0 h 1978473"/>
                <a:gd name="connsiteX2" fmla="*/ 1019320 w 2090836"/>
                <a:gd name="connsiteY2" fmla="*/ 1978473 h 1978473"/>
                <a:gd name="connsiteX3" fmla="*/ 384320 w 2090836"/>
                <a:gd name="connsiteY3" fmla="*/ 88900 h 1978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0836" h="1978473">
                  <a:moveTo>
                    <a:pt x="384320" y="88900"/>
                  </a:moveTo>
                  <a:lnTo>
                    <a:pt x="1831706" y="0"/>
                  </a:lnTo>
                  <a:cubicBezTo>
                    <a:pt x="1577844" y="651024"/>
                    <a:pt x="3000382" y="1276649"/>
                    <a:pt x="1019320" y="1978473"/>
                  </a:cubicBezTo>
                  <a:cubicBezTo>
                    <a:pt x="-894147" y="1386715"/>
                    <a:pt x="494387" y="363158"/>
                    <a:pt x="384320" y="8890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393163C0-AC7B-1E1E-75B8-4CF3FB727E42}"/>
                </a:ext>
              </a:extLst>
            </p:cNvPr>
            <p:cNvGrpSpPr/>
            <p:nvPr/>
          </p:nvGrpSpPr>
          <p:grpSpPr>
            <a:xfrm rot="20306421">
              <a:off x="868522" y="573994"/>
              <a:ext cx="4279878" cy="3076627"/>
              <a:chOff x="1152535" y="787844"/>
              <a:chExt cx="4279878" cy="3076627"/>
            </a:xfrm>
            <a:grpFill/>
          </p:grpSpPr>
          <p:sp>
            <p:nvSpPr>
              <p:cNvPr id="102" name="Rectangle 8">
                <a:extLst>
                  <a:ext uri="{FF2B5EF4-FFF2-40B4-BE49-F238E27FC236}">
                    <a16:creationId xmlns:a16="http://schemas.microsoft.com/office/drawing/2014/main" id="{7FD72E75-CBCD-C343-1056-B95B6604ED92}"/>
                  </a:ext>
                </a:extLst>
              </p:cNvPr>
              <p:cNvSpPr/>
              <p:nvPr/>
            </p:nvSpPr>
            <p:spPr>
              <a:xfrm>
                <a:off x="1497100" y="787844"/>
                <a:ext cx="3573875" cy="3076627"/>
              </a:xfrm>
              <a:custGeom>
                <a:avLst/>
                <a:gdLst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2057400 w 2057400"/>
                  <a:gd name="connsiteY2" fmla="*/ 647700 h 647700"/>
                  <a:gd name="connsiteX3" fmla="*/ 0 w 2057400"/>
                  <a:gd name="connsiteY3" fmla="*/ 647700 h 647700"/>
                  <a:gd name="connsiteX4" fmla="*/ 0 w 2057400"/>
                  <a:gd name="connsiteY4" fmla="*/ 0 h 647700"/>
                  <a:gd name="connsiteX0" fmla="*/ 0 w 2057400"/>
                  <a:gd name="connsiteY0" fmla="*/ 0 h 647700"/>
                  <a:gd name="connsiteX1" fmla="*/ 2057400 w 2057400"/>
                  <a:gd name="connsiteY1" fmla="*/ 0 h 647700"/>
                  <a:gd name="connsiteX2" fmla="*/ 0 w 2057400"/>
                  <a:gd name="connsiteY2" fmla="*/ 647700 h 647700"/>
                  <a:gd name="connsiteX3" fmla="*/ 0 w 2057400"/>
                  <a:gd name="connsiteY3" fmla="*/ 0 h 647700"/>
                  <a:gd name="connsiteX0" fmla="*/ 0 w 2222500"/>
                  <a:gd name="connsiteY0" fmla="*/ 0 h 647700"/>
                  <a:gd name="connsiteX1" fmla="*/ 2222500 w 2222500"/>
                  <a:gd name="connsiteY1" fmla="*/ 482600 h 647700"/>
                  <a:gd name="connsiteX2" fmla="*/ 0 w 2222500"/>
                  <a:gd name="connsiteY2" fmla="*/ 647700 h 647700"/>
                  <a:gd name="connsiteX3" fmla="*/ 0 w 2222500"/>
                  <a:gd name="connsiteY3" fmla="*/ 0 h 647700"/>
                  <a:gd name="connsiteX0" fmla="*/ 0 w 2222500"/>
                  <a:gd name="connsiteY0" fmla="*/ 0 h 840315"/>
                  <a:gd name="connsiteX1" fmla="*/ 2222500 w 2222500"/>
                  <a:gd name="connsiteY1" fmla="*/ 482600 h 840315"/>
                  <a:gd name="connsiteX2" fmla="*/ 0 w 2222500"/>
                  <a:gd name="connsiteY2" fmla="*/ 647700 h 840315"/>
                  <a:gd name="connsiteX3" fmla="*/ 0 w 2222500"/>
                  <a:gd name="connsiteY3" fmla="*/ 0 h 840315"/>
                  <a:gd name="connsiteX0" fmla="*/ 723900 w 2946400"/>
                  <a:gd name="connsiteY0" fmla="*/ 0 h 824792"/>
                  <a:gd name="connsiteX1" fmla="*/ 2946400 w 2946400"/>
                  <a:gd name="connsiteY1" fmla="*/ 482600 h 824792"/>
                  <a:gd name="connsiteX2" fmla="*/ 0 w 2946400"/>
                  <a:gd name="connsiteY2" fmla="*/ 596900 h 824792"/>
                  <a:gd name="connsiteX3" fmla="*/ 723900 w 2946400"/>
                  <a:gd name="connsiteY3" fmla="*/ 0 h 824792"/>
                  <a:gd name="connsiteX0" fmla="*/ 723900 w 2946400"/>
                  <a:gd name="connsiteY0" fmla="*/ 0 h 1205947"/>
                  <a:gd name="connsiteX1" fmla="*/ 2946400 w 2946400"/>
                  <a:gd name="connsiteY1" fmla="*/ 482600 h 1205947"/>
                  <a:gd name="connsiteX2" fmla="*/ 0 w 2946400"/>
                  <a:gd name="connsiteY2" fmla="*/ 596900 h 1205947"/>
                  <a:gd name="connsiteX3" fmla="*/ 723900 w 2946400"/>
                  <a:gd name="connsiteY3" fmla="*/ 0 h 1205947"/>
                  <a:gd name="connsiteX0" fmla="*/ 723900 w 2946423"/>
                  <a:gd name="connsiteY0" fmla="*/ 0 h 1218081"/>
                  <a:gd name="connsiteX1" fmla="*/ 2946400 w 2946423"/>
                  <a:gd name="connsiteY1" fmla="*/ 482600 h 1218081"/>
                  <a:gd name="connsiteX2" fmla="*/ 0 w 2946423"/>
                  <a:gd name="connsiteY2" fmla="*/ 596900 h 1218081"/>
                  <a:gd name="connsiteX3" fmla="*/ 723900 w 2946423"/>
                  <a:gd name="connsiteY3" fmla="*/ 0 h 1218081"/>
                  <a:gd name="connsiteX0" fmla="*/ 0 w 2946423"/>
                  <a:gd name="connsiteY0" fmla="*/ 114300 h 735481"/>
                  <a:gd name="connsiteX1" fmla="*/ 2946400 w 2946423"/>
                  <a:gd name="connsiteY1" fmla="*/ 0 h 735481"/>
                  <a:gd name="connsiteX2" fmla="*/ 0 w 2946423"/>
                  <a:gd name="connsiteY2" fmla="*/ 114300 h 735481"/>
                  <a:gd name="connsiteX0" fmla="*/ 27 w 2946450"/>
                  <a:gd name="connsiteY0" fmla="*/ 1545489 h 2166670"/>
                  <a:gd name="connsiteX1" fmla="*/ 2946427 w 2946450"/>
                  <a:gd name="connsiteY1" fmla="*/ 1431189 h 2166670"/>
                  <a:gd name="connsiteX2" fmla="*/ 27 w 2946450"/>
                  <a:gd name="connsiteY2" fmla="*/ 1545489 h 2166670"/>
                  <a:gd name="connsiteX0" fmla="*/ 16 w 3015713"/>
                  <a:gd name="connsiteY0" fmla="*/ 2044822 h 2666003"/>
                  <a:gd name="connsiteX1" fmla="*/ 2946416 w 3015713"/>
                  <a:gd name="connsiteY1" fmla="*/ 1930522 h 2666003"/>
                  <a:gd name="connsiteX2" fmla="*/ 16 w 3015713"/>
                  <a:gd name="connsiteY2" fmla="*/ 2044822 h 2666003"/>
                  <a:gd name="connsiteX0" fmla="*/ 11809 w 3023631"/>
                  <a:gd name="connsiteY0" fmla="*/ 1918700 h 2539881"/>
                  <a:gd name="connsiteX1" fmla="*/ 2958209 w 3023631"/>
                  <a:gd name="connsiteY1" fmla="*/ 1804400 h 2539881"/>
                  <a:gd name="connsiteX2" fmla="*/ 11809 w 3023631"/>
                  <a:gd name="connsiteY2" fmla="*/ 1918700 h 2539881"/>
                  <a:gd name="connsiteX0" fmla="*/ 11589 w 3038485"/>
                  <a:gd name="connsiteY0" fmla="*/ 1978139 h 2599320"/>
                  <a:gd name="connsiteX1" fmla="*/ 2957989 w 3038485"/>
                  <a:gd name="connsiteY1" fmla="*/ 1863839 h 2599320"/>
                  <a:gd name="connsiteX2" fmla="*/ 11589 w 3038485"/>
                  <a:gd name="connsiteY2" fmla="*/ 1978139 h 2599320"/>
                  <a:gd name="connsiteX0" fmla="*/ 11480 w 3075773"/>
                  <a:gd name="connsiteY0" fmla="*/ 1978139 h 2599320"/>
                  <a:gd name="connsiteX1" fmla="*/ 2995980 w 3075773"/>
                  <a:gd name="connsiteY1" fmla="*/ 1863839 h 2599320"/>
                  <a:gd name="connsiteX2" fmla="*/ 11480 w 3075773"/>
                  <a:gd name="connsiteY2" fmla="*/ 1978139 h 2599320"/>
                  <a:gd name="connsiteX0" fmla="*/ 12565 w 3018177"/>
                  <a:gd name="connsiteY0" fmla="*/ 1973844 h 2595025"/>
                  <a:gd name="connsiteX1" fmla="*/ 2997065 w 3018177"/>
                  <a:gd name="connsiteY1" fmla="*/ 1859544 h 2595025"/>
                  <a:gd name="connsiteX2" fmla="*/ 12565 w 3018177"/>
                  <a:gd name="connsiteY2" fmla="*/ 1973844 h 2595025"/>
                  <a:gd name="connsiteX0" fmla="*/ 12524 w 3019686"/>
                  <a:gd name="connsiteY0" fmla="*/ 2087884 h 2709065"/>
                  <a:gd name="connsiteX1" fmla="*/ 2997024 w 3019686"/>
                  <a:gd name="connsiteY1" fmla="*/ 1973584 h 2709065"/>
                  <a:gd name="connsiteX2" fmla="*/ 12524 w 3019686"/>
                  <a:gd name="connsiteY2" fmla="*/ 2087884 h 2709065"/>
                  <a:gd name="connsiteX0" fmla="*/ 11347 w 3018584"/>
                  <a:gd name="connsiteY0" fmla="*/ 1949183 h 2570364"/>
                  <a:gd name="connsiteX1" fmla="*/ 2995847 w 3018584"/>
                  <a:gd name="connsiteY1" fmla="*/ 1834883 h 2570364"/>
                  <a:gd name="connsiteX2" fmla="*/ 11347 w 3018584"/>
                  <a:gd name="connsiteY2" fmla="*/ 1949183 h 2570364"/>
                  <a:gd name="connsiteX0" fmla="*/ 11415 w 2996562"/>
                  <a:gd name="connsiteY0" fmla="*/ 1949183 h 2570364"/>
                  <a:gd name="connsiteX1" fmla="*/ 2973690 w 2996562"/>
                  <a:gd name="connsiteY1" fmla="*/ 1834883 h 2570364"/>
                  <a:gd name="connsiteX2" fmla="*/ 11415 w 2996562"/>
                  <a:gd name="connsiteY2" fmla="*/ 1949183 h 2570364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15 w 2996562"/>
                  <a:gd name="connsiteY0" fmla="*/ 1949183 h 2588913"/>
                  <a:gd name="connsiteX1" fmla="*/ 2973690 w 2996562"/>
                  <a:gd name="connsiteY1" fmla="*/ 1834883 h 2588913"/>
                  <a:gd name="connsiteX2" fmla="*/ 11415 w 2996562"/>
                  <a:gd name="connsiteY2" fmla="*/ 1949183 h 2588913"/>
                  <a:gd name="connsiteX0" fmla="*/ 11454 w 2983978"/>
                  <a:gd name="connsiteY0" fmla="*/ 1924976 h 2585410"/>
                  <a:gd name="connsiteX1" fmla="*/ 2961029 w 2983978"/>
                  <a:gd name="connsiteY1" fmla="*/ 1861476 h 2585410"/>
                  <a:gd name="connsiteX2" fmla="*/ 11454 w 2983978"/>
                  <a:gd name="connsiteY2" fmla="*/ 1924976 h 2585410"/>
                  <a:gd name="connsiteX0" fmla="*/ 11454 w 2983978"/>
                  <a:gd name="connsiteY0" fmla="*/ 1924976 h 2619551"/>
                  <a:gd name="connsiteX1" fmla="*/ 2961029 w 2983978"/>
                  <a:gd name="connsiteY1" fmla="*/ 1861476 h 2619551"/>
                  <a:gd name="connsiteX2" fmla="*/ 11454 w 2983978"/>
                  <a:gd name="connsiteY2" fmla="*/ 1924976 h 2619551"/>
                  <a:gd name="connsiteX0" fmla="*/ 18254 w 2990383"/>
                  <a:gd name="connsiteY0" fmla="*/ 1924976 h 2619551"/>
                  <a:gd name="connsiteX1" fmla="*/ 2967829 w 2990383"/>
                  <a:gd name="connsiteY1" fmla="*/ 1861476 h 2619551"/>
                  <a:gd name="connsiteX2" fmla="*/ 18254 w 2990383"/>
                  <a:gd name="connsiteY2" fmla="*/ 1924976 h 2619551"/>
                  <a:gd name="connsiteX0" fmla="*/ 32932 w 3004414"/>
                  <a:gd name="connsiteY0" fmla="*/ 1891823 h 2586398"/>
                  <a:gd name="connsiteX1" fmla="*/ 2982507 w 3004414"/>
                  <a:gd name="connsiteY1" fmla="*/ 1828323 h 2586398"/>
                  <a:gd name="connsiteX2" fmla="*/ 32932 w 3004414"/>
                  <a:gd name="connsiteY2" fmla="*/ 1891823 h 25863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04414" h="2586398">
                    <a:moveTo>
                      <a:pt x="32932" y="1891823"/>
                    </a:moveTo>
                    <a:cubicBezTo>
                      <a:pt x="-385110" y="-791052"/>
                      <a:pt x="3321174" y="-444977"/>
                      <a:pt x="2982507" y="1828323"/>
                    </a:cubicBezTo>
                    <a:cubicBezTo>
                      <a:pt x="2990974" y="2594556"/>
                      <a:pt x="430865" y="3030590"/>
                      <a:pt x="32932" y="1891823"/>
                    </a:cubicBezTo>
                    <a:close/>
                  </a:path>
                </a:pathLst>
              </a:cu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C12C82D2-589C-FE08-759E-81C2C172BCD8}"/>
                  </a:ext>
                </a:extLst>
              </p:cNvPr>
              <p:cNvSpPr/>
              <p:nvPr/>
            </p:nvSpPr>
            <p:spPr>
              <a:xfrm>
                <a:off x="1152535" y="979848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Arc 103">
                <a:extLst>
                  <a:ext uri="{FF2B5EF4-FFF2-40B4-BE49-F238E27FC236}">
                    <a16:creationId xmlns:a16="http://schemas.microsoft.com/office/drawing/2014/main" id="{B2EAB169-8549-2634-2F69-55E180947196}"/>
                  </a:ext>
                </a:extLst>
              </p:cNvPr>
              <p:cNvSpPr/>
              <p:nvPr/>
            </p:nvSpPr>
            <p:spPr>
              <a:xfrm rot="9500543">
                <a:off x="3090274" y="2939371"/>
                <a:ext cx="374365" cy="374365"/>
              </a:xfrm>
              <a:prstGeom prst="arc">
                <a:avLst>
                  <a:gd name="adj1" fmla="val 12939651"/>
                  <a:gd name="adj2" fmla="val 0"/>
                </a:avLst>
              </a:prstGeom>
              <a:grp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28D6FAB0-0A09-059C-290A-85C81195D76C}"/>
                  </a:ext>
                </a:extLst>
              </p:cNvPr>
              <p:cNvGrpSpPr/>
              <p:nvPr/>
            </p:nvGrpSpPr>
            <p:grpSpPr>
              <a:xfrm>
                <a:off x="2122532" y="1951358"/>
                <a:ext cx="801031" cy="985036"/>
                <a:chOff x="2788371" y="2413698"/>
                <a:chExt cx="673395" cy="828081"/>
              </a:xfrm>
              <a:grpFill/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5D013A83-F557-0A3F-9A1A-1A19CD180A81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48F6E76D-D2EC-CA46-C0B8-E3ED48E404BE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Oval 118">
                    <a:extLst>
                      <a:ext uri="{FF2B5EF4-FFF2-40B4-BE49-F238E27FC236}">
                        <a16:creationId xmlns:a16="http://schemas.microsoft.com/office/drawing/2014/main" id="{1B3A9E34-080F-2AB1-F49D-797325B515C9}"/>
                      </a:ext>
                    </a:extLst>
                  </p:cNvPr>
                  <p:cNvSpPr/>
                  <p:nvPr/>
                </p:nvSpPr>
                <p:spPr>
                  <a:xfrm>
                    <a:off x="3003335" y="2773414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733A837B-FE74-FA94-F619-B57723487F28}"/>
                      </a:ext>
                    </a:extLst>
                  </p:cNvPr>
                  <p:cNvSpPr/>
                  <p:nvPr/>
                </p:nvSpPr>
                <p:spPr>
                  <a:xfrm>
                    <a:off x="3197013" y="2995024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" name="Freeform: Shape 120">
                    <a:extLst>
                      <a:ext uri="{FF2B5EF4-FFF2-40B4-BE49-F238E27FC236}">
                        <a16:creationId xmlns:a16="http://schemas.microsoft.com/office/drawing/2014/main" id="{1E4C7A7D-1401-CC9C-6AB2-AE0F3832FC59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" name="Freeform: Shape 121">
                    <a:extLst>
                      <a:ext uri="{FF2B5EF4-FFF2-40B4-BE49-F238E27FC236}">
                        <a16:creationId xmlns:a16="http://schemas.microsoft.com/office/drawing/2014/main" id="{D0CE99E1-AC2D-EB50-C999-C98C7E20F020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3" name="Freeform: Shape 122">
                    <a:extLst>
                      <a:ext uri="{FF2B5EF4-FFF2-40B4-BE49-F238E27FC236}">
                        <a16:creationId xmlns:a16="http://schemas.microsoft.com/office/drawing/2014/main" id="{A245C80B-A5EE-AE63-C9B1-C4DB374111A5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17" name="Arc 116">
                  <a:extLst>
                    <a:ext uri="{FF2B5EF4-FFF2-40B4-BE49-F238E27FC236}">
                      <a16:creationId xmlns:a16="http://schemas.microsoft.com/office/drawing/2014/main" id="{B1146F97-44FA-94B4-760D-F42383266170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8B0F9C1C-F44C-50E8-8AA0-8E94371D1192}"/>
                  </a:ext>
                </a:extLst>
              </p:cNvPr>
              <p:cNvSpPr/>
              <p:nvPr/>
            </p:nvSpPr>
            <p:spPr>
              <a:xfrm flipH="1">
                <a:off x="4298604" y="905350"/>
                <a:ext cx="1133809" cy="654790"/>
              </a:xfrm>
              <a:custGeom>
                <a:avLst/>
                <a:gdLst>
                  <a:gd name="connsiteX0" fmla="*/ 937911 w 937911"/>
                  <a:gd name="connsiteY0" fmla="*/ 187796 h 368174"/>
                  <a:gd name="connsiteX1" fmla="*/ 38751 w 937911"/>
                  <a:gd name="connsiteY1" fmla="*/ 4916 h 368174"/>
                  <a:gd name="connsiteX2" fmla="*/ 175911 w 937911"/>
                  <a:gd name="connsiteY2" fmla="*/ 363056 h 368174"/>
                  <a:gd name="connsiteX3" fmla="*/ 290211 w 937911"/>
                  <a:gd name="connsiteY3" fmla="*/ 225896 h 368174"/>
                  <a:gd name="connsiteX4" fmla="*/ 290211 w 937911"/>
                  <a:gd name="connsiteY4" fmla="*/ 225896 h 368174"/>
                  <a:gd name="connsiteX0" fmla="*/ 937911 w 937911"/>
                  <a:gd name="connsiteY0" fmla="*/ 382122 h 562500"/>
                  <a:gd name="connsiteX1" fmla="*/ 38751 w 937911"/>
                  <a:gd name="connsiteY1" fmla="*/ 199242 h 562500"/>
                  <a:gd name="connsiteX2" fmla="*/ 175911 w 937911"/>
                  <a:gd name="connsiteY2" fmla="*/ 557382 h 562500"/>
                  <a:gd name="connsiteX3" fmla="*/ 290211 w 937911"/>
                  <a:gd name="connsiteY3" fmla="*/ 420222 h 562500"/>
                  <a:gd name="connsiteX4" fmla="*/ 290211 w 937911"/>
                  <a:gd name="connsiteY4" fmla="*/ 420222 h 562500"/>
                  <a:gd name="connsiteX0" fmla="*/ 921422 w 921422"/>
                  <a:gd name="connsiteY0" fmla="*/ 375383 h 413483"/>
                  <a:gd name="connsiteX1" fmla="*/ 22262 w 921422"/>
                  <a:gd name="connsiteY1" fmla="*/ 192503 h 413483"/>
                  <a:gd name="connsiteX2" fmla="*/ 273722 w 921422"/>
                  <a:gd name="connsiteY2" fmla="*/ 413483 h 413483"/>
                  <a:gd name="connsiteX3" fmla="*/ 273722 w 921422"/>
                  <a:gd name="connsiteY3" fmla="*/ 413483 h 413483"/>
                  <a:gd name="connsiteX0" fmla="*/ 647700 w 647700"/>
                  <a:gd name="connsiteY0" fmla="*/ 0 h 38100"/>
                  <a:gd name="connsiteX1" fmla="*/ 0 w 647700"/>
                  <a:gd name="connsiteY1" fmla="*/ 38100 h 38100"/>
                  <a:gd name="connsiteX2" fmla="*/ 0 w 647700"/>
                  <a:gd name="connsiteY2" fmla="*/ 38100 h 38100"/>
                  <a:gd name="connsiteX0" fmla="*/ 647700 w 647700"/>
                  <a:gd name="connsiteY0" fmla="*/ 326124 h 364224"/>
                  <a:gd name="connsiteX1" fmla="*/ 0 w 647700"/>
                  <a:gd name="connsiteY1" fmla="*/ 364224 h 364224"/>
                  <a:gd name="connsiteX2" fmla="*/ 0 w 647700"/>
                  <a:gd name="connsiteY2" fmla="*/ 364224 h 364224"/>
                  <a:gd name="connsiteX0" fmla="*/ 965829 w 965829"/>
                  <a:gd name="connsiteY0" fmla="*/ 357539 h 395639"/>
                  <a:gd name="connsiteX1" fmla="*/ 318129 w 965829"/>
                  <a:gd name="connsiteY1" fmla="*/ 395639 h 395639"/>
                  <a:gd name="connsiteX2" fmla="*/ 318129 w 965829"/>
                  <a:gd name="connsiteY2" fmla="*/ 395639 h 395639"/>
                  <a:gd name="connsiteX0" fmla="*/ 896079 w 896079"/>
                  <a:gd name="connsiteY0" fmla="*/ 220021 h 440721"/>
                  <a:gd name="connsiteX1" fmla="*/ 248379 w 896079"/>
                  <a:gd name="connsiteY1" fmla="*/ 258121 h 440721"/>
                  <a:gd name="connsiteX2" fmla="*/ 248379 w 896079"/>
                  <a:gd name="connsiteY2" fmla="*/ 258121 h 440721"/>
                  <a:gd name="connsiteX0" fmla="*/ 1002900 w 1002900"/>
                  <a:gd name="connsiteY0" fmla="*/ 392324 h 580405"/>
                  <a:gd name="connsiteX1" fmla="*/ 355200 w 1002900"/>
                  <a:gd name="connsiteY1" fmla="*/ 430424 h 580405"/>
                  <a:gd name="connsiteX2" fmla="*/ 355200 w 1002900"/>
                  <a:gd name="connsiteY2" fmla="*/ 430424 h 580405"/>
                  <a:gd name="connsiteX0" fmla="*/ 909269 w 909269"/>
                  <a:gd name="connsiteY0" fmla="*/ 367355 h 622662"/>
                  <a:gd name="connsiteX1" fmla="*/ 261569 w 909269"/>
                  <a:gd name="connsiteY1" fmla="*/ 405455 h 622662"/>
                  <a:gd name="connsiteX2" fmla="*/ 261569 w 909269"/>
                  <a:gd name="connsiteY2" fmla="*/ 405455 h 622662"/>
                  <a:gd name="connsiteX0" fmla="*/ 1002084 w 1002084"/>
                  <a:gd name="connsiteY0" fmla="*/ 392436 h 642891"/>
                  <a:gd name="connsiteX1" fmla="*/ 354384 w 1002084"/>
                  <a:gd name="connsiteY1" fmla="*/ 430536 h 642891"/>
                  <a:gd name="connsiteX2" fmla="*/ 354384 w 1002084"/>
                  <a:gd name="connsiteY2" fmla="*/ 430536 h 642891"/>
                  <a:gd name="connsiteX0" fmla="*/ 992747 w 992747"/>
                  <a:gd name="connsiteY0" fmla="*/ 411629 h 611271"/>
                  <a:gd name="connsiteX1" fmla="*/ 345047 w 992747"/>
                  <a:gd name="connsiteY1" fmla="*/ 449729 h 611271"/>
                  <a:gd name="connsiteX2" fmla="*/ 345047 w 992747"/>
                  <a:gd name="connsiteY2" fmla="*/ 449729 h 611271"/>
                  <a:gd name="connsiteX0" fmla="*/ 953148 w 953148"/>
                  <a:gd name="connsiteY0" fmla="*/ 338491 h 550456"/>
                  <a:gd name="connsiteX1" fmla="*/ 305448 w 953148"/>
                  <a:gd name="connsiteY1" fmla="*/ 376591 h 550456"/>
                  <a:gd name="connsiteX2" fmla="*/ 305448 w 953148"/>
                  <a:gd name="connsiteY2" fmla="*/ 376591 h 550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3148" h="550456">
                    <a:moveTo>
                      <a:pt x="953148" y="338491"/>
                    </a:moveTo>
                    <a:cubicBezTo>
                      <a:pt x="-291452" y="-715609"/>
                      <a:pt x="-95872" y="1095411"/>
                      <a:pt x="305448" y="376591"/>
                    </a:cubicBezTo>
                    <a:lnTo>
                      <a:pt x="305448" y="376591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EC9E5096-6E74-3B1E-CB01-E1316DB7EFB5}"/>
                  </a:ext>
                </a:extLst>
              </p:cNvPr>
              <p:cNvGrpSpPr/>
              <p:nvPr/>
            </p:nvGrpSpPr>
            <p:grpSpPr>
              <a:xfrm flipH="1">
                <a:off x="3618443" y="1959288"/>
                <a:ext cx="801031" cy="985036"/>
                <a:chOff x="2788371" y="2413698"/>
                <a:chExt cx="673395" cy="828081"/>
              </a:xfrm>
              <a:grpFill/>
            </p:grpSpPr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4D7D2858-C507-6989-8378-EF938609858C}"/>
                    </a:ext>
                  </a:extLst>
                </p:cNvPr>
                <p:cNvGrpSpPr/>
                <p:nvPr/>
              </p:nvGrpSpPr>
              <p:grpSpPr>
                <a:xfrm>
                  <a:off x="2788371" y="2649802"/>
                  <a:ext cx="673395" cy="591977"/>
                  <a:chOff x="2788371" y="2649802"/>
                  <a:chExt cx="673395" cy="591977"/>
                </a:xfrm>
                <a:grpFill/>
              </p:grpSpPr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A008BCA8-B042-3914-A82F-C13253D5C82A}"/>
                      </a:ext>
                    </a:extLst>
                  </p:cNvPr>
                  <p:cNvSpPr/>
                  <p:nvPr/>
                </p:nvSpPr>
                <p:spPr>
                  <a:xfrm>
                    <a:off x="2869789" y="2649802"/>
                    <a:ext cx="591977" cy="59197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C82A125F-EA17-4835-4676-274E6FE71E8F}"/>
                      </a:ext>
                    </a:extLst>
                  </p:cNvPr>
                  <p:cNvSpPr/>
                  <p:nvPr/>
                </p:nvSpPr>
                <p:spPr>
                  <a:xfrm>
                    <a:off x="3088412" y="2760492"/>
                    <a:ext cx="235165" cy="235165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Oval 111">
                    <a:extLst>
                      <a:ext uri="{FF2B5EF4-FFF2-40B4-BE49-F238E27FC236}">
                        <a16:creationId xmlns:a16="http://schemas.microsoft.com/office/drawing/2014/main" id="{551B1505-0E26-CF36-8236-AA78E08DEB10}"/>
                      </a:ext>
                    </a:extLst>
                  </p:cNvPr>
                  <p:cNvSpPr/>
                  <p:nvPr/>
                </p:nvSpPr>
                <p:spPr>
                  <a:xfrm>
                    <a:off x="2983650" y="2984939"/>
                    <a:ext cx="137167" cy="137167"/>
                  </a:xfrm>
                  <a:prstGeom prst="ellipse">
                    <a:avLst/>
                  </a:pr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7356B5C7-7B15-BD23-646D-F22097D58321}"/>
                      </a:ext>
                    </a:extLst>
                  </p:cNvPr>
                  <p:cNvSpPr/>
                  <p:nvPr/>
                </p:nvSpPr>
                <p:spPr>
                  <a:xfrm>
                    <a:off x="2819399" y="309562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4" name="Freeform: Shape 113">
                    <a:extLst>
                      <a:ext uri="{FF2B5EF4-FFF2-40B4-BE49-F238E27FC236}">
                        <a16:creationId xmlns:a16="http://schemas.microsoft.com/office/drawing/2014/main" id="{36C24386-4862-9902-C37C-D3D3B6397DB3}"/>
                      </a:ext>
                    </a:extLst>
                  </p:cNvPr>
                  <p:cNvSpPr/>
                  <p:nvPr/>
                </p:nvSpPr>
                <p:spPr>
                  <a:xfrm>
                    <a:off x="2796740" y="3018505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Freeform: Shape 114">
                    <a:extLst>
                      <a:ext uri="{FF2B5EF4-FFF2-40B4-BE49-F238E27FC236}">
                        <a16:creationId xmlns:a16="http://schemas.microsoft.com/office/drawing/2014/main" id="{88141C43-7404-D060-73A9-1CE0B9F0B504}"/>
                      </a:ext>
                    </a:extLst>
                  </p:cNvPr>
                  <p:cNvSpPr/>
                  <p:nvPr/>
                </p:nvSpPr>
                <p:spPr>
                  <a:xfrm rot="1872416">
                    <a:off x="2788371" y="2943707"/>
                    <a:ext cx="98425" cy="22174"/>
                  </a:xfrm>
                  <a:custGeom>
                    <a:avLst/>
                    <a:gdLst>
                      <a:gd name="connsiteX0" fmla="*/ 76200 w 76200"/>
                      <a:gd name="connsiteY0" fmla="*/ 0 h 19050"/>
                      <a:gd name="connsiteX1" fmla="*/ 0 w 76200"/>
                      <a:gd name="connsiteY1" fmla="*/ 19050 h 19050"/>
                      <a:gd name="connsiteX2" fmla="*/ 0 w 76200"/>
                      <a:gd name="connsiteY2" fmla="*/ 19050 h 19050"/>
                      <a:gd name="connsiteX0" fmla="*/ 98425 w 98425"/>
                      <a:gd name="connsiteY0" fmla="*/ 0 h 19050"/>
                      <a:gd name="connsiteX1" fmla="*/ 22225 w 98425"/>
                      <a:gd name="connsiteY1" fmla="*/ 19050 h 19050"/>
                      <a:gd name="connsiteX2" fmla="*/ 0 w 98425"/>
                      <a:gd name="connsiteY2" fmla="*/ 9525 h 19050"/>
                      <a:gd name="connsiteX0" fmla="*/ 98425 w 98425"/>
                      <a:gd name="connsiteY0" fmla="*/ 0 h 9525"/>
                      <a:gd name="connsiteX1" fmla="*/ 0 w 98425"/>
                      <a:gd name="connsiteY1" fmla="*/ 9525 h 9525"/>
                      <a:gd name="connsiteX0" fmla="*/ 10000 w 10000"/>
                      <a:gd name="connsiteY0" fmla="*/ 0 h 18813"/>
                      <a:gd name="connsiteX1" fmla="*/ 0 w 10000"/>
                      <a:gd name="connsiteY1" fmla="*/ 10000 h 18813"/>
                      <a:gd name="connsiteX0" fmla="*/ 10000 w 10000"/>
                      <a:gd name="connsiteY0" fmla="*/ 0 h 23280"/>
                      <a:gd name="connsiteX1" fmla="*/ 0 w 10000"/>
                      <a:gd name="connsiteY1" fmla="*/ 10000 h 232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00" h="23280">
                        <a:moveTo>
                          <a:pt x="10000" y="0"/>
                        </a:moveTo>
                        <a:cubicBezTo>
                          <a:pt x="6990" y="23334"/>
                          <a:pt x="3978" y="33333"/>
                          <a:pt x="0" y="10000"/>
                        </a:cubicBezTo>
                      </a:path>
                    </a:pathLst>
                  </a:custGeom>
                  <a:grp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109" name="Arc 108">
                  <a:extLst>
                    <a:ext uri="{FF2B5EF4-FFF2-40B4-BE49-F238E27FC236}">
                      <a16:creationId xmlns:a16="http://schemas.microsoft.com/office/drawing/2014/main" id="{483604A0-B763-1F58-AC45-B9B0CE0B06D3}"/>
                    </a:ext>
                  </a:extLst>
                </p:cNvPr>
                <p:cNvSpPr/>
                <p:nvPr/>
              </p:nvSpPr>
              <p:spPr>
                <a:xfrm rot="18311906">
                  <a:off x="2956478" y="2413698"/>
                  <a:ext cx="314714" cy="314714"/>
                </a:xfrm>
                <a:prstGeom prst="arc">
                  <a:avLst>
                    <a:gd name="adj1" fmla="val 14674233"/>
                    <a:gd name="adj2" fmla="val 0"/>
                  </a:avLst>
                </a:prstGeom>
                <a:grpFill/>
                <a:ln w="38100" cap="flat" cmpd="sng" algn="ctr">
                  <a:solidFill>
                    <a:sysClr val="windowText" lastClr="000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1BEEFD17-89A9-B63E-F177-6165B73421EF}"/>
                </a:ext>
              </a:extLst>
            </p:cNvPr>
            <p:cNvSpPr/>
            <p:nvPr/>
          </p:nvSpPr>
          <p:spPr>
            <a:xfrm>
              <a:off x="2039157" y="3871562"/>
              <a:ext cx="2487136" cy="870335"/>
            </a:xfrm>
            <a:custGeom>
              <a:avLst/>
              <a:gdLst>
                <a:gd name="connsiteX0" fmla="*/ 85313 w 2090836"/>
                <a:gd name="connsiteY0" fmla="*/ 0 h 731656"/>
                <a:gd name="connsiteX1" fmla="*/ 103638 w 2090836"/>
                <a:gd name="connsiteY1" fmla="*/ 13227 h 731656"/>
                <a:gd name="connsiteX2" fmla="*/ 1901708 w 2090836"/>
                <a:gd name="connsiteY2" fmla="*/ 98568 h 731656"/>
                <a:gd name="connsiteX3" fmla="*/ 2012822 w 2090836"/>
                <a:gd name="connsiteY3" fmla="*/ 45877 h 731656"/>
                <a:gd name="connsiteX4" fmla="*/ 2035732 w 2090836"/>
                <a:gd name="connsiteY4" fmla="*/ 101169 h 731656"/>
                <a:gd name="connsiteX5" fmla="*/ 2089158 w 2090836"/>
                <a:gd name="connsiteY5" fmla="*/ 406818 h 731656"/>
                <a:gd name="connsiteX6" fmla="*/ 2082082 w 2090836"/>
                <a:gd name="connsiteY6" fmla="*/ 454530 h 731656"/>
                <a:gd name="connsiteX7" fmla="*/ 2061872 w 2090836"/>
                <a:gd name="connsiteY7" fmla="*/ 462605 h 731656"/>
                <a:gd name="connsiteX8" fmla="*/ 100105 w 2090836"/>
                <a:gd name="connsiteY8" fmla="*/ 467357 h 731656"/>
                <a:gd name="connsiteX9" fmla="*/ 3394 w 2090836"/>
                <a:gd name="connsiteY9" fmla="*/ 410264 h 731656"/>
                <a:gd name="connsiteX10" fmla="*/ 293 w 2090836"/>
                <a:gd name="connsiteY10" fmla="*/ 375443 h 731656"/>
                <a:gd name="connsiteX11" fmla="*/ 70262 w 2090836"/>
                <a:gd name="connsiteY11" fmla="*/ 32997 h 731656"/>
                <a:gd name="connsiteX12" fmla="*/ 85313 w 2090836"/>
                <a:gd name="connsiteY12" fmla="*/ 0 h 731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090836" h="731656">
                  <a:moveTo>
                    <a:pt x="85313" y="0"/>
                  </a:moveTo>
                  <a:lnTo>
                    <a:pt x="103638" y="13227"/>
                  </a:lnTo>
                  <a:cubicBezTo>
                    <a:pt x="624258" y="359537"/>
                    <a:pt x="1237831" y="390353"/>
                    <a:pt x="1901708" y="98568"/>
                  </a:cubicBezTo>
                  <a:lnTo>
                    <a:pt x="2012822" y="45877"/>
                  </a:lnTo>
                  <a:lnTo>
                    <a:pt x="2035732" y="101169"/>
                  </a:lnTo>
                  <a:cubicBezTo>
                    <a:pt x="2073333" y="202458"/>
                    <a:pt x="2097601" y="304211"/>
                    <a:pt x="2089158" y="406818"/>
                  </a:cubicBezTo>
                  <a:lnTo>
                    <a:pt x="2082082" y="454530"/>
                  </a:lnTo>
                  <a:lnTo>
                    <a:pt x="2061872" y="462605"/>
                  </a:lnTo>
                  <a:cubicBezTo>
                    <a:pt x="1621195" y="644809"/>
                    <a:pt x="981489" y="961521"/>
                    <a:pt x="100105" y="467357"/>
                  </a:cubicBezTo>
                  <a:lnTo>
                    <a:pt x="3394" y="410264"/>
                  </a:lnTo>
                  <a:lnTo>
                    <a:pt x="293" y="375443"/>
                  </a:lnTo>
                  <a:cubicBezTo>
                    <a:pt x="-3282" y="258620"/>
                    <a:pt x="26146" y="142970"/>
                    <a:pt x="70262" y="32997"/>
                  </a:cubicBezTo>
                  <a:lnTo>
                    <a:pt x="85313" y="0"/>
                  </a:ln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5344C8B3-94E8-1EC7-B4F0-33FD8CA716A8}"/>
                </a:ext>
              </a:extLst>
            </p:cNvPr>
            <p:cNvGrpSpPr/>
            <p:nvPr/>
          </p:nvGrpSpPr>
          <p:grpSpPr>
            <a:xfrm>
              <a:off x="3706097" y="1439889"/>
              <a:ext cx="4198365" cy="5060128"/>
              <a:chOff x="3706097" y="1439889"/>
              <a:chExt cx="4198365" cy="5060128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22ADBFAF-3F4B-BAB0-D77C-2D46D6479BC5}"/>
                  </a:ext>
                </a:extLst>
              </p:cNvPr>
              <p:cNvSpPr/>
              <p:nvPr/>
            </p:nvSpPr>
            <p:spPr>
              <a:xfrm>
                <a:off x="3809082" y="2738121"/>
                <a:ext cx="4095380" cy="3761896"/>
              </a:xfrm>
              <a:custGeom>
                <a:avLst/>
                <a:gdLst>
                  <a:gd name="connsiteX0" fmla="*/ 0 w 1511300"/>
                  <a:gd name="connsiteY0" fmla="*/ 0 h 843280"/>
                  <a:gd name="connsiteX1" fmla="*/ 1511300 w 1511300"/>
                  <a:gd name="connsiteY1" fmla="*/ 0 h 843280"/>
                  <a:gd name="connsiteX2" fmla="*/ 1511300 w 1511300"/>
                  <a:gd name="connsiteY2" fmla="*/ 843280 h 843280"/>
                  <a:gd name="connsiteX3" fmla="*/ 0 w 1511300"/>
                  <a:gd name="connsiteY3" fmla="*/ 843280 h 843280"/>
                  <a:gd name="connsiteX4" fmla="*/ 0 w 1511300"/>
                  <a:gd name="connsiteY4" fmla="*/ 0 h 843280"/>
                  <a:gd name="connsiteX0" fmla="*/ 0 w 2946400"/>
                  <a:gd name="connsiteY0" fmla="*/ 0 h 3967480"/>
                  <a:gd name="connsiteX1" fmla="*/ 1511300 w 2946400"/>
                  <a:gd name="connsiteY1" fmla="*/ 0 h 3967480"/>
                  <a:gd name="connsiteX2" fmla="*/ 2946400 w 2946400"/>
                  <a:gd name="connsiteY2" fmla="*/ 3967480 h 3967480"/>
                  <a:gd name="connsiteX3" fmla="*/ 0 w 2946400"/>
                  <a:gd name="connsiteY3" fmla="*/ 843280 h 3967480"/>
                  <a:gd name="connsiteX4" fmla="*/ 0 w 2946400"/>
                  <a:gd name="connsiteY4" fmla="*/ 0 h 3967480"/>
                  <a:gd name="connsiteX0" fmla="*/ 88900 w 3035300"/>
                  <a:gd name="connsiteY0" fmla="*/ 0 h 3967480"/>
                  <a:gd name="connsiteX1" fmla="*/ 1600200 w 3035300"/>
                  <a:gd name="connsiteY1" fmla="*/ 0 h 3967480"/>
                  <a:gd name="connsiteX2" fmla="*/ 3035300 w 3035300"/>
                  <a:gd name="connsiteY2" fmla="*/ 3967480 h 3967480"/>
                  <a:gd name="connsiteX3" fmla="*/ 0 w 3035300"/>
                  <a:gd name="connsiteY3" fmla="*/ 3954780 h 3967480"/>
                  <a:gd name="connsiteX4" fmla="*/ 88900 w 3035300"/>
                  <a:gd name="connsiteY4" fmla="*/ 0 h 3967480"/>
                  <a:gd name="connsiteX0" fmla="*/ 0 w 3060700"/>
                  <a:gd name="connsiteY0" fmla="*/ 520700 h 3967480"/>
                  <a:gd name="connsiteX1" fmla="*/ 1625600 w 3060700"/>
                  <a:gd name="connsiteY1" fmla="*/ 0 h 3967480"/>
                  <a:gd name="connsiteX2" fmla="*/ 3060700 w 3060700"/>
                  <a:gd name="connsiteY2" fmla="*/ 3967480 h 3967480"/>
                  <a:gd name="connsiteX3" fmla="*/ 25400 w 3060700"/>
                  <a:gd name="connsiteY3" fmla="*/ 3954780 h 3967480"/>
                  <a:gd name="connsiteX4" fmla="*/ 0 w 3060700"/>
                  <a:gd name="connsiteY4" fmla="*/ 520700 h 3967480"/>
                  <a:gd name="connsiteX0" fmla="*/ 0 w 3111500"/>
                  <a:gd name="connsiteY0" fmla="*/ 0 h 3446780"/>
                  <a:gd name="connsiteX1" fmla="*/ 3111500 w 3111500"/>
                  <a:gd name="connsiteY1" fmla="*/ 50800 h 3446780"/>
                  <a:gd name="connsiteX2" fmla="*/ 3060700 w 3111500"/>
                  <a:gd name="connsiteY2" fmla="*/ 3446780 h 3446780"/>
                  <a:gd name="connsiteX3" fmla="*/ 25400 w 3111500"/>
                  <a:gd name="connsiteY3" fmla="*/ 3434080 h 3446780"/>
                  <a:gd name="connsiteX4" fmla="*/ 0 w 3111500"/>
                  <a:gd name="connsiteY4" fmla="*/ 0 h 3446780"/>
                  <a:gd name="connsiteX0" fmla="*/ 0 w 3388399"/>
                  <a:gd name="connsiteY0" fmla="*/ 0 h 3446780"/>
                  <a:gd name="connsiteX1" fmla="*/ 3111500 w 3388399"/>
                  <a:gd name="connsiteY1" fmla="*/ 50800 h 3446780"/>
                  <a:gd name="connsiteX2" fmla="*/ 3060700 w 3388399"/>
                  <a:gd name="connsiteY2" fmla="*/ 3446780 h 3446780"/>
                  <a:gd name="connsiteX3" fmla="*/ 25400 w 3388399"/>
                  <a:gd name="connsiteY3" fmla="*/ 3434080 h 3446780"/>
                  <a:gd name="connsiteX4" fmla="*/ 0 w 3388399"/>
                  <a:gd name="connsiteY4" fmla="*/ 0 h 3446780"/>
                  <a:gd name="connsiteX0" fmla="*/ 0 w 3322842"/>
                  <a:gd name="connsiteY0" fmla="*/ 0 h 3446780"/>
                  <a:gd name="connsiteX1" fmla="*/ 3022600 w 3322842"/>
                  <a:gd name="connsiteY1" fmla="*/ 50800 h 3446780"/>
                  <a:gd name="connsiteX2" fmla="*/ 3060700 w 3322842"/>
                  <a:gd name="connsiteY2" fmla="*/ 3446780 h 3446780"/>
                  <a:gd name="connsiteX3" fmla="*/ 25400 w 3322842"/>
                  <a:gd name="connsiteY3" fmla="*/ 3434080 h 3446780"/>
                  <a:gd name="connsiteX4" fmla="*/ 0 w 3322842"/>
                  <a:gd name="connsiteY4" fmla="*/ 0 h 3446780"/>
                  <a:gd name="connsiteX0" fmla="*/ 0 w 3309055"/>
                  <a:gd name="connsiteY0" fmla="*/ 0 h 3446780"/>
                  <a:gd name="connsiteX1" fmla="*/ 3022600 w 3309055"/>
                  <a:gd name="connsiteY1" fmla="*/ 50800 h 3446780"/>
                  <a:gd name="connsiteX2" fmla="*/ 3009900 w 3309055"/>
                  <a:gd name="connsiteY2" fmla="*/ 3446780 h 3446780"/>
                  <a:gd name="connsiteX3" fmla="*/ 25400 w 3309055"/>
                  <a:gd name="connsiteY3" fmla="*/ 3434080 h 3446780"/>
                  <a:gd name="connsiteX4" fmla="*/ 0 w 3309055"/>
                  <a:gd name="connsiteY4" fmla="*/ 0 h 3446780"/>
                  <a:gd name="connsiteX0" fmla="*/ 0 w 3575349"/>
                  <a:gd name="connsiteY0" fmla="*/ 0 h 3446780"/>
                  <a:gd name="connsiteX1" fmla="*/ 3022600 w 3575349"/>
                  <a:gd name="connsiteY1" fmla="*/ 50800 h 3446780"/>
                  <a:gd name="connsiteX2" fmla="*/ 3009900 w 3575349"/>
                  <a:gd name="connsiteY2" fmla="*/ 3446780 h 3446780"/>
                  <a:gd name="connsiteX3" fmla="*/ 25400 w 3575349"/>
                  <a:gd name="connsiteY3" fmla="*/ 3434080 h 3446780"/>
                  <a:gd name="connsiteX4" fmla="*/ 0 w 3575349"/>
                  <a:gd name="connsiteY4" fmla="*/ 0 h 3446780"/>
                  <a:gd name="connsiteX0" fmla="*/ 352843 w 3928192"/>
                  <a:gd name="connsiteY0" fmla="*/ 0 h 3446780"/>
                  <a:gd name="connsiteX1" fmla="*/ 3375443 w 3928192"/>
                  <a:gd name="connsiteY1" fmla="*/ 50800 h 3446780"/>
                  <a:gd name="connsiteX2" fmla="*/ 3362743 w 3928192"/>
                  <a:gd name="connsiteY2" fmla="*/ 3446780 h 3446780"/>
                  <a:gd name="connsiteX3" fmla="*/ 378243 w 3928192"/>
                  <a:gd name="connsiteY3" fmla="*/ 3434080 h 3446780"/>
                  <a:gd name="connsiteX4" fmla="*/ 352843 w 3928192"/>
                  <a:gd name="connsiteY4" fmla="*/ 0 h 3446780"/>
                  <a:gd name="connsiteX0" fmla="*/ 520031 w 4095380"/>
                  <a:gd name="connsiteY0" fmla="*/ 0 h 3446780"/>
                  <a:gd name="connsiteX1" fmla="*/ 3542631 w 4095380"/>
                  <a:gd name="connsiteY1" fmla="*/ 50800 h 3446780"/>
                  <a:gd name="connsiteX2" fmla="*/ 3529931 w 4095380"/>
                  <a:gd name="connsiteY2" fmla="*/ 3446780 h 3446780"/>
                  <a:gd name="connsiteX3" fmla="*/ 545431 w 4095380"/>
                  <a:gd name="connsiteY3" fmla="*/ 3434080 h 3446780"/>
                  <a:gd name="connsiteX4" fmla="*/ 520031 w 4095380"/>
                  <a:gd name="connsiteY4" fmla="*/ 0 h 3446780"/>
                  <a:gd name="connsiteX0" fmla="*/ 520031 w 4095380"/>
                  <a:gd name="connsiteY0" fmla="*/ 0 h 3664117"/>
                  <a:gd name="connsiteX1" fmla="*/ 3542631 w 4095380"/>
                  <a:gd name="connsiteY1" fmla="*/ 50800 h 3664117"/>
                  <a:gd name="connsiteX2" fmla="*/ 3529931 w 4095380"/>
                  <a:gd name="connsiteY2" fmla="*/ 3446780 h 3664117"/>
                  <a:gd name="connsiteX3" fmla="*/ 545431 w 4095380"/>
                  <a:gd name="connsiteY3" fmla="*/ 3434080 h 3664117"/>
                  <a:gd name="connsiteX4" fmla="*/ 520031 w 4095380"/>
                  <a:gd name="connsiteY4" fmla="*/ 0 h 3664117"/>
                  <a:gd name="connsiteX0" fmla="*/ 520031 w 4095380"/>
                  <a:gd name="connsiteY0" fmla="*/ 0 h 3761896"/>
                  <a:gd name="connsiteX1" fmla="*/ 3542631 w 4095380"/>
                  <a:gd name="connsiteY1" fmla="*/ 50800 h 3761896"/>
                  <a:gd name="connsiteX2" fmla="*/ 3529931 w 4095380"/>
                  <a:gd name="connsiteY2" fmla="*/ 3446780 h 3761896"/>
                  <a:gd name="connsiteX3" fmla="*/ 545431 w 4095380"/>
                  <a:gd name="connsiteY3" fmla="*/ 3434080 h 3761896"/>
                  <a:gd name="connsiteX4" fmla="*/ 520031 w 4095380"/>
                  <a:gd name="connsiteY4" fmla="*/ 0 h 3761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5380" h="3761896">
                    <a:moveTo>
                      <a:pt x="520031" y="0"/>
                    </a:moveTo>
                    <a:lnTo>
                      <a:pt x="3542631" y="50800"/>
                    </a:lnTo>
                    <a:cubicBezTo>
                      <a:pt x="4186098" y="1436793"/>
                      <a:pt x="4372364" y="2314787"/>
                      <a:pt x="3529931" y="3446780"/>
                    </a:cubicBezTo>
                    <a:cubicBezTo>
                      <a:pt x="2674798" y="3785447"/>
                      <a:pt x="1591064" y="3946313"/>
                      <a:pt x="545431" y="3434080"/>
                    </a:cubicBezTo>
                    <a:cubicBezTo>
                      <a:pt x="-59936" y="2695787"/>
                      <a:pt x="-284302" y="1030393"/>
                      <a:pt x="520031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Rectangle 1">
                <a:extLst>
                  <a:ext uri="{FF2B5EF4-FFF2-40B4-BE49-F238E27FC236}">
                    <a16:creationId xmlns:a16="http://schemas.microsoft.com/office/drawing/2014/main" id="{20C57571-B557-FA61-990B-7410E2810332}"/>
                  </a:ext>
                </a:extLst>
              </p:cNvPr>
              <p:cNvSpPr/>
              <p:nvPr/>
            </p:nvSpPr>
            <p:spPr>
              <a:xfrm>
                <a:off x="3893423" y="1439889"/>
                <a:ext cx="3831767" cy="2027825"/>
              </a:xfrm>
              <a:custGeom>
                <a:avLst/>
                <a:gdLst>
                  <a:gd name="connsiteX0" fmla="*/ 0 w 2045776"/>
                  <a:gd name="connsiteY0" fmla="*/ 0 h 1100380"/>
                  <a:gd name="connsiteX1" fmla="*/ 2045776 w 2045776"/>
                  <a:gd name="connsiteY1" fmla="*/ 0 h 1100380"/>
                  <a:gd name="connsiteX2" fmla="*/ 2045776 w 2045776"/>
                  <a:gd name="connsiteY2" fmla="*/ 1100380 h 1100380"/>
                  <a:gd name="connsiteX3" fmla="*/ 0 w 2045776"/>
                  <a:gd name="connsiteY3" fmla="*/ 1100380 h 1100380"/>
                  <a:gd name="connsiteX4" fmla="*/ 0 w 2045776"/>
                  <a:gd name="connsiteY4" fmla="*/ 0 h 1100380"/>
                  <a:gd name="connsiteX0" fmla="*/ 867905 w 2913681"/>
                  <a:gd name="connsiteY0" fmla="*/ 0 h 1704814"/>
                  <a:gd name="connsiteX1" fmla="*/ 2913681 w 2913681"/>
                  <a:gd name="connsiteY1" fmla="*/ 0 h 1704814"/>
                  <a:gd name="connsiteX2" fmla="*/ 2913681 w 2913681"/>
                  <a:gd name="connsiteY2" fmla="*/ 1100380 h 1704814"/>
                  <a:gd name="connsiteX3" fmla="*/ 0 w 2913681"/>
                  <a:gd name="connsiteY3" fmla="*/ 1704814 h 1704814"/>
                  <a:gd name="connsiteX4" fmla="*/ 867905 w 2913681"/>
                  <a:gd name="connsiteY4" fmla="*/ 0 h 1704814"/>
                  <a:gd name="connsiteX0" fmla="*/ 309967 w 2913681"/>
                  <a:gd name="connsiteY0" fmla="*/ 712922 h 1704814"/>
                  <a:gd name="connsiteX1" fmla="*/ 2913681 w 2913681"/>
                  <a:gd name="connsiteY1" fmla="*/ 0 h 1704814"/>
                  <a:gd name="connsiteX2" fmla="*/ 2913681 w 2913681"/>
                  <a:gd name="connsiteY2" fmla="*/ 1100380 h 1704814"/>
                  <a:gd name="connsiteX3" fmla="*/ 0 w 2913681"/>
                  <a:gd name="connsiteY3" fmla="*/ 1704814 h 1704814"/>
                  <a:gd name="connsiteX4" fmla="*/ 309967 w 2913681"/>
                  <a:gd name="connsiteY4" fmla="*/ 712922 h 1704814"/>
                  <a:gd name="connsiteX0" fmla="*/ 309967 w 3425125"/>
                  <a:gd name="connsiteY0" fmla="*/ 0 h 991892"/>
                  <a:gd name="connsiteX1" fmla="*/ 3425125 w 3425125"/>
                  <a:gd name="connsiteY1" fmla="*/ 15499 h 991892"/>
                  <a:gd name="connsiteX2" fmla="*/ 2913681 w 3425125"/>
                  <a:gd name="connsiteY2" fmla="*/ 387458 h 991892"/>
                  <a:gd name="connsiteX3" fmla="*/ 0 w 3425125"/>
                  <a:gd name="connsiteY3" fmla="*/ 991892 h 991892"/>
                  <a:gd name="connsiteX4" fmla="*/ 309967 w 3425125"/>
                  <a:gd name="connsiteY4" fmla="*/ 0 h 991892"/>
                  <a:gd name="connsiteX0" fmla="*/ 309967 w 3642101"/>
                  <a:gd name="connsiteY0" fmla="*/ 0 h 991892"/>
                  <a:gd name="connsiteX1" fmla="*/ 3425125 w 3642101"/>
                  <a:gd name="connsiteY1" fmla="*/ 15499 h 991892"/>
                  <a:gd name="connsiteX2" fmla="*/ 3642101 w 3642101"/>
                  <a:gd name="connsiteY2" fmla="*/ 914401 h 991892"/>
                  <a:gd name="connsiteX3" fmla="*/ 0 w 3642101"/>
                  <a:gd name="connsiteY3" fmla="*/ 991892 h 991892"/>
                  <a:gd name="connsiteX4" fmla="*/ 309967 w 3642101"/>
                  <a:gd name="connsiteY4" fmla="*/ 0 h 991892"/>
                  <a:gd name="connsiteX0" fmla="*/ 309967 w 3642101"/>
                  <a:gd name="connsiteY0" fmla="*/ 0 h 1038387"/>
                  <a:gd name="connsiteX1" fmla="*/ 3425125 w 3642101"/>
                  <a:gd name="connsiteY1" fmla="*/ 15499 h 1038387"/>
                  <a:gd name="connsiteX2" fmla="*/ 3642101 w 3642101"/>
                  <a:gd name="connsiteY2" fmla="*/ 914401 h 1038387"/>
                  <a:gd name="connsiteX3" fmla="*/ 1859797 w 3642101"/>
                  <a:gd name="connsiteY3" fmla="*/ 1038387 h 1038387"/>
                  <a:gd name="connsiteX4" fmla="*/ 0 w 3642101"/>
                  <a:gd name="connsiteY4" fmla="*/ 991892 h 1038387"/>
                  <a:gd name="connsiteX5" fmla="*/ 309967 w 3642101"/>
                  <a:gd name="connsiteY5" fmla="*/ 0 h 1038387"/>
                  <a:gd name="connsiteX0" fmla="*/ 309967 w 3642101"/>
                  <a:gd name="connsiteY0" fmla="*/ 0 h 1038387"/>
                  <a:gd name="connsiteX1" fmla="*/ 3425125 w 3642101"/>
                  <a:gd name="connsiteY1" fmla="*/ 15499 h 1038387"/>
                  <a:gd name="connsiteX2" fmla="*/ 3642101 w 3642101"/>
                  <a:gd name="connsiteY2" fmla="*/ 914401 h 1038387"/>
                  <a:gd name="connsiteX3" fmla="*/ 1859797 w 3642101"/>
                  <a:gd name="connsiteY3" fmla="*/ 1038387 h 1038387"/>
                  <a:gd name="connsiteX4" fmla="*/ 1038387 w 3642101"/>
                  <a:gd name="connsiteY4" fmla="*/ 697424 h 1038387"/>
                  <a:gd name="connsiteX5" fmla="*/ 0 w 3642101"/>
                  <a:gd name="connsiteY5" fmla="*/ 991892 h 1038387"/>
                  <a:gd name="connsiteX6" fmla="*/ 309967 w 3642101"/>
                  <a:gd name="connsiteY6" fmla="*/ 0 h 1038387"/>
                  <a:gd name="connsiteX0" fmla="*/ 309967 w 3642101"/>
                  <a:gd name="connsiteY0" fmla="*/ 0 h 1043938"/>
                  <a:gd name="connsiteX1" fmla="*/ 3425125 w 3642101"/>
                  <a:gd name="connsiteY1" fmla="*/ 15499 h 1043938"/>
                  <a:gd name="connsiteX2" fmla="*/ 3642101 w 3642101"/>
                  <a:gd name="connsiteY2" fmla="*/ 914401 h 1043938"/>
                  <a:gd name="connsiteX3" fmla="*/ 2603716 w 3642101"/>
                  <a:gd name="connsiteY3" fmla="*/ 774916 h 1043938"/>
                  <a:gd name="connsiteX4" fmla="*/ 1859797 w 3642101"/>
                  <a:gd name="connsiteY4" fmla="*/ 1038387 h 1043938"/>
                  <a:gd name="connsiteX5" fmla="*/ 1038387 w 3642101"/>
                  <a:gd name="connsiteY5" fmla="*/ 697424 h 1043938"/>
                  <a:gd name="connsiteX6" fmla="*/ 0 w 3642101"/>
                  <a:gd name="connsiteY6" fmla="*/ 991892 h 1043938"/>
                  <a:gd name="connsiteX7" fmla="*/ 309967 w 3642101"/>
                  <a:gd name="connsiteY7" fmla="*/ 0 h 1043938"/>
                  <a:gd name="connsiteX0" fmla="*/ 309967 w 3719009"/>
                  <a:gd name="connsiteY0" fmla="*/ 0 h 1043938"/>
                  <a:gd name="connsiteX1" fmla="*/ 3425125 w 3719009"/>
                  <a:gd name="connsiteY1" fmla="*/ 15499 h 1043938"/>
                  <a:gd name="connsiteX2" fmla="*/ 3642101 w 3719009"/>
                  <a:gd name="connsiteY2" fmla="*/ 914401 h 1043938"/>
                  <a:gd name="connsiteX3" fmla="*/ 2603716 w 3719009"/>
                  <a:gd name="connsiteY3" fmla="*/ 774916 h 1043938"/>
                  <a:gd name="connsiteX4" fmla="*/ 1859797 w 3719009"/>
                  <a:gd name="connsiteY4" fmla="*/ 1038387 h 1043938"/>
                  <a:gd name="connsiteX5" fmla="*/ 1038387 w 3719009"/>
                  <a:gd name="connsiteY5" fmla="*/ 697424 h 1043938"/>
                  <a:gd name="connsiteX6" fmla="*/ 0 w 3719009"/>
                  <a:gd name="connsiteY6" fmla="*/ 991892 h 1043938"/>
                  <a:gd name="connsiteX7" fmla="*/ 309967 w 3719009"/>
                  <a:gd name="connsiteY7" fmla="*/ 0 h 1043938"/>
                  <a:gd name="connsiteX0" fmla="*/ 309967 w 3719009"/>
                  <a:gd name="connsiteY0" fmla="*/ 774925 h 1818863"/>
                  <a:gd name="connsiteX1" fmla="*/ 3425125 w 3719009"/>
                  <a:gd name="connsiteY1" fmla="*/ 790424 h 1818863"/>
                  <a:gd name="connsiteX2" fmla="*/ 3642101 w 3719009"/>
                  <a:gd name="connsiteY2" fmla="*/ 1689326 h 1818863"/>
                  <a:gd name="connsiteX3" fmla="*/ 2603716 w 3719009"/>
                  <a:gd name="connsiteY3" fmla="*/ 1549841 h 1818863"/>
                  <a:gd name="connsiteX4" fmla="*/ 1859797 w 3719009"/>
                  <a:gd name="connsiteY4" fmla="*/ 1813312 h 1818863"/>
                  <a:gd name="connsiteX5" fmla="*/ 1038387 w 3719009"/>
                  <a:gd name="connsiteY5" fmla="*/ 1472349 h 1818863"/>
                  <a:gd name="connsiteX6" fmla="*/ 0 w 3719009"/>
                  <a:gd name="connsiteY6" fmla="*/ 1766817 h 1818863"/>
                  <a:gd name="connsiteX7" fmla="*/ 309967 w 3719009"/>
                  <a:gd name="connsiteY7" fmla="*/ 774925 h 1818863"/>
                  <a:gd name="connsiteX0" fmla="*/ 309967 w 3719009"/>
                  <a:gd name="connsiteY0" fmla="*/ 1186990 h 2230928"/>
                  <a:gd name="connsiteX1" fmla="*/ 3425125 w 3719009"/>
                  <a:gd name="connsiteY1" fmla="*/ 1202489 h 2230928"/>
                  <a:gd name="connsiteX2" fmla="*/ 3642101 w 3719009"/>
                  <a:gd name="connsiteY2" fmla="*/ 2101391 h 2230928"/>
                  <a:gd name="connsiteX3" fmla="*/ 2603716 w 3719009"/>
                  <a:gd name="connsiteY3" fmla="*/ 1961906 h 2230928"/>
                  <a:gd name="connsiteX4" fmla="*/ 1859797 w 3719009"/>
                  <a:gd name="connsiteY4" fmla="*/ 2225377 h 2230928"/>
                  <a:gd name="connsiteX5" fmla="*/ 1038387 w 3719009"/>
                  <a:gd name="connsiteY5" fmla="*/ 1884414 h 2230928"/>
                  <a:gd name="connsiteX6" fmla="*/ 0 w 3719009"/>
                  <a:gd name="connsiteY6" fmla="*/ 2178882 h 2230928"/>
                  <a:gd name="connsiteX7" fmla="*/ 309967 w 3719009"/>
                  <a:gd name="connsiteY7" fmla="*/ 1186990 h 2230928"/>
                  <a:gd name="connsiteX0" fmla="*/ 309967 w 3719009"/>
                  <a:gd name="connsiteY0" fmla="*/ 1198008 h 2241946"/>
                  <a:gd name="connsiteX1" fmla="*/ 3425125 w 3719009"/>
                  <a:gd name="connsiteY1" fmla="*/ 1213507 h 2241946"/>
                  <a:gd name="connsiteX2" fmla="*/ 3642101 w 3719009"/>
                  <a:gd name="connsiteY2" fmla="*/ 2112409 h 2241946"/>
                  <a:gd name="connsiteX3" fmla="*/ 2603716 w 3719009"/>
                  <a:gd name="connsiteY3" fmla="*/ 1972924 h 2241946"/>
                  <a:gd name="connsiteX4" fmla="*/ 1859797 w 3719009"/>
                  <a:gd name="connsiteY4" fmla="*/ 2236395 h 2241946"/>
                  <a:gd name="connsiteX5" fmla="*/ 1038387 w 3719009"/>
                  <a:gd name="connsiteY5" fmla="*/ 1895432 h 2241946"/>
                  <a:gd name="connsiteX6" fmla="*/ 0 w 3719009"/>
                  <a:gd name="connsiteY6" fmla="*/ 2189900 h 2241946"/>
                  <a:gd name="connsiteX7" fmla="*/ 309967 w 3719009"/>
                  <a:gd name="connsiteY7" fmla="*/ 1198008 h 2241946"/>
                  <a:gd name="connsiteX0" fmla="*/ 309967 w 3719009"/>
                  <a:gd name="connsiteY0" fmla="*/ 976402 h 2020340"/>
                  <a:gd name="connsiteX1" fmla="*/ 1968285 w 3719009"/>
                  <a:gd name="connsiteY1" fmla="*/ 9 h 2020340"/>
                  <a:gd name="connsiteX2" fmla="*/ 3425125 w 3719009"/>
                  <a:gd name="connsiteY2" fmla="*/ 991901 h 2020340"/>
                  <a:gd name="connsiteX3" fmla="*/ 3642101 w 3719009"/>
                  <a:gd name="connsiteY3" fmla="*/ 1890803 h 2020340"/>
                  <a:gd name="connsiteX4" fmla="*/ 2603716 w 3719009"/>
                  <a:gd name="connsiteY4" fmla="*/ 1751318 h 2020340"/>
                  <a:gd name="connsiteX5" fmla="*/ 1859797 w 3719009"/>
                  <a:gd name="connsiteY5" fmla="*/ 2014789 h 2020340"/>
                  <a:gd name="connsiteX6" fmla="*/ 1038387 w 3719009"/>
                  <a:gd name="connsiteY6" fmla="*/ 1673826 h 2020340"/>
                  <a:gd name="connsiteX7" fmla="*/ 0 w 3719009"/>
                  <a:gd name="connsiteY7" fmla="*/ 1968294 h 2020340"/>
                  <a:gd name="connsiteX8" fmla="*/ 309967 w 3719009"/>
                  <a:gd name="connsiteY8" fmla="*/ 976402 h 2020340"/>
                  <a:gd name="connsiteX0" fmla="*/ 309967 w 3719009"/>
                  <a:gd name="connsiteY0" fmla="*/ 976393 h 2020331"/>
                  <a:gd name="connsiteX1" fmla="*/ 1968285 w 3719009"/>
                  <a:gd name="connsiteY1" fmla="*/ 0 h 2020331"/>
                  <a:gd name="connsiteX2" fmla="*/ 3425125 w 3719009"/>
                  <a:gd name="connsiteY2" fmla="*/ 991892 h 2020331"/>
                  <a:gd name="connsiteX3" fmla="*/ 3642101 w 3719009"/>
                  <a:gd name="connsiteY3" fmla="*/ 1890794 h 2020331"/>
                  <a:gd name="connsiteX4" fmla="*/ 2603716 w 3719009"/>
                  <a:gd name="connsiteY4" fmla="*/ 1751309 h 2020331"/>
                  <a:gd name="connsiteX5" fmla="*/ 1859797 w 3719009"/>
                  <a:gd name="connsiteY5" fmla="*/ 2014780 h 2020331"/>
                  <a:gd name="connsiteX6" fmla="*/ 1038387 w 3719009"/>
                  <a:gd name="connsiteY6" fmla="*/ 1673817 h 2020331"/>
                  <a:gd name="connsiteX7" fmla="*/ 0 w 3719009"/>
                  <a:gd name="connsiteY7" fmla="*/ 1968285 h 2020331"/>
                  <a:gd name="connsiteX8" fmla="*/ 309967 w 3719009"/>
                  <a:gd name="connsiteY8" fmla="*/ 976393 h 2020331"/>
                  <a:gd name="connsiteX0" fmla="*/ 309967 w 3719009"/>
                  <a:gd name="connsiteY0" fmla="*/ 976393 h 2020331"/>
                  <a:gd name="connsiteX1" fmla="*/ 1968285 w 3719009"/>
                  <a:gd name="connsiteY1" fmla="*/ 0 h 2020331"/>
                  <a:gd name="connsiteX2" fmla="*/ 3425125 w 3719009"/>
                  <a:gd name="connsiteY2" fmla="*/ 991892 h 2020331"/>
                  <a:gd name="connsiteX3" fmla="*/ 3642101 w 3719009"/>
                  <a:gd name="connsiteY3" fmla="*/ 1890794 h 2020331"/>
                  <a:gd name="connsiteX4" fmla="*/ 2603716 w 3719009"/>
                  <a:gd name="connsiteY4" fmla="*/ 1751309 h 2020331"/>
                  <a:gd name="connsiteX5" fmla="*/ 1859797 w 3719009"/>
                  <a:gd name="connsiteY5" fmla="*/ 2014780 h 2020331"/>
                  <a:gd name="connsiteX6" fmla="*/ 1038387 w 3719009"/>
                  <a:gd name="connsiteY6" fmla="*/ 1673817 h 2020331"/>
                  <a:gd name="connsiteX7" fmla="*/ 0 w 3719009"/>
                  <a:gd name="connsiteY7" fmla="*/ 1968285 h 2020331"/>
                  <a:gd name="connsiteX8" fmla="*/ 309967 w 3719009"/>
                  <a:gd name="connsiteY8" fmla="*/ 976393 h 2020331"/>
                  <a:gd name="connsiteX0" fmla="*/ 416204 w 3825246"/>
                  <a:gd name="connsiteY0" fmla="*/ 976393 h 2020331"/>
                  <a:gd name="connsiteX1" fmla="*/ 2074522 w 3825246"/>
                  <a:gd name="connsiteY1" fmla="*/ 0 h 2020331"/>
                  <a:gd name="connsiteX2" fmla="*/ 3531362 w 3825246"/>
                  <a:gd name="connsiteY2" fmla="*/ 991892 h 2020331"/>
                  <a:gd name="connsiteX3" fmla="*/ 3748338 w 3825246"/>
                  <a:gd name="connsiteY3" fmla="*/ 1890794 h 2020331"/>
                  <a:gd name="connsiteX4" fmla="*/ 2709953 w 3825246"/>
                  <a:gd name="connsiteY4" fmla="*/ 1751309 h 2020331"/>
                  <a:gd name="connsiteX5" fmla="*/ 1966034 w 3825246"/>
                  <a:gd name="connsiteY5" fmla="*/ 2014780 h 2020331"/>
                  <a:gd name="connsiteX6" fmla="*/ 1144624 w 3825246"/>
                  <a:gd name="connsiteY6" fmla="*/ 1673817 h 2020331"/>
                  <a:gd name="connsiteX7" fmla="*/ 106237 w 3825246"/>
                  <a:gd name="connsiteY7" fmla="*/ 1968285 h 2020331"/>
                  <a:gd name="connsiteX8" fmla="*/ 416204 w 3825246"/>
                  <a:gd name="connsiteY8" fmla="*/ 976393 h 2020331"/>
                  <a:gd name="connsiteX0" fmla="*/ 416204 w 3825246"/>
                  <a:gd name="connsiteY0" fmla="*/ 976393 h 2020331"/>
                  <a:gd name="connsiteX1" fmla="*/ 2074522 w 3825246"/>
                  <a:gd name="connsiteY1" fmla="*/ 0 h 2020331"/>
                  <a:gd name="connsiteX2" fmla="*/ 3531362 w 3825246"/>
                  <a:gd name="connsiteY2" fmla="*/ 991892 h 2020331"/>
                  <a:gd name="connsiteX3" fmla="*/ 3748338 w 3825246"/>
                  <a:gd name="connsiteY3" fmla="*/ 1890794 h 2020331"/>
                  <a:gd name="connsiteX4" fmla="*/ 2709953 w 3825246"/>
                  <a:gd name="connsiteY4" fmla="*/ 1751309 h 2020331"/>
                  <a:gd name="connsiteX5" fmla="*/ 1966034 w 3825246"/>
                  <a:gd name="connsiteY5" fmla="*/ 2014780 h 2020331"/>
                  <a:gd name="connsiteX6" fmla="*/ 1144624 w 3825246"/>
                  <a:gd name="connsiteY6" fmla="*/ 1673817 h 2020331"/>
                  <a:gd name="connsiteX7" fmla="*/ 106237 w 3825246"/>
                  <a:gd name="connsiteY7" fmla="*/ 1968285 h 2020331"/>
                  <a:gd name="connsiteX8" fmla="*/ 416204 w 3825246"/>
                  <a:gd name="connsiteY8" fmla="*/ 97639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0331"/>
                  <a:gd name="connsiteX1" fmla="*/ 2081043 w 3831767"/>
                  <a:gd name="connsiteY1" fmla="*/ 0 h 2020331"/>
                  <a:gd name="connsiteX2" fmla="*/ 3537883 w 3831767"/>
                  <a:gd name="connsiteY2" fmla="*/ 991892 h 2020331"/>
                  <a:gd name="connsiteX3" fmla="*/ 3754859 w 3831767"/>
                  <a:gd name="connsiteY3" fmla="*/ 1890794 h 2020331"/>
                  <a:gd name="connsiteX4" fmla="*/ 2716474 w 3831767"/>
                  <a:gd name="connsiteY4" fmla="*/ 1751309 h 2020331"/>
                  <a:gd name="connsiteX5" fmla="*/ 1972555 w 3831767"/>
                  <a:gd name="connsiteY5" fmla="*/ 2014780 h 2020331"/>
                  <a:gd name="connsiteX6" fmla="*/ 1151145 w 3831767"/>
                  <a:gd name="connsiteY6" fmla="*/ 1673817 h 2020331"/>
                  <a:gd name="connsiteX7" fmla="*/ 112758 w 3831767"/>
                  <a:gd name="connsiteY7" fmla="*/ 1968285 h 2020331"/>
                  <a:gd name="connsiteX8" fmla="*/ 377005 w 3831767"/>
                  <a:gd name="connsiteY8" fmla="*/ 999253 h 2020331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  <a:gd name="connsiteX0" fmla="*/ 377005 w 3831767"/>
                  <a:gd name="connsiteY0" fmla="*/ 999253 h 2027825"/>
                  <a:gd name="connsiteX1" fmla="*/ 2081043 w 3831767"/>
                  <a:gd name="connsiteY1" fmla="*/ 0 h 2027825"/>
                  <a:gd name="connsiteX2" fmla="*/ 3537883 w 3831767"/>
                  <a:gd name="connsiteY2" fmla="*/ 991892 h 2027825"/>
                  <a:gd name="connsiteX3" fmla="*/ 3754859 w 3831767"/>
                  <a:gd name="connsiteY3" fmla="*/ 1890794 h 2027825"/>
                  <a:gd name="connsiteX4" fmla="*/ 2716474 w 3831767"/>
                  <a:gd name="connsiteY4" fmla="*/ 1751309 h 2027825"/>
                  <a:gd name="connsiteX5" fmla="*/ 1903975 w 3831767"/>
                  <a:gd name="connsiteY5" fmla="*/ 2022400 h 2027825"/>
                  <a:gd name="connsiteX6" fmla="*/ 1151145 w 3831767"/>
                  <a:gd name="connsiteY6" fmla="*/ 1673817 h 2027825"/>
                  <a:gd name="connsiteX7" fmla="*/ 112758 w 3831767"/>
                  <a:gd name="connsiteY7" fmla="*/ 1968285 h 2027825"/>
                  <a:gd name="connsiteX8" fmla="*/ 377005 w 3831767"/>
                  <a:gd name="connsiteY8" fmla="*/ 999253 h 2027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767" h="2027825">
                    <a:moveTo>
                      <a:pt x="377005" y="999253"/>
                    </a:moveTo>
                    <a:cubicBezTo>
                      <a:pt x="351949" y="548640"/>
                      <a:pt x="42758" y="52307"/>
                      <a:pt x="2081043" y="0"/>
                    </a:cubicBezTo>
                    <a:cubicBezTo>
                      <a:pt x="3855599" y="111071"/>
                      <a:pt x="3545891" y="577054"/>
                      <a:pt x="3537883" y="991892"/>
                    </a:cubicBezTo>
                    <a:cubicBezTo>
                      <a:pt x="3610208" y="1291526"/>
                      <a:pt x="3992500" y="1622157"/>
                      <a:pt x="3754859" y="1890794"/>
                    </a:cubicBezTo>
                    <a:cubicBezTo>
                      <a:pt x="3392199" y="2106866"/>
                      <a:pt x="3013525" y="1730645"/>
                      <a:pt x="2716474" y="1751309"/>
                    </a:cubicBezTo>
                    <a:cubicBezTo>
                      <a:pt x="2419423" y="1771973"/>
                      <a:pt x="2182944" y="2071478"/>
                      <a:pt x="1903975" y="2022400"/>
                    </a:cubicBezTo>
                    <a:cubicBezTo>
                      <a:pt x="1588843" y="2001736"/>
                      <a:pt x="1466277" y="1694481"/>
                      <a:pt x="1151145" y="1673817"/>
                    </a:cubicBezTo>
                    <a:cubicBezTo>
                      <a:pt x="805016" y="1680533"/>
                      <a:pt x="443647" y="1999669"/>
                      <a:pt x="112758" y="1968285"/>
                    </a:cubicBezTo>
                    <a:cubicBezTo>
                      <a:pt x="-217872" y="1823634"/>
                      <a:pt x="273683" y="1329884"/>
                      <a:pt x="377005" y="999253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DB4EE8AC-2CA9-5739-C3E9-F9515F2B9228}"/>
                  </a:ext>
                </a:extLst>
              </p:cNvPr>
              <p:cNvSpPr/>
              <p:nvPr/>
            </p:nvSpPr>
            <p:spPr>
              <a:xfrm>
                <a:off x="4541520" y="2217420"/>
                <a:ext cx="2659380" cy="214389"/>
              </a:xfrm>
              <a:custGeom>
                <a:avLst/>
                <a:gdLst>
                  <a:gd name="connsiteX0" fmla="*/ 0 w 2659380"/>
                  <a:gd name="connsiteY0" fmla="*/ 0 h 53340"/>
                  <a:gd name="connsiteX1" fmla="*/ 2659380 w 2659380"/>
                  <a:gd name="connsiteY1" fmla="*/ 53340 h 53340"/>
                  <a:gd name="connsiteX2" fmla="*/ 2659380 w 2659380"/>
                  <a:gd name="connsiteY2" fmla="*/ 53340 h 53340"/>
                  <a:gd name="connsiteX0" fmla="*/ 0 w 2659380"/>
                  <a:gd name="connsiteY0" fmla="*/ 0 h 167520"/>
                  <a:gd name="connsiteX1" fmla="*/ 2659380 w 2659380"/>
                  <a:gd name="connsiteY1" fmla="*/ 53340 h 167520"/>
                  <a:gd name="connsiteX2" fmla="*/ 2659380 w 2659380"/>
                  <a:gd name="connsiteY2" fmla="*/ 53340 h 167520"/>
                  <a:gd name="connsiteX0" fmla="*/ 0 w 2659380"/>
                  <a:gd name="connsiteY0" fmla="*/ 0 h 214389"/>
                  <a:gd name="connsiteX1" fmla="*/ 2659380 w 2659380"/>
                  <a:gd name="connsiteY1" fmla="*/ 53340 h 214389"/>
                  <a:gd name="connsiteX2" fmla="*/ 2659380 w 2659380"/>
                  <a:gd name="connsiteY2" fmla="*/ 53340 h 214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9380" h="214389">
                    <a:moveTo>
                      <a:pt x="0" y="0"/>
                    </a:moveTo>
                    <a:cubicBezTo>
                      <a:pt x="840740" y="353060"/>
                      <a:pt x="1963420" y="195580"/>
                      <a:pt x="2659380" y="53340"/>
                    </a:cubicBezTo>
                    <a:lnTo>
                      <a:pt x="2659380" y="5334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7">
                <a:extLst>
                  <a:ext uri="{FF2B5EF4-FFF2-40B4-BE49-F238E27FC236}">
                    <a16:creationId xmlns:a16="http://schemas.microsoft.com/office/drawing/2014/main" id="{C9C6D71C-CCB7-028C-B89B-1D7D73CA2486}"/>
                  </a:ext>
                </a:extLst>
              </p:cNvPr>
              <p:cNvSpPr/>
              <p:nvPr/>
            </p:nvSpPr>
            <p:spPr>
              <a:xfrm rot="944388">
                <a:off x="3993882" y="2473233"/>
                <a:ext cx="374652" cy="499106"/>
              </a:xfrm>
              <a:custGeom>
                <a:avLst/>
                <a:gdLst>
                  <a:gd name="connsiteX0" fmla="*/ 0 w 372284"/>
                  <a:gd name="connsiteY0" fmla="*/ 249553 h 499105"/>
                  <a:gd name="connsiteX1" fmla="*/ 186142 w 372284"/>
                  <a:gd name="connsiteY1" fmla="*/ 0 h 499105"/>
                  <a:gd name="connsiteX2" fmla="*/ 372284 w 372284"/>
                  <a:gd name="connsiteY2" fmla="*/ 249553 h 499105"/>
                  <a:gd name="connsiteX3" fmla="*/ 186142 w 372284"/>
                  <a:gd name="connsiteY3" fmla="*/ 499106 h 499105"/>
                  <a:gd name="connsiteX4" fmla="*/ 0 w 372284"/>
                  <a:gd name="connsiteY4" fmla="*/ 249553 h 499105"/>
                  <a:gd name="connsiteX0" fmla="*/ 0 w 374652"/>
                  <a:gd name="connsiteY0" fmla="*/ 249553 h 499106"/>
                  <a:gd name="connsiteX1" fmla="*/ 186142 w 374652"/>
                  <a:gd name="connsiteY1" fmla="*/ 0 h 499106"/>
                  <a:gd name="connsiteX2" fmla="*/ 372284 w 374652"/>
                  <a:gd name="connsiteY2" fmla="*/ 249553 h 499106"/>
                  <a:gd name="connsiteX3" fmla="*/ 186142 w 374652"/>
                  <a:gd name="connsiteY3" fmla="*/ 499106 h 499106"/>
                  <a:gd name="connsiteX4" fmla="*/ 0 w 374652"/>
                  <a:gd name="connsiteY4" fmla="*/ 249553 h 499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652" h="499106">
                    <a:moveTo>
                      <a:pt x="0" y="249553"/>
                    </a:moveTo>
                    <a:cubicBezTo>
                      <a:pt x="0" y="111729"/>
                      <a:pt x="83339" y="0"/>
                      <a:pt x="186142" y="0"/>
                    </a:cubicBezTo>
                    <a:cubicBezTo>
                      <a:pt x="288945" y="0"/>
                      <a:pt x="391647" y="63389"/>
                      <a:pt x="372284" y="249553"/>
                    </a:cubicBezTo>
                    <a:cubicBezTo>
                      <a:pt x="372284" y="387377"/>
                      <a:pt x="288945" y="499106"/>
                      <a:pt x="186142" y="499106"/>
                    </a:cubicBezTo>
                    <a:cubicBezTo>
                      <a:pt x="83339" y="499106"/>
                      <a:pt x="0" y="387377"/>
                      <a:pt x="0" y="249553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7">
                <a:extLst>
                  <a:ext uri="{FF2B5EF4-FFF2-40B4-BE49-F238E27FC236}">
                    <a16:creationId xmlns:a16="http://schemas.microsoft.com/office/drawing/2014/main" id="{C40582FF-A3BE-6ABC-6EFC-F522561AAF90}"/>
                  </a:ext>
                </a:extLst>
              </p:cNvPr>
              <p:cNvSpPr/>
              <p:nvPr/>
            </p:nvSpPr>
            <p:spPr>
              <a:xfrm rot="12354384" flipH="1">
                <a:off x="3706097" y="3518757"/>
                <a:ext cx="374652" cy="499106"/>
              </a:xfrm>
              <a:custGeom>
                <a:avLst/>
                <a:gdLst>
                  <a:gd name="connsiteX0" fmla="*/ 0 w 372284"/>
                  <a:gd name="connsiteY0" fmla="*/ 249553 h 499105"/>
                  <a:gd name="connsiteX1" fmla="*/ 186142 w 372284"/>
                  <a:gd name="connsiteY1" fmla="*/ 0 h 499105"/>
                  <a:gd name="connsiteX2" fmla="*/ 372284 w 372284"/>
                  <a:gd name="connsiteY2" fmla="*/ 249553 h 499105"/>
                  <a:gd name="connsiteX3" fmla="*/ 186142 w 372284"/>
                  <a:gd name="connsiteY3" fmla="*/ 499106 h 499105"/>
                  <a:gd name="connsiteX4" fmla="*/ 0 w 372284"/>
                  <a:gd name="connsiteY4" fmla="*/ 249553 h 499105"/>
                  <a:gd name="connsiteX0" fmla="*/ 0 w 374652"/>
                  <a:gd name="connsiteY0" fmla="*/ 249553 h 499106"/>
                  <a:gd name="connsiteX1" fmla="*/ 186142 w 374652"/>
                  <a:gd name="connsiteY1" fmla="*/ 0 h 499106"/>
                  <a:gd name="connsiteX2" fmla="*/ 372284 w 374652"/>
                  <a:gd name="connsiteY2" fmla="*/ 249553 h 499106"/>
                  <a:gd name="connsiteX3" fmla="*/ 186142 w 374652"/>
                  <a:gd name="connsiteY3" fmla="*/ 499106 h 499106"/>
                  <a:gd name="connsiteX4" fmla="*/ 0 w 374652"/>
                  <a:gd name="connsiteY4" fmla="*/ 249553 h 499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4652" h="499106">
                    <a:moveTo>
                      <a:pt x="0" y="249553"/>
                    </a:moveTo>
                    <a:cubicBezTo>
                      <a:pt x="0" y="111729"/>
                      <a:pt x="83339" y="0"/>
                      <a:pt x="186142" y="0"/>
                    </a:cubicBezTo>
                    <a:cubicBezTo>
                      <a:pt x="288945" y="0"/>
                      <a:pt x="391647" y="63389"/>
                      <a:pt x="372284" y="249553"/>
                    </a:cubicBezTo>
                    <a:cubicBezTo>
                      <a:pt x="372284" y="387377"/>
                      <a:pt x="288945" y="499106"/>
                      <a:pt x="186142" y="499106"/>
                    </a:cubicBezTo>
                    <a:cubicBezTo>
                      <a:pt x="83339" y="499106"/>
                      <a:pt x="0" y="387377"/>
                      <a:pt x="0" y="249553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5655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E32FFB91-2030-5170-2D33-AF5CDE7705DD}"/>
              </a:ext>
            </a:extLst>
          </p:cNvPr>
          <p:cNvGrpSpPr/>
          <p:nvPr/>
        </p:nvGrpSpPr>
        <p:grpSpPr>
          <a:xfrm>
            <a:off x="2085001" y="887756"/>
            <a:ext cx="6258714" cy="6447577"/>
            <a:chOff x="1895533" y="786396"/>
            <a:chExt cx="6258714" cy="644757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C8795AE-3D1B-9529-112D-608184F155F4}"/>
                </a:ext>
              </a:extLst>
            </p:cNvPr>
            <p:cNvSpPr/>
            <p:nvPr/>
          </p:nvSpPr>
          <p:spPr>
            <a:xfrm>
              <a:off x="1895533" y="786396"/>
              <a:ext cx="6258714" cy="6447577"/>
            </a:xfrm>
            <a:custGeom>
              <a:avLst/>
              <a:gdLst>
                <a:gd name="connsiteX0" fmla="*/ 0 w 1906292"/>
                <a:gd name="connsiteY0" fmla="*/ 0 h 2045776"/>
                <a:gd name="connsiteX1" fmla="*/ 1906292 w 1906292"/>
                <a:gd name="connsiteY1" fmla="*/ 0 h 2045776"/>
                <a:gd name="connsiteX2" fmla="*/ 1906292 w 1906292"/>
                <a:gd name="connsiteY2" fmla="*/ 2045776 h 2045776"/>
                <a:gd name="connsiteX3" fmla="*/ 0 w 1906292"/>
                <a:gd name="connsiteY3" fmla="*/ 2045776 h 2045776"/>
                <a:gd name="connsiteX4" fmla="*/ 0 w 1906292"/>
                <a:gd name="connsiteY4" fmla="*/ 0 h 2045776"/>
                <a:gd name="connsiteX0" fmla="*/ 0 w 2681207"/>
                <a:gd name="connsiteY0" fmla="*/ 449450 h 2045776"/>
                <a:gd name="connsiteX1" fmla="*/ 2681207 w 2681207"/>
                <a:gd name="connsiteY1" fmla="*/ 0 h 2045776"/>
                <a:gd name="connsiteX2" fmla="*/ 2681207 w 2681207"/>
                <a:gd name="connsiteY2" fmla="*/ 2045776 h 2045776"/>
                <a:gd name="connsiteX3" fmla="*/ 774915 w 2681207"/>
                <a:gd name="connsiteY3" fmla="*/ 2045776 h 2045776"/>
                <a:gd name="connsiteX4" fmla="*/ 0 w 2681207"/>
                <a:gd name="connsiteY4" fmla="*/ 449450 h 2045776"/>
                <a:gd name="connsiteX0" fmla="*/ 0 w 4339526"/>
                <a:gd name="connsiteY0" fmla="*/ 0 h 1596326"/>
                <a:gd name="connsiteX1" fmla="*/ 4339526 w 4339526"/>
                <a:gd name="connsiteY1" fmla="*/ 46496 h 1596326"/>
                <a:gd name="connsiteX2" fmla="*/ 2681207 w 4339526"/>
                <a:gd name="connsiteY2" fmla="*/ 1596326 h 1596326"/>
                <a:gd name="connsiteX3" fmla="*/ 774915 w 4339526"/>
                <a:gd name="connsiteY3" fmla="*/ 1596326 h 1596326"/>
                <a:gd name="connsiteX4" fmla="*/ 0 w 4339526"/>
                <a:gd name="connsiteY4" fmla="*/ 0 h 1596326"/>
                <a:gd name="connsiteX0" fmla="*/ 0 w 4673538"/>
                <a:gd name="connsiteY0" fmla="*/ 0 h 1596326"/>
                <a:gd name="connsiteX1" fmla="*/ 4339526 w 4673538"/>
                <a:gd name="connsiteY1" fmla="*/ 46496 h 1596326"/>
                <a:gd name="connsiteX2" fmla="*/ 4618495 w 4673538"/>
                <a:gd name="connsiteY2" fmla="*/ 1115879 h 1596326"/>
                <a:gd name="connsiteX3" fmla="*/ 2681207 w 4673538"/>
                <a:gd name="connsiteY3" fmla="*/ 1596326 h 1596326"/>
                <a:gd name="connsiteX4" fmla="*/ 774915 w 4673538"/>
                <a:gd name="connsiteY4" fmla="*/ 1596326 h 1596326"/>
                <a:gd name="connsiteX5" fmla="*/ 0 w 4673538"/>
                <a:gd name="connsiteY5" fmla="*/ 0 h 1596326"/>
                <a:gd name="connsiteX0" fmla="*/ 325465 w 4999003"/>
                <a:gd name="connsiteY0" fmla="*/ 0 h 1596326"/>
                <a:gd name="connsiteX1" fmla="*/ 4664991 w 4999003"/>
                <a:gd name="connsiteY1" fmla="*/ 46496 h 1596326"/>
                <a:gd name="connsiteX2" fmla="*/ 4943960 w 4999003"/>
                <a:gd name="connsiteY2" fmla="*/ 1115879 h 1596326"/>
                <a:gd name="connsiteX3" fmla="*/ 3006672 w 4999003"/>
                <a:gd name="connsiteY3" fmla="*/ 1596326 h 1596326"/>
                <a:gd name="connsiteX4" fmla="*/ 1100380 w 4999003"/>
                <a:gd name="connsiteY4" fmla="*/ 1596326 h 1596326"/>
                <a:gd name="connsiteX5" fmla="*/ 0 w 4999003"/>
                <a:gd name="connsiteY5" fmla="*/ 1100380 h 1596326"/>
                <a:gd name="connsiteX6" fmla="*/ 325465 w 4999003"/>
                <a:gd name="connsiteY6" fmla="*/ 0 h 1596326"/>
                <a:gd name="connsiteX0" fmla="*/ 325465 w 4999003"/>
                <a:gd name="connsiteY0" fmla="*/ 0 h 4324027"/>
                <a:gd name="connsiteX1" fmla="*/ 4664991 w 4999003"/>
                <a:gd name="connsiteY1" fmla="*/ 46496 h 4324027"/>
                <a:gd name="connsiteX2" fmla="*/ 4943960 w 4999003"/>
                <a:gd name="connsiteY2" fmla="*/ 1115879 h 4324027"/>
                <a:gd name="connsiteX3" fmla="*/ 3006672 w 4999003"/>
                <a:gd name="connsiteY3" fmla="*/ 1596326 h 4324027"/>
                <a:gd name="connsiteX4" fmla="*/ 46496 w 4999003"/>
                <a:gd name="connsiteY4" fmla="*/ 4324027 h 4324027"/>
                <a:gd name="connsiteX5" fmla="*/ 0 w 4999003"/>
                <a:gd name="connsiteY5" fmla="*/ 1100380 h 4324027"/>
                <a:gd name="connsiteX6" fmla="*/ 325465 w 4999003"/>
                <a:gd name="connsiteY6" fmla="*/ 0 h 4324027"/>
                <a:gd name="connsiteX0" fmla="*/ 325465 w 4999003"/>
                <a:gd name="connsiteY0" fmla="*/ 0 h 4324027"/>
                <a:gd name="connsiteX1" fmla="*/ 4664991 w 4999003"/>
                <a:gd name="connsiteY1" fmla="*/ 46496 h 4324027"/>
                <a:gd name="connsiteX2" fmla="*/ 4943960 w 4999003"/>
                <a:gd name="connsiteY2" fmla="*/ 1115879 h 4324027"/>
                <a:gd name="connsiteX3" fmla="*/ 4959458 w 4999003"/>
                <a:gd name="connsiteY3" fmla="*/ 4262035 h 4324027"/>
                <a:gd name="connsiteX4" fmla="*/ 46496 w 4999003"/>
                <a:gd name="connsiteY4" fmla="*/ 4324027 h 4324027"/>
                <a:gd name="connsiteX5" fmla="*/ 0 w 4999003"/>
                <a:gd name="connsiteY5" fmla="*/ 1100380 h 4324027"/>
                <a:gd name="connsiteX6" fmla="*/ 325465 w 4999003"/>
                <a:gd name="connsiteY6" fmla="*/ 0 h 4324027"/>
                <a:gd name="connsiteX0" fmla="*/ 325465 w 5408910"/>
                <a:gd name="connsiteY0" fmla="*/ 0 h 4324027"/>
                <a:gd name="connsiteX1" fmla="*/ 4664991 w 5408910"/>
                <a:gd name="connsiteY1" fmla="*/ 46496 h 4324027"/>
                <a:gd name="connsiteX2" fmla="*/ 4943960 w 5408910"/>
                <a:gd name="connsiteY2" fmla="*/ 1115879 h 4324027"/>
                <a:gd name="connsiteX3" fmla="*/ 5408910 w 5408910"/>
                <a:gd name="connsiteY3" fmla="*/ 2123268 h 4324027"/>
                <a:gd name="connsiteX4" fmla="*/ 4959458 w 5408910"/>
                <a:gd name="connsiteY4" fmla="*/ 4262035 h 4324027"/>
                <a:gd name="connsiteX5" fmla="*/ 46496 w 5408910"/>
                <a:gd name="connsiteY5" fmla="*/ 4324027 h 4324027"/>
                <a:gd name="connsiteX6" fmla="*/ 0 w 5408910"/>
                <a:gd name="connsiteY6" fmla="*/ 1100380 h 4324027"/>
                <a:gd name="connsiteX7" fmla="*/ 325465 w 5408910"/>
                <a:gd name="connsiteY7" fmla="*/ 0 h 4324027"/>
                <a:gd name="connsiteX0" fmla="*/ 325465 w 5408910"/>
                <a:gd name="connsiteY0" fmla="*/ 0 h 4324027"/>
                <a:gd name="connsiteX1" fmla="*/ 4664991 w 5408910"/>
                <a:gd name="connsiteY1" fmla="*/ 46496 h 4324027"/>
                <a:gd name="connsiteX2" fmla="*/ 4943960 w 5408910"/>
                <a:gd name="connsiteY2" fmla="*/ 1115879 h 4324027"/>
                <a:gd name="connsiteX3" fmla="*/ 5408910 w 5408910"/>
                <a:gd name="connsiteY3" fmla="*/ 2123268 h 4324027"/>
                <a:gd name="connsiteX4" fmla="*/ 5331417 w 5408910"/>
                <a:gd name="connsiteY4" fmla="*/ 3270143 h 4324027"/>
                <a:gd name="connsiteX5" fmla="*/ 4959458 w 5408910"/>
                <a:gd name="connsiteY5" fmla="*/ 4262035 h 4324027"/>
                <a:gd name="connsiteX6" fmla="*/ 46496 w 5408910"/>
                <a:gd name="connsiteY6" fmla="*/ 4324027 h 4324027"/>
                <a:gd name="connsiteX7" fmla="*/ 0 w 5408910"/>
                <a:gd name="connsiteY7" fmla="*/ 1100380 h 4324027"/>
                <a:gd name="connsiteX8" fmla="*/ 325465 w 5408910"/>
                <a:gd name="connsiteY8" fmla="*/ 0 h 4324027"/>
                <a:gd name="connsiteX0" fmla="*/ 835335 w 5918780"/>
                <a:gd name="connsiteY0" fmla="*/ 0 h 4324027"/>
                <a:gd name="connsiteX1" fmla="*/ 5174861 w 5918780"/>
                <a:gd name="connsiteY1" fmla="*/ 46496 h 4324027"/>
                <a:gd name="connsiteX2" fmla="*/ 5453830 w 5918780"/>
                <a:gd name="connsiteY2" fmla="*/ 1115879 h 4324027"/>
                <a:gd name="connsiteX3" fmla="*/ 5918780 w 5918780"/>
                <a:gd name="connsiteY3" fmla="*/ 2123268 h 4324027"/>
                <a:gd name="connsiteX4" fmla="*/ 5841287 w 5918780"/>
                <a:gd name="connsiteY4" fmla="*/ 3270143 h 4324027"/>
                <a:gd name="connsiteX5" fmla="*/ 5469328 w 5918780"/>
                <a:gd name="connsiteY5" fmla="*/ 4262035 h 4324027"/>
                <a:gd name="connsiteX6" fmla="*/ 556366 w 5918780"/>
                <a:gd name="connsiteY6" fmla="*/ 4324027 h 4324027"/>
                <a:gd name="connsiteX7" fmla="*/ 60419 w 5918780"/>
                <a:gd name="connsiteY7" fmla="*/ 2061275 h 4324027"/>
                <a:gd name="connsiteX8" fmla="*/ 509870 w 5918780"/>
                <a:gd name="connsiteY8" fmla="*/ 1100380 h 4324027"/>
                <a:gd name="connsiteX9" fmla="*/ 835335 w 5918780"/>
                <a:gd name="connsiteY9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842549 h 5166576"/>
                <a:gd name="connsiteX1" fmla="*/ 5160138 w 5904057"/>
                <a:gd name="connsiteY1" fmla="*/ 889045 h 5166576"/>
                <a:gd name="connsiteX2" fmla="*/ 5439107 w 5904057"/>
                <a:gd name="connsiteY2" fmla="*/ 1958428 h 5166576"/>
                <a:gd name="connsiteX3" fmla="*/ 5904057 w 5904057"/>
                <a:gd name="connsiteY3" fmla="*/ 2965817 h 5166576"/>
                <a:gd name="connsiteX4" fmla="*/ 5826564 w 5904057"/>
                <a:gd name="connsiteY4" fmla="*/ 4112692 h 5166576"/>
                <a:gd name="connsiteX5" fmla="*/ 5454605 w 5904057"/>
                <a:gd name="connsiteY5" fmla="*/ 5104584 h 5166576"/>
                <a:gd name="connsiteX6" fmla="*/ 541643 w 5904057"/>
                <a:gd name="connsiteY6" fmla="*/ 5166576 h 5166576"/>
                <a:gd name="connsiteX7" fmla="*/ 92191 w 5904057"/>
                <a:gd name="connsiteY7" fmla="*/ 4066197 h 5166576"/>
                <a:gd name="connsiteX8" fmla="*/ 45696 w 5904057"/>
                <a:gd name="connsiteY8" fmla="*/ 2903824 h 5166576"/>
                <a:gd name="connsiteX9" fmla="*/ 495147 w 5904057"/>
                <a:gd name="connsiteY9" fmla="*/ 1942929 h 5166576"/>
                <a:gd name="connsiteX10" fmla="*/ 820612 w 5904057"/>
                <a:gd name="connsiteY10" fmla="*/ 842549 h 5166576"/>
                <a:gd name="connsiteX0" fmla="*/ 820612 w 5904057"/>
                <a:gd name="connsiteY0" fmla="*/ 1221493 h 5545520"/>
                <a:gd name="connsiteX1" fmla="*/ 5160138 w 5904057"/>
                <a:gd name="connsiteY1" fmla="*/ 1267989 h 5545520"/>
                <a:gd name="connsiteX2" fmla="*/ 5439107 w 5904057"/>
                <a:gd name="connsiteY2" fmla="*/ 2337372 h 5545520"/>
                <a:gd name="connsiteX3" fmla="*/ 5904057 w 5904057"/>
                <a:gd name="connsiteY3" fmla="*/ 3344761 h 5545520"/>
                <a:gd name="connsiteX4" fmla="*/ 5826564 w 5904057"/>
                <a:gd name="connsiteY4" fmla="*/ 4491636 h 5545520"/>
                <a:gd name="connsiteX5" fmla="*/ 5454605 w 5904057"/>
                <a:gd name="connsiteY5" fmla="*/ 5483528 h 5545520"/>
                <a:gd name="connsiteX6" fmla="*/ 541643 w 5904057"/>
                <a:gd name="connsiteY6" fmla="*/ 5545520 h 5545520"/>
                <a:gd name="connsiteX7" fmla="*/ 92191 w 5904057"/>
                <a:gd name="connsiteY7" fmla="*/ 4445141 h 5545520"/>
                <a:gd name="connsiteX8" fmla="*/ 45696 w 5904057"/>
                <a:gd name="connsiteY8" fmla="*/ 3282768 h 5545520"/>
                <a:gd name="connsiteX9" fmla="*/ 495147 w 5904057"/>
                <a:gd name="connsiteY9" fmla="*/ 2321873 h 5545520"/>
                <a:gd name="connsiteX10" fmla="*/ 820612 w 5904057"/>
                <a:gd name="connsiteY10" fmla="*/ 1221493 h 5545520"/>
                <a:gd name="connsiteX0" fmla="*/ 820612 w 5904057"/>
                <a:gd name="connsiteY0" fmla="*/ 1231966 h 5555993"/>
                <a:gd name="connsiteX1" fmla="*/ 5160138 w 5904057"/>
                <a:gd name="connsiteY1" fmla="*/ 1278462 h 5555993"/>
                <a:gd name="connsiteX2" fmla="*/ 5439107 w 5904057"/>
                <a:gd name="connsiteY2" fmla="*/ 2347845 h 5555993"/>
                <a:gd name="connsiteX3" fmla="*/ 5904057 w 5904057"/>
                <a:gd name="connsiteY3" fmla="*/ 3355234 h 5555993"/>
                <a:gd name="connsiteX4" fmla="*/ 5826564 w 5904057"/>
                <a:gd name="connsiteY4" fmla="*/ 4502109 h 5555993"/>
                <a:gd name="connsiteX5" fmla="*/ 5454605 w 5904057"/>
                <a:gd name="connsiteY5" fmla="*/ 5494001 h 5555993"/>
                <a:gd name="connsiteX6" fmla="*/ 541643 w 5904057"/>
                <a:gd name="connsiteY6" fmla="*/ 5555993 h 5555993"/>
                <a:gd name="connsiteX7" fmla="*/ 92191 w 5904057"/>
                <a:gd name="connsiteY7" fmla="*/ 4455614 h 5555993"/>
                <a:gd name="connsiteX8" fmla="*/ 45696 w 5904057"/>
                <a:gd name="connsiteY8" fmla="*/ 3293241 h 5555993"/>
                <a:gd name="connsiteX9" fmla="*/ 495147 w 5904057"/>
                <a:gd name="connsiteY9" fmla="*/ 2332346 h 5555993"/>
                <a:gd name="connsiteX10" fmla="*/ 820612 w 5904057"/>
                <a:gd name="connsiteY10" fmla="*/ 1231966 h 5555993"/>
                <a:gd name="connsiteX0" fmla="*/ 820612 w 5904057"/>
                <a:gd name="connsiteY0" fmla="*/ 1170207 h 5494234"/>
                <a:gd name="connsiteX1" fmla="*/ 5160138 w 5904057"/>
                <a:gd name="connsiteY1" fmla="*/ 1216703 h 5494234"/>
                <a:gd name="connsiteX2" fmla="*/ 5439107 w 5904057"/>
                <a:gd name="connsiteY2" fmla="*/ 2286086 h 5494234"/>
                <a:gd name="connsiteX3" fmla="*/ 5904057 w 5904057"/>
                <a:gd name="connsiteY3" fmla="*/ 3293475 h 5494234"/>
                <a:gd name="connsiteX4" fmla="*/ 5826564 w 5904057"/>
                <a:gd name="connsiteY4" fmla="*/ 4440350 h 5494234"/>
                <a:gd name="connsiteX5" fmla="*/ 5454605 w 5904057"/>
                <a:gd name="connsiteY5" fmla="*/ 5432242 h 5494234"/>
                <a:gd name="connsiteX6" fmla="*/ 541643 w 5904057"/>
                <a:gd name="connsiteY6" fmla="*/ 5494234 h 5494234"/>
                <a:gd name="connsiteX7" fmla="*/ 92191 w 5904057"/>
                <a:gd name="connsiteY7" fmla="*/ 4393855 h 5494234"/>
                <a:gd name="connsiteX8" fmla="*/ 45696 w 5904057"/>
                <a:gd name="connsiteY8" fmla="*/ 3231482 h 5494234"/>
                <a:gd name="connsiteX9" fmla="*/ 495147 w 5904057"/>
                <a:gd name="connsiteY9" fmla="*/ 2270587 h 5494234"/>
                <a:gd name="connsiteX10" fmla="*/ 820612 w 5904057"/>
                <a:gd name="connsiteY10" fmla="*/ 1170207 h 5494234"/>
                <a:gd name="connsiteX0" fmla="*/ 820612 w 5904057"/>
                <a:gd name="connsiteY0" fmla="*/ 1055915 h 5379942"/>
                <a:gd name="connsiteX1" fmla="*/ 5160138 w 5904057"/>
                <a:gd name="connsiteY1" fmla="*/ 1102411 h 5379942"/>
                <a:gd name="connsiteX2" fmla="*/ 5439107 w 5904057"/>
                <a:gd name="connsiteY2" fmla="*/ 2171794 h 5379942"/>
                <a:gd name="connsiteX3" fmla="*/ 5904057 w 5904057"/>
                <a:gd name="connsiteY3" fmla="*/ 3179183 h 5379942"/>
                <a:gd name="connsiteX4" fmla="*/ 5826564 w 5904057"/>
                <a:gd name="connsiteY4" fmla="*/ 4326058 h 5379942"/>
                <a:gd name="connsiteX5" fmla="*/ 5454605 w 5904057"/>
                <a:gd name="connsiteY5" fmla="*/ 5317950 h 5379942"/>
                <a:gd name="connsiteX6" fmla="*/ 541643 w 5904057"/>
                <a:gd name="connsiteY6" fmla="*/ 5379942 h 5379942"/>
                <a:gd name="connsiteX7" fmla="*/ 92191 w 5904057"/>
                <a:gd name="connsiteY7" fmla="*/ 4279563 h 5379942"/>
                <a:gd name="connsiteX8" fmla="*/ 45696 w 5904057"/>
                <a:gd name="connsiteY8" fmla="*/ 3117190 h 5379942"/>
                <a:gd name="connsiteX9" fmla="*/ 495147 w 5904057"/>
                <a:gd name="connsiteY9" fmla="*/ 2156295 h 5379942"/>
                <a:gd name="connsiteX10" fmla="*/ 820612 w 5904057"/>
                <a:gd name="connsiteY10" fmla="*/ 1055915 h 5379942"/>
                <a:gd name="connsiteX0" fmla="*/ 820612 w 5904057"/>
                <a:gd name="connsiteY0" fmla="*/ 1055915 h 5379942"/>
                <a:gd name="connsiteX1" fmla="*/ 5160138 w 5904057"/>
                <a:gd name="connsiteY1" fmla="*/ 1102411 h 5379942"/>
                <a:gd name="connsiteX2" fmla="*/ 5439107 w 5904057"/>
                <a:gd name="connsiteY2" fmla="*/ 2171794 h 5379942"/>
                <a:gd name="connsiteX3" fmla="*/ 5904057 w 5904057"/>
                <a:gd name="connsiteY3" fmla="*/ 3179183 h 5379942"/>
                <a:gd name="connsiteX4" fmla="*/ 5826564 w 5904057"/>
                <a:gd name="connsiteY4" fmla="*/ 4326058 h 5379942"/>
                <a:gd name="connsiteX5" fmla="*/ 5454605 w 5904057"/>
                <a:gd name="connsiteY5" fmla="*/ 5317950 h 5379942"/>
                <a:gd name="connsiteX6" fmla="*/ 541643 w 5904057"/>
                <a:gd name="connsiteY6" fmla="*/ 5379942 h 5379942"/>
                <a:gd name="connsiteX7" fmla="*/ 92191 w 5904057"/>
                <a:gd name="connsiteY7" fmla="*/ 4279563 h 5379942"/>
                <a:gd name="connsiteX8" fmla="*/ 45696 w 5904057"/>
                <a:gd name="connsiteY8" fmla="*/ 3117190 h 5379942"/>
                <a:gd name="connsiteX9" fmla="*/ 495147 w 5904057"/>
                <a:gd name="connsiteY9" fmla="*/ 2156295 h 5379942"/>
                <a:gd name="connsiteX10" fmla="*/ 820612 w 5904057"/>
                <a:gd name="connsiteY10" fmla="*/ 1055915 h 5379942"/>
                <a:gd name="connsiteX0" fmla="*/ 820612 w 5904439"/>
                <a:gd name="connsiteY0" fmla="*/ 1055915 h 5379942"/>
                <a:gd name="connsiteX1" fmla="*/ 5160138 w 5904439"/>
                <a:gd name="connsiteY1" fmla="*/ 1102411 h 5379942"/>
                <a:gd name="connsiteX2" fmla="*/ 5439107 w 5904439"/>
                <a:gd name="connsiteY2" fmla="*/ 2171794 h 5379942"/>
                <a:gd name="connsiteX3" fmla="*/ 5904057 w 5904439"/>
                <a:gd name="connsiteY3" fmla="*/ 3179183 h 5379942"/>
                <a:gd name="connsiteX4" fmla="*/ 5826564 w 5904439"/>
                <a:gd name="connsiteY4" fmla="*/ 4326058 h 5379942"/>
                <a:gd name="connsiteX5" fmla="*/ 5454605 w 5904439"/>
                <a:gd name="connsiteY5" fmla="*/ 5317950 h 5379942"/>
                <a:gd name="connsiteX6" fmla="*/ 541643 w 5904439"/>
                <a:gd name="connsiteY6" fmla="*/ 5379942 h 5379942"/>
                <a:gd name="connsiteX7" fmla="*/ 92191 w 5904439"/>
                <a:gd name="connsiteY7" fmla="*/ 4279563 h 5379942"/>
                <a:gd name="connsiteX8" fmla="*/ 45696 w 5904439"/>
                <a:gd name="connsiteY8" fmla="*/ 3117190 h 5379942"/>
                <a:gd name="connsiteX9" fmla="*/ 495147 w 5904439"/>
                <a:gd name="connsiteY9" fmla="*/ 2156295 h 5379942"/>
                <a:gd name="connsiteX10" fmla="*/ 820612 w 5904439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62159 w 6116274"/>
                <a:gd name="connsiteY0" fmla="*/ 1055915 h 5379942"/>
                <a:gd name="connsiteX1" fmla="*/ 5201685 w 6116274"/>
                <a:gd name="connsiteY1" fmla="*/ 1102411 h 5379942"/>
                <a:gd name="connsiteX2" fmla="*/ 5480654 w 6116274"/>
                <a:gd name="connsiteY2" fmla="*/ 2171794 h 5379942"/>
                <a:gd name="connsiteX3" fmla="*/ 5945604 w 6116274"/>
                <a:gd name="connsiteY3" fmla="*/ 3179183 h 5379942"/>
                <a:gd name="connsiteX4" fmla="*/ 5868111 w 6116274"/>
                <a:gd name="connsiteY4" fmla="*/ 4326058 h 5379942"/>
                <a:gd name="connsiteX5" fmla="*/ 5496152 w 6116274"/>
                <a:gd name="connsiteY5" fmla="*/ 5317950 h 5379942"/>
                <a:gd name="connsiteX6" fmla="*/ 583190 w 6116274"/>
                <a:gd name="connsiteY6" fmla="*/ 5379942 h 5379942"/>
                <a:gd name="connsiteX7" fmla="*/ 133738 w 6116274"/>
                <a:gd name="connsiteY7" fmla="*/ 4279563 h 5379942"/>
                <a:gd name="connsiteX8" fmla="*/ 87243 w 6116274"/>
                <a:gd name="connsiteY8" fmla="*/ 3117190 h 5379942"/>
                <a:gd name="connsiteX9" fmla="*/ 536694 w 6116274"/>
                <a:gd name="connsiteY9" fmla="*/ 2156295 h 5379942"/>
                <a:gd name="connsiteX10" fmla="*/ 862159 w 6116274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986731 w 6240846"/>
                <a:gd name="connsiteY0" fmla="*/ 1055915 h 5379942"/>
                <a:gd name="connsiteX1" fmla="*/ 5326257 w 6240846"/>
                <a:gd name="connsiteY1" fmla="*/ 1102411 h 5379942"/>
                <a:gd name="connsiteX2" fmla="*/ 5605226 w 6240846"/>
                <a:gd name="connsiteY2" fmla="*/ 2171794 h 5379942"/>
                <a:gd name="connsiteX3" fmla="*/ 6070176 w 6240846"/>
                <a:gd name="connsiteY3" fmla="*/ 3179183 h 5379942"/>
                <a:gd name="connsiteX4" fmla="*/ 5992683 w 6240846"/>
                <a:gd name="connsiteY4" fmla="*/ 4326058 h 5379942"/>
                <a:gd name="connsiteX5" fmla="*/ 5620724 w 6240846"/>
                <a:gd name="connsiteY5" fmla="*/ 5317950 h 5379942"/>
                <a:gd name="connsiteX6" fmla="*/ 707762 w 6240846"/>
                <a:gd name="connsiteY6" fmla="*/ 5379942 h 5379942"/>
                <a:gd name="connsiteX7" fmla="*/ 258310 w 6240846"/>
                <a:gd name="connsiteY7" fmla="*/ 4279563 h 5379942"/>
                <a:gd name="connsiteX8" fmla="*/ 211815 w 6240846"/>
                <a:gd name="connsiteY8" fmla="*/ 3117190 h 5379942"/>
                <a:gd name="connsiteX9" fmla="*/ 661266 w 6240846"/>
                <a:gd name="connsiteY9" fmla="*/ 2156295 h 5379942"/>
                <a:gd name="connsiteX10" fmla="*/ 986731 w 6240846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6323763"/>
                <a:gd name="connsiteX1" fmla="*/ 5344125 w 6258714"/>
                <a:gd name="connsiteY1" fmla="*/ 1102411 h 6323763"/>
                <a:gd name="connsiteX2" fmla="*/ 5623094 w 6258714"/>
                <a:gd name="connsiteY2" fmla="*/ 2171794 h 6323763"/>
                <a:gd name="connsiteX3" fmla="*/ 6088044 w 6258714"/>
                <a:gd name="connsiteY3" fmla="*/ 3179183 h 6323763"/>
                <a:gd name="connsiteX4" fmla="*/ 6010551 w 6258714"/>
                <a:gd name="connsiteY4" fmla="*/ 4326058 h 6323763"/>
                <a:gd name="connsiteX5" fmla="*/ 5638592 w 6258714"/>
                <a:gd name="connsiteY5" fmla="*/ 5317950 h 6323763"/>
                <a:gd name="connsiteX6" fmla="*/ 725630 w 6258714"/>
                <a:gd name="connsiteY6" fmla="*/ 5379942 h 6323763"/>
                <a:gd name="connsiteX7" fmla="*/ 276178 w 6258714"/>
                <a:gd name="connsiteY7" fmla="*/ 4279563 h 6323763"/>
                <a:gd name="connsiteX8" fmla="*/ 229683 w 6258714"/>
                <a:gd name="connsiteY8" fmla="*/ 3117190 h 6323763"/>
                <a:gd name="connsiteX9" fmla="*/ 679134 w 6258714"/>
                <a:gd name="connsiteY9" fmla="*/ 2156295 h 6323763"/>
                <a:gd name="connsiteX10" fmla="*/ 1004599 w 6258714"/>
                <a:gd name="connsiteY10" fmla="*/ 1055915 h 6323763"/>
                <a:gd name="connsiteX0" fmla="*/ 1004599 w 6258714"/>
                <a:gd name="connsiteY0" fmla="*/ 1055915 h 6896939"/>
                <a:gd name="connsiteX1" fmla="*/ 5344125 w 6258714"/>
                <a:gd name="connsiteY1" fmla="*/ 1102411 h 6896939"/>
                <a:gd name="connsiteX2" fmla="*/ 5623094 w 6258714"/>
                <a:gd name="connsiteY2" fmla="*/ 2171794 h 6896939"/>
                <a:gd name="connsiteX3" fmla="*/ 6088044 w 6258714"/>
                <a:gd name="connsiteY3" fmla="*/ 3179183 h 6896939"/>
                <a:gd name="connsiteX4" fmla="*/ 6010551 w 6258714"/>
                <a:gd name="connsiteY4" fmla="*/ 4326058 h 6896939"/>
                <a:gd name="connsiteX5" fmla="*/ 5638592 w 6258714"/>
                <a:gd name="connsiteY5" fmla="*/ 5317950 h 6896939"/>
                <a:gd name="connsiteX6" fmla="*/ 725630 w 6258714"/>
                <a:gd name="connsiteY6" fmla="*/ 5379942 h 6896939"/>
                <a:gd name="connsiteX7" fmla="*/ 276178 w 6258714"/>
                <a:gd name="connsiteY7" fmla="*/ 4279563 h 6896939"/>
                <a:gd name="connsiteX8" fmla="*/ 229683 w 6258714"/>
                <a:gd name="connsiteY8" fmla="*/ 3117190 h 6896939"/>
                <a:gd name="connsiteX9" fmla="*/ 679134 w 6258714"/>
                <a:gd name="connsiteY9" fmla="*/ 2156295 h 6896939"/>
                <a:gd name="connsiteX10" fmla="*/ 1004599 w 6258714"/>
                <a:gd name="connsiteY10" fmla="*/ 1055915 h 6896939"/>
                <a:gd name="connsiteX0" fmla="*/ 1004599 w 6258714"/>
                <a:gd name="connsiteY0" fmla="*/ 1055915 h 6415055"/>
                <a:gd name="connsiteX1" fmla="*/ 5344125 w 6258714"/>
                <a:gd name="connsiteY1" fmla="*/ 1102411 h 6415055"/>
                <a:gd name="connsiteX2" fmla="*/ 5623094 w 6258714"/>
                <a:gd name="connsiteY2" fmla="*/ 2171794 h 6415055"/>
                <a:gd name="connsiteX3" fmla="*/ 6088044 w 6258714"/>
                <a:gd name="connsiteY3" fmla="*/ 3179183 h 6415055"/>
                <a:gd name="connsiteX4" fmla="*/ 6010551 w 6258714"/>
                <a:gd name="connsiteY4" fmla="*/ 4326058 h 6415055"/>
                <a:gd name="connsiteX5" fmla="*/ 5638592 w 6258714"/>
                <a:gd name="connsiteY5" fmla="*/ 5317950 h 6415055"/>
                <a:gd name="connsiteX6" fmla="*/ 1274689 w 6258714"/>
                <a:gd name="connsiteY6" fmla="*/ 6414939 h 6415055"/>
                <a:gd name="connsiteX7" fmla="*/ 725630 w 6258714"/>
                <a:gd name="connsiteY7" fmla="*/ 5379942 h 6415055"/>
                <a:gd name="connsiteX8" fmla="*/ 276178 w 6258714"/>
                <a:gd name="connsiteY8" fmla="*/ 4279563 h 6415055"/>
                <a:gd name="connsiteX9" fmla="*/ 229683 w 6258714"/>
                <a:gd name="connsiteY9" fmla="*/ 3117190 h 6415055"/>
                <a:gd name="connsiteX10" fmla="*/ 679134 w 6258714"/>
                <a:gd name="connsiteY10" fmla="*/ 2156295 h 6415055"/>
                <a:gd name="connsiteX11" fmla="*/ 1004599 w 6258714"/>
                <a:gd name="connsiteY11" fmla="*/ 1055915 h 6415055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44325"/>
                <a:gd name="connsiteX1" fmla="*/ 5344125 w 6258714"/>
                <a:gd name="connsiteY1" fmla="*/ 1102411 h 6444325"/>
                <a:gd name="connsiteX2" fmla="*/ 5623094 w 6258714"/>
                <a:gd name="connsiteY2" fmla="*/ 2171794 h 6444325"/>
                <a:gd name="connsiteX3" fmla="*/ 6088044 w 6258714"/>
                <a:gd name="connsiteY3" fmla="*/ 3179183 h 6444325"/>
                <a:gd name="connsiteX4" fmla="*/ 6010551 w 6258714"/>
                <a:gd name="connsiteY4" fmla="*/ 4326058 h 6444325"/>
                <a:gd name="connsiteX5" fmla="*/ 5638592 w 6258714"/>
                <a:gd name="connsiteY5" fmla="*/ 5317950 h 6444325"/>
                <a:gd name="connsiteX6" fmla="*/ 5056114 w 6258714"/>
                <a:gd name="connsiteY6" fmla="*/ 6395889 h 6444325"/>
                <a:gd name="connsiteX7" fmla="*/ 1274689 w 6258714"/>
                <a:gd name="connsiteY7" fmla="*/ 6414939 h 6444325"/>
                <a:gd name="connsiteX8" fmla="*/ 725630 w 6258714"/>
                <a:gd name="connsiteY8" fmla="*/ 5379942 h 6444325"/>
                <a:gd name="connsiteX9" fmla="*/ 276178 w 6258714"/>
                <a:gd name="connsiteY9" fmla="*/ 4279563 h 6444325"/>
                <a:gd name="connsiteX10" fmla="*/ 229683 w 6258714"/>
                <a:gd name="connsiteY10" fmla="*/ 3117190 h 6444325"/>
                <a:gd name="connsiteX11" fmla="*/ 679134 w 6258714"/>
                <a:gd name="connsiteY11" fmla="*/ 2156295 h 6444325"/>
                <a:gd name="connsiteX12" fmla="*/ 1004599 w 6258714"/>
                <a:gd name="connsiteY12" fmla="*/ 1055915 h 6444325"/>
                <a:gd name="connsiteX0" fmla="*/ 1004599 w 6258714"/>
                <a:gd name="connsiteY0" fmla="*/ 1055915 h 6447577"/>
                <a:gd name="connsiteX1" fmla="*/ 5344125 w 6258714"/>
                <a:gd name="connsiteY1" fmla="*/ 1102411 h 6447577"/>
                <a:gd name="connsiteX2" fmla="*/ 5623094 w 6258714"/>
                <a:gd name="connsiteY2" fmla="*/ 2171794 h 6447577"/>
                <a:gd name="connsiteX3" fmla="*/ 6088044 w 6258714"/>
                <a:gd name="connsiteY3" fmla="*/ 3179183 h 6447577"/>
                <a:gd name="connsiteX4" fmla="*/ 6010551 w 6258714"/>
                <a:gd name="connsiteY4" fmla="*/ 4326058 h 6447577"/>
                <a:gd name="connsiteX5" fmla="*/ 5638592 w 6258714"/>
                <a:gd name="connsiteY5" fmla="*/ 5317950 h 6447577"/>
                <a:gd name="connsiteX6" fmla="*/ 5113264 w 6258714"/>
                <a:gd name="connsiteY6" fmla="*/ 6405414 h 6447577"/>
                <a:gd name="connsiteX7" fmla="*/ 1274689 w 6258714"/>
                <a:gd name="connsiteY7" fmla="*/ 6414939 h 6447577"/>
                <a:gd name="connsiteX8" fmla="*/ 725630 w 6258714"/>
                <a:gd name="connsiteY8" fmla="*/ 5379942 h 6447577"/>
                <a:gd name="connsiteX9" fmla="*/ 276178 w 6258714"/>
                <a:gd name="connsiteY9" fmla="*/ 4279563 h 6447577"/>
                <a:gd name="connsiteX10" fmla="*/ 229683 w 6258714"/>
                <a:gd name="connsiteY10" fmla="*/ 3117190 h 6447577"/>
                <a:gd name="connsiteX11" fmla="*/ 679134 w 6258714"/>
                <a:gd name="connsiteY11" fmla="*/ 2156295 h 6447577"/>
                <a:gd name="connsiteX12" fmla="*/ 1004599 w 6258714"/>
                <a:gd name="connsiteY12" fmla="*/ 1055915 h 6447577"/>
                <a:gd name="connsiteX0" fmla="*/ 1004599 w 6258714"/>
                <a:gd name="connsiteY0" fmla="*/ 1055915 h 6447577"/>
                <a:gd name="connsiteX1" fmla="*/ 5344125 w 6258714"/>
                <a:gd name="connsiteY1" fmla="*/ 1102411 h 6447577"/>
                <a:gd name="connsiteX2" fmla="*/ 5623094 w 6258714"/>
                <a:gd name="connsiteY2" fmla="*/ 2171794 h 6447577"/>
                <a:gd name="connsiteX3" fmla="*/ 6088044 w 6258714"/>
                <a:gd name="connsiteY3" fmla="*/ 3179183 h 6447577"/>
                <a:gd name="connsiteX4" fmla="*/ 6010551 w 6258714"/>
                <a:gd name="connsiteY4" fmla="*/ 4287958 h 6447577"/>
                <a:gd name="connsiteX5" fmla="*/ 5638592 w 6258714"/>
                <a:gd name="connsiteY5" fmla="*/ 5317950 h 6447577"/>
                <a:gd name="connsiteX6" fmla="*/ 5113264 w 6258714"/>
                <a:gd name="connsiteY6" fmla="*/ 6405414 h 6447577"/>
                <a:gd name="connsiteX7" fmla="*/ 1274689 w 6258714"/>
                <a:gd name="connsiteY7" fmla="*/ 6414939 h 6447577"/>
                <a:gd name="connsiteX8" fmla="*/ 725630 w 6258714"/>
                <a:gd name="connsiteY8" fmla="*/ 5379942 h 6447577"/>
                <a:gd name="connsiteX9" fmla="*/ 276178 w 6258714"/>
                <a:gd name="connsiteY9" fmla="*/ 4279563 h 6447577"/>
                <a:gd name="connsiteX10" fmla="*/ 229683 w 6258714"/>
                <a:gd name="connsiteY10" fmla="*/ 3117190 h 6447577"/>
                <a:gd name="connsiteX11" fmla="*/ 679134 w 6258714"/>
                <a:gd name="connsiteY11" fmla="*/ 2156295 h 6447577"/>
                <a:gd name="connsiteX12" fmla="*/ 1004599 w 6258714"/>
                <a:gd name="connsiteY12" fmla="*/ 1055915 h 64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58714" h="6447577">
                  <a:moveTo>
                    <a:pt x="1004599" y="1055915"/>
                  </a:moveTo>
                  <a:cubicBezTo>
                    <a:pt x="1592028" y="-580016"/>
                    <a:pt x="5107991" y="-117004"/>
                    <a:pt x="5344125" y="1102411"/>
                  </a:cubicBezTo>
                  <a:cubicBezTo>
                    <a:pt x="5803907" y="1386547"/>
                    <a:pt x="5891732" y="1918655"/>
                    <a:pt x="5623094" y="2171794"/>
                  </a:cubicBezTo>
                  <a:cubicBezTo>
                    <a:pt x="6119039" y="2486927"/>
                    <a:pt x="6088044" y="2879549"/>
                    <a:pt x="6088044" y="3179183"/>
                  </a:cubicBezTo>
                  <a:cubicBezTo>
                    <a:pt x="6480667" y="3675129"/>
                    <a:pt x="6082877" y="3977992"/>
                    <a:pt x="6010551" y="4287958"/>
                  </a:cubicBezTo>
                  <a:cubicBezTo>
                    <a:pt x="6165535" y="4804569"/>
                    <a:pt x="5824572" y="5173299"/>
                    <a:pt x="5638592" y="5317950"/>
                  </a:cubicBezTo>
                  <a:cubicBezTo>
                    <a:pt x="5781144" y="5683559"/>
                    <a:pt x="5840581" y="6222583"/>
                    <a:pt x="5113264" y="6405414"/>
                  </a:cubicBezTo>
                  <a:cubicBezTo>
                    <a:pt x="4404997" y="6445370"/>
                    <a:pt x="1898011" y="6471551"/>
                    <a:pt x="1274689" y="6414939"/>
                  </a:cubicBezTo>
                  <a:cubicBezTo>
                    <a:pt x="651367" y="6358327"/>
                    <a:pt x="426911" y="5691388"/>
                    <a:pt x="725630" y="5379942"/>
                  </a:cubicBezTo>
                  <a:cubicBezTo>
                    <a:pt x="136694" y="5131969"/>
                    <a:pt x="234849" y="4563698"/>
                    <a:pt x="276178" y="4279563"/>
                  </a:cubicBezTo>
                  <a:cubicBezTo>
                    <a:pt x="-224934" y="3731957"/>
                    <a:pt x="79866" y="3303170"/>
                    <a:pt x="229683" y="3117190"/>
                  </a:cubicBezTo>
                  <a:cubicBezTo>
                    <a:pt x="85032" y="2512755"/>
                    <a:pt x="459575" y="2251868"/>
                    <a:pt x="679134" y="2156295"/>
                  </a:cubicBezTo>
                  <a:cubicBezTo>
                    <a:pt x="393922" y="1395802"/>
                    <a:pt x="756411" y="1295708"/>
                    <a:pt x="1004599" y="1055915"/>
                  </a:cubicBezTo>
                  <a:close/>
                </a:path>
              </a:pathLst>
            </a:custGeom>
            <a:solidFill>
              <a:srgbClr val="FFCD17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F81253A-1A25-B6B4-D948-3B8A62957DFE}"/>
                </a:ext>
              </a:extLst>
            </p:cNvPr>
            <p:cNvSpPr/>
            <p:nvPr/>
          </p:nvSpPr>
          <p:spPr>
            <a:xfrm>
              <a:off x="2616200" y="6121400"/>
              <a:ext cx="4940300" cy="125502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40300" h="125502">
                  <a:moveTo>
                    <a:pt x="0" y="50800"/>
                  </a:moveTo>
                  <a:cubicBezTo>
                    <a:pt x="1608667" y="125307"/>
                    <a:pt x="2744893" y="192193"/>
                    <a:pt x="4940300" y="0"/>
                  </a:cubicBezTo>
                  <a:lnTo>
                    <a:pt x="4940300" y="0"/>
                  </a:ln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E84260E-9BEB-94EB-8623-8271B20C7815}"/>
                </a:ext>
              </a:extLst>
            </p:cNvPr>
            <p:cNvSpPr/>
            <p:nvPr/>
          </p:nvSpPr>
          <p:spPr>
            <a:xfrm>
              <a:off x="2159000" y="5029820"/>
              <a:ext cx="5763260" cy="159753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4F78109-8B6E-5841-4654-D13F95CFC8B2}"/>
                </a:ext>
              </a:extLst>
            </p:cNvPr>
            <p:cNvSpPr/>
            <p:nvPr/>
          </p:nvSpPr>
          <p:spPr>
            <a:xfrm>
              <a:off x="2136139" y="3886200"/>
              <a:ext cx="5855335" cy="227387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9116DED-C3D6-8BFC-96EE-4289E5C1E14B}"/>
                </a:ext>
              </a:extLst>
            </p:cNvPr>
            <p:cNvSpPr/>
            <p:nvPr/>
          </p:nvSpPr>
          <p:spPr>
            <a:xfrm>
              <a:off x="2552699" y="2954373"/>
              <a:ext cx="5003801" cy="129287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E30CB3E-B466-947D-ED28-0444A994784D}"/>
                </a:ext>
              </a:extLst>
            </p:cNvPr>
            <p:cNvSpPr/>
            <p:nvPr/>
          </p:nvSpPr>
          <p:spPr>
            <a:xfrm>
              <a:off x="2890838" y="1841800"/>
              <a:ext cx="4348162" cy="197595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0F4CC3B-7C5F-6DF7-EF18-2B80973F45C5}"/>
                </a:ext>
              </a:extLst>
            </p:cNvPr>
            <p:cNvSpPr/>
            <p:nvPr/>
          </p:nvSpPr>
          <p:spPr>
            <a:xfrm>
              <a:off x="4072067" y="5397217"/>
              <a:ext cx="1905646" cy="1825065"/>
            </a:xfrm>
            <a:custGeom>
              <a:avLst/>
              <a:gdLst>
                <a:gd name="connsiteX0" fmla="*/ 905258 w 1905646"/>
                <a:gd name="connsiteY0" fmla="*/ 0 h 1825065"/>
                <a:gd name="connsiteX1" fmla="*/ 1000388 w 1905646"/>
                <a:gd name="connsiteY1" fmla="*/ 0 h 1825065"/>
                <a:gd name="connsiteX2" fmla="*/ 1905646 w 1905646"/>
                <a:gd name="connsiteY2" fmla="*/ 905258 h 1825065"/>
                <a:gd name="connsiteX3" fmla="*/ 1905646 w 1905646"/>
                <a:gd name="connsiteY3" fmla="*/ 1813255 h 1825065"/>
                <a:gd name="connsiteX4" fmla="*/ 1854152 w 1905646"/>
                <a:gd name="connsiteY4" fmla="*/ 1814219 h 1825065"/>
                <a:gd name="connsiteX5" fmla="*/ 118010 w 1905646"/>
                <a:gd name="connsiteY5" fmla="*/ 1823351 h 1825065"/>
                <a:gd name="connsiteX6" fmla="*/ 0 w 1905646"/>
                <a:gd name="connsiteY6" fmla="*/ 1822034 h 1825065"/>
                <a:gd name="connsiteX7" fmla="*/ 0 w 1905646"/>
                <a:gd name="connsiteY7" fmla="*/ 905258 h 1825065"/>
                <a:gd name="connsiteX8" fmla="*/ 905258 w 1905646"/>
                <a:gd name="connsiteY8" fmla="*/ 0 h 18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646" h="1825065">
                  <a:moveTo>
                    <a:pt x="905258" y="0"/>
                  </a:moveTo>
                  <a:lnTo>
                    <a:pt x="1000388" y="0"/>
                  </a:lnTo>
                  <a:cubicBezTo>
                    <a:pt x="1500348" y="0"/>
                    <a:pt x="1905646" y="405298"/>
                    <a:pt x="1905646" y="905258"/>
                  </a:cubicBezTo>
                  <a:lnTo>
                    <a:pt x="1905646" y="1813255"/>
                  </a:lnTo>
                  <a:lnTo>
                    <a:pt x="1854152" y="1814219"/>
                  </a:lnTo>
                  <a:cubicBezTo>
                    <a:pt x="1301830" y="1823447"/>
                    <a:pt x="658386" y="1827704"/>
                    <a:pt x="118010" y="1823351"/>
                  </a:cubicBezTo>
                  <a:lnTo>
                    <a:pt x="0" y="1822034"/>
                  </a:lnTo>
                  <a:lnTo>
                    <a:pt x="0" y="905258"/>
                  </a:lnTo>
                  <a:cubicBezTo>
                    <a:pt x="0" y="405298"/>
                    <a:pt x="405298" y="0"/>
                    <a:pt x="905258" y="0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F8D3A78-38E8-39E7-32A0-4482BFEF8148}"/>
              </a:ext>
            </a:extLst>
          </p:cNvPr>
          <p:cNvGrpSpPr/>
          <p:nvPr/>
        </p:nvGrpSpPr>
        <p:grpSpPr>
          <a:xfrm>
            <a:off x="-4395102" y="506756"/>
            <a:ext cx="6258714" cy="6447577"/>
            <a:chOff x="1895533" y="786396"/>
            <a:chExt cx="6258714" cy="6447577"/>
          </a:xfrm>
        </p:grpSpPr>
        <p:sp>
          <p:nvSpPr>
            <p:cNvPr id="24" name="Rectangle 1">
              <a:extLst>
                <a:ext uri="{FF2B5EF4-FFF2-40B4-BE49-F238E27FC236}">
                  <a16:creationId xmlns:a16="http://schemas.microsoft.com/office/drawing/2014/main" id="{F5AB5833-9516-6966-C5B6-8EC22BF769A4}"/>
                </a:ext>
              </a:extLst>
            </p:cNvPr>
            <p:cNvSpPr/>
            <p:nvPr/>
          </p:nvSpPr>
          <p:spPr>
            <a:xfrm>
              <a:off x="1895533" y="786396"/>
              <a:ext cx="6258714" cy="6447577"/>
            </a:xfrm>
            <a:custGeom>
              <a:avLst/>
              <a:gdLst>
                <a:gd name="connsiteX0" fmla="*/ 0 w 1906292"/>
                <a:gd name="connsiteY0" fmla="*/ 0 h 2045776"/>
                <a:gd name="connsiteX1" fmla="*/ 1906292 w 1906292"/>
                <a:gd name="connsiteY1" fmla="*/ 0 h 2045776"/>
                <a:gd name="connsiteX2" fmla="*/ 1906292 w 1906292"/>
                <a:gd name="connsiteY2" fmla="*/ 2045776 h 2045776"/>
                <a:gd name="connsiteX3" fmla="*/ 0 w 1906292"/>
                <a:gd name="connsiteY3" fmla="*/ 2045776 h 2045776"/>
                <a:gd name="connsiteX4" fmla="*/ 0 w 1906292"/>
                <a:gd name="connsiteY4" fmla="*/ 0 h 2045776"/>
                <a:gd name="connsiteX0" fmla="*/ 0 w 2681207"/>
                <a:gd name="connsiteY0" fmla="*/ 449450 h 2045776"/>
                <a:gd name="connsiteX1" fmla="*/ 2681207 w 2681207"/>
                <a:gd name="connsiteY1" fmla="*/ 0 h 2045776"/>
                <a:gd name="connsiteX2" fmla="*/ 2681207 w 2681207"/>
                <a:gd name="connsiteY2" fmla="*/ 2045776 h 2045776"/>
                <a:gd name="connsiteX3" fmla="*/ 774915 w 2681207"/>
                <a:gd name="connsiteY3" fmla="*/ 2045776 h 2045776"/>
                <a:gd name="connsiteX4" fmla="*/ 0 w 2681207"/>
                <a:gd name="connsiteY4" fmla="*/ 449450 h 2045776"/>
                <a:gd name="connsiteX0" fmla="*/ 0 w 4339526"/>
                <a:gd name="connsiteY0" fmla="*/ 0 h 1596326"/>
                <a:gd name="connsiteX1" fmla="*/ 4339526 w 4339526"/>
                <a:gd name="connsiteY1" fmla="*/ 46496 h 1596326"/>
                <a:gd name="connsiteX2" fmla="*/ 2681207 w 4339526"/>
                <a:gd name="connsiteY2" fmla="*/ 1596326 h 1596326"/>
                <a:gd name="connsiteX3" fmla="*/ 774915 w 4339526"/>
                <a:gd name="connsiteY3" fmla="*/ 1596326 h 1596326"/>
                <a:gd name="connsiteX4" fmla="*/ 0 w 4339526"/>
                <a:gd name="connsiteY4" fmla="*/ 0 h 1596326"/>
                <a:gd name="connsiteX0" fmla="*/ 0 w 4673538"/>
                <a:gd name="connsiteY0" fmla="*/ 0 h 1596326"/>
                <a:gd name="connsiteX1" fmla="*/ 4339526 w 4673538"/>
                <a:gd name="connsiteY1" fmla="*/ 46496 h 1596326"/>
                <a:gd name="connsiteX2" fmla="*/ 4618495 w 4673538"/>
                <a:gd name="connsiteY2" fmla="*/ 1115879 h 1596326"/>
                <a:gd name="connsiteX3" fmla="*/ 2681207 w 4673538"/>
                <a:gd name="connsiteY3" fmla="*/ 1596326 h 1596326"/>
                <a:gd name="connsiteX4" fmla="*/ 774915 w 4673538"/>
                <a:gd name="connsiteY4" fmla="*/ 1596326 h 1596326"/>
                <a:gd name="connsiteX5" fmla="*/ 0 w 4673538"/>
                <a:gd name="connsiteY5" fmla="*/ 0 h 1596326"/>
                <a:gd name="connsiteX0" fmla="*/ 325465 w 4999003"/>
                <a:gd name="connsiteY0" fmla="*/ 0 h 1596326"/>
                <a:gd name="connsiteX1" fmla="*/ 4664991 w 4999003"/>
                <a:gd name="connsiteY1" fmla="*/ 46496 h 1596326"/>
                <a:gd name="connsiteX2" fmla="*/ 4943960 w 4999003"/>
                <a:gd name="connsiteY2" fmla="*/ 1115879 h 1596326"/>
                <a:gd name="connsiteX3" fmla="*/ 3006672 w 4999003"/>
                <a:gd name="connsiteY3" fmla="*/ 1596326 h 1596326"/>
                <a:gd name="connsiteX4" fmla="*/ 1100380 w 4999003"/>
                <a:gd name="connsiteY4" fmla="*/ 1596326 h 1596326"/>
                <a:gd name="connsiteX5" fmla="*/ 0 w 4999003"/>
                <a:gd name="connsiteY5" fmla="*/ 1100380 h 1596326"/>
                <a:gd name="connsiteX6" fmla="*/ 325465 w 4999003"/>
                <a:gd name="connsiteY6" fmla="*/ 0 h 1596326"/>
                <a:gd name="connsiteX0" fmla="*/ 325465 w 4999003"/>
                <a:gd name="connsiteY0" fmla="*/ 0 h 4324027"/>
                <a:gd name="connsiteX1" fmla="*/ 4664991 w 4999003"/>
                <a:gd name="connsiteY1" fmla="*/ 46496 h 4324027"/>
                <a:gd name="connsiteX2" fmla="*/ 4943960 w 4999003"/>
                <a:gd name="connsiteY2" fmla="*/ 1115879 h 4324027"/>
                <a:gd name="connsiteX3" fmla="*/ 3006672 w 4999003"/>
                <a:gd name="connsiteY3" fmla="*/ 1596326 h 4324027"/>
                <a:gd name="connsiteX4" fmla="*/ 46496 w 4999003"/>
                <a:gd name="connsiteY4" fmla="*/ 4324027 h 4324027"/>
                <a:gd name="connsiteX5" fmla="*/ 0 w 4999003"/>
                <a:gd name="connsiteY5" fmla="*/ 1100380 h 4324027"/>
                <a:gd name="connsiteX6" fmla="*/ 325465 w 4999003"/>
                <a:gd name="connsiteY6" fmla="*/ 0 h 4324027"/>
                <a:gd name="connsiteX0" fmla="*/ 325465 w 4999003"/>
                <a:gd name="connsiteY0" fmla="*/ 0 h 4324027"/>
                <a:gd name="connsiteX1" fmla="*/ 4664991 w 4999003"/>
                <a:gd name="connsiteY1" fmla="*/ 46496 h 4324027"/>
                <a:gd name="connsiteX2" fmla="*/ 4943960 w 4999003"/>
                <a:gd name="connsiteY2" fmla="*/ 1115879 h 4324027"/>
                <a:gd name="connsiteX3" fmla="*/ 4959458 w 4999003"/>
                <a:gd name="connsiteY3" fmla="*/ 4262035 h 4324027"/>
                <a:gd name="connsiteX4" fmla="*/ 46496 w 4999003"/>
                <a:gd name="connsiteY4" fmla="*/ 4324027 h 4324027"/>
                <a:gd name="connsiteX5" fmla="*/ 0 w 4999003"/>
                <a:gd name="connsiteY5" fmla="*/ 1100380 h 4324027"/>
                <a:gd name="connsiteX6" fmla="*/ 325465 w 4999003"/>
                <a:gd name="connsiteY6" fmla="*/ 0 h 4324027"/>
                <a:gd name="connsiteX0" fmla="*/ 325465 w 5408910"/>
                <a:gd name="connsiteY0" fmla="*/ 0 h 4324027"/>
                <a:gd name="connsiteX1" fmla="*/ 4664991 w 5408910"/>
                <a:gd name="connsiteY1" fmla="*/ 46496 h 4324027"/>
                <a:gd name="connsiteX2" fmla="*/ 4943960 w 5408910"/>
                <a:gd name="connsiteY2" fmla="*/ 1115879 h 4324027"/>
                <a:gd name="connsiteX3" fmla="*/ 5408910 w 5408910"/>
                <a:gd name="connsiteY3" fmla="*/ 2123268 h 4324027"/>
                <a:gd name="connsiteX4" fmla="*/ 4959458 w 5408910"/>
                <a:gd name="connsiteY4" fmla="*/ 4262035 h 4324027"/>
                <a:gd name="connsiteX5" fmla="*/ 46496 w 5408910"/>
                <a:gd name="connsiteY5" fmla="*/ 4324027 h 4324027"/>
                <a:gd name="connsiteX6" fmla="*/ 0 w 5408910"/>
                <a:gd name="connsiteY6" fmla="*/ 1100380 h 4324027"/>
                <a:gd name="connsiteX7" fmla="*/ 325465 w 5408910"/>
                <a:gd name="connsiteY7" fmla="*/ 0 h 4324027"/>
                <a:gd name="connsiteX0" fmla="*/ 325465 w 5408910"/>
                <a:gd name="connsiteY0" fmla="*/ 0 h 4324027"/>
                <a:gd name="connsiteX1" fmla="*/ 4664991 w 5408910"/>
                <a:gd name="connsiteY1" fmla="*/ 46496 h 4324027"/>
                <a:gd name="connsiteX2" fmla="*/ 4943960 w 5408910"/>
                <a:gd name="connsiteY2" fmla="*/ 1115879 h 4324027"/>
                <a:gd name="connsiteX3" fmla="*/ 5408910 w 5408910"/>
                <a:gd name="connsiteY3" fmla="*/ 2123268 h 4324027"/>
                <a:gd name="connsiteX4" fmla="*/ 5331417 w 5408910"/>
                <a:gd name="connsiteY4" fmla="*/ 3270143 h 4324027"/>
                <a:gd name="connsiteX5" fmla="*/ 4959458 w 5408910"/>
                <a:gd name="connsiteY5" fmla="*/ 4262035 h 4324027"/>
                <a:gd name="connsiteX6" fmla="*/ 46496 w 5408910"/>
                <a:gd name="connsiteY6" fmla="*/ 4324027 h 4324027"/>
                <a:gd name="connsiteX7" fmla="*/ 0 w 5408910"/>
                <a:gd name="connsiteY7" fmla="*/ 1100380 h 4324027"/>
                <a:gd name="connsiteX8" fmla="*/ 325465 w 5408910"/>
                <a:gd name="connsiteY8" fmla="*/ 0 h 4324027"/>
                <a:gd name="connsiteX0" fmla="*/ 835335 w 5918780"/>
                <a:gd name="connsiteY0" fmla="*/ 0 h 4324027"/>
                <a:gd name="connsiteX1" fmla="*/ 5174861 w 5918780"/>
                <a:gd name="connsiteY1" fmla="*/ 46496 h 4324027"/>
                <a:gd name="connsiteX2" fmla="*/ 5453830 w 5918780"/>
                <a:gd name="connsiteY2" fmla="*/ 1115879 h 4324027"/>
                <a:gd name="connsiteX3" fmla="*/ 5918780 w 5918780"/>
                <a:gd name="connsiteY3" fmla="*/ 2123268 h 4324027"/>
                <a:gd name="connsiteX4" fmla="*/ 5841287 w 5918780"/>
                <a:gd name="connsiteY4" fmla="*/ 3270143 h 4324027"/>
                <a:gd name="connsiteX5" fmla="*/ 5469328 w 5918780"/>
                <a:gd name="connsiteY5" fmla="*/ 4262035 h 4324027"/>
                <a:gd name="connsiteX6" fmla="*/ 556366 w 5918780"/>
                <a:gd name="connsiteY6" fmla="*/ 4324027 h 4324027"/>
                <a:gd name="connsiteX7" fmla="*/ 60419 w 5918780"/>
                <a:gd name="connsiteY7" fmla="*/ 2061275 h 4324027"/>
                <a:gd name="connsiteX8" fmla="*/ 509870 w 5918780"/>
                <a:gd name="connsiteY8" fmla="*/ 1100380 h 4324027"/>
                <a:gd name="connsiteX9" fmla="*/ 835335 w 5918780"/>
                <a:gd name="connsiteY9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842549 h 5166576"/>
                <a:gd name="connsiteX1" fmla="*/ 5160138 w 5904057"/>
                <a:gd name="connsiteY1" fmla="*/ 889045 h 5166576"/>
                <a:gd name="connsiteX2" fmla="*/ 5439107 w 5904057"/>
                <a:gd name="connsiteY2" fmla="*/ 1958428 h 5166576"/>
                <a:gd name="connsiteX3" fmla="*/ 5904057 w 5904057"/>
                <a:gd name="connsiteY3" fmla="*/ 2965817 h 5166576"/>
                <a:gd name="connsiteX4" fmla="*/ 5826564 w 5904057"/>
                <a:gd name="connsiteY4" fmla="*/ 4112692 h 5166576"/>
                <a:gd name="connsiteX5" fmla="*/ 5454605 w 5904057"/>
                <a:gd name="connsiteY5" fmla="*/ 5104584 h 5166576"/>
                <a:gd name="connsiteX6" fmla="*/ 541643 w 5904057"/>
                <a:gd name="connsiteY6" fmla="*/ 5166576 h 5166576"/>
                <a:gd name="connsiteX7" fmla="*/ 92191 w 5904057"/>
                <a:gd name="connsiteY7" fmla="*/ 4066197 h 5166576"/>
                <a:gd name="connsiteX8" fmla="*/ 45696 w 5904057"/>
                <a:gd name="connsiteY8" fmla="*/ 2903824 h 5166576"/>
                <a:gd name="connsiteX9" fmla="*/ 495147 w 5904057"/>
                <a:gd name="connsiteY9" fmla="*/ 1942929 h 5166576"/>
                <a:gd name="connsiteX10" fmla="*/ 820612 w 5904057"/>
                <a:gd name="connsiteY10" fmla="*/ 842549 h 5166576"/>
                <a:gd name="connsiteX0" fmla="*/ 820612 w 5904057"/>
                <a:gd name="connsiteY0" fmla="*/ 1221493 h 5545520"/>
                <a:gd name="connsiteX1" fmla="*/ 5160138 w 5904057"/>
                <a:gd name="connsiteY1" fmla="*/ 1267989 h 5545520"/>
                <a:gd name="connsiteX2" fmla="*/ 5439107 w 5904057"/>
                <a:gd name="connsiteY2" fmla="*/ 2337372 h 5545520"/>
                <a:gd name="connsiteX3" fmla="*/ 5904057 w 5904057"/>
                <a:gd name="connsiteY3" fmla="*/ 3344761 h 5545520"/>
                <a:gd name="connsiteX4" fmla="*/ 5826564 w 5904057"/>
                <a:gd name="connsiteY4" fmla="*/ 4491636 h 5545520"/>
                <a:gd name="connsiteX5" fmla="*/ 5454605 w 5904057"/>
                <a:gd name="connsiteY5" fmla="*/ 5483528 h 5545520"/>
                <a:gd name="connsiteX6" fmla="*/ 541643 w 5904057"/>
                <a:gd name="connsiteY6" fmla="*/ 5545520 h 5545520"/>
                <a:gd name="connsiteX7" fmla="*/ 92191 w 5904057"/>
                <a:gd name="connsiteY7" fmla="*/ 4445141 h 5545520"/>
                <a:gd name="connsiteX8" fmla="*/ 45696 w 5904057"/>
                <a:gd name="connsiteY8" fmla="*/ 3282768 h 5545520"/>
                <a:gd name="connsiteX9" fmla="*/ 495147 w 5904057"/>
                <a:gd name="connsiteY9" fmla="*/ 2321873 h 5545520"/>
                <a:gd name="connsiteX10" fmla="*/ 820612 w 5904057"/>
                <a:gd name="connsiteY10" fmla="*/ 1221493 h 5545520"/>
                <a:gd name="connsiteX0" fmla="*/ 820612 w 5904057"/>
                <a:gd name="connsiteY0" fmla="*/ 1231966 h 5555993"/>
                <a:gd name="connsiteX1" fmla="*/ 5160138 w 5904057"/>
                <a:gd name="connsiteY1" fmla="*/ 1278462 h 5555993"/>
                <a:gd name="connsiteX2" fmla="*/ 5439107 w 5904057"/>
                <a:gd name="connsiteY2" fmla="*/ 2347845 h 5555993"/>
                <a:gd name="connsiteX3" fmla="*/ 5904057 w 5904057"/>
                <a:gd name="connsiteY3" fmla="*/ 3355234 h 5555993"/>
                <a:gd name="connsiteX4" fmla="*/ 5826564 w 5904057"/>
                <a:gd name="connsiteY4" fmla="*/ 4502109 h 5555993"/>
                <a:gd name="connsiteX5" fmla="*/ 5454605 w 5904057"/>
                <a:gd name="connsiteY5" fmla="*/ 5494001 h 5555993"/>
                <a:gd name="connsiteX6" fmla="*/ 541643 w 5904057"/>
                <a:gd name="connsiteY6" fmla="*/ 5555993 h 5555993"/>
                <a:gd name="connsiteX7" fmla="*/ 92191 w 5904057"/>
                <a:gd name="connsiteY7" fmla="*/ 4455614 h 5555993"/>
                <a:gd name="connsiteX8" fmla="*/ 45696 w 5904057"/>
                <a:gd name="connsiteY8" fmla="*/ 3293241 h 5555993"/>
                <a:gd name="connsiteX9" fmla="*/ 495147 w 5904057"/>
                <a:gd name="connsiteY9" fmla="*/ 2332346 h 5555993"/>
                <a:gd name="connsiteX10" fmla="*/ 820612 w 5904057"/>
                <a:gd name="connsiteY10" fmla="*/ 1231966 h 5555993"/>
                <a:gd name="connsiteX0" fmla="*/ 820612 w 5904057"/>
                <a:gd name="connsiteY0" fmla="*/ 1170207 h 5494234"/>
                <a:gd name="connsiteX1" fmla="*/ 5160138 w 5904057"/>
                <a:gd name="connsiteY1" fmla="*/ 1216703 h 5494234"/>
                <a:gd name="connsiteX2" fmla="*/ 5439107 w 5904057"/>
                <a:gd name="connsiteY2" fmla="*/ 2286086 h 5494234"/>
                <a:gd name="connsiteX3" fmla="*/ 5904057 w 5904057"/>
                <a:gd name="connsiteY3" fmla="*/ 3293475 h 5494234"/>
                <a:gd name="connsiteX4" fmla="*/ 5826564 w 5904057"/>
                <a:gd name="connsiteY4" fmla="*/ 4440350 h 5494234"/>
                <a:gd name="connsiteX5" fmla="*/ 5454605 w 5904057"/>
                <a:gd name="connsiteY5" fmla="*/ 5432242 h 5494234"/>
                <a:gd name="connsiteX6" fmla="*/ 541643 w 5904057"/>
                <a:gd name="connsiteY6" fmla="*/ 5494234 h 5494234"/>
                <a:gd name="connsiteX7" fmla="*/ 92191 w 5904057"/>
                <a:gd name="connsiteY7" fmla="*/ 4393855 h 5494234"/>
                <a:gd name="connsiteX8" fmla="*/ 45696 w 5904057"/>
                <a:gd name="connsiteY8" fmla="*/ 3231482 h 5494234"/>
                <a:gd name="connsiteX9" fmla="*/ 495147 w 5904057"/>
                <a:gd name="connsiteY9" fmla="*/ 2270587 h 5494234"/>
                <a:gd name="connsiteX10" fmla="*/ 820612 w 5904057"/>
                <a:gd name="connsiteY10" fmla="*/ 1170207 h 5494234"/>
                <a:gd name="connsiteX0" fmla="*/ 820612 w 5904057"/>
                <a:gd name="connsiteY0" fmla="*/ 1055915 h 5379942"/>
                <a:gd name="connsiteX1" fmla="*/ 5160138 w 5904057"/>
                <a:gd name="connsiteY1" fmla="*/ 1102411 h 5379942"/>
                <a:gd name="connsiteX2" fmla="*/ 5439107 w 5904057"/>
                <a:gd name="connsiteY2" fmla="*/ 2171794 h 5379942"/>
                <a:gd name="connsiteX3" fmla="*/ 5904057 w 5904057"/>
                <a:gd name="connsiteY3" fmla="*/ 3179183 h 5379942"/>
                <a:gd name="connsiteX4" fmla="*/ 5826564 w 5904057"/>
                <a:gd name="connsiteY4" fmla="*/ 4326058 h 5379942"/>
                <a:gd name="connsiteX5" fmla="*/ 5454605 w 5904057"/>
                <a:gd name="connsiteY5" fmla="*/ 5317950 h 5379942"/>
                <a:gd name="connsiteX6" fmla="*/ 541643 w 5904057"/>
                <a:gd name="connsiteY6" fmla="*/ 5379942 h 5379942"/>
                <a:gd name="connsiteX7" fmla="*/ 92191 w 5904057"/>
                <a:gd name="connsiteY7" fmla="*/ 4279563 h 5379942"/>
                <a:gd name="connsiteX8" fmla="*/ 45696 w 5904057"/>
                <a:gd name="connsiteY8" fmla="*/ 3117190 h 5379942"/>
                <a:gd name="connsiteX9" fmla="*/ 495147 w 5904057"/>
                <a:gd name="connsiteY9" fmla="*/ 2156295 h 5379942"/>
                <a:gd name="connsiteX10" fmla="*/ 820612 w 5904057"/>
                <a:gd name="connsiteY10" fmla="*/ 1055915 h 5379942"/>
                <a:gd name="connsiteX0" fmla="*/ 820612 w 5904057"/>
                <a:gd name="connsiteY0" fmla="*/ 1055915 h 5379942"/>
                <a:gd name="connsiteX1" fmla="*/ 5160138 w 5904057"/>
                <a:gd name="connsiteY1" fmla="*/ 1102411 h 5379942"/>
                <a:gd name="connsiteX2" fmla="*/ 5439107 w 5904057"/>
                <a:gd name="connsiteY2" fmla="*/ 2171794 h 5379942"/>
                <a:gd name="connsiteX3" fmla="*/ 5904057 w 5904057"/>
                <a:gd name="connsiteY3" fmla="*/ 3179183 h 5379942"/>
                <a:gd name="connsiteX4" fmla="*/ 5826564 w 5904057"/>
                <a:gd name="connsiteY4" fmla="*/ 4326058 h 5379942"/>
                <a:gd name="connsiteX5" fmla="*/ 5454605 w 5904057"/>
                <a:gd name="connsiteY5" fmla="*/ 5317950 h 5379942"/>
                <a:gd name="connsiteX6" fmla="*/ 541643 w 5904057"/>
                <a:gd name="connsiteY6" fmla="*/ 5379942 h 5379942"/>
                <a:gd name="connsiteX7" fmla="*/ 92191 w 5904057"/>
                <a:gd name="connsiteY7" fmla="*/ 4279563 h 5379942"/>
                <a:gd name="connsiteX8" fmla="*/ 45696 w 5904057"/>
                <a:gd name="connsiteY8" fmla="*/ 3117190 h 5379942"/>
                <a:gd name="connsiteX9" fmla="*/ 495147 w 5904057"/>
                <a:gd name="connsiteY9" fmla="*/ 2156295 h 5379942"/>
                <a:gd name="connsiteX10" fmla="*/ 820612 w 5904057"/>
                <a:gd name="connsiteY10" fmla="*/ 1055915 h 5379942"/>
                <a:gd name="connsiteX0" fmla="*/ 820612 w 5904439"/>
                <a:gd name="connsiteY0" fmla="*/ 1055915 h 5379942"/>
                <a:gd name="connsiteX1" fmla="*/ 5160138 w 5904439"/>
                <a:gd name="connsiteY1" fmla="*/ 1102411 h 5379942"/>
                <a:gd name="connsiteX2" fmla="*/ 5439107 w 5904439"/>
                <a:gd name="connsiteY2" fmla="*/ 2171794 h 5379942"/>
                <a:gd name="connsiteX3" fmla="*/ 5904057 w 5904439"/>
                <a:gd name="connsiteY3" fmla="*/ 3179183 h 5379942"/>
                <a:gd name="connsiteX4" fmla="*/ 5826564 w 5904439"/>
                <a:gd name="connsiteY4" fmla="*/ 4326058 h 5379942"/>
                <a:gd name="connsiteX5" fmla="*/ 5454605 w 5904439"/>
                <a:gd name="connsiteY5" fmla="*/ 5317950 h 5379942"/>
                <a:gd name="connsiteX6" fmla="*/ 541643 w 5904439"/>
                <a:gd name="connsiteY6" fmla="*/ 5379942 h 5379942"/>
                <a:gd name="connsiteX7" fmla="*/ 92191 w 5904439"/>
                <a:gd name="connsiteY7" fmla="*/ 4279563 h 5379942"/>
                <a:gd name="connsiteX8" fmla="*/ 45696 w 5904439"/>
                <a:gd name="connsiteY8" fmla="*/ 3117190 h 5379942"/>
                <a:gd name="connsiteX9" fmla="*/ 495147 w 5904439"/>
                <a:gd name="connsiteY9" fmla="*/ 2156295 h 5379942"/>
                <a:gd name="connsiteX10" fmla="*/ 820612 w 5904439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62159 w 6116274"/>
                <a:gd name="connsiteY0" fmla="*/ 1055915 h 5379942"/>
                <a:gd name="connsiteX1" fmla="*/ 5201685 w 6116274"/>
                <a:gd name="connsiteY1" fmla="*/ 1102411 h 5379942"/>
                <a:gd name="connsiteX2" fmla="*/ 5480654 w 6116274"/>
                <a:gd name="connsiteY2" fmla="*/ 2171794 h 5379942"/>
                <a:gd name="connsiteX3" fmla="*/ 5945604 w 6116274"/>
                <a:gd name="connsiteY3" fmla="*/ 3179183 h 5379942"/>
                <a:gd name="connsiteX4" fmla="*/ 5868111 w 6116274"/>
                <a:gd name="connsiteY4" fmla="*/ 4326058 h 5379942"/>
                <a:gd name="connsiteX5" fmla="*/ 5496152 w 6116274"/>
                <a:gd name="connsiteY5" fmla="*/ 5317950 h 5379942"/>
                <a:gd name="connsiteX6" fmla="*/ 583190 w 6116274"/>
                <a:gd name="connsiteY6" fmla="*/ 5379942 h 5379942"/>
                <a:gd name="connsiteX7" fmla="*/ 133738 w 6116274"/>
                <a:gd name="connsiteY7" fmla="*/ 4279563 h 5379942"/>
                <a:gd name="connsiteX8" fmla="*/ 87243 w 6116274"/>
                <a:gd name="connsiteY8" fmla="*/ 3117190 h 5379942"/>
                <a:gd name="connsiteX9" fmla="*/ 536694 w 6116274"/>
                <a:gd name="connsiteY9" fmla="*/ 2156295 h 5379942"/>
                <a:gd name="connsiteX10" fmla="*/ 862159 w 6116274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986731 w 6240846"/>
                <a:gd name="connsiteY0" fmla="*/ 1055915 h 5379942"/>
                <a:gd name="connsiteX1" fmla="*/ 5326257 w 6240846"/>
                <a:gd name="connsiteY1" fmla="*/ 1102411 h 5379942"/>
                <a:gd name="connsiteX2" fmla="*/ 5605226 w 6240846"/>
                <a:gd name="connsiteY2" fmla="*/ 2171794 h 5379942"/>
                <a:gd name="connsiteX3" fmla="*/ 6070176 w 6240846"/>
                <a:gd name="connsiteY3" fmla="*/ 3179183 h 5379942"/>
                <a:gd name="connsiteX4" fmla="*/ 5992683 w 6240846"/>
                <a:gd name="connsiteY4" fmla="*/ 4326058 h 5379942"/>
                <a:gd name="connsiteX5" fmla="*/ 5620724 w 6240846"/>
                <a:gd name="connsiteY5" fmla="*/ 5317950 h 5379942"/>
                <a:gd name="connsiteX6" fmla="*/ 707762 w 6240846"/>
                <a:gd name="connsiteY6" fmla="*/ 5379942 h 5379942"/>
                <a:gd name="connsiteX7" fmla="*/ 258310 w 6240846"/>
                <a:gd name="connsiteY7" fmla="*/ 4279563 h 5379942"/>
                <a:gd name="connsiteX8" fmla="*/ 211815 w 6240846"/>
                <a:gd name="connsiteY8" fmla="*/ 3117190 h 5379942"/>
                <a:gd name="connsiteX9" fmla="*/ 661266 w 6240846"/>
                <a:gd name="connsiteY9" fmla="*/ 2156295 h 5379942"/>
                <a:gd name="connsiteX10" fmla="*/ 986731 w 6240846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6323763"/>
                <a:gd name="connsiteX1" fmla="*/ 5344125 w 6258714"/>
                <a:gd name="connsiteY1" fmla="*/ 1102411 h 6323763"/>
                <a:gd name="connsiteX2" fmla="*/ 5623094 w 6258714"/>
                <a:gd name="connsiteY2" fmla="*/ 2171794 h 6323763"/>
                <a:gd name="connsiteX3" fmla="*/ 6088044 w 6258714"/>
                <a:gd name="connsiteY3" fmla="*/ 3179183 h 6323763"/>
                <a:gd name="connsiteX4" fmla="*/ 6010551 w 6258714"/>
                <a:gd name="connsiteY4" fmla="*/ 4326058 h 6323763"/>
                <a:gd name="connsiteX5" fmla="*/ 5638592 w 6258714"/>
                <a:gd name="connsiteY5" fmla="*/ 5317950 h 6323763"/>
                <a:gd name="connsiteX6" fmla="*/ 725630 w 6258714"/>
                <a:gd name="connsiteY6" fmla="*/ 5379942 h 6323763"/>
                <a:gd name="connsiteX7" fmla="*/ 276178 w 6258714"/>
                <a:gd name="connsiteY7" fmla="*/ 4279563 h 6323763"/>
                <a:gd name="connsiteX8" fmla="*/ 229683 w 6258714"/>
                <a:gd name="connsiteY8" fmla="*/ 3117190 h 6323763"/>
                <a:gd name="connsiteX9" fmla="*/ 679134 w 6258714"/>
                <a:gd name="connsiteY9" fmla="*/ 2156295 h 6323763"/>
                <a:gd name="connsiteX10" fmla="*/ 1004599 w 6258714"/>
                <a:gd name="connsiteY10" fmla="*/ 1055915 h 6323763"/>
                <a:gd name="connsiteX0" fmla="*/ 1004599 w 6258714"/>
                <a:gd name="connsiteY0" fmla="*/ 1055915 h 6896939"/>
                <a:gd name="connsiteX1" fmla="*/ 5344125 w 6258714"/>
                <a:gd name="connsiteY1" fmla="*/ 1102411 h 6896939"/>
                <a:gd name="connsiteX2" fmla="*/ 5623094 w 6258714"/>
                <a:gd name="connsiteY2" fmla="*/ 2171794 h 6896939"/>
                <a:gd name="connsiteX3" fmla="*/ 6088044 w 6258714"/>
                <a:gd name="connsiteY3" fmla="*/ 3179183 h 6896939"/>
                <a:gd name="connsiteX4" fmla="*/ 6010551 w 6258714"/>
                <a:gd name="connsiteY4" fmla="*/ 4326058 h 6896939"/>
                <a:gd name="connsiteX5" fmla="*/ 5638592 w 6258714"/>
                <a:gd name="connsiteY5" fmla="*/ 5317950 h 6896939"/>
                <a:gd name="connsiteX6" fmla="*/ 725630 w 6258714"/>
                <a:gd name="connsiteY6" fmla="*/ 5379942 h 6896939"/>
                <a:gd name="connsiteX7" fmla="*/ 276178 w 6258714"/>
                <a:gd name="connsiteY7" fmla="*/ 4279563 h 6896939"/>
                <a:gd name="connsiteX8" fmla="*/ 229683 w 6258714"/>
                <a:gd name="connsiteY8" fmla="*/ 3117190 h 6896939"/>
                <a:gd name="connsiteX9" fmla="*/ 679134 w 6258714"/>
                <a:gd name="connsiteY9" fmla="*/ 2156295 h 6896939"/>
                <a:gd name="connsiteX10" fmla="*/ 1004599 w 6258714"/>
                <a:gd name="connsiteY10" fmla="*/ 1055915 h 6896939"/>
                <a:gd name="connsiteX0" fmla="*/ 1004599 w 6258714"/>
                <a:gd name="connsiteY0" fmla="*/ 1055915 h 6415055"/>
                <a:gd name="connsiteX1" fmla="*/ 5344125 w 6258714"/>
                <a:gd name="connsiteY1" fmla="*/ 1102411 h 6415055"/>
                <a:gd name="connsiteX2" fmla="*/ 5623094 w 6258714"/>
                <a:gd name="connsiteY2" fmla="*/ 2171794 h 6415055"/>
                <a:gd name="connsiteX3" fmla="*/ 6088044 w 6258714"/>
                <a:gd name="connsiteY3" fmla="*/ 3179183 h 6415055"/>
                <a:gd name="connsiteX4" fmla="*/ 6010551 w 6258714"/>
                <a:gd name="connsiteY4" fmla="*/ 4326058 h 6415055"/>
                <a:gd name="connsiteX5" fmla="*/ 5638592 w 6258714"/>
                <a:gd name="connsiteY5" fmla="*/ 5317950 h 6415055"/>
                <a:gd name="connsiteX6" fmla="*/ 1274689 w 6258714"/>
                <a:gd name="connsiteY6" fmla="*/ 6414939 h 6415055"/>
                <a:gd name="connsiteX7" fmla="*/ 725630 w 6258714"/>
                <a:gd name="connsiteY7" fmla="*/ 5379942 h 6415055"/>
                <a:gd name="connsiteX8" fmla="*/ 276178 w 6258714"/>
                <a:gd name="connsiteY8" fmla="*/ 4279563 h 6415055"/>
                <a:gd name="connsiteX9" fmla="*/ 229683 w 6258714"/>
                <a:gd name="connsiteY9" fmla="*/ 3117190 h 6415055"/>
                <a:gd name="connsiteX10" fmla="*/ 679134 w 6258714"/>
                <a:gd name="connsiteY10" fmla="*/ 2156295 h 6415055"/>
                <a:gd name="connsiteX11" fmla="*/ 1004599 w 6258714"/>
                <a:gd name="connsiteY11" fmla="*/ 1055915 h 6415055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44325"/>
                <a:gd name="connsiteX1" fmla="*/ 5344125 w 6258714"/>
                <a:gd name="connsiteY1" fmla="*/ 1102411 h 6444325"/>
                <a:gd name="connsiteX2" fmla="*/ 5623094 w 6258714"/>
                <a:gd name="connsiteY2" fmla="*/ 2171794 h 6444325"/>
                <a:gd name="connsiteX3" fmla="*/ 6088044 w 6258714"/>
                <a:gd name="connsiteY3" fmla="*/ 3179183 h 6444325"/>
                <a:gd name="connsiteX4" fmla="*/ 6010551 w 6258714"/>
                <a:gd name="connsiteY4" fmla="*/ 4326058 h 6444325"/>
                <a:gd name="connsiteX5" fmla="*/ 5638592 w 6258714"/>
                <a:gd name="connsiteY5" fmla="*/ 5317950 h 6444325"/>
                <a:gd name="connsiteX6" fmla="*/ 5056114 w 6258714"/>
                <a:gd name="connsiteY6" fmla="*/ 6395889 h 6444325"/>
                <a:gd name="connsiteX7" fmla="*/ 1274689 w 6258714"/>
                <a:gd name="connsiteY7" fmla="*/ 6414939 h 6444325"/>
                <a:gd name="connsiteX8" fmla="*/ 725630 w 6258714"/>
                <a:gd name="connsiteY8" fmla="*/ 5379942 h 6444325"/>
                <a:gd name="connsiteX9" fmla="*/ 276178 w 6258714"/>
                <a:gd name="connsiteY9" fmla="*/ 4279563 h 6444325"/>
                <a:gd name="connsiteX10" fmla="*/ 229683 w 6258714"/>
                <a:gd name="connsiteY10" fmla="*/ 3117190 h 6444325"/>
                <a:gd name="connsiteX11" fmla="*/ 679134 w 6258714"/>
                <a:gd name="connsiteY11" fmla="*/ 2156295 h 6444325"/>
                <a:gd name="connsiteX12" fmla="*/ 1004599 w 6258714"/>
                <a:gd name="connsiteY12" fmla="*/ 1055915 h 6444325"/>
                <a:gd name="connsiteX0" fmla="*/ 1004599 w 6258714"/>
                <a:gd name="connsiteY0" fmla="*/ 1055915 h 6447577"/>
                <a:gd name="connsiteX1" fmla="*/ 5344125 w 6258714"/>
                <a:gd name="connsiteY1" fmla="*/ 1102411 h 6447577"/>
                <a:gd name="connsiteX2" fmla="*/ 5623094 w 6258714"/>
                <a:gd name="connsiteY2" fmla="*/ 2171794 h 6447577"/>
                <a:gd name="connsiteX3" fmla="*/ 6088044 w 6258714"/>
                <a:gd name="connsiteY3" fmla="*/ 3179183 h 6447577"/>
                <a:gd name="connsiteX4" fmla="*/ 6010551 w 6258714"/>
                <a:gd name="connsiteY4" fmla="*/ 4326058 h 6447577"/>
                <a:gd name="connsiteX5" fmla="*/ 5638592 w 6258714"/>
                <a:gd name="connsiteY5" fmla="*/ 5317950 h 6447577"/>
                <a:gd name="connsiteX6" fmla="*/ 5113264 w 6258714"/>
                <a:gd name="connsiteY6" fmla="*/ 6405414 h 6447577"/>
                <a:gd name="connsiteX7" fmla="*/ 1274689 w 6258714"/>
                <a:gd name="connsiteY7" fmla="*/ 6414939 h 6447577"/>
                <a:gd name="connsiteX8" fmla="*/ 725630 w 6258714"/>
                <a:gd name="connsiteY8" fmla="*/ 5379942 h 6447577"/>
                <a:gd name="connsiteX9" fmla="*/ 276178 w 6258714"/>
                <a:gd name="connsiteY9" fmla="*/ 4279563 h 6447577"/>
                <a:gd name="connsiteX10" fmla="*/ 229683 w 6258714"/>
                <a:gd name="connsiteY10" fmla="*/ 3117190 h 6447577"/>
                <a:gd name="connsiteX11" fmla="*/ 679134 w 6258714"/>
                <a:gd name="connsiteY11" fmla="*/ 2156295 h 6447577"/>
                <a:gd name="connsiteX12" fmla="*/ 1004599 w 6258714"/>
                <a:gd name="connsiteY12" fmla="*/ 1055915 h 6447577"/>
                <a:gd name="connsiteX0" fmla="*/ 1004599 w 6258714"/>
                <a:gd name="connsiteY0" fmla="*/ 1055915 h 6447577"/>
                <a:gd name="connsiteX1" fmla="*/ 5344125 w 6258714"/>
                <a:gd name="connsiteY1" fmla="*/ 1102411 h 6447577"/>
                <a:gd name="connsiteX2" fmla="*/ 5623094 w 6258714"/>
                <a:gd name="connsiteY2" fmla="*/ 2171794 h 6447577"/>
                <a:gd name="connsiteX3" fmla="*/ 6088044 w 6258714"/>
                <a:gd name="connsiteY3" fmla="*/ 3179183 h 6447577"/>
                <a:gd name="connsiteX4" fmla="*/ 6010551 w 6258714"/>
                <a:gd name="connsiteY4" fmla="*/ 4287958 h 6447577"/>
                <a:gd name="connsiteX5" fmla="*/ 5638592 w 6258714"/>
                <a:gd name="connsiteY5" fmla="*/ 5317950 h 6447577"/>
                <a:gd name="connsiteX6" fmla="*/ 5113264 w 6258714"/>
                <a:gd name="connsiteY6" fmla="*/ 6405414 h 6447577"/>
                <a:gd name="connsiteX7" fmla="*/ 1274689 w 6258714"/>
                <a:gd name="connsiteY7" fmla="*/ 6414939 h 6447577"/>
                <a:gd name="connsiteX8" fmla="*/ 725630 w 6258714"/>
                <a:gd name="connsiteY8" fmla="*/ 5379942 h 6447577"/>
                <a:gd name="connsiteX9" fmla="*/ 276178 w 6258714"/>
                <a:gd name="connsiteY9" fmla="*/ 4279563 h 6447577"/>
                <a:gd name="connsiteX10" fmla="*/ 229683 w 6258714"/>
                <a:gd name="connsiteY10" fmla="*/ 3117190 h 6447577"/>
                <a:gd name="connsiteX11" fmla="*/ 679134 w 6258714"/>
                <a:gd name="connsiteY11" fmla="*/ 2156295 h 6447577"/>
                <a:gd name="connsiteX12" fmla="*/ 1004599 w 6258714"/>
                <a:gd name="connsiteY12" fmla="*/ 1055915 h 64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58714" h="6447577">
                  <a:moveTo>
                    <a:pt x="1004599" y="1055915"/>
                  </a:moveTo>
                  <a:cubicBezTo>
                    <a:pt x="1592028" y="-580016"/>
                    <a:pt x="5107991" y="-117004"/>
                    <a:pt x="5344125" y="1102411"/>
                  </a:cubicBezTo>
                  <a:cubicBezTo>
                    <a:pt x="5803907" y="1386547"/>
                    <a:pt x="5891732" y="1918655"/>
                    <a:pt x="5623094" y="2171794"/>
                  </a:cubicBezTo>
                  <a:cubicBezTo>
                    <a:pt x="6119039" y="2486927"/>
                    <a:pt x="6088044" y="2879549"/>
                    <a:pt x="6088044" y="3179183"/>
                  </a:cubicBezTo>
                  <a:cubicBezTo>
                    <a:pt x="6480667" y="3675129"/>
                    <a:pt x="6082877" y="3977992"/>
                    <a:pt x="6010551" y="4287958"/>
                  </a:cubicBezTo>
                  <a:cubicBezTo>
                    <a:pt x="6165535" y="4804569"/>
                    <a:pt x="5824572" y="5173299"/>
                    <a:pt x="5638592" y="5317950"/>
                  </a:cubicBezTo>
                  <a:cubicBezTo>
                    <a:pt x="5781144" y="5683559"/>
                    <a:pt x="5840581" y="6222583"/>
                    <a:pt x="5113264" y="6405414"/>
                  </a:cubicBezTo>
                  <a:cubicBezTo>
                    <a:pt x="4404997" y="6445370"/>
                    <a:pt x="1898011" y="6471551"/>
                    <a:pt x="1274689" y="6414939"/>
                  </a:cubicBezTo>
                  <a:cubicBezTo>
                    <a:pt x="651367" y="6358327"/>
                    <a:pt x="426911" y="5691388"/>
                    <a:pt x="725630" y="5379942"/>
                  </a:cubicBezTo>
                  <a:cubicBezTo>
                    <a:pt x="136694" y="5131969"/>
                    <a:pt x="234849" y="4563698"/>
                    <a:pt x="276178" y="4279563"/>
                  </a:cubicBezTo>
                  <a:cubicBezTo>
                    <a:pt x="-224934" y="3731957"/>
                    <a:pt x="79866" y="3303170"/>
                    <a:pt x="229683" y="3117190"/>
                  </a:cubicBezTo>
                  <a:cubicBezTo>
                    <a:pt x="85032" y="2512755"/>
                    <a:pt x="459575" y="2251868"/>
                    <a:pt x="679134" y="2156295"/>
                  </a:cubicBezTo>
                  <a:cubicBezTo>
                    <a:pt x="393922" y="1395802"/>
                    <a:pt x="756411" y="1295708"/>
                    <a:pt x="1004599" y="1055915"/>
                  </a:cubicBezTo>
                  <a:close/>
                </a:path>
              </a:pathLst>
            </a:custGeom>
            <a:solidFill>
              <a:srgbClr val="FFCD17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2CE615B-911C-0E2D-B8BA-82DADE326CD8}"/>
                </a:ext>
              </a:extLst>
            </p:cNvPr>
            <p:cNvSpPr/>
            <p:nvPr/>
          </p:nvSpPr>
          <p:spPr>
            <a:xfrm>
              <a:off x="2616200" y="6121400"/>
              <a:ext cx="4940300" cy="125502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40300" h="125502">
                  <a:moveTo>
                    <a:pt x="0" y="50800"/>
                  </a:moveTo>
                  <a:cubicBezTo>
                    <a:pt x="1608667" y="125307"/>
                    <a:pt x="2744893" y="192193"/>
                    <a:pt x="4940300" y="0"/>
                  </a:cubicBezTo>
                  <a:lnTo>
                    <a:pt x="4940300" y="0"/>
                  </a:lnTo>
                </a:path>
              </a:pathLst>
            </a:cu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37035F-C91E-1832-11ED-632C8039D745}"/>
                </a:ext>
              </a:extLst>
            </p:cNvPr>
            <p:cNvSpPr/>
            <p:nvPr/>
          </p:nvSpPr>
          <p:spPr>
            <a:xfrm>
              <a:off x="2159000" y="5029820"/>
              <a:ext cx="5763260" cy="159753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59242C-9ADD-4CA6-42CC-A75F2648F82E}"/>
                </a:ext>
              </a:extLst>
            </p:cNvPr>
            <p:cNvSpPr/>
            <p:nvPr/>
          </p:nvSpPr>
          <p:spPr>
            <a:xfrm>
              <a:off x="2136139" y="3886200"/>
              <a:ext cx="5855335" cy="227387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CD9ECC7-DB80-34B0-6C30-4C50C7723EA2}"/>
                </a:ext>
              </a:extLst>
            </p:cNvPr>
            <p:cNvSpPr/>
            <p:nvPr/>
          </p:nvSpPr>
          <p:spPr>
            <a:xfrm>
              <a:off x="2552699" y="2954373"/>
              <a:ext cx="5003801" cy="129287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0E46B46-30DF-3FDE-5BC0-AC81078C54F1}"/>
                </a:ext>
              </a:extLst>
            </p:cNvPr>
            <p:cNvSpPr/>
            <p:nvPr/>
          </p:nvSpPr>
          <p:spPr>
            <a:xfrm>
              <a:off x="2890838" y="1841800"/>
              <a:ext cx="4348162" cy="197595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noFill/>
            <a:ln w="5715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82DF0BC-46F6-4CA9-C8B6-4023048F774A}"/>
                </a:ext>
              </a:extLst>
            </p:cNvPr>
            <p:cNvSpPr/>
            <p:nvPr/>
          </p:nvSpPr>
          <p:spPr>
            <a:xfrm>
              <a:off x="4072067" y="5397217"/>
              <a:ext cx="1905646" cy="1825065"/>
            </a:xfrm>
            <a:custGeom>
              <a:avLst/>
              <a:gdLst>
                <a:gd name="connsiteX0" fmla="*/ 905258 w 1905646"/>
                <a:gd name="connsiteY0" fmla="*/ 0 h 1825065"/>
                <a:gd name="connsiteX1" fmla="*/ 1000388 w 1905646"/>
                <a:gd name="connsiteY1" fmla="*/ 0 h 1825065"/>
                <a:gd name="connsiteX2" fmla="*/ 1905646 w 1905646"/>
                <a:gd name="connsiteY2" fmla="*/ 905258 h 1825065"/>
                <a:gd name="connsiteX3" fmla="*/ 1905646 w 1905646"/>
                <a:gd name="connsiteY3" fmla="*/ 1813255 h 1825065"/>
                <a:gd name="connsiteX4" fmla="*/ 1854152 w 1905646"/>
                <a:gd name="connsiteY4" fmla="*/ 1814219 h 1825065"/>
                <a:gd name="connsiteX5" fmla="*/ 118010 w 1905646"/>
                <a:gd name="connsiteY5" fmla="*/ 1823351 h 1825065"/>
                <a:gd name="connsiteX6" fmla="*/ 0 w 1905646"/>
                <a:gd name="connsiteY6" fmla="*/ 1822034 h 1825065"/>
                <a:gd name="connsiteX7" fmla="*/ 0 w 1905646"/>
                <a:gd name="connsiteY7" fmla="*/ 905258 h 1825065"/>
                <a:gd name="connsiteX8" fmla="*/ 905258 w 1905646"/>
                <a:gd name="connsiteY8" fmla="*/ 0 h 18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646" h="1825065">
                  <a:moveTo>
                    <a:pt x="905258" y="0"/>
                  </a:moveTo>
                  <a:lnTo>
                    <a:pt x="1000388" y="0"/>
                  </a:lnTo>
                  <a:cubicBezTo>
                    <a:pt x="1500348" y="0"/>
                    <a:pt x="1905646" y="405298"/>
                    <a:pt x="1905646" y="905258"/>
                  </a:cubicBezTo>
                  <a:lnTo>
                    <a:pt x="1905646" y="1813255"/>
                  </a:lnTo>
                  <a:lnTo>
                    <a:pt x="1854152" y="1814219"/>
                  </a:lnTo>
                  <a:cubicBezTo>
                    <a:pt x="1301830" y="1823447"/>
                    <a:pt x="658386" y="1827704"/>
                    <a:pt x="118010" y="1823351"/>
                  </a:cubicBezTo>
                  <a:lnTo>
                    <a:pt x="0" y="1822034"/>
                  </a:lnTo>
                  <a:lnTo>
                    <a:pt x="0" y="905258"/>
                  </a:lnTo>
                  <a:cubicBezTo>
                    <a:pt x="0" y="405298"/>
                    <a:pt x="405298" y="0"/>
                    <a:pt x="905258" y="0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503F956-C61F-DE55-8737-A69096861A77}"/>
              </a:ext>
            </a:extLst>
          </p:cNvPr>
          <p:cNvGrpSpPr/>
          <p:nvPr/>
        </p:nvGrpSpPr>
        <p:grpSpPr>
          <a:xfrm>
            <a:off x="5914051" y="662411"/>
            <a:ext cx="6258714" cy="6447577"/>
            <a:chOff x="1895533" y="786396"/>
            <a:chExt cx="6258714" cy="6447577"/>
          </a:xfrm>
          <a:solidFill>
            <a:schemeClr val="bg1"/>
          </a:solidFill>
        </p:grpSpPr>
        <p:sp>
          <p:nvSpPr>
            <p:cNvPr id="32" name="Rectangle 1">
              <a:extLst>
                <a:ext uri="{FF2B5EF4-FFF2-40B4-BE49-F238E27FC236}">
                  <a16:creationId xmlns:a16="http://schemas.microsoft.com/office/drawing/2014/main" id="{501A014C-1A70-49D9-B4F0-8F01E0D088A5}"/>
                </a:ext>
              </a:extLst>
            </p:cNvPr>
            <p:cNvSpPr/>
            <p:nvPr/>
          </p:nvSpPr>
          <p:spPr>
            <a:xfrm>
              <a:off x="1895533" y="786396"/>
              <a:ext cx="6258714" cy="6447577"/>
            </a:xfrm>
            <a:custGeom>
              <a:avLst/>
              <a:gdLst>
                <a:gd name="connsiteX0" fmla="*/ 0 w 1906292"/>
                <a:gd name="connsiteY0" fmla="*/ 0 h 2045776"/>
                <a:gd name="connsiteX1" fmla="*/ 1906292 w 1906292"/>
                <a:gd name="connsiteY1" fmla="*/ 0 h 2045776"/>
                <a:gd name="connsiteX2" fmla="*/ 1906292 w 1906292"/>
                <a:gd name="connsiteY2" fmla="*/ 2045776 h 2045776"/>
                <a:gd name="connsiteX3" fmla="*/ 0 w 1906292"/>
                <a:gd name="connsiteY3" fmla="*/ 2045776 h 2045776"/>
                <a:gd name="connsiteX4" fmla="*/ 0 w 1906292"/>
                <a:gd name="connsiteY4" fmla="*/ 0 h 2045776"/>
                <a:gd name="connsiteX0" fmla="*/ 0 w 2681207"/>
                <a:gd name="connsiteY0" fmla="*/ 449450 h 2045776"/>
                <a:gd name="connsiteX1" fmla="*/ 2681207 w 2681207"/>
                <a:gd name="connsiteY1" fmla="*/ 0 h 2045776"/>
                <a:gd name="connsiteX2" fmla="*/ 2681207 w 2681207"/>
                <a:gd name="connsiteY2" fmla="*/ 2045776 h 2045776"/>
                <a:gd name="connsiteX3" fmla="*/ 774915 w 2681207"/>
                <a:gd name="connsiteY3" fmla="*/ 2045776 h 2045776"/>
                <a:gd name="connsiteX4" fmla="*/ 0 w 2681207"/>
                <a:gd name="connsiteY4" fmla="*/ 449450 h 2045776"/>
                <a:gd name="connsiteX0" fmla="*/ 0 w 4339526"/>
                <a:gd name="connsiteY0" fmla="*/ 0 h 1596326"/>
                <a:gd name="connsiteX1" fmla="*/ 4339526 w 4339526"/>
                <a:gd name="connsiteY1" fmla="*/ 46496 h 1596326"/>
                <a:gd name="connsiteX2" fmla="*/ 2681207 w 4339526"/>
                <a:gd name="connsiteY2" fmla="*/ 1596326 h 1596326"/>
                <a:gd name="connsiteX3" fmla="*/ 774915 w 4339526"/>
                <a:gd name="connsiteY3" fmla="*/ 1596326 h 1596326"/>
                <a:gd name="connsiteX4" fmla="*/ 0 w 4339526"/>
                <a:gd name="connsiteY4" fmla="*/ 0 h 1596326"/>
                <a:gd name="connsiteX0" fmla="*/ 0 w 4673538"/>
                <a:gd name="connsiteY0" fmla="*/ 0 h 1596326"/>
                <a:gd name="connsiteX1" fmla="*/ 4339526 w 4673538"/>
                <a:gd name="connsiteY1" fmla="*/ 46496 h 1596326"/>
                <a:gd name="connsiteX2" fmla="*/ 4618495 w 4673538"/>
                <a:gd name="connsiteY2" fmla="*/ 1115879 h 1596326"/>
                <a:gd name="connsiteX3" fmla="*/ 2681207 w 4673538"/>
                <a:gd name="connsiteY3" fmla="*/ 1596326 h 1596326"/>
                <a:gd name="connsiteX4" fmla="*/ 774915 w 4673538"/>
                <a:gd name="connsiteY4" fmla="*/ 1596326 h 1596326"/>
                <a:gd name="connsiteX5" fmla="*/ 0 w 4673538"/>
                <a:gd name="connsiteY5" fmla="*/ 0 h 1596326"/>
                <a:gd name="connsiteX0" fmla="*/ 325465 w 4999003"/>
                <a:gd name="connsiteY0" fmla="*/ 0 h 1596326"/>
                <a:gd name="connsiteX1" fmla="*/ 4664991 w 4999003"/>
                <a:gd name="connsiteY1" fmla="*/ 46496 h 1596326"/>
                <a:gd name="connsiteX2" fmla="*/ 4943960 w 4999003"/>
                <a:gd name="connsiteY2" fmla="*/ 1115879 h 1596326"/>
                <a:gd name="connsiteX3" fmla="*/ 3006672 w 4999003"/>
                <a:gd name="connsiteY3" fmla="*/ 1596326 h 1596326"/>
                <a:gd name="connsiteX4" fmla="*/ 1100380 w 4999003"/>
                <a:gd name="connsiteY4" fmla="*/ 1596326 h 1596326"/>
                <a:gd name="connsiteX5" fmla="*/ 0 w 4999003"/>
                <a:gd name="connsiteY5" fmla="*/ 1100380 h 1596326"/>
                <a:gd name="connsiteX6" fmla="*/ 325465 w 4999003"/>
                <a:gd name="connsiteY6" fmla="*/ 0 h 1596326"/>
                <a:gd name="connsiteX0" fmla="*/ 325465 w 4999003"/>
                <a:gd name="connsiteY0" fmla="*/ 0 h 4324027"/>
                <a:gd name="connsiteX1" fmla="*/ 4664991 w 4999003"/>
                <a:gd name="connsiteY1" fmla="*/ 46496 h 4324027"/>
                <a:gd name="connsiteX2" fmla="*/ 4943960 w 4999003"/>
                <a:gd name="connsiteY2" fmla="*/ 1115879 h 4324027"/>
                <a:gd name="connsiteX3" fmla="*/ 3006672 w 4999003"/>
                <a:gd name="connsiteY3" fmla="*/ 1596326 h 4324027"/>
                <a:gd name="connsiteX4" fmla="*/ 46496 w 4999003"/>
                <a:gd name="connsiteY4" fmla="*/ 4324027 h 4324027"/>
                <a:gd name="connsiteX5" fmla="*/ 0 w 4999003"/>
                <a:gd name="connsiteY5" fmla="*/ 1100380 h 4324027"/>
                <a:gd name="connsiteX6" fmla="*/ 325465 w 4999003"/>
                <a:gd name="connsiteY6" fmla="*/ 0 h 4324027"/>
                <a:gd name="connsiteX0" fmla="*/ 325465 w 4999003"/>
                <a:gd name="connsiteY0" fmla="*/ 0 h 4324027"/>
                <a:gd name="connsiteX1" fmla="*/ 4664991 w 4999003"/>
                <a:gd name="connsiteY1" fmla="*/ 46496 h 4324027"/>
                <a:gd name="connsiteX2" fmla="*/ 4943960 w 4999003"/>
                <a:gd name="connsiteY2" fmla="*/ 1115879 h 4324027"/>
                <a:gd name="connsiteX3" fmla="*/ 4959458 w 4999003"/>
                <a:gd name="connsiteY3" fmla="*/ 4262035 h 4324027"/>
                <a:gd name="connsiteX4" fmla="*/ 46496 w 4999003"/>
                <a:gd name="connsiteY4" fmla="*/ 4324027 h 4324027"/>
                <a:gd name="connsiteX5" fmla="*/ 0 w 4999003"/>
                <a:gd name="connsiteY5" fmla="*/ 1100380 h 4324027"/>
                <a:gd name="connsiteX6" fmla="*/ 325465 w 4999003"/>
                <a:gd name="connsiteY6" fmla="*/ 0 h 4324027"/>
                <a:gd name="connsiteX0" fmla="*/ 325465 w 5408910"/>
                <a:gd name="connsiteY0" fmla="*/ 0 h 4324027"/>
                <a:gd name="connsiteX1" fmla="*/ 4664991 w 5408910"/>
                <a:gd name="connsiteY1" fmla="*/ 46496 h 4324027"/>
                <a:gd name="connsiteX2" fmla="*/ 4943960 w 5408910"/>
                <a:gd name="connsiteY2" fmla="*/ 1115879 h 4324027"/>
                <a:gd name="connsiteX3" fmla="*/ 5408910 w 5408910"/>
                <a:gd name="connsiteY3" fmla="*/ 2123268 h 4324027"/>
                <a:gd name="connsiteX4" fmla="*/ 4959458 w 5408910"/>
                <a:gd name="connsiteY4" fmla="*/ 4262035 h 4324027"/>
                <a:gd name="connsiteX5" fmla="*/ 46496 w 5408910"/>
                <a:gd name="connsiteY5" fmla="*/ 4324027 h 4324027"/>
                <a:gd name="connsiteX6" fmla="*/ 0 w 5408910"/>
                <a:gd name="connsiteY6" fmla="*/ 1100380 h 4324027"/>
                <a:gd name="connsiteX7" fmla="*/ 325465 w 5408910"/>
                <a:gd name="connsiteY7" fmla="*/ 0 h 4324027"/>
                <a:gd name="connsiteX0" fmla="*/ 325465 w 5408910"/>
                <a:gd name="connsiteY0" fmla="*/ 0 h 4324027"/>
                <a:gd name="connsiteX1" fmla="*/ 4664991 w 5408910"/>
                <a:gd name="connsiteY1" fmla="*/ 46496 h 4324027"/>
                <a:gd name="connsiteX2" fmla="*/ 4943960 w 5408910"/>
                <a:gd name="connsiteY2" fmla="*/ 1115879 h 4324027"/>
                <a:gd name="connsiteX3" fmla="*/ 5408910 w 5408910"/>
                <a:gd name="connsiteY3" fmla="*/ 2123268 h 4324027"/>
                <a:gd name="connsiteX4" fmla="*/ 5331417 w 5408910"/>
                <a:gd name="connsiteY4" fmla="*/ 3270143 h 4324027"/>
                <a:gd name="connsiteX5" fmla="*/ 4959458 w 5408910"/>
                <a:gd name="connsiteY5" fmla="*/ 4262035 h 4324027"/>
                <a:gd name="connsiteX6" fmla="*/ 46496 w 5408910"/>
                <a:gd name="connsiteY6" fmla="*/ 4324027 h 4324027"/>
                <a:gd name="connsiteX7" fmla="*/ 0 w 5408910"/>
                <a:gd name="connsiteY7" fmla="*/ 1100380 h 4324027"/>
                <a:gd name="connsiteX8" fmla="*/ 325465 w 5408910"/>
                <a:gd name="connsiteY8" fmla="*/ 0 h 4324027"/>
                <a:gd name="connsiteX0" fmla="*/ 835335 w 5918780"/>
                <a:gd name="connsiteY0" fmla="*/ 0 h 4324027"/>
                <a:gd name="connsiteX1" fmla="*/ 5174861 w 5918780"/>
                <a:gd name="connsiteY1" fmla="*/ 46496 h 4324027"/>
                <a:gd name="connsiteX2" fmla="*/ 5453830 w 5918780"/>
                <a:gd name="connsiteY2" fmla="*/ 1115879 h 4324027"/>
                <a:gd name="connsiteX3" fmla="*/ 5918780 w 5918780"/>
                <a:gd name="connsiteY3" fmla="*/ 2123268 h 4324027"/>
                <a:gd name="connsiteX4" fmla="*/ 5841287 w 5918780"/>
                <a:gd name="connsiteY4" fmla="*/ 3270143 h 4324027"/>
                <a:gd name="connsiteX5" fmla="*/ 5469328 w 5918780"/>
                <a:gd name="connsiteY5" fmla="*/ 4262035 h 4324027"/>
                <a:gd name="connsiteX6" fmla="*/ 556366 w 5918780"/>
                <a:gd name="connsiteY6" fmla="*/ 4324027 h 4324027"/>
                <a:gd name="connsiteX7" fmla="*/ 60419 w 5918780"/>
                <a:gd name="connsiteY7" fmla="*/ 2061275 h 4324027"/>
                <a:gd name="connsiteX8" fmla="*/ 509870 w 5918780"/>
                <a:gd name="connsiteY8" fmla="*/ 1100380 h 4324027"/>
                <a:gd name="connsiteX9" fmla="*/ 835335 w 5918780"/>
                <a:gd name="connsiteY9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0 h 4324027"/>
                <a:gd name="connsiteX1" fmla="*/ 5160138 w 5904057"/>
                <a:gd name="connsiteY1" fmla="*/ 46496 h 4324027"/>
                <a:gd name="connsiteX2" fmla="*/ 5439107 w 5904057"/>
                <a:gd name="connsiteY2" fmla="*/ 1115879 h 4324027"/>
                <a:gd name="connsiteX3" fmla="*/ 5904057 w 5904057"/>
                <a:gd name="connsiteY3" fmla="*/ 2123268 h 4324027"/>
                <a:gd name="connsiteX4" fmla="*/ 5826564 w 5904057"/>
                <a:gd name="connsiteY4" fmla="*/ 3270143 h 4324027"/>
                <a:gd name="connsiteX5" fmla="*/ 5454605 w 5904057"/>
                <a:gd name="connsiteY5" fmla="*/ 4262035 h 4324027"/>
                <a:gd name="connsiteX6" fmla="*/ 541643 w 5904057"/>
                <a:gd name="connsiteY6" fmla="*/ 4324027 h 4324027"/>
                <a:gd name="connsiteX7" fmla="*/ 92191 w 5904057"/>
                <a:gd name="connsiteY7" fmla="*/ 3223648 h 4324027"/>
                <a:gd name="connsiteX8" fmla="*/ 45696 w 5904057"/>
                <a:gd name="connsiteY8" fmla="*/ 2061275 h 4324027"/>
                <a:gd name="connsiteX9" fmla="*/ 495147 w 5904057"/>
                <a:gd name="connsiteY9" fmla="*/ 1100380 h 4324027"/>
                <a:gd name="connsiteX10" fmla="*/ 820612 w 5904057"/>
                <a:gd name="connsiteY10" fmla="*/ 0 h 4324027"/>
                <a:gd name="connsiteX0" fmla="*/ 820612 w 5904057"/>
                <a:gd name="connsiteY0" fmla="*/ 842549 h 5166576"/>
                <a:gd name="connsiteX1" fmla="*/ 5160138 w 5904057"/>
                <a:gd name="connsiteY1" fmla="*/ 889045 h 5166576"/>
                <a:gd name="connsiteX2" fmla="*/ 5439107 w 5904057"/>
                <a:gd name="connsiteY2" fmla="*/ 1958428 h 5166576"/>
                <a:gd name="connsiteX3" fmla="*/ 5904057 w 5904057"/>
                <a:gd name="connsiteY3" fmla="*/ 2965817 h 5166576"/>
                <a:gd name="connsiteX4" fmla="*/ 5826564 w 5904057"/>
                <a:gd name="connsiteY4" fmla="*/ 4112692 h 5166576"/>
                <a:gd name="connsiteX5" fmla="*/ 5454605 w 5904057"/>
                <a:gd name="connsiteY5" fmla="*/ 5104584 h 5166576"/>
                <a:gd name="connsiteX6" fmla="*/ 541643 w 5904057"/>
                <a:gd name="connsiteY6" fmla="*/ 5166576 h 5166576"/>
                <a:gd name="connsiteX7" fmla="*/ 92191 w 5904057"/>
                <a:gd name="connsiteY7" fmla="*/ 4066197 h 5166576"/>
                <a:gd name="connsiteX8" fmla="*/ 45696 w 5904057"/>
                <a:gd name="connsiteY8" fmla="*/ 2903824 h 5166576"/>
                <a:gd name="connsiteX9" fmla="*/ 495147 w 5904057"/>
                <a:gd name="connsiteY9" fmla="*/ 1942929 h 5166576"/>
                <a:gd name="connsiteX10" fmla="*/ 820612 w 5904057"/>
                <a:gd name="connsiteY10" fmla="*/ 842549 h 5166576"/>
                <a:gd name="connsiteX0" fmla="*/ 820612 w 5904057"/>
                <a:gd name="connsiteY0" fmla="*/ 1221493 h 5545520"/>
                <a:gd name="connsiteX1" fmla="*/ 5160138 w 5904057"/>
                <a:gd name="connsiteY1" fmla="*/ 1267989 h 5545520"/>
                <a:gd name="connsiteX2" fmla="*/ 5439107 w 5904057"/>
                <a:gd name="connsiteY2" fmla="*/ 2337372 h 5545520"/>
                <a:gd name="connsiteX3" fmla="*/ 5904057 w 5904057"/>
                <a:gd name="connsiteY3" fmla="*/ 3344761 h 5545520"/>
                <a:gd name="connsiteX4" fmla="*/ 5826564 w 5904057"/>
                <a:gd name="connsiteY4" fmla="*/ 4491636 h 5545520"/>
                <a:gd name="connsiteX5" fmla="*/ 5454605 w 5904057"/>
                <a:gd name="connsiteY5" fmla="*/ 5483528 h 5545520"/>
                <a:gd name="connsiteX6" fmla="*/ 541643 w 5904057"/>
                <a:gd name="connsiteY6" fmla="*/ 5545520 h 5545520"/>
                <a:gd name="connsiteX7" fmla="*/ 92191 w 5904057"/>
                <a:gd name="connsiteY7" fmla="*/ 4445141 h 5545520"/>
                <a:gd name="connsiteX8" fmla="*/ 45696 w 5904057"/>
                <a:gd name="connsiteY8" fmla="*/ 3282768 h 5545520"/>
                <a:gd name="connsiteX9" fmla="*/ 495147 w 5904057"/>
                <a:gd name="connsiteY9" fmla="*/ 2321873 h 5545520"/>
                <a:gd name="connsiteX10" fmla="*/ 820612 w 5904057"/>
                <a:gd name="connsiteY10" fmla="*/ 1221493 h 5545520"/>
                <a:gd name="connsiteX0" fmla="*/ 820612 w 5904057"/>
                <a:gd name="connsiteY0" fmla="*/ 1231966 h 5555993"/>
                <a:gd name="connsiteX1" fmla="*/ 5160138 w 5904057"/>
                <a:gd name="connsiteY1" fmla="*/ 1278462 h 5555993"/>
                <a:gd name="connsiteX2" fmla="*/ 5439107 w 5904057"/>
                <a:gd name="connsiteY2" fmla="*/ 2347845 h 5555993"/>
                <a:gd name="connsiteX3" fmla="*/ 5904057 w 5904057"/>
                <a:gd name="connsiteY3" fmla="*/ 3355234 h 5555993"/>
                <a:gd name="connsiteX4" fmla="*/ 5826564 w 5904057"/>
                <a:gd name="connsiteY4" fmla="*/ 4502109 h 5555993"/>
                <a:gd name="connsiteX5" fmla="*/ 5454605 w 5904057"/>
                <a:gd name="connsiteY5" fmla="*/ 5494001 h 5555993"/>
                <a:gd name="connsiteX6" fmla="*/ 541643 w 5904057"/>
                <a:gd name="connsiteY6" fmla="*/ 5555993 h 5555993"/>
                <a:gd name="connsiteX7" fmla="*/ 92191 w 5904057"/>
                <a:gd name="connsiteY7" fmla="*/ 4455614 h 5555993"/>
                <a:gd name="connsiteX8" fmla="*/ 45696 w 5904057"/>
                <a:gd name="connsiteY8" fmla="*/ 3293241 h 5555993"/>
                <a:gd name="connsiteX9" fmla="*/ 495147 w 5904057"/>
                <a:gd name="connsiteY9" fmla="*/ 2332346 h 5555993"/>
                <a:gd name="connsiteX10" fmla="*/ 820612 w 5904057"/>
                <a:gd name="connsiteY10" fmla="*/ 1231966 h 5555993"/>
                <a:gd name="connsiteX0" fmla="*/ 820612 w 5904057"/>
                <a:gd name="connsiteY0" fmla="*/ 1170207 h 5494234"/>
                <a:gd name="connsiteX1" fmla="*/ 5160138 w 5904057"/>
                <a:gd name="connsiteY1" fmla="*/ 1216703 h 5494234"/>
                <a:gd name="connsiteX2" fmla="*/ 5439107 w 5904057"/>
                <a:gd name="connsiteY2" fmla="*/ 2286086 h 5494234"/>
                <a:gd name="connsiteX3" fmla="*/ 5904057 w 5904057"/>
                <a:gd name="connsiteY3" fmla="*/ 3293475 h 5494234"/>
                <a:gd name="connsiteX4" fmla="*/ 5826564 w 5904057"/>
                <a:gd name="connsiteY4" fmla="*/ 4440350 h 5494234"/>
                <a:gd name="connsiteX5" fmla="*/ 5454605 w 5904057"/>
                <a:gd name="connsiteY5" fmla="*/ 5432242 h 5494234"/>
                <a:gd name="connsiteX6" fmla="*/ 541643 w 5904057"/>
                <a:gd name="connsiteY6" fmla="*/ 5494234 h 5494234"/>
                <a:gd name="connsiteX7" fmla="*/ 92191 w 5904057"/>
                <a:gd name="connsiteY7" fmla="*/ 4393855 h 5494234"/>
                <a:gd name="connsiteX8" fmla="*/ 45696 w 5904057"/>
                <a:gd name="connsiteY8" fmla="*/ 3231482 h 5494234"/>
                <a:gd name="connsiteX9" fmla="*/ 495147 w 5904057"/>
                <a:gd name="connsiteY9" fmla="*/ 2270587 h 5494234"/>
                <a:gd name="connsiteX10" fmla="*/ 820612 w 5904057"/>
                <a:gd name="connsiteY10" fmla="*/ 1170207 h 5494234"/>
                <a:gd name="connsiteX0" fmla="*/ 820612 w 5904057"/>
                <a:gd name="connsiteY0" fmla="*/ 1055915 h 5379942"/>
                <a:gd name="connsiteX1" fmla="*/ 5160138 w 5904057"/>
                <a:gd name="connsiteY1" fmla="*/ 1102411 h 5379942"/>
                <a:gd name="connsiteX2" fmla="*/ 5439107 w 5904057"/>
                <a:gd name="connsiteY2" fmla="*/ 2171794 h 5379942"/>
                <a:gd name="connsiteX3" fmla="*/ 5904057 w 5904057"/>
                <a:gd name="connsiteY3" fmla="*/ 3179183 h 5379942"/>
                <a:gd name="connsiteX4" fmla="*/ 5826564 w 5904057"/>
                <a:gd name="connsiteY4" fmla="*/ 4326058 h 5379942"/>
                <a:gd name="connsiteX5" fmla="*/ 5454605 w 5904057"/>
                <a:gd name="connsiteY5" fmla="*/ 5317950 h 5379942"/>
                <a:gd name="connsiteX6" fmla="*/ 541643 w 5904057"/>
                <a:gd name="connsiteY6" fmla="*/ 5379942 h 5379942"/>
                <a:gd name="connsiteX7" fmla="*/ 92191 w 5904057"/>
                <a:gd name="connsiteY7" fmla="*/ 4279563 h 5379942"/>
                <a:gd name="connsiteX8" fmla="*/ 45696 w 5904057"/>
                <a:gd name="connsiteY8" fmla="*/ 3117190 h 5379942"/>
                <a:gd name="connsiteX9" fmla="*/ 495147 w 5904057"/>
                <a:gd name="connsiteY9" fmla="*/ 2156295 h 5379942"/>
                <a:gd name="connsiteX10" fmla="*/ 820612 w 5904057"/>
                <a:gd name="connsiteY10" fmla="*/ 1055915 h 5379942"/>
                <a:gd name="connsiteX0" fmla="*/ 820612 w 5904057"/>
                <a:gd name="connsiteY0" fmla="*/ 1055915 h 5379942"/>
                <a:gd name="connsiteX1" fmla="*/ 5160138 w 5904057"/>
                <a:gd name="connsiteY1" fmla="*/ 1102411 h 5379942"/>
                <a:gd name="connsiteX2" fmla="*/ 5439107 w 5904057"/>
                <a:gd name="connsiteY2" fmla="*/ 2171794 h 5379942"/>
                <a:gd name="connsiteX3" fmla="*/ 5904057 w 5904057"/>
                <a:gd name="connsiteY3" fmla="*/ 3179183 h 5379942"/>
                <a:gd name="connsiteX4" fmla="*/ 5826564 w 5904057"/>
                <a:gd name="connsiteY4" fmla="*/ 4326058 h 5379942"/>
                <a:gd name="connsiteX5" fmla="*/ 5454605 w 5904057"/>
                <a:gd name="connsiteY5" fmla="*/ 5317950 h 5379942"/>
                <a:gd name="connsiteX6" fmla="*/ 541643 w 5904057"/>
                <a:gd name="connsiteY6" fmla="*/ 5379942 h 5379942"/>
                <a:gd name="connsiteX7" fmla="*/ 92191 w 5904057"/>
                <a:gd name="connsiteY7" fmla="*/ 4279563 h 5379942"/>
                <a:gd name="connsiteX8" fmla="*/ 45696 w 5904057"/>
                <a:gd name="connsiteY8" fmla="*/ 3117190 h 5379942"/>
                <a:gd name="connsiteX9" fmla="*/ 495147 w 5904057"/>
                <a:gd name="connsiteY9" fmla="*/ 2156295 h 5379942"/>
                <a:gd name="connsiteX10" fmla="*/ 820612 w 5904057"/>
                <a:gd name="connsiteY10" fmla="*/ 1055915 h 5379942"/>
                <a:gd name="connsiteX0" fmla="*/ 820612 w 5904439"/>
                <a:gd name="connsiteY0" fmla="*/ 1055915 h 5379942"/>
                <a:gd name="connsiteX1" fmla="*/ 5160138 w 5904439"/>
                <a:gd name="connsiteY1" fmla="*/ 1102411 h 5379942"/>
                <a:gd name="connsiteX2" fmla="*/ 5439107 w 5904439"/>
                <a:gd name="connsiteY2" fmla="*/ 2171794 h 5379942"/>
                <a:gd name="connsiteX3" fmla="*/ 5904057 w 5904439"/>
                <a:gd name="connsiteY3" fmla="*/ 3179183 h 5379942"/>
                <a:gd name="connsiteX4" fmla="*/ 5826564 w 5904439"/>
                <a:gd name="connsiteY4" fmla="*/ 4326058 h 5379942"/>
                <a:gd name="connsiteX5" fmla="*/ 5454605 w 5904439"/>
                <a:gd name="connsiteY5" fmla="*/ 5317950 h 5379942"/>
                <a:gd name="connsiteX6" fmla="*/ 541643 w 5904439"/>
                <a:gd name="connsiteY6" fmla="*/ 5379942 h 5379942"/>
                <a:gd name="connsiteX7" fmla="*/ 92191 w 5904439"/>
                <a:gd name="connsiteY7" fmla="*/ 4279563 h 5379942"/>
                <a:gd name="connsiteX8" fmla="*/ 45696 w 5904439"/>
                <a:gd name="connsiteY8" fmla="*/ 3117190 h 5379942"/>
                <a:gd name="connsiteX9" fmla="*/ 495147 w 5904439"/>
                <a:gd name="connsiteY9" fmla="*/ 2156295 h 5379942"/>
                <a:gd name="connsiteX10" fmla="*/ 820612 w 5904439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862159 w 6116274"/>
                <a:gd name="connsiteY0" fmla="*/ 1055915 h 5379942"/>
                <a:gd name="connsiteX1" fmla="*/ 5201685 w 6116274"/>
                <a:gd name="connsiteY1" fmla="*/ 1102411 h 5379942"/>
                <a:gd name="connsiteX2" fmla="*/ 5480654 w 6116274"/>
                <a:gd name="connsiteY2" fmla="*/ 2171794 h 5379942"/>
                <a:gd name="connsiteX3" fmla="*/ 5945604 w 6116274"/>
                <a:gd name="connsiteY3" fmla="*/ 3179183 h 5379942"/>
                <a:gd name="connsiteX4" fmla="*/ 5868111 w 6116274"/>
                <a:gd name="connsiteY4" fmla="*/ 4326058 h 5379942"/>
                <a:gd name="connsiteX5" fmla="*/ 5496152 w 6116274"/>
                <a:gd name="connsiteY5" fmla="*/ 5317950 h 5379942"/>
                <a:gd name="connsiteX6" fmla="*/ 583190 w 6116274"/>
                <a:gd name="connsiteY6" fmla="*/ 5379942 h 5379942"/>
                <a:gd name="connsiteX7" fmla="*/ 133738 w 6116274"/>
                <a:gd name="connsiteY7" fmla="*/ 4279563 h 5379942"/>
                <a:gd name="connsiteX8" fmla="*/ 87243 w 6116274"/>
                <a:gd name="connsiteY8" fmla="*/ 3117190 h 5379942"/>
                <a:gd name="connsiteX9" fmla="*/ 536694 w 6116274"/>
                <a:gd name="connsiteY9" fmla="*/ 2156295 h 5379942"/>
                <a:gd name="connsiteX10" fmla="*/ 862159 w 6116274"/>
                <a:gd name="connsiteY10" fmla="*/ 1055915 h 5379942"/>
                <a:gd name="connsiteX0" fmla="*/ 820612 w 6074727"/>
                <a:gd name="connsiteY0" fmla="*/ 1055915 h 5379942"/>
                <a:gd name="connsiteX1" fmla="*/ 5160138 w 6074727"/>
                <a:gd name="connsiteY1" fmla="*/ 1102411 h 5379942"/>
                <a:gd name="connsiteX2" fmla="*/ 5439107 w 6074727"/>
                <a:gd name="connsiteY2" fmla="*/ 2171794 h 5379942"/>
                <a:gd name="connsiteX3" fmla="*/ 5904057 w 6074727"/>
                <a:gd name="connsiteY3" fmla="*/ 3179183 h 5379942"/>
                <a:gd name="connsiteX4" fmla="*/ 5826564 w 6074727"/>
                <a:gd name="connsiteY4" fmla="*/ 4326058 h 5379942"/>
                <a:gd name="connsiteX5" fmla="*/ 5454605 w 6074727"/>
                <a:gd name="connsiteY5" fmla="*/ 5317950 h 5379942"/>
                <a:gd name="connsiteX6" fmla="*/ 541643 w 6074727"/>
                <a:gd name="connsiteY6" fmla="*/ 5379942 h 5379942"/>
                <a:gd name="connsiteX7" fmla="*/ 92191 w 6074727"/>
                <a:gd name="connsiteY7" fmla="*/ 4279563 h 5379942"/>
                <a:gd name="connsiteX8" fmla="*/ 45696 w 6074727"/>
                <a:gd name="connsiteY8" fmla="*/ 3117190 h 5379942"/>
                <a:gd name="connsiteX9" fmla="*/ 495147 w 6074727"/>
                <a:gd name="connsiteY9" fmla="*/ 2156295 h 5379942"/>
                <a:gd name="connsiteX10" fmla="*/ 820612 w 6074727"/>
                <a:gd name="connsiteY10" fmla="*/ 1055915 h 5379942"/>
                <a:gd name="connsiteX0" fmla="*/ 986731 w 6240846"/>
                <a:gd name="connsiteY0" fmla="*/ 1055915 h 5379942"/>
                <a:gd name="connsiteX1" fmla="*/ 5326257 w 6240846"/>
                <a:gd name="connsiteY1" fmla="*/ 1102411 h 5379942"/>
                <a:gd name="connsiteX2" fmla="*/ 5605226 w 6240846"/>
                <a:gd name="connsiteY2" fmla="*/ 2171794 h 5379942"/>
                <a:gd name="connsiteX3" fmla="*/ 6070176 w 6240846"/>
                <a:gd name="connsiteY3" fmla="*/ 3179183 h 5379942"/>
                <a:gd name="connsiteX4" fmla="*/ 5992683 w 6240846"/>
                <a:gd name="connsiteY4" fmla="*/ 4326058 h 5379942"/>
                <a:gd name="connsiteX5" fmla="*/ 5620724 w 6240846"/>
                <a:gd name="connsiteY5" fmla="*/ 5317950 h 5379942"/>
                <a:gd name="connsiteX6" fmla="*/ 707762 w 6240846"/>
                <a:gd name="connsiteY6" fmla="*/ 5379942 h 5379942"/>
                <a:gd name="connsiteX7" fmla="*/ 258310 w 6240846"/>
                <a:gd name="connsiteY7" fmla="*/ 4279563 h 5379942"/>
                <a:gd name="connsiteX8" fmla="*/ 211815 w 6240846"/>
                <a:gd name="connsiteY8" fmla="*/ 3117190 h 5379942"/>
                <a:gd name="connsiteX9" fmla="*/ 661266 w 6240846"/>
                <a:gd name="connsiteY9" fmla="*/ 2156295 h 5379942"/>
                <a:gd name="connsiteX10" fmla="*/ 986731 w 6240846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5379942"/>
                <a:gd name="connsiteX1" fmla="*/ 5344125 w 6258714"/>
                <a:gd name="connsiteY1" fmla="*/ 1102411 h 5379942"/>
                <a:gd name="connsiteX2" fmla="*/ 5623094 w 6258714"/>
                <a:gd name="connsiteY2" fmla="*/ 2171794 h 5379942"/>
                <a:gd name="connsiteX3" fmla="*/ 6088044 w 6258714"/>
                <a:gd name="connsiteY3" fmla="*/ 3179183 h 5379942"/>
                <a:gd name="connsiteX4" fmla="*/ 6010551 w 6258714"/>
                <a:gd name="connsiteY4" fmla="*/ 4326058 h 5379942"/>
                <a:gd name="connsiteX5" fmla="*/ 5638592 w 6258714"/>
                <a:gd name="connsiteY5" fmla="*/ 5317950 h 5379942"/>
                <a:gd name="connsiteX6" fmla="*/ 725630 w 6258714"/>
                <a:gd name="connsiteY6" fmla="*/ 5379942 h 5379942"/>
                <a:gd name="connsiteX7" fmla="*/ 276178 w 6258714"/>
                <a:gd name="connsiteY7" fmla="*/ 4279563 h 5379942"/>
                <a:gd name="connsiteX8" fmla="*/ 229683 w 6258714"/>
                <a:gd name="connsiteY8" fmla="*/ 3117190 h 5379942"/>
                <a:gd name="connsiteX9" fmla="*/ 679134 w 6258714"/>
                <a:gd name="connsiteY9" fmla="*/ 2156295 h 5379942"/>
                <a:gd name="connsiteX10" fmla="*/ 1004599 w 6258714"/>
                <a:gd name="connsiteY10" fmla="*/ 1055915 h 5379942"/>
                <a:gd name="connsiteX0" fmla="*/ 1004599 w 6258714"/>
                <a:gd name="connsiteY0" fmla="*/ 1055915 h 6323763"/>
                <a:gd name="connsiteX1" fmla="*/ 5344125 w 6258714"/>
                <a:gd name="connsiteY1" fmla="*/ 1102411 h 6323763"/>
                <a:gd name="connsiteX2" fmla="*/ 5623094 w 6258714"/>
                <a:gd name="connsiteY2" fmla="*/ 2171794 h 6323763"/>
                <a:gd name="connsiteX3" fmla="*/ 6088044 w 6258714"/>
                <a:gd name="connsiteY3" fmla="*/ 3179183 h 6323763"/>
                <a:gd name="connsiteX4" fmla="*/ 6010551 w 6258714"/>
                <a:gd name="connsiteY4" fmla="*/ 4326058 h 6323763"/>
                <a:gd name="connsiteX5" fmla="*/ 5638592 w 6258714"/>
                <a:gd name="connsiteY5" fmla="*/ 5317950 h 6323763"/>
                <a:gd name="connsiteX6" fmla="*/ 725630 w 6258714"/>
                <a:gd name="connsiteY6" fmla="*/ 5379942 h 6323763"/>
                <a:gd name="connsiteX7" fmla="*/ 276178 w 6258714"/>
                <a:gd name="connsiteY7" fmla="*/ 4279563 h 6323763"/>
                <a:gd name="connsiteX8" fmla="*/ 229683 w 6258714"/>
                <a:gd name="connsiteY8" fmla="*/ 3117190 h 6323763"/>
                <a:gd name="connsiteX9" fmla="*/ 679134 w 6258714"/>
                <a:gd name="connsiteY9" fmla="*/ 2156295 h 6323763"/>
                <a:gd name="connsiteX10" fmla="*/ 1004599 w 6258714"/>
                <a:gd name="connsiteY10" fmla="*/ 1055915 h 6323763"/>
                <a:gd name="connsiteX0" fmla="*/ 1004599 w 6258714"/>
                <a:gd name="connsiteY0" fmla="*/ 1055915 h 6896939"/>
                <a:gd name="connsiteX1" fmla="*/ 5344125 w 6258714"/>
                <a:gd name="connsiteY1" fmla="*/ 1102411 h 6896939"/>
                <a:gd name="connsiteX2" fmla="*/ 5623094 w 6258714"/>
                <a:gd name="connsiteY2" fmla="*/ 2171794 h 6896939"/>
                <a:gd name="connsiteX3" fmla="*/ 6088044 w 6258714"/>
                <a:gd name="connsiteY3" fmla="*/ 3179183 h 6896939"/>
                <a:gd name="connsiteX4" fmla="*/ 6010551 w 6258714"/>
                <a:gd name="connsiteY4" fmla="*/ 4326058 h 6896939"/>
                <a:gd name="connsiteX5" fmla="*/ 5638592 w 6258714"/>
                <a:gd name="connsiteY5" fmla="*/ 5317950 h 6896939"/>
                <a:gd name="connsiteX6" fmla="*/ 725630 w 6258714"/>
                <a:gd name="connsiteY6" fmla="*/ 5379942 h 6896939"/>
                <a:gd name="connsiteX7" fmla="*/ 276178 w 6258714"/>
                <a:gd name="connsiteY7" fmla="*/ 4279563 h 6896939"/>
                <a:gd name="connsiteX8" fmla="*/ 229683 w 6258714"/>
                <a:gd name="connsiteY8" fmla="*/ 3117190 h 6896939"/>
                <a:gd name="connsiteX9" fmla="*/ 679134 w 6258714"/>
                <a:gd name="connsiteY9" fmla="*/ 2156295 h 6896939"/>
                <a:gd name="connsiteX10" fmla="*/ 1004599 w 6258714"/>
                <a:gd name="connsiteY10" fmla="*/ 1055915 h 6896939"/>
                <a:gd name="connsiteX0" fmla="*/ 1004599 w 6258714"/>
                <a:gd name="connsiteY0" fmla="*/ 1055915 h 6415055"/>
                <a:gd name="connsiteX1" fmla="*/ 5344125 w 6258714"/>
                <a:gd name="connsiteY1" fmla="*/ 1102411 h 6415055"/>
                <a:gd name="connsiteX2" fmla="*/ 5623094 w 6258714"/>
                <a:gd name="connsiteY2" fmla="*/ 2171794 h 6415055"/>
                <a:gd name="connsiteX3" fmla="*/ 6088044 w 6258714"/>
                <a:gd name="connsiteY3" fmla="*/ 3179183 h 6415055"/>
                <a:gd name="connsiteX4" fmla="*/ 6010551 w 6258714"/>
                <a:gd name="connsiteY4" fmla="*/ 4326058 h 6415055"/>
                <a:gd name="connsiteX5" fmla="*/ 5638592 w 6258714"/>
                <a:gd name="connsiteY5" fmla="*/ 5317950 h 6415055"/>
                <a:gd name="connsiteX6" fmla="*/ 1274689 w 6258714"/>
                <a:gd name="connsiteY6" fmla="*/ 6414939 h 6415055"/>
                <a:gd name="connsiteX7" fmla="*/ 725630 w 6258714"/>
                <a:gd name="connsiteY7" fmla="*/ 5379942 h 6415055"/>
                <a:gd name="connsiteX8" fmla="*/ 276178 w 6258714"/>
                <a:gd name="connsiteY8" fmla="*/ 4279563 h 6415055"/>
                <a:gd name="connsiteX9" fmla="*/ 229683 w 6258714"/>
                <a:gd name="connsiteY9" fmla="*/ 3117190 h 6415055"/>
                <a:gd name="connsiteX10" fmla="*/ 679134 w 6258714"/>
                <a:gd name="connsiteY10" fmla="*/ 2156295 h 6415055"/>
                <a:gd name="connsiteX11" fmla="*/ 1004599 w 6258714"/>
                <a:gd name="connsiteY11" fmla="*/ 1055915 h 6415055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98021"/>
                <a:gd name="connsiteX1" fmla="*/ 5344125 w 6258714"/>
                <a:gd name="connsiteY1" fmla="*/ 1102411 h 6498021"/>
                <a:gd name="connsiteX2" fmla="*/ 5623094 w 6258714"/>
                <a:gd name="connsiteY2" fmla="*/ 2171794 h 6498021"/>
                <a:gd name="connsiteX3" fmla="*/ 6088044 w 6258714"/>
                <a:gd name="connsiteY3" fmla="*/ 3179183 h 6498021"/>
                <a:gd name="connsiteX4" fmla="*/ 6010551 w 6258714"/>
                <a:gd name="connsiteY4" fmla="*/ 4326058 h 6498021"/>
                <a:gd name="connsiteX5" fmla="*/ 5638592 w 6258714"/>
                <a:gd name="connsiteY5" fmla="*/ 5317950 h 6498021"/>
                <a:gd name="connsiteX6" fmla="*/ 5056114 w 6258714"/>
                <a:gd name="connsiteY6" fmla="*/ 6395889 h 6498021"/>
                <a:gd name="connsiteX7" fmla="*/ 1274689 w 6258714"/>
                <a:gd name="connsiteY7" fmla="*/ 6414939 h 6498021"/>
                <a:gd name="connsiteX8" fmla="*/ 725630 w 6258714"/>
                <a:gd name="connsiteY8" fmla="*/ 5379942 h 6498021"/>
                <a:gd name="connsiteX9" fmla="*/ 276178 w 6258714"/>
                <a:gd name="connsiteY9" fmla="*/ 4279563 h 6498021"/>
                <a:gd name="connsiteX10" fmla="*/ 229683 w 6258714"/>
                <a:gd name="connsiteY10" fmla="*/ 3117190 h 6498021"/>
                <a:gd name="connsiteX11" fmla="*/ 679134 w 6258714"/>
                <a:gd name="connsiteY11" fmla="*/ 2156295 h 6498021"/>
                <a:gd name="connsiteX12" fmla="*/ 1004599 w 6258714"/>
                <a:gd name="connsiteY12" fmla="*/ 1055915 h 6498021"/>
                <a:gd name="connsiteX0" fmla="*/ 1004599 w 6258714"/>
                <a:gd name="connsiteY0" fmla="*/ 1055915 h 6444325"/>
                <a:gd name="connsiteX1" fmla="*/ 5344125 w 6258714"/>
                <a:gd name="connsiteY1" fmla="*/ 1102411 h 6444325"/>
                <a:gd name="connsiteX2" fmla="*/ 5623094 w 6258714"/>
                <a:gd name="connsiteY2" fmla="*/ 2171794 h 6444325"/>
                <a:gd name="connsiteX3" fmla="*/ 6088044 w 6258714"/>
                <a:gd name="connsiteY3" fmla="*/ 3179183 h 6444325"/>
                <a:gd name="connsiteX4" fmla="*/ 6010551 w 6258714"/>
                <a:gd name="connsiteY4" fmla="*/ 4326058 h 6444325"/>
                <a:gd name="connsiteX5" fmla="*/ 5638592 w 6258714"/>
                <a:gd name="connsiteY5" fmla="*/ 5317950 h 6444325"/>
                <a:gd name="connsiteX6" fmla="*/ 5056114 w 6258714"/>
                <a:gd name="connsiteY6" fmla="*/ 6395889 h 6444325"/>
                <a:gd name="connsiteX7" fmla="*/ 1274689 w 6258714"/>
                <a:gd name="connsiteY7" fmla="*/ 6414939 h 6444325"/>
                <a:gd name="connsiteX8" fmla="*/ 725630 w 6258714"/>
                <a:gd name="connsiteY8" fmla="*/ 5379942 h 6444325"/>
                <a:gd name="connsiteX9" fmla="*/ 276178 w 6258714"/>
                <a:gd name="connsiteY9" fmla="*/ 4279563 h 6444325"/>
                <a:gd name="connsiteX10" fmla="*/ 229683 w 6258714"/>
                <a:gd name="connsiteY10" fmla="*/ 3117190 h 6444325"/>
                <a:gd name="connsiteX11" fmla="*/ 679134 w 6258714"/>
                <a:gd name="connsiteY11" fmla="*/ 2156295 h 6444325"/>
                <a:gd name="connsiteX12" fmla="*/ 1004599 w 6258714"/>
                <a:gd name="connsiteY12" fmla="*/ 1055915 h 6444325"/>
                <a:gd name="connsiteX0" fmla="*/ 1004599 w 6258714"/>
                <a:gd name="connsiteY0" fmla="*/ 1055915 h 6447577"/>
                <a:gd name="connsiteX1" fmla="*/ 5344125 w 6258714"/>
                <a:gd name="connsiteY1" fmla="*/ 1102411 h 6447577"/>
                <a:gd name="connsiteX2" fmla="*/ 5623094 w 6258714"/>
                <a:gd name="connsiteY2" fmla="*/ 2171794 h 6447577"/>
                <a:gd name="connsiteX3" fmla="*/ 6088044 w 6258714"/>
                <a:gd name="connsiteY3" fmla="*/ 3179183 h 6447577"/>
                <a:gd name="connsiteX4" fmla="*/ 6010551 w 6258714"/>
                <a:gd name="connsiteY4" fmla="*/ 4326058 h 6447577"/>
                <a:gd name="connsiteX5" fmla="*/ 5638592 w 6258714"/>
                <a:gd name="connsiteY5" fmla="*/ 5317950 h 6447577"/>
                <a:gd name="connsiteX6" fmla="*/ 5113264 w 6258714"/>
                <a:gd name="connsiteY6" fmla="*/ 6405414 h 6447577"/>
                <a:gd name="connsiteX7" fmla="*/ 1274689 w 6258714"/>
                <a:gd name="connsiteY7" fmla="*/ 6414939 h 6447577"/>
                <a:gd name="connsiteX8" fmla="*/ 725630 w 6258714"/>
                <a:gd name="connsiteY8" fmla="*/ 5379942 h 6447577"/>
                <a:gd name="connsiteX9" fmla="*/ 276178 w 6258714"/>
                <a:gd name="connsiteY9" fmla="*/ 4279563 h 6447577"/>
                <a:gd name="connsiteX10" fmla="*/ 229683 w 6258714"/>
                <a:gd name="connsiteY10" fmla="*/ 3117190 h 6447577"/>
                <a:gd name="connsiteX11" fmla="*/ 679134 w 6258714"/>
                <a:gd name="connsiteY11" fmla="*/ 2156295 h 6447577"/>
                <a:gd name="connsiteX12" fmla="*/ 1004599 w 6258714"/>
                <a:gd name="connsiteY12" fmla="*/ 1055915 h 6447577"/>
                <a:gd name="connsiteX0" fmla="*/ 1004599 w 6258714"/>
                <a:gd name="connsiteY0" fmla="*/ 1055915 h 6447577"/>
                <a:gd name="connsiteX1" fmla="*/ 5344125 w 6258714"/>
                <a:gd name="connsiteY1" fmla="*/ 1102411 h 6447577"/>
                <a:gd name="connsiteX2" fmla="*/ 5623094 w 6258714"/>
                <a:gd name="connsiteY2" fmla="*/ 2171794 h 6447577"/>
                <a:gd name="connsiteX3" fmla="*/ 6088044 w 6258714"/>
                <a:gd name="connsiteY3" fmla="*/ 3179183 h 6447577"/>
                <a:gd name="connsiteX4" fmla="*/ 6010551 w 6258714"/>
                <a:gd name="connsiteY4" fmla="*/ 4287958 h 6447577"/>
                <a:gd name="connsiteX5" fmla="*/ 5638592 w 6258714"/>
                <a:gd name="connsiteY5" fmla="*/ 5317950 h 6447577"/>
                <a:gd name="connsiteX6" fmla="*/ 5113264 w 6258714"/>
                <a:gd name="connsiteY6" fmla="*/ 6405414 h 6447577"/>
                <a:gd name="connsiteX7" fmla="*/ 1274689 w 6258714"/>
                <a:gd name="connsiteY7" fmla="*/ 6414939 h 6447577"/>
                <a:gd name="connsiteX8" fmla="*/ 725630 w 6258714"/>
                <a:gd name="connsiteY8" fmla="*/ 5379942 h 6447577"/>
                <a:gd name="connsiteX9" fmla="*/ 276178 w 6258714"/>
                <a:gd name="connsiteY9" fmla="*/ 4279563 h 6447577"/>
                <a:gd name="connsiteX10" fmla="*/ 229683 w 6258714"/>
                <a:gd name="connsiteY10" fmla="*/ 3117190 h 6447577"/>
                <a:gd name="connsiteX11" fmla="*/ 679134 w 6258714"/>
                <a:gd name="connsiteY11" fmla="*/ 2156295 h 6447577"/>
                <a:gd name="connsiteX12" fmla="*/ 1004599 w 6258714"/>
                <a:gd name="connsiteY12" fmla="*/ 1055915 h 644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58714" h="6447577">
                  <a:moveTo>
                    <a:pt x="1004599" y="1055915"/>
                  </a:moveTo>
                  <a:cubicBezTo>
                    <a:pt x="1592028" y="-580016"/>
                    <a:pt x="5107991" y="-117004"/>
                    <a:pt x="5344125" y="1102411"/>
                  </a:cubicBezTo>
                  <a:cubicBezTo>
                    <a:pt x="5803907" y="1386547"/>
                    <a:pt x="5891732" y="1918655"/>
                    <a:pt x="5623094" y="2171794"/>
                  </a:cubicBezTo>
                  <a:cubicBezTo>
                    <a:pt x="6119039" y="2486927"/>
                    <a:pt x="6088044" y="2879549"/>
                    <a:pt x="6088044" y="3179183"/>
                  </a:cubicBezTo>
                  <a:cubicBezTo>
                    <a:pt x="6480667" y="3675129"/>
                    <a:pt x="6082877" y="3977992"/>
                    <a:pt x="6010551" y="4287958"/>
                  </a:cubicBezTo>
                  <a:cubicBezTo>
                    <a:pt x="6165535" y="4804569"/>
                    <a:pt x="5824572" y="5173299"/>
                    <a:pt x="5638592" y="5317950"/>
                  </a:cubicBezTo>
                  <a:cubicBezTo>
                    <a:pt x="5781144" y="5683559"/>
                    <a:pt x="5840581" y="6222583"/>
                    <a:pt x="5113264" y="6405414"/>
                  </a:cubicBezTo>
                  <a:cubicBezTo>
                    <a:pt x="4404997" y="6445370"/>
                    <a:pt x="1898011" y="6471551"/>
                    <a:pt x="1274689" y="6414939"/>
                  </a:cubicBezTo>
                  <a:cubicBezTo>
                    <a:pt x="651367" y="6358327"/>
                    <a:pt x="426911" y="5691388"/>
                    <a:pt x="725630" y="5379942"/>
                  </a:cubicBezTo>
                  <a:cubicBezTo>
                    <a:pt x="136694" y="5131969"/>
                    <a:pt x="234849" y="4563698"/>
                    <a:pt x="276178" y="4279563"/>
                  </a:cubicBezTo>
                  <a:cubicBezTo>
                    <a:pt x="-224934" y="3731957"/>
                    <a:pt x="79866" y="3303170"/>
                    <a:pt x="229683" y="3117190"/>
                  </a:cubicBezTo>
                  <a:cubicBezTo>
                    <a:pt x="85032" y="2512755"/>
                    <a:pt x="459575" y="2251868"/>
                    <a:pt x="679134" y="2156295"/>
                  </a:cubicBezTo>
                  <a:cubicBezTo>
                    <a:pt x="393922" y="1395802"/>
                    <a:pt x="756411" y="1295708"/>
                    <a:pt x="1004599" y="1055915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9AFD077-CB74-7578-FA00-CE8FA8184C43}"/>
                </a:ext>
              </a:extLst>
            </p:cNvPr>
            <p:cNvSpPr/>
            <p:nvPr/>
          </p:nvSpPr>
          <p:spPr>
            <a:xfrm>
              <a:off x="2616200" y="6121400"/>
              <a:ext cx="4940300" cy="125502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40300" h="125502">
                  <a:moveTo>
                    <a:pt x="0" y="50800"/>
                  </a:moveTo>
                  <a:cubicBezTo>
                    <a:pt x="1608667" y="125307"/>
                    <a:pt x="2744893" y="192193"/>
                    <a:pt x="4940300" y="0"/>
                  </a:cubicBezTo>
                  <a:lnTo>
                    <a:pt x="4940300" y="0"/>
                  </a:ln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2C1FD5-0F19-5053-7811-4CCCBE5A8820}"/>
                </a:ext>
              </a:extLst>
            </p:cNvPr>
            <p:cNvSpPr/>
            <p:nvPr/>
          </p:nvSpPr>
          <p:spPr>
            <a:xfrm>
              <a:off x="2159000" y="5029820"/>
              <a:ext cx="5763260" cy="159753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ABCDD47-92DE-4651-F4B7-B8BE0729E5E3}"/>
                </a:ext>
              </a:extLst>
            </p:cNvPr>
            <p:cNvSpPr/>
            <p:nvPr/>
          </p:nvSpPr>
          <p:spPr>
            <a:xfrm>
              <a:off x="2136139" y="3886200"/>
              <a:ext cx="5855335" cy="227387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41F1BB7-A1E2-6335-A309-32F2638730FA}"/>
                </a:ext>
              </a:extLst>
            </p:cNvPr>
            <p:cNvSpPr/>
            <p:nvPr/>
          </p:nvSpPr>
          <p:spPr>
            <a:xfrm>
              <a:off x="2552699" y="2954373"/>
              <a:ext cx="5003801" cy="129287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4F2D8A6E-A3A2-E532-B58A-FC2C8320BD2A}"/>
                </a:ext>
              </a:extLst>
            </p:cNvPr>
            <p:cNvSpPr/>
            <p:nvPr/>
          </p:nvSpPr>
          <p:spPr>
            <a:xfrm>
              <a:off x="2890838" y="1841800"/>
              <a:ext cx="4348162" cy="197595"/>
            </a:xfrm>
            <a:custGeom>
              <a:avLst/>
              <a:gdLst>
                <a:gd name="connsiteX0" fmla="*/ 0 w 4940300"/>
                <a:gd name="connsiteY0" fmla="*/ 50800 h 50800"/>
                <a:gd name="connsiteX1" fmla="*/ 4940300 w 4940300"/>
                <a:gd name="connsiteY1" fmla="*/ 0 h 50800"/>
                <a:gd name="connsiteX2" fmla="*/ 4940300 w 4940300"/>
                <a:gd name="connsiteY2" fmla="*/ 0 h 50800"/>
                <a:gd name="connsiteX0" fmla="*/ 0 w 4940300"/>
                <a:gd name="connsiteY0" fmla="*/ 50800 h 96120"/>
                <a:gd name="connsiteX1" fmla="*/ 4940300 w 4940300"/>
                <a:gd name="connsiteY1" fmla="*/ 0 h 96120"/>
                <a:gd name="connsiteX2" fmla="*/ 4940300 w 4940300"/>
                <a:gd name="connsiteY2" fmla="*/ 0 h 96120"/>
                <a:gd name="connsiteX0" fmla="*/ 0 w 4940300"/>
                <a:gd name="connsiteY0" fmla="*/ 50800 h 125502"/>
                <a:gd name="connsiteX1" fmla="*/ 4940300 w 4940300"/>
                <a:gd name="connsiteY1" fmla="*/ 0 h 125502"/>
                <a:gd name="connsiteX2" fmla="*/ 4940300 w 4940300"/>
                <a:gd name="connsiteY2" fmla="*/ 0 h 125502"/>
                <a:gd name="connsiteX0" fmla="*/ 0 w 5763260"/>
                <a:gd name="connsiteY0" fmla="*/ 50800 h 125502"/>
                <a:gd name="connsiteX1" fmla="*/ 4940300 w 5763260"/>
                <a:gd name="connsiteY1" fmla="*/ 0 h 125502"/>
                <a:gd name="connsiteX2" fmla="*/ 5763260 w 5763260"/>
                <a:gd name="connsiteY2" fmla="*/ 68580 h 125502"/>
                <a:gd name="connsiteX0" fmla="*/ 0 w 5763260"/>
                <a:gd name="connsiteY0" fmla="*/ 0 h 17780"/>
                <a:gd name="connsiteX1" fmla="*/ 5763260 w 5763260"/>
                <a:gd name="connsiteY1" fmla="*/ 17780 h 17780"/>
                <a:gd name="connsiteX0" fmla="*/ 0 w 5763260"/>
                <a:gd name="connsiteY0" fmla="*/ 0 h 131327"/>
                <a:gd name="connsiteX1" fmla="*/ 5763260 w 5763260"/>
                <a:gd name="connsiteY1" fmla="*/ 17780 h 131327"/>
                <a:gd name="connsiteX0" fmla="*/ 0 w 5763260"/>
                <a:gd name="connsiteY0" fmla="*/ 0 h 159753"/>
                <a:gd name="connsiteX1" fmla="*/ 5763260 w 5763260"/>
                <a:gd name="connsiteY1" fmla="*/ 17780 h 159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763260" h="159753">
                  <a:moveTo>
                    <a:pt x="0" y="0"/>
                  </a:moveTo>
                  <a:cubicBezTo>
                    <a:pt x="2637367" y="287867"/>
                    <a:pt x="3971713" y="118533"/>
                    <a:pt x="5763260" y="17780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FEEB418-6F23-001F-0602-7F7936D923C3}"/>
                </a:ext>
              </a:extLst>
            </p:cNvPr>
            <p:cNvSpPr/>
            <p:nvPr/>
          </p:nvSpPr>
          <p:spPr>
            <a:xfrm>
              <a:off x="4072067" y="5397217"/>
              <a:ext cx="1905646" cy="1825065"/>
            </a:xfrm>
            <a:custGeom>
              <a:avLst/>
              <a:gdLst>
                <a:gd name="connsiteX0" fmla="*/ 905258 w 1905646"/>
                <a:gd name="connsiteY0" fmla="*/ 0 h 1825065"/>
                <a:gd name="connsiteX1" fmla="*/ 1000388 w 1905646"/>
                <a:gd name="connsiteY1" fmla="*/ 0 h 1825065"/>
                <a:gd name="connsiteX2" fmla="*/ 1905646 w 1905646"/>
                <a:gd name="connsiteY2" fmla="*/ 905258 h 1825065"/>
                <a:gd name="connsiteX3" fmla="*/ 1905646 w 1905646"/>
                <a:gd name="connsiteY3" fmla="*/ 1813255 h 1825065"/>
                <a:gd name="connsiteX4" fmla="*/ 1854152 w 1905646"/>
                <a:gd name="connsiteY4" fmla="*/ 1814219 h 1825065"/>
                <a:gd name="connsiteX5" fmla="*/ 118010 w 1905646"/>
                <a:gd name="connsiteY5" fmla="*/ 1823351 h 1825065"/>
                <a:gd name="connsiteX6" fmla="*/ 0 w 1905646"/>
                <a:gd name="connsiteY6" fmla="*/ 1822034 h 1825065"/>
                <a:gd name="connsiteX7" fmla="*/ 0 w 1905646"/>
                <a:gd name="connsiteY7" fmla="*/ 905258 h 1825065"/>
                <a:gd name="connsiteX8" fmla="*/ 905258 w 1905646"/>
                <a:gd name="connsiteY8" fmla="*/ 0 h 18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646" h="1825065">
                  <a:moveTo>
                    <a:pt x="905258" y="0"/>
                  </a:moveTo>
                  <a:lnTo>
                    <a:pt x="1000388" y="0"/>
                  </a:lnTo>
                  <a:cubicBezTo>
                    <a:pt x="1500348" y="0"/>
                    <a:pt x="1905646" y="405298"/>
                    <a:pt x="1905646" y="905258"/>
                  </a:cubicBezTo>
                  <a:lnTo>
                    <a:pt x="1905646" y="1813255"/>
                  </a:lnTo>
                  <a:lnTo>
                    <a:pt x="1854152" y="1814219"/>
                  </a:lnTo>
                  <a:cubicBezTo>
                    <a:pt x="1301830" y="1823447"/>
                    <a:pt x="658386" y="1827704"/>
                    <a:pt x="118010" y="1823351"/>
                  </a:cubicBezTo>
                  <a:lnTo>
                    <a:pt x="0" y="1822034"/>
                  </a:lnTo>
                  <a:lnTo>
                    <a:pt x="0" y="905258"/>
                  </a:lnTo>
                  <a:cubicBezTo>
                    <a:pt x="0" y="405298"/>
                    <a:pt x="405298" y="0"/>
                    <a:pt x="905258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1609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2275</TotalTime>
  <Words>3</Words>
  <Application>Microsoft Office PowerPoint</Application>
  <PresentationFormat>Custom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253</cp:revision>
  <dcterms:created xsi:type="dcterms:W3CDTF">2025-02-22T17:47:33Z</dcterms:created>
  <dcterms:modified xsi:type="dcterms:W3CDTF">2025-05-20T14:00:27Z</dcterms:modified>
</cp:coreProperties>
</file>